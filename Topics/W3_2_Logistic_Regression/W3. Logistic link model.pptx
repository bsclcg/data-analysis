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3.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notesSlides/notesSlide4.xml" ContentType="application/vnd.openxmlformats-officedocument.presentationml.notesSlide+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notesSlides/notesSlide5.xml" ContentType="application/vnd.openxmlformats-officedocument.presentationml.notesSlide+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notesSlides/notesSlide6.xml" ContentType="application/vnd.openxmlformats-officedocument.presentationml.notesSlide+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notesSlides/notesSlide7.xml" ContentType="application/vnd.openxmlformats-officedocument.presentationml.notesSlide+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notesSlides/notesSlide8.xml" ContentType="application/vnd.openxmlformats-officedocument.presentationml.notesSlide+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notesSlides/notesSlide9.xml" ContentType="application/vnd.openxmlformats-officedocument.presentationml.notesSlide+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notesSlides/notesSlide12.xml" ContentType="application/vnd.openxmlformats-officedocument.presentationml.notesSlide+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notesSlides/notesSlide13.xml" ContentType="application/vnd.openxmlformats-officedocument.presentationml.notesSlide+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notesSlides/notesSlide14.xml" ContentType="application/vnd.openxmlformats-officedocument.presentationml.notesSlide+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notesSlides/notesSlide15.xml" ContentType="application/vnd.openxmlformats-officedocument.presentationml.notesSlide+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notesSlides/notesSlide16.xml" ContentType="application/vnd.openxmlformats-officedocument.presentationml.notesSlide+xml"/>
  <Override PartName="/ppt/tags/tag1117.xml" ContentType="application/vnd.openxmlformats-officedocument.presentationml.tags+xml"/>
  <Override PartName="/ppt/notesSlides/notesSlide17.xml" ContentType="application/vnd.openxmlformats-officedocument.presentationml.notesSlide+xml"/>
  <Override PartName="/ppt/tags/tag1118.xml" ContentType="application/vnd.openxmlformats-officedocument.presentationml.tags+xml"/>
  <Override PartName="/ppt/notesSlides/notesSlide18.xml" ContentType="application/vnd.openxmlformats-officedocument.presentationml.notesSlide+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notesSlides/notesSlide19.xml" ContentType="application/vnd.openxmlformats-officedocument.presentationml.notesSlide+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48.xml" ContentType="application/vnd.openxmlformats-officedocument.presentationml.tags+xml"/>
  <Override PartName="/ppt/tags/tag1449.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tags/tag1484.xml" ContentType="application/vnd.openxmlformats-officedocument.presentationml.tags+xml"/>
  <Override PartName="/ppt/tags/tag1485.xml" ContentType="application/vnd.openxmlformats-officedocument.presentationml.tags+xml"/>
  <Override PartName="/ppt/tags/tag1486.xml" ContentType="application/vnd.openxmlformats-officedocument.presentationml.tags+xml"/>
  <Override PartName="/ppt/tags/tag1487.xml" ContentType="application/vnd.openxmlformats-officedocument.presentationml.tags+xml"/>
  <Override PartName="/ppt/tags/tag1488.xml" ContentType="application/vnd.openxmlformats-officedocument.presentationml.tags+xml"/>
  <Override PartName="/ppt/tags/tag1489.xml" ContentType="application/vnd.openxmlformats-officedocument.presentationml.tags+xml"/>
  <Override PartName="/ppt/tags/tag1490.xml" ContentType="application/vnd.openxmlformats-officedocument.presentationml.tags+xml"/>
  <Override PartName="/ppt/tags/tag1491.xml" ContentType="application/vnd.openxmlformats-officedocument.presentationml.tags+xml"/>
  <Override PartName="/ppt/tags/tag1492.xml" ContentType="application/vnd.openxmlformats-officedocument.presentationml.tags+xml"/>
  <Override PartName="/ppt/tags/tag1493.xml" ContentType="application/vnd.openxmlformats-officedocument.presentationml.tags+xml"/>
  <Override PartName="/ppt/tags/tag1494.xml" ContentType="application/vnd.openxmlformats-officedocument.presentationml.tags+xml"/>
  <Override PartName="/ppt/tags/tag1495.xml" ContentType="application/vnd.openxmlformats-officedocument.presentationml.tags+xml"/>
  <Override PartName="/ppt/tags/tag1496.xml" ContentType="application/vnd.openxmlformats-officedocument.presentationml.tags+xml"/>
  <Override PartName="/ppt/tags/tag1497.xml" ContentType="application/vnd.openxmlformats-officedocument.presentationml.tags+xml"/>
  <Override PartName="/ppt/tags/tag1498.xml" ContentType="application/vnd.openxmlformats-officedocument.presentationml.tags+xml"/>
  <Override PartName="/ppt/tags/tag1499.xml" ContentType="application/vnd.openxmlformats-officedocument.presentationml.tags+xml"/>
  <Override PartName="/ppt/tags/tag1500.xml" ContentType="application/vnd.openxmlformats-officedocument.presentationml.tags+xml"/>
  <Override PartName="/ppt/tags/tag1501.xml" ContentType="application/vnd.openxmlformats-officedocument.presentationml.tags+xml"/>
  <Override PartName="/ppt/tags/tag1502.xml" ContentType="application/vnd.openxmlformats-officedocument.presentationml.tags+xml"/>
  <Override PartName="/ppt/tags/tag1503.xml" ContentType="application/vnd.openxmlformats-officedocument.presentationml.tags+xml"/>
  <Override PartName="/ppt/tags/tag1504.xml" ContentType="application/vnd.openxmlformats-officedocument.presentationml.tags+xml"/>
  <Override PartName="/ppt/tags/tag1505.xml" ContentType="application/vnd.openxmlformats-officedocument.presentationml.tags+xml"/>
  <Override PartName="/ppt/tags/tag1506.xml" ContentType="application/vnd.openxmlformats-officedocument.presentationml.tags+xml"/>
  <Override PartName="/ppt/tags/tag1507.xml" ContentType="application/vnd.openxmlformats-officedocument.presentationml.tags+xml"/>
  <Override PartName="/ppt/tags/tag1508.xml" ContentType="application/vnd.openxmlformats-officedocument.presentationml.tags+xml"/>
  <Override PartName="/ppt/tags/tag1509.xml" ContentType="application/vnd.openxmlformats-officedocument.presentationml.tags+xml"/>
  <Override PartName="/ppt/tags/tag1510.xml" ContentType="application/vnd.openxmlformats-officedocument.presentationml.tags+xml"/>
  <Override PartName="/ppt/tags/tag1511.xml" ContentType="application/vnd.openxmlformats-officedocument.presentationml.tags+xml"/>
  <Override PartName="/ppt/tags/tag1512.xml" ContentType="application/vnd.openxmlformats-officedocument.presentationml.tags+xml"/>
  <Override PartName="/ppt/tags/tag1513.xml" ContentType="application/vnd.openxmlformats-officedocument.presentationml.tags+xml"/>
  <Override PartName="/ppt/tags/tag1514.xml" ContentType="application/vnd.openxmlformats-officedocument.presentationml.tags+xml"/>
  <Override PartName="/ppt/tags/tag1515.xml" ContentType="application/vnd.openxmlformats-officedocument.presentationml.tags+xml"/>
  <Override PartName="/ppt/tags/tag1516.xml" ContentType="application/vnd.openxmlformats-officedocument.presentationml.tags+xml"/>
  <Override PartName="/ppt/tags/tag1517.xml" ContentType="application/vnd.openxmlformats-officedocument.presentationml.tags+xml"/>
  <Override PartName="/ppt/tags/tag1518.xml" ContentType="application/vnd.openxmlformats-officedocument.presentationml.tags+xml"/>
  <Override PartName="/ppt/tags/tag1519.xml" ContentType="application/vnd.openxmlformats-officedocument.presentationml.tags+xml"/>
  <Override PartName="/ppt/tags/tag1520.xml" ContentType="application/vnd.openxmlformats-officedocument.presentationml.tags+xml"/>
  <Override PartName="/ppt/tags/tag1521.xml" ContentType="application/vnd.openxmlformats-officedocument.presentationml.tags+xml"/>
  <Override PartName="/ppt/tags/tag1522.xml" ContentType="application/vnd.openxmlformats-officedocument.presentationml.tags+xml"/>
  <Override PartName="/ppt/tags/tag1523.xml" ContentType="application/vnd.openxmlformats-officedocument.presentationml.tags+xml"/>
  <Override PartName="/ppt/tags/tag1524.xml" ContentType="application/vnd.openxmlformats-officedocument.presentationml.tags+xml"/>
  <Override PartName="/ppt/tags/tag1525.xml" ContentType="application/vnd.openxmlformats-officedocument.presentationml.tags+xml"/>
  <Override PartName="/ppt/tags/tag1526.xml" ContentType="application/vnd.openxmlformats-officedocument.presentationml.tags+xml"/>
  <Override PartName="/ppt/tags/tag1527.xml" ContentType="application/vnd.openxmlformats-officedocument.presentationml.tags+xml"/>
  <Override PartName="/ppt/tags/tag1528.xml" ContentType="application/vnd.openxmlformats-officedocument.presentationml.tags+xml"/>
  <Override PartName="/ppt/tags/tag1529.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530.xml" ContentType="application/vnd.openxmlformats-officedocument.presentationml.tags+xml"/>
  <Override PartName="/ppt/tags/tag1531.xml" ContentType="application/vnd.openxmlformats-officedocument.presentationml.tags+xml"/>
  <Override PartName="/ppt/tags/tag1532.xml" ContentType="application/vnd.openxmlformats-officedocument.presentationml.tags+xml"/>
  <Override PartName="/ppt/tags/tag1533.xml" ContentType="application/vnd.openxmlformats-officedocument.presentationml.tags+xml"/>
  <Override PartName="/ppt/tags/tag1534.xml" ContentType="application/vnd.openxmlformats-officedocument.presentationml.tags+xml"/>
  <Override PartName="/ppt/tags/tag1535.xml" ContentType="application/vnd.openxmlformats-officedocument.presentationml.tags+xml"/>
  <Override PartName="/ppt/tags/tag1536.xml" ContentType="application/vnd.openxmlformats-officedocument.presentationml.tags+xml"/>
  <Override PartName="/ppt/tags/tag1537.xml" ContentType="application/vnd.openxmlformats-officedocument.presentationml.tags+xml"/>
  <Override PartName="/ppt/tags/tag1538.xml" ContentType="application/vnd.openxmlformats-officedocument.presentationml.tags+xml"/>
  <Override PartName="/ppt/tags/tag1539.xml" ContentType="application/vnd.openxmlformats-officedocument.presentationml.tags+xml"/>
  <Override PartName="/ppt/tags/tag1540.xml" ContentType="application/vnd.openxmlformats-officedocument.presentationml.tags+xml"/>
  <Override PartName="/ppt/tags/tag1541.xml" ContentType="application/vnd.openxmlformats-officedocument.presentationml.tags+xml"/>
  <Override PartName="/ppt/tags/tag1542.xml" ContentType="application/vnd.openxmlformats-officedocument.presentationml.tags+xml"/>
  <Override PartName="/ppt/tags/tag1543.xml" ContentType="application/vnd.openxmlformats-officedocument.presentationml.tags+xml"/>
  <Override PartName="/ppt/tags/tag1544.xml" ContentType="application/vnd.openxmlformats-officedocument.presentationml.tags+xml"/>
  <Override PartName="/ppt/tags/tag1545.xml" ContentType="application/vnd.openxmlformats-officedocument.presentationml.tags+xml"/>
  <Override PartName="/ppt/tags/tag1546.xml" ContentType="application/vnd.openxmlformats-officedocument.presentationml.tags+xml"/>
  <Override PartName="/ppt/tags/tag1547.xml" ContentType="application/vnd.openxmlformats-officedocument.presentationml.tags+xml"/>
  <Override PartName="/ppt/tags/tag1548.xml" ContentType="application/vnd.openxmlformats-officedocument.presentationml.tags+xml"/>
  <Override PartName="/ppt/tags/tag1549.xml" ContentType="application/vnd.openxmlformats-officedocument.presentationml.tags+xml"/>
  <Override PartName="/ppt/tags/tag1550.xml" ContentType="application/vnd.openxmlformats-officedocument.presentationml.tags+xml"/>
  <Override PartName="/ppt/tags/tag1551.xml" ContentType="application/vnd.openxmlformats-officedocument.presentationml.tags+xml"/>
  <Override PartName="/ppt/tags/tag1552.xml" ContentType="application/vnd.openxmlformats-officedocument.presentationml.tags+xml"/>
  <Override PartName="/ppt/tags/tag1553.xml" ContentType="application/vnd.openxmlformats-officedocument.presentationml.tags+xml"/>
  <Override PartName="/ppt/tags/tag1554.xml" ContentType="application/vnd.openxmlformats-officedocument.presentationml.tags+xml"/>
  <Override PartName="/ppt/tags/tag1555.xml" ContentType="application/vnd.openxmlformats-officedocument.presentationml.tags+xml"/>
  <Override PartName="/ppt/tags/tag1556.xml" ContentType="application/vnd.openxmlformats-officedocument.presentationml.tags+xml"/>
  <Override PartName="/ppt/tags/tag1557.xml" ContentType="application/vnd.openxmlformats-officedocument.presentationml.tags+xml"/>
  <Override PartName="/ppt/tags/tag1558.xml" ContentType="application/vnd.openxmlformats-officedocument.presentationml.tags+xml"/>
  <Override PartName="/ppt/tags/tag1559.xml" ContentType="application/vnd.openxmlformats-officedocument.presentationml.tags+xml"/>
  <Override PartName="/ppt/tags/tag1560.xml" ContentType="application/vnd.openxmlformats-officedocument.presentationml.tags+xml"/>
  <Override PartName="/ppt/tags/tag1561.xml" ContentType="application/vnd.openxmlformats-officedocument.presentationml.tags+xml"/>
  <Override PartName="/ppt/tags/tag1562.xml" ContentType="application/vnd.openxmlformats-officedocument.presentationml.tags+xml"/>
  <Override PartName="/ppt/tags/tag1563.xml" ContentType="application/vnd.openxmlformats-officedocument.presentationml.tags+xml"/>
  <Override PartName="/ppt/tags/tag1564.xml" ContentType="application/vnd.openxmlformats-officedocument.presentationml.tags+xml"/>
  <Override PartName="/ppt/tags/tag1565.xml" ContentType="application/vnd.openxmlformats-officedocument.presentationml.tags+xml"/>
  <Override PartName="/ppt/tags/tag1566.xml" ContentType="application/vnd.openxmlformats-officedocument.presentationml.tags+xml"/>
  <Override PartName="/ppt/tags/tag1567.xml" ContentType="application/vnd.openxmlformats-officedocument.presentationml.tags+xml"/>
  <Override PartName="/ppt/tags/tag1568.xml" ContentType="application/vnd.openxmlformats-officedocument.presentationml.tags+xml"/>
  <Override PartName="/ppt/tags/tag1569.xml" ContentType="application/vnd.openxmlformats-officedocument.presentationml.tags+xml"/>
  <Override PartName="/ppt/tags/tag1570.xml" ContentType="application/vnd.openxmlformats-officedocument.presentationml.tags+xml"/>
  <Override PartName="/ppt/tags/tag1571.xml" ContentType="application/vnd.openxmlformats-officedocument.presentationml.tags+xml"/>
  <Override PartName="/ppt/tags/tag1572.xml" ContentType="application/vnd.openxmlformats-officedocument.presentationml.tags+xml"/>
  <Override PartName="/ppt/tags/tag1573.xml" ContentType="application/vnd.openxmlformats-officedocument.presentationml.tags+xml"/>
  <Override PartName="/ppt/tags/tag1574.xml" ContentType="application/vnd.openxmlformats-officedocument.presentationml.tags+xml"/>
  <Override PartName="/ppt/tags/tag1575.xml" ContentType="application/vnd.openxmlformats-officedocument.presentationml.tags+xml"/>
  <Override PartName="/ppt/tags/tag1576.xml" ContentType="application/vnd.openxmlformats-officedocument.presentationml.tags+xml"/>
  <Override PartName="/ppt/tags/tag1577.xml" ContentType="application/vnd.openxmlformats-officedocument.presentationml.tags+xml"/>
  <Override PartName="/ppt/tags/tag1578.xml" ContentType="application/vnd.openxmlformats-officedocument.presentationml.tags+xml"/>
  <Override PartName="/ppt/tags/tag1579.xml" ContentType="application/vnd.openxmlformats-officedocument.presentationml.tags+xml"/>
  <Override PartName="/ppt/tags/tag1580.xml" ContentType="application/vnd.openxmlformats-officedocument.presentationml.tags+xml"/>
  <Override PartName="/ppt/tags/tag1581.xml" ContentType="application/vnd.openxmlformats-officedocument.presentationml.tags+xml"/>
  <Override PartName="/ppt/tags/tag1582.xml" ContentType="application/vnd.openxmlformats-officedocument.presentationml.tags+xml"/>
  <Override PartName="/ppt/tags/tag1583.xml" ContentType="application/vnd.openxmlformats-officedocument.presentationml.tags+xml"/>
  <Override PartName="/ppt/tags/tag1584.xml" ContentType="application/vnd.openxmlformats-officedocument.presentationml.tags+xml"/>
  <Override PartName="/ppt/tags/tag1585.xml" ContentType="application/vnd.openxmlformats-officedocument.presentationml.tags+xml"/>
  <Override PartName="/ppt/tags/tag1586.xml" ContentType="application/vnd.openxmlformats-officedocument.presentationml.tags+xml"/>
  <Override PartName="/ppt/tags/tag1587.xml" ContentType="application/vnd.openxmlformats-officedocument.presentationml.tags+xml"/>
  <Override PartName="/ppt/tags/tag1588.xml" ContentType="application/vnd.openxmlformats-officedocument.presentationml.tags+xml"/>
  <Override PartName="/ppt/tags/tag1589.xml" ContentType="application/vnd.openxmlformats-officedocument.presentationml.tags+xml"/>
  <Override PartName="/ppt/tags/tag1590.xml" ContentType="application/vnd.openxmlformats-officedocument.presentationml.tags+xml"/>
  <Override PartName="/ppt/tags/tag1591.xml" ContentType="application/vnd.openxmlformats-officedocument.presentationml.tags+xml"/>
  <Override PartName="/ppt/tags/tag1592.xml" ContentType="application/vnd.openxmlformats-officedocument.presentationml.tags+xml"/>
  <Override PartName="/ppt/tags/tag1593.xml" ContentType="application/vnd.openxmlformats-officedocument.presentationml.tags+xml"/>
  <Override PartName="/ppt/tags/tag1594.xml" ContentType="application/vnd.openxmlformats-officedocument.presentationml.tags+xml"/>
  <Override PartName="/ppt/tags/tag1595.xml" ContentType="application/vnd.openxmlformats-officedocument.presentationml.tags+xml"/>
  <Override PartName="/ppt/tags/tag1596.xml" ContentType="application/vnd.openxmlformats-officedocument.presentationml.tags+xml"/>
  <Override PartName="/ppt/tags/tag1597.xml" ContentType="application/vnd.openxmlformats-officedocument.presentationml.tags+xml"/>
  <Override PartName="/ppt/tags/tag1598.xml" ContentType="application/vnd.openxmlformats-officedocument.presentationml.tags+xml"/>
  <Override PartName="/ppt/tags/tag1599.xml" ContentType="application/vnd.openxmlformats-officedocument.presentationml.tags+xml"/>
  <Override PartName="/ppt/tags/tag1600.xml" ContentType="application/vnd.openxmlformats-officedocument.presentationml.tags+xml"/>
  <Override PartName="/ppt/tags/tag1601.xml" ContentType="application/vnd.openxmlformats-officedocument.presentationml.tags+xml"/>
  <Override PartName="/ppt/tags/tag1602.xml" ContentType="application/vnd.openxmlformats-officedocument.presentationml.tags+xml"/>
  <Override PartName="/ppt/tags/tag1603.xml" ContentType="application/vnd.openxmlformats-officedocument.presentationml.tags+xml"/>
  <Override PartName="/ppt/tags/tag1604.xml" ContentType="application/vnd.openxmlformats-officedocument.presentationml.tags+xml"/>
  <Override PartName="/ppt/tags/tag1605.xml" ContentType="application/vnd.openxmlformats-officedocument.presentationml.tags+xml"/>
  <Override PartName="/ppt/tags/tag1606.xml" ContentType="application/vnd.openxmlformats-officedocument.presentationml.tags+xml"/>
  <Override PartName="/ppt/tags/tag1607.xml" ContentType="application/vnd.openxmlformats-officedocument.presentationml.tags+xml"/>
  <Override PartName="/ppt/tags/tag1608.xml" ContentType="application/vnd.openxmlformats-officedocument.presentationml.tags+xml"/>
  <Override PartName="/ppt/tags/tag1609.xml" ContentType="application/vnd.openxmlformats-officedocument.presentationml.tags+xml"/>
  <Override PartName="/ppt/tags/tag1610.xml" ContentType="application/vnd.openxmlformats-officedocument.presentationml.tags+xml"/>
  <Override PartName="/ppt/tags/tag1611.xml" ContentType="application/vnd.openxmlformats-officedocument.presentationml.tags+xml"/>
  <Override PartName="/ppt/tags/tag1612.xml" ContentType="application/vnd.openxmlformats-officedocument.presentationml.tags+xml"/>
  <Override PartName="/ppt/tags/tag1613.xml" ContentType="application/vnd.openxmlformats-officedocument.presentationml.tags+xml"/>
  <Override PartName="/ppt/tags/tag1614.xml" ContentType="application/vnd.openxmlformats-officedocument.presentationml.tags+xml"/>
  <Override PartName="/ppt/tags/tag1615.xml" ContentType="application/vnd.openxmlformats-officedocument.presentationml.tags+xml"/>
  <Override PartName="/ppt/tags/tag1616.xml" ContentType="application/vnd.openxmlformats-officedocument.presentationml.tags+xml"/>
  <Override PartName="/ppt/tags/tag1617.xml" ContentType="application/vnd.openxmlformats-officedocument.presentationml.tags+xml"/>
  <Override PartName="/ppt/tags/tag1618.xml" ContentType="application/vnd.openxmlformats-officedocument.presentationml.tags+xml"/>
  <Override PartName="/ppt/tags/tag1619.xml" ContentType="application/vnd.openxmlformats-officedocument.presentationml.tags+xml"/>
  <Override PartName="/ppt/tags/tag1620.xml" ContentType="application/vnd.openxmlformats-officedocument.presentationml.tags+xml"/>
  <Override PartName="/ppt/tags/tag1621.xml" ContentType="application/vnd.openxmlformats-officedocument.presentationml.tags+xml"/>
  <Override PartName="/ppt/tags/tag1622.xml" ContentType="application/vnd.openxmlformats-officedocument.presentationml.tags+xml"/>
  <Override PartName="/ppt/tags/tag1623.xml" ContentType="application/vnd.openxmlformats-officedocument.presentationml.tags+xml"/>
  <Override PartName="/ppt/tags/tag1624.xml" ContentType="application/vnd.openxmlformats-officedocument.presentationml.tags+xml"/>
  <Override PartName="/ppt/tags/tag1625.xml" ContentType="application/vnd.openxmlformats-officedocument.presentationml.tags+xml"/>
  <Override PartName="/ppt/tags/tag1626.xml" ContentType="application/vnd.openxmlformats-officedocument.presentationml.tags+xml"/>
  <Override PartName="/ppt/notesSlides/notesSlide22.xml" ContentType="application/vnd.openxmlformats-officedocument.presentationml.notesSlide+xml"/>
  <Override PartName="/ppt/tags/tag1627.xml" ContentType="application/vnd.openxmlformats-officedocument.presentationml.tags+xml"/>
  <Override PartName="/ppt/tags/tag1628.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629.xml" ContentType="application/vnd.openxmlformats-officedocument.presentationml.tags+xml"/>
  <Override PartName="/ppt/tags/tag1630.xml" ContentType="application/vnd.openxmlformats-officedocument.presentationml.tags+xml"/>
  <Override PartName="/ppt/tags/tag1631.xml" ContentType="application/vnd.openxmlformats-officedocument.presentationml.tags+xml"/>
  <Override PartName="/ppt/notesSlides/notesSlide25.xml" ContentType="application/vnd.openxmlformats-officedocument.presentationml.notesSlide+xml"/>
  <Override PartName="/ppt/tags/tag1632.xml" ContentType="application/vnd.openxmlformats-officedocument.presentationml.tags+xml"/>
  <Override PartName="/ppt/tags/tag1633.xml" ContentType="application/vnd.openxmlformats-officedocument.presentationml.tags+xml"/>
  <Override PartName="/ppt/tags/tag1634.xml" ContentType="application/vnd.openxmlformats-officedocument.presentationml.tags+xml"/>
  <Override PartName="/ppt/notesSlides/notesSlide26.xml" ContentType="application/vnd.openxmlformats-officedocument.presentationml.notesSlide+xml"/>
  <Override PartName="/ppt/tags/tag1635.xml" ContentType="application/vnd.openxmlformats-officedocument.presentationml.tags+xml"/>
  <Override PartName="/ppt/tags/tag1636.xml" ContentType="application/vnd.openxmlformats-officedocument.presentationml.tags+xml"/>
  <Override PartName="/ppt/tags/tag1637.xml" ContentType="application/vnd.openxmlformats-officedocument.presentationml.tags+xml"/>
  <Override PartName="/ppt/tags/tag1638.xml" ContentType="application/vnd.openxmlformats-officedocument.presentationml.tags+xml"/>
  <Override PartName="/ppt/tags/tag1639.xml" ContentType="application/vnd.openxmlformats-officedocument.presentationml.tags+xml"/>
  <Override PartName="/ppt/tags/tag1640.xml" ContentType="application/vnd.openxmlformats-officedocument.presentationml.tags+xml"/>
  <Override PartName="/ppt/tags/tag1641.xml" ContentType="application/vnd.openxmlformats-officedocument.presentationml.tags+xml"/>
  <Override PartName="/ppt/tags/tag1642.xml" ContentType="application/vnd.openxmlformats-officedocument.presentationml.tags+xml"/>
  <Override PartName="/ppt/tags/tag1643.xml" ContentType="application/vnd.openxmlformats-officedocument.presentationml.tags+xml"/>
  <Override PartName="/ppt/tags/tag1644.xml" ContentType="application/vnd.openxmlformats-officedocument.presentationml.tags+xml"/>
  <Override PartName="/ppt/tags/tag1645.xml" ContentType="application/vnd.openxmlformats-officedocument.presentationml.tags+xml"/>
  <Override PartName="/ppt/tags/tag1646.xml" ContentType="application/vnd.openxmlformats-officedocument.presentationml.tags+xml"/>
  <Override PartName="/ppt/tags/tag1647.xml" ContentType="application/vnd.openxmlformats-officedocument.presentationml.tags+xml"/>
  <Override PartName="/ppt/tags/tag1648.xml" ContentType="application/vnd.openxmlformats-officedocument.presentationml.tags+xml"/>
  <Override PartName="/ppt/tags/tag1649.xml" ContentType="application/vnd.openxmlformats-officedocument.presentationml.tags+xml"/>
  <Override PartName="/ppt/tags/tag1650.xml" ContentType="application/vnd.openxmlformats-officedocument.presentationml.tags+xml"/>
  <Override PartName="/ppt/tags/tag1651.xml" ContentType="application/vnd.openxmlformats-officedocument.presentationml.tags+xml"/>
  <Override PartName="/ppt/tags/tag1652.xml" ContentType="application/vnd.openxmlformats-officedocument.presentationml.tags+xml"/>
  <Override PartName="/ppt/tags/tag1653.xml" ContentType="application/vnd.openxmlformats-officedocument.presentationml.tags+xml"/>
  <Override PartName="/ppt/tags/tag1654.xml" ContentType="application/vnd.openxmlformats-officedocument.presentationml.tags+xml"/>
  <Override PartName="/ppt/tags/tag1655.xml" ContentType="application/vnd.openxmlformats-officedocument.presentationml.tags+xml"/>
  <Override PartName="/ppt/tags/tag1656.xml" ContentType="application/vnd.openxmlformats-officedocument.presentationml.tags+xml"/>
  <Override PartName="/ppt/tags/tag1657.xml" ContentType="application/vnd.openxmlformats-officedocument.presentationml.tags+xml"/>
  <Override PartName="/ppt/tags/tag1658.xml" ContentType="application/vnd.openxmlformats-officedocument.presentationml.tags+xml"/>
  <Override PartName="/ppt/tags/tag1659.xml" ContentType="application/vnd.openxmlformats-officedocument.presentationml.tags+xml"/>
  <Override PartName="/ppt/tags/tag1660.xml" ContentType="application/vnd.openxmlformats-officedocument.presentationml.tags+xml"/>
  <Override PartName="/ppt/tags/tag1661.xml" ContentType="application/vnd.openxmlformats-officedocument.presentationml.tags+xml"/>
  <Override PartName="/ppt/tags/tag1662.xml" ContentType="application/vnd.openxmlformats-officedocument.presentationml.tags+xml"/>
  <Override PartName="/ppt/tags/tag1663.xml" ContentType="application/vnd.openxmlformats-officedocument.presentationml.tags+xml"/>
  <Override PartName="/ppt/tags/tag1664.xml" ContentType="application/vnd.openxmlformats-officedocument.presentationml.tags+xml"/>
  <Override PartName="/ppt/tags/tag1665.xml" ContentType="application/vnd.openxmlformats-officedocument.presentationml.tags+xml"/>
  <Override PartName="/ppt/tags/tag1666.xml" ContentType="application/vnd.openxmlformats-officedocument.presentationml.tags+xml"/>
  <Override PartName="/ppt/tags/tag1667.xml" ContentType="application/vnd.openxmlformats-officedocument.presentationml.tags+xml"/>
  <Override PartName="/ppt/tags/tag1668.xml" ContentType="application/vnd.openxmlformats-officedocument.presentationml.tags+xml"/>
  <Override PartName="/ppt/tags/tag1669.xml" ContentType="application/vnd.openxmlformats-officedocument.presentationml.tags+xml"/>
  <Override PartName="/ppt/tags/tag1670.xml" ContentType="application/vnd.openxmlformats-officedocument.presentationml.tags+xml"/>
  <Override PartName="/ppt/tags/tag1671.xml" ContentType="application/vnd.openxmlformats-officedocument.presentationml.tags+xml"/>
  <Override PartName="/ppt/tags/tag1672.xml" ContentType="application/vnd.openxmlformats-officedocument.presentationml.tags+xml"/>
  <Override PartName="/ppt/tags/tag1673.xml" ContentType="application/vnd.openxmlformats-officedocument.presentationml.tags+xml"/>
  <Override PartName="/ppt/tags/tag1674.xml" ContentType="application/vnd.openxmlformats-officedocument.presentationml.tags+xml"/>
  <Override PartName="/ppt/tags/tag1675.xml" ContentType="application/vnd.openxmlformats-officedocument.presentationml.tags+xml"/>
  <Override PartName="/ppt/tags/tag1676.xml" ContentType="application/vnd.openxmlformats-officedocument.presentationml.tags+xml"/>
  <Override PartName="/ppt/tags/tag1677.xml" ContentType="application/vnd.openxmlformats-officedocument.presentationml.tags+xml"/>
  <Override PartName="/ppt/tags/tag1678.xml" ContentType="application/vnd.openxmlformats-officedocument.presentationml.tags+xml"/>
  <Override PartName="/ppt/tags/tag1679.xml" ContentType="application/vnd.openxmlformats-officedocument.presentationml.tags+xml"/>
  <Override PartName="/ppt/tags/tag1680.xml" ContentType="application/vnd.openxmlformats-officedocument.presentationml.tags+xml"/>
  <Override PartName="/ppt/tags/tag1681.xml" ContentType="application/vnd.openxmlformats-officedocument.presentationml.tags+xml"/>
  <Override PartName="/ppt/tags/tag1682.xml" ContentType="application/vnd.openxmlformats-officedocument.presentationml.tags+xml"/>
  <Override PartName="/ppt/tags/tag1683.xml" ContentType="application/vnd.openxmlformats-officedocument.presentationml.tags+xml"/>
  <Override PartName="/ppt/tags/tag1684.xml" ContentType="application/vnd.openxmlformats-officedocument.presentationml.tags+xml"/>
  <Override PartName="/ppt/tags/tag1685.xml" ContentType="application/vnd.openxmlformats-officedocument.presentationml.tags+xml"/>
  <Override PartName="/ppt/tags/tag1686.xml" ContentType="application/vnd.openxmlformats-officedocument.presentationml.tags+xml"/>
  <Override PartName="/ppt/tags/tag1687.xml" ContentType="application/vnd.openxmlformats-officedocument.presentationml.tags+xml"/>
  <Override PartName="/ppt/tags/tag1688.xml" ContentType="application/vnd.openxmlformats-officedocument.presentationml.tags+xml"/>
  <Override PartName="/ppt/tags/tag1689.xml" ContentType="application/vnd.openxmlformats-officedocument.presentationml.tags+xml"/>
  <Override PartName="/ppt/tags/tag1690.xml" ContentType="application/vnd.openxmlformats-officedocument.presentationml.tags+xml"/>
  <Override PartName="/ppt/tags/tag1691.xml" ContentType="application/vnd.openxmlformats-officedocument.presentationml.tags+xml"/>
  <Override PartName="/ppt/tags/tag1692.xml" ContentType="application/vnd.openxmlformats-officedocument.presentationml.tags+xml"/>
  <Override PartName="/ppt/tags/tag1693.xml" ContentType="application/vnd.openxmlformats-officedocument.presentationml.tags+xml"/>
  <Override PartName="/ppt/tags/tag1694.xml" ContentType="application/vnd.openxmlformats-officedocument.presentationml.tags+xml"/>
  <Override PartName="/ppt/tags/tag1695.xml" ContentType="application/vnd.openxmlformats-officedocument.presentationml.tags+xml"/>
  <Override PartName="/ppt/tags/tag1696.xml" ContentType="application/vnd.openxmlformats-officedocument.presentationml.tags+xml"/>
  <Override PartName="/ppt/tags/tag1697.xml" ContentType="application/vnd.openxmlformats-officedocument.presentationml.tags+xml"/>
  <Override PartName="/ppt/tags/tag1698.xml" ContentType="application/vnd.openxmlformats-officedocument.presentationml.tags+xml"/>
  <Override PartName="/ppt/tags/tag1699.xml" ContentType="application/vnd.openxmlformats-officedocument.presentationml.tags+xml"/>
  <Override PartName="/ppt/tags/tag1700.xml" ContentType="application/vnd.openxmlformats-officedocument.presentationml.tags+xml"/>
  <Override PartName="/ppt/tags/tag1701.xml" ContentType="application/vnd.openxmlformats-officedocument.presentationml.tags+xml"/>
  <Override PartName="/ppt/tags/tag1702.xml" ContentType="application/vnd.openxmlformats-officedocument.presentationml.tags+xml"/>
  <Override PartName="/ppt/tags/tag1703.xml" ContentType="application/vnd.openxmlformats-officedocument.presentationml.tags+xml"/>
  <Override PartName="/ppt/tags/tag1704.xml" ContentType="application/vnd.openxmlformats-officedocument.presentationml.tags+xml"/>
  <Override PartName="/ppt/tags/tag1705.xml" ContentType="application/vnd.openxmlformats-officedocument.presentationml.tags+xml"/>
  <Override PartName="/ppt/tags/tag1706.xml" ContentType="application/vnd.openxmlformats-officedocument.presentationml.tags+xml"/>
  <Override PartName="/ppt/tags/tag1707.xml" ContentType="application/vnd.openxmlformats-officedocument.presentationml.tags+xml"/>
  <Override PartName="/ppt/tags/tag1708.xml" ContentType="application/vnd.openxmlformats-officedocument.presentationml.tags+xml"/>
  <Override PartName="/ppt/tags/tag1709.xml" ContentType="application/vnd.openxmlformats-officedocument.presentationml.tags+xml"/>
  <Override PartName="/ppt/tags/tag1710.xml" ContentType="application/vnd.openxmlformats-officedocument.presentationml.tags+xml"/>
  <Override PartName="/ppt/tags/tag1711.xml" ContentType="application/vnd.openxmlformats-officedocument.presentationml.tags+xml"/>
  <Override PartName="/ppt/tags/tag1712.xml" ContentType="application/vnd.openxmlformats-officedocument.presentationml.tags+xml"/>
  <Override PartName="/ppt/tags/tag1713.xml" ContentType="application/vnd.openxmlformats-officedocument.presentationml.tags+xml"/>
  <Override PartName="/ppt/tags/tag1714.xml" ContentType="application/vnd.openxmlformats-officedocument.presentationml.tags+xml"/>
  <Override PartName="/ppt/tags/tag1715.xml" ContentType="application/vnd.openxmlformats-officedocument.presentationml.tags+xml"/>
  <Override PartName="/ppt/tags/tag1716.xml" ContentType="application/vnd.openxmlformats-officedocument.presentationml.tags+xml"/>
  <Override PartName="/ppt/tags/tag1717.xml" ContentType="application/vnd.openxmlformats-officedocument.presentationml.tags+xml"/>
  <Override PartName="/ppt/tags/tag1718.xml" ContentType="application/vnd.openxmlformats-officedocument.presentationml.tags+xml"/>
  <Override PartName="/ppt/tags/tag1719.xml" ContentType="application/vnd.openxmlformats-officedocument.presentationml.tags+xml"/>
  <Override PartName="/ppt/tags/tag1720.xml" ContentType="application/vnd.openxmlformats-officedocument.presentationml.tags+xml"/>
  <Override PartName="/ppt/tags/tag1721.xml" ContentType="application/vnd.openxmlformats-officedocument.presentationml.tags+xml"/>
  <Override PartName="/ppt/tags/tag1722.xml" ContentType="application/vnd.openxmlformats-officedocument.presentationml.tags+xml"/>
  <Override PartName="/ppt/tags/tag1723.xml" ContentType="application/vnd.openxmlformats-officedocument.presentationml.tags+xml"/>
  <Override PartName="/ppt/tags/tag1724.xml" ContentType="application/vnd.openxmlformats-officedocument.presentationml.tags+xml"/>
  <Override PartName="/ppt/tags/tag1725.xml" ContentType="application/vnd.openxmlformats-officedocument.presentationml.tags+xml"/>
  <Override PartName="/ppt/tags/tag1726.xml" ContentType="application/vnd.openxmlformats-officedocument.presentationml.tags+xml"/>
  <Override PartName="/ppt/tags/tag1727.xml" ContentType="application/vnd.openxmlformats-officedocument.presentationml.tags+xml"/>
  <Override PartName="/ppt/tags/tag1728.xml" ContentType="application/vnd.openxmlformats-officedocument.presentationml.tags+xml"/>
  <Override PartName="/ppt/tags/tag1729.xml" ContentType="application/vnd.openxmlformats-officedocument.presentationml.tags+xml"/>
  <Override PartName="/ppt/tags/tag1730.xml" ContentType="application/vnd.openxmlformats-officedocument.presentationml.tags+xml"/>
  <Override PartName="/ppt/tags/tag1731.xml" ContentType="application/vnd.openxmlformats-officedocument.presentationml.tags+xml"/>
  <Override PartName="/ppt/tags/tag1732.xml" ContentType="application/vnd.openxmlformats-officedocument.presentationml.tags+xml"/>
  <Override PartName="/ppt/tags/tag1733.xml" ContentType="application/vnd.openxmlformats-officedocument.presentationml.tags+xml"/>
  <Override PartName="/ppt/tags/tag1734.xml" ContentType="application/vnd.openxmlformats-officedocument.presentationml.tags+xml"/>
  <Override PartName="/ppt/tags/tag1735.xml" ContentType="application/vnd.openxmlformats-officedocument.presentationml.tags+xml"/>
  <Override PartName="/ppt/tags/tag1736.xml" ContentType="application/vnd.openxmlformats-officedocument.presentationml.tags+xml"/>
  <Override PartName="/ppt/notesSlides/notesSlide27.xml" ContentType="application/vnd.openxmlformats-officedocument.presentationml.notesSlide+xml"/>
  <Override PartName="/ppt/tags/tag1737.xml" ContentType="application/vnd.openxmlformats-officedocument.presentationml.tags+xml"/>
  <Override PartName="/ppt/tags/tag1738.xml" ContentType="application/vnd.openxmlformats-officedocument.presentationml.tags+xml"/>
  <Override PartName="/ppt/tags/tag1739.xml" ContentType="application/vnd.openxmlformats-officedocument.presentationml.tags+xml"/>
  <Override PartName="/ppt/tags/tag1740.xml" ContentType="application/vnd.openxmlformats-officedocument.presentationml.tags+xml"/>
  <Override PartName="/ppt/tags/tag1741.xml" ContentType="application/vnd.openxmlformats-officedocument.presentationml.tags+xml"/>
  <Override PartName="/ppt/tags/tag1742.xml" ContentType="application/vnd.openxmlformats-officedocument.presentationml.tags+xml"/>
  <Override PartName="/ppt/tags/tag1743.xml" ContentType="application/vnd.openxmlformats-officedocument.presentationml.tags+xml"/>
  <Override PartName="/ppt/tags/tag1744.xml" ContentType="application/vnd.openxmlformats-officedocument.presentationml.tags+xml"/>
  <Override PartName="/ppt/tags/tag1745.xml" ContentType="application/vnd.openxmlformats-officedocument.presentationml.tags+xml"/>
  <Override PartName="/ppt/tags/tag1746.xml" ContentType="application/vnd.openxmlformats-officedocument.presentationml.tags+xml"/>
  <Override PartName="/ppt/tags/tag1747.xml" ContentType="application/vnd.openxmlformats-officedocument.presentationml.tags+xml"/>
  <Override PartName="/ppt/tags/tag1748.xml" ContentType="application/vnd.openxmlformats-officedocument.presentationml.tags+xml"/>
  <Override PartName="/ppt/tags/tag1749.xml" ContentType="application/vnd.openxmlformats-officedocument.presentationml.tags+xml"/>
  <Override PartName="/ppt/tags/tag1750.xml" ContentType="application/vnd.openxmlformats-officedocument.presentationml.tags+xml"/>
  <Override PartName="/ppt/tags/tag1751.xml" ContentType="application/vnd.openxmlformats-officedocument.presentationml.tags+xml"/>
  <Override PartName="/ppt/tags/tag1752.xml" ContentType="application/vnd.openxmlformats-officedocument.presentationml.tags+xml"/>
  <Override PartName="/ppt/tags/tag1753.xml" ContentType="application/vnd.openxmlformats-officedocument.presentationml.tags+xml"/>
  <Override PartName="/ppt/tags/tag1754.xml" ContentType="application/vnd.openxmlformats-officedocument.presentationml.tags+xml"/>
  <Override PartName="/ppt/tags/tag1755.xml" ContentType="application/vnd.openxmlformats-officedocument.presentationml.tags+xml"/>
  <Override PartName="/ppt/tags/tag1756.xml" ContentType="application/vnd.openxmlformats-officedocument.presentationml.tags+xml"/>
  <Override PartName="/ppt/tags/tag1757.xml" ContentType="application/vnd.openxmlformats-officedocument.presentationml.tags+xml"/>
  <Override PartName="/ppt/tags/tag1758.xml" ContentType="application/vnd.openxmlformats-officedocument.presentationml.tags+xml"/>
  <Override PartName="/ppt/tags/tag1759.xml" ContentType="application/vnd.openxmlformats-officedocument.presentationml.tags+xml"/>
  <Override PartName="/ppt/tags/tag1760.xml" ContentType="application/vnd.openxmlformats-officedocument.presentationml.tags+xml"/>
  <Override PartName="/ppt/tags/tag1761.xml" ContentType="application/vnd.openxmlformats-officedocument.presentationml.tags+xml"/>
  <Override PartName="/ppt/tags/tag1762.xml" ContentType="application/vnd.openxmlformats-officedocument.presentationml.tags+xml"/>
  <Override PartName="/ppt/tags/tag1763.xml" ContentType="application/vnd.openxmlformats-officedocument.presentationml.tags+xml"/>
  <Override PartName="/ppt/tags/tag1764.xml" ContentType="application/vnd.openxmlformats-officedocument.presentationml.tags+xml"/>
  <Override PartName="/ppt/tags/tag1765.xml" ContentType="application/vnd.openxmlformats-officedocument.presentationml.tags+xml"/>
  <Override PartName="/ppt/tags/tag1766.xml" ContentType="application/vnd.openxmlformats-officedocument.presentationml.tags+xml"/>
  <Override PartName="/ppt/tags/tag1767.xml" ContentType="application/vnd.openxmlformats-officedocument.presentationml.tags+xml"/>
  <Override PartName="/ppt/tags/tag1768.xml" ContentType="application/vnd.openxmlformats-officedocument.presentationml.tags+xml"/>
  <Override PartName="/ppt/tags/tag1769.xml" ContentType="application/vnd.openxmlformats-officedocument.presentationml.tags+xml"/>
  <Override PartName="/ppt/tags/tag1770.xml" ContentType="application/vnd.openxmlformats-officedocument.presentationml.tags+xml"/>
  <Override PartName="/ppt/tags/tag1771.xml" ContentType="application/vnd.openxmlformats-officedocument.presentationml.tags+xml"/>
  <Override PartName="/ppt/tags/tag1772.xml" ContentType="application/vnd.openxmlformats-officedocument.presentationml.tags+xml"/>
  <Override PartName="/ppt/tags/tag1773.xml" ContentType="application/vnd.openxmlformats-officedocument.presentationml.tags+xml"/>
  <Override PartName="/ppt/tags/tag1774.xml" ContentType="application/vnd.openxmlformats-officedocument.presentationml.tags+xml"/>
  <Override PartName="/ppt/tags/tag1775.xml" ContentType="application/vnd.openxmlformats-officedocument.presentationml.tags+xml"/>
  <Override PartName="/ppt/tags/tag1776.xml" ContentType="application/vnd.openxmlformats-officedocument.presentationml.tags+xml"/>
  <Override PartName="/ppt/tags/tag1777.xml" ContentType="application/vnd.openxmlformats-officedocument.presentationml.tags+xml"/>
  <Override PartName="/ppt/tags/tag1778.xml" ContentType="application/vnd.openxmlformats-officedocument.presentationml.tags+xml"/>
  <Override PartName="/ppt/tags/tag1779.xml" ContentType="application/vnd.openxmlformats-officedocument.presentationml.tags+xml"/>
  <Override PartName="/ppt/tags/tag1780.xml" ContentType="application/vnd.openxmlformats-officedocument.presentationml.tags+xml"/>
  <Override PartName="/ppt/tags/tag1781.xml" ContentType="application/vnd.openxmlformats-officedocument.presentationml.tags+xml"/>
  <Override PartName="/ppt/tags/tag1782.xml" ContentType="application/vnd.openxmlformats-officedocument.presentationml.tags+xml"/>
  <Override PartName="/ppt/tags/tag1783.xml" ContentType="application/vnd.openxmlformats-officedocument.presentationml.tags+xml"/>
  <Override PartName="/ppt/tags/tag1784.xml" ContentType="application/vnd.openxmlformats-officedocument.presentationml.tags+xml"/>
  <Override PartName="/ppt/tags/tag1785.xml" ContentType="application/vnd.openxmlformats-officedocument.presentationml.tags+xml"/>
  <Override PartName="/ppt/tags/tag1786.xml" ContentType="application/vnd.openxmlformats-officedocument.presentationml.tags+xml"/>
  <Override PartName="/ppt/tags/tag1787.xml" ContentType="application/vnd.openxmlformats-officedocument.presentationml.tags+xml"/>
  <Override PartName="/ppt/tags/tag1788.xml" ContentType="application/vnd.openxmlformats-officedocument.presentationml.tags+xml"/>
  <Override PartName="/ppt/tags/tag1789.xml" ContentType="application/vnd.openxmlformats-officedocument.presentationml.tags+xml"/>
  <Override PartName="/ppt/tags/tag1790.xml" ContentType="application/vnd.openxmlformats-officedocument.presentationml.tags+xml"/>
  <Override PartName="/ppt/tags/tag1791.xml" ContentType="application/vnd.openxmlformats-officedocument.presentationml.tags+xml"/>
  <Override PartName="/ppt/tags/tag1792.xml" ContentType="application/vnd.openxmlformats-officedocument.presentationml.tags+xml"/>
  <Override PartName="/ppt/tags/tag1793.xml" ContentType="application/vnd.openxmlformats-officedocument.presentationml.tags+xml"/>
  <Override PartName="/ppt/tags/tag1794.xml" ContentType="application/vnd.openxmlformats-officedocument.presentationml.tags+xml"/>
  <Override PartName="/ppt/tags/tag1795.xml" ContentType="application/vnd.openxmlformats-officedocument.presentationml.tags+xml"/>
  <Override PartName="/ppt/tags/tag1796.xml" ContentType="application/vnd.openxmlformats-officedocument.presentationml.tags+xml"/>
  <Override PartName="/ppt/tags/tag1797.xml" ContentType="application/vnd.openxmlformats-officedocument.presentationml.tags+xml"/>
  <Override PartName="/ppt/tags/tag1798.xml" ContentType="application/vnd.openxmlformats-officedocument.presentationml.tags+xml"/>
  <Override PartName="/ppt/tags/tag1799.xml" ContentType="application/vnd.openxmlformats-officedocument.presentationml.tags+xml"/>
  <Override PartName="/ppt/tags/tag1800.xml" ContentType="application/vnd.openxmlformats-officedocument.presentationml.tags+xml"/>
  <Override PartName="/ppt/tags/tag1801.xml" ContentType="application/vnd.openxmlformats-officedocument.presentationml.tags+xml"/>
  <Override PartName="/ppt/tags/tag1802.xml" ContentType="application/vnd.openxmlformats-officedocument.presentationml.tags+xml"/>
  <Override PartName="/ppt/tags/tag1803.xml" ContentType="application/vnd.openxmlformats-officedocument.presentationml.tags+xml"/>
  <Override PartName="/ppt/tags/tag1804.xml" ContentType="application/vnd.openxmlformats-officedocument.presentationml.tags+xml"/>
  <Override PartName="/ppt/tags/tag1805.xml" ContentType="application/vnd.openxmlformats-officedocument.presentationml.tags+xml"/>
  <Override PartName="/ppt/tags/tag1806.xml" ContentType="application/vnd.openxmlformats-officedocument.presentationml.tags+xml"/>
  <Override PartName="/ppt/tags/tag1807.xml" ContentType="application/vnd.openxmlformats-officedocument.presentationml.tags+xml"/>
  <Override PartName="/ppt/tags/tag1808.xml" ContentType="application/vnd.openxmlformats-officedocument.presentationml.tags+xml"/>
  <Override PartName="/ppt/tags/tag1809.xml" ContentType="application/vnd.openxmlformats-officedocument.presentationml.tags+xml"/>
  <Override PartName="/ppt/tags/tag1810.xml" ContentType="application/vnd.openxmlformats-officedocument.presentationml.tags+xml"/>
  <Override PartName="/ppt/tags/tag1811.xml" ContentType="application/vnd.openxmlformats-officedocument.presentationml.tags+xml"/>
  <Override PartName="/ppt/tags/tag1812.xml" ContentType="application/vnd.openxmlformats-officedocument.presentationml.tags+xml"/>
  <Override PartName="/ppt/tags/tag1813.xml" ContentType="application/vnd.openxmlformats-officedocument.presentationml.tags+xml"/>
  <Override PartName="/ppt/tags/tag1814.xml" ContentType="application/vnd.openxmlformats-officedocument.presentationml.tags+xml"/>
  <Override PartName="/ppt/tags/tag1815.xml" ContentType="application/vnd.openxmlformats-officedocument.presentationml.tags+xml"/>
  <Override PartName="/ppt/tags/tag1816.xml" ContentType="application/vnd.openxmlformats-officedocument.presentationml.tags+xml"/>
  <Override PartName="/ppt/tags/tag1817.xml" ContentType="application/vnd.openxmlformats-officedocument.presentationml.tags+xml"/>
  <Override PartName="/ppt/tags/tag1818.xml" ContentType="application/vnd.openxmlformats-officedocument.presentationml.tags+xml"/>
  <Override PartName="/ppt/tags/tag1819.xml" ContentType="application/vnd.openxmlformats-officedocument.presentationml.tags+xml"/>
  <Override PartName="/ppt/tags/tag1820.xml" ContentType="application/vnd.openxmlformats-officedocument.presentationml.tags+xml"/>
  <Override PartName="/ppt/tags/tag1821.xml" ContentType="application/vnd.openxmlformats-officedocument.presentationml.tags+xml"/>
  <Override PartName="/ppt/tags/tag1822.xml" ContentType="application/vnd.openxmlformats-officedocument.presentationml.tags+xml"/>
  <Override PartName="/ppt/tags/tag1823.xml" ContentType="application/vnd.openxmlformats-officedocument.presentationml.tags+xml"/>
  <Override PartName="/ppt/tags/tag1824.xml" ContentType="application/vnd.openxmlformats-officedocument.presentationml.tags+xml"/>
  <Override PartName="/ppt/tags/tag1825.xml" ContentType="application/vnd.openxmlformats-officedocument.presentationml.tags+xml"/>
  <Override PartName="/ppt/tags/tag1826.xml" ContentType="application/vnd.openxmlformats-officedocument.presentationml.tags+xml"/>
  <Override PartName="/ppt/tags/tag1827.xml" ContentType="application/vnd.openxmlformats-officedocument.presentationml.tags+xml"/>
  <Override PartName="/ppt/tags/tag1828.xml" ContentType="application/vnd.openxmlformats-officedocument.presentationml.tags+xml"/>
  <Override PartName="/ppt/tags/tag1829.xml" ContentType="application/vnd.openxmlformats-officedocument.presentationml.tags+xml"/>
  <Override PartName="/ppt/tags/tag1830.xml" ContentType="application/vnd.openxmlformats-officedocument.presentationml.tags+xml"/>
  <Override PartName="/ppt/tags/tag1831.xml" ContentType="application/vnd.openxmlformats-officedocument.presentationml.tags+xml"/>
  <Override PartName="/ppt/tags/tag1832.xml" ContentType="application/vnd.openxmlformats-officedocument.presentationml.tags+xml"/>
  <Override PartName="/ppt/tags/tag1833.xml" ContentType="application/vnd.openxmlformats-officedocument.presentationml.tags+xml"/>
  <Override PartName="/ppt/tags/tag1834.xml" ContentType="application/vnd.openxmlformats-officedocument.presentationml.tags+xml"/>
  <Override PartName="/ppt/tags/tag1835.xml" ContentType="application/vnd.openxmlformats-officedocument.presentationml.tags+xml"/>
  <Override PartName="/ppt/tags/tag1836.xml" ContentType="application/vnd.openxmlformats-officedocument.presentationml.tags+xml"/>
  <Override PartName="/ppt/notesSlides/notesSlide28.xml" ContentType="application/vnd.openxmlformats-officedocument.presentationml.notesSlide+xml"/>
  <Override PartName="/ppt/tags/tag1837.xml" ContentType="application/vnd.openxmlformats-officedocument.presentationml.tags+xml"/>
  <Override PartName="/ppt/tags/tag1838.xml" ContentType="application/vnd.openxmlformats-officedocument.presentationml.tags+xml"/>
  <Override PartName="/ppt/tags/tag1839.xml" ContentType="application/vnd.openxmlformats-officedocument.presentationml.tags+xml"/>
  <Override PartName="/ppt/tags/tag1840.xml" ContentType="application/vnd.openxmlformats-officedocument.presentationml.tags+xml"/>
  <Override PartName="/ppt/tags/tag1841.xml" ContentType="application/vnd.openxmlformats-officedocument.presentationml.tags+xml"/>
  <Override PartName="/ppt/tags/tag1842.xml" ContentType="application/vnd.openxmlformats-officedocument.presentationml.tags+xml"/>
  <Override PartName="/ppt/tags/tag1843.xml" ContentType="application/vnd.openxmlformats-officedocument.presentationml.tags+xml"/>
  <Override PartName="/ppt/tags/tag1844.xml" ContentType="application/vnd.openxmlformats-officedocument.presentationml.tags+xml"/>
  <Override PartName="/ppt/tags/tag1845.xml" ContentType="application/vnd.openxmlformats-officedocument.presentationml.tags+xml"/>
  <Override PartName="/ppt/tags/tag1846.xml" ContentType="application/vnd.openxmlformats-officedocument.presentationml.tags+xml"/>
  <Override PartName="/ppt/tags/tag1847.xml" ContentType="application/vnd.openxmlformats-officedocument.presentationml.tags+xml"/>
  <Override PartName="/ppt/tags/tag1848.xml" ContentType="application/vnd.openxmlformats-officedocument.presentationml.tags+xml"/>
  <Override PartName="/ppt/tags/tag1849.xml" ContentType="application/vnd.openxmlformats-officedocument.presentationml.tags+xml"/>
  <Override PartName="/ppt/tags/tag1850.xml" ContentType="application/vnd.openxmlformats-officedocument.presentationml.tags+xml"/>
  <Override PartName="/ppt/tags/tag1851.xml" ContentType="application/vnd.openxmlformats-officedocument.presentationml.tags+xml"/>
  <Override PartName="/ppt/tags/tag1852.xml" ContentType="application/vnd.openxmlformats-officedocument.presentationml.tags+xml"/>
  <Override PartName="/ppt/tags/tag1853.xml" ContentType="application/vnd.openxmlformats-officedocument.presentationml.tags+xml"/>
  <Override PartName="/ppt/tags/tag1854.xml" ContentType="application/vnd.openxmlformats-officedocument.presentationml.tags+xml"/>
  <Override PartName="/ppt/tags/tag1855.xml" ContentType="application/vnd.openxmlformats-officedocument.presentationml.tags+xml"/>
  <Override PartName="/ppt/tags/tag1856.xml" ContentType="application/vnd.openxmlformats-officedocument.presentationml.tags+xml"/>
  <Override PartName="/ppt/tags/tag1857.xml" ContentType="application/vnd.openxmlformats-officedocument.presentationml.tags+xml"/>
  <Override PartName="/ppt/tags/tag1858.xml" ContentType="application/vnd.openxmlformats-officedocument.presentationml.tags+xml"/>
  <Override PartName="/ppt/tags/tag1859.xml" ContentType="application/vnd.openxmlformats-officedocument.presentationml.tags+xml"/>
  <Override PartName="/ppt/tags/tag1860.xml" ContentType="application/vnd.openxmlformats-officedocument.presentationml.tags+xml"/>
  <Override PartName="/ppt/tags/tag1861.xml" ContentType="application/vnd.openxmlformats-officedocument.presentationml.tags+xml"/>
  <Override PartName="/ppt/tags/tag1862.xml" ContentType="application/vnd.openxmlformats-officedocument.presentationml.tags+xml"/>
  <Override PartName="/ppt/tags/tag1863.xml" ContentType="application/vnd.openxmlformats-officedocument.presentationml.tags+xml"/>
  <Override PartName="/ppt/tags/tag1864.xml" ContentType="application/vnd.openxmlformats-officedocument.presentationml.tags+xml"/>
  <Override PartName="/ppt/tags/tag1865.xml" ContentType="application/vnd.openxmlformats-officedocument.presentationml.tags+xml"/>
  <Override PartName="/ppt/tags/tag1866.xml" ContentType="application/vnd.openxmlformats-officedocument.presentationml.tags+xml"/>
  <Override PartName="/ppt/tags/tag1867.xml" ContentType="application/vnd.openxmlformats-officedocument.presentationml.tags+xml"/>
  <Override PartName="/ppt/tags/tag1868.xml" ContentType="application/vnd.openxmlformats-officedocument.presentationml.tags+xml"/>
  <Override PartName="/ppt/tags/tag1869.xml" ContentType="application/vnd.openxmlformats-officedocument.presentationml.tags+xml"/>
  <Override PartName="/ppt/tags/tag1870.xml" ContentType="application/vnd.openxmlformats-officedocument.presentationml.tags+xml"/>
  <Override PartName="/ppt/tags/tag1871.xml" ContentType="application/vnd.openxmlformats-officedocument.presentationml.tags+xml"/>
  <Override PartName="/ppt/tags/tag1872.xml" ContentType="application/vnd.openxmlformats-officedocument.presentationml.tags+xml"/>
  <Override PartName="/ppt/tags/tag1873.xml" ContentType="application/vnd.openxmlformats-officedocument.presentationml.tags+xml"/>
  <Override PartName="/ppt/tags/tag1874.xml" ContentType="application/vnd.openxmlformats-officedocument.presentationml.tags+xml"/>
  <Override PartName="/ppt/tags/tag1875.xml" ContentType="application/vnd.openxmlformats-officedocument.presentationml.tags+xml"/>
  <Override PartName="/ppt/tags/tag1876.xml" ContentType="application/vnd.openxmlformats-officedocument.presentationml.tags+xml"/>
  <Override PartName="/ppt/tags/tag1877.xml" ContentType="application/vnd.openxmlformats-officedocument.presentationml.tags+xml"/>
  <Override PartName="/ppt/tags/tag1878.xml" ContentType="application/vnd.openxmlformats-officedocument.presentationml.tags+xml"/>
  <Override PartName="/ppt/tags/tag1879.xml" ContentType="application/vnd.openxmlformats-officedocument.presentationml.tags+xml"/>
  <Override PartName="/ppt/tags/tag1880.xml" ContentType="application/vnd.openxmlformats-officedocument.presentationml.tags+xml"/>
  <Override PartName="/ppt/tags/tag1881.xml" ContentType="application/vnd.openxmlformats-officedocument.presentationml.tags+xml"/>
  <Override PartName="/ppt/tags/tag1882.xml" ContentType="application/vnd.openxmlformats-officedocument.presentationml.tags+xml"/>
  <Override PartName="/ppt/tags/tag1883.xml" ContentType="application/vnd.openxmlformats-officedocument.presentationml.tags+xml"/>
  <Override PartName="/ppt/tags/tag1884.xml" ContentType="application/vnd.openxmlformats-officedocument.presentationml.tags+xml"/>
  <Override PartName="/ppt/tags/tag1885.xml" ContentType="application/vnd.openxmlformats-officedocument.presentationml.tags+xml"/>
  <Override PartName="/ppt/tags/tag1886.xml" ContentType="application/vnd.openxmlformats-officedocument.presentationml.tags+xml"/>
  <Override PartName="/ppt/tags/tag1887.xml" ContentType="application/vnd.openxmlformats-officedocument.presentationml.tags+xml"/>
  <Override PartName="/ppt/tags/tag1888.xml" ContentType="application/vnd.openxmlformats-officedocument.presentationml.tags+xml"/>
  <Override PartName="/ppt/tags/tag1889.xml" ContentType="application/vnd.openxmlformats-officedocument.presentationml.tags+xml"/>
  <Override PartName="/ppt/tags/tag1890.xml" ContentType="application/vnd.openxmlformats-officedocument.presentationml.tags+xml"/>
  <Override PartName="/ppt/tags/tag1891.xml" ContentType="application/vnd.openxmlformats-officedocument.presentationml.tags+xml"/>
  <Override PartName="/ppt/tags/tag1892.xml" ContentType="application/vnd.openxmlformats-officedocument.presentationml.tags+xml"/>
  <Override PartName="/ppt/tags/tag1893.xml" ContentType="application/vnd.openxmlformats-officedocument.presentationml.tags+xml"/>
  <Override PartName="/ppt/tags/tag1894.xml" ContentType="application/vnd.openxmlformats-officedocument.presentationml.tags+xml"/>
  <Override PartName="/ppt/tags/tag1895.xml" ContentType="application/vnd.openxmlformats-officedocument.presentationml.tags+xml"/>
  <Override PartName="/ppt/tags/tag1896.xml" ContentType="application/vnd.openxmlformats-officedocument.presentationml.tags+xml"/>
  <Override PartName="/ppt/tags/tag1897.xml" ContentType="application/vnd.openxmlformats-officedocument.presentationml.tags+xml"/>
  <Override PartName="/ppt/tags/tag1898.xml" ContentType="application/vnd.openxmlformats-officedocument.presentationml.tags+xml"/>
  <Override PartName="/ppt/tags/tag1899.xml" ContentType="application/vnd.openxmlformats-officedocument.presentationml.tags+xml"/>
  <Override PartName="/ppt/tags/tag1900.xml" ContentType="application/vnd.openxmlformats-officedocument.presentationml.tags+xml"/>
  <Override PartName="/ppt/tags/tag1901.xml" ContentType="application/vnd.openxmlformats-officedocument.presentationml.tags+xml"/>
  <Override PartName="/ppt/tags/tag1902.xml" ContentType="application/vnd.openxmlformats-officedocument.presentationml.tags+xml"/>
  <Override PartName="/ppt/tags/tag1903.xml" ContentType="application/vnd.openxmlformats-officedocument.presentationml.tags+xml"/>
  <Override PartName="/ppt/tags/tag1904.xml" ContentType="application/vnd.openxmlformats-officedocument.presentationml.tags+xml"/>
  <Override PartName="/ppt/tags/tag1905.xml" ContentType="application/vnd.openxmlformats-officedocument.presentationml.tags+xml"/>
  <Override PartName="/ppt/tags/tag1906.xml" ContentType="application/vnd.openxmlformats-officedocument.presentationml.tags+xml"/>
  <Override PartName="/ppt/tags/tag1907.xml" ContentType="application/vnd.openxmlformats-officedocument.presentationml.tags+xml"/>
  <Override PartName="/ppt/tags/tag1908.xml" ContentType="application/vnd.openxmlformats-officedocument.presentationml.tags+xml"/>
  <Override PartName="/ppt/tags/tag1909.xml" ContentType="application/vnd.openxmlformats-officedocument.presentationml.tags+xml"/>
  <Override PartName="/ppt/tags/tag1910.xml" ContentType="application/vnd.openxmlformats-officedocument.presentationml.tags+xml"/>
  <Override PartName="/ppt/tags/tag1911.xml" ContentType="application/vnd.openxmlformats-officedocument.presentationml.tags+xml"/>
  <Override PartName="/ppt/tags/tag1912.xml" ContentType="application/vnd.openxmlformats-officedocument.presentationml.tags+xml"/>
  <Override PartName="/ppt/tags/tag1913.xml" ContentType="application/vnd.openxmlformats-officedocument.presentationml.tags+xml"/>
  <Override PartName="/ppt/tags/tag1914.xml" ContentType="application/vnd.openxmlformats-officedocument.presentationml.tags+xml"/>
  <Override PartName="/ppt/tags/tag1915.xml" ContentType="application/vnd.openxmlformats-officedocument.presentationml.tags+xml"/>
  <Override PartName="/ppt/tags/tag1916.xml" ContentType="application/vnd.openxmlformats-officedocument.presentationml.tags+xml"/>
  <Override PartName="/ppt/tags/tag1917.xml" ContentType="application/vnd.openxmlformats-officedocument.presentationml.tags+xml"/>
  <Override PartName="/ppt/tags/tag1918.xml" ContentType="application/vnd.openxmlformats-officedocument.presentationml.tags+xml"/>
  <Override PartName="/ppt/tags/tag1919.xml" ContentType="application/vnd.openxmlformats-officedocument.presentationml.tags+xml"/>
  <Override PartName="/ppt/notesSlides/notesSlide29.xml" ContentType="application/vnd.openxmlformats-officedocument.presentationml.notesSlide+xml"/>
  <Override PartName="/ppt/tags/tag1920.xml" ContentType="application/vnd.openxmlformats-officedocument.presentationml.tags+xml"/>
  <Override PartName="/ppt/tags/tag1921.xml" ContentType="application/vnd.openxmlformats-officedocument.presentationml.tags+xml"/>
  <Override PartName="/ppt/tags/tag1922.xml" ContentType="application/vnd.openxmlformats-officedocument.presentationml.tags+xml"/>
  <Override PartName="/ppt/tags/tag1923.xml" ContentType="application/vnd.openxmlformats-officedocument.presentationml.tags+xml"/>
  <Override PartName="/ppt/tags/tag1924.xml" ContentType="application/vnd.openxmlformats-officedocument.presentationml.tags+xml"/>
  <Override PartName="/ppt/tags/tag1925.xml" ContentType="application/vnd.openxmlformats-officedocument.presentationml.tags+xml"/>
  <Override PartName="/ppt/tags/tag1926.xml" ContentType="application/vnd.openxmlformats-officedocument.presentationml.tags+xml"/>
  <Override PartName="/ppt/tags/tag1927.xml" ContentType="application/vnd.openxmlformats-officedocument.presentationml.tags+xml"/>
  <Override PartName="/ppt/tags/tag1928.xml" ContentType="application/vnd.openxmlformats-officedocument.presentationml.tags+xml"/>
  <Override PartName="/ppt/tags/tag1929.xml" ContentType="application/vnd.openxmlformats-officedocument.presentationml.tags+xml"/>
  <Override PartName="/ppt/tags/tag1930.xml" ContentType="application/vnd.openxmlformats-officedocument.presentationml.tags+xml"/>
  <Override PartName="/ppt/tags/tag1931.xml" ContentType="application/vnd.openxmlformats-officedocument.presentationml.tags+xml"/>
  <Override PartName="/ppt/tags/tag1932.xml" ContentType="application/vnd.openxmlformats-officedocument.presentationml.tags+xml"/>
  <Override PartName="/ppt/tags/tag1933.xml" ContentType="application/vnd.openxmlformats-officedocument.presentationml.tags+xml"/>
  <Override PartName="/ppt/tags/tag1934.xml" ContentType="application/vnd.openxmlformats-officedocument.presentationml.tags+xml"/>
  <Override PartName="/ppt/tags/tag1935.xml" ContentType="application/vnd.openxmlformats-officedocument.presentationml.tags+xml"/>
  <Override PartName="/ppt/tags/tag1936.xml" ContentType="application/vnd.openxmlformats-officedocument.presentationml.tags+xml"/>
  <Override PartName="/ppt/tags/tag1937.xml" ContentType="application/vnd.openxmlformats-officedocument.presentationml.tags+xml"/>
  <Override PartName="/ppt/tags/tag1938.xml" ContentType="application/vnd.openxmlformats-officedocument.presentationml.tags+xml"/>
  <Override PartName="/ppt/tags/tag1939.xml" ContentType="application/vnd.openxmlformats-officedocument.presentationml.tags+xml"/>
  <Override PartName="/ppt/tags/tag1940.xml" ContentType="application/vnd.openxmlformats-officedocument.presentationml.tags+xml"/>
  <Override PartName="/ppt/tags/tag1941.xml" ContentType="application/vnd.openxmlformats-officedocument.presentationml.tags+xml"/>
  <Override PartName="/ppt/tags/tag1942.xml" ContentType="application/vnd.openxmlformats-officedocument.presentationml.tags+xml"/>
  <Override PartName="/ppt/tags/tag1943.xml" ContentType="application/vnd.openxmlformats-officedocument.presentationml.tags+xml"/>
  <Override PartName="/ppt/tags/tag1944.xml" ContentType="application/vnd.openxmlformats-officedocument.presentationml.tags+xml"/>
  <Override PartName="/ppt/tags/tag1945.xml" ContentType="application/vnd.openxmlformats-officedocument.presentationml.tags+xml"/>
  <Override PartName="/ppt/tags/tag1946.xml" ContentType="application/vnd.openxmlformats-officedocument.presentationml.tags+xml"/>
  <Override PartName="/ppt/tags/tag1947.xml" ContentType="application/vnd.openxmlformats-officedocument.presentationml.tags+xml"/>
  <Override PartName="/ppt/tags/tag1948.xml" ContentType="application/vnd.openxmlformats-officedocument.presentationml.tags+xml"/>
  <Override PartName="/ppt/tags/tag1949.xml" ContentType="application/vnd.openxmlformats-officedocument.presentationml.tags+xml"/>
  <Override PartName="/ppt/tags/tag1950.xml" ContentType="application/vnd.openxmlformats-officedocument.presentationml.tags+xml"/>
  <Override PartName="/ppt/tags/tag1951.xml" ContentType="application/vnd.openxmlformats-officedocument.presentationml.tags+xml"/>
  <Override PartName="/ppt/tags/tag1952.xml" ContentType="application/vnd.openxmlformats-officedocument.presentationml.tags+xml"/>
  <Override PartName="/ppt/tags/tag1953.xml" ContentType="application/vnd.openxmlformats-officedocument.presentationml.tags+xml"/>
  <Override PartName="/ppt/tags/tag1954.xml" ContentType="application/vnd.openxmlformats-officedocument.presentationml.tags+xml"/>
  <Override PartName="/ppt/tags/tag1955.xml" ContentType="application/vnd.openxmlformats-officedocument.presentationml.tags+xml"/>
  <Override PartName="/ppt/tags/tag1956.xml" ContentType="application/vnd.openxmlformats-officedocument.presentationml.tags+xml"/>
  <Override PartName="/ppt/tags/tag1957.xml" ContentType="application/vnd.openxmlformats-officedocument.presentationml.tags+xml"/>
  <Override PartName="/ppt/tags/tag1958.xml" ContentType="application/vnd.openxmlformats-officedocument.presentationml.tags+xml"/>
  <Override PartName="/ppt/tags/tag1959.xml" ContentType="application/vnd.openxmlformats-officedocument.presentationml.tags+xml"/>
  <Override PartName="/ppt/tags/tag1960.xml" ContentType="application/vnd.openxmlformats-officedocument.presentationml.tags+xml"/>
  <Override PartName="/ppt/tags/tag1961.xml" ContentType="application/vnd.openxmlformats-officedocument.presentationml.tags+xml"/>
  <Override PartName="/ppt/tags/tag1962.xml" ContentType="application/vnd.openxmlformats-officedocument.presentationml.tags+xml"/>
  <Override PartName="/ppt/tags/tag1963.xml" ContentType="application/vnd.openxmlformats-officedocument.presentationml.tags+xml"/>
  <Override PartName="/ppt/tags/tag1964.xml" ContentType="application/vnd.openxmlformats-officedocument.presentationml.tags+xml"/>
  <Override PartName="/ppt/tags/tag1965.xml" ContentType="application/vnd.openxmlformats-officedocument.presentationml.tags+xml"/>
  <Override PartName="/ppt/tags/tag1966.xml" ContentType="application/vnd.openxmlformats-officedocument.presentationml.tags+xml"/>
  <Override PartName="/ppt/tags/tag1967.xml" ContentType="application/vnd.openxmlformats-officedocument.presentationml.tags+xml"/>
  <Override PartName="/ppt/tags/tag1968.xml" ContentType="application/vnd.openxmlformats-officedocument.presentationml.tags+xml"/>
  <Override PartName="/ppt/tags/tag1969.xml" ContentType="application/vnd.openxmlformats-officedocument.presentationml.tags+xml"/>
  <Override PartName="/ppt/tags/tag1970.xml" ContentType="application/vnd.openxmlformats-officedocument.presentationml.tags+xml"/>
  <Override PartName="/ppt/tags/tag1971.xml" ContentType="application/vnd.openxmlformats-officedocument.presentationml.tags+xml"/>
  <Override PartName="/ppt/tags/tag1972.xml" ContentType="application/vnd.openxmlformats-officedocument.presentationml.tags+xml"/>
  <Override PartName="/ppt/tags/tag1973.xml" ContentType="application/vnd.openxmlformats-officedocument.presentationml.tags+xml"/>
  <Override PartName="/ppt/tags/tag1974.xml" ContentType="application/vnd.openxmlformats-officedocument.presentationml.tags+xml"/>
  <Override PartName="/ppt/tags/tag1975.xml" ContentType="application/vnd.openxmlformats-officedocument.presentationml.tags+xml"/>
  <Override PartName="/ppt/tags/tag1976.xml" ContentType="application/vnd.openxmlformats-officedocument.presentationml.tags+xml"/>
  <Override PartName="/ppt/tags/tag1977.xml" ContentType="application/vnd.openxmlformats-officedocument.presentationml.tags+xml"/>
  <Override PartName="/ppt/tags/tag1978.xml" ContentType="application/vnd.openxmlformats-officedocument.presentationml.tags+xml"/>
  <Override PartName="/ppt/tags/tag1979.xml" ContentType="application/vnd.openxmlformats-officedocument.presentationml.tags+xml"/>
  <Override PartName="/ppt/tags/tag1980.xml" ContentType="application/vnd.openxmlformats-officedocument.presentationml.tags+xml"/>
  <Override PartName="/ppt/tags/tag1981.xml" ContentType="application/vnd.openxmlformats-officedocument.presentationml.tags+xml"/>
  <Override PartName="/ppt/tags/tag1982.xml" ContentType="application/vnd.openxmlformats-officedocument.presentationml.tags+xml"/>
  <Override PartName="/ppt/tags/tag1983.xml" ContentType="application/vnd.openxmlformats-officedocument.presentationml.tags+xml"/>
  <Override PartName="/ppt/tags/tag1984.xml" ContentType="application/vnd.openxmlformats-officedocument.presentationml.tags+xml"/>
  <Override PartName="/ppt/tags/tag1985.xml" ContentType="application/vnd.openxmlformats-officedocument.presentationml.tags+xml"/>
  <Override PartName="/ppt/tags/tag1986.xml" ContentType="application/vnd.openxmlformats-officedocument.presentationml.tags+xml"/>
  <Override PartName="/ppt/tags/tag1987.xml" ContentType="application/vnd.openxmlformats-officedocument.presentationml.tags+xml"/>
  <Override PartName="/ppt/tags/tag1988.xml" ContentType="application/vnd.openxmlformats-officedocument.presentationml.tags+xml"/>
  <Override PartName="/ppt/tags/tag1989.xml" ContentType="application/vnd.openxmlformats-officedocument.presentationml.tags+xml"/>
  <Override PartName="/ppt/tags/tag1990.xml" ContentType="application/vnd.openxmlformats-officedocument.presentationml.tags+xml"/>
  <Override PartName="/ppt/tags/tag1991.xml" ContentType="application/vnd.openxmlformats-officedocument.presentationml.tags+xml"/>
  <Override PartName="/ppt/tags/tag1992.xml" ContentType="application/vnd.openxmlformats-officedocument.presentationml.tags+xml"/>
  <Override PartName="/ppt/tags/tag1993.xml" ContentType="application/vnd.openxmlformats-officedocument.presentationml.tags+xml"/>
  <Override PartName="/ppt/tags/tag1994.xml" ContentType="application/vnd.openxmlformats-officedocument.presentationml.tags+xml"/>
  <Override PartName="/ppt/tags/tag1995.xml" ContentType="application/vnd.openxmlformats-officedocument.presentationml.tags+xml"/>
  <Override PartName="/ppt/tags/tag1996.xml" ContentType="application/vnd.openxmlformats-officedocument.presentationml.tags+xml"/>
  <Override PartName="/ppt/tags/tag1997.xml" ContentType="application/vnd.openxmlformats-officedocument.presentationml.tags+xml"/>
  <Override PartName="/ppt/tags/tag1998.xml" ContentType="application/vnd.openxmlformats-officedocument.presentationml.tags+xml"/>
  <Override PartName="/ppt/tags/tag1999.xml" ContentType="application/vnd.openxmlformats-officedocument.presentationml.tags+xml"/>
  <Override PartName="/ppt/tags/tag2000.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4"/>
  </p:notesMasterIdLst>
  <p:handoutMasterIdLst>
    <p:handoutMasterId r:id="rId35"/>
  </p:handoutMasterIdLst>
  <p:sldIdLst>
    <p:sldId id="428" r:id="rId2"/>
    <p:sldId id="632" r:id="rId3"/>
    <p:sldId id="568" r:id="rId4"/>
    <p:sldId id="569" r:id="rId5"/>
    <p:sldId id="570" r:id="rId6"/>
    <p:sldId id="571" r:id="rId7"/>
    <p:sldId id="572" r:id="rId8"/>
    <p:sldId id="573" r:id="rId9"/>
    <p:sldId id="575" r:id="rId10"/>
    <p:sldId id="576" r:id="rId11"/>
    <p:sldId id="577" r:id="rId12"/>
    <p:sldId id="578" r:id="rId13"/>
    <p:sldId id="579" r:id="rId14"/>
    <p:sldId id="580" r:id="rId15"/>
    <p:sldId id="382" r:id="rId16"/>
    <p:sldId id="633" r:id="rId17"/>
    <p:sldId id="581" r:id="rId18"/>
    <p:sldId id="585" r:id="rId19"/>
    <p:sldId id="586" r:id="rId20"/>
    <p:sldId id="587" r:id="rId21"/>
    <p:sldId id="588" r:id="rId22"/>
    <p:sldId id="589" r:id="rId23"/>
    <p:sldId id="590" r:id="rId24"/>
    <p:sldId id="591" r:id="rId25"/>
    <p:sldId id="592" r:id="rId26"/>
    <p:sldId id="593" r:id="rId27"/>
    <p:sldId id="636" r:id="rId28"/>
    <p:sldId id="595" r:id="rId29"/>
    <p:sldId id="637" r:id="rId30"/>
    <p:sldId id="638" r:id="rId31"/>
    <p:sldId id="596" r:id="rId32"/>
    <p:sldId id="59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alisis de resultados" id="{7753789B-3869-4F95-B035-F42C994266EA}">
          <p14:sldIdLst>
            <p14:sldId id="428"/>
            <p14:sldId id="632"/>
          </p14:sldIdLst>
        </p14:section>
        <p14:section name="Binomial models" id="{CE617B39-D9FD-4F99-88F3-E6B84535FDA7}">
          <p14:sldIdLst>
            <p14:sldId id="568"/>
            <p14:sldId id="569"/>
            <p14:sldId id="570"/>
            <p14:sldId id="571"/>
            <p14:sldId id="572"/>
            <p14:sldId id="573"/>
            <p14:sldId id="575"/>
            <p14:sldId id="576"/>
            <p14:sldId id="577"/>
            <p14:sldId id="578"/>
            <p14:sldId id="579"/>
            <p14:sldId id="580"/>
            <p14:sldId id="382"/>
          </p14:sldIdLst>
        </p14:section>
        <p14:section name="Logit regression" id="{FAF26E58-51F9-4B33-A0DD-0EA5ADE08202}">
          <p14:sldIdLst>
            <p14:sldId id="633"/>
            <p14:sldId id="581"/>
            <p14:sldId id="585"/>
            <p14:sldId id="586"/>
            <p14:sldId id="587"/>
            <p14:sldId id="588"/>
            <p14:sldId id="589"/>
            <p14:sldId id="590"/>
            <p14:sldId id="591"/>
            <p14:sldId id="592"/>
            <p14:sldId id="593"/>
            <p14:sldId id="636"/>
            <p14:sldId id="595"/>
            <p14:sldId id="637"/>
            <p14:sldId id="638"/>
            <p14:sldId id="596"/>
            <p14:sldId id="59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FFFF"/>
    <a:srgbClr val="FFC000"/>
    <a:srgbClr val="FEFFE5"/>
    <a:srgbClr val="63B8FF"/>
    <a:srgbClr val="00B050"/>
    <a:srgbClr val="F0D224"/>
    <a:srgbClr val="DF102C"/>
    <a:srgbClr val="D1D1D1"/>
    <a:srgbClr val="A9A9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4" d="100"/>
          <a:sy n="124" d="100"/>
        </p:scale>
        <p:origin x="312" y="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Carlos Guevara Hernandez" userId="946bcc4c-b146-4724-978c-751fab731e0a" providerId="ADAL" clId="{E8E95438-7D72-4151-95E2-CCAFE31D1FDF}"/>
    <pc:docChg chg="undo custSel addSld delSld modSld sldOrd modMainMaster addSection delSection modSection">
      <pc:chgData name="Luis Carlos Guevara Hernandez" userId="946bcc4c-b146-4724-978c-751fab731e0a" providerId="ADAL" clId="{E8E95438-7D72-4151-95E2-CCAFE31D1FDF}" dt="2026-05-28T22:30:17.077" v="21260" actId="17851"/>
      <pc:docMkLst>
        <pc:docMk/>
      </pc:docMkLst>
      <pc:sldChg chg="addSp delSp modSp add del mod delAnim modAnim">
        <pc:chgData name="Luis Carlos Guevara Hernandez" userId="946bcc4c-b146-4724-978c-751fab731e0a" providerId="ADAL" clId="{E8E95438-7D72-4151-95E2-CCAFE31D1FDF}" dt="2026-05-28T22:29:59.074" v="21257" actId="47"/>
        <pc:sldMkLst>
          <pc:docMk/>
          <pc:sldMk cId="1005345549" sldId="561"/>
        </pc:sldMkLst>
      </pc:sldChg>
      <pc:sldChg chg="add del">
        <pc:chgData name="Luis Carlos Guevara Hernandez" userId="946bcc4c-b146-4724-978c-751fab731e0a" providerId="ADAL" clId="{E8E95438-7D72-4151-95E2-CCAFE31D1FDF}" dt="2026-05-28T22:30:06.196" v="21259" actId="47"/>
        <pc:sldMkLst>
          <pc:docMk/>
          <pc:sldMk cId="2379727433" sldId="598"/>
        </pc:sldMkLst>
      </pc:sldChg>
      <pc:sldChg chg="del">
        <pc:chgData name="Luis Carlos Guevara Hernandez" userId="946bcc4c-b146-4724-978c-751fab731e0a" providerId="ADAL" clId="{E8E95438-7D72-4151-95E2-CCAFE31D1FDF}" dt="2026-05-28T22:29:59.074" v="21257" actId="47"/>
        <pc:sldMkLst>
          <pc:docMk/>
          <pc:sldMk cId="2613293292" sldId="599"/>
        </pc:sldMkLst>
      </pc:sldChg>
      <pc:sldChg chg="del">
        <pc:chgData name="Luis Carlos Guevara Hernandez" userId="946bcc4c-b146-4724-978c-751fab731e0a" providerId="ADAL" clId="{E8E95438-7D72-4151-95E2-CCAFE31D1FDF}" dt="2026-05-28T22:29:59.074" v="21257" actId="47"/>
        <pc:sldMkLst>
          <pc:docMk/>
          <pc:sldMk cId="1418202370" sldId="600"/>
        </pc:sldMkLst>
      </pc:sldChg>
      <pc:sldChg chg="del">
        <pc:chgData name="Luis Carlos Guevara Hernandez" userId="946bcc4c-b146-4724-978c-751fab731e0a" providerId="ADAL" clId="{E8E95438-7D72-4151-95E2-CCAFE31D1FDF}" dt="2026-05-28T22:29:59.074" v="21257" actId="47"/>
        <pc:sldMkLst>
          <pc:docMk/>
          <pc:sldMk cId="2985906698" sldId="601"/>
        </pc:sldMkLst>
      </pc:sldChg>
      <pc:sldChg chg="del">
        <pc:chgData name="Luis Carlos Guevara Hernandez" userId="946bcc4c-b146-4724-978c-751fab731e0a" providerId="ADAL" clId="{E8E95438-7D72-4151-95E2-CCAFE31D1FDF}" dt="2026-05-28T22:29:59.074" v="21257" actId="47"/>
        <pc:sldMkLst>
          <pc:docMk/>
          <pc:sldMk cId="1174839657" sldId="602"/>
        </pc:sldMkLst>
      </pc:sldChg>
      <pc:sldChg chg="del">
        <pc:chgData name="Luis Carlos Guevara Hernandez" userId="946bcc4c-b146-4724-978c-751fab731e0a" providerId="ADAL" clId="{E8E95438-7D72-4151-95E2-CCAFE31D1FDF}" dt="2026-05-28T22:29:59.074" v="21257" actId="47"/>
        <pc:sldMkLst>
          <pc:docMk/>
          <pc:sldMk cId="1572842580" sldId="603"/>
        </pc:sldMkLst>
      </pc:sldChg>
      <pc:sldChg chg="del">
        <pc:chgData name="Luis Carlos Guevara Hernandez" userId="946bcc4c-b146-4724-978c-751fab731e0a" providerId="ADAL" clId="{E8E95438-7D72-4151-95E2-CCAFE31D1FDF}" dt="2026-05-28T22:29:59.074" v="21257" actId="47"/>
        <pc:sldMkLst>
          <pc:docMk/>
          <pc:sldMk cId="1695526474" sldId="604"/>
        </pc:sldMkLst>
      </pc:sldChg>
      <pc:sldChg chg="del">
        <pc:chgData name="Luis Carlos Guevara Hernandez" userId="946bcc4c-b146-4724-978c-751fab731e0a" providerId="ADAL" clId="{E8E95438-7D72-4151-95E2-CCAFE31D1FDF}" dt="2026-05-28T22:29:59.074" v="21257" actId="47"/>
        <pc:sldMkLst>
          <pc:docMk/>
          <pc:sldMk cId="1580518376" sldId="605"/>
        </pc:sldMkLst>
      </pc:sldChg>
      <pc:sldChg chg="del">
        <pc:chgData name="Luis Carlos Guevara Hernandez" userId="946bcc4c-b146-4724-978c-751fab731e0a" providerId="ADAL" clId="{E8E95438-7D72-4151-95E2-CCAFE31D1FDF}" dt="2026-05-28T22:29:59.074" v="21257" actId="47"/>
        <pc:sldMkLst>
          <pc:docMk/>
          <pc:sldMk cId="1191711282" sldId="606"/>
        </pc:sldMkLst>
      </pc:sldChg>
      <pc:sldChg chg="del">
        <pc:chgData name="Luis Carlos Guevara Hernandez" userId="946bcc4c-b146-4724-978c-751fab731e0a" providerId="ADAL" clId="{E8E95438-7D72-4151-95E2-CCAFE31D1FDF}" dt="2026-05-28T22:29:59.074" v="21257" actId="47"/>
        <pc:sldMkLst>
          <pc:docMk/>
          <pc:sldMk cId="2547152681" sldId="608"/>
        </pc:sldMkLst>
      </pc:sldChg>
      <pc:sldChg chg="del">
        <pc:chgData name="Luis Carlos Guevara Hernandez" userId="946bcc4c-b146-4724-978c-751fab731e0a" providerId="ADAL" clId="{E8E95438-7D72-4151-95E2-CCAFE31D1FDF}" dt="2026-05-28T22:29:59.074" v="21257" actId="47"/>
        <pc:sldMkLst>
          <pc:docMk/>
          <pc:sldMk cId="1955986448" sldId="610"/>
        </pc:sldMkLst>
      </pc:sldChg>
      <pc:sldChg chg="del">
        <pc:chgData name="Luis Carlos Guevara Hernandez" userId="946bcc4c-b146-4724-978c-751fab731e0a" providerId="ADAL" clId="{E8E95438-7D72-4151-95E2-CCAFE31D1FDF}" dt="2026-05-28T22:29:59.074" v="21257" actId="47"/>
        <pc:sldMkLst>
          <pc:docMk/>
          <pc:sldMk cId="3199474237" sldId="611"/>
        </pc:sldMkLst>
      </pc:sldChg>
      <pc:sldChg chg="del">
        <pc:chgData name="Luis Carlos Guevara Hernandez" userId="946bcc4c-b146-4724-978c-751fab731e0a" providerId="ADAL" clId="{E8E95438-7D72-4151-95E2-CCAFE31D1FDF}" dt="2026-05-28T22:29:59.074" v="21257" actId="47"/>
        <pc:sldMkLst>
          <pc:docMk/>
          <pc:sldMk cId="2431902107" sldId="613"/>
        </pc:sldMkLst>
      </pc:sldChg>
      <pc:sldChg chg="del">
        <pc:chgData name="Luis Carlos Guevara Hernandez" userId="946bcc4c-b146-4724-978c-751fab731e0a" providerId="ADAL" clId="{E8E95438-7D72-4151-95E2-CCAFE31D1FDF}" dt="2026-05-28T22:29:59.074" v="21257" actId="47"/>
        <pc:sldMkLst>
          <pc:docMk/>
          <pc:sldMk cId="3364703897" sldId="614"/>
        </pc:sldMkLst>
      </pc:sldChg>
      <pc:sldChg chg="del">
        <pc:chgData name="Luis Carlos Guevara Hernandez" userId="946bcc4c-b146-4724-978c-751fab731e0a" providerId="ADAL" clId="{E8E95438-7D72-4151-95E2-CCAFE31D1FDF}" dt="2026-05-28T22:29:59.074" v="21257" actId="47"/>
        <pc:sldMkLst>
          <pc:docMk/>
          <pc:sldMk cId="3306484644" sldId="615"/>
        </pc:sldMkLst>
      </pc:sldChg>
      <pc:sldChg chg="del">
        <pc:chgData name="Luis Carlos Guevara Hernandez" userId="946bcc4c-b146-4724-978c-751fab731e0a" providerId="ADAL" clId="{E8E95438-7D72-4151-95E2-CCAFE31D1FDF}" dt="2026-05-28T22:29:59.074" v="21257" actId="47"/>
        <pc:sldMkLst>
          <pc:docMk/>
          <pc:sldMk cId="358059683" sldId="616"/>
        </pc:sldMkLst>
      </pc:sldChg>
      <pc:sldChg chg="del">
        <pc:chgData name="Luis Carlos Guevara Hernandez" userId="946bcc4c-b146-4724-978c-751fab731e0a" providerId="ADAL" clId="{E8E95438-7D72-4151-95E2-CCAFE31D1FDF}" dt="2026-05-28T22:29:59.074" v="21257" actId="47"/>
        <pc:sldMkLst>
          <pc:docMk/>
          <pc:sldMk cId="2525773387" sldId="620"/>
        </pc:sldMkLst>
      </pc:sldChg>
      <pc:sldChg chg="del">
        <pc:chgData name="Luis Carlos Guevara Hernandez" userId="946bcc4c-b146-4724-978c-751fab731e0a" providerId="ADAL" clId="{E8E95438-7D72-4151-95E2-CCAFE31D1FDF}" dt="2026-05-28T22:29:59.074" v="21257" actId="47"/>
        <pc:sldMkLst>
          <pc:docMk/>
          <pc:sldMk cId="3545183830" sldId="621"/>
        </pc:sldMkLst>
      </pc:sldChg>
      <pc:sldChg chg="del">
        <pc:chgData name="Luis Carlos Guevara Hernandez" userId="946bcc4c-b146-4724-978c-751fab731e0a" providerId="ADAL" clId="{E8E95438-7D72-4151-95E2-CCAFE31D1FDF}" dt="2026-05-28T22:29:59.074" v="21257" actId="47"/>
        <pc:sldMkLst>
          <pc:docMk/>
          <pc:sldMk cId="2537822404" sldId="622"/>
        </pc:sldMkLst>
      </pc:sldChg>
      <pc:sldChg chg="del">
        <pc:chgData name="Luis Carlos Guevara Hernandez" userId="946bcc4c-b146-4724-978c-751fab731e0a" providerId="ADAL" clId="{E8E95438-7D72-4151-95E2-CCAFE31D1FDF}" dt="2026-05-28T22:29:59.074" v="21257" actId="47"/>
        <pc:sldMkLst>
          <pc:docMk/>
          <pc:sldMk cId="3638330674" sldId="623"/>
        </pc:sldMkLst>
      </pc:sldChg>
      <pc:sldChg chg="del">
        <pc:chgData name="Luis Carlos Guevara Hernandez" userId="946bcc4c-b146-4724-978c-751fab731e0a" providerId="ADAL" clId="{E8E95438-7D72-4151-95E2-CCAFE31D1FDF}" dt="2026-05-28T22:29:59.074" v="21257" actId="47"/>
        <pc:sldMkLst>
          <pc:docMk/>
          <pc:sldMk cId="1422324305" sldId="624"/>
        </pc:sldMkLst>
      </pc:sldChg>
      <pc:sldChg chg="del">
        <pc:chgData name="Luis Carlos Guevara Hernandez" userId="946bcc4c-b146-4724-978c-751fab731e0a" providerId="ADAL" clId="{E8E95438-7D72-4151-95E2-CCAFE31D1FDF}" dt="2026-05-28T22:29:59.074" v="21257" actId="47"/>
        <pc:sldMkLst>
          <pc:docMk/>
          <pc:sldMk cId="3866761164" sldId="625"/>
        </pc:sldMkLst>
      </pc:sldChg>
      <pc:sldChg chg="del">
        <pc:chgData name="Luis Carlos Guevara Hernandez" userId="946bcc4c-b146-4724-978c-751fab731e0a" providerId="ADAL" clId="{E8E95438-7D72-4151-95E2-CCAFE31D1FDF}" dt="2026-05-28T22:29:59.074" v="21257" actId="47"/>
        <pc:sldMkLst>
          <pc:docMk/>
          <pc:sldMk cId="3600740669" sldId="628"/>
        </pc:sldMkLst>
      </pc:sldChg>
      <pc:sldChg chg="modSp del mod">
        <pc:chgData name="Luis Carlos Guevara Hernandez" userId="946bcc4c-b146-4724-978c-751fab731e0a" providerId="ADAL" clId="{E8E95438-7D72-4151-95E2-CCAFE31D1FDF}" dt="2026-05-28T22:29:59.074" v="21257" actId="47"/>
        <pc:sldMkLst>
          <pc:docMk/>
          <pc:sldMk cId="3578318433" sldId="630"/>
        </pc:sldMkLst>
      </pc:sldChg>
      <pc:sldChg chg="addSp delSp modSp del mod">
        <pc:chgData name="Luis Carlos Guevara Hernandez" userId="946bcc4c-b146-4724-978c-751fab731e0a" providerId="ADAL" clId="{E8E95438-7D72-4151-95E2-CCAFE31D1FDF}" dt="2026-05-28T22:29:59.074" v="21257" actId="47"/>
        <pc:sldMkLst>
          <pc:docMk/>
          <pc:sldMk cId="1834203271" sldId="631"/>
        </pc:sldMkLst>
      </pc:sldChg>
      <pc:sldChg chg="del">
        <pc:chgData name="Luis Carlos Guevara Hernandez" userId="946bcc4c-b146-4724-978c-751fab731e0a" providerId="ADAL" clId="{E8E95438-7D72-4151-95E2-CCAFE31D1FDF}" dt="2026-05-28T22:29:59.074" v="21257" actId="47"/>
        <pc:sldMkLst>
          <pc:docMk/>
          <pc:sldMk cId="982964677" sldId="639"/>
        </pc:sldMkLst>
      </pc:sldChg>
      <pc:sldChg chg="del">
        <pc:chgData name="Luis Carlos Guevara Hernandez" userId="946bcc4c-b146-4724-978c-751fab731e0a" providerId="ADAL" clId="{E8E95438-7D72-4151-95E2-CCAFE31D1FDF}" dt="2026-05-28T22:29:59.074" v="21257" actId="47"/>
        <pc:sldMkLst>
          <pc:docMk/>
          <pc:sldMk cId="2821651600" sldId="640"/>
        </pc:sldMkLst>
      </pc:sldChg>
      <pc:sldChg chg="del">
        <pc:chgData name="Luis Carlos Guevara Hernandez" userId="946bcc4c-b146-4724-978c-751fab731e0a" providerId="ADAL" clId="{E8E95438-7D72-4151-95E2-CCAFE31D1FDF}" dt="2026-05-28T22:29:59.074" v="21257" actId="47"/>
        <pc:sldMkLst>
          <pc:docMk/>
          <pc:sldMk cId="4234848704" sldId="641"/>
        </pc:sldMkLst>
      </pc:sldChg>
      <pc:sldChg chg="del">
        <pc:chgData name="Luis Carlos Guevara Hernandez" userId="946bcc4c-b146-4724-978c-751fab731e0a" providerId="ADAL" clId="{E8E95438-7D72-4151-95E2-CCAFE31D1FDF}" dt="2026-05-28T22:29:59.074" v="21257" actId="47"/>
        <pc:sldMkLst>
          <pc:docMk/>
          <pc:sldMk cId="2328504277" sldId="643"/>
        </pc:sldMkLst>
      </pc:sldChg>
      <pc:sldChg chg="del">
        <pc:chgData name="Luis Carlos Guevara Hernandez" userId="946bcc4c-b146-4724-978c-751fab731e0a" providerId="ADAL" clId="{E8E95438-7D72-4151-95E2-CCAFE31D1FDF}" dt="2026-05-28T22:29:59.074" v="21257" actId="47"/>
        <pc:sldMkLst>
          <pc:docMk/>
          <pc:sldMk cId="3388737619" sldId="644"/>
        </pc:sldMkLst>
      </pc:sldChg>
      <pc:sldChg chg="modSp add del mod">
        <pc:chgData name="Luis Carlos Guevara Hernandez" userId="946bcc4c-b146-4724-978c-751fab731e0a" providerId="ADAL" clId="{E8E95438-7D72-4151-95E2-CCAFE31D1FDF}" dt="2026-05-28T22:29:59.074" v="21257" actId="47"/>
        <pc:sldMkLst>
          <pc:docMk/>
          <pc:sldMk cId="54355784" sldId="645"/>
        </pc:sldMkLst>
      </pc:sldChg>
      <pc:sldChg chg="modSp add del mod">
        <pc:chgData name="Luis Carlos Guevara Hernandez" userId="946bcc4c-b146-4724-978c-751fab731e0a" providerId="ADAL" clId="{E8E95438-7D72-4151-95E2-CCAFE31D1FDF}" dt="2026-05-28T22:29:59.074" v="21257" actId="47"/>
        <pc:sldMkLst>
          <pc:docMk/>
          <pc:sldMk cId="2481526536" sldId="646"/>
        </pc:sldMkLst>
      </pc:sldChg>
      <pc:sldChg chg="delSp modSp add del mod delAnim">
        <pc:chgData name="Luis Carlos Guevara Hernandez" userId="946bcc4c-b146-4724-978c-751fab731e0a" providerId="ADAL" clId="{E8E95438-7D72-4151-95E2-CCAFE31D1FDF}" dt="2026-05-28T22:29:59.074" v="21257" actId="47"/>
        <pc:sldMkLst>
          <pc:docMk/>
          <pc:sldMk cId="1387914262" sldId="649"/>
        </pc:sldMkLst>
      </pc:sldChg>
      <pc:sldChg chg="addSp delSp modSp add del mod delAnim">
        <pc:chgData name="Luis Carlos Guevara Hernandez" userId="946bcc4c-b146-4724-978c-751fab731e0a" providerId="ADAL" clId="{E8E95438-7D72-4151-95E2-CCAFE31D1FDF}" dt="2026-05-28T22:29:59.074" v="21257" actId="47"/>
        <pc:sldMkLst>
          <pc:docMk/>
          <pc:sldMk cId="96907653" sldId="650"/>
        </pc:sldMkLst>
      </pc:sldChg>
      <pc:sldChg chg="addSp delSp modSp add del mod delAnim">
        <pc:chgData name="Luis Carlos Guevara Hernandez" userId="946bcc4c-b146-4724-978c-751fab731e0a" providerId="ADAL" clId="{E8E95438-7D72-4151-95E2-CCAFE31D1FDF}" dt="2026-05-28T22:29:59.074" v="21257" actId="47"/>
        <pc:sldMkLst>
          <pc:docMk/>
          <pc:sldMk cId="435609481" sldId="651"/>
        </pc:sldMkLst>
      </pc:sldChg>
      <pc:sldChg chg="addSp delSp modSp add del mod modAnim">
        <pc:chgData name="Luis Carlos Guevara Hernandez" userId="946bcc4c-b146-4724-978c-751fab731e0a" providerId="ADAL" clId="{E8E95438-7D72-4151-95E2-CCAFE31D1FDF}" dt="2026-05-28T22:29:59.074" v="21257" actId="47"/>
        <pc:sldMkLst>
          <pc:docMk/>
          <pc:sldMk cId="1466606313" sldId="652"/>
        </pc:sldMkLst>
      </pc:sldChg>
      <pc:sldChg chg="addSp delSp modSp add del mod delAnim modAnim">
        <pc:chgData name="Luis Carlos Guevara Hernandez" userId="946bcc4c-b146-4724-978c-751fab731e0a" providerId="ADAL" clId="{E8E95438-7D72-4151-95E2-CCAFE31D1FDF}" dt="2026-05-28T22:29:59.074" v="21257" actId="47"/>
        <pc:sldMkLst>
          <pc:docMk/>
          <pc:sldMk cId="2650863636" sldId="653"/>
        </pc:sldMkLst>
      </pc:sldChg>
      <pc:sldChg chg="addSp delSp modSp add del mod delAnim modAnim">
        <pc:chgData name="Luis Carlos Guevara Hernandez" userId="946bcc4c-b146-4724-978c-751fab731e0a" providerId="ADAL" clId="{E8E95438-7D72-4151-95E2-CCAFE31D1FDF}" dt="2026-05-28T22:29:59.074" v="21257" actId="47"/>
        <pc:sldMkLst>
          <pc:docMk/>
          <pc:sldMk cId="2574727755" sldId="654"/>
        </pc:sldMkLst>
      </pc:sldChg>
      <pc:sldChg chg="addSp delSp modSp add del mod ord modAnim">
        <pc:chgData name="Luis Carlos Guevara Hernandez" userId="946bcc4c-b146-4724-978c-751fab731e0a" providerId="ADAL" clId="{E8E95438-7D72-4151-95E2-CCAFE31D1FDF}" dt="2026-05-28T22:29:59.074" v="21257" actId="47"/>
        <pc:sldMkLst>
          <pc:docMk/>
          <pc:sldMk cId="715301883" sldId="655"/>
        </pc:sldMkLst>
      </pc:sldChg>
      <pc:sldChg chg="addSp delSp modSp add del mod ord modAnim">
        <pc:chgData name="Luis Carlos Guevara Hernandez" userId="946bcc4c-b146-4724-978c-751fab731e0a" providerId="ADAL" clId="{E8E95438-7D72-4151-95E2-CCAFE31D1FDF}" dt="2026-05-28T22:29:59.074" v="21257" actId="47"/>
        <pc:sldMkLst>
          <pc:docMk/>
          <pc:sldMk cId="1821498018" sldId="656"/>
        </pc:sldMkLst>
      </pc:sldChg>
      <pc:sldChg chg="addSp delSp modSp add del mod delAnim">
        <pc:chgData name="Luis Carlos Guevara Hernandez" userId="946bcc4c-b146-4724-978c-751fab731e0a" providerId="ADAL" clId="{E8E95438-7D72-4151-95E2-CCAFE31D1FDF}" dt="2026-05-28T22:29:59.074" v="21257" actId="47"/>
        <pc:sldMkLst>
          <pc:docMk/>
          <pc:sldMk cId="456152063" sldId="657"/>
        </pc:sldMkLst>
      </pc:sldChg>
      <pc:sldChg chg="addSp delSp modSp add del mod">
        <pc:chgData name="Luis Carlos Guevara Hernandez" userId="946bcc4c-b146-4724-978c-751fab731e0a" providerId="ADAL" clId="{E8E95438-7D72-4151-95E2-CCAFE31D1FDF}" dt="2026-05-28T22:29:59.074" v="21257" actId="47"/>
        <pc:sldMkLst>
          <pc:docMk/>
          <pc:sldMk cId="2251123496" sldId="658"/>
        </pc:sldMkLst>
      </pc:sldChg>
      <pc:sldChg chg="addSp delSp modSp add del mod">
        <pc:chgData name="Luis Carlos Guevara Hernandez" userId="946bcc4c-b146-4724-978c-751fab731e0a" providerId="ADAL" clId="{E8E95438-7D72-4151-95E2-CCAFE31D1FDF}" dt="2026-05-28T22:29:59.074" v="21257" actId="47"/>
        <pc:sldMkLst>
          <pc:docMk/>
          <pc:sldMk cId="582491116" sldId="659"/>
        </pc:sldMkLst>
      </pc:sldChg>
      <pc:sldChg chg="addSp delSp modSp add del mod">
        <pc:chgData name="Luis Carlos Guevara Hernandez" userId="946bcc4c-b146-4724-978c-751fab731e0a" providerId="ADAL" clId="{E8E95438-7D72-4151-95E2-CCAFE31D1FDF}" dt="2026-05-28T22:29:59.074" v="21257" actId="47"/>
        <pc:sldMkLst>
          <pc:docMk/>
          <pc:sldMk cId="2645345713" sldId="660"/>
        </pc:sldMkLst>
      </pc:sldChg>
      <pc:sldChg chg="addSp delSp modSp add del mod">
        <pc:chgData name="Luis Carlos Guevara Hernandez" userId="946bcc4c-b146-4724-978c-751fab731e0a" providerId="ADAL" clId="{E8E95438-7D72-4151-95E2-CCAFE31D1FDF}" dt="2026-05-28T22:29:59.074" v="21257" actId="47"/>
        <pc:sldMkLst>
          <pc:docMk/>
          <pc:sldMk cId="2263405002" sldId="661"/>
        </pc:sldMkLst>
      </pc:sldChg>
      <pc:sldChg chg="addSp delSp modSp add del mod">
        <pc:chgData name="Luis Carlos Guevara Hernandez" userId="946bcc4c-b146-4724-978c-751fab731e0a" providerId="ADAL" clId="{E8E95438-7D72-4151-95E2-CCAFE31D1FDF}" dt="2026-05-28T22:29:59.074" v="21257" actId="47"/>
        <pc:sldMkLst>
          <pc:docMk/>
          <pc:sldMk cId="943512436" sldId="662"/>
        </pc:sldMkLst>
      </pc:sldChg>
      <pc:sldChg chg="addSp delSp modSp add del mod">
        <pc:chgData name="Luis Carlos Guevara Hernandez" userId="946bcc4c-b146-4724-978c-751fab731e0a" providerId="ADAL" clId="{E8E95438-7D72-4151-95E2-CCAFE31D1FDF}" dt="2026-05-28T22:29:59.074" v="21257" actId="47"/>
        <pc:sldMkLst>
          <pc:docMk/>
          <pc:sldMk cId="351761777" sldId="663"/>
        </pc:sldMkLst>
      </pc:sldChg>
    </pc:docChg>
  </pc:docChgLst>
  <pc:docChgLst>
    <pc:chgData name="Luis Carlos Guevara Hernandez" userId="946bcc4c-b146-4724-978c-751fab731e0a" providerId="ADAL" clId="{8D45B6E4-1233-4CBF-9F60-0793E96FE6AE}"/>
    <pc:docChg chg="custSel modSld">
      <pc:chgData name="Luis Carlos Guevara Hernandez" userId="946bcc4c-b146-4724-978c-751fab731e0a" providerId="ADAL" clId="{8D45B6E4-1233-4CBF-9F60-0793E96FE6AE}" dt="2026-04-29T15:25:15.990" v="103"/>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E701E5-B3C4-97DF-1176-2AFC85B6DD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D9D20163-749A-1D0F-B680-5053BC53A41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790100-FC31-4E00-A218-96376BE64108}" type="datetimeFigureOut">
              <a:rPr lang="en-GB" smtClean="0"/>
              <a:t>28/05/2026</a:t>
            </a:fld>
            <a:endParaRPr lang="en-GB"/>
          </a:p>
        </p:txBody>
      </p:sp>
      <p:sp>
        <p:nvSpPr>
          <p:cNvPr id="4" name="Footer Placeholder 3">
            <a:extLst>
              <a:ext uri="{FF2B5EF4-FFF2-40B4-BE49-F238E27FC236}">
                <a16:creationId xmlns:a16="http://schemas.microsoft.com/office/drawing/2014/main" id="{1737B271-DC03-A3C9-7588-BAB858DBB26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1754CDE-0013-785C-124F-0E09A6C2C34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A6E62-FD2E-4AD2-B3A8-40B3BB0A9FE6}" type="slidenum">
              <a:rPr lang="en-GB" smtClean="0"/>
              <a:t>‹#›</a:t>
            </a:fld>
            <a:endParaRPr lang="en-GB"/>
          </a:p>
        </p:txBody>
      </p:sp>
    </p:spTree>
    <p:extLst>
      <p:ext uri="{BB962C8B-B14F-4D97-AF65-F5344CB8AC3E}">
        <p14:creationId xmlns:p14="http://schemas.microsoft.com/office/powerpoint/2010/main" val="21584964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4FB681-422F-492A-A538-67B2BCA02B73}" type="datetimeFigureOut">
              <a:rPr lang="en-GB" smtClean="0"/>
              <a:t>28/05/2026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28808D-F8FF-4F45-9B49-F778C5ECCDCA}" type="slidenum">
              <a:rPr lang="en-GB" smtClean="0"/>
              <a:t>‹#›</a:t>
            </a:fld>
            <a:endParaRPr lang="en-GB"/>
          </a:p>
        </p:txBody>
      </p:sp>
    </p:spTree>
    <p:extLst>
      <p:ext uri="{BB962C8B-B14F-4D97-AF65-F5344CB8AC3E}">
        <p14:creationId xmlns:p14="http://schemas.microsoft.com/office/powerpoint/2010/main" val="1785891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01908-525E-2D3A-D4F2-F3C8FD647D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A98AC-77DB-C7C8-F20D-6AF3B15CD4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BBD4765-E72E-E4A1-9E56-808EDDB9622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8AF624B-F19E-1AEF-3BE9-6E16DB120B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66581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8D08C-7110-B2DE-1C03-983C39CD53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70A45C-A890-AF1B-60D5-404617680C5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249D414-A708-755F-06CA-C48349C9215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D3A7A71-D31B-F758-3B42-E3657CC339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59688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5A1B3-59CA-9683-FF94-50C44EA988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8ACEF3-257A-3923-4D44-41A50F9E658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936654-2DF6-C497-4724-5C3B65A5DB8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7328075-C3A1-D60A-9422-F773D2124C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09804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752AD-326C-A8E5-9262-97253BCD3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516B78-66F8-6C5A-F073-598D95E4D12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7A69AA-2F5D-0835-95D2-D8FC340A7E3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4B99927-BE3A-8B14-04E2-0411723972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75949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0DB44-D99C-C547-84FF-A597AEC4FF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B3037-0C2F-CDB6-1833-FEFBBFE3B59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1C09399-CFEF-D894-ED03-B8022083C93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3324B9E-7D9E-96CA-43A6-9FC4B99C31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69561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1F279-48AF-D4FC-6727-02D1EBD0C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C1A02F-157F-F66E-530E-E8F38DCD6F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C060A50-B83C-7A33-6B69-A5ADC921898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A5FFE1A-665F-6420-75EB-73C880F50BE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6758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C4B5C-F837-8081-32FA-F6CD6F0159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DA0514-56E9-8805-DF59-1E181A11B1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F04BA9-04F0-E9DD-7CED-D6C08B6ADC4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4EEF258-7886-2879-455D-231D1CBE16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69015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BB9C1-C646-7047-C849-83943DFF7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9E5A4A-CD75-171D-E237-452E65AB39C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54FC43F-B022-74DF-E801-44CDAC2A715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0215A33-C6E8-9B12-4F2C-196A327F63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50173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3FE04-A4CC-BA22-802D-7FAC8DAA56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35FC13-16B7-0158-8E10-C1556CE30FB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4417E58-B628-96F8-4DAF-E343B38E8ADD}"/>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p:txBody>
      </p:sp>
      <p:sp>
        <p:nvSpPr>
          <p:cNvPr id="4" name="Slide Number Placeholder 3">
            <a:extLst>
              <a:ext uri="{FF2B5EF4-FFF2-40B4-BE49-F238E27FC236}">
                <a16:creationId xmlns:a16="http://schemas.microsoft.com/office/drawing/2014/main" id="{4913B7B2-C095-F2F5-7685-92E85EC2C5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29398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D6A93-83A8-9BA2-BF98-0C80436E4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30676-1839-F2A5-B5AC-E29BFE861F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1C52A3-7CA7-C28A-21E9-CC6C35841FAB}"/>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p:txBody>
      </p:sp>
      <p:sp>
        <p:nvSpPr>
          <p:cNvPr id="4" name="Slide Number Placeholder 3">
            <a:extLst>
              <a:ext uri="{FF2B5EF4-FFF2-40B4-BE49-F238E27FC236}">
                <a16:creationId xmlns:a16="http://schemas.microsoft.com/office/drawing/2014/main" id="{F6AE69FB-3031-BE79-AEF5-9418EAC36B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81335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0AFCF-75B2-D111-FD18-BB6D34321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D6E18-1EB6-528D-6166-3647FDC207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01007D-4CF2-2625-5230-ED1CACD21CF9}"/>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87CA9271-81F8-9763-E085-8A9E8EB614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788423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0AFCF-75B2-D111-FD18-BB6D34321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D6E18-1EB6-528D-6166-3647FDC207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01007D-4CF2-2625-5230-ED1CACD21CF9}"/>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87CA9271-81F8-9763-E085-8A9E8EB614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788423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A750F-69DE-81F3-B8EE-79E1C8CC1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5218B-65C7-3D77-6265-FC6F985DC5C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3241A6-E369-E2F8-8BAF-DCE9551A950F}"/>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F8746B5B-E6DB-5493-E3BF-E903FAE7DC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34274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A750F-69DE-81F3-B8EE-79E1C8CC1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5218B-65C7-3D77-6265-FC6F985DC5C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3241A6-E369-E2F8-8BAF-DCE9551A950F}"/>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F8746B5B-E6DB-5493-E3BF-E903FAE7DC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899055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CA16A-FFAA-5350-E7B5-FC47D81FAA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91F258-A28D-ED31-9838-51814E026C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EB56F9-C3E7-6B27-BA8D-613838CD9B4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D1F47A6-91C0-9101-4528-F7BBF95D90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4072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2CDAE-2914-7A65-DC8E-D19C42ECC4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8229A4-F2B4-0AED-FBE0-0ABF000985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550FB9-B14C-F0EA-0D1E-B55F69BA8E4B}"/>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D15C5FC7-04F5-70EF-FFBC-70A855636B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7575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2FB1F-C1A6-90E5-408A-24F108A4DD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A0676-FD08-A3D3-8DAE-3ED1B7B3B3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ED5F4A8-B398-015B-88CA-4D2CC892999E}"/>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F88B95CC-E8B1-DFEC-BE1A-95F7C3B6EA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881379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2A16F-EDF4-5E30-3C6A-7880C9F13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8DD9F-4F2F-1523-32DF-BF08AFF687E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677E16A-A719-8B5D-048F-6433A5423469}"/>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96A02525-A967-37E0-C289-F45B913635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330809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3758E-BBCE-B6C4-4D10-3FB4941A2D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5631C8-6613-8CE2-A0D9-E24BEFD4F4E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A6FEB0E-3ADD-236C-662B-D40327432EFB}"/>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B336B09A-B4C6-C876-48A6-F8BF848648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47360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1D7DA-974C-C0A6-0304-37724E9F2B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FA1CEA-79BE-4F58-9738-4C54CAA0AC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63F669E-9578-789B-BAD5-03CB7CBE3609}"/>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878FCB75-AB3E-483C-ED09-4FF36EFD110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506453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08EFD-3658-3C41-9234-E363B3FDE0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093AF-36B9-523B-8C14-46FC418BE4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0582CAE-10D9-105C-3933-AB322A0FB967}"/>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F6B79C1B-B526-38E9-C160-21B2A70787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030647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CBD36-5AB9-9F61-5B3A-773A66AF0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411AC-D14D-35BE-7E61-6A9AB95C68E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A8544DA-6BA8-BE6A-9538-FC74DD146D5B}"/>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3136EEBD-F489-95FE-F253-A5B7B331D7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1667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F4037-E633-96DA-437A-64D773A38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CAF4D-65A4-0815-6BD8-12B6467CF9C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AAEA0F-803E-C274-7883-EA5231C01DDC}"/>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29BAF0D5-18C6-C48E-DA87-60E65256FA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587680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E6240-BA9D-E628-74D9-B08A1B0D9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87E4B-D17C-ADE1-EC9D-9A02438623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F76937-911A-BAB7-734D-E6387B444E28}"/>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D263B2AF-2B5B-55F1-D5A8-1B9F278F01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405964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C9D67-1F51-ED0E-3338-0BD98255C8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4616F7-A922-B878-63BE-F9C53CA37F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8EDEC23-500C-C04D-6077-E5B9E55A81F6}"/>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4DD0F7E2-74B9-19FD-4654-8894D69010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908698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899A0-D5AB-BC76-79B5-44EA94405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55590-2DD5-7F0D-7B60-049CE2BAC9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0F4D34-6866-D47B-F561-78DD53DCC03A}"/>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8D40A90A-A6C7-3AED-DF36-E1234822AB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23853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2E66F-BC1C-9369-06A5-0C55678A47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1B0F15-BA0F-AAD6-DBC7-34FF6A7CFD4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8E4B767-F420-F61E-3496-91963BE3D0E1}"/>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5BEBE21D-5AC2-875A-2580-6CE7006B1EC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50653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74222-9E89-F13C-9AA1-BEB985B60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3F82B-D557-330E-02AC-1D3B05BF07B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82AC41C-A693-791C-5EC6-6FB8B225603A}"/>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D9ED8601-B815-66D0-77AD-8D53DA8B2F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71312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824F0-1E66-7B4D-A8FC-A8838C0B8A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812F3-03AE-A2CA-D7CC-6A40B333DDA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A3067BA-1654-2BAE-3233-A25C87A2960F}"/>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53934DF1-64A9-37AB-137B-8A27A85C10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930147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5A581-AB69-9CE2-85FC-09EEFFE40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9E268-3F95-EF7C-CEE3-2FCA0376219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6FEE7D-631C-D7A9-1D70-C2A7EC73B363}"/>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8E92543B-6A6D-51CF-27CE-8BA4E01D48B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602217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16195-BBCF-186E-987B-B42CF68F7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056EF-B527-A580-153E-394F20BEC9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909C709-BA24-42B3-D9B3-66EAD4E4C496}"/>
              </a:ext>
            </a:extLst>
          </p:cNvPr>
          <p:cNvSpPr>
            <a:spLocks noGrp="1"/>
          </p:cNvSpPr>
          <p:nvPr>
            <p:ph type="body" idx="1"/>
          </p:nvPr>
        </p:nvSpPr>
        <p:spPr/>
        <p:txBody>
          <a:bodyPr/>
          <a:lstStyle/>
          <a:p>
            <a:r>
              <a:rPr lang="es-ES"/>
              <a:t>N</a:t>
            </a:r>
            <a:r>
              <a:rPr lang="es-ES" b="1"/>
              <a:t>o existe una forma cerrada</a:t>
            </a:r>
            <a:r>
              <a:rPr lang="es-ES"/>
              <a:t>  para la función normal. Por eso:</a:t>
            </a:r>
          </a:p>
          <a:p>
            <a:r>
              <a:rPr lang="es-ES"/>
              <a:t>Se deja expresada como una integral.</a:t>
            </a:r>
          </a:p>
          <a:p>
            <a:r>
              <a:rPr lang="es-ES"/>
              <a:t>Su evaluación requiere métodos numéricos o tablas </a:t>
            </a:r>
            <a:r>
              <a:rPr lang="es-ES" err="1"/>
              <a:t>precomputadas</a:t>
            </a:r>
            <a:r>
              <a:rPr lang="es-ES"/>
              <a:t>.</a:t>
            </a:r>
          </a:p>
          <a:p>
            <a:r>
              <a:rPr lang="es-ES"/>
              <a:t>En modelos probit, se usa esta forma acumulada para mapear el predictor lineal a una probabilidad.</a:t>
            </a:r>
          </a:p>
          <a:p>
            <a:endParaRPr lang="en-GB"/>
          </a:p>
          <a:p>
            <a:r>
              <a:rPr lang="en-GB" err="1"/>
              <a:t>Estas</a:t>
            </a:r>
            <a:r>
              <a:rPr lang="en-GB"/>
              <a:t> son </a:t>
            </a:r>
            <a:r>
              <a:rPr lang="en-GB" err="1"/>
              <a:t>funciones</a:t>
            </a:r>
            <a:r>
              <a:rPr lang="en-GB"/>
              <a:t> de </a:t>
            </a:r>
            <a:r>
              <a:rPr lang="en-GB" err="1"/>
              <a:t>distribucion</a:t>
            </a:r>
            <a:r>
              <a:rPr lang="en-GB"/>
              <a:t> </a:t>
            </a:r>
            <a:r>
              <a:rPr lang="en-GB" err="1"/>
              <a:t>acumulada</a:t>
            </a:r>
            <a:r>
              <a:rPr lang="en-GB"/>
              <a:t>.</a:t>
            </a:r>
          </a:p>
        </p:txBody>
      </p:sp>
      <p:sp>
        <p:nvSpPr>
          <p:cNvPr id="4" name="Slide Number Placeholder 3">
            <a:extLst>
              <a:ext uri="{FF2B5EF4-FFF2-40B4-BE49-F238E27FC236}">
                <a16:creationId xmlns:a16="http://schemas.microsoft.com/office/drawing/2014/main" id="{8BA0D9C2-B8FA-D66D-FED3-95E72E4DC4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594542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377979" y="6355745"/>
            <a:ext cx="2743200" cy="365125"/>
          </a:xfrm>
        </p:spPr>
        <p:txBody>
          <a:bodyPr/>
          <a:lstStyle/>
          <a:p>
            <a:fld id="{330EA680-D336-4FF7-8B7A-9848BB0A1C32}" type="slidenum">
              <a:rPr lang="en-US" smtClean="0"/>
              <a:t>‹#›</a:t>
            </a:fld>
            <a:endParaRPr lang="en-US"/>
          </a:p>
        </p:txBody>
      </p:sp>
      <p:pic>
        <p:nvPicPr>
          <p:cNvPr id="9" name="Picture 4" descr="No hay ninguna descripción de la foto disponible.">
            <a:extLst>
              <a:ext uri="{FF2B5EF4-FFF2-40B4-BE49-F238E27FC236}">
                <a16:creationId xmlns:a16="http://schemas.microsoft.com/office/drawing/2014/main" id="{E28E3B34-B9FC-FA25-0EAB-BE6EF4ACA06F}"/>
              </a:ext>
            </a:extLst>
          </p:cNvPr>
          <p:cNvPicPr>
            <a:picLocks noChangeAspect="1" noChangeArrowheads="1"/>
          </p:cNvPicPr>
          <p:nvPr userDrawn="1"/>
        </p:nvPicPr>
        <p:blipFill rotWithShape="1">
          <a:blip r:embed="rId2" cstate="print">
            <a:clrChange>
              <a:clrFrom>
                <a:srgbClr val="FFFFFF"/>
              </a:clrFrom>
              <a:clrTo>
                <a:srgbClr val="FFFFFF">
                  <a:alpha val="0"/>
                </a:srgbClr>
              </a:clrTo>
            </a:clrChange>
            <a:alphaModFix amt="65000"/>
            <a:duotone>
              <a:schemeClr val="bg2">
                <a:shade val="45000"/>
                <a:satMod val="135000"/>
              </a:schemeClr>
              <a:prstClr val="white"/>
            </a:duotone>
            <a:extLst>
              <a:ext uri="{28A0092B-C50C-407E-A947-70E740481C1C}">
                <a14:useLocalDpi xmlns:a14="http://schemas.microsoft.com/office/drawing/2010/main" val="0"/>
              </a:ext>
            </a:extLst>
          </a:blip>
          <a:srcRect t="26703" b="28790"/>
          <a:stretch/>
        </p:blipFill>
        <p:spPr bwMode="auto">
          <a:xfrm>
            <a:off x="165202" y="6360118"/>
            <a:ext cx="2670890" cy="365125"/>
          </a:xfrm>
          <a:prstGeom prst="rect">
            <a:avLst/>
          </a:prstGeom>
          <a:noFill/>
          <a:extLst>
            <a:ext uri="{909E8E84-426E-40DD-AFC4-6F175D3DCCD1}">
              <a14:hiddenFill xmlns:a14="http://schemas.microsoft.com/office/drawing/2010/main">
                <a:solidFill>
                  <a:srgbClr val="FFFFFF"/>
                </a:solidFill>
              </a14:hiddenFill>
            </a:ext>
          </a:extLst>
        </p:spPr>
      </p:pic>
      <p:sp>
        <p:nvSpPr>
          <p:cNvPr id="10" name="Date Placeholder 3">
            <a:extLst>
              <a:ext uri="{FF2B5EF4-FFF2-40B4-BE49-F238E27FC236}">
                <a16:creationId xmlns:a16="http://schemas.microsoft.com/office/drawing/2014/main" id="{F0B7291D-A788-CC25-C55E-112D8F557E36}"/>
              </a:ext>
            </a:extLst>
          </p:cNvPr>
          <p:cNvSpPr>
            <a:spLocks noGrp="1"/>
          </p:cNvSpPr>
          <p:nvPr>
            <p:ph type="dt" sz="half" idx="10"/>
          </p:nvPr>
        </p:nvSpPr>
        <p:spPr>
          <a:xfrm>
            <a:off x="11003616" y="136525"/>
            <a:ext cx="1117563" cy="365125"/>
          </a:xfrm>
        </p:spPr>
        <p:txBody>
          <a:bodyPr/>
          <a:lstStyle/>
          <a:p>
            <a:fld id="{27AB8C26-330F-4C13-A9D7-A5B1D2394DAC}" type="datetime1">
              <a:rPr lang="es-CO" smtClean="0"/>
              <a:t>28/05/2026</a:t>
            </a:fld>
            <a:endParaRPr lang="en-US"/>
          </a:p>
        </p:txBody>
      </p:sp>
      <p:sp>
        <p:nvSpPr>
          <p:cNvPr id="2" name="Footer Placeholder 4">
            <a:extLst>
              <a:ext uri="{FF2B5EF4-FFF2-40B4-BE49-F238E27FC236}">
                <a16:creationId xmlns:a16="http://schemas.microsoft.com/office/drawing/2014/main" id="{07A85AC3-4D1F-3E00-0C1F-8EB4A3011757}"/>
              </a:ext>
            </a:extLst>
          </p:cNvPr>
          <p:cNvSpPr txBox="1">
            <a:spLocks/>
          </p:cNvSpPr>
          <p:nvPr userDrawn="1"/>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Tree>
    <p:extLst>
      <p:ext uri="{BB962C8B-B14F-4D97-AF65-F5344CB8AC3E}">
        <p14:creationId xmlns:p14="http://schemas.microsoft.com/office/powerpoint/2010/main" val="1871218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C71F87-C591-4714-854C-3CA86352FD58}" type="datetime1">
              <a:rPr lang="es-CO" smtClean="0"/>
              <a:t>28/05/2026</a:t>
            </a:fld>
            <a:endParaRPr lang="en-US"/>
          </a:p>
        </p:txBody>
      </p:sp>
      <p:sp>
        <p:nvSpPr>
          <p:cNvPr id="5" name="Footer Placeholder 4"/>
          <p:cNvSpPr>
            <a:spLocks noGrp="1"/>
          </p:cNvSpPr>
          <p:nvPr>
            <p:ph type="ftr" sz="quarter" idx="11"/>
          </p:nvPr>
        </p:nvSpPr>
        <p:spPr/>
        <p:txBody>
          <a:bodyPr/>
          <a:lstStyle/>
          <a:p>
            <a:pPr algn="l"/>
            <a:r>
              <a:rPr lang="es-CO"/>
              <a:t>Data </a:t>
            </a:r>
            <a:r>
              <a:rPr lang="es-CO" err="1"/>
              <a:t>analysis</a:t>
            </a:r>
            <a:endParaRPr lang="es-CO"/>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010139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E0EB3F-1BCD-4DD3-9CD7-D2E330B0B7B7}" type="datetime1">
              <a:rPr lang="es-CO" smtClean="0"/>
              <a:t>28/05/2026</a:t>
            </a:fld>
            <a:endParaRPr lang="en-US"/>
          </a:p>
        </p:txBody>
      </p:sp>
      <p:sp>
        <p:nvSpPr>
          <p:cNvPr id="5" name="Footer Placeholder 4"/>
          <p:cNvSpPr>
            <a:spLocks noGrp="1"/>
          </p:cNvSpPr>
          <p:nvPr>
            <p:ph type="ftr" sz="quarter" idx="11"/>
          </p:nvPr>
        </p:nvSpPr>
        <p:spPr/>
        <p:txBody>
          <a:bodyPr/>
          <a:lstStyle/>
          <a:p>
            <a:pPr algn="l"/>
            <a:r>
              <a:rPr lang="en-US" noProof="0"/>
              <a:t>Data analysis</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55322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6B202A2-6653-4181-A784-865996406F73}" type="datetime1">
              <a:rPr lang="es-CO" smtClean="0"/>
              <a:t>28/05/2026</a:t>
            </a:fld>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
        <p:nvSpPr>
          <p:cNvPr id="8" name="Footer Placeholder 4">
            <a:extLst>
              <a:ext uri="{FF2B5EF4-FFF2-40B4-BE49-F238E27FC236}">
                <a16:creationId xmlns:a16="http://schemas.microsoft.com/office/drawing/2014/main" id="{821618DE-C54F-193B-DBCC-D6A939FBAC56}"/>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1095743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D4FD1B6-D0CC-4B10-AB91-7EFFCEBA57CD}" type="datetime1">
              <a:rPr lang="es-CO" smtClean="0"/>
              <a:t>28/05/2026</a:t>
            </a:fld>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
        <p:nvSpPr>
          <p:cNvPr id="10" name="Footer Placeholder 4">
            <a:extLst>
              <a:ext uri="{FF2B5EF4-FFF2-40B4-BE49-F238E27FC236}">
                <a16:creationId xmlns:a16="http://schemas.microsoft.com/office/drawing/2014/main" id="{274ED399-6FD4-2535-A835-ACCAD9E6CE43}"/>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1267185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65CA19-BCF1-4C0F-A446-7F22B1505ABE}" type="datetime1">
              <a:rPr lang="es-CO" smtClean="0"/>
              <a:t>28/05/2026</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
        <p:nvSpPr>
          <p:cNvPr id="6" name="Footer Placeholder 4">
            <a:extLst>
              <a:ext uri="{FF2B5EF4-FFF2-40B4-BE49-F238E27FC236}">
                <a16:creationId xmlns:a16="http://schemas.microsoft.com/office/drawing/2014/main" id="{1B0C23ED-7B40-1209-1274-53B29E23C1A2}"/>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3373193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FFE650-671F-41ED-9F8D-C15C02353ABB}" type="datetime1">
              <a:rPr lang="es-CO" smtClean="0"/>
              <a:t>28/05/2026</a:t>
            </a:fld>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
        <p:nvSpPr>
          <p:cNvPr id="5" name="Footer Placeholder 4">
            <a:extLst>
              <a:ext uri="{FF2B5EF4-FFF2-40B4-BE49-F238E27FC236}">
                <a16:creationId xmlns:a16="http://schemas.microsoft.com/office/drawing/2014/main" id="{5E0E503D-13EA-A43F-9429-828FB64E4657}"/>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2877695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043851-C385-434D-96BC-35CEBC800085}" type="datetime1">
              <a:rPr lang="es-CO" smtClean="0"/>
              <a:t>28/05/2026</a:t>
            </a:fld>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
        <p:nvSpPr>
          <p:cNvPr id="8" name="Footer Placeholder 4">
            <a:extLst>
              <a:ext uri="{FF2B5EF4-FFF2-40B4-BE49-F238E27FC236}">
                <a16:creationId xmlns:a16="http://schemas.microsoft.com/office/drawing/2014/main" id="{57C0C2EF-D2C8-DD6B-2319-FAFD5B820F8B}"/>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3353159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CD80EE-F88A-471E-8595-71B363ABF8DF}" type="datetime1">
              <a:rPr lang="es-CO" smtClean="0"/>
              <a:t>28/05/2026</a:t>
            </a:fld>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
        <p:nvSpPr>
          <p:cNvPr id="8" name="Footer Placeholder 4">
            <a:extLst>
              <a:ext uri="{FF2B5EF4-FFF2-40B4-BE49-F238E27FC236}">
                <a16:creationId xmlns:a16="http://schemas.microsoft.com/office/drawing/2014/main" id="{F69FFDD5-6692-2401-BAB9-B10D4972078F}"/>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18314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1A355F-924E-48DA-BA19-BB1737F1CEAA}" type="datetime1">
              <a:rPr lang="es-CO" smtClean="0"/>
              <a:t>28/05/2026</a:t>
            </a:fld>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7" name="Footer Placeholder 4">
            <a:extLst>
              <a:ext uri="{FF2B5EF4-FFF2-40B4-BE49-F238E27FC236}">
                <a16:creationId xmlns:a16="http://schemas.microsoft.com/office/drawing/2014/main" id="{AAF9FF4A-A10B-6320-ECE3-A7B5A7117A05}"/>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2811008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19B51F-332D-4F93-BF63-DCF118E76AC9}" type="datetime1">
              <a:rPr lang="es-CO" smtClean="0"/>
              <a:t>28/05/2026</a:t>
            </a:fld>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7" name="Footer Placeholder 4">
            <a:extLst>
              <a:ext uri="{FF2B5EF4-FFF2-40B4-BE49-F238E27FC236}">
                <a16:creationId xmlns:a16="http://schemas.microsoft.com/office/drawing/2014/main" id="{D5E806EC-8377-227F-578A-BEE63E0170FC}"/>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1691096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3771900" y="6356348"/>
            <a:ext cx="2219325" cy="365125"/>
          </a:xfrm>
        </p:spPr>
        <p:txBody>
          <a:bodyPr/>
          <a:lstStyle>
            <a:lvl1pPr>
              <a:defRPr/>
            </a:lvl1pPr>
          </a:lstStyle>
          <a:p>
            <a:pPr algn="l"/>
            <a:r>
              <a:rPr lang="es-CO"/>
              <a:t>Análisis de datos</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9" name="Picture 4" descr="No hay ninguna descripción de la foto disponible.">
            <a:extLst>
              <a:ext uri="{FF2B5EF4-FFF2-40B4-BE49-F238E27FC236}">
                <a16:creationId xmlns:a16="http://schemas.microsoft.com/office/drawing/2014/main" id="{E28E3B34-B9FC-FA25-0EAB-BE6EF4ACA06F}"/>
              </a:ext>
            </a:extLst>
          </p:cNvPr>
          <p:cNvPicPr>
            <a:picLocks noChangeAspect="1" noChangeArrowheads="1"/>
          </p:cNvPicPr>
          <p:nvPr userDrawn="1"/>
        </p:nvPicPr>
        <p:blipFill rotWithShape="1">
          <a:blip r:embed="rId2" cstate="print">
            <a:clrChange>
              <a:clrFrom>
                <a:srgbClr val="FFFFFF"/>
              </a:clrFrom>
              <a:clrTo>
                <a:srgbClr val="FFFFFF">
                  <a:alpha val="0"/>
                </a:srgbClr>
              </a:clrTo>
            </a:clrChange>
            <a:grayscl/>
            <a:alphaModFix amt="65000"/>
            <a:extLst>
              <a:ext uri="{28A0092B-C50C-407E-A947-70E740481C1C}">
                <a14:useLocalDpi xmlns:a14="http://schemas.microsoft.com/office/drawing/2010/main" val="0"/>
              </a:ext>
            </a:extLst>
          </a:blip>
          <a:srcRect t="26703" b="28790"/>
          <a:stretch/>
        </p:blipFill>
        <p:spPr bwMode="auto">
          <a:xfrm>
            <a:off x="843835" y="6356349"/>
            <a:ext cx="2670890" cy="365125"/>
          </a:xfrm>
          <a:prstGeom prst="rect">
            <a:avLst/>
          </a:prstGeom>
          <a:noFill/>
          <a:extLst>
            <a:ext uri="{909E8E84-426E-40DD-AFC4-6F175D3DCCD1}">
              <a14:hiddenFill xmlns:a14="http://schemas.microsoft.com/office/drawing/2010/main">
                <a:solidFill>
                  <a:srgbClr val="FFFFFF"/>
                </a:solidFill>
              </a14:hiddenFill>
            </a:ext>
          </a:extLst>
        </p:spPr>
      </p:pic>
      <p:sp>
        <p:nvSpPr>
          <p:cNvPr id="10" name="Date Placeholder 3">
            <a:extLst>
              <a:ext uri="{FF2B5EF4-FFF2-40B4-BE49-F238E27FC236}">
                <a16:creationId xmlns:a16="http://schemas.microsoft.com/office/drawing/2014/main" id="{F0B7291D-A788-CC25-C55E-112D8F557E36}"/>
              </a:ext>
            </a:extLst>
          </p:cNvPr>
          <p:cNvSpPr>
            <a:spLocks noGrp="1"/>
          </p:cNvSpPr>
          <p:nvPr>
            <p:ph type="dt" sz="half" idx="10"/>
          </p:nvPr>
        </p:nvSpPr>
        <p:spPr>
          <a:xfrm>
            <a:off x="11003616" y="136525"/>
            <a:ext cx="1117563" cy="365125"/>
          </a:xfrm>
        </p:spPr>
        <p:txBody>
          <a:bodyPr/>
          <a:lstStyle/>
          <a:p>
            <a:fld id="{27AB8C26-330F-4C13-A9D7-A5B1D2394DAC}" type="datetime1">
              <a:rPr lang="es-CO" smtClean="0"/>
              <a:t>28/05/2026</a:t>
            </a:fld>
            <a:endParaRPr lang="en-US"/>
          </a:p>
        </p:txBody>
      </p:sp>
    </p:spTree>
    <p:extLst>
      <p:ext uri="{BB962C8B-B14F-4D97-AF65-F5344CB8AC3E}">
        <p14:creationId xmlns:p14="http://schemas.microsoft.com/office/powerpoint/2010/main" val="30416441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3771900" y="6356348"/>
            <a:ext cx="2219325" cy="365125"/>
          </a:xfrm>
        </p:spPr>
        <p:txBody>
          <a:bodyPr/>
          <a:lstStyle>
            <a:lvl1pPr>
              <a:defRPr/>
            </a:lvl1pPr>
          </a:lstStyle>
          <a:p>
            <a:pPr algn="l"/>
            <a:r>
              <a:rPr lang="es-CO"/>
              <a:t>Análisis de datos</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10" name="Date Placeholder 3">
            <a:extLst>
              <a:ext uri="{FF2B5EF4-FFF2-40B4-BE49-F238E27FC236}">
                <a16:creationId xmlns:a16="http://schemas.microsoft.com/office/drawing/2014/main" id="{F0B7291D-A788-CC25-C55E-112D8F557E36}"/>
              </a:ext>
            </a:extLst>
          </p:cNvPr>
          <p:cNvSpPr>
            <a:spLocks noGrp="1"/>
          </p:cNvSpPr>
          <p:nvPr>
            <p:ph type="dt" sz="half" idx="10"/>
          </p:nvPr>
        </p:nvSpPr>
        <p:spPr>
          <a:xfrm>
            <a:off x="11003616" y="136525"/>
            <a:ext cx="1117563" cy="365125"/>
          </a:xfrm>
        </p:spPr>
        <p:txBody>
          <a:bodyPr/>
          <a:lstStyle/>
          <a:p>
            <a:fld id="{27AB8C26-330F-4C13-A9D7-A5B1D2394DAC}" type="datetime1">
              <a:rPr lang="es-CO" smtClean="0"/>
              <a:t>28/05/2026</a:t>
            </a:fld>
            <a:endParaRPr lang="en-US"/>
          </a:p>
        </p:txBody>
      </p:sp>
      <p:grpSp>
        <p:nvGrpSpPr>
          <p:cNvPr id="17" name="Group 16">
            <a:extLst>
              <a:ext uri="{FF2B5EF4-FFF2-40B4-BE49-F238E27FC236}">
                <a16:creationId xmlns:a16="http://schemas.microsoft.com/office/drawing/2014/main" id="{8AF8FE18-98B4-630E-14C9-23E5CDD6008B}"/>
              </a:ext>
            </a:extLst>
          </p:cNvPr>
          <p:cNvGrpSpPr/>
          <p:nvPr userDrawn="1"/>
        </p:nvGrpSpPr>
        <p:grpSpPr>
          <a:xfrm>
            <a:off x="815859" y="6356348"/>
            <a:ext cx="2526218" cy="385624"/>
            <a:chOff x="2471736" y="4828853"/>
            <a:chExt cx="7323962" cy="1117993"/>
          </a:xfrm>
        </p:grpSpPr>
        <p:pic>
          <p:nvPicPr>
            <p:cNvPr id="18" name="Picture 2" descr="Foro Enseñanza e Investigación de las Políticas Públicas en Colombia – En  homenaje a Luis Fernando Aguilar Villanueva –">
              <a:extLst>
                <a:ext uri="{FF2B5EF4-FFF2-40B4-BE49-F238E27FC236}">
                  <a16:creationId xmlns:a16="http://schemas.microsoft.com/office/drawing/2014/main" id="{1C91932F-4EF4-9BF2-7847-351945CC9179}"/>
                </a:ext>
              </a:extLst>
            </p:cNvPr>
            <p:cNvPicPr>
              <a:picLocks noChangeAspect="1" noChangeArrowheads="1"/>
            </p:cNvPicPr>
            <p:nvPr/>
          </p:nvPicPr>
          <p:blipFill rotWithShape="1">
            <a:blip r:embed="rId2" cstate="print">
              <a:duotone>
                <a:prstClr val="black"/>
                <a:schemeClr val="accent6">
                  <a:tint val="45000"/>
                  <a:satMod val="400000"/>
                </a:schemeClr>
              </a:duotone>
              <a:alphaModFix amt="50000"/>
              <a:extLst>
                <a:ext uri="{28A0092B-C50C-407E-A947-70E740481C1C}">
                  <a14:useLocalDpi xmlns:a14="http://schemas.microsoft.com/office/drawing/2010/main" val="0"/>
                </a:ext>
              </a:extLst>
            </a:blip>
            <a:srcRect b="39150"/>
            <a:stretch/>
          </p:blipFill>
          <p:spPr bwMode="auto">
            <a:xfrm>
              <a:off x="2471736" y="4828853"/>
              <a:ext cx="3093245" cy="101767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Foro Enseñanza e Investigación de las Políticas Públicas en Colombia – En  homenaje a Luis Fernando Aguilar Villanueva –">
              <a:extLst>
                <a:ext uri="{FF2B5EF4-FFF2-40B4-BE49-F238E27FC236}">
                  <a16:creationId xmlns:a16="http://schemas.microsoft.com/office/drawing/2014/main" id="{501B4801-0B48-74BE-FC1B-559F3E76565C}"/>
                </a:ext>
              </a:extLst>
            </p:cNvPr>
            <p:cNvPicPr>
              <a:picLocks noChangeAspect="1" noChangeArrowheads="1"/>
            </p:cNvPicPr>
            <p:nvPr/>
          </p:nvPicPr>
          <p:blipFill rotWithShape="1">
            <a:blip r:embed="rId2" cstate="print">
              <a:duotone>
                <a:prstClr val="black"/>
                <a:schemeClr val="accent6">
                  <a:tint val="45000"/>
                  <a:satMod val="400000"/>
                </a:schemeClr>
              </a:duotone>
              <a:alphaModFix amt="50000"/>
              <a:extLst>
                <a:ext uri="{28A0092B-C50C-407E-A947-70E740481C1C}">
                  <a14:useLocalDpi xmlns:a14="http://schemas.microsoft.com/office/drawing/2010/main" val="0"/>
                </a:ext>
              </a:extLst>
            </a:blip>
            <a:srcRect t="65285"/>
            <a:stretch/>
          </p:blipFill>
          <p:spPr bwMode="auto">
            <a:xfrm>
              <a:off x="5369718" y="5116118"/>
              <a:ext cx="4425980" cy="830728"/>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0E3DE286-B4DF-001E-C83E-F2806F483E9E}"/>
                </a:ext>
              </a:extLst>
            </p:cNvPr>
            <p:cNvCxnSpPr>
              <a:cxnSpLocks/>
            </p:cNvCxnSpPr>
            <p:nvPr/>
          </p:nvCxnSpPr>
          <p:spPr>
            <a:xfrm flipV="1">
              <a:off x="5479261" y="5057775"/>
              <a:ext cx="0" cy="735249"/>
            </a:xfrm>
            <a:prstGeom prst="line">
              <a:avLst/>
            </a:prstGeom>
            <a:ln w="635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85387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334D46-9BD9-44D2-809B-EEF0D00AD165}" type="datetime1">
              <a:rPr lang="es-CO" smtClean="0"/>
              <a:t>28/05/2026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lgn="l"/>
            <a:r>
              <a:rPr lang="en-US" noProof="0"/>
              <a:t>Data analysis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16519766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73" r:id="rId12"/>
    <p:sldLayoutId id="2147483661" r:id="rId1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tags" Target="../tags/tag42.xml"/><Relationship Id="rId47" Type="http://schemas.openxmlformats.org/officeDocument/2006/relationships/tags" Target="../tags/tag47.xml"/><Relationship Id="rId50" Type="http://schemas.openxmlformats.org/officeDocument/2006/relationships/tags" Target="../tags/tag50.xml"/><Relationship Id="rId55" Type="http://schemas.openxmlformats.org/officeDocument/2006/relationships/tags" Target="../tags/tag55.xml"/><Relationship Id="rId63" Type="http://schemas.openxmlformats.org/officeDocument/2006/relationships/notesSlide" Target="../notesSlides/notesSlide3.xml"/><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9" Type="http://schemas.openxmlformats.org/officeDocument/2006/relationships/tags" Target="../tags/tag29.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45" Type="http://schemas.openxmlformats.org/officeDocument/2006/relationships/tags" Target="../tags/tag45.xml"/><Relationship Id="rId53" Type="http://schemas.openxmlformats.org/officeDocument/2006/relationships/tags" Target="../tags/tag53.xml"/><Relationship Id="rId58" Type="http://schemas.openxmlformats.org/officeDocument/2006/relationships/tags" Target="../tags/tag58.xml"/><Relationship Id="rId66" Type="http://schemas.openxmlformats.org/officeDocument/2006/relationships/hyperlink" Target="http://www.princeton.edu/~otorres/" TargetMode="External"/><Relationship Id="rId5" Type="http://schemas.openxmlformats.org/officeDocument/2006/relationships/tags" Target="../tags/tag5.xml"/><Relationship Id="rId61" Type="http://schemas.openxmlformats.org/officeDocument/2006/relationships/tags" Target="../tags/tag61.xml"/><Relationship Id="rId19" Type="http://schemas.openxmlformats.org/officeDocument/2006/relationships/tags" Target="../tags/tag1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tags" Target="../tags/tag48.xml"/><Relationship Id="rId56" Type="http://schemas.openxmlformats.org/officeDocument/2006/relationships/tags" Target="../tags/tag56.xml"/><Relationship Id="rId64" Type="http://schemas.openxmlformats.org/officeDocument/2006/relationships/hyperlink" Target="https://doi.org/10.1201/9781003100263" TargetMode="External"/><Relationship Id="rId8" Type="http://schemas.openxmlformats.org/officeDocument/2006/relationships/tags" Target="../tags/tag8.xml"/><Relationship Id="rId51" Type="http://schemas.openxmlformats.org/officeDocument/2006/relationships/tags" Target="../tags/tag51.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image" Target="../media/image5.png"/><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hyperlink" Target="https://stats.oarc.ucla.edu/r/dae/logit-regression/" TargetMode="Externa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s>
</file>

<file path=ppt/slides/_rels/slide4.xml.rels><?xml version="1.0" encoding="UTF-8" standalone="yes"?>
<Relationships xmlns="http://schemas.openxmlformats.org/package/2006/relationships"><Relationship Id="rId117" Type="http://schemas.openxmlformats.org/officeDocument/2006/relationships/tags" Target="../tags/tag178.xml"/><Relationship Id="rId21" Type="http://schemas.openxmlformats.org/officeDocument/2006/relationships/tags" Target="../tags/tag82.xml"/><Relationship Id="rId42" Type="http://schemas.openxmlformats.org/officeDocument/2006/relationships/tags" Target="../tags/tag103.xml"/><Relationship Id="rId63" Type="http://schemas.openxmlformats.org/officeDocument/2006/relationships/tags" Target="../tags/tag124.xml"/><Relationship Id="rId84" Type="http://schemas.openxmlformats.org/officeDocument/2006/relationships/tags" Target="../tags/tag145.xml"/><Relationship Id="rId138" Type="http://schemas.openxmlformats.org/officeDocument/2006/relationships/tags" Target="../tags/tag199.xml"/><Relationship Id="rId159" Type="http://schemas.openxmlformats.org/officeDocument/2006/relationships/tags" Target="../tags/tag220.xml"/><Relationship Id="rId170" Type="http://schemas.openxmlformats.org/officeDocument/2006/relationships/slideLayout" Target="../slideLayouts/slideLayout1.xml"/><Relationship Id="rId107" Type="http://schemas.openxmlformats.org/officeDocument/2006/relationships/tags" Target="../tags/tag168.xml"/><Relationship Id="rId11" Type="http://schemas.openxmlformats.org/officeDocument/2006/relationships/tags" Target="../tags/tag72.xml"/><Relationship Id="rId32" Type="http://schemas.openxmlformats.org/officeDocument/2006/relationships/tags" Target="../tags/tag93.xml"/><Relationship Id="rId53" Type="http://schemas.openxmlformats.org/officeDocument/2006/relationships/tags" Target="../tags/tag114.xml"/><Relationship Id="rId74" Type="http://schemas.openxmlformats.org/officeDocument/2006/relationships/tags" Target="../tags/tag135.xml"/><Relationship Id="rId128" Type="http://schemas.openxmlformats.org/officeDocument/2006/relationships/tags" Target="../tags/tag189.xml"/><Relationship Id="rId149" Type="http://schemas.openxmlformats.org/officeDocument/2006/relationships/tags" Target="../tags/tag210.xml"/><Relationship Id="rId5" Type="http://schemas.openxmlformats.org/officeDocument/2006/relationships/tags" Target="../tags/tag66.xml"/><Relationship Id="rId95" Type="http://schemas.openxmlformats.org/officeDocument/2006/relationships/tags" Target="../tags/tag156.xml"/><Relationship Id="rId160" Type="http://schemas.openxmlformats.org/officeDocument/2006/relationships/tags" Target="../tags/tag221.xml"/><Relationship Id="rId22" Type="http://schemas.openxmlformats.org/officeDocument/2006/relationships/tags" Target="../tags/tag83.xml"/><Relationship Id="rId43" Type="http://schemas.openxmlformats.org/officeDocument/2006/relationships/tags" Target="../tags/tag104.xml"/><Relationship Id="rId64" Type="http://schemas.openxmlformats.org/officeDocument/2006/relationships/tags" Target="../tags/tag125.xml"/><Relationship Id="rId118" Type="http://schemas.openxmlformats.org/officeDocument/2006/relationships/tags" Target="../tags/tag179.xml"/><Relationship Id="rId139" Type="http://schemas.openxmlformats.org/officeDocument/2006/relationships/tags" Target="../tags/tag200.xml"/><Relationship Id="rId85" Type="http://schemas.openxmlformats.org/officeDocument/2006/relationships/tags" Target="../tags/tag146.xml"/><Relationship Id="rId150" Type="http://schemas.openxmlformats.org/officeDocument/2006/relationships/tags" Target="../tags/tag211.xml"/><Relationship Id="rId171" Type="http://schemas.openxmlformats.org/officeDocument/2006/relationships/notesSlide" Target="../notesSlides/notesSlide4.xml"/><Relationship Id="rId12" Type="http://schemas.openxmlformats.org/officeDocument/2006/relationships/tags" Target="../tags/tag73.xml"/><Relationship Id="rId33" Type="http://schemas.openxmlformats.org/officeDocument/2006/relationships/tags" Target="../tags/tag94.xml"/><Relationship Id="rId108" Type="http://schemas.openxmlformats.org/officeDocument/2006/relationships/tags" Target="../tags/tag169.xml"/><Relationship Id="rId129" Type="http://schemas.openxmlformats.org/officeDocument/2006/relationships/tags" Target="../tags/tag190.xml"/><Relationship Id="rId54" Type="http://schemas.openxmlformats.org/officeDocument/2006/relationships/tags" Target="../tags/tag115.xml"/><Relationship Id="rId70" Type="http://schemas.openxmlformats.org/officeDocument/2006/relationships/tags" Target="../tags/tag131.xml"/><Relationship Id="rId75" Type="http://schemas.openxmlformats.org/officeDocument/2006/relationships/tags" Target="../tags/tag136.xml"/><Relationship Id="rId91" Type="http://schemas.openxmlformats.org/officeDocument/2006/relationships/tags" Target="../tags/tag152.xml"/><Relationship Id="rId96" Type="http://schemas.openxmlformats.org/officeDocument/2006/relationships/tags" Target="../tags/tag157.xml"/><Relationship Id="rId140" Type="http://schemas.openxmlformats.org/officeDocument/2006/relationships/tags" Target="../tags/tag201.xml"/><Relationship Id="rId145" Type="http://schemas.openxmlformats.org/officeDocument/2006/relationships/tags" Target="../tags/tag206.xml"/><Relationship Id="rId161" Type="http://schemas.openxmlformats.org/officeDocument/2006/relationships/tags" Target="../tags/tag222.xml"/><Relationship Id="rId166" Type="http://schemas.openxmlformats.org/officeDocument/2006/relationships/tags" Target="../tags/tag227.xml"/><Relationship Id="rId1" Type="http://schemas.openxmlformats.org/officeDocument/2006/relationships/tags" Target="../tags/tag62.xml"/><Relationship Id="rId6" Type="http://schemas.openxmlformats.org/officeDocument/2006/relationships/tags" Target="../tags/tag67.xml"/><Relationship Id="rId23" Type="http://schemas.openxmlformats.org/officeDocument/2006/relationships/tags" Target="../tags/tag84.xml"/><Relationship Id="rId28" Type="http://schemas.openxmlformats.org/officeDocument/2006/relationships/tags" Target="../tags/tag89.xml"/><Relationship Id="rId49" Type="http://schemas.openxmlformats.org/officeDocument/2006/relationships/tags" Target="../tags/tag110.xml"/><Relationship Id="rId114" Type="http://schemas.openxmlformats.org/officeDocument/2006/relationships/tags" Target="../tags/tag175.xml"/><Relationship Id="rId119" Type="http://schemas.openxmlformats.org/officeDocument/2006/relationships/tags" Target="../tags/tag180.xml"/><Relationship Id="rId44" Type="http://schemas.openxmlformats.org/officeDocument/2006/relationships/tags" Target="../tags/tag105.xml"/><Relationship Id="rId60" Type="http://schemas.openxmlformats.org/officeDocument/2006/relationships/tags" Target="../tags/tag121.xml"/><Relationship Id="rId65" Type="http://schemas.openxmlformats.org/officeDocument/2006/relationships/tags" Target="../tags/tag126.xml"/><Relationship Id="rId81" Type="http://schemas.openxmlformats.org/officeDocument/2006/relationships/tags" Target="../tags/tag142.xml"/><Relationship Id="rId86" Type="http://schemas.openxmlformats.org/officeDocument/2006/relationships/tags" Target="../tags/tag147.xml"/><Relationship Id="rId130" Type="http://schemas.openxmlformats.org/officeDocument/2006/relationships/tags" Target="../tags/tag191.xml"/><Relationship Id="rId135" Type="http://schemas.openxmlformats.org/officeDocument/2006/relationships/tags" Target="../tags/tag196.xml"/><Relationship Id="rId151" Type="http://schemas.openxmlformats.org/officeDocument/2006/relationships/tags" Target="../tags/tag212.xml"/><Relationship Id="rId156" Type="http://schemas.openxmlformats.org/officeDocument/2006/relationships/tags" Target="../tags/tag217.xml"/><Relationship Id="rId13" Type="http://schemas.openxmlformats.org/officeDocument/2006/relationships/tags" Target="../tags/tag74.xml"/><Relationship Id="rId18" Type="http://schemas.openxmlformats.org/officeDocument/2006/relationships/tags" Target="../tags/tag79.xml"/><Relationship Id="rId39" Type="http://schemas.openxmlformats.org/officeDocument/2006/relationships/tags" Target="../tags/tag100.xml"/><Relationship Id="rId109" Type="http://schemas.openxmlformats.org/officeDocument/2006/relationships/tags" Target="../tags/tag170.xml"/><Relationship Id="rId34" Type="http://schemas.openxmlformats.org/officeDocument/2006/relationships/tags" Target="../tags/tag95.xml"/><Relationship Id="rId50" Type="http://schemas.openxmlformats.org/officeDocument/2006/relationships/tags" Target="../tags/tag111.xml"/><Relationship Id="rId55" Type="http://schemas.openxmlformats.org/officeDocument/2006/relationships/tags" Target="../tags/tag116.xml"/><Relationship Id="rId76" Type="http://schemas.openxmlformats.org/officeDocument/2006/relationships/tags" Target="../tags/tag137.xml"/><Relationship Id="rId97" Type="http://schemas.openxmlformats.org/officeDocument/2006/relationships/tags" Target="../tags/tag158.xml"/><Relationship Id="rId104" Type="http://schemas.openxmlformats.org/officeDocument/2006/relationships/tags" Target="../tags/tag165.xml"/><Relationship Id="rId120" Type="http://schemas.openxmlformats.org/officeDocument/2006/relationships/tags" Target="../tags/tag181.xml"/><Relationship Id="rId125" Type="http://schemas.openxmlformats.org/officeDocument/2006/relationships/tags" Target="../tags/tag186.xml"/><Relationship Id="rId141" Type="http://schemas.openxmlformats.org/officeDocument/2006/relationships/tags" Target="../tags/tag202.xml"/><Relationship Id="rId146" Type="http://schemas.openxmlformats.org/officeDocument/2006/relationships/tags" Target="../tags/tag207.xml"/><Relationship Id="rId167" Type="http://schemas.openxmlformats.org/officeDocument/2006/relationships/tags" Target="../tags/tag228.xml"/><Relationship Id="rId7" Type="http://schemas.openxmlformats.org/officeDocument/2006/relationships/tags" Target="../tags/tag68.xml"/><Relationship Id="rId71" Type="http://schemas.openxmlformats.org/officeDocument/2006/relationships/tags" Target="../tags/tag132.xml"/><Relationship Id="rId92" Type="http://schemas.openxmlformats.org/officeDocument/2006/relationships/tags" Target="../tags/tag153.xml"/><Relationship Id="rId162" Type="http://schemas.openxmlformats.org/officeDocument/2006/relationships/tags" Target="../tags/tag223.xml"/><Relationship Id="rId2" Type="http://schemas.openxmlformats.org/officeDocument/2006/relationships/tags" Target="../tags/tag63.xml"/><Relationship Id="rId29" Type="http://schemas.openxmlformats.org/officeDocument/2006/relationships/tags" Target="../tags/tag90.xml"/><Relationship Id="rId24" Type="http://schemas.openxmlformats.org/officeDocument/2006/relationships/tags" Target="../tags/tag85.xml"/><Relationship Id="rId40" Type="http://schemas.openxmlformats.org/officeDocument/2006/relationships/tags" Target="../tags/tag101.xml"/><Relationship Id="rId45" Type="http://schemas.openxmlformats.org/officeDocument/2006/relationships/tags" Target="../tags/tag106.xml"/><Relationship Id="rId66" Type="http://schemas.openxmlformats.org/officeDocument/2006/relationships/tags" Target="../tags/tag127.xml"/><Relationship Id="rId87" Type="http://schemas.openxmlformats.org/officeDocument/2006/relationships/tags" Target="../tags/tag148.xml"/><Relationship Id="rId110" Type="http://schemas.openxmlformats.org/officeDocument/2006/relationships/tags" Target="../tags/tag171.xml"/><Relationship Id="rId115" Type="http://schemas.openxmlformats.org/officeDocument/2006/relationships/tags" Target="../tags/tag176.xml"/><Relationship Id="rId131" Type="http://schemas.openxmlformats.org/officeDocument/2006/relationships/tags" Target="../tags/tag192.xml"/><Relationship Id="rId136" Type="http://schemas.openxmlformats.org/officeDocument/2006/relationships/tags" Target="../tags/tag197.xml"/><Relationship Id="rId157" Type="http://schemas.openxmlformats.org/officeDocument/2006/relationships/tags" Target="../tags/tag218.xml"/><Relationship Id="rId61" Type="http://schemas.openxmlformats.org/officeDocument/2006/relationships/tags" Target="../tags/tag122.xml"/><Relationship Id="rId82" Type="http://schemas.openxmlformats.org/officeDocument/2006/relationships/tags" Target="../tags/tag143.xml"/><Relationship Id="rId152" Type="http://schemas.openxmlformats.org/officeDocument/2006/relationships/tags" Target="../tags/tag213.xml"/><Relationship Id="rId19" Type="http://schemas.openxmlformats.org/officeDocument/2006/relationships/tags" Target="../tags/tag80.xml"/><Relationship Id="rId14" Type="http://schemas.openxmlformats.org/officeDocument/2006/relationships/tags" Target="../tags/tag75.xml"/><Relationship Id="rId30" Type="http://schemas.openxmlformats.org/officeDocument/2006/relationships/tags" Target="../tags/tag91.xml"/><Relationship Id="rId35" Type="http://schemas.openxmlformats.org/officeDocument/2006/relationships/tags" Target="../tags/tag96.xml"/><Relationship Id="rId56" Type="http://schemas.openxmlformats.org/officeDocument/2006/relationships/tags" Target="../tags/tag117.xml"/><Relationship Id="rId77" Type="http://schemas.openxmlformats.org/officeDocument/2006/relationships/tags" Target="../tags/tag138.xml"/><Relationship Id="rId100" Type="http://schemas.openxmlformats.org/officeDocument/2006/relationships/tags" Target="../tags/tag161.xml"/><Relationship Id="rId105" Type="http://schemas.openxmlformats.org/officeDocument/2006/relationships/tags" Target="../tags/tag166.xml"/><Relationship Id="rId126" Type="http://schemas.openxmlformats.org/officeDocument/2006/relationships/tags" Target="../tags/tag187.xml"/><Relationship Id="rId147" Type="http://schemas.openxmlformats.org/officeDocument/2006/relationships/tags" Target="../tags/tag208.xml"/><Relationship Id="rId168" Type="http://schemas.openxmlformats.org/officeDocument/2006/relationships/tags" Target="../tags/tag229.xml"/><Relationship Id="rId8" Type="http://schemas.openxmlformats.org/officeDocument/2006/relationships/tags" Target="../tags/tag69.xml"/><Relationship Id="rId51" Type="http://schemas.openxmlformats.org/officeDocument/2006/relationships/tags" Target="../tags/tag112.xml"/><Relationship Id="rId72" Type="http://schemas.openxmlformats.org/officeDocument/2006/relationships/tags" Target="../tags/tag133.xml"/><Relationship Id="rId93" Type="http://schemas.openxmlformats.org/officeDocument/2006/relationships/tags" Target="../tags/tag154.xml"/><Relationship Id="rId98" Type="http://schemas.openxmlformats.org/officeDocument/2006/relationships/tags" Target="../tags/tag159.xml"/><Relationship Id="rId121" Type="http://schemas.openxmlformats.org/officeDocument/2006/relationships/tags" Target="../tags/tag182.xml"/><Relationship Id="rId142" Type="http://schemas.openxmlformats.org/officeDocument/2006/relationships/tags" Target="../tags/tag203.xml"/><Relationship Id="rId163" Type="http://schemas.openxmlformats.org/officeDocument/2006/relationships/tags" Target="../tags/tag224.xml"/><Relationship Id="rId3" Type="http://schemas.openxmlformats.org/officeDocument/2006/relationships/tags" Target="../tags/tag64.xml"/><Relationship Id="rId25" Type="http://schemas.openxmlformats.org/officeDocument/2006/relationships/tags" Target="../tags/tag86.xml"/><Relationship Id="rId46" Type="http://schemas.openxmlformats.org/officeDocument/2006/relationships/tags" Target="../tags/tag107.xml"/><Relationship Id="rId67" Type="http://schemas.openxmlformats.org/officeDocument/2006/relationships/tags" Target="../tags/tag128.xml"/><Relationship Id="rId116" Type="http://schemas.openxmlformats.org/officeDocument/2006/relationships/tags" Target="../tags/tag177.xml"/><Relationship Id="rId137" Type="http://schemas.openxmlformats.org/officeDocument/2006/relationships/tags" Target="../tags/tag198.xml"/><Relationship Id="rId158" Type="http://schemas.openxmlformats.org/officeDocument/2006/relationships/tags" Target="../tags/tag219.xml"/><Relationship Id="rId20" Type="http://schemas.openxmlformats.org/officeDocument/2006/relationships/tags" Target="../tags/tag81.xml"/><Relationship Id="rId41" Type="http://schemas.openxmlformats.org/officeDocument/2006/relationships/tags" Target="../tags/tag102.xml"/><Relationship Id="rId62" Type="http://schemas.openxmlformats.org/officeDocument/2006/relationships/tags" Target="../tags/tag123.xml"/><Relationship Id="rId83" Type="http://schemas.openxmlformats.org/officeDocument/2006/relationships/tags" Target="../tags/tag144.xml"/><Relationship Id="rId88" Type="http://schemas.openxmlformats.org/officeDocument/2006/relationships/tags" Target="../tags/tag149.xml"/><Relationship Id="rId111" Type="http://schemas.openxmlformats.org/officeDocument/2006/relationships/tags" Target="../tags/tag172.xml"/><Relationship Id="rId132" Type="http://schemas.openxmlformats.org/officeDocument/2006/relationships/tags" Target="../tags/tag193.xml"/><Relationship Id="rId153" Type="http://schemas.openxmlformats.org/officeDocument/2006/relationships/tags" Target="../tags/tag214.xml"/><Relationship Id="rId15" Type="http://schemas.openxmlformats.org/officeDocument/2006/relationships/tags" Target="../tags/tag76.xml"/><Relationship Id="rId36" Type="http://schemas.openxmlformats.org/officeDocument/2006/relationships/tags" Target="../tags/tag97.xml"/><Relationship Id="rId57" Type="http://schemas.openxmlformats.org/officeDocument/2006/relationships/tags" Target="../tags/tag118.xml"/><Relationship Id="rId106" Type="http://schemas.openxmlformats.org/officeDocument/2006/relationships/tags" Target="../tags/tag167.xml"/><Relationship Id="rId127" Type="http://schemas.openxmlformats.org/officeDocument/2006/relationships/tags" Target="../tags/tag188.xml"/><Relationship Id="rId10" Type="http://schemas.openxmlformats.org/officeDocument/2006/relationships/tags" Target="../tags/tag71.xml"/><Relationship Id="rId31" Type="http://schemas.openxmlformats.org/officeDocument/2006/relationships/tags" Target="../tags/tag92.xml"/><Relationship Id="rId52" Type="http://schemas.openxmlformats.org/officeDocument/2006/relationships/tags" Target="../tags/tag113.xml"/><Relationship Id="rId73" Type="http://schemas.openxmlformats.org/officeDocument/2006/relationships/tags" Target="../tags/tag134.xml"/><Relationship Id="rId78" Type="http://schemas.openxmlformats.org/officeDocument/2006/relationships/tags" Target="../tags/tag139.xml"/><Relationship Id="rId94" Type="http://schemas.openxmlformats.org/officeDocument/2006/relationships/tags" Target="../tags/tag155.xml"/><Relationship Id="rId99" Type="http://schemas.openxmlformats.org/officeDocument/2006/relationships/tags" Target="../tags/tag160.xml"/><Relationship Id="rId101" Type="http://schemas.openxmlformats.org/officeDocument/2006/relationships/tags" Target="../tags/tag162.xml"/><Relationship Id="rId122" Type="http://schemas.openxmlformats.org/officeDocument/2006/relationships/tags" Target="../tags/tag183.xml"/><Relationship Id="rId143" Type="http://schemas.openxmlformats.org/officeDocument/2006/relationships/tags" Target="../tags/tag204.xml"/><Relationship Id="rId148" Type="http://schemas.openxmlformats.org/officeDocument/2006/relationships/tags" Target="../tags/tag209.xml"/><Relationship Id="rId164" Type="http://schemas.openxmlformats.org/officeDocument/2006/relationships/tags" Target="../tags/tag225.xml"/><Relationship Id="rId169" Type="http://schemas.openxmlformats.org/officeDocument/2006/relationships/tags" Target="../tags/tag230.xml"/><Relationship Id="rId4" Type="http://schemas.openxmlformats.org/officeDocument/2006/relationships/tags" Target="../tags/tag65.xml"/><Relationship Id="rId9" Type="http://schemas.openxmlformats.org/officeDocument/2006/relationships/tags" Target="../tags/tag70.xml"/><Relationship Id="rId26" Type="http://schemas.openxmlformats.org/officeDocument/2006/relationships/tags" Target="../tags/tag87.xml"/><Relationship Id="rId47" Type="http://schemas.openxmlformats.org/officeDocument/2006/relationships/tags" Target="../tags/tag108.xml"/><Relationship Id="rId68" Type="http://schemas.openxmlformats.org/officeDocument/2006/relationships/tags" Target="../tags/tag129.xml"/><Relationship Id="rId89" Type="http://schemas.openxmlformats.org/officeDocument/2006/relationships/tags" Target="../tags/tag150.xml"/><Relationship Id="rId112" Type="http://schemas.openxmlformats.org/officeDocument/2006/relationships/tags" Target="../tags/tag173.xml"/><Relationship Id="rId133" Type="http://schemas.openxmlformats.org/officeDocument/2006/relationships/tags" Target="../tags/tag194.xml"/><Relationship Id="rId154" Type="http://schemas.openxmlformats.org/officeDocument/2006/relationships/tags" Target="../tags/tag215.xml"/><Relationship Id="rId16" Type="http://schemas.openxmlformats.org/officeDocument/2006/relationships/tags" Target="../tags/tag77.xml"/><Relationship Id="rId37" Type="http://schemas.openxmlformats.org/officeDocument/2006/relationships/tags" Target="../tags/tag98.xml"/><Relationship Id="rId58" Type="http://schemas.openxmlformats.org/officeDocument/2006/relationships/tags" Target="../tags/tag119.xml"/><Relationship Id="rId79" Type="http://schemas.openxmlformats.org/officeDocument/2006/relationships/tags" Target="../tags/tag140.xml"/><Relationship Id="rId102" Type="http://schemas.openxmlformats.org/officeDocument/2006/relationships/tags" Target="../tags/tag163.xml"/><Relationship Id="rId123" Type="http://schemas.openxmlformats.org/officeDocument/2006/relationships/tags" Target="../tags/tag184.xml"/><Relationship Id="rId144" Type="http://schemas.openxmlformats.org/officeDocument/2006/relationships/tags" Target="../tags/tag205.xml"/><Relationship Id="rId90" Type="http://schemas.openxmlformats.org/officeDocument/2006/relationships/tags" Target="../tags/tag151.xml"/><Relationship Id="rId165" Type="http://schemas.openxmlformats.org/officeDocument/2006/relationships/tags" Target="../tags/tag226.xml"/><Relationship Id="rId27" Type="http://schemas.openxmlformats.org/officeDocument/2006/relationships/tags" Target="../tags/tag88.xml"/><Relationship Id="rId48" Type="http://schemas.openxmlformats.org/officeDocument/2006/relationships/tags" Target="../tags/tag109.xml"/><Relationship Id="rId69" Type="http://schemas.openxmlformats.org/officeDocument/2006/relationships/tags" Target="../tags/tag130.xml"/><Relationship Id="rId113" Type="http://schemas.openxmlformats.org/officeDocument/2006/relationships/tags" Target="../tags/tag174.xml"/><Relationship Id="rId134" Type="http://schemas.openxmlformats.org/officeDocument/2006/relationships/tags" Target="../tags/tag195.xml"/><Relationship Id="rId80" Type="http://schemas.openxmlformats.org/officeDocument/2006/relationships/tags" Target="../tags/tag141.xml"/><Relationship Id="rId155" Type="http://schemas.openxmlformats.org/officeDocument/2006/relationships/tags" Target="../tags/tag216.xml"/><Relationship Id="rId17" Type="http://schemas.openxmlformats.org/officeDocument/2006/relationships/tags" Target="../tags/tag78.xml"/><Relationship Id="rId38" Type="http://schemas.openxmlformats.org/officeDocument/2006/relationships/tags" Target="../tags/tag99.xml"/><Relationship Id="rId59" Type="http://schemas.openxmlformats.org/officeDocument/2006/relationships/tags" Target="../tags/tag120.xml"/><Relationship Id="rId103" Type="http://schemas.openxmlformats.org/officeDocument/2006/relationships/tags" Target="../tags/tag164.xml"/><Relationship Id="rId124" Type="http://schemas.openxmlformats.org/officeDocument/2006/relationships/tags" Target="../tags/tag185.xml"/></Relationships>
</file>

<file path=ppt/slides/_rels/slide5.xml.rels><?xml version="1.0" encoding="UTF-8" standalone="yes"?>
<Relationships xmlns="http://schemas.openxmlformats.org/package/2006/relationships"><Relationship Id="rId26" Type="http://schemas.openxmlformats.org/officeDocument/2006/relationships/tags" Target="../tags/tag256.xml"/><Relationship Id="rId21" Type="http://schemas.openxmlformats.org/officeDocument/2006/relationships/tags" Target="../tags/tag251.xml"/><Relationship Id="rId42" Type="http://schemas.openxmlformats.org/officeDocument/2006/relationships/tags" Target="../tags/tag272.xml"/><Relationship Id="rId47" Type="http://schemas.openxmlformats.org/officeDocument/2006/relationships/tags" Target="../tags/tag277.xml"/><Relationship Id="rId63" Type="http://schemas.openxmlformats.org/officeDocument/2006/relationships/tags" Target="../tags/tag293.xml"/><Relationship Id="rId68" Type="http://schemas.openxmlformats.org/officeDocument/2006/relationships/tags" Target="../tags/tag298.xml"/><Relationship Id="rId84" Type="http://schemas.openxmlformats.org/officeDocument/2006/relationships/tags" Target="../tags/tag314.xml"/><Relationship Id="rId89" Type="http://schemas.openxmlformats.org/officeDocument/2006/relationships/tags" Target="../tags/tag319.xml"/><Relationship Id="rId16" Type="http://schemas.openxmlformats.org/officeDocument/2006/relationships/tags" Target="../tags/tag246.xml"/><Relationship Id="rId107" Type="http://schemas.openxmlformats.org/officeDocument/2006/relationships/tags" Target="../tags/tag337.xml"/><Relationship Id="rId11" Type="http://schemas.openxmlformats.org/officeDocument/2006/relationships/tags" Target="../tags/tag241.xml"/><Relationship Id="rId32" Type="http://schemas.openxmlformats.org/officeDocument/2006/relationships/tags" Target="../tags/tag262.xml"/><Relationship Id="rId37" Type="http://schemas.openxmlformats.org/officeDocument/2006/relationships/tags" Target="../tags/tag267.xml"/><Relationship Id="rId53" Type="http://schemas.openxmlformats.org/officeDocument/2006/relationships/tags" Target="../tags/tag283.xml"/><Relationship Id="rId58" Type="http://schemas.openxmlformats.org/officeDocument/2006/relationships/tags" Target="../tags/tag288.xml"/><Relationship Id="rId74" Type="http://schemas.openxmlformats.org/officeDocument/2006/relationships/tags" Target="../tags/tag304.xml"/><Relationship Id="rId79" Type="http://schemas.openxmlformats.org/officeDocument/2006/relationships/tags" Target="../tags/tag309.xml"/><Relationship Id="rId102" Type="http://schemas.openxmlformats.org/officeDocument/2006/relationships/tags" Target="../tags/tag332.xml"/><Relationship Id="rId5" Type="http://schemas.openxmlformats.org/officeDocument/2006/relationships/tags" Target="../tags/tag235.xml"/><Relationship Id="rId90" Type="http://schemas.openxmlformats.org/officeDocument/2006/relationships/tags" Target="../tags/tag320.xml"/><Relationship Id="rId95" Type="http://schemas.openxmlformats.org/officeDocument/2006/relationships/tags" Target="../tags/tag325.xml"/><Relationship Id="rId22" Type="http://schemas.openxmlformats.org/officeDocument/2006/relationships/tags" Target="../tags/tag252.xml"/><Relationship Id="rId27" Type="http://schemas.openxmlformats.org/officeDocument/2006/relationships/tags" Target="../tags/tag257.xml"/><Relationship Id="rId43" Type="http://schemas.openxmlformats.org/officeDocument/2006/relationships/tags" Target="../tags/tag273.xml"/><Relationship Id="rId48" Type="http://schemas.openxmlformats.org/officeDocument/2006/relationships/tags" Target="../tags/tag278.xml"/><Relationship Id="rId64" Type="http://schemas.openxmlformats.org/officeDocument/2006/relationships/tags" Target="../tags/tag294.xml"/><Relationship Id="rId69" Type="http://schemas.openxmlformats.org/officeDocument/2006/relationships/tags" Target="../tags/tag299.xml"/><Relationship Id="rId80" Type="http://schemas.openxmlformats.org/officeDocument/2006/relationships/tags" Target="../tags/tag310.xml"/><Relationship Id="rId85" Type="http://schemas.openxmlformats.org/officeDocument/2006/relationships/tags" Target="../tags/tag315.xml"/><Relationship Id="rId12" Type="http://schemas.openxmlformats.org/officeDocument/2006/relationships/tags" Target="../tags/tag242.xml"/><Relationship Id="rId17" Type="http://schemas.openxmlformats.org/officeDocument/2006/relationships/tags" Target="../tags/tag247.xml"/><Relationship Id="rId33" Type="http://schemas.openxmlformats.org/officeDocument/2006/relationships/tags" Target="../tags/tag263.xml"/><Relationship Id="rId38" Type="http://schemas.openxmlformats.org/officeDocument/2006/relationships/tags" Target="../tags/tag268.xml"/><Relationship Id="rId59" Type="http://schemas.openxmlformats.org/officeDocument/2006/relationships/tags" Target="../tags/tag289.xml"/><Relationship Id="rId103" Type="http://schemas.openxmlformats.org/officeDocument/2006/relationships/tags" Target="../tags/tag333.xml"/><Relationship Id="rId108" Type="http://schemas.openxmlformats.org/officeDocument/2006/relationships/tags" Target="../tags/tag338.xml"/><Relationship Id="rId54" Type="http://schemas.openxmlformats.org/officeDocument/2006/relationships/tags" Target="../tags/tag284.xml"/><Relationship Id="rId70" Type="http://schemas.openxmlformats.org/officeDocument/2006/relationships/tags" Target="../tags/tag300.xml"/><Relationship Id="rId75" Type="http://schemas.openxmlformats.org/officeDocument/2006/relationships/tags" Target="../tags/tag305.xml"/><Relationship Id="rId91" Type="http://schemas.openxmlformats.org/officeDocument/2006/relationships/tags" Target="../tags/tag321.xml"/><Relationship Id="rId96" Type="http://schemas.openxmlformats.org/officeDocument/2006/relationships/tags" Target="../tags/tag326.xml"/><Relationship Id="rId1" Type="http://schemas.openxmlformats.org/officeDocument/2006/relationships/tags" Target="../tags/tag231.xml"/><Relationship Id="rId6" Type="http://schemas.openxmlformats.org/officeDocument/2006/relationships/tags" Target="../tags/tag236.xml"/><Relationship Id="rId15" Type="http://schemas.openxmlformats.org/officeDocument/2006/relationships/tags" Target="../tags/tag245.xml"/><Relationship Id="rId23" Type="http://schemas.openxmlformats.org/officeDocument/2006/relationships/tags" Target="../tags/tag253.xml"/><Relationship Id="rId28" Type="http://schemas.openxmlformats.org/officeDocument/2006/relationships/tags" Target="../tags/tag258.xml"/><Relationship Id="rId36" Type="http://schemas.openxmlformats.org/officeDocument/2006/relationships/tags" Target="../tags/tag266.xml"/><Relationship Id="rId49" Type="http://schemas.openxmlformats.org/officeDocument/2006/relationships/tags" Target="../tags/tag279.xml"/><Relationship Id="rId57" Type="http://schemas.openxmlformats.org/officeDocument/2006/relationships/tags" Target="../tags/tag287.xml"/><Relationship Id="rId106" Type="http://schemas.openxmlformats.org/officeDocument/2006/relationships/tags" Target="../tags/tag336.xml"/><Relationship Id="rId10" Type="http://schemas.openxmlformats.org/officeDocument/2006/relationships/tags" Target="../tags/tag240.xml"/><Relationship Id="rId31" Type="http://schemas.openxmlformats.org/officeDocument/2006/relationships/tags" Target="../tags/tag261.xml"/><Relationship Id="rId44" Type="http://schemas.openxmlformats.org/officeDocument/2006/relationships/tags" Target="../tags/tag274.xml"/><Relationship Id="rId52" Type="http://schemas.openxmlformats.org/officeDocument/2006/relationships/tags" Target="../tags/tag282.xml"/><Relationship Id="rId60" Type="http://schemas.openxmlformats.org/officeDocument/2006/relationships/tags" Target="../tags/tag290.xml"/><Relationship Id="rId65" Type="http://schemas.openxmlformats.org/officeDocument/2006/relationships/tags" Target="../tags/tag295.xml"/><Relationship Id="rId73" Type="http://schemas.openxmlformats.org/officeDocument/2006/relationships/tags" Target="../tags/tag303.xml"/><Relationship Id="rId78" Type="http://schemas.openxmlformats.org/officeDocument/2006/relationships/tags" Target="../tags/tag308.xml"/><Relationship Id="rId81" Type="http://schemas.openxmlformats.org/officeDocument/2006/relationships/tags" Target="../tags/tag311.xml"/><Relationship Id="rId86" Type="http://schemas.openxmlformats.org/officeDocument/2006/relationships/tags" Target="../tags/tag316.xml"/><Relationship Id="rId94" Type="http://schemas.openxmlformats.org/officeDocument/2006/relationships/tags" Target="../tags/tag324.xml"/><Relationship Id="rId99" Type="http://schemas.openxmlformats.org/officeDocument/2006/relationships/tags" Target="../tags/tag329.xml"/><Relationship Id="rId101" Type="http://schemas.openxmlformats.org/officeDocument/2006/relationships/tags" Target="../tags/tag331.xml"/><Relationship Id="rId4" Type="http://schemas.openxmlformats.org/officeDocument/2006/relationships/tags" Target="../tags/tag234.xml"/><Relationship Id="rId9" Type="http://schemas.openxmlformats.org/officeDocument/2006/relationships/tags" Target="../tags/tag239.xml"/><Relationship Id="rId13" Type="http://schemas.openxmlformats.org/officeDocument/2006/relationships/tags" Target="../tags/tag243.xml"/><Relationship Id="rId18" Type="http://schemas.openxmlformats.org/officeDocument/2006/relationships/tags" Target="../tags/tag248.xml"/><Relationship Id="rId39" Type="http://schemas.openxmlformats.org/officeDocument/2006/relationships/tags" Target="../tags/tag269.xml"/><Relationship Id="rId109" Type="http://schemas.openxmlformats.org/officeDocument/2006/relationships/slideLayout" Target="../slideLayouts/slideLayout1.xml"/><Relationship Id="rId34" Type="http://schemas.openxmlformats.org/officeDocument/2006/relationships/tags" Target="../tags/tag264.xml"/><Relationship Id="rId50" Type="http://schemas.openxmlformats.org/officeDocument/2006/relationships/tags" Target="../tags/tag280.xml"/><Relationship Id="rId55" Type="http://schemas.openxmlformats.org/officeDocument/2006/relationships/tags" Target="../tags/tag285.xml"/><Relationship Id="rId76" Type="http://schemas.openxmlformats.org/officeDocument/2006/relationships/tags" Target="../tags/tag306.xml"/><Relationship Id="rId97" Type="http://schemas.openxmlformats.org/officeDocument/2006/relationships/tags" Target="../tags/tag327.xml"/><Relationship Id="rId104" Type="http://schemas.openxmlformats.org/officeDocument/2006/relationships/tags" Target="../tags/tag334.xml"/><Relationship Id="rId7" Type="http://schemas.openxmlformats.org/officeDocument/2006/relationships/tags" Target="../tags/tag237.xml"/><Relationship Id="rId71" Type="http://schemas.openxmlformats.org/officeDocument/2006/relationships/tags" Target="../tags/tag301.xml"/><Relationship Id="rId92" Type="http://schemas.openxmlformats.org/officeDocument/2006/relationships/tags" Target="../tags/tag322.xml"/><Relationship Id="rId2" Type="http://schemas.openxmlformats.org/officeDocument/2006/relationships/tags" Target="../tags/tag232.xml"/><Relationship Id="rId29" Type="http://schemas.openxmlformats.org/officeDocument/2006/relationships/tags" Target="../tags/tag259.xml"/><Relationship Id="rId24" Type="http://schemas.openxmlformats.org/officeDocument/2006/relationships/tags" Target="../tags/tag254.xml"/><Relationship Id="rId40" Type="http://schemas.openxmlformats.org/officeDocument/2006/relationships/tags" Target="../tags/tag270.xml"/><Relationship Id="rId45" Type="http://schemas.openxmlformats.org/officeDocument/2006/relationships/tags" Target="../tags/tag275.xml"/><Relationship Id="rId66" Type="http://schemas.openxmlformats.org/officeDocument/2006/relationships/tags" Target="../tags/tag296.xml"/><Relationship Id="rId87" Type="http://schemas.openxmlformats.org/officeDocument/2006/relationships/tags" Target="../tags/tag317.xml"/><Relationship Id="rId110" Type="http://schemas.openxmlformats.org/officeDocument/2006/relationships/notesSlide" Target="../notesSlides/notesSlide5.xml"/><Relationship Id="rId61" Type="http://schemas.openxmlformats.org/officeDocument/2006/relationships/tags" Target="../tags/tag291.xml"/><Relationship Id="rId82" Type="http://schemas.openxmlformats.org/officeDocument/2006/relationships/tags" Target="../tags/tag312.xml"/><Relationship Id="rId19" Type="http://schemas.openxmlformats.org/officeDocument/2006/relationships/tags" Target="../tags/tag249.xml"/><Relationship Id="rId14" Type="http://schemas.openxmlformats.org/officeDocument/2006/relationships/tags" Target="../tags/tag244.xml"/><Relationship Id="rId30" Type="http://schemas.openxmlformats.org/officeDocument/2006/relationships/tags" Target="../tags/tag260.xml"/><Relationship Id="rId35" Type="http://schemas.openxmlformats.org/officeDocument/2006/relationships/tags" Target="../tags/tag265.xml"/><Relationship Id="rId56" Type="http://schemas.openxmlformats.org/officeDocument/2006/relationships/tags" Target="../tags/tag286.xml"/><Relationship Id="rId77" Type="http://schemas.openxmlformats.org/officeDocument/2006/relationships/tags" Target="../tags/tag307.xml"/><Relationship Id="rId100" Type="http://schemas.openxmlformats.org/officeDocument/2006/relationships/tags" Target="../tags/tag330.xml"/><Relationship Id="rId105" Type="http://schemas.openxmlformats.org/officeDocument/2006/relationships/tags" Target="../tags/tag335.xml"/><Relationship Id="rId8" Type="http://schemas.openxmlformats.org/officeDocument/2006/relationships/tags" Target="../tags/tag238.xml"/><Relationship Id="rId51" Type="http://schemas.openxmlformats.org/officeDocument/2006/relationships/tags" Target="../tags/tag281.xml"/><Relationship Id="rId72" Type="http://schemas.openxmlformats.org/officeDocument/2006/relationships/tags" Target="../tags/tag302.xml"/><Relationship Id="rId93" Type="http://schemas.openxmlformats.org/officeDocument/2006/relationships/tags" Target="../tags/tag323.xml"/><Relationship Id="rId98" Type="http://schemas.openxmlformats.org/officeDocument/2006/relationships/tags" Target="../tags/tag328.xml"/><Relationship Id="rId3" Type="http://schemas.openxmlformats.org/officeDocument/2006/relationships/tags" Target="../tags/tag233.xml"/><Relationship Id="rId25" Type="http://schemas.openxmlformats.org/officeDocument/2006/relationships/tags" Target="../tags/tag255.xml"/><Relationship Id="rId46" Type="http://schemas.openxmlformats.org/officeDocument/2006/relationships/tags" Target="../tags/tag276.xml"/><Relationship Id="rId67" Type="http://schemas.openxmlformats.org/officeDocument/2006/relationships/tags" Target="../tags/tag297.xml"/><Relationship Id="rId20" Type="http://schemas.openxmlformats.org/officeDocument/2006/relationships/tags" Target="../tags/tag250.xml"/><Relationship Id="rId41" Type="http://schemas.openxmlformats.org/officeDocument/2006/relationships/tags" Target="../tags/tag271.xml"/><Relationship Id="rId62" Type="http://schemas.openxmlformats.org/officeDocument/2006/relationships/tags" Target="../tags/tag292.xml"/><Relationship Id="rId83" Type="http://schemas.openxmlformats.org/officeDocument/2006/relationships/tags" Target="../tags/tag313.xml"/><Relationship Id="rId88" Type="http://schemas.openxmlformats.org/officeDocument/2006/relationships/tags" Target="../tags/tag318.xml"/><Relationship Id="rId111"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tags" Target="../tags/tag346.xml"/><Relationship Id="rId13" Type="http://schemas.openxmlformats.org/officeDocument/2006/relationships/tags" Target="../tags/tag351.xml"/><Relationship Id="rId18" Type="http://schemas.openxmlformats.org/officeDocument/2006/relationships/tags" Target="../tags/tag356.xml"/><Relationship Id="rId26" Type="http://schemas.openxmlformats.org/officeDocument/2006/relationships/notesSlide" Target="../notesSlides/notesSlide6.xml"/><Relationship Id="rId3" Type="http://schemas.openxmlformats.org/officeDocument/2006/relationships/tags" Target="../tags/tag341.xml"/><Relationship Id="rId21" Type="http://schemas.openxmlformats.org/officeDocument/2006/relationships/tags" Target="../tags/tag359.xml"/><Relationship Id="rId7" Type="http://schemas.openxmlformats.org/officeDocument/2006/relationships/tags" Target="../tags/tag345.xml"/><Relationship Id="rId12" Type="http://schemas.openxmlformats.org/officeDocument/2006/relationships/tags" Target="../tags/tag350.xml"/><Relationship Id="rId17" Type="http://schemas.openxmlformats.org/officeDocument/2006/relationships/tags" Target="../tags/tag355.xml"/><Relationship Id="rId25" Type="http://schemas.openxmlformats.org/officeDocument/2006/relationships/slideLayout" Target="../slideLayouts/slideLayout1.xml"/><Relationship Id="rId2" Type="http://schemas.openxmlformats.org/officeDocument/2006/relationships/tags" Target="../tags/tag340.xml"/><Relationship Id="rId16" Type="http://schemas.openxmlformats.org/officeDocument/2006/relationships/tags" Target="../tags/tag354.xml"/><Relationship Id="rId20" Type="http://schemas.openxmlformats.org/officeDocument/2006/relationships/tags" Target="../tags/tag358.xml"/><Relationship Id="rId1" Type="http://schemas.openxmlformats.org/officeDocument/2006/relationships/tags" Target="../tags/tag339.xml"/><Relationship Id="rId6" Type="http://schemas.openxmlformats.org/officeDocument/2006/relationships/tags" Target="../tags/tag344.xml"/><Relationship Id="rId11" Type="http://schemas.openxmlformats.org/officeDocument/2006/relationships/tags" Target="../tags/tag349.xml"/><Relationship Id="rId24" Type="http://schemas.openxmlformats.org/officeDocument/2006/relationships/tags" Target="../tags/tag362.xml"/><Relationship Id="rId5" Type="http://schemas.openxmlformats.org/officeDocument/2006/relationships/tags" Target="../tags/tag343.xml"/><Relationship Id="rId15" Type="http://schemas.openxmlformats.org/officeDocument/2006/relationships/tags" Target="../tags/tag353.xml"/><Relationship Id="rId23" Type="http://schemas.openxmlformats.org/officeDocument/2006/relationships/tags" Target="../tags/tag361.xml"/><Relationship Id="rId10" Type="http://schemas.openxmlformats.org/officeDocument/2006/relationships/tags" Target="../tags/tag348.xml"/><Relationship Id="rId19" Type="http://schemas.openxmlformats.org/officeDocument/2006/relationships/tags" Target="../tags/tag357.xml"/><Relationship Id="rId4" Type="http://schemas.openxmlformats.org/officeDocument/2006/relationships/tags" Target="../tags/tag342.xml"/><Relationship Id="rId9" Type="http://schemas.openxmlformats.org/officeDocument/2006/relationships/tags" Target="../tags/tag347.xml"/><Relationship Id="rId14" Type="http://schemas.openxmlformats.org/officeDocument/2006/relationships/tags" Target="../tags/tag352.xml"/><Relationship Id="rId22" Type="http://schemas.openxmlformats.org/officeDocument/2006/relationships/tags" Target="../tags/tag360.xml"/><Relationship Id="rId27" Type="http://schemas.openxmlformats.org/officeDocument/2006/relationships/image" Target="../media/image7.png"/></Relationships>
</file>

<file path=ppt/slides/_rels/slide7.xml.rels><?xml version="1.0" encoding="UTF-8" standalone="yes"?>
<Relationships xmlns="http://schemas.openxmlformats.org/package/2006/relationships"><Relationship Id="rId26" Type="http://schemas.openxmlformats.org/officeDocument/2006/relationships/tags" Target="../tags/tag388.xml"/><Relationship Id="rId21" Type="http://schemas.openxmlformats.org/officeDocument/2006/relationships/tags" Target="../tags/tag383.xml"/><Relationship Id="rId42" Type="http://schemas.openxmlformats.org/officeDocument/2006/relationships/tags" Target="../tags/tag404.xml"/><Relationship Id="rId47" Type="http://schemas.openxmlformats.org/officeDocument/2006/relationships/tags" Target="../tags/tag409.xml"/><Relationship Id="rId63" Type="http://schemas.openxmlformats.org/officeDocument/2006/relationships/tags" Target="../tags/tag425.xml"/><Relationship Id="rId68" Type="http://schemas.openxmlformats.org/officeDocument/2006/relationships/tags" Target="../tags/tag430.xml"/><Relationship Id="rId2" Type="http://schemas.openxmlformats.org/officeDocument/2006/relationships/tags" Target="../tags/tag364.xml"/><Relationship Id="rId16" Type="http://schemas.openxmlformats.org/officeDocument/2006/relationships/tags" Target="../tags/tag378.xml"/><Relationship Id="rId29" Type="http://schemas.openxmlformats.org/officeDocument/2006/relationships/tags" Target="../tags/tag391.xml"/><Relationship Id="rId11" Type="http://schemas.openxmlformats.org/officeDocument/2006/relationships/tags" Target="../tags/tag373.xml"/><Relationship Id="rId24" Type="http://schemas.openxmlformats.org/officeDocument/2006/relationships/tags" Target="../tags/tag386.xml"/><Relationship Id="rId32" Type="http://schemas.openxmlformats.org/officeDocument/2006/relationships/tags" Target="../tags/tag394.xml"/><Relationship Id="rId37" Type="http://schemas.openxmlformats.org/officeDocument/2006/relationships/tags" Target="../tags/tag399.xml"/><Relationship Id="rId40" Type="http://schemas.openxmlformats.org/officeDocument/2006/relationships/tags" Target="../tags/tag402.xml"/><Relationship Id="rId45" Type="http://schemas.openxmlformats.org/officeDocument/2006/relationships/tags" Target="../tags/tag407.xml"/><Relationship Id="rId53" Type="http://schemas.openxmlformats.org/officeDocument/2006/relationships/tags" Target="../tags/tag415.xml"/><Relationship Id="rId58" Type="http://schemas.openxmlformats.org/officeDocument/2006/relationships/tags" Target="../tags/tag420.xml"/><Relationship Id="rId66" Type="http://schemas.openxmlformats.org/officeDocument/2006/relationships/tags" Target="../tags/tag428.xml"/><Relationship Id="rId5" Type="http://schemas.openxmlformats.org/officeDocument/2006/relationships/tags" Target="../tags/tag367.xml"/><Relationship Id="rId61" Type="http://schemas.openxmlformats.org/officeDocument/2006/relationships/tags" Target="../tags/tag423.xml"/><Relationship Id="rId19" Type="http://schemas.openxmlformats.org/officeDocument/2006/relationships/tags" Target="../tags/tag381.xml"/><Relationship Id="rId14" Type="http://schemas.openxmlformats.org/officeDocument/2006/relationships/tags" Target="../tags/tag376.xml"/><Relationship Id="rId22" Type="http://schemas.openxmlformats.org/officeDocument/2006/relationships/tags" Target="../tags/tag384.xml"/><Relationship Id="rId27" Type="http://schemas.openxmlformats.org/officeDocument/2006/relationships/tags" Target="../tags/tag389.xml"/><Relationship Id="rId30" Type="http://schemas.openxmlformats.org/officeDocument/2006/relationships/tags" Target="../tags/tag392.xml"/><Relationship Id="rId35" Type="http://schemas.openxmlformats.org/officeDocument/2006/relationships/tags" Target="../tags/tag397.xml"/><Relationship Id="rId43" Type="http://schemas.openxmlformats.org/officeDocument/2006/relationships/tags" Target="../tags/tag405.xml"/><Relationship Id="rId48" Type="http://schemas.openxmlformats.org/officeDocument/2006/relationships/tags" Target="../tags/tag410.xml"/><Relationship Id="rId56" Type="http://schemas.openxmlformats.org/officeDocument/2006/relationships/tags" Target="../tags/tag418.xml"/><Relationship Id="rId64" Type="http://schemas.openxmlformats.org/officeDocument/2006/relationships/tags" Target="../tags/tag426.xml"/><Relationship Id="rId69" Type="http://schemas.openxmlformats.org/officeDocument/2006/relationships/tags" Target="../tags/tag431.xml"/><Relationship Id="rId8" Type="http://schemas.openxmlformats.org/officeDocument/2006/relationships/tags" Target="../tags/tag370.xml"/><Relationship Id="rId51" Type="http://schemas.openxmlformats.org/officeDocument/2006/relationships/tags" Target="../tags/tag413.xml"/><Relationship Id="rId72" Type="http://schemas.openxmlformats.org/officeDocument/2006/relationships/notesSlide" Target="../notesSlides/notesSlide7.xml"/><Relationship Id="rId3" Type="http://schemas.openxmlformats.org/officeDocument/2006/relationships/tags" Target="../tags/tag365.xml"/><Relationship Id="rId12" Type="http://schemas.openxmlformats.org/officeDocument/2006/relationships/tags" Target="../tags/tag374.xml"/><Relationship Id="rId17" Type="http://schemas.openxmlformats.org/officeDocument/2006/relationships/tags" Target="../tags/tag379.xml"/><Relationship Id="rId25" Type="http://schemas.openxmlformats.org/officeDocument/2006/relationships/tags" Target="../tags/tag387.xml"/><Relationship Id="rId33" Type="http://schemas.openxmlformats.org/officeDocument/2006/relationships/tags" Target="../tags/tag395.xml"/><Relationship Id="rId38" Type="http://schemas.openxmlformats.org/officeDocument/2006/relationships/tags" Target="../tags/tag400.xml"/><Relationship Id="rId46" Type="http://schemas.openxmlformats.org/officeDocument/2006/relationships/tags" Target="../tags/tag408.xml"/><Relationship Id="rId59" Type="http://schemas.openxmlformats.org/officeDocument/2006/relationships/tags" Target="../tags/tag421.xml"/><Relationship Id="rId67" Type="http://schemas.openxmlformats.org/officeDocument/2006/relationships/tags" Target="../tags/tag429.xml"/><Relationship Id="rId20" Type="http://schemas.openxmlformats.org/officeDocument/2006/relationships/tags" Target="../tags/tag382.xml"/><Relationship Id="rId41" Type="http://schemas.openxmlformats.org/officeDocument/2006/relationships/tags" Target="../tags/tag403.xml"/><Relationship Id="rId54" Type="http://schemas.openxmlformats.org/officeDocument/2006/relationships/tags" Target="../tags/tag416.xml"/><Relationship Id="rId62" Type="http://schemas.openxmlformats.org/officeDocument/2006/relationships/tags" Target="../tags/tag424.xml"/><Relationship Id="rId70" Type="http://schemas.openxmlformats.org/officeDocument/2006/relationships/tags" Target="../tags/tag432.xml"/><Relationship Id="rId1" Type="http://schemas.openxmlformats.org/officeDocument/2006/relationships/tags" Target="../tags/tag363.xml"/><Relationship Id="rId6" Type="http://schemas.openxmlformats.org/officeDocument/2006/relationships/tags" Target="../tags/tag368.xml"/><Relationship Id="rId15" Type="http://schemas.openxmlformats.org/officeDocument/2006/relationships/tags" Target="../tags/tag377.xml"/><Relationship Id="rId23" Type="http://schemas.openxmlformats.org/officeDocument/2006/relationships/tags" Target="../tags/tag385.xml"/><Relationship Id="rId28" Type="http://schemas.openxmlformats.org/officeDocument/2006/relationships/tags" Target="../tags/tag390.xml"/><Relationship Id="rId36" Type="http://schemas.openxmlformats.org/officeDocument/2006/relationships/tags" Target="../tags/tag398.xml"/><Relationship Id="rId49" Type="http://schemas.openxmlformats.org/officeDocument/2006/relationships/tags" Target="../tags/tag411.xml"/><Relationship Id="rId57" Type="http://schemas.openxmlformats.org/officeDocument/2006/relationships/tags" Target="../tags/tag419.xml"/><Relationship Id="rId10" Type="http://schemas.openxmlformats.org/officeDocument/2006/relationships/tags" Target="../tags/tag372.xml"/><Relationship Id="rId31" Type="http://schemas.openxmlformats.org/officeDocument/2006/relationships/tags" Target="../tags/tag393.xml"/><Relationship Id="rId44" Type="http://schemas.openxmlformats.org/officeDocument/2006/relationships/tags" Target="../tags/tag406.xml"/><Relationship Id="rId52" Type="http://schemas.openxmlformats.org/officeDocument/2006/relationships/tags" Target="../tags/tag414.xml"/><Relationship Id="rId60" Type="http://schemas.openxmlformats.org/officeDocument/2006/relationships/tags" Target="../tags/tag422.xml"/><Relationship Id="rId65" Type="http://schemas.openxmlformats.org/officeDocument/2006/relationships/tags" Target="../tags/tag427.xml"/><Relationship Id="rId73" Type="http://schemas.openxmlformats.org/officeDocument/2006/relationships/image" Target="../media/image8.png"/><Relationship Id="rId4" Type="http://schemas.openxmlformats.org/officeDocument/2006/relationships/tags" Target="../tags/tag366.xml"/><Relationship Id="rId9" Type="http://schemas.openxmlformats.org/officeDocument/2006/relationships/tags" Target="../tags/tag371.xml"/><Relationship Id="rId13" Type="http://schemas.openxmlformats.org/officeDocument/2006/relationships/tags" Target="../tags/tag375.xml"/><Relationship Id="rId18" Type="http://schemas.openxmlformats.org/officeDocument/2006/relationships/tags" Target="../tags/tag380.xml"/><Relationship Id="rId39" Type="http://schemas.openxmlformats.org/officeDocument/2006/relationships/tags" Target="../tags/tag401.xml"/><Relationship Id="rId34" Type="http://schemas.openxmlformats.org/officeDocument/2006/relationships/tags" Target="../tags/tag396.xml"/><Relationship Id="rId50" Type="http://schemas.openxmlformats.org/officeDocument/2006/relationships/tags" Target="../tags/tag412.xml"/><Relationship Id="rId55" Type="http://schemas.openxmlformats.org/officeDocument/2006/relationships/tags" Target="../tags/tag417.xml"/><Relationship Id="rId7" Type="http://schemas.openxmlformats.org/officeDocument/2006/relationships/tags" Target="../tags/tag369.xml"/><Relationship Id="rId7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tags" Target="../tags/tag440.xml"/><Relationship Id="rId13" Type="http://schemas.openxmlformats.org/officeDocument/2006/relationships/tags" Target="../tags/tag445.xml"/><Relationship Id="rId18" Type="http://schemas.openxmlformats.org/officeDocument/2006/relationships/tags" Target="../tags/tag450.xml"/><Relationship Id="rId26" Type="http://schemas.openxmlformats.org/officeDocument/2006/relationships/slideLayout" Target="../slideLayouts/slideLayout1.xml"/><Relationship Id="rId3" Type="http://schemas.openxmlformats.org/officeDocument/2006/relationships/tags" Target="../tags/tag435.xml"/><Relationship Id="rId21" Type="http://schemas.openxmlformats.org/officeDocument/2006/relationships/tags" Target="../tags/tag453.xml"/><Relationship Id="rId7" Type="http://schemas.openxmlformats.org/officeDocument/2006/relationships/tags" Target="../tags/tag439.xml"/><Relationship Id="rId12" Type="http://schemas.openxmlformats.org/officeDocument/2006/relationships/tags" Target="../tags/tag444.xml"/><Relationship Id="rId17" Type="http://schemas.openxmlformats.org/officeDocument/2006/relationships/tags" Target="../tags/tag449.xml"/><Relationship Id="rId25" Type="http://schemas.openxmlformats.org/officeDocument/2006/relationships/tags" Target="../tags/tag457.xml"/><Relationship Id="rId2" Type="http://schemas.openxmlformats.org/officeDocument/2006/relationships/tags" Target="../tags/tag434.xml"/><Relationship Id="rId16" Type="http://schemas.openxmlformats.org/officeDocument/2006/relationships/tags" Target="../tags/tag448.xml"/><Relationship Id="rId20" Type="http://schemas.openxmlformats.org/officeDocument/2006/relationships/tags" Target="../tags/tag452.xml"/><Relationship Id="rId29" Type="http://schemas.openxmlformats.org/officeDocument/2006/relationships/image" Target="../media/image9.png"/><Relationship Id="rId1" Type="http://schemas.openxmlformats.org/officeDocument/2006/relationships/tags" Target="../tags/tag433.xml"/><Relationship Id="rId6" Type="http://schemas.openxmlformats.org/officeDocument/2006/relationships/tags" Target="../tags/tag438.xml"/><Relationship Id="rId11" Type="http://schemas.openxmlformats.org/officeDocument/2006/relationships/tags" Target="../tags/tag443.xml"/><Relationship Id="rId24" Type="http://schemas.openxmlformats.org/officeDocument/2006/relationships/tags" Target="../tags/tag456.xml"/><Relationship Id="rId5" Type="http://schemas.openxmlformats.org/officeDocument/2006/relationships/tags" Target="../tags/tag437.xml"/><Relationship Id="rId15" Type="http://schemas.openxmlformats.org/officeDocument/2006/relationships/tags" Target="../tags/tag447.xml"/><Relationship Id="rId23" Type="http://schemas.openxmlformats.org/officeDocument/2006/relationships/tags" Target="../tags/tag455.xml"/><Relationship Id="rId28" Type="http://schemas.openxmlformats.org/officeDocument/2006/relationships/image" Target="../media/image8.png"/><Relationship Id="rId10" Type="http://schemas.openxmlformats.org/officeDocument/2006/relationships/tags" Target="../tags/tag442.xml"/><Relationship Id="rId19" Type="http://schemas.openxmlformats.org/officeDocument/2006/relationships/tags" Target="../tags/tag451.xml"/><Relationship Id="rId4" Type="http://schemas.openxmlformats.org/officeDocument/2006/relationships/tags" Target="../tags/tag436.xml"/><Relationship Id="rId9" Type="http://schemas.openxmlformats.org/officeDocument/2006/relationships/tags" Target="../tags/tag441.xml"/><Relationship Id="rId14" Type="http://schemas.openxmlformats.org/officeDocument/2006/relationships/tags" Target="../tags/tag446.xml"/><Relationship Id="rId22" Type="http://schemas.openxmlformats.org/officeDocument/2006/relationships/tags" Target="../tags/tag454.xml"/><Relationship Id="rId2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3" Type="http://schemas.openxmlformats.org/officeDocument/2006/relationships/tags" Target="../tags/tag470.xml"/><Relationship Id="rId18" Type="http://schemas.openxmlformats.org/officeDocument/2006/relationships/tags" Target="../tags/tag475.xml"/><Relationship Id="rId26" Type="http://schemas.openxmlformats.org/officeDocument/2006/relationships/tags" Target="../tags/tag483.xml"/><Relationship Id="rId39" Type="http://schemas.openxmlformats.org/officeDocument/2006/relationships/tags" Target="../tags/tag496.xml"/><Relationship Id="rId21" Type="http://schemas.openxmlformats.org/officeDocument/2006/relationships/tags" Target="../tags/tag478.xml"/><Relationship Id="rId34" Type="http://schemas.openxmlformats.org/officeDocument/2006/relationships/tags" Target="../tags/tag491.xml"/><Relationship Id="rId42" Type="http://schemas.openxmlformats.org/officeDocument/2006/relationships/tags" Target="../tags/tag499.xml"/><Relationship Id="rId47" Type="http://schemas.openxmlformats.org/officeDocument/2006/relationships/tags" Target="../tags/tag504.xml"/><Relationship Id="rId50" Type="http://schemas.openxmlformats.org/officeDocument/2006/relationships/notesSlide" Target="../notesSlides/notesSlide9.xml"/><Relationship Id="rId7" Type="http://schemas.openxmlformats.org/officeDocument/2006/relationships/tags" Target="../tags/tag464.xml"/><Relationship Id="rId2" Type="http://schemas.openxmlformats.org/officeDocument/2006/relationships/tags" Target="../tags/tag459.xml"/><Relationship Id="rId16" Type="http://schemas.openxmlformats.org/officeDocument/2006/relationships/tags" Target="../tags/tag473.xml"/><Relationship Id="rId29" Type="http://schemas.openxmlformats.org/officeDocument/2006/relationships/tags" Target="../tags/tag486.xml"/><Relationship Id="rId11" Type="http://schemas.openxmlformats.org/officeDocument/2006/relationships/tags" Target="../tags/tag468.xml"/><Relationship Id="rId24" Type="http://schemas.openxmlformats.org/officeDocument/2006/relationships/tags" Target="../tags/tag481.xml"/><Relationship Id="rId32" Type="http://schemas.openxmlformats.org/officeDocument/2006/relationships/tags" Target="../tags/tag489.xml"/><Relationship Id="rId37" Type="http://schemas.openxmlformats.org/officeDocument/2006/relationships/tags" Target="../tags/tag494.xml"/><Relationship Id="rId40" Type="http://schemas.openxmlformats.org/officeDocument/2006/relationships/tags" Target="../tags/tag497.xml"/><Relationship Id="rId45" Type="http://schemas.openxmlformats.org/officeDocument/2006/relationships/tags" Target="../tags/tag502.xml"/><Relationship Id="rId5" Type="http://schemas.openxmlformats.org/officeDocument/2006/relationships/tags" Target="../tags/tag462.xml"/><Relationship Id="rId15" Type="http://schemas.openxmlformats.org/officeDocument/2006/relationships/tags" Target="../tags/tag472.xml"/><Relationship Id="rId23" Type="http://schemas.openxmlformats.org/officeDocument/2006/relationships/tags" Target="../tags/tag480.xml"/><Relationship Id="rId28" Type="http://schemas.openxmlformats.org/officeDocument/2006/relationships/tags" Target="../tags/tag485.xml"/><Relationship Id="rId36" Type="http://schemas.openxmlformats.org/officeDocument/2006/relationships/tags" Target="../tags/tag493.xml"/><Relationship Id="rId49" Type="http://schemas.openxmlformats.org/officeDocument/2006/relationships/slideLayout" Target="../slideLayouts/slideLayout1.xml"/><Relationship Id="rId10" Type="http://schemas.openxmlformats.org/officeDocument/2006/relationships/tags" Target="../tags/tag467.xml"/><Relationship Id="rId19" Type="http://schemas.openxmlformats.org/officeDocument/2006/relationships/tags" Target="../tags/tag476.xml"/><Relationship Id="rId31" Type="http://schemas.openxmlformats.org/officeDocument/2006/relationships/tags" Target="../tags/tag488.xml"/><Relationship Id="rId44" Type="http://schemas.openxmlformats.org/officeDocument/2006/relationships/tags" Target="../tags/tag501.xml"/><Relationship Id="rId4" Type="http://schemas.openxmlformats.org/officeDocument/2006/relationships/tags" Target="../tags/tag461.xml"/><Relationship Id="rId9" Type="http://schemas.openxmlformats.org/officeDocument/2006/relationships/tags" Target="../tags/tag466.xml"/><Relationship Id="rId14" Type="http://schemas.openxmlformats.org/officeDocument/2006/relationships/tags" Target="../tags/tag471.xml"/><Relationship Id="rId22" Type="http://schemas.openxmlformats.org/officeDocument/2006/relationships/tags" Target="../tags/tag479.xml"/><Relationship Id="rId27" Type="http://schemas.openxmlformats.org/officeDocument/2006/relationships/tags" Target="../tags/tag484.xml"/><Relationship Id="rId30" Type="http://schemas.openxmlformats.org/officeDocument/2006/relationships/tags" Target="../tags/tag487.xml"/><Relationship Id="rId35" Type="http://schemas.openxmlformats.org/officeDocument/2006/relationships/tags" Target="../tags/tag492.xml"/><Relationship Id="rId43" Type="http://schemas.openxmlformats.org/officeDocument/2006/relationships/tags" Target="../tags/tag500.xml"/><Relationship Id="rId48" Type="http://schemas.openxmlformats.org/officeDocument/2006/relationships/tags" Target="../tags/tag505.xml"/><Relationship Id="rId8" Type="http://schemas.openxmlformats.org/officeDocument/2006/relationships/tags" Target="../tags/tag465.xml"/><Relationship Id="rId51" Type="http://schemas.openxmlformats.org/officeDocument/2006/relationships/image" Target="../media/image10.png"/><Relationship Id="rId3" Type="http://schemas.openxmlformats.org/officeDocument/2006/relationships/tags" Target="../tags/tag460.xml"/><Relationship Id="rId12" Type="http://schemas.openxmlformats.org/officeDocument/2006/relationships/tags" Target="../tags/tag469.xml"/><Relationship Id="rId17" Type="http://schemas.openxmlformats.org/officeDocument/2006/relationships/tags" Target="../tags/tag474.xml"/><Relationship Id="rId25" Type="http://schemas.openxmlformats.org/officeDocument/2006/relationships/tags" Target="../tags/tag482.xml"/><Relationship Id="rId33" Type="http://schemas.openxmlformats.org/officeDocument/2006/relationships/tags" Target="../tags/tag490.xml"/><Relationship Id="rId38" Type="http://schemas.openxmlformats.org/officeDocument/2006/relationships/tags" Target="../tags/tag495.xml"/><Relationship Id="rId46" Type="http://schemas.openxmlformats.org/officeDocument/2006/relationships/tags" Target="../tags/tag503.xml"/><Relationship Id="rId20" Type="http://schemas.openxmlformats.org/officeDocument/2006/relationships/tags" Target="../tags/tag477.xml"/><Relationship Id="rId41" Type="http://schemas.openxmlformats.org/officeDocument/2006/relationships/tags" Target="../tags/tag498.xml"/><Relationship Id="rId1" Type="http://schemas.openxmlformats.org/officeDocument/2006/relationships/tags" Target="../tags/tag458.xml"/><Relationship Id="rId6" Type="http://schemas.openxmlformats.org/officeDocument/2006/relationships/tags" Target="../tags/tag463.xml"/></Relationships>
</file>

<file path=ppt/slides/_rels/slide10.xml.rels><?xml version="1.0" encoding="UTF-8" standalone="yes"?>
<Relationships xmlns="http://schemas.openxmlformats.org/package/2006/relationships"><Relationship Id="rId8" Type="http://schemas.openxmlformats.org/officeDocument/2006/relationships/tags" Target="../tags/tag513.xml"/><Relationship Id="rId13" Type="http://schemas.openxmlformats.org/officeDocument/2006/relationships/tags" Target="../tags/tag518.xml"/><Relationship Id="rId18" Type="http://schemas.openxmlformats.org/officeDocument/2006/relationships/tags" Target="../tags/tag523.xml"/><Relationship Id="rId3" Type="http://schemas.openxmlformats.org/officeDocument/2006/relationships/tags" Target="../tags/tag508.xml"/><Relationship Id="rId21" Type="http://schemas.openxmlformats.org/officeDocument/2006/relationships/tags" Target="../tags/tag526.xml"/><Relationship Id="rId7" Type="http://schemas.openxmlformats.org/officeDocument/2006/relationships/tags" Target="../tags/tag512.xml"/><Relationship Id="rId12" Type="http://schemas.openxmlformats.org/officeDocument/2006/relationships/tags" Target="../tags/tag517.xml"/><Relationship Id="rId17" Type="http://schemas.openxmlformats.org/officeDocument/2006/relationships/tags" Target="../tags/tag522.xml"/><Relationship Id="rId25" Type="http://schemas.openxmlformats.org/officeDocument/2006/relationships/image" Target="../media/image12.png"/><Relationship Id="rId2" Type="http://schemas.openxmlformats.org/officeDocument/2006/relationships/tags" Target="../tags/tag507.xml"/><Relationship Id="rId16" Type="http://schemas.openxmlformats.org/officeDocument/2006/relationships/tags" Target="../tags/tag521.xml"/><Relationship Id="rId20" Type="http://schemas.openxmlformats.org/officeDocument/2006/relationships/tags" Target="../tags/tag525.xml"/><Relationship Id="rId1" Type="http://schemas.openxmlformats.org/officeDocument/2006/relationships/tags" Target="../tags/tag506.xml"/><Relationship Id="rId6" Type="http://schemas.openxmlformats.org/officeDocument/2006/relationships/tags" Target="../tags/tag511.xml"/><Relationship Id="rId11" Type="http://schemas.openxmlformats.org/officeDocument/2006/relationships/tags" Target="../tags/tag516.xml"/><Relationship Id="rId24" Type="http://schemas.openxmlformats.org/officeDocument/2006/relationships/image" Target="../media/image11.png"/><Relationship Id="rId5" Type="http://schemas.openxmlformats.org/officeDocument/2006/relationships/tags" Target="../tags/tag510.xml"/><Relationship Id="rId15" Type="http://schemas.openxmlformats.org/officeDocument/2006/relationships/tags" Target="../tags/tag520.xml"/><Relationship Id="rId23" Type="http://schemas.openxmlformats.org/officeDocument/2006/relationships/notesSlide" Target="../notesSlides/notesSlide10.xml"/><Relationship Id="rId10" Type="http://schemas.openxmlformats.org/officeDocument/2006/relationships/tags" Target="../tags/tag515.xml"/><Relationship Id="rId19" Type="http://schemas.openxmlformats.org/officeDocument/2006/relationships/tags" Target="../tags/tag524.xml"/><Relationship Id="rId4" Type="http://schemas.openxmlformats.org/officeDocument/2006/relationships/tags" Target="../tags/tag509.xml"/><Relationship Id="rId9" Type="http://schemas.openxmlformats.org/officeDocument/2006/relationships/tags" Target="../tags/tag514.xml"/><Relationship Id="rId14" Type="http://schemas.openxmlformats.org/officeDocument/2006/relationships/tags" Target="../tags/tag519.xml"/><Relationship Id="rId22"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6" Type="http://schemas.openxmlformats.org/officeDocument/2006/relationships/tags" Target="../tags/tag552.xml"/><Relationship Id="rId117" Type="http://schemas.openxmlformats.org/officeDocument/2006/relationships/tags" Target="../tags/tag643.xml"/><Relationship Id="rId21" Type="http://schemas.openxmlformats.org/officeDocument/2006/relationships/tags" Target="../tags/tag547.xml"/><Relationship Id="rId42" Type="http://schemas.openxmlformats.org/officeDocument/2006/relationships/tags" Target="../tags/tag568.xml"/><Relationship Id="rId47" Type="http://schemas.openxmlformats.org/officeDocument/2006/relationships/tags" Target="../tags/tag573.xml"/><Relationship Id="rId63" Type="http://schemas.openxmlformats.org/officeDocument/2006/relationships/tags" Target="../tags/tag589.xml"/><Relationship Id="rId68" Type="http://schemas.openxmlformats.org/officeDocument/2006/relationships/tags" Target="../tags/tag594.xml"/><Relationship Id="rId84" Type="http://schemas.openxmlformats.org/officeDocument/2006/relationships/tags" Target="../tags/tag610.xml"/><Relationship Id="rId89" Type="http://schemas.openxmlformats.org/officeDocument/2006/relationships/tags" Target="../tags/tag615.xml"/><Relationship Id="rId112" Type="http://schemas.openxmlformats.org/officeDocument/2006/relationships/tags" Target="../tags/tag638.xml"/><Relationship Id="rId16" Type="http://schemas.openxmlformats.org/officeDocument/2006/relationships/tags" Target="../tags/tag542.xml"/><Relationship Id="rId107" Type="http://schemas.openxmlformats.org/officeDocument/2006/relationships/tags" Target="../tags/tag633.xml"/><Relationship Id="rId11" Type="http://schemas.openxmlformats.org/officeDocument/2006/relationships/tags" Target="../tags/tag537.xml"/><Relationship Id="rId32" Type="http://schemas.openxmlformats.org/officeDocument/2006/relationships/tags" Target="../tags/tag558.xml"/><Relationship Id="rId37" Type="http://schemas.openxmlformats.org/officeDocument/2006/relationships/tags" Target="../tags/tag563.xml"/><Relationship Id="rId53" Type="http://schemas.openxmlformats.org/officeDocument/2006/relationships/tags" Target="../tags/tag579.xml"/><Relationship Id="rId58" Type="http://schemas.openxmlformats.org/officeDocument/2006/relationships/tags" Target="../tags/tag584.xml"/><Relationship Id="rId74" Type="http://schemas.openxmlformats.org/officeDocument/2006/relationships/tags" Target="../tags/tag600.xml"/><Relationship Id="rId79" Type="http://schemas.openxmlformats.org/officeDocument/2006/relationships/tags" Target="../tags/tag605.xml"/><Relationship Id="rId102" Type="http://schemas.openxmlformats.org/officeDocument/2006/relationships/tags" Target="../tags/tag628.xml"/><Relationship Id="rId123" Type="http://schemas.openxmlformats.org/officeDocument/2006/relationships/image" Target="../media/image15.png"/><Relationship Id="rId5" Type="http://schemas.openxmlformats.org/officeDocument/2006/relationships/tags" Target="../tags/tag531.xml"/><Relationship Id="rId90" Type="http://schemas.openxmlformats.org/officeDocument/2006/relationships/tags" Target="../tags/tag616.xml"/><Relationship Id="rId95" Type="http://schemas.openxmlformats.org/officeDocument/2006/relationships/tags" Target="../tags/tag621.xml"/><Relationship Id="rId22" Type="http://schemas.openxmlformats.org/officeDocument/2006/relationships/tags" Target="../tags/tag548.xml"/><Relationship Id="rId27" Type="http://schemas.openxmlformats.org/officeDocument/2006/relationships/tags" Target="../tags/tag553.xml"/><Relationship Id="rId43" Type="http://schemas.openxmlformats.org/officeDocument/2006/relationships/tags" Target="../tags/tag569.xml"/><Relationship Id="rId48" Type="http://schemas.openxmlformats.org/officeDocument/2006/relationships/tags" Target="../tags/tag574.xml"/><Relationship Id="rId64" Type="http://schemas.openxmlformats.org/officeDocument/2006/relationships/tags" Target="../tags/tag590.xml"/><Relationship Id="rId69" Type="http://schemas.openxmlformats.org/officeDocument/2006/relationships/tags" Target="../tags/tag595.xml"/><Relationship Id="rId113" Type="http://schemas.openxmlformats.org/officeDocument/2006/relationships/tags" Target="../tags/tag639.xml"/><Relationship Id="rId118" Type="http://schemas.openxmlformats.org/officeDocument/2006/relationships/tags" Target="../tags/tag644.xml"/><Relationship Id="rId80" Type="http://schemas.openxmlformats.org/officeDocument/2006/relationships/tags" Target="../tags/tag606.xml"/><Relationship Id="rId85" Type="http://schemas.openxmlformats.org/officeDocument/2006/relationships/tags" Target="../tags/tag611.xml"/><Relationship Id="rId12" Type="http://schemas.openxmlformats.org/officeDocument/2006/relationships/tags" Target="../tags/tag538.xml"/><Relationship Id="rId17" Type="http://schemas.openxmlformats.org/officeDocument/2006/relationships/tags" Target="../tags/tag543.xml"/><Relationship Id="rId33" Type="http://schemas.openxmlformats.org/officeDocument/2006/relationships/tags" Target="../tags/tag559.xml"/><Relationship Id="rId38" Type="http://schemas.openxmlformats.org/officeDocument/2006/relationships/tags" Target="../tags/tag564.xml"/><Relationship Id="rId59" Type="http://schemas.openxmlformats.org/officeDocument/2006/relationships/tags" Target="../tags/tag585.xml"/><Relationship Id="rId103" Type="http://schemas.openxmlformats.org/officeDocument/2006/relationships/tags" Target="../tags/tag629.xml"/><Relationship Id="rId108" Type="http://schemas.openxmlformats.org/officeDocument/2006/relationships/tags" Target="../tags/tag634.xml"/><Relationship Id="rId54" Type="http://schemas.openxmlformats.org/officeDocument/2006/relationships/tags" Target="../tags/tag580.xml"/><Relationship Id="rId70" Type="http://schemas.openxmlformats.org/officeDocument/2006/relationships/tags" Target="../tags/tag596.xml"/><Relationship Id="rId75" Type="http://schemas.openxmlformats.org/officeDocument/2006/relationships/tags" Target="../tags/tag601.xml"/><Relationship Id="rId91" Type="http://schemas.openxmlformats.org/officeDocument/2006/relationships/tags" Target="../tags/tag617.xml"/><Relationship Id="rId96" Type="http://schemas.openxmlformats.org/officeDocument/2006/relationships/tags" Target="../tags/tag622.xml"/><Relationship Id="rId1" Type="http://schemas.openxmlformats.org/officeDocument/2006/relationships/tags" Target="../tags/tag527.xml"/><Relationship Id="rId6" Type="http://schemas.openxmlformats.org/officeDocument/2006/relationships/tags" Target="../tags/tag532.xml"/><Relationship Id="rId23" Type="http://schemas.openxmlformats.org/officeDocument/2006/relationships/tags" Target="../tags/tag549.xml"/><Relationship Id="rId28" Type="http://schemas.openxmlformats.org/officeDocument/2006/relationships/tags" Target="../tags/tag554.xml"/><Relationship Id="rId49" Type="http://schemas.openxmlformats.org/officeDocument/2006/relationships/tags" Target="../tags/tag575.xml"/><Relationship Id="rId114" Type="http://schemas.openxmlformats.org/officeDocument/2006/relationships/tags" Target="../tags/tag640.xml"/><Relationship Id="rId119" Type="http://schemas.openxmlformats.org/officeDocument/2006/relationships/tags" Target="../tags/tag645.xml"/><Relationship Id="rId44" Type="http://schemas.openxmlformats.org/officeDocument/2006/relationships/tags" Target="../tags/tag570.xml"/><Relationship Id="rId60" Type="http://schemas.openxmlformats.org/officeDocument/2006/relationships/tags" Target="../tags/tag586.xml"/><Relationship Id="rId65" Type="http://schemas.openxmlformats.org/officeDocument/2006/relationships/tags" Target="../tags/tag591.xml"/><Relationship Id="rId81" Type="http://schemas.openxmlformats.org/officeDocument/2006/relationships/tags" Target="../tags/tag607.xml"/><Relationship Id="rId86" Type="http://schemas.openxmlformats.org/officeDocument/2006/relationships/tags" Target="../tags/tag612.xml"/><Relationship Id="rId4" Type="http://schemas.openxmlformats.org/officeDocument/2006/relationships/tags" Target="../tags/tag530.xml"/><Relationship Id="rId9" Type="http://schemas.openxmlformats.org/officeDocument/2006/relationships/tags" Target="../tags/tag535.xml"/><Relationship Id="rId13" Type="http://schemas.openxmlformats.org/officeDocument/2006/relationships/tags" Target="../tags/tag539.xml"/><Relationship Id="rId18" Type="http://schemas.openxmlformats.org/officeDocument/2006/relationships/tags" Target="../tags/tag544.xml"/><Relationship Id="rId39" Type="http://schemas.openxmlformats.org/officeDocument/2006/relationships/tags" Target="../tags/tag565.xml"/><Relationship Id="rId109" Type="http://schemas.openxmlformats.org/officeDocument/2006/relationships/tags" Target="../tags/tag635.xml"/><Relationship Id="rId34" Type="http://schemas.openxmlformats.org/officeDocument/2006/relationships/tags" Target="../tags/tag560.xml"/><Relationship Id="rId50" Type="http://schemas.openxmlformats.org/officeDocument/2006/relationships/tags" Target="../tags/tag576.xml"/><Relationship Id="rId55" Type="http://schemas.openxmlformats.org/officeDocument/2006/relationships/tags" Target="../tags/tag581.xml"/><Relationship Id="rId76" Type="http://schemas.openxmlformats.org/officeDocument/2006/relationships/tags" Target="../tags/tag602.xml"/><Relationship Id="rId97" Type="http://schemas.openxmlformats.org/officeDocument/2006/relationships/tags" Target="../tags/tag623.xml"/><Relationship Id="rId104" Type="http://schemas.openxmlformats.org/officeDocument/2006/relationships/tags" Target="../tags/tag630.xml"/><Relationship Id="rId120" Type="http://schemas.openxmlformats.org/officeDocument/2006/relationships/slideLayout" Target="../slideLayouts/slideLayout1.xml"/><Relationship Id="rId7" Type="http://schemas.openxmlformats.org/officeDocument/2006/relationships/tags" Target="../tags/tag533.xml"/><Relationship Id="rId71" Type="http://schemas.openxmlformats.org/officeDocument/2006/relationships/tags" Target="../tags/tag597.xml"/><Relationship Id="rId92" Type="http://schemas.openxmlformats.org/officeDocument/2006/relationships/tags" Target="../tags/tag618.xml"/><Relationship Id="rId2" Type="http://schemas.openxmlformats.org/officeDocument/2006/relationships/tags" Target="../tags/tag528.xml"/><Relationship Id="rId29" Type="http://schemas.openxmlformats.org/officeDocument/2006/relationships/tags" Target="../tags/tag555.xml"/><Relationship Id="rId24" Type="http://schemas.openxmlformats.org/officeDocument/2006/relationships/tags" Target="../tags/tag550.xml"/><Relationship Id="rId40" Type="http://schemas.openxmlformats.org/officeDocument/2006/relationships/tags" Target="../tags/tag566.xml"/><Relationship Id="rId45" Type="http://schemas.openxmlformats.org/officeDocument/2006/relationships/tags" Target="../tags/tag571.xml"/><Relationship Id="rId66" Type="http://schemas.openxmlformats.org/officeDocument/2006/relationships/tags" Target="../tags/tag592.xml"/><Relationship Id="rId87" Type="http://schemas.openxmlformats.org/officeDocument/2006/relationships/tags" Target="../tags/tag613.xml"/><Relationship Id="rId110" Type="http://schemas.openxmlformats.org/officeDocument/2006/relationships/tags" Target="../tags/tag636.xml"/><Relationship Id="rId115" Type="http://schemas.openxmlformats.org/officeDocument/2006/relationships/tags" Target="../tags/tag641.xml"/><Relationship Id="rId61" Type="http://schemas.openxmlformats.org/officeDocument/2006/relationships/tags" Target="../tags/tag587.xml"/><Relationship Id="rId82" Type="http://schemas.openxmlformats.org/officeDocument/2006/relationships/tags" Target="../tags/tag608.xml"/><Relationship Id="rId19" Type="http://schemas.openxmlformats.org/officeDocument/2006/relationships/tags" Target="../tags/tag545.xml"/><Relationship Id="rId14" Type="http://schemas.openxmlformats.org/officeDocument/2006/relationships/tags" Target="../tags/tag540.xml"/><Relationship Id="rId30" Type="http://schemas.openxmlformats.org/officeDocument/2006/relationships/tags" Target="../tags/tag556.xml"/><Relationship Id="rId35" Type="http://schemas.openxmlformats.org/officeDocument/2006/relationships/tags" Target="../tags/tag561.xml"/><Relationship Id="rId56" Type="http://schemas.openxmlformats.org/officeDocument/2006/relationships/tags" Target="../tags/tag582.xml"/><Relationship Id="rId77" Type="http://schemas.openxmlformats.org/officeDocument/2006/relationships/tags" Target="../tags/tag603.xml"/><Relationship Id="rId100" Type="http://schemas.openxmlformats.org/officeDocument/2006/relationships/tags" Target="../tags/tag626.xml"/><Relationship Id="rId105" Type="http://schemas.openxmlformats.org/officeDocument/2006/relationships/tags" Target="../tags/tag631.xml"/><Relationship Id="rId8" Type="http://schemas.openxmlformats.org/officeDocument/2006/relationships/tags" Target="../tags/tag534.xml"/><Relationship Id="rId51" Type="http://schemas.openxmlformats.org/officeDocument/2006/relationships/tags" Target="../tags/tag577.xml"/><Relationship Id="rId72" Type="http://schemas.openxmlformats.org/officeDocument/2006/relationships/tags" Target="../tags/tag598.xml"/><Relationship Id="rId93" Type="http://schemas.openxmlformats.org/officeDocument/2006/relationships/tags" Target="../tags/tag619.xml"/><Relationship Id="rId98" Type="http://schemas.openxmlformats.org/officeDocument/2006/relationships/tags" Target="../tags/tag624.xml"/><Relationship Id="rId121" Type="http://schemas.openxmlformats.org/officeDocument/2006/relationships/notesSlide" Target="../notesSlides/notesSlide12.xml"/><Relationship Id="rId3" Type="http://schemas.openxmlformats.org/officeDocument/2006/relationships/tags" Target="../tags/tag529.xml"/><Relationship Id="rId25" Type="http://schemas.openxmlformats.org/officeDocument/2006/relationships/tags" Target="../tags/tag551.xml"/><Relationship Id="rId46" Type="http://schemas.openxmlformats.org/officeDocument/2006/relationships/tags" Target="../tags/tag572.xml"/><Relationship Id="rId67" Type="http://schemas.openxmlformats.org/officeDocument/2006/relationships/tags" Target="../tags/tag593.xml"/><Relationship Id="rId116" Type="http://schemas.openxmlformats.org/officeDocument/2006/relationships/tags" Target="../tags/tag642.xml"/><Relationship Id="rId20" Type="http://schemas.openxmlformats.org/officeDocument/2006/relationships/tags" Target="../tags/tag546.xml"/><Relationship Id="rId41" Type="http://schemas.openxmlformats.org/officeDocument/2006/relationships/tags" Target="../tags/tag567.xml"/><Relationship Id="rId62" Type="http://schemas.openxmlformats.org/officeDocument/2006/relationships/tags" Target="../tags/tag588.xml"/><Relationship Id="rId83" Type="http://schemas.openxmlformats.org/officeDocument/2006/relationships/tags" Target="../tags/tag609.xml"/><Relationship Id="rId88" Type="http://schemas.openxmlformats.org/officeDocument/2006/relationships/tags" Target="../tags/tag614.xml"/><Relationship Id="rId111" Type="http://schemas.openxmlformats.org/officeDocument/2006/relationships/tags" Target="../tags/tag637.xml"/><Relationship Id="rId15" Type="http://schemas.openxmlformats.org/officeDocument/2006/relationships/tags" Target="../tags/tag541.xml"/><Relationship Id="rId36" Type="http://schemas.openxmlformats.org/officeDocument/2006/relationships/tags" Target="../tags/tag562.xml"/><Relationship Id="rId57" Type="http://schemas.openxmlformats.org/officeDocument/2006/relationships/tags" Target="../tags/tag583.xml"/><Relationship Id="rId106" Type="http://schemas.openxmlformats.org/officeDocument/2006/relationships/tags" Target="../tags/tag632.xml"/><Relationship Id="rId10" Type="http://schemas.openxmlformats.org/officeDocument/2006/relationships/tags" Target="../tags/tag536.xml"/><Relationship Id="rId31" Type="http://schemas.openxmlformats.org/officeDocument/2006/relationships/tags" Target="../tags/tag557.xml"/><Relationship Id="rId52" Type="http://schemas.openxmlformats.org/officeDocument/2006/relationships/tags" Target="../tags/tag578.xml"/><Relationship Id="rId73" Type="http://schemas.openxmlformats.org/officeDocument/2006/relationships/tags" Target="../tags/tag599.xml"/><Relationship Id="rId78" Type="http://schemas.openxmlformats.org/officeDocument/2006/relationships/tags" Target="../tags/tag604.xml"/><Relationship Id="rId94" Type="http://schemas.openxmlformats.org/officeDocument/2006/relationships/tags" Target="../tags/tag620.xml"/><Relationship Id="rId99" Type="http://schemas.openxmlformats.org/officeDocument/2006/relationships/tags" Target="../tags/tag625.xml"/><Relationship Id="rId101" Type="http://schemas.openxmlformats.org/officeDocument/2006/relationships/tags" Target="../tags/tag627.xml"/><Relationship Id="rId122" Type="http://schemas.openxmlformats.org/officeDocument/2006/relationships/image" Target="../media/image14.png"/></Relationships>
</file>

<file path=ppt/slides/_rels/slide13.xml.rels><?xml version="1.0" encoding="UTF-8" standalone="yes"?>
<Relationships xmlns="http://schemas.openxmlformats.org/package/2006/relationships"><Relationship Id="rId26" Type="http://schemas.openxmlformats.org/officeDocument/2006/relationships/tags" Target="../tags/tag671.xml"/><Relationship Id="rId21" Type="http://schemas.openxmlformats.org/officeDocument/2006/relationships/tags" Target="../tags/tag666.xml"/><Relationship Id="rId42" Type="http://schemas.openxmlformats.org/officeDocument/2006/relationships/tags" Target="../tags/tag687.xml"/><Relationship Id="rId47" Type="http://schemas.openxmlformats.org/officeDocument/2006/relationships/tags" Target="../tags/tag692.xml"/><Relationship Id="rId63" Type="http://schemas.openxmlformats.org/officeDocument/2006/relationships/tags" Target="../tags/tag708.xml"/><Relationship Id="rId68" Type="http://schemas.openxmlformats.org/officeDocument/2006/relationships/tags" Target="../tags/tag713.xml"/><Relationship Id="rId16" Type="http://schemas.openxmlformats.org/officeDocument/2006/relationships/tags" Target="../tags/tag661.xml"/><Relationship Id="rId11" Type="http://schemas.openxmlformats.org/officeDocument/2006/relationships/tags" Target="../tags/tag656.xml"/><Relationship Id="rId32" Type="http://schemas.openxmlformats.org/officeDocument/2006/relationships/tags" Target="../tags/tag677.xml"/><Relationship Id="rId37" Type="http://schemas.openxmlformats.org/officeDocument/2006/relationships/tags" Target="../tags/tag682.xml"/><Relationship Id="rId53" Type="http://schemas.openxmlformats.org/officeDocument/2006/relationships/tags" Target="../tags/tag698.xml"/><Relationship Id="rId58" Type="http://schemas.openxmlformats.org/officeDocument/2006/relationships/tags" Target="../tags/tag703.xml"/><Relationship Id="rId74" Type="http://schemas.openxmlformats.org/officeDocument/2006/relationships/tags" Target="../tags/tag719.xml"/><Relationship Id="rId79" Type="http://schemas.openxmlformats.org/officeDocument/2006/relationships/slideLayout" Target="../slideLayouts/slideLayout1.xml"/><Relationship Id="rId5" Type="http://schemas.openxmlformats.org/officeDocument/2006/relationships/tags" Target="../tags/tag650.xml"/><Relationship Id="rId61" Type="http://schemas.openxmlformats.org/officeDocument/2006/relationships/tags" Target="../tags/tag706.xml"/><Relationship Id="rId82" Type="http://schemas.openxmlformats.org/officeDocument/2006/relationships/image" Target="../media/image17.png"/><Relationship Id="rId19" Type="http://schemas.openxmlformats.org/officeDocument/2006/relationships/tags" Target="../tags/tag664.xml"/><Relationship Id="rId14" Type="http://schemas.openxmlformats.org/officeDocument/2006/relationships/tags" Target="../tags/tag659.xml"/><Relationship Id="rId22" Type="http://schemas.openxmlformats.org/officeDocument/2006/relationships/tags" Target="../tags/tag667.xml"/><Relationship Id="rId27" Type="http://schemas.openxmlformats.org/officeDocument/2006/relationships/tags" Target="../tags/tag672.xml"/><Relationship Id="rId30" Type="http://schemas.openxmlformats.org/officeDocument/2006/relationships/tags" Target="../tags/tag675.xml"/><Relationship Id="rId35" Type="http://schemas.openxmlformats.org/officeDocument/2006/relationships/tags" Target="../tags/tag680.xml"/><Relationship Id="rId43" Type="http://schemas.openxmlformats.org/officeDocument/2006/relationships/tags" Target="../tags/tag688.xml"/><Relationship Id="rId48" Type="http://schemas.openxmlformats.org/officeDocument/2006/relationships/tags" Target="../tags/tag693.xml"/><Relationship Id="rId56" Type="http://schemas.openxmlformats.org/officeDocument/2006/relationships/tags" Target="../tags/tag701.xml"/><Relationship Id="rId64" Type="http://schemas.openxmlformats.org/officeDocument/2006/relationships/tags" Target="../tags/tag709.xml"/><Relationship Id="rId69" Type="http://schemas.openxmlformats.org/officeDocument/2006/relationships/tags" Target="../tags/tag714.xml"/><Relationship Id="rId77" Type="http://schemas.openxmlformats.org/officeDocument/2006/relationships/tags" Target="../tags/tag722.xml"/><Relationship Id="rId8" Type="http://schemas.openxmlformats.org/officeDocument/2006/relationships/tags" Target="../tags/tag653.xml"/><Relationship Id="rId51" Type="http://schemas.openxmlformats.org/officeDocument/2006/relationships/tags" Target="../tags/tag696.xml"/><Relationship Id="rId72" Type="http://schemas.openxmlformats.org/officeDocument/2006/relationships/tags" Target="../tags/tag717.xml"/><Relationship Id="rId80" Type="http://schemas.openxmlformats.org/officeDocument/2006/relationships/notesSlide" Target="../notesSlides/notesSlide13.xml"/><Relationship Id="rId3" Type="http://schemas.openxmlformats.org/officeDocument/2006/relationships/tags" Target="../tags/tag648.xml"/><Relationship Id="rId12" Type="http://schemas.openxmlformats.org/officeDocument/2006/relationships/tags" Target="../tags/tag657.xml"/><Relationship Id="rId17" Type="http://schemas.openxmlformats.org/officeDocument/2006/relationships/tags" Target="../tags/tag662.xml"/><Relationship Id="rId25" Type="http://schemas.openxmlformats.org/officeDocument/2006/relationships/tags" Target="../tags/tag670.xml"/><Relationship Id="rId33" Type="http://schemas.openxmlformats.org/officeDocument/2006/relationships/tags" Target="../tags/tag678.xml"/><Relationship Id="rId38" Type="http://schemas.openxmlformats.org/officeDocument/2006/relationships/tags" Target="../tags/tag683.xml"/><Relationship Id="rId46" Type="http://schemas.openxmlformats.org/officeDocument/2006/relationships/tags" Target="../tags/tag691.xml"/><Relationship Id="rId59" Type="http://schemas.openxmlformats.org/officeDocument/2006/relationships/tags" Target="../tags/tag704.xml"/><Relationship Id="rId67" Type="http://schemas.openxmlformats.org/officeDocument/2006/relationships/tags" Target="../tags/tag712.xml"/><Relationship Id="rId20" Type="http://schemas.openxmlformats.org/officeDocument/2006/relationships/tags" Target="../tags/tag665.xml"/><Relationship Id="rId41" Type="http://schemas.openxmlformats.org/officeDocument/2006/relationships/tags" Target="../tags/tag686.xml"/><Relationship Id="rId54" Type="http://schemas.openxmlformats.org/officeDocument/2006/relationships/tags" Target="../tags/tag699.xml"/><Relationship Id="rId62" Type="http://schemas.openxmlformats.org/officeDocument/2006/relationships/tags" Target="../tags/tag707.xml"/><Relationship Id="rId70" Type="http://schemas.openxmlformats.org/officeDocument/2006/relationships/tags" Target="../tags/tag715.xml"/><Relationship Id="rId75" Type="http://schemas.openxmlformats.org/officeDocument/2006/relationships/tags" Target="../tags/tag720.xml"/><Relationship Id="rId1" Type="http://schemas.openxmlformats.org/officeDocument/2006/relationships/tags" Target="../tags/tag646.xml"/><Relationship Id="rId6" Type="http://schemas.openxmlformats.org/officeDocument/2006/relationships/tags" Target="../tags/tag651.xml"/><Relationship Id="rId15" Type="http://schemas.openxmlformats.org/officeDocument/2006/relationships/tags" Target="../tags/tag660.xml"/><Relationship Id="rId23" Type="http://schemas.openxmlformats.org/officeDocument/2006/relationships/tags" Target="../tags/tag668.xml"/><Relationship Id="rId28" Type="http://schemas.openxmlformats.org/officeDocument/2006/relationships/tags" Target="../tags/tag673.xml"/><Relationship Id="rId36" Type="http://schemas.openxmlformats.org/officeDocument/2006/relationships/tags" Target="../tags/tag681.xml"/><Relationship Id="rId49" Type="http://schemas.openxmlformats.org/officeDocument/2006/relationships/tags" Target="../tags/tag694.xml"/><Relationship Id="rId57" Type="http://schemas.openxmlformats.org/officeDocument/2006/relationships/tags" Target="../tags/tag702.xml"/><Relationship Id="rId10" Type="http://schemas.openxmlformats.org/officeDocument/2006/relationships/tags" Target="../tags/tag655.xml"/><Relationship Id="rId31" Type="http://schemas.openxmlformats.org/officeDocument/2006/relationships/tags" Target="../tags/tag676.xml"/><Relationship Id="rId44" Type="http://schemas.openxmlformats.org/officeDocument/2006/relationships/tags" Target="../tags/tag689.xml"/><Relationship Id="rId52" Type="http://schemas.openxmlformats.org/officeDocument/2006/relationships/tags" Target="../tags/tag697.xml"/><Relationship Id="rId60" Type="http://schemas.openxmlformats.org/officeDocument/2006/relationships/tags" Target="../tags/tag705.xml"/><Relationship Id="rId65" Type="http://schemas.openxmlformats.org/officeDocument/2006/relationships/tags" Target="../tags/tag710.xml"/><Relationship Id="rId73" Type="http://schemas.openxmlformats.org/officeDocument/2006/relationships/tags" Target="../tags/tag718.xml"/><Relationship Id="rId78" Type="http://schemas.openxmlformats.org/officeDocument/2006/relationships/tags" Target="../tags/tag723.xml"/><Relationship Id="rId81" Type="http://schemas.openxmlformats.org/officeDocument/2006/relationships/image" Target="../media/image16.png"/><Relationship Id="rId4" Type="http://schemas.openxmlformats.org/officeDocument/2006/relationships/tags" Target="../tags/tag649.xml"/><Relationship Id="rId9" Type="http://schemas.openxmlformats.org/officeDocument/2006/relationships/tags" Target="../tags/tag654.xml"/><Relationship Id="rId13" Type="http://schemas.openxmlformats.org/officeDocument/2006/relationships/tags" Target="../tags/tag658.xml"/><Relationship Id="rId18" Type="http://schemas.openxmlformats.org/officeDocument/2006/relationships/tags" Target="../tags/tag663.xml"/><Relationship Id="rId39" Type="http://schemas.openxmlformats.org/officeDocument/2006/relationships/tags" Target="../tags/tag684.xml"/><Relationship Id="rId34" Type="http://schemas.openxmlformats.org/officeDocument/2006/relationships/tags" Target="../tags/tag679.xml"/><Relationship Id="rId50" Type="http://schemas.openxmlformats.org/officeDocument/2006/relationships/tags" Target="../tags/tag695.xml"/><Relationship Id="rId55" Type="http://schemas.openxmlformats.org/officeDocument/2006/relationships/tags" Target="../tags/tag700.xml"/><Relationship Id="rId76" Type="http://schemas.openxmlformats.org/officeDocument/2006/relationships/tags" Target="../tags/tag721.xml"/><Relationship Id="rId7" Type="http://schemas.openxmlformats.org/officeDocument/2006/relationships/tags" Target="../tags/tag652.xml"/><Relationship Id="rId71" Type="http://schemas.openxmlformats.org/officeDocument/2006/relationships/tags" Target="../tags/tag716.xml"/><Relationship Id="rId2" Type="http://schemas.openxmlformats.org/officeDocument/2006/relationships/tags" Target="../tags/tag647.xml"/><Relationship Id="rId29" Type="http://schemas.openxmlformats.org/officeDocument/2006/relationships/tags" Target="../tags/tag674.xml"/><Relationship Id="rId24" Type="http://schemas.openxmlformats.org/officeDocument/2006/relationships/tags" Target="../tags/tag669.xml"/><Relationship Id="rId40" Type="http://schemas.openxmlformats.org/officeDocument/2006/relationships/tags" Target="../tags/tag685.xml"/><Relationship Id="rId45" Type="http://schemas.openxmlformats.org/officeDocument/2006/relationships/tags" Target="../tags/tag690.xml"/><Relationship Id="rId66" Type="http://schemas.openxmlformats.org/officeDocument/2006/relationships/tags" Target="../tags/tag711.xml"/></Relationships>
</file>

<file path=ppt/slides/_rels/slide14.xml.rels><?xml version="1.0" encoding="UTF-8" standalone="yes"?>
<Relationships xmlns="http://schemas.openxmlformats.org/package/2006/relationships"><Relationship Id="rId26" Type="http://schemas.openxmlformats.org/officeDocument/2006/relationships/tags" Target="../tags/tag749.xml"/><Relationship Id="rId21" Type="http://schemas.openxmlformats.org/officeDocument/2006/relationships/tags" Target="../tags/tag744.xml"/><Relationship Id="rId34" Type="http://schemas.openxmlformats.org/officeDocument/2006/relationships/tags" Target="../tags/tag757.xml"/><Relationship Id="rId42" Type="http://schemas.openxmlformats.org/officeDocument/2006/relationships/tags" Target="../tags/tag765.xml"/><Relationship Id="rId47" Type="http://schemas.openxmlformats.org/officeDocument/2006/relationships/tags" Target="../tags/tag770.xml"/><Relationship Id="rId50" Type="http://schemas.openxmlformats.org/officeDocument/2006/relationships/tags" Target="../tags/tag773.xml"/><Relationship Id="rId55" Type="http://schemas.openxmlformats.org/officeDocument/2006/relationships/tags" Target="../tags/tag778.xml"/><Relationship Id="rId63" Type="http://schemas.openxmlformats.org/officeDocument/2006/relationships/slideLayout" Target="../slideLayouts/slideLayout1.xml"/><Relationship Id="rId7" Type="http://schemas.openxmlformats.org/officeDocument/2006/relationships/tags" Target="../tags/tag730.xml"/><Relationship Id="rId2" Type="http://schemas.openxmlformats.org/officeDocument/2006/relationships/tags" Target="../tags/tag725.xml"/><Relationship Id="rId16" Type="http://schemas.openxmlformats.org/officeDocument/2006/relationships/tags" Target="../tags/tag739.xml"/><Relationship Id="rId29" Type="http://schemas.openxmlformats.org/officeDocument/2006/relationships/tags" Target="../tags/tag752.xml"/><Relationship Id="rId11" Type="http://schemas.openxmlformats.org/officeDocument/2006/relationships/tags" Target="../tags/tag734.xml"/><Relationship Id="rId24" Type="http://schemas.openxmlformats.org/officeDocument/2006/relationships/tags" Target="../tags/tag747.xml"/><Relationship Id="rId32" Type="http://schemas.openxmlformats.org/officeDocument/2006/relationships/tags" Target="../tags/tag755.xml"/><Relationship Id="rId37" Type="http://schemas.openxmlformats.org/officeDocument/2006/relationships/tags" Target="../tags/tag760.xml"/><Relationship Id="rId40" Type="http://schemas.openxmlformats.org/officeDocument/2006/relationships/tags" Target="../tags/tag763.xml"/><Relationship Id="rId45" Type="http://schemas.openxmlformats.org/officeDocument/2006/relationships/tags" Target="../tags/tag768.xml"/><Relationship Id="rId53" Type="http://schemas.openxmlformats.org/officeDocument/2006/relationships/tags" Target="../tags/tag776.xml"/><Relationship Id="rId58" Type="http://schemas.openxmlformats.org/officeDocument/2006/relationships/tags" Target="../tags/tag781.xml"/><Relationship Id="rId66" Type="http://schemas.openxmlformats.org/officeDocument/2006/relationships/image" Target="../media/image19.png"/><Relationship Id="rId5" Type="http://schemas.openxmlformats.org/officeDocument/2006/relationships/tags" Target="../tags/tag728.xml"/><Relationship Id="rId61" Type="http://schemas.openxmlformats.org/officeDocument/2006/relationships/tags" Target="../tags/tag784.xml"/><Relationship Id="rId19" Type="http://schemas.openxmlformats.org/officeDocument/2006/relationships/tags" Target="../tags/tag742.xml"/><Relationship Id="rId14" Type="http://schemas.openxmlformats.org/officeDocument/2006/relationships/tags" Target="../tags/tag737.xml"/><Relationship Id="rId22" Type="http://schemas.openxmlformats.org/officeDocument/2006/relationships/tags" Target="../tags/tag745.xml"/><Relationship Id="rId27" Type="http://schemas.openxmlformats.org/officeDocument/2006/relationships/tags" Target="../tags/tag750.xml"/><Relationship Id="rId30" Type="http://schemas.openxmlformats.org/officeDocument/2006/relationships/tags" Target="../tags/tag753.xml"/><Relationship Id="rId35" Type="http://schemas.openxmlformats.org/officeDocument/2006/relationships/tags" Target="../tags/tag758.xml"/><Relationship Id="rId43" Type="http://schemas.openxmlformats.org/officeDocument/2006/relationships/tags" Target="../tags/tag766.xml"/><Relationship Id="rId48" Type="http://schemas.openxmlformats.org/officeDocument/2006/relationships/tags" Target="../tags/tag771.xml"/><Relationship Id="rId56" Type="http://schemas.openxmlformats.org/officeDocument/2006/relationships/tags" Target="../tags/tag779.xml"/><Relationship Id="rId64" Type="http://schemas.openxmlformats.org/officeDocument/2006/relationships/notesSlide" Target="../notesSlides/notesSlide14.xml"/><Relationship Id="rId8" Type="http://schemas.openxmlformats.org/officeDocument/2006/relationships/tags" Target="../tags/tag731.xml"/><Relationship Id="rId51" Type="http://schemas.openxmlformats.org/officeDocument/2006/relationships/tags" Target="../tags/tag774.xml"/><Relationship Id="rId3" Type="http://schemas.openxmlformats.org/officeDocument/2006/relationships/tags" Target="../tags/tag726.xml"/><Relationship Id="rId12" Type="http://schemas.openxmlformats.org/officeDocument/2006/relationships/tags" Target="../tags/tag735.xml"/><Relationship Id="rId17" Type="http://schemas.openxmlformats.org/officeDocument/2006/relationships/tags" Target="../tags/tag740.xml"/><Relationship Id="rId25" Type="http://schemas.openxmlformats.org/officeDocument/2006/relationships/tags" Target="../tags/tag748.xml"/><Relationship Id="rId33" Type="http://schemas.openxmlformats.org/officeDocument/2006/relationships/tags" Target="../tags/tag756.xml"/><Relationship Id="rId38" Type="http://schemas.openxmlformats.org/officeDocument/2006/relationships/tags" Target="../tags/tag761.xml"/><Relationship Id="rId46" Type="http://schemas.openxmlformats.org/officeDocument/2006/relationships/tags" Target="../tags/tag769.xml"/><Relationship Id="rId59" Type="http://schemas.openxmlformats.org/officeDocument/2006/relationships/tags" Target="../tags/tag782.xml"/><Relationship Id="rId20" Type="http://schemas.openxmlformats.org/officeDocument/2006/relationships/tags" Target="../tags/tag743.xml"/><Relationship Id="rId41" Type="http://schemas.openxmlformats.org/officeDocument/2006/relationships/tags" Target="../tags/tag764.xml"/><Relationship Id="rId54" Type="http://schemas.openxmlformats.org/officeDocument/2006/relationships/tags" Target="../tags/tag777.xml"/><Relationship Id="rId62" Type="http://schemas.openxmlformats.org/officeDocument/2006/relationships/tags" Target="../tags/tag785.xml"/><Relationship Id="rId1" Type="http://schemas.openxmlformats.org/officeDocument/2006/relationships/tags" Target="../tags/tag724.xml"/><Relationship Id="rId6" Type="http://schemas.openxmlformats.org/officeDocument/2006/relationships/tags" Target="../tags/tag729.xml"/><Relationship Id="rId15" Type="http://schemas.openxmlformats.org/officeDocument/2006/relationships/tags" Target="../tags/tag738.xml"/><Relationship Id="rId23" Type="http://schemas.openxmlformats.org/officeDocument/2006/relationships/tags" Target="../tags/tag746.xml"/><Relationship Id="rId28" Type="http://schemas.openxmlformats.org/officeDocument/2006/relationships/tags" Target="../tags/tag751.xml"/><Relationship Id="rId36" Type="http://schemas.openxmlformats.org/officeDocument/2006/relationships/tags" Target="../tags/tag759.xml"/><Relationship Id="rId49" Type="http://schemas.openxmlformats.org/officeDocument/2006/relationships/tags" Target="../tags/tag772.xml"/><Relationship Id="rId57" Type="http://schemas.openxmlformats.org/officeDocument/2006/relationships/tags" Target="../tags/tag780.xml"/><Relationship Id="rId10" Type="http://schemas.openxmlformats.org/officeDocument/2006/relationships/tags" Target="../tags/tag733.xml"/><Relationship Id="rId31" Type="http://schemas.openxmlformats.org/officeDocument/2006/relationships/tags" Target="../tags/tag754.xml"/><Relationship Id="rId44" Type="http://schemas.openxmlformats.org/officeDocument/2006/relationships/tags" Target="../tags/tag767.xml"/><Relationship Id="rId52" Type="http://schemas.openxmlformats.org/officeDocument/2006/relationships/tags" Target="../tags/tag775.xml"/><Relationship Id="rId60" Type="http://schemas.openxmlformats.org/officeDocument/2006/relationships/tags" Target="../tags/tag783.xml"/><Relationship Id="rId65" Type="http://schemas.openxmlformats.org/officeDocument/2006/relationships/image" Target="../media/image18.png"/><Relationship Id="rId4" Type="http://schemas.openxmlformats.org/officeDocument/2006/relationships/tags" Target="../tags/tag727.xml"/><Relationship Id="rId9" Type="http://schemas.openxmlformats.org/officeDocument/2006/relationships/tags" Target="../tags/tag732.xml"/><Relationship Id="rId13" Type="http://schemas.openxmlformats.org/officeDocument/2006/relationships/tags" Target="../tags/tag736.xml"/><Relationship Id="rId18" Type="http://schemas.openxmlformats.org/officeDocument/2006/relationships/tags" Target="../tags/tag741.xml"/><Relationship Id="rId39" Type="http://schemas.openxmlformats.org/officeDocument/2006/relationships/tags" Target="../tags/tag762.xml"/></Relationships>
</file>

<file path=ppt/slides/_rels/slide15.xml.rels><?xml version="1.0" encoding="UTF-8" standalone="yes"?>
<Relationships xmlns="http://schemas.openxmlformats.org/package/2006/relationships"><Relationship Id="rId117" Type="http://schemas.openxmlformats.org/officeDocument/2006/relationships/tags" Target="../tags/tag902.xml"/><Relationship Id="rId21" Type="http://schemas.openxmlformats.org/officeDocument/2006/relationships/tags" Target="../tags/tag806.xml"/><Relationship Id="rId42" Type="http://schemas.openxmlformats.org/officeDocument/2006/relationships/tags" Target="../tags/tag827.xml"/><Relationship Id="rId63" Type="http://schemas.openxmlformats.org/officeDocument/2006/relationships/tags" Target="../tags/tag848.xml"/><Relationship Id="rId84" Type="http://schemas.openxmlformats.org/officeDocument/2006/relationships/tags" Target="../tags/tag869.xml"/><Relationship Id="rId138" Type="http://schemas.openxmlformats.org/officeDocument/2006/relationships/tags" Target="../tags/tag923.xml"/><Relationship Id="rId159" Type="http://schemas.openxmlformats.org/officeDocument/2006/relationships/tags" Target="../tags/tag944.xml"/><Relationship Id="rId170" Type="http://schemas.microsoft.com/office/2007/relationships/hdphoto" Target="../media/hdphoto3.wdp"/><Relationship Id="rId107" Type="http://schemas.openxmlformats.org/officeDocument/2006/relationships/tags" Target="../tags/tag892.xml"/><Relationship Id="rId11" Type="http://schemas.openxmlformats.org/officeDocument/2006/relationships/tags" Target="../tags/tag796.xml"/><Relationship Id="rId32" Type="http://schemas.openxmlformats.org/officeDocument/2006/relationships/tags" Target="../tags/tag817.xml"/><Relationship Id="rId53" Type="http://schemas.openxmlformats.org/officeDocument/2006/relationships/tags" Target="../tags/tag838.xml"/><Relationship Id="rId74" Type="http://schemas.openxmlformats.org/officeDocument/2006/relationships/tags" Target="../tags/tag859.xml"/><Relationship Id="rId128" Type="http://schemas.openxmlformats.org/officeDocument/2006/relationships/tags" Target="../tags/tag913.xml"/><Relationship Id="rId149" Type="http://schemas.openxmlformats.org/officeDocument/2006/relationships/tags" Target="../tags/tag934.xml"/><Relationship Id="rId5" Type="http://schemas.openxmlformats.org/officeDocument/2006/relationships/tags" Target="../tags/tag790.xml"/><Relationship Id="rId95" Type="http://schemas.openxmlformats.org/officeDocument/2006/relationships/tags" Target="../tags/tag880.xml"/><Relationship Id="rId160" Type="http://schemas.openxmlformats.org/officeDocument/2006/relationships/tags" Target="../tags/tag945.xml"/><Relationship Id="rId22" Type="http://schemas.openxmlformats.org/officeDocument/2006/relationships/tags" Target="../tags/tag807.xml"/><Relationship Id="rId43" Type="http://schemas.openxmlformats.org/officeDocument/2006/relationships/tags" Target="../tags/tag828.xml"/><Relationship Id="rId64" Type="http://schemas.openxmlformats.org/officeDocument/2006/relationships/tags" Target="../tags/tag849.xml"/><Relationship Id="rId118" Type="http://schemas.openxmlformats.org/officeDocument/2006/relationships/tags" Target="../tags/tag903.xml"/><Relationship Id="rId139" Type="http://schemas.openxmlformats.org/officeDocument/2006/relationships/tags" Target="../tags/tag924.xml"/><Relationship Id="rId85" Type="http://schemas.openxmlformats.org/officeDocument/2006/relationships/tags" Target="../tags/tag870.xml"/><Relationship Id="rId150" Type="http://schemas.openxmlformats.org/officeDocument/2006/relationships/tags" Target="../tags/tag935.xml"/><Relationship Id="rId12" Type="http://schemas.openxmlformats.org/officeDocument/2006/relationships/tags" Target="../tags/tag797.xml"/><Relationship Id="rId33" Type="http://schemas.openxmlformats.org/officeDocument/2006/relationships/tags" Target="../tags/tag818.xml"/><Relationship Id="rId108" Type="http://schemas.openxmlformats.org/officeDocument/2006/relationships/tags" Target="../tags/tag893.xml"/><Relationship Id="rId129" Type="http://schemas.openxmlformats.org/officeDocument/2006/relationships/tags" Target="../tags/tag914.xml"/><Relationship Id="rId54" Type="http://schemas.openxmlformats.org/officeDocument/2006/relationships/tags" Target="../tags/tag839.xml"/><Relationship Id="rId70" Type="http://schemas.openxmlformats.org/officeDocument/2006/relationships/tags" Target="../tags/tag855.xml"/><Relationship Id="rId75" Type="http://schemas.openxmlformats.org/officeDocument/2006/relationships/tags" Target="../tags/tag860.xml"/><Relationship Id="rId91" Type="http://schemas.openxmlformats.org/officeDocument/2006/relationships/tags" Target="../tags/tag876.xml"/><Relationship Id="rId96" Type="http://schemas.openxmlformats.org/officeDocument/2006/relationships/tags" Target="../tags/tag881.xml"/><Relationship Id="rId140" Type="http://schemas.openxmlformats.org/officeDocument/2006/relationships/tags" Target="../tags/tag925.xml"/><Relationship Id="rId145" Type="http://schemas.openxmlformats.org/officeDocument/2006/relationships/tags" Target="../tags/tag930.xml"/><Relationship Id="rId161" Type="http://schemas.openxmlformats.org/officeDocument/2006/relationships/tags" Target="../tags/tag946.xml"/><Relationship Id="rId166" Type="http://schemas.openxmlformats.org/officeDocument/2006/relationships/image" Target="../media/image4.png"/><Relationship Id="rId1" Type="http://schemas.openxmlformats.org/officeDocument/2006/relationships/tags" Target="../tags/tag786.xml"/><Relationship Id="rId6" Type="http://schemas.openxmlformats.org/officeDocument/2006/relationships/tags" Target="../tags/tag791.xml"/><Relationship Id="rId23" Type="http://schemas.openxmlformats.org/officeDocument/2006/relationships/tags" Target="../tags/tag808.xml"/><Relationship Id="rId28" Type="http://schemas.openxmlformats.org/officeDocument/2006/relationships/tags" Target="../tags/tag813.xml"/><Relationship Id="rId49" Type="http://schemas.openxmlformats.org/officeDocument/2006/relationships/tags" Target="../tags/tag834.xml"/><Relationship Id="rId114" Type="http://schemas.openxmlformats.org/officeDocument/2006/relationships/tags" Target="../tags/tag899.xml"/><Relationship Id="rId119" Type="http://schemas.openxmlformats.org/officeDocument/2006/relationships/tags" Target="../tags/tag904.xml"/><Relationship Id="rId44" Type="http://schemas.openxmlformats.org/officeDocument/2006/relationships/tags" Target="../tags/tag829.xml"/><Relationship Id="rId60" Type="http://schemas.openxmlformats.org/officeDocument/2006/relationships/tags" Target="../tags/tag845.xml"/><Relationship Id="rId65" Type="http://schemas.openxmlformats.org/officeDocument/2006/relationships/tags" Target="../tags/tag850.xml"/><Relationship Id="rId81" Type="http://schemas.openxmlformats.org/officeDocument/2006/relationships/tags" Target="../tags/tag866.xml"/><Relationship Id="rId86" Type="http://schemas.openxmlformats.org/officeDocument/2006/relationships/tags" Target="../tags/tag871.xml"/><Relationship Id="rId130" Type="http://schemas.openxmlformats.org/officeDocument/2006/relationships/tags" Target="../tags/tag915.xml"/><Relationship Id="rId135" Type="http://schemas.openxmlformats.org/officeDocument/2006/relationships/tags" Target="../tags/tag920.xml"/><Relationship Id="rId151" Type="http://schemas.openxmlformats.org/officeDocument/2006/relationships/tags" Target="../tags/tag936.xml"/><Relationship Id="rId156" Type="http://schemas.openxmlformats.org/officeDocument/2006/relationships/tags" Target="../tags/tag941.xml"/><Relationship Id="rId13" Type="http://schemas.openxmlformats.org/officeDocument/2006/relationships/tags" Target="../tags/tag798.xml"/><Relationship Id="rId18" Type="http://schemas.openxmlformats.org/officeDocument/2006/relationships/tags" Target="../tags/tag803.xml"/><Relationship Id="rId39" Type="http://schemas.openxmlformats.org/officeDocument/2006/relationships/tags" Target="../tags/tag824.xml"/><Relationship Id="rId109" Type="http://schemas.openxmlformats.org/officeDocument/2006/relationships/tags" Target="../tags/tag894.xml"/><Relationship Id="rId34" Type="http://schemas.openxmlformats.org/officeDocument/2006/relationships/tags" Target="../tags/tag819.xml"/><Relationship Id="rId50" Type="http://schemas.openxmlformats.org/officeDocument/2006/relationships/tags" Target="../tags/tag835.xml"/><Relationship Id="rId55" Type="http://schemas.openxmlformats.org/officeDocument/2006/relationships/tags" Target="../tags/tag840.xml"/><Relationship Id="rId76" Type="http://schemas.openxmlformats.org/officeDocument/2006/relationships/tags" Target="../tags/tag861.xml"/><Relationship Id="rId97" Type="http://schemas.openxmlformats.org/officeDocument/2006/relationships/tags" Target="../tags/tag882.xml"/><Relationship Id="rId104" Type="http://schemas.openxmlformats.org/officeDocument/2006/relationships/tags" Target="../tags/tag889.xml"/><Relationship Id="rId120" Type="http://schemas.openxmlformats.org/officeDocument/2006/relationships/tags" Target="../tags/tag905.xml"/><Relationship Id="rId125" Type="http://schemas.openxmlformats.org/officeDocument/2006/relationships/tags" Target="../tags/tag910.xml"/><Relationship Id="rId141" Type="http://schemas.openxmlformats.org/officeDocument/2006/relationships/tags" Target="../tags/tag926.xml"/><Relationship Id="rId146" Type="http://schemas.openxmlformats.org/officeDocument/2006/relationships/tags" Target="../tags/tag931.xml"/><Relationship Id="rId167" Type="http://schemas.openxmlformats.org/officeDocument/2006/relationships/image" Target="../media/image20.png"/><Relationship Id="rId7" Type="http://schemas.openxmlformats.org/officeDocument/2006/relationships/tags" Target="../tags/tag792.xml"/><Relationship Id="rId71" Type="http://schemas.openxmlformats.org/officeDocument/2006/relationships/tags" Target="../tags/tag856.xml"/><Relationship Id="rId92" Type="http://schemas.openxmlformats.org/officeDocument/2006/relationships/tags" Target="../tags/tag877.xml"/><Relationship Id="rId162" Type="http://schemas.openxmlformats.org/officeDocument/2006/relationships/tags" Target="../tags/tag947.xml"/><Relationship Id="rId2" Type="http://schemas.openxmlformats.org/officeDocument/2006/relationships/tags" Target="../tags/tag787.xml"/><Relationship Id="rId29" Type="http://schemas.openxmlformats.org/officeDocument/2006/relationships/tags" Target="../tags/tag814.xml"/><Relationship Id="rId24" Type="http://schemas.openxmlformats.org/officeDocument/2006/relationships/tags" Target="../tags/tag809.xml"/><Relationship Id="rId40" Type="http://schemas.openxmlformats.org/officeDocument/2006/relationships/tags" Target="../tags/tag825.xml"/><Relationship Id="rId45" Type="http://schemas.openxmlformats.org/officeDocument/2006/relationships/tags" Target="../tags/tag830.xml"/><Relationship Id="rId66" Type="http://schemas.openxmlformats.org/officeDocument/2006/relationships/tags" Target="../tags/tag851.xml"/><Relationship Id="rId87" Type="http://schemas.openxmlformats.org/officeDocument/2006/relationships/tags" Target="../tags/tag872.xml"/><Relationship Id="rId110" Type="http://schemas.openxmlformats.org/officeDocument/2006/relationships/tags" Target="../tags/tag895.xml"/><Relationship Id="rId115" Type="http://schemas.openxmlformats.org/officeDocument/2006/relationships/tags" Target="../tags/tag900.xml"/><Relationship Id="rId131" Type="http://schemas.openxmlformats.org/officeDocument/2006/relationships/tags" Target="../tags/tag916.xml"/><Relationship Id="rId136" Type="http://schemas.openxmlformats.org/officeDocument/2006/relationships/tags" Target="../tags/tag921.xml"/><Relationship Id="rId157" Type="http://schemas.openxmlformats.org/officeDocument/2006/relationships/tags" Target="../tags/tag942.xml"/><Relationship Id="rId61" Type="http://schemas.openxmlformats.org/officeDocument/2006/relationships/tags" Target="../tags/tag846.xml"/><Relationship Id="rId82" Type="http://schemas.openxmlformats.org/officeDocument/2006/relationships/tags" Target="../tags/tag867.xml"/><Relationship Id="rId152" Type="http://schemas.openxmlformats.org/officeDocument/2006/relationships/tags" Target="../tags/tag937.xml"/><Relationship Id="rId19" Type="http://schemas.openxmlformats.org/officeDocument/2006/relationships/tags" Target="../tags/tag804.xml"/><Relationship Id="rId14" Type="http://schemas.openxmlformats.org/officeDocument/2006/relationships/tags" Target="../tags/tag799.xml"/><Relationship Id="rId30" Type="http://schemas.openxmlformats.org/officeDocument/2006/relationships/tags" Target="../tags/tag815.xml"/><Relationship Id="rId35" Type="http://schemas.openxmlformats.org/officeDocument/2006/relationships/tags" Target="../tags/tag820.xml"/><Relationship Id="rId56" Type="http://schemas.openxmlformats.org/officeDocument/2006/relationships/tags" Target="../tags/tag841.xml"/><Relationship Id="rId77" Type="http://schemas.openxmlformats.org/officeDocument/2006/relationships/tags" Target="../tags/tag862.xml"/><Relationship Id="rId100" Type="http://schemas.openxmlformats.org/officeDocument/2006/relationships/tags" Target="../tags/tag885.xml"/><Relationship Id="rId105" Type="http://schemas.openxmlformats.org/officeDocument/2006/relationships/tags" Target="../tags/tag890.xml"/><Relationship Id="rId126" Type="http://schemas.openxmlformats.org/officeDocument/2006/relationships/tags" Target="../tags/tag911.xml"/><Relationship Id="rId147" Type="http://schemas.openxmlformats.org/officeDocument/2006/relationships/tags" Target="../tags/tag932.xml"/><Relationship Id="rId168" Type="http://schemas.microsoft.com/office/2007/relationships/hdphoto" Target="../media/hdphoto2.wdp"/><Relationship Id="rId8" Type="http://schemas.openxmlformats.org/officeDocument/2006/relationships/tags" Target="../tags/tag793.xml"/><Relationship Id="rId51" Type="http://schemas.openxmlformats.org/officeDocument/2006/relationships/tags" Target="../tags/tag836.xml"/><Relationship Id="rId72" Type="http://schemas.openxmlformats.org/officeDocument/2006/relationships/tags" Target="../tags/tag857.xml"/><Relationship Id="rId93" Type="http://schemas.openxmlformats.org/officeDocument/2006/relationships/tags" Target="../tags/tag878.xml"/><Relationship Id="rId98" Type="http://schemas.openxmlformats.org/officeDocument/2006/relationships/tags" Target="../tags/tag883.xml"/><Relationship Id="rId121" Type="http://schemas.openxmlformats.org/officeDocument/2006/relationships/tags" Target="../tags/tag906.xml"/><Relationship Id="rId142" Type="http://schemas.openxmlformats.org/officeDocument/2006/relationships/tags" Target="../tags/tag927.xml"/><Relationship Id="rId163" Type="http://schemas.openxmlformats.org/officeDocument/2006/relationships/tags" Target="../tags/tag948.xml"/><Relationship Id="rId3" Type="http://schemas.openxmlformats.org/officeDocument/2006/relationships/tags" Target="../tags/tag788.xml"/><Relationship Id="rId25" Type="http://schemas.openxmlformats.org/officeDocument/2006/relationships/tags" Target="../tags/tag810.xml"/><Relationship Id="rId46" Type="http://schemas.openxmlformats.org/officeDocument/2006/relationships/tags" Target="../tags/tag831.xml"/><Relationship Id="rId67" Type="http://schemas.openxmlformats.org/officeDocument/2006/relationships/tags" Target="../tags/tag852.xml"/><Relationship Id="rId116" Type="http://schemas.openxmlformats.org/officeDocument/2006/relationships/tags" Target="../tags/tag901.xml"/><Relationship Id="rId137" Type="http://schemas.openxmlformats.org/officeDocument/2006/relationships/tags" Target="../tags/tag922.xml"/><Relationship Id="rId158" Type="http://schemas.openxmlformats.org/officeDocument/2006/relationships/tags" Target="../tags/tag943.xml"/><Relationship Id="rId20" Type="http://schemas.openxmlformats.org/officeDocument/2006/relationships/tags" Target="../tags/tag805.xml"/><Relationship Id="rId41" Type="http://schemas.openxmlformats.org/officeDocument/2006/relationships/tags" Target="../tags/tag826.xml"/><Relationship Id="rId62" Type="http://schemas.openxmlformats.org/officeDocument/2006/relationships/tags" Target="../tags/tag847.xml"/><Relationship Id="rId83" Type="http://schemas.openxmlformats.org/officeDocument/2006/relationships/tags" Target="../tags/tag868.xml"/><Relationship Id="rId88" Type="http://schemas.openxmlformats.org/officeDocument/2006/relationships/tags" Target="../tags/tag873.xml"/><Relationship Id="rId111" Type="http://schemas.openxmlformats.org/officeDocument/2006/relationships/tags" Target="../tags/tag896.xml"/><Relationship Id="rId132" Type="http://schemas.openxmlformats.org/officeDocument/2006/relationships/tags" Target="../tags/tag917.xml"/><Relationship Id="rId153" Type="http://schemas.openxmlformats.org/officeDocument/2006/relationships/tags" Target="../tags/tag938.xml"/><Relationship Id="rId15" Type="http://schemas.openxmlformats.org/officeDocument/2006/relationships/tags" Target="../tags/tag800.xml"/><Relationship Id="rId36" Type="http://schemas.openxmlformats.org/officeDocument/2006/relationships/tags" Target="../tags/tag821.xml"/><Relationship Id="rId57" Type="http://schemas.openxmlformats.org/officeDocument/2006/relationships/tags" Target="../tags/tag842.xml"/><Relationship Id="rId106" Type="http://schemas.openxmlformats.org/officeDocument/2006/relationships/tags" Target="../tags/tag891.xml"/><Relationship Id="rId127" Type="http://schemas.openxmlformats.org/officeDocument/2006/relationships/tags" Target="../tags/tag912.xml"/><Relationship Id="rId10" Type="http://schemas.openxmlformats.org/officeDocument/2006/relationships/tags" Target="../tags/tag795.xml"/><Relationship Id="rId31" Type="http://schemas.openxmlformats.org/officeDocument/2006/relationships/tags" Target="../tags/tag816.xml"/><Relationship Id="rId52" Type="http://schemas.openxmlformats.org/officeDocument/2006/relationships/tags" Target="../tags/tag837.xml"/><Relationship Id="rId73" Type="http://schemas.openxmlformats.org/officeDocument/2006/relationships/tags" Target="../tags/tag858.xml"/><Relationship Id="rId78" Type="http://schemas.openxmlformats.org/officeDocument/2006/relationships/tags" Target="../tags/tag863.xml"/><Relationship Id="rId94" Type="http://schemas.openxmlformats.org/officeDocument/2006/relationships/tags" Target="../tags/tag879.xml"/><Relationship Id="rId99" Type="http://schemas.openxmlformats.org/officeDocument/2006/relationships/tags" Target="../tags/tag884.xml"/><Relationship Id="rId101" Type="http://schemas.openxmlformats.org/officeDocument/2006/relationships/tags" Target="../tags/tag886.xml"/><Relationship Id="rId122" Type="http://schemas.openxmlformats.org/officeDocument/2006/relationships/tags" Target="../tags/tag907.xml"/><Relationship Id="rId143" Type="http://schemas.openxmlformats.org/officeDocument/2006/relationships/tags" Target="../tags/tag928.xml"/><Relationship Id="rId148" Type="http://schemas.openxmlformats.org/officeDocument/2006/relationships/tags" Target="../tags/tag933.xml"/><Relationship Id="rId164" Type="http://schemas.openxmlformats.org/officeDocument/2006/relationships/tags" Target="../tags/tag949.xml"/><Relationship Id="rId169" Type="http://schemas.openxmlformats.org/officeDocument/2006/relationships/image" Target="../media/image21.png"/><Relationship Id="rId4" Type="http://schemas.openxmlformats.org/officeDocument/2006/relationships/tags" Target="../tags/tag789.xml"/><Relationship Id="rId9" Type="http://schemas.openxmlformats.org/officeDocument/2006/relationships/tags" Target="../tags/tag794.xml"/><Relationship Id="rId26" Type="http://schemas.openxmlformats.org/officeDocument/2006/relationships/tags" Target="../tags/tag811.xml"/><Relationship Id="rId47" Type="http://schemas.openxmlformats.org/officeDocument/2006/relationships/tags" Target="../tags/tag832.xml"/><Relationship Id="rId68" Type="http://schemas.openxmlformats.org/officeDocument/2006/relationships/tags" Target="../tags/tag853.xml"/><Relationship Id="rId89" Type="http://schemas.openxmlformats.org/officeDocument/2006/relationships/tags" Target="../tags/tag874.xml"/><Relationship Id="rId112" Type="http://schemas.openxmlformats.org/officeDocument/2006/relationships/tags" Target="../tags/tag897.xml"/><Relationship Id="rId133" Type="http://schemas.openxmlformats.org/officeDocument/2006/relationships/tags" Target="../tags/tag918.xml"/><Relationship Id="rId154" Type="http://schemas.openxmlformats.org/officeDocument/2006/relationships/tags" Target="../tags/tag939.xml"/><Relationship Id="rId16" Type="http://schemas.openxmlformats.org/officeDocument/2006/relationships/tags" Target="../tags/tag801.xml"/><Relationship Id="rId37" Type="http://schemas.openxmlformats.org/officeDocument/2006/relationships/tags" Target="../tags/tag822.xml"/><Relationship Id="rId58" Type="http://schemas.openxmlformats.org/officeDocument/2006/relationships/tags" Target="../tags/tag843.xml"/><Relationship Id="rId79" Type="http://schemas.openxmlformats.org/officeDocument/2006/relationships/tags" Target="../tags/tag864.xml"/><Relationship Id="rId102" Type="http://schemas.openxmlformats.org/officeDocument/2006/relationships/tags" Target="../tags/tag887.xml"/><Relationship Id="rId123" Type="http://schemas.openxmlformats.org/officeDocument/2006/relationships/tags" Target="../tags/tag908.xml"/><Relationship Id="rId144" Type="http://schemas.openxmlformats.org/officeDocument/2006/relationships/tags" Target="../tags/tag929.xml"/><Relationship Id="rId90" Type="http://schemas.openxmlformats.org/officeDocument/2006/relationships/tags" Target="../tags/tag875.xml"/><Relationship Id="rId165" Type="http://schemas.openxmlformats.org/officeDocument/2006/relationships/slideLayout" Target="../slideLayouts/slideLayout1.xml"/><Relationship Id="rId27" Type="http://schemas.openxmlformats.org/officeDocument/2006/relationships/tags" Target="../tags/tag812.xml"/><Relationship Id="rId48" Type="http://schemas.openxmlformats.org/officeDocument/2006/relationships/tags" Target="../tags/tag833.xml"/><Relationship Id="rId69" Type="http://schemas.openxmlformats.org/officeDocument/2006/relationships/tags" Target="../tags/tag854.xml"/><Relationship Id="rId113" Type="http://schemas.openxmlformats.org/officeDocument/2006/relationships/tags" Target="../tags/tag898.xml"/><Relationship Id="rId134" Type="http://schemas.openxmlformats.org/officeDocument/2006/relationships/tags" Target="../tags/tag919.xml"/><Relationship Id="rId80" Type="http://schemas.openxmlformats.org/officeDocument/2006/relationships/tags" Target="../tags/tag865.xml"/><Relationship Id="rId155" Type="http://schemas.openxmlformats.org/officeDocument/2006/relationships/tags" Target="../tags/tag940.xml"/><Relationship Id="rId17" Type="http://schemas.openxmlformats.org/officeDocument/2006/relationships/tags" Target="../tags/tag802.xml"/><Relationship Id="rId38" Type="http://schemas.openxmlformats.org/officeDocument/2006/relationships/tags" Target="../tags/tag823.xml"/><Relationship Id="rId59" Type="http://schemas.openxmlformats.org/officeDocument/2006/relationships/tags" Target="../tags/tag844.xml"/><Relationship Id="rId103" Type="http://schemas.openxmlformats.org/officeDocument/2006/relationships/tags" Target="../tags/tag888.xml"/><Relationship Id="rId124" Type="http://schemas.openxmlformats.org/officeDocument/2006/relationships/tags" Target="../tags/tag909.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117" Type="http://schemas.openxmlformats.org/officeDocument/2006/relationships/tags" Target="../tags/tag1066.xml"/><Relationship Id="rId21" Type="http://schemas.openxmlformats.org/officeDocument/2006/relationships/tags" Target="../tags/tag970.xml"/><Relationship Id="rId42" Type="http://schemas.openxmlformats.org/officeDocument/2006/relationships/tags" Target="../tags/tag991.xml"/><Relationship Id="rId63" Type="http://schemas.openxmlformats.org/officeDocument/2006/relationships/tags" Target="../tags/tag1012.xml"/><Relationship Id="rId84" Type="http://schemas.openxmlformats.org/officeDocument/2006/relationships/tags" Target="../tags/tag1033.xml"/><Relationship Id="rId138" Type="http://schemas.openxmlformats.org/officeDocument/2006/relationships/tags" Target="../tags/tag1087.xml"/><Relationship Id="rId159" Type="http://schemas.openxmlformats.org/officeDocument/2006/relationships/tags" Target="../tags/tag1108.xml"/><Relationship Id="rId170" Type="http://schemas.openxmlformats.org/officeDocument/2006/relationships/image" Target="../media/image22.png"/><Relationship Id="rId107" Type="http://schemas.openxmlformats.org/officeDocument/2006/relationships/tags" Target="../tags/tag1056.xml"/><Relationship Id="rId11" Type="http://schemas.openxmlformats.org/officeDocument/2006/relationships/tags" Target="../tags/tag960.xml"/><Relationship Id="rId32" Type="http://schemas.openxmlformats.org/officeDocument/2006/relationships/tags" Target="../tags/tag981.xml"/><Relationship Id="rId53" Type="http://schemas.openxmlformats.org/officeDocument/2006/relationships/tags" Target="../tags/tag1002.xml"/><Relationship Id="rId74" Type="http://schemas.openxmlformats.org/officeDocument/2006/relationships/tags" Target="../tags/tag1023.xml"/><Relationship Id="rId128" Type="http://schemas.openxmlformats.org/officeDocument/2006/relationships/tags" Target="../tags/tag1077.xml"/><Relationship Id="rId149" Type="http://schemas.openxmlformats.org/officeDocument/2006/relationships/tags" Target="../tags/tag1098.xml"/><Relationship Id="rId5" Type="http://schemas.openxmlformats.org/officeDocument/2006/relationships/tags" Target="../tags/tag954.xml"/><Relationship Id="rId95" Type="http://schemas.openxmlformats.org/officeDocument/2006/relationships/tags" Target="../tags/tag1044.xml"/><Relationship Id="rId160" Type="http://schemas.openxmlformats.org/officeDocument/2006/relationships/tags" Target="../tags/tag1109.xml"/><Relationship Id="rId22" Type="http://schemas.openxmlformats.org/officeDocument/2006/relationships/tags" Target="../tags/tag971.xml"/><Relationship Id="rId43" Type="http://schemas.openxmlformats.org/officeDocument/2006/relationships/tags" Target="../tags/tag992.xml"/><Relationship Id="rId64" Type="http://schemas.openxmlformats.org/officeDocument/2006/relationships/tags" Target="../tags/tag1013.xml"/><Relationship Id="rId118" Type="http://schemas.openxmlformats.org/officeDocument/2006/relationships/tags" Target="../tags/tag1067.xml"/><Relationship Id="rId139" Type="http://schemas.openxmlformats.org/officeDocument/2006/relationships/tags" Target="../tags/tag1088.xml"/><Relationship Id="rId85" Type="http://schemas.openxmlformats.org/officeDocument/2006/relationships/tags" Target="../tags/tag1034.xml"/><Relationship Id="rId150" Type="http://schemas.openxmlformats.org/officeDocument/2006/relationships/tags" Target="../tags/tag1099.xml"/><Relationship Id="rId12" Type="http://schemas.openxmlformats.org/officeDocument/2006/relationships/tags" Target="../tags/tag961.xml"/><Relationship Id="rId33" Type="http://schemas.openxmlformats.org/officeDocument/2006/relationships/tags" Target="../tags/tag982.xml"/><Relationship Id="rId108" Type="http://schemas.openxmlformats.org/officeDocument/2006/relationships/tags" Target="../tags/tag1057.xml"/><Relationship Id="rId129" Type="http://schemas.openxmlformats.org/officeDocument/2006/relationships/tags" Target="../tags/tag1078.xml"/><Relationship Id="rId54" Type="http://schemas.openxmlformats.org/officeDocument/2006/relationships/tags" Target="../tags/tag1003.xml"/><Relationship Id="rId70" Type="http://schemas.openxmlformats.org/officeDocument/2006/relationships/tags" Target="../tags/tag1019.xml"/><Relationship Id="rId75" Type="http://schemas.openxmlformats.org/officeDocument/2006/relationships/tags" Target="../tags/tag1024.xml"/><Relationship Id="rId91" Type="http://schemas.openxmlformats.org/officeDocument/2006/relationships/tags" Target="../tags/tag1040.xml"/><Relationship Id="rId96" Type="http://schemas.openxmlformats.org/officeDocument/2006/relationships/tags" Target="../tags/tag1045.xml"/><Relationship Id="rId140" Type="http://schemas.openxmlformats.org/officeDocument/2006/relationships/tags" Target="../tags/tag1089.xml"/><Relationship Id="rId145" Type="http://schemas.openxmlformats.org/officeDocument/2006/relationships/tags" Target="../tags/tag1094.xml"/><Relationship Id="rId161" Type="http://schemas.openxmlformats.org/officeDocument/2006/relationships/tags" Target="../tags/tag1110.xml"/><Relationship Id="rId166" Type="http://schemas.openxmlformats.org/officeDocument/2006/relationships/tags" Target="../tags/tag1115.xml"/><Relationship Id="rId1" Type="http://schemas.openxmlformats.org/officeDocument/2006/relationships/tags" Target="../tags/tag950.xml"/><Relationship Id="rId6" Type="http://schemas.openxmlformats.org/officeDocument/2006/relationships/tags" Target="../tags/tag955.xml"/><Relationship Id="rId23" Type="http://schemas.openxmlformats.org/officeDocument/2006/relationships/tags" Target="../tags/tag972.xml"/><Relationship Id="rId28" Type="http://schemas.openxmlformats.org/officeDocument/2006/relationships/tags" Target="../tags/tag977.xml"/><Relationship Id="rId49" Type="http://schemas.openxmlformats.org/officeDocument/2006/relationships/tags" Target="../tags/tag998.xml"/><Relationship Id="rId114" Type="http://schemas.openxmlformats.org/officeDocument/2006/relationships/tags" Target="../tags/tag1063.xml"/><Relationship Id="rId119" Type="http://schemas.openxmlformats.org/officeDocument/2006/relationships/tags" Target="../tags/tag1068.xml"/><Relationship Id="rId44" Type="http://schemas.openxmlformats.org/officeDocument/2006/relationships/tags" Target="../tags/tag993.xml"/><Relationship Id="rId60" Type="http://schemas.openxmlformats.org/officeDocument/2006/relationships/tags" Target="../tags/tag1009.xml"/><Relationship Id="rId65" Type="http://schemas.openxmlformats.org/officeDocument/2006/relationships/tags" Target="../tags/tag1014.xml"/><Relationship Id="rId81" Type="http://schemas.openxmlformats.org/officeDocument/2006/relationships/tags" Target="../tags/tag1030.xml"/><Relationship Id="rId86" Type="http://schemas.openxmlformats.org/officeDocument/2006/relationships/tags" Target="../tags/tag1035.xml"/><Relationship Id="rId130" Type="http://schemas.openxmlformats.org/officeDocument/2006/relationships/tags" Target="../tags/tag1079.xml"/><Relationship Id="rId135" Type="http://schemas.openxmlformats.org/officeDocument/2006/relationships/tags" Target="../tags/tag1084.xml"/><Relationship Id="rId151" Type="http://schemas.openxmlformats.org/officeDocument/2006/relationships/tags" Target="../tags/tag1100.xml"/><Relationship Id="rId156" Type="http://schemas.openxmlformats.org/officeDocument/2006/relationships/tags" Target="../tags/tag1105.xml"/><Relationship Id="rId13" Type="http://schemas.openxmlformats.org/officeDocument/2006/relationships/tags" Target="../tags/tag962.xml"/><Relationship Id="rId18" Type="http://schemas.openxmlformats.org/officeDocument/2006/relationships/tags" Target="../tags/tag967.xml"/><Relationship Id="rId39" Type="http://schemas.openxmlformats.org/officeDocument/2006/relationships/tags" Target="../tags/tag988.xml"/><Relationship Id="rId109" Type="http://schemas.openxmlformats.org/officeDocument/2006/relationships/tags" Target="../tags/tag1058.xml"/><Relationship Id="rId34" Type="http://schemas.openxmlformats.org/officeDocument/2006/relationships/tags" Target="../tags/tag983.xml"/><Relationship Id="rId50" Type="http://schemas.openxmlformats.org/officeDocument/2006/relationships/tags" Target="../tags/tag999.xml"/><Relationship Id="rId55" Type="http://schemas.openxmlformats.org/officeDocument/2006/relationships/tags" Target="../tags/tag1004.xml"/><Relationship Id="rId76" Type="http://schemas.openxmlformats.org/officeDocument/2006/relationships/tags" Target="../tags/tag1025.xml"/><Relationship Id="rId97" Type="http://schemas.openxmlformats.org/officeDocument/2006/relationships/tags" Target="../tags/tag1046.xml"/><Relationship Id="rId104" Type="http://schemas.openxmlformats.org/officeDocument/2006/relationships/tags" Target="../tags/tag1053.xml"/><Relationship Id="rId120" Type="http://schemas.openxmlformats.org/officeDocument/2006/relationships/tags" Target="../tags/tag1069.xml"/><Relationship Id="rId125" Type="http://schemas.openxmlformats.org/officeDocument/2006/relationships/tags" Target="../tags/tag1074.xml"/><Relationship Id="rId141" Type="http://schemas.openxmlformats.org/officeDocument/2006/relationships/tags" Target="../tags/tag1090.xml"/><Relationship Id="rId146" Type="http://schemas.openxmlformats.org/officeDocument/2006/relationships/tags" Target="../tags/tag1095.xml"/><Relationship Id="rId167" Type="http://schemas.openxmlformats.org/officeDocument/2006/relationships/tags" Target="../tags/tag1116.xml"/><Relationship Id="rId7" Type="http://schemas.openxmlformats.org/officeDocument/2006/relationships/tags" Target="../tags/tag956.xml"/><Relationship Id="rId71" Type="http://schemas.openxmlformats.org/officeDocument/2006/relationships/tags" Target="../tags/tag1020.xml"/><Relationship Id="rId92" Type="http://schemas.openxmlformats.org/officeDocument/2006/relationships/tags" Target="../tags/tag1041.xml"/><Relationship Id="rId162" Type="http://schemas.openxmlformats.org/officeDocument/2006/relationships/tags" Target="../tags/tag1111.xml"/><Relationship Id="rId2" Type="http://schemas.openxmlformats.org/officeDocument/2006/relationships/tags" Target="../tags/tag951.xml"/><Relationship Id="rId29" Type="http://schemas.openxmlformats.org/officeDocument/2006/relationships/tags" Target="../tags/tag978.xml"/><Relationship Id="rId24" Type="http://schemas.openxmlformats.org/officeDocument/2006/relationships/tags" Target="../tags/tag973.xml"/><Relationship Id="rId40" Type="http://schemas.openxmlformats.org/officeDocument/2006/relationships/tags" Target="../tags/tag989.xml"/><Relationship Id="rId45" Type="http://schemas.openxmlformats.org/officeDocument/2006/relationships/tags" Target="../tags/tag994.xml"/><Relationship Id="rId66" Type="http://schemas.openxmlformats.org/officeDocument/2006/relationships/tags" Target="../tags/tag1015.xml"/><Relationship Id="rId87" Type="http://schemas.openxmlformats.org/officeDocument/2006/relationships/tags" Target="../tags/tag1036.xml"/><Relationship Id="rId110" Type="http://schemas.openxmlformats.org/officeDocument/2006/relationships/tags" Target="../tags/tag1059.xml"/><Relationship Id="rId115" Type="http://schemas.openxmlformats.org/officeDocument/2006/relationships/tags" Target="../tags/tag1064.xml"/><Relationship Id="rId131" Type="http://schemas.openxmlformats.org/officeDocument/2006/relationships/tags" Target="../tags/tag1080.xml"/><Relationship Id="rId136" Type="http://schemas.openxmlformats.org/officeDocument/2006/relationships/tags" Target="../tags/tag1085.xml"/><Relationship Id="rId157" Type="http://schemas.openxmlformats.org/officeDocument/2006/relationships/tags" Target="../tags/tag1106.xml"/><Relationship Id="rId61" Type="http://schemas.openxmlformats.org/officeDocument/2006/relationships/tags" Target="../tags/tag1010.xml"/><Relationship Id="rId82" Type="http://schemas.openxmlformats.org/officeDocument/2006/relationships/tags" Target="../tags/tag1031.xml"/><Relationship Id="rId152" Type="http://schemas.openxmlformats.org/officeDocument/2006/relationships/tags" Target="../tags/tag1101.xml"/><Relationship Id="rId19" Type="http://schemas.openxmlformats.org/officeDocument/2006/relationships/tags" Target="../tags/tag968.xml"/><Relationship Id="rId14" Type="http://schemas.openxmlformats.org/officeDocument/2006/relationships/tags" Target="../tags/tag963.xml"/><Relationship Id="rId30" Type="http://schemas.openxmlformats.org/officeDocument/2006/relationships/tags" Target="../tags/tag979.xml"/><Relationship Id="rId35" Type="http://schemas.openxmlformats.org/officeDocument/2006/relationships/tags" Target="../tags/tag984.xml"/><Relationship Id="rId56" Type="http://schemas.openxmlformats.org/officeDocument/2006/relationships/tags" Target="../tags/tag1005.xml"/><Relationship Id="rId77" Type="http://schemas.openxmlformats.org/officeDocument/2006/relationships/tags" Target="../tags/tag1026.xml"/><Relationship Id="rId100" Type="http://schemas.openxmlformats.org/officeDocument/2006/relationships/tags" Target="../tags/tag1049.xml"/><Relationship Id="rId105" Type="http://schemas.openxmlformats.org/officeDocument/2006/relationships/tags" Target="../tags/tag1054.xml"/><Relationship Id="rId126" Type="http://schemas.openxmlformats.org/officeDocument/2006/relationships/tags" Target="../tags/tag1075.xml"/><Relationship Id="rId147" Type="http://schemas.openxmlformats.org/officeDocument/2006/relationships/tags" Target="../tags/tag1096.xml"/><Relationship Id="rId168" Type="http://schemas.openxmlformats.org/officeDocument/2006/relationships/slideLayout" Target="../slideLayouts/slideLayout1.xml"/><Relationship Id="rId8" Type="http://schemas.openxmlformats.org/officeDocument/2006/relationships/tags" Target="../tags/tag957.xml"/><Relationship Id="rId51" Type="http://schemas.openxmlformats.org/officeDocument/2006/relationships/tags" Target="../tags/tag1000.xml"/><Relationship Id="rId72" Type="http://schemas.openxmlformats.org/officeDocument/2006/relationships/tags" Target="../tags/tag1021.xml"/><Relationship Id="rId93" Type="http://schemas.openxmlformats.org/officeDocument/2006/relationships/tags" Target="../tags/tag1042.xml"/><Relationship Id="rId98" Type="http://schemas.openxmlformats.org/officeDocument/2006/relationships/tags" Target="../tags/tag1047.xml"/><Relationship Id="rId121" Type="http://schemas.openxmlformats.org/officeDocument/2006/relationships/tags" Target="../tags/tag1070.xml"/><Relationship Id="rId142" Type="http://schemas.openxmlformats.org/officeDocument/2006/relationships/tags" Target="../tags/tag1091.xml"/><Relationship Id="rId163" Type="http://schemas.openxmlformats.org/officeDocument/2006/relationships/tags" Target="../tags/tag1112.xml"/><Relationship Id="rId3" Type="http://schemas.openxmlformats.org/officeDocument/2006/relationships/tags" Target="../tags/tag952.xml"/><Relationship Id="rId25" Type="http://schemas.openxmlformats.org/officeDocument/2006/relationships/tags" Target="../tags/tag974.xml"/><Relationship Id="rId46" Type="http://schemas.openxmlformats.org/officeDocument/2006/relationships/tags" Target="../tags/tag995.xml"/><Relationship Id="rId67" Type="http://schemas.openxmlformats.org/officeDocument/2006/relationships/tags" Target="../tags/tag1016.xml"/><Relationship Id="rId116" Type="http://schemas.openxmlformats.org/officeDocument/2006/relationships/tags" Target="../tags/tag1065.xml"/><Relationship Id="rId137" Type="http://schemas.openxmlformats.org/officeDocument/2006/relationships/tags" Target="../tags/tag1086.xml"/><Relationship Id="rId158" Type="http://schemas.openxmlformats.org/officeDocument/2006/relationships/tags" Target="../tags/tag1107.xml"/><Relationship Id="rId20" Type="http://schemas.openxmlformats.org/officeDocument/2006/relationships/tags" Target="../tags/tag969.xml"/><Relationship Id="rId41" Type="http://schemas.openxmlformats.org/officeDocument/2006/relationships/tags" Target="../tags/tag990.xml"/><Relationship Id="rId62" Type="http://schemas.openxmlformats.org/officeDocument/2006/relationships/tags" Target="../tags/tag1011.xml"/><Relationship Id="rId83" Type="http://schemas.openxmlformats.org/officeDocument/2006/relationships/tags" Target="../tags/tag1032.xml"/><Relationship Id="rId88" Type="http://schemas.openxmlformats.org/officeDocument/2006/relationships/tags" Target="../tags/tag1037.xml"/><Relationship Id="rId111" Type="http://schemas.openxmlformats.org/officeDocument/2006/relationships/tags" Target="../tags/tag1060.xml"/><Relationship Id="rId132" Type="http://schemas.openxmlformats.org/officeDocument/2006/relationships/tags" Target="../tags/tag1081.xml"/><Relationship Id="rId153" Type="http://schemas.openxmlformats.org/officeDocument/2006/relationships/tags" Target="../tags/tag1102.xml"/><Relationship Id="rId15" Type="http://schemas.openxmlformats.org/officeDocument/2006/relationships/tags" Target="../tags/tag964.xml"/><Relationship Id="rId36" Type="http://schemas.openxmlformats.org/officeDocument/2006/relationships/tags" Target="../tags/tag985.xml"/><Relationship Id="rId57" Type="http://schemas.openxmlformats.org/officeDocument/2006/relationships/tags" Target="../tags/tag1006.xml"/><Relationship Id="rId106" Type="http://schemas.openxmlformats.org/officeDocument/2006/relationships/tags" Target="../tags/tag1055.xml"/><Relationship Id="rId127" Type="http://schemas.openxmlformats.org/officeDocument/2006/relationships/tags" Target="../tags/tag1076.xml"/><Relationship Id="rId10" Type="http://schemas.openxmlformats.org/officeDocument/2006/relationships/tags" Target="../tags/tag959.xml"/><Relationship Id="rId31" Type="http://schemas.openxmlformats.org/officeDocument/2006/relationships/tags" Target="../tags/tag980.xml"/><Relationship Id="rId52" Type="http://schemas.openxmlformats.org/officeDocument/2006/relationships/tags" Target="../tags/tag1001.xml"/><Relationship Id="rId73" Type="http://schemas.openxmlformats.org/officeDocument/2006/relationships/tags" Target="../tags/tag1022.xml"/><Relationship Id="rId78" Type="http://schemas.openxmlformats.org/officeDocument/2006/relationships/tags" Target="../tags/tag1027.xml"/><Relationship Id="rId94" Type="http://schemas.openxmlformats.org/officeDocument/2006/relationships/tags" Target="../tags/tag1043.xml"/><Relationship Id="rId99" Type="http://schemas.openxmlformats.org/officeDocument/2006/relationships/tags" Target="../tags/tag1048.xml"/><Relationship Id="rId101" Type="http://schemas.openxmlformats.org/officeDocument/2006/relationships/tags" Target="../tags/tag1050.xml"/><Relationship Id="rId122" Type="http://schemas.openxmlformats.org/officeDocument/2006/relationships/tags" Target="../tags/tag1071.xml"/><Relationship Id="rId143" Type="http://schemas.openxmlformats.org/officeDocument/2006/relationships/tags" Target="../tags/tag1092.xml"/><Relationship Id="rId148" Type="http://schemas.openxmlformats.org/officeDocument/2006/relationships/tags" Target="../tags/tag1097.xml"/><Relationship Id="rId164" Type="http://schemas.openxmlformats.org/officeDocument/2006/relationships/tags" Target="../tags/tag1113.xml"/><Relationship Id="rId169" Type="http://schemas.openxmlformats.org/officeDocument/2006/relationships/notesSlide" Target="../notesSlides/notesSlide16.xml"/><Relationship Id="rId4" Type="http://schemas.openxmlformats.org/officeDocument/2006/relationships/tags" Target="../tags/tag953.xml"/><Relationship Id="rId9" Type="http://schemas.openxmlformats.org/officeDocument/2006/relationships/tags" Target="../tags/tag958.xml"/><Relationship Id="rId26" Type="http://schemas.openxmlformats.org/officeDocument/2006/relationships/tags" Target="../tags/tag975.xml"/><Relationship Id="rId47" Type="http://schemas.openxmlformats.org/officeDocument/2006/relationships/tags" Target="../tags/tag996.xml"/><Relationship Id="rId68" Type="http://schemas.openxmlformats.org/officeDocument/2006/relationships/tags" Target="../tags/tag1017.xml"/><Relationship Id="rId89" Type="http://schemas.openxmlformats.org/officeDocument/2006/relationships/tags" Target="../tags/tag1038.xml"/><Relationship Id="rId112" Type="http://schemas.openxmlformats.org/officeDocument/2006/relationships/tags" Target="../tags/tag1061.xml"/><Relationship Id="rId133" Type="http://schemas.openxmlformats.org/officeDocument/2006/relationships/tags" Target="../tags/tag1082.xml"/><Relationship Id="rId154" Type="http://schemas.openxmlformats.org/officeDocument/2006/relationships/tags" Target="../tags/tag1103.xml"/><Relationship Id="rId16" Type="http://schemas.openxmlformats.org/officeDocument/2006/relationships/tags" Target="../tags/tag965.xml"/><Relationship Id="rId37" Type="http://schemas.openxmlformats.org/officeDocument/2006/relationships/tags" Target="../tags/tag986.xml"/><Relationship Id="rId58" Type="http://schemas.openxmlformats.org/officeDocument/2006/relationships/tags" Target="../tags/tag1007.xml"/><Relationship Id="rId79" Type="http://schemas.openxmlformats.org/officeDocument/2006/relationships/tags" Target="../tags/tag1028.xml"/><Relationship Id="rId102" Type="http://schemas.openxmlformats.org/officeDocument/2006/relationships/tags" Target="../tags/tag1051.xml"/><Relationship Id="rId123" Type="http://schemas.openxmlformats.org/officeDocument/2006/relationships/tags" Target="../tags/tag1072.xml"/><Relationship Id="rId144" Type="http://schemas.openxmlformats.org/officeDocument/2006/relationships/tags" Target="../tags/tag1093.xml"/><Relationship Id="rId90" Type="http://schemas.openxmlformats.org/officeDocument/2006/relationships/tags" Target="../tags/tag1039.xml"/><Relationship Id="rId165" Type="http://schemas.openxmlformats.org/officeDocument/2006/relationships/tags" Target="../tags/tag1114.xml"/><Relationship Id="rId27" Type="http://schemas.openxmlformats.org/officeDocument/2006/relationships/tags" Target="../tags/tag976.xml"/><Relationship Id="rId48" Type="http://schemas.openxmlformats.org/officeDocument/2006/relationships/tags" Target="../tags/tag997.xml"/><Relationship Id="rId69" Type="http://schemas.openxmlformats.org/officeDocument/2006/relationships/tags" Target="../tags/tag1018.xml"/><Relationship Id="rId113" Type="http://schemas.openxmlformats.org/officeDocument/2006/relationships/tags" Target="../tags/tag1062.xml"/><Relationship Id="rId134" Type="http://schemas.openxmlformats.org/officeDocument/2006/relationships/tags" Target="../tags/tag1083.xml"/><Relationship Id="rId80" Type="http://schemas.openxmlformats.org/officeDocument/2006/relationships/tags" Target="../tags/tag1029.xml"/><Relationship Id="rId155" Type="http://schemas.openxmlformats.org/officeDocument/2006/relationships/tags" Target="../tags/tag1104.xml"/><Relationship Id="rId17" Type="http://schemas.openxmlformats.org/officeDocument/2006/relationships/tags" Target="../tags/tag966.xml"/><Relationship Id="rId38" Type="http://schemas.openxmlformats.org/officeDocument/2006/relationships/tags" Target="../tags/tag987.xml"/><Relationship Id="rId59" Type="http://schemas.openxmlformats.org/officeDocument/2006/relationships/tags" Target="../tags/tag1008.xml"/><Relationship Id="rId103" Type="http://schemas.openxmlformats.org/officeDocument/2006/relationships/tags" Target="../tags/tag1052.xml"/><Relationship Id="rId124" Type="http://schemas.openxmlformats.org/officeDocument/2006/relationships/tags" Target="../tags/tag107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111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111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17" Type="http://schemas.openxmlformats.org/officeDocument/2006/relationships/tags" Target="../tags/tag1235.xml"/><Relationship Id="rId21" Type="http://schemas.openxmlformats.org/officeDocument/2006/relationships/tags" Target="../tags/tag1139.xml"/><Relationship Id="rId42" Type="http://schemas.openxmlformats.org/officeDocument/2006/relationships/tags" Target="../tags/tag1160.xml"/><Relationship Id="rId63" Type="http://schemas.openxmlformats.org/officeDocument/2006/relationships/tags" Target="../tags/tag1181.xml"/><Relationship Id="rId84" Type="http://schemas.openxmlformats.org/officeDocument/2006/relationships/tags" Target="../tags/tag1202.xml"/><Relationship Id="rId138" Type="http://schemas.openxmlformats.org/officeDocument/2006/relationships/tags" Target="../tags/tag1256.xml"/><Relationship Id="rId159" Type="http://schemas.openxmlformats.org/officeDocument/2006/relationships/tags" Target="../tags/tag1277.xml"/><Relationship Id="rId170" Type="http://schemas.openxmlformats.org/officeDocument/2006/relationships/tags" Target="../tags/tag1288.xml"/><Relationship Id="rId191" Type="http://schemas.openxmlformats.org/officeDocument/2006/relationships/tags" Target="../tags/tag1309.xml"/><Relationship Id="rId205" Type="http://schemas.openxmlformats.org/officeDocument/2006/relationships/tags" Target="../tags/tag1323.xml"/><Relationship Id="rId107" Type="http://schemas.openxmlformats.org/officeDocument/2006/relationships/tags" Target="../tags/tag1225.xml"/><Relationship Id="rId11" Type="http://schemas.openxmlformats.org/officeDocument/2006/relationships/tags" Target="../tags/tag1129.xml"/><Relationship Id="rId32" Type="http://schemas.openxmlformats.org/officeDocument/2006/relationships/tags" Target="../tags/tag1150.xml"/><Relationship Id="rId53" Type="http://schemas.openxmlformats.org/officeDocument/2006/relationships/tags" Target="../tags/tag1171.xml"/><Relationship Id="rId74" Type="http://schemas.openxmlformats.org/officeDocument/2006/relationships/tags" Target="../tags/tag1192.xml"/><Relationship Id="rId128" Type="http://schemas.openxmlformats.org/officeDocument/2006/relationships/tags" Target="../tags/tag1246.xml"/><Relationship Id="rId149" Type="http://schemas.openxmlformats.org/officeDocument/2006/relationships/tags" Target="../tags/tag1267.xml"/><Relationship Id="rId5" Type="http://schemas.openxmlformats.org/officeDocument/2006/relationships/tags" Target="../tags/tag1123.xml"/><Relationship Id="rId95" Type="http://schemas.openxmlformats.org/officeDocument/2006/relationships/tags" Target="../tags/tag1213.xml"/><Relationship Id="rId160" Type="http://schemas.openxmlformats.org/officeDocument/2006/relationships/tags" Target="../tags/tag1278.xml"/><Relationship Id="rId181" Type="http://schemas.openxmlformats.org/officeDocument/2006/relationships/tags" Target="../tags/tag1299.xml"/><Relationship Id="rId22" Type="http://schemas.openxmlformats.org/officeDocument/2006/relationships/tags" Target="../tags/tag1140.xml"/><Relationship Id="rId43" Type="http://schemas.openxmlformats.org/officeDocument/2006/relationships/tags" Target="../tags/tag1161.xml"/><Relationship Id="rId64" Type="http://schemas.openxmlformats.org/officeDocument/2006/relationships/tags" Target="../tags/tag1182.xml"/><Relationship Id="rId118" Type="http://schemas.openxmlformats.org/officeDocument/2006/relationships/tags" Target="../tags/tag1236.xml"/><Relationship Id="rId139" Type="http://schemas.openxmlformats.org/officeDocument/2006/relationships/tags" Target="../tags/tag1257.xml"/><Relationship Id="rId85" Type="http://schemas.openxmlformats.org/officeDocument/2006/relationships/tags" Target="../tags/tag1203.xml"/><Relationship Id="rId150" Type="http://schemas.openxmlformats.org/officeDocument/2006/relationships/tags" Target="../tags/tag1268.xml"/><Relationship Id="rId171" Type="http://schemas.openxmlformats.org/officeDocument/2006/relationships/tags" Target="../tags/tag1289.xml"/><Relationship Id="rId192" Type="http://schemas.openxmlformats.org/officeDocument/2006/relationships/tags" Target="../tags/tag1310.xml"/><Relationship Id="rId206" Type="http://schemas.openxmlformats.org/officeDocument/2006/relationships/tags" Target="../tags/tag1324.xml"/><Relationship Id="rId12" Type="http://schemas.openxmlformats.org/officeDocument/2006/relationships/tags" Target="../tags/tag1130.xml"/><Relationship Id="rId33" Type="http://schemas.openxmlformats.org/officeDocument/2006/relationships/tags" Target="../tags/tag1151.xml"/><Relationship Id="rId108" Type="http://schemas.openxmlformats.org/officeDocument/2006/relationships/tags" Target="../tags/tag1226.xml"/><Relationship Id="rId129" Type="http://schemas.openxmlformats.org/officeDocument/2006/relationships/tags" Target="../tags/tag1247.xml"/><Relationship Id="rId54" Type="http://schemas.openxmlformats.org/officeDocument/2006/relationships/tags" Target="../tags/tag1172.xml"/><Relationship Id="rId75" Type="http://schemas.openxmlformats.org/officeDocument/2006/relationships/tags" Target="../tags/tag1193.xml"/><Relationship Id="rId96" Type="http://schemas.openxmlformats.org/officeDocument/2006/relationships/tags" Target="../tags/tag1214.xml"/><Relationship Id="rId140" Type="http://schemas.openxmlformats.org/officeDocument/2006/relationships/tags" Target="../tags/tag1258.xml"/><Relationship Id="rId161" Type="http://schemas.openxmlformats.org/officeDocument/2006/relationships/tags" Target="../tags/tag1279.xml"/><Relationship Id="rId182" Type="http://schemas.openxmlformats.org/officeDocument/2006/relationships/tags" Target="../tags/tag1300.xml"/><Relationship Id="rId6" Type="http://schemas.openxmlformats.org/officeDocument/2006/relationships/tags" Target="../tags/tag1124.xml"/><Relationship Id="rId23" Type="http://schemas.openxmlformats.org/officeDocument/2006/relationships/tags" Target="../tags/tag1141.xml"/><Relationship Id="rId119" Type="http://schemas.openxmlformats.org/officeDocument/2006/relationships/tags" Target="../tags/tag1237.xml"/><Relationship Id="rId44" Type="http://schemas.openxmlformats.org/officeDocument/2006/relationships/tags" Target="../tags/tag1162.xml"/><Relationship Id="rId65" Type="http://schemas.openxmlformats.org/officeDocument/2006/relationships/tags" Target="../tags/tag1183.xml"/><Relationship Id="rId86" Type="http://schemas.openxmlformats.org/officeDocument/2006/relationships/tags" Target="../tags/tag1204.xml"/><Relationship Id="rId130" Type="http://schemas.openxmlformats.org/officeDocument/2006/relationships/tags" Target="../tags/tag1248.xml"/><Relationship Id="rId151" Type="http://schemas.openxmlformats.org/officeDocument/2006/relationships/tags" Target="../tags/tag1269.xml"/><Relationship Id="rId172" Type="http://schemas.openxmlformats.org/officeDocument/2006/relationships/tags" Target="../tags/tag1290.xml"/><Relationship Id="rId193" Type="http://schemas.openxmlformats.org/officeDocument/2006/relationships/tags" Target="../tags/tag1311.xml"/><Relationship Id="rId207" Type="http://schemas.openxmlformats.org/officeDocument/2006/relationships/tags" Target="../tags/tag1325.xml"/><Relationship Id="rId13" Type="http://schemas.openxmlformats.org/officeDocument/2006/relationships/tags" Target="../tags/tag1131.xml"/><Relationship Id="rId109" Type="http://schemas.openxmlformats.org/officeDocument/2006/relationships/tags" Target="../tags/tag1227.xml"/><Relationship Id="rId34" Type="http://schemas.openxmlformats.org/officeDocument/2006/relationships/tags" Target="../tags/tag1152.xml"/><Relationship Id="rId55" Type="http://schemas.openxmlformats.org/officeDocument/2006/relationships/tags" Target="../tags/tag1173.xml"/><Relationship Id="rId76" Type="http://schemas.openxmlformats.org/officeDocument/2006/relationships/tags" Target="../tags/tag1194.xml"/><Relationship Id="rId97" Type="http://schemas.openxmlformats.org/officeDocument/2006/relationships/tags" Target="../tags/tag1215.xml"/><Relationship Id="rId120" Type="http://schemas.openxmlformats.org/officeDocument/2006/relationships/tags" Target="../tags/tag1238.xml"/><Relationship Id="rId141" Type="http://schemas.openxmlformats.org/officeDocument/2006/relationships/tags" Target="../tags/tag1259.xml"/><Relationship Id="rId7" Type="http://schemas.openxmlformats.org/officeDocument/2006/relationships/tags" Target="../tags/tag1125.xml"/><Relationship Id="rId162" Type="http://schemas.openxmlformats.org/officeDocument/2006/relationships/tags" Target="../tags/tag1280.xml"/><Relationship Id="rId183" Type="http://schemas.openxmlformats.org/officeDocument/2006/relationships/tags" Target="../tags/tag1301.xml"/><Relationship Id="rId24" Type="http://schemas.openxmlformats.org/officeDocument/2006/relationships/tags" Target="../tags/tag1142.xml"/><Relationship Id="rId45" Type="http://schemas.openxmlformats.org/officeDocument/2006/relationships/tags" Target="../tags/tag1163.xml"/><Relationship Id="rId66" Type="http://schemas.openxmlformats.org/officeDocument/2006/relationships/tags" Target="../tags/tag1184.xml"/><Relationship Id="rId87" Type="http://schemas.openxmlformats.org/officeDocument/2006/relationships/tags" Target="../tags/tag1205.xml"/><Relationship Id="rId110" Type="http://schemas.openxmlformats.org/officeDocument/2006/relationships/tags" Target="../tags/tag1228.xml"/><Relationship Id="rId131" Type="http://schemas.openxmlformats.org/officeDocument/2006/relationships/tags" Target="../tags/tag1249.xml"/><Relationship Id="rId152" Type="http://schemas.openxmlformats.org/officeDocument/2006/relationships/tags" Target="../tags/tag1270.xml"/><Relationship Id="rId173" Type="http://schemas.openxmlformats.org/officeDocument/2006/relationships/tags" Target="../tags/tag1291.xml"/><Relationship Id="rId194" Type="http://schemas.openxmlformats.org/officeDocument/2006/relationships/tags" Target="../tags/tag1312.xml"/><Relationship Id="rId208" Type="http://schemas.openxmlformats.org/officeDocument/2006/relationships/tags" Target="../tags/tag1326.xml"/><Relationship Id="rId19" Type="http://schemas.openxmlformats.org/officeDocument/2006/relationships/tags" Target="../tags/tag1137.xml"/><Relationship Id="rId14" Type="http://schemas.openxmlformats.org/officeDocument/2006/relationships/tags" Target="../tags/tag1132.xml"/><Relationship Id="rId30" Type="http://schemas.openxmlformats.org/officeDocument/2006/relationships/tags" Target="../tags/tag1148.xml"/><Relationship Id="rId35" Type="http://schemas.openxmlformats.org/officeDocument/2006/relationships/tags" Target="../tags/tag1153.xml"/><Relationship Id="rId56" Type="http://schemas.openxmlformats.org/officeDocument/2006/relationships/tags" Target="../tags/tag1174.xml"/><Relationship Id="rId77" Type="http://schemas.openxmlformats.org/officeDocument/2006/relationships/tags" Target="../tags/tag1195.xml"/><Relationship Id="rId100" Type="http://schemas.openxmlformats.org/officeDocument/2006/relationships/tags" Target="../tags/tag1218.xml"/><Relationship Id="rId105" Type="http://schemas.openxmlformats.org/officeDocument/2006/relationships/tags" Target="../tags/tag1223.xml"/><Relationship Id="rId126" Type="http://schemas.openxmlformats.org/officeDocument/2006/relationships/tags" Target="../tags/tag1244.xml"/><Relationship Id="rId147" Type="http://schemas.openxmlformats.org/officeDocument/2006/relationships/tags" Target="../tags/tag1265.xml"/><Relationship Id="rId168" Type="http://schemas.openxmlformats.org/officeDocument/2006/relationships/tags" Target="../tags/tag1286.xml"/><Relationship Id="rId8" Type="http://schemas.openxmlformats.org/officeDocument/2006/relationships/tags" Target="../tags/tag1126.xml"/><Relationship Id="rId51" Type="http://schemas.openxmlformats.org/officeDocument/2006/relationships/tags" Target="../tags/tag1169.xml"/><Relationship Id="rId72" Type="http://schemas.openxmlformats.org/officeDocument/2006/relationships/tags" Target="../tags/tag1190.xml"/><Relationship Id="rId93" Type="http://schemas.openxmlformats.org/officeDocument/2006/relationships/tags" Target="../tags/tag1211.xml"/><Relationship Id="rId98" Type="http://schemas.openxmlformats.org/officeDocument/2006/relationships/tags" Target="../tags/tag1216.xml"/><Relationship Id="rId121" Type="http://schemas.openxmlformats.org/officeDocument/2006/relationships/tags" Target="../tags/tag1239.xml"/><Relationship Id="rId142" Type="http://schemas.openxmlformats.org/officeDocument/2006/relationships/tags" Target="../tags/tag1260.xml"/><Relationship Id="rId163" Type="http://schemas.openxmlformats.org/officeDocument/2006/relationships/tags" Target="../tags/tag1281.xml"/><Relationship Id="rId184" Type="http://schemas.openxmlformats.org/officeDocument/2006/relationships/tags" Target="../tags/tag1302.xml"/><Relationship Id="rId189" Type="http://schemas.openxmlformats.org/officeDocument/2006/relationships/tags" Target="../tags/tag1307.xml"/><Relationship Id="rId3" Type="http://schemas.openxmlformats.org/officeDocument/2006/relationships/tags" Target="../tags/tag1121.xml"/><Relationship Id="rId214" Type="http://schemas.openxmlformats.org/officeDocument/2006/relationships/image" Target="../media/image32.png"/><Relationship Id="rId25" Type="http://schemas.openxmlformats.org/officeDocument/2006/relationships/tags" Target="../tags/tag1143.xml"/><Relationship Id="rId46" Type="http://schemas.openxmlformats.org/officeDocument/2006/relationships/tags" Target="../tags/tag1164.xml"/><Relationship Id="rId67" Type="http://schemas.openxmlformats.org/officeDocument/2006/relationships/tags" Target="../tags/tag1185.xml"/><Relationship Id="rId116" Type="http://schemas.openxmlformats.org/officeDocument/2006/relationships/tags" Target="../tags/tag1234.xml"/><Relationship Id="rId137" Type="http://schemas.openxmlformats.org/officeDocument/2006/relationships/tags" Target="../tags/tag1255.xml"/><Relationship Id="rId158" Type="http://schemas.openxmlformats.org/officeDocument/2006/relationships/tags" Target="../tags/tag1276.xml"/><Relationship Id="rId20" Type="http://schemas.openxmlformats.org/officeDocument/2006/relationships/tags" Target="../tags/tag1138.xml"/><Relationship Id="rId41" Type="http://schemas.openxmlformats.org/officeDocument/2006/relationships/tags" Target="../tags/tag1159.xml"/><Relationship Id="rId62" Type="http://schemas.openxmlformats.org/officeDocument/2006/relationships/tags" Target="../tags/tag1180.xml"/><Relationship Id="rId83" Type="http://schemas.openxmlformats.org/officeDocument/2006/relationships/tags" Target="../tags/tag1201.xml"/><Relationship Id="rId88" Type="http://schemas.openxmlformats.org/officeDocument/2006/relationships/tags" Target="../tags/tag1206.xml"/><Relationship Id="rId111" Type="http://schemas.openxmlformats.org/officeDocument/2006/relationships/tags" Target="../tags/tag1229.xml"/><Relationship Id="rId132" Type="http://schemas.openxmlformats.org/officeDocument/2006/relationships/tags" Target="../tags/tag1250.xml"/><Relationship Id="rId153" Type="http://schemas.openxmlformats.org/officeDocument/2006/relationships/tags" Target="../tags/tag1271.xml"/><Relationship Id="rId174" Type="http://schemas.openxmlformats.org/officeDocument/2006/relationships/tags" Target="../tags/tag1292.xml"/><Relationship Id="rId179" Type="http://schemas.openxmlformats.org/officeDocument/2006/relationships/tags" Target="../tags/tag1297.xml"/><Relationship Id="rId195" Type="http://schemas.openxmlformats.org/officeDocument/2006/relationships/tags" Target="../tags/tag1313.xml"/><Relationship Id="rId209" Type="http://schemas.openxmlformats.org/officeDocument/2006/relationships/slideLayout" Target="../slideLayouts/slideLayout1.xml"/><Relationship Id="rId190" Type="http://schemas.openxmlformats.org/officeDocument/2006/relationships/tags" Target="../tags/tag1308.xml"/><Relationship Id="rId204" Type="http://schemas.openxmlformats.org/officeDocument/2006/relationships/tags" Target="../tags/tag1322.xml"/><Relationship Id="rId15" Type="http://schemas.openxmlformats.org/officeDocument/2006/relationships/tags" Target="../tags/tag1133.xml"/><Relationship Id="rId36" Type="http://schemas.openxmlformats.org/officeDocument/2006/relationships/tags" Target="../tags/tag1154.xml"/><Relationship Id="rId57" Type="http://schemas.openxmlformats.org/officeDocument/2006/relationships/tags" Target="../tags/tag1175.xml"/><Relationship Id="rId106" Type="http://schemas.openxmlformats.org/officeDocument/2006/relationships/tags" Target="../tags/tag1224.xml"/><Relationship Id="rId127" Type="http://schemas.openxmlformats.org/officeDocument/2006/relationships/tags" Target="../tags/tag1245.xml"/><Relationship Id="rId10" Type="http://schemas.openxmlformats.org/officeDocument/2006/relationships/tags" Target="../tags/tag1128.xml"/><Relationship Id="rId31" Type="http://schemas.openxmlformats.org/officeDocument/2006/relationships/tags" Target="../tags/tag1149.xml"/><Relationship Id="rId52" Type="http://schemas.openxmlformats.org/officeDocument/2006/relationships/tags" Target="../tags/tag1170.xml"/><Relationship Id="rId73" Type="http://schemas.openxmlformats.org/officeDocument/2006/relationships/tags" Target="../tags/tag1191.xml"/><Relationship Id="rId78" Type="http://schemas.openxmlformats.org/officeDocument/2006/relationships/tags" Target="../tags/tag1196.xml"/><Relationship Id="rId94" Type="http://schemas.openxmlformats.org/officeDocument/2006/relationships/tags" Target="../tags/tag1212.xml"/><Relationship Id="rId99" Type="http://schemas.openxmlformats.org/officeDocument/2006/relationships/tags" Target="../tags/tag1217.xml"/><Relationship Id="rId101" Type="http://schemas.openxmlformats.org/officeDocument/2006/relationships/tags" Target="../tags/tag1219.xml"/><Relationship Id="rId122" Type="http://schemas.openxmlformats.org/officeDocument/2006/relationships/tags" Target="../tags/tag1240.xml"/><Relationship Id="rId143" Type="http://schemas.openxmlformats.org/officeDocument/2006/relationships/tags" Target="../tags/tag1261.xml"/><Relationship Id="rId148" Type="http://schemas.openxmlformats.org/officeDocument/2006/relationships/tags" Target="../tags/tag1266.xml"/><Relationship Id="rId164" Type="http://schemas.openxmlformats.org/officeDocument/2006/relationships/tags" Target="../tags/tag1282.xml"/><Relationship Id="rId169" Type="http://schemas.openxmlformats.org/officeDocument/2006/relationships/tags" Target="../tags/tag1287.xml"/><Relationship Id="rId185" Type="http://schemas.openxmlformats.org/officeDocument/2006/relationships/tags" Target="../tags/tag1303.xml"/><Relationship Id="rId4" Type="http://schemas.openxmlformats.org/officeDocument/2006/relationships/tags" Target="../tags/tag1122.xml"/><Relationship Id="rId9" Type="http://schemas.openxmlformats.org/officeDocument/2006/relationships/tags" Target="../tags/tag1127.xml"/><Relationship Id="rId180" Type="http://schemas.openxmlformats.org/officeDocument/2006/relationships/tags" Target="../tags/tag1298.xml"/><Relationship Id="rId210" Type="http://schemas.openxmlformats.org/officeDocument/2006/relationships/notesSlide" Target="../notesSlides/notesSlide19.xml"/><Relationship Id="rId215" Type="http://schemas.openxmlformats.org/officeDocument/2006/relationships/image" Target="../media/image33.png"/><Relationship Id="rId26" Type="http://schemas.openxmlformats.org/officeDocument/2006/relationships/tags" Target="../tags/tag1144.xml"/><Relationship Id="rId47" Type="http://schemas.openxmlformats.org/officeDocument/2006/relationships/tags" Target="../tags/tag1165.xml"/><Relationship Id="rId68" Type="http://schemas.openxmlformats.org/officeDocument/2006/relationships/tags" Target="../tags/tag1186.xml"/><Relationship Id="rId89" Type="http://schemas.openxmlformats.org/officeDocument/2006/relationships/tags" Target="../tags/tag1207.xml"/><Relationship Id="rId112" Type="http://schemas.openxmlformats.org/officeDocument/2006/relationships/tags" Target="../tags/tag1230.xml"/><Relationship Id="rId133" Type="http://schemas.openxmlformats.org/officeDocument/2006/relationships/tags" Target="../tags/tag1251.xml"/><Relationship Id="rId154" Type="http://schemas.openxmlformats.org/officeDocument/2006/relationships/tags" Target="../tags/tag1272.xml"/><Relationship Id="rId175" Type="http://schemas.openxmlformats.org/officeDocument/2006/relationships/tags" Target="../tags/tag1293.xml"/><Relationship Id="rId196" Type="http://schemas.openxmlformats.org/officeDocument/2006/relationships/tags" Target="../tags/tag1314.xml"/><Relationship Id="rId200" Type="http://schemas.openxmlformats.org/officeDocument/2006/relationships/tags" Target="../tags/tag1318.xml"/><Relationship Id="rId16" Type="http://schemas.openxmlformats.org/officeDocument/2006/relationships/tags" Target="../tags/tag1134.xml"/><Relationship Id="rId37" Type="http://schemas.openxmlformats.org/officeDocument/2006/relationships/tags" Target="../tags/tag1155.xml"/><Relationship Id="rId58" Type="http://schemas.openxmlformats.org/officeDocument/2006/relationships/tags" Target="../tags/tag1176.xml"/><Relationship Id="rId79" Type="http://schemas.openxmlformats.org/officeDocument/2006/relationships/tags" Target="../tags/tag1197.xml"/><Relationship Id="rId102" Type="http://schemas.openxmlformats.org/officeDocument/2006/relationships/tags" Target="../tags/tag1220.xml"/><Relationship Id="rId123" Type="http://schemas.openxmlformats.org/officeDocument/2006/relationships/tags" Target="../tags/tag1241.xml"/><Relationship Id="rId144" Type="http://schemas.openxmlformats.org/officeDocument/2006/relationships/tags" Target="../tags/tag1262.xml"/><Relationship Id="rId90" Type="http://schemas.openxmlformats.org/officeDocument/2006/relationships/tags" Target="../tags/tag1208.xml"/><Relationship Id="rId165" Type="http://schemas.openxmlformats.org/officeDocument/2006/relationships/tags" Target="../tags/tag1283.xml"/><Relationship Id="rId186" Type="http://schemas.openxmlformats.org/officeDocument/2006/relationships/tags" Target="../tags/tag1304.xml"/><Relationship Id="rId211" Type="http://schemas.openxmlformats.org/officeDocument/2006/relationships/image" Target="../media/image29.png"/><Relationship Id="rId27" Type="http://schemas.openxmlformats.org/officeDocument/2006/relationships/tags" Target="../tags/tag1145.xml"/><Relationship Id="rId48" Type="http://schemas.openxmlformats.org/officeDocument/2006/relationships/tags" Target="../tags/tag1166.xml"/><Relationship Id="rId69" Type="http://schemas.openxmlformats.org/officeDocument/2006/relationships/tags" Target="../tags/tag1187.xml"/><Relationship Id="rId113" Type="http://schemas.openxmlformats.org/officeDocument/2006/relationships/tags" Target="../tags/tag1231.xml"/><Relationship Id="rId134" Type="http://schemas.openxmlformats.org/officeDocument/2006/relationships/tags" Target="../tags/tag1252.xml"/><Relationship Id="rId80" Type="http://schemas.openxmlformats.org/officeDocument/2006/relationships/tags" Target="../tags/tag1198.xml"/><Relationship Id="rId155" Type="http://schemas.openxmlformats.org/officeDocument/2006/relationships/tags" Target="../tags/tag1273.xml"/><Relationship Id="rId176" Type="http://schemas.openxmlformats.org/officeDocument/2006/relationships/tags" Target="../tags/tag1294.xml"/><Relationship Id="rId197" Type="http://schemas.openxmlformats.org/officeDocument/2006/relationships/tags" Target="../tags/tag1315.xml"/><Relationship Id="rId201" Type="http://schemas.openxmlformats.org/officeDocument/2006/relationships/tags" Target="../tags/tag1319.xml"/><Relationship Id="rId17" Type="http://schemas.openxmlformats.org/officeDocument/2006/relationships/tags" Target="../tags/tag1135.xml"/><Relationship Id="rId38" Type="http://schemas.openxmlformats.org/officeDocument/2006/relationships/tags" Target="../tags/tag1156.xml"/><Relationship Id="rId59" Type="http://schemas.openxmlformats.org/officeDocument/2006/relationships/tags" Target="../tags/tag1177.xml"/><Relationship Id="rId103" Type="http://schemas.openxmlformats.org/officeDocument/2006/relationships/tags" Target="../tags/tag1221.xml"/><Relationship Id="rId124" Type="http://schemas.openxmlformats.org/officeDocument/2006/relationships/tags" Target="../tags/tag1242.xml"/><Relationship Id="rId70" Type="http://schemas.openxmlformats.org/officeDocument/2006/relationships/tags" Target="../tags/tag1188.xml"/><Relationship Id="rId91" Type="http://schemas.openxmlformats.org/officeDocument/2006/relationships/tags" Target="../tags/tag1209.xml"/><Relationship Id="rId145" Type="http://schemas.openxmlformats.org/officeDocument/2006/relationships/tags" Target="../tags/tag1263.xml"/><Relationship Id="rId166" Type="http://schemas.openxmlformats.org/officeDocument/2006/relationships/tags" Target="../tags/tag1284.xml"/><Relationship Id="rId187" Type="http://schemas.openxmlformats.org/officeDocument/2006/relationships/tags" Target="../tags/tag1305.xml"/><Relationship Id="rId1" Type="http://schemas.openxmlformats.org/officeDocument/2006/relationships/tags" Target="../tags/tag1119.xml"/><Relationship Id="rId212" Type="http://schemas.openxmlformats.org/officeDocument/2006/relationships/image" Target="../media/image30.png"/><Relationship Id="rId28" Type="http://schemas.openxmlformats.org/officeDocument/2006/relationships/tags" Target="../tags/tag1146.xml"/><Relationship Id="rId49" Type="http://schemas.openxmlformats.org/officeDocument/2006/relationships/tags" Target="../tags/tag1167.xml"/><Relationship Id="rId114" Type="http://schemas.openxmlformats.org/officeDocument/2006/relationships/tags" Target="../tags/tag1232.xml"/><Relationship Id="rId60" Type="http://schemas.openxmlformats.org/officeDocument/2006/relationships/tags" Target="../tags/tag1178.xml"/><Relationship Id="rId81" Type="http://schemas.openxmlformats.org/officeDocument/2006/relationships/tags" Target="../tags/tag1199.xml"/><Relationship Id="rId135" Type="http://schemas.openxmlformats.org/officeDocument/2006/relationships/tags" Target="../tags/tag1253.xml"/><Relationship Id="rId156" Type="http://schemas.openxmlformats.org/officeDocument/2006/relationships/tags" Target="../tags/tag1274.xml"/><Relationship Id="rId177" Type="http://schemas.openxmlformats.org/officeDocument/2006/relationships/tags" Target="../tags/tag1295.xml"/><Relationship Id="rId198" Type="http://schemas.openxmlformats.org/officeDocument/2006/relationships/tags" Target="../tags/tag1316.xml"/><Relationship Id="rId202" Type="http://schemas.openxmlformats.org/officeDocument/2006/relationships/tags" Target="../tags/tag1320.xml"/><Relationship Id="rId18" Type="http://schemas.openxmlformats.org/officeDocument/2006/relationships/tags" Target="../tags/tag1136.xml"/><Relationship Id="rId39" Type="http://schemas.openxmlformats.org/officeDocument/2006/relationships/tags" Target="../tags/tag1157.xml"/><Relationship Id="rId50" Type="http://schemas.openxmlformats.org/officeDocument/2006/relationships/tags" Target="../tags/tag1168.xml"/><Relationship Id="rId104" Type="http://schemas.openxmlformats.org/officeDocument/2006/relationships/tags" Target="../tags/tag1222.xml"/><Relationship Id="rId125" Type="http://schemas.openxmlformats.org/officeDocument/2006/relationships/tags" Target="../tags/tag1243.xml"/><Relationship Id="rId146" Type="http://schemas.openxmlformats.org/officeDocument/2006/relationships/tags" Target="../tags/tag1264.xml"/><Relationship Id="rId167" Type="http://schemas.openxmlformats.org/officeDocument/2006/relationships/tags" Target="../tags/tag1285.xml"/><Relationship Id="rId188" Type="http://schemas.openxmlformats.org/officeDocument/2006/relationships/tags" Target="../tags/tag1306.xml"/><Relationship Id="rId71" Type="http://schemas.openxmlformats.org/officeDocument/2006/relationships/tags" Target="../tags/tag1189.xml"/><Relationship Id="rId92" Type="http://schemas.openxmlformats.org/officeDocument/2006/relationships/tags" Target="../tags/tag1210.xml"/><Relationship Id="rId213" Type="http://schemas.openxmlformats.org/officeDocument/2006/relationships/image" Target="../media/image31.png"/><Relationship Id="rId2" Type="http://schemas.openxmlformats.org/officeDocument/2006/relationships/tags" Target="../tags/tag1120.xml"/><Relationship Id="rId29" Type="http://schemas.openxmlformats.org/officeDocument/2006/relationships/tags" Target="../tags/tag1147.xml"/><Relationship Id="rId40" Type="http://schemas.openxmlformats.org/officeDocument/2006/relationships/tags" Target="../tags/tag1158.xml"/><Relationship Id="rId115" Type="http://schemas.openxmlformats.org/officeDocument/2006/relationships/tags" Target="../tags/tag1233.xml"/><Relationship Id="rId136" Type="http://schemas.openxmlformats.org/officeDocument/2006/relationships/tags" Target="../tags/tag1254.xml"/><Relationship Id="rId157" Type="http://schemas.openxmlformats.org/officeDocument/2006/relationships/tags" Target="../tags/tag1275.xml"/><Relationship Id="rId178" Type="http://schemas.openxmlformats.org/officeDocument/2006/relationships/tags" Target="../tags/tag1296.xml"/><Relationship Id="rId61" Type="http://schemas.openxmlformats.org/officeDocument/2006/relationships/tags" Target="../tags/tag1179.xml"/><Relationship Id="rId82" Type="http://schemas.openxmlformats.org/officeDocument/2006/relationships/tags" Target="../tags/tag1200.xml"/><Relationship Id="rId199" Type="http://schemas.openxmlformats.org/officeDocument/2006/relationships/tags" Target="../tags/tag1317.xml"/><Relationship Id="rId203" Type="http://schemas.openxmlformats.org/officeDocument/2006/relationships/tags" Target="../tags/tag1321.xml"/></Relationships>
</file>

<file path=ppt/slides/_rels/slide21.xml.rels><?xml version="1.0" encoding="UTF-8" standalone="yes"?>
<Relationships xmlns="http://schemas.openxmlformats.org/package/2006/relationships"><Relationship Id="rId117" Type="http://schemas.openxmlformats.org/officeDocument/2006/relationships/tags" Target="../tags/tag1443.xml"/><Relationship Id="rId21" Type="http://schemas.openxmlformats.org/officeDocument/2006/relationships/tags" Target="../tags/tag1347.xml"/><Relationship Id="rId42" Type="http://schemas.openxmlformats.org/officeDocument/2006/relationships/tags" Target="../tags/tag1368.xml"/><Relationship Id="rId63" Type="http://schemas.openxmlformats.org/officeDocument/2006/relationships/tags" Target="../tags/tag1389.xml"/><Relationship Id="rId84" Type="http://schemas.openxmlformats.org/officeDocument/2006/relationships/tags" Target="../tags/tag1410.xml"/><Relationship Id="rId138" Type="http://schemas.openxmlformats.org/officeDocument/2006/relationships/tags" Target="../tags/tag1464.xml"/><Relationship Id="rId159" Type="http://schemas.openxmlformats.org/officeDocument/2006/relationships/tags" Target="../tags/tag1485.xml"/><Relationship Id="rId170" Type="http://schemas.openxmlformats.org/officeDocument/2006/relationships/tags" Target="../tags/tag1496.xml"/><Relationship Id="rId191" Type="http://schemas.openxmlformats.org/officeDocument/2006/relationships/tags" Target="../tags/tag1517.xml"/><Relationship Id="rId205" Type="http://schemas.openxmlformats.org/officeDocument/2006/relationships/notesSlide" Target="../notesSlides/notesSlide20.xml"/><Relationship Id="rId107" Type="http://schemas.openxmlformats.org/officeDocument/2006/relationships/tags" Target="../tags/tag1433.xml"/><Relationship Id="rId11" Type="http://schemas.openxmlformats.org/officeDocument/2006/relationships/tags" Target="../tags/tag1337.xml"/><Relationship Id="rId32" Type="http://schemas.openxmlformats.org/officeDocument/2006/relationships/tags" Target="../tags/tag1358.xml"/><Relationship Id="rId53" Type="http://schemas.openxmlformats.org/officeDocument/2006/relationships/tags" Target="../tags/tag1379.xml"/><Relationship Id="rId74" Type="http://schemas.openxmlformats.org/officeDocument/2006/relationships/tags" Target="../tags/tag1400.xml"/><Relationship Id="rId128" Type="http://schemas.openxmlformats.org/officeDocument/2006/relationships/tags" Target="../tags/tag1454.xml"/><Relationship Id="rId149" Type="http://schemas.openxmlformats.org/officeDocument/2006/relationships/tags" Target="../tags/tag1475.xml"/><Relationship Id="rId5" Type="http://schemas.openxmlformats.org/officeDocument/2006/relationships/tags" Target="../tags/tag1331.xml"/><Relationship Id="rId95" Type="http://schemas.openxmlformats.org/officeDocument/2006/relationships/tags" Target="../tags/tag1421.xml"/><Relationship Id="rId160" Type="http://schemas.openxmlformats.org/officeDocument/2006/relationships/tags" Target="../tags/tag1486.xml"/><Relationship Id="rId181" Type="http://schemas.openxmlformats.org/officeDocument/2006/relationships/tags" Target="../tags/tag1507.xml"/><Relationship Id="rId22" Type="http://schemas.openxmlformats.org/officeDocument/2006/relationships/tags" Target="../tags/tag1348.xml"/><Relationship Id="rId43" Type="http://schemas.openxmlformats.org/officeDocument/2006/relationships/tags" Target="../tags/tag1369.xml"/><Relationship Id="rId64" Type="http://schemas.openxmlformats.org/officeDocument/2006/relationships/tags" Target="../tags/tag1390.xml"/><Relationship Id="rId118" Type="http://schemas.openxmlformats.org/officeDocument/2006/relationships/tags" Target="../tags/tag1444.xml"/><Relationship Id="rId139" Type="http://schemas.openxmlformats.org/officeDocument/2006/relationships/tags" Target="../tags/tag1465.xml"/><Relationship Id="rId85" Type="http://schemas.openxmlformats.org/officeDocument/2006/relationships/tags" Target="../tags/tag1411.xml"/><Relationship Id="rId150" Type="http://schemas.openxmlformats.org/officeDocument/2006/relationships/tags" Target="../tags/tag1476.xml"/><Relationship Id="rId171" Type="http://schemas.openxmlformats.org/officeDocument/2006/relationships/tags" Target="../tags/tag1497.xml"/><Relationship Id="rId192" Type="http://schemas.openxmlformats.org/officeDocument/2006/relationships/tags" Target="../tags/tag1518.xml"/><Relationship Id="rId206" Type="http://schemas.openxmlformats.org/officeDocument/2006/relationships/image" Target="../media/image34.png"/><Relationship Id="rId12" Type="http://schemas.openxmlformats.org/officeDocument/2006/relationships/tags" Target="../tags/tag1338.xml"/><Relationship Id="rId33" Type="http://schemas.openxmlformats.org/officeDocument/2006/relationships/tags" Target="../tags/tag1359.xml"/><Relationship Id="rId108" Type="http://schemas.openxmlformats.org/officeDocument/2006/relationships/tags" Target="../tags/tag1434.xml"/><Relationship Id="rId129" Type="http://schemas.openxmlformats.org/officeDocument/2006/relationships/tags" Target="../tags/tag1455.xml"/><Relationship Id="rId54" Type="http://schemas.openxmlformats.org/officeDocument/2006/relationships/tags" Target="../tags/tag1380.xml"/><Relationship Id="rId75" Type="http://schemas.openxmlformats.org/officeDocument/2006/relationships/tags" Target="../tags/tag1401.xml"/><Relationship Id="rId96" Type="http://schemas.openxmlformats.org/officeDocument/2006/relationships/tags" Target="../tags/tag1422.xml"/><Relationship Id="rId140" Type="http://schemas.openxmlformats.org/officeDocument/2006/relationships/tags" Target="../tags/tag1466.xml"/><Relationship Id="rId161" Type="http://schemas.openxmlformats.org/officeDocument/2006/relationships/tags" Target="../tags/tag1487.xml"/><Relationship Id="rId182" Type="http://schemas.openxmlformats.org/officeDocument/2006/relationships/tags" Target="../tags/tag1508.xml"/><Relationship Id="rId6" Type="http://schemas.openxmlformats.org/officeDocument/2006/relationships/tags" Target="../tags/tag1332.xml"/><Relationship Id="rId23" Type="http://schemas.openxmlformats.org/officeDocument/2006/relationships/tags" Target="../tags/tag1349.xml"/><Relationship Id="rId119" Type="http://schemas.openxmlformats.org/officeDocument/2006/relationships/tags" Target="../tags/tag1445.xml"/><Relationship Id="rId44" Type="http://schemas.openxmlformats.org/officeDocument/2006/relationships/tags" Target="../tags/tag1370.xml"/><Relationship Id="rId65" Type="http://schemas.openxmlformats.org/officeDocument/2006/relationships/tags" Target="../tags/tag1391.xml"/><Relationship Id="rId86" Type="http://schemas.openxmlformats.org/officeDocument/2006/relationships/tags" Target="../tags/tag1412.xml"/><Relationship Id="rId130" Type="http://schemas.openxmlformats.org/officeDocument/2006/relationships/tags" Target="../tags/tag1456.xml"/><Relationship Id="rId151" Type="http://schemas.openxmlformats.org/officeDocument/2006/relationships/tags" Target="../tags/tag1477.xml"/><Relationship Id="rId172" Type="http://schemas.openxmlformats.org/officeDocument/2006/relationships/tags" Target="../tags/tag1498.xml"/><Relationship Id="rId193" Type="http://schemas.openxmlformats.org/officeDocument/2006/relationships/tags" Target="../tags/tag1519.xml"/><Relationship Id="rId207" Type="http://schemas.openxmlformats.org/officeDocument/2006/relationships/image" Target="../media/image35.png"/><Relationship Id="rId13" Type="http://schemas.openxmlformats.org/officeDocument/2006/relationships/tags" Target="../tags/tag1339.xml"/><Relationship Id="rId109" Type="http://schemas.openxmlformats.org/officeDocument/2006/relationships/tags" Target="../tags/tag1435.xml"/><Relationship Id="rId34" Type="http://schemas.openxmlformats.org/officeDocument/2006/relationships/tags" Target="../tags/tag1360.xml"/><Relationship Id="rId55" Type="http://schemas.openxmlformats.org/officeDocument/2006/relationships/tags" Target="../tags/tag1381.xml"/><Relationship Id="rId76" Type="http://schemas.openxmlformats.org/officeDocument/2006/relationships/tags" Target="../tags/tag1402.xml"/><Relationship Id="rId97" Type="http://schemas.openxmlformats.org/officeDocument/2006/relationships/tags" Target="../tags/tag1423.xml"/><Relationship Id="rId120" Type="http://schemas.openxmlformats.org/officeDocument/2006/relationships/tags" Target="../tags/tag1446.xml"/><Relationship Id="rId141" Type="http://schemas.openxmlformats.org/officeDocument/2006/relationships/tags" Target="../tags/tag1467.xml"/><Relationship Id="rId7" Type="http://schemas.openxmlformats.org/officeDocument/2006/relationships/tags" Target="../tags/tag1333.xml"/><Relationship Id="rId162" Type="http://schemas.openxmlformats.org/officeDocument/2006/relationships/tags" Target="../tags/tag1488.xml"/><Relationship Id="rId183" Type="http://schemas.openxmlformats.org/officeDocument/2006/relationships/tags" Target="../tags/tag1509.xml"/><Relationship Id="rId24" Type="http://schemas.openxmlformats.org/officeDocument/2006/relationships/tags" Target="../tags/tag1350.xml"/><Relationship Id="rId45" Type="http://schemas.openxmlformats.org/officeDocument/2006/relationships/tags" Target="../tags/tag1371.xml"/><Relationship Id="rId66" Type="http://schemas.openxmlformats.org/officeDocument/2006/relationships/tags" Target="../tags/tag1392.xml"/><Relationship Id="rId87" Type="http://schemas.openxmlformats.org/officeDocument/2006/relationships/tags" Target="../tags/tag1413.xml"/><Relationship Id="rId110" Type="http://schemas.openxmlformats.org/officeDocument/2006/relationships/tags" Target="../tags/tag1436.xml"/><Relationship Id="rId131" Type="http://schemas.openxmlformats.org/officeDocument/2006/relationships/tags" Target="../tags/tag1457.xml"/><Relationship Id="rId61" Type="http://schemas.openxmlformats.org/officeDocument/2006/relationships/tags" Target="../tags/tag1387.xml"/><Relationship Id="rId82" Type="http://schemas.openxmlformats.org/officeDocument/2006/relationships/tags" Target="../tags/tag1408.xml"/><Relationship Id="rId152" Type="http://schemas.openxmlformats.org/officeDocument/2006/relationships/tags" Target="../tags/tag1478.xml"/><Relationship Id="rId173" Type="http://schemas.openxmlformats.org/officeDocument/2006/relationships/tags" Target="../tags/tag1499.xml"/><Relationship Id="rId194" Type="http://schemas.openxmlformats.org/officeDocument/2006/relationships/tags" Target="../tags/tag1520.xml"/><Relationship Id="rId199" Type="http://schemas.openxmlformats.org/officeDocument/2006/relationships/tags" Target="../tags/tag1525.xml"/><Relationship Id="rId203" Type="http://schemas.openxmlformats.org/officeDocument/2006/relationships/tags" Target="../tags/tag1529.xml"/><Relationship Id="rId208" Type="http://schemas.openxmlformats.org/officeDocument/2006/relationships/image" Target="../media/image36.png"/><Relationship Id="rId19" Type="http://schemas.openxmlformats.org/officeDocument/2006/relationships/tags" Target="../tags/tag1345.xml"/><Relationship Id="rId14" Type="http://schemas.openxmlformats.org/officeDocument/2006/relationships/tags" Target="../tags/tag1340.xml"/><Relationship Id="rId30" Type="http://schemas.openxmlformats.org/officeDocument/2006/relationships/tags" Target="../tags/tag1356.xml"/><Relationship Id="rId35" Type="http://schemas.openxmlformats.org/officeDocument/2006/relationships/tags" Target="../tags/tag1361.xml"/><Relationship Id="rId56" Type="http://schemas.openxmlformats.org/officeDocument/2006/relationships/tags" Target="../tags/tag1382.xml"/><Relationship Id="rId77" Type="http://schemas.openxmlformats.org/officeDocument/2006/relationships/tags" Target="../tags/tag1403.xml"/><Relationship Id="rId100" Type="http://schemas.openxmlformats.org/officeDocument/2006/relationships/tags" Target="../tags/tag1426.xml"/><Relationship Id="rId105" Type="http://schemas.openxmlformats.org/officeDocument/2006/relationships/tags" Target="../tags/tag1431.xml"/><Relationship Id="rId126" Type="http://schemas.openxmlformats.org/officeDocument/2006/relationships/tags" Target="../tags/tag1452.xml"/><Relationship Id="rId147" Type="http://schemas.openxmlformats.org/officeDocument/2006/relationships/tags" Target="../tags/tag1473.xml"/><Relationship Id="rId168" Type="http://schemas.openxmlformats.org/officeDocument/2006/relationships/tags" Target="../tags/tag1494.xml"/><Relationship Id="rId8" Type="http://schemas.openxmlformats.org/officeDocument/2006/relationships/tags" Target="../tags/tag1334.xml"/><Relationship Id="rId51" Type="http://schemas.openxmlformats.org/officeDocument/2006/relationships/tags" Target="../tags/tag1377.xml"/><Relationship Id="rId72" Type="http://schemas.openxmlformats.org/officeDocument/2006/relationships/tags" Target="../tags/tag1398.xml"/><Relationship Id="rId93" Type="http://schemas.openxmlformats.org/officeDocument/2006/relationships/tags" Target="../tags/tag1419.xml"/><Relationship Id="rId98" Type="http://schemas.openxmlformats.org/officeDocument/2006/relationships/tags" Target="../tags/tag1424.xml"/><Relationship Id="rId121" Type="http://schemas.openxmlformats.org/officeDocument/2006/relationships/tags" Target="../tags/tag1447.xml"/><Relationship Id="rId142" Type="http://schemas.openxmlformats.org/officeDocument/2006/relationships/tags" Target="../tags/tag1468.xml"/><Relationship Id="rId163" Type="http://schemas.openxmlformats.org/officeDocument/2006/relationships/tags" Target="../tags/tag1489.xml"/><Relationship Id="rId184" Type="http://schemas.openxmlformats.org/officeDocument/2006/relationships/tags" Target="../tags/tag1510.xml"/><Relationship Id="rId189" Type="http://schemas.openxmlformats.org/officeDocument/2006/relationships/tags" Target="../tags/tag1515.xml"/><Relationship Id="rId3" Type="http://schemas.openxmlformats.org/officeDocument/2006/relationships/tags" Target="../tags/tag1329.xml"/><Relationship Id="rId25" Type="http://schemas.openxmlformats.org/officeDocument/2006/relationships/tags" Target="../tags/tag1351.xml"/><Relationship Id="rId46" Type="http://schemas.openxmlformats.org/officeDocument/2006/relationships/tags" Target="../tags/tag1372.xml"/><Relationship Id="rId67" Type="http://schemas.openxmlformats.org/officeDocument/2006/relationships/tags" Target="../tags/tag1393.xml"/><Relationship Id="rId116" Type="http://schemas.openxmlformats.org/officeDocument/2006/relationships/tags" Target="../tags/tag1442.xml"/><Relationship Id="rId137" Type="http://schemas.openxmlformats.org/officeDocument/2006/relationships/tags" Target="../tags/tag1463.xml"/><Relationship Id="rId158" Type="http://schemas.openxmlformats.org/officeDocument/2006/relationships/tags" Target="../tags/tag1484.xml"/><Relationship Id="rId20" Type="http://schemas.openxmlformats.org/officeDocument/2006/relationships/tags" Target="../tags/tag1346.xml"/><Relationship Id="rId41" Type="http://schemas.openxmlformats.org/officeDocument/2006/relationships/tags" Target="../tags/tag1367.xml"/><Relationship Id="rId62" Type="http://schemas.openxmlformats.org/officeDocument/2006/relationships/tags" Target="../tags/tag1388.xml"/><Relationship Id="rId83" Type="http://schemas.openxmlformats.org/officeDocument/2006/relationships/tags" Target="../tags/tag1409.xml"/><Relationship Id="rId88" Type="http://schemas.openxmlformats.org/officeDocument/2006/relationships/tags" Target="../tags/tag1414.xml"/><Relationship Id="rId111" Type="http://schemas.openxmlformats.org/officeDocument/2006/relationships/tags" Target="../tags/tag1437.xml"/><Relationship Id="rId132" Type="http://schemas.openxmlformats.org/officeDocument/2006/relationships/tags" Target="../tags/tag1458.xml"/><Relationship Id="rId153" Type="http://schemas.openxmlformats.org/officeDocument/2006/relationships/tags" Target="../tags/tag1479.xml"/><Relationship Id="rId174" Type="http://schemas.openxmlformats.org/officeDocument/2006/relationships/tags" Target="../tags/tag1500.xml"/><Relationship Id="rId179" Type="http://schemas.openxmlformats.org/officeDocument/2006/relationships/tags" Target="../tags/tag1505.xml"/><Relationship Id="rId195" Type="http://schemas.openxmlformats.org/officeDocument/2006/relationships/tags" Target="../tags/tag1521.xml"/><Relationship Id="rId209" Type="http://schemas.openxmlformats.org/officeDocument/2006/relationships/image" Target="../media/image37.png"/><Relationship Id="rId190" Type="http://schemas.openxmlformats.org/officeDocument/2006/relationships/tags" Target="../tags/tag1516.xml"/><Relationship Id="rId204" Type="http://schemas.openxmlformats.org/officeDocument/2006/relationships/slideLayout" Target="../slideLayouts/slideLayout1.xml"/><Relationship Id="rId15" Type="http://schemas.openxmlformats.org/officeDocument/2006/relationships/tags" Target="../tags/tag1341.xml"/><Relationship Id="rId36" Type="http://schemas.openxmlformats.org/officeDocument/2006/relationships/tags" Target="../tags/tag1362.xml"/><Relationship Id="rId57" Type="http://schemas.openxmlformats.org/officeDocument/2006/relationships/tags" Target="../tags/tag1383.xml"/><Relationship Id="rId106" Type="http://schemas.openxmlformats.org/officeDocument/2006/relationships/tags" Target="../tags/tag1432.xml"/><Relationship Id="rId127" Type="http://schemas.openxmlformats.org/officeDocument/2006/relationships/tags" Target="../tags/tag1453.xml"/><Relationship Id="rId10" Type="http://schemas.openxmlformats.org/officeDocument/2006/relationships/tags" Target="../tags/tag1336.xml"/><Relationship Id="rId31" Type="http://schemas.openxmlformats.org/officeDocument/2006/relationships/tags" Target="../tags/tag1357.xml"/><Relationship Id="rId52" Type="http://schemas.openxmlformats.org/officeDocument/2006/relationships/tags" Target="../tags/tag1378.xml"/><Relationship Id="rId73" Type="http://schemas.openxmlformats.org/officeDocument/2006/relationships/tags" Target="../tags/tag1399.xml"/><Relationship Id="rId78" Type="http://schemas.openxmlformats.org/officeDocument/2006/relationships/tags" Target="../tags/tag1404.xml"/><Relationship Id="rId94" Type="http://schemas.openxmlformats.org/officeDocument/2006/relationships/tags" Target="../tags/tag1420.xml"/><Relationship Id="rId99" Type="http://schemas.openxmlformats.org/officeDocument/2006/relationships/tags" Target="../tags/tag1425.xml"/><Relationship Id="rId101" Type="http://schemas.openxmlformats.org/officeDocument/2006/relationships/tags" Target="../tags/tag1427.xml"/><Relationship Id="rId122" Type="http://schemas.openxmlformats.org/officeDocument/2006/relationships/tags" Target="../tags/tag1448.xml"/><Relationship Id="rId143" Type="http://schemas.openxmlformats.org/officeDocument/2006/relationships/tags" Target="../tags/tag1469.xml"/><Relationship Id="rId148" Type="http://schemas.openxmlformats.org/officeDocument/2006/relationships/tags" Target="../tags/tag1474.xml"/><Relationship Id="rId164" Type="http://schemas.openxmlformats.org/officeDocument/2006/relationships/tags" Target="../tags/tag1490.xml"/><Relationship Id="rId169" Type="http://schemas.openxmlformats.org/officeDocument/2006/relationships/tags" Target="../tags/tag1495.xml"/><Relationship Id="rId185" Type="http://schemas.openxmlformats.org/officeDocument/2006/relationships/tags" Target="../tags/tag1511.xml"/><Relationship Id="rId4" Type="http://schemas.openxmlformats.org/officeDocument/2006/relationships/tags" Target="../tags/tag1330.xml"/><Relationship Id="rId9" Type="http://schemas.openxmlformats.org/officeDocument/2006/relationships/tags" Target="../tags/tag1335.xml"/><Relationship Id="rId180" Type="http://schemas.openxmlformats.org/officeDocument/2006/relationships/tags" Target="../tags/tag1506.xml"/><Relationship Id="rId210" Type="http://schemas.openxmlformats.org/officeDocument/2006/relationships/image" Target="../media/image38.png"/><Relationship Id="rId26" Type="http://schemas.openxmlformats.org/officeDocument/2006/relationships/tags" Target="../tags/tag1352.xml"/><Relationship Id="rId47" Type="http://schemas.openxmlformats.org/officeDocument/2006/relationships/tags" Target="../tags/tag1373.xml"/><Relationship Id="rId68" Type="http://schemas.openxmlformats.org/officeDocument/2006/relationships/tags" Target="../tags/tag1394.xml"/><Relationship Id="rId89" Type="http://schemas.openxmlformats.org/officeDocument/2006/relationships/tags" Target="../tags/tag1415.xml"/><Relationship Id="rId112" Type="http://schemas.openxmlformats.org/officeDocument/2006/relationships/tags" Target="../tags/tag1438.xml"/><Relationship Id="rId133" Type="http://schemas.openxmlformats.org/officeDocument/2006/relationships/tags" Target="../tags/tag1459.xml"/><Relationship Id="rId154" Type="http://schemas.openxmlformats.org/officeDocument/2006/relationships/tags" Target="../tags/tag1480.xml"/><Relationship Id="rId175" Type="http://schemas.openxmlformats.org/officeDocument/2006/relationships/tags" Target="../tags/tag1501.xml"/><Relationship Id="rId196" Type="http://schemas.openxmlformats.org/officeDocument/2006/relationships/tags" Target="../tags/tag1522.xml"/><Relationship Id="rId200" Type="http://schemas.openxmlformats.org/officeDocument/2006/relationships/tags" Target="../tags/tag1526.xml"/><Relationship Id="rId16" Type="http://schemas.openxmlformats.org/officeDocument/2006/relationships/tags" Target="../tags/tag1342.xml"/><Relationship Id="rId37" Type="http://schemas.openxmlformats.org/officeDocument/2006/relationships/tags" Target="../tags/tag1363.xml"/><Relationship Id="rId58" Type="http://schemas.openxmlformats.org/officeDocument/2006/relationships/tags" Target="../tags/tag1384.xml"/><Relationship Id="rId79" Type="http://schemas.openxmlformats.org/officeDocument/2006/relationships/tags" Target="../tags/tag1405.xml"/><Relationship Id="rId102" Type="http://schemas.openxmlformats.org/officeDocument/2006/relationships/tags" Target="../tags/tag1428.xml"/><Relationship Id="rId123" Type="http://schemas.openxmlformats.org/officeDocument/2006/relationships/tags" Target="../tags/tag1449.xml"/><Relationship Id="rId144" Type="http://schemas.openxmlformats.org/officeDocument/2006/relationships/tags" Target="../tags/tag1470.xml"/><Relationship Id="rId90" Type="http://schemas.openxmlformats.org/officeDocument/2006/relationships/tags" Target="../tags/tag1416.xml"/><Relationship Id="rId165" Type="http://schemas.openxmlformats.org/officeDocument/2006/relationships/tags" Target="../tags/tag1491.xml"/><Relationship Id="rId186" Type="http://schemas.openxmlformats.org/officeDocument/2006/relationships/tags" Target="../tags/tag1512.xml"/><Relationship Id="rId27" Type="http://schemas.openxmlformats.org/officeDocument/2006/relationships/tags" Target="../tags/tag1353.xml"/><Relationship Id="rId48" Type="http://schemas.openxmlformats.org/officeDocument/2006/relationships/tags" Target="../tags/tag1374.xml"/><Relationship Id="rId69" Type="http://schemas.openxmlformats.org/officeDocument/2006/relationships/tags" Target="../tags/tag1395.xml"/><Relationship Id="rId113" Type="http://schemas.openxmlformats.org/officeDocument/2006/relationships/tags" Target="../tags/tag1439.xml"/><Relationship Id="rId134" Type="http://schemas.openxmlformats.org/officeDocument/2006/relationships/tags" Target="../tags/tag1460.xml"/><Relationship Id="rId80" Type="http://schemas.openxmlformats.org/officeDocument/2006/relationships/tags" Target="../tags/tag1406.xml"/><Relationship Id="rId155" Type="http://schemas.openxmlformats.org/officeDocument/2006/relationships/tags" Target="../tags/tag1481.xml"/><Relationship Id="rId176" Type="http://schemas.openxmlformats.org/officeDocument/2006/relationships/tags" Target="../tags/tag1502.xml"/><Relationship Id="rId197" Type="http://schemas.openxmlformats.org/officeDocument/2006/relationships/tags" Target="../tags/tag1523.xml"/><Relationship Id="rId201" Type="http://schemas.openxmlformats.org/officeDocument/2006/relationships/tags" Target="../tags/tag1527.xml"/><Relationship Id="rId17" Type="http://schemas.openxmlformats.org/officeDocument/2006/relationships/tags" Target="../tags/tag1343.xml"/><Relationship Id="rId38" Type="http://schemas.openxmlformats.org/officeDocument/2006/relationships/tags" Target="../tags/tag1364.xml"/><Relationship Id="rId59" Type="http://schemas.openxmlformats.org/officeDocument/2006/relationships/tags" Target="../tags/tag1385.xml"/><Relationship Id="rId103" Type="http://schemas.openxmlformats.org/officeDocument/2006/relationships/tags" Target="../tags/tag1429.xml"/><Relationship Id="rId124" Type="http://schemas.openxmlformats.org/officeDocument/2006/relationships/tags" Target="../tags/tag1450.xml"/><Relationship Id="rId70" Type="http://schemas.openxmlformats.org/officeDocument/2006/relationships/tags" Target="../tags/tag1396.xml"/><Relationship Id="rId91" Type="http://schemas.openxmlformats.org/officeDocument/2006/relationships/tags" Target="../tags/tag1417.xml"/><Relationship Id="rId145" Type="http://schemas.openxmlformats.org/officeDocument/2006/relationships/tags" Target="../tags/tag1471.xml"/><Relationship Id="rId166" Type="http://schemas.openxmlformats.org/officeDocument/2006/relationships/tags" Target="../tags/tag1492.xml"/><Relationship Id="rId187" Type="http://schemas.openxmlformats.org/officeDocument/2006/relationships/tags" Target="../tags/tag1513.xml"/><Relationship Id="rId1" Type="http://schemas.openxmlformats.org/officeDocument/2006/relationships/tags" Target="../tags/tag1327.xml"/><Relationship Id="rId28" Type="http://schemas.openxmlformats.org/officeDocument/2006/relationships/tags" Target="../tags/tag1354.xml"/><Relationship Id="rId49" Type="http://schemas.openxmlformats.org/officeDocument/2006/relationships/tags" Target="../tags/tag1375.xml"/><Relationship Id="rId114" Type="http://schemas.openxmlformats.org/officeDocument/2006/relationships/tags" Target="../tags/tag1440.xml"/><Relationship Id="rId60" Type="http://schemas.openxmlformats.org/officeDocument/2006/relationships/tags" Target="../tags/tag1386.xml"/><Relationship Id="rId81" Type="http://schemas.openxmlformats.org/officeDocument/2006/relationships/tags" Target="../tags/tag1407.xml"/><Relationship Id="rId135" Type="http://schemas.openxmlformats.org/officeDocument/2006/relationships/tags" Target="../tags/tag1461.xml"/><Relationship Id="rId156" Type="http://schemas.openxmlformats.org/officeDocument/2006/relationships/tags" Target="../tags/tag1482.xml"/><Relationship Id="rId177" Type="http://schemas.openxmlformats.org/officeDocument/2006/relationships/tags" Target="../tags/tag1503.xml"/><Relationship Id="rId198" Type="http://schemas.openxmlformats.org/officeDocument/2006/relationships/tags" Target="../tags/tag1524.xml"/><Relationship Id="rId202" Type="http://schemas.openxmlformats.org/officeDocument/2006/relationships/tags" Target="../tags/tag1528.xml"/><Relationship Id="rId18" Type="http://schemas.openxmlformats.org/officeDocument/2006/relationships/tags" Target="../tags/tag1344.xml"/><Relationship Id="rId39" Type="http://schemas.openxmlformats.org/officeDocument/2006/relationships/tags" Target="../tags/tag1365.xml"/><Relationship Id="rId50" Type="http://schemas.openxmlformats.org/officeDocument/2006/relationships/tags" Target="../tags/tag1376.xml"/><Relationship Id="rId104" Type="http://schemas.openxmlformats.org/officeDocument/2006/relationships/tags" Target="../tags/tag1430.xml"/><Relationship Id="rId125" Type="http://schemas.openxmlformats.org/officeDocument/2006/relationships/tags" Target="../tags/tag1451.xml"/><Relationship Id="rId146" Type="http://schemas.openxmlformats.org/officeDocument/2006/relationships/tags" Target="../tags/tag1472.xml"/><Relationship Id="rId167" Type="http://schemas.openxmlformats.org/officeDocument/2006/relationships/tags" Target="../tags/tag1493.xml"/><Relationship Id="rId188" Type="http://schemas.openxmlformats.org/officeDocument/2006/relationships/tags" Target="../tags/tag1514.xml"/><Relationship Id="rId71" Type="http://schemas.openxmlformats.org/officeDocument/2006/relationships/tags" Target="../tags/tag1397.xml"/><Relationship Id="rId92" Type="http://schemas.openxmlformats.org/officeDocument/2006/relationships/tags" Target="../tags/tag1418.xml"/><Relationship Id="rId2" Type="http://schemas.openxmlformats.org/officeDocument/2006/relationships/tags" Target="../tags/tag1328.xml"/><Relationship Id="rId29" Type="http://schemas.openxmlformats.org/officeDocument/2006/relationships/tags" Target="../tags/tag1355.xml"/><Relationship Id="rId40" Type="http://schemas.openxmlformats.org/officeDocument/2006/relationships/tags" Target="../tags/tag1366.xml"/><Relationship Id="rId115" Type="http://schemas.openxmlformats.org/officeDocument/2006/relationships/tags" Target="../tags/tag1441.xml"/><Relationship Id="rId136" Type="http://schemas.openxmlformats.org/officeDocument/2006/relationships/tags" Target="../tags/tag1462.xml"/><Relationship Id="rId157" Type="http://schemas.openxmlformats.org/officeDocument/2006/relationships/tags" Target="../tags/tag1483.xml"/><Relationship Id="rId178" Type="http://schemas.openxmlformats.org/officeDocument/2006/relationships/tags" Target="../tags/tag1504.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6" Type="http://schemas.openxmlformats.org/officeDocument/2006/relationships/tags" Target="../tags/tag1555.xml"/><Relationship Id="rId21" Type="http://schemas.openxmlformats.org/officeDocument/2006/relationships/tags" Target="../tags/tag1550.xml"/><Relationship Id="rId42" Type="http://schemas.openxmlformats.org/officeDocument/2006/relationships/tags" Target="../tags/tag1571.xml"/><Relationship Id="rId47" Type="http://schemas.openxmlformats.org/officeDocument/2006/relationships/tags" Target="../tags/tag1576.xml"/><Relationship Id="rId63" Type="http://schemas.openxmlformats.org/officeDocument/2006/relationships/tags" Target="../tags/tag1592.xml"/><Relationship Id="rId68" Type="http://schemas.openxmlformats.org/officeDocument/2006/relationships/tags" Target="../tags/tag1597.xml"/><Relationship Id="rId84" Type="http://schemas.openxmlformats.org/officeDocument/2006/relationships/tags" Target="../tags/tag1613.xml"/><Relationship Id="rId89" Type="http://schemas.openxmlformats.org/officeDocument/2006/relationships/tags" Target="../tags/tag1618.xml"/><Relationship Id="rId16" Type="http://schemas.openxmlformats.org/officeDocument/2006/relationships/tags" Target="../tags/tag1545.xml"/><Relationship Id="rId11" Type="http://schemas.openxmlformats.org/officeDocument/2006/relationships/tags" Target="../tags/tag1540.xml"/><Relationship Id="rId32" Type="http://schemas.openxmlformats.org/officeDocument/2006/relationships/tags" Target="../tags/tag1561.xml"/><Relationship Id="rId37" Type="http://schemas.openxmlformats.org/officeDocument/2006/relationships/tags" Target="../tags/tag1566.xml"/><Relationship Id="rId53" Type="http://schemas.openxmlformats.org/officeDocument/2006/relationships/tags" Target="../tags/tag1582.xml"/><Relationship Id="rId58" Type="http://schemas.openxmlformats.org/officeDocument/2006/relationships/tags" Target="../tags/tag1587.xml"/><Relationship Id="rId74" Type="http://schemas.openxmlformats.org/officeDocument/2006/relationships/tags" Target="../tags/tag1603.xml"/><Relationship Id="rId79" Type="http://schemas.openxmlformats.org/officeDocument/2006/relationships/tags" Target="../tags/tag1608.xml"/><Relationship Id="rId5" Type="http://schemas.openxmlformats.org/officeDocument/2006/relationships/tags" Target="../tags/tag1534.xml"/><Relationship Id="rId90" Type="http://schemas.openxmlformats.org/officeDocument/2006/relationships/tags" Target="../tags/tag1619.xml"/><Relationship Id="rId95" Type="http://schemas.openxmlformats.org/officeDocument/2006/relationships/tags" Target="../tags/tag1624.xml"/><Relationship Id="rId22" Type="http://schemas.openxmlformats.org/officeDocument/2006/relationships/tags" Target="../tags/tag1551.xml"/><Relationship Id="rId27" Type="http://schemas.openxmlformats.org/officeDocument/2006/relationships/tags" Target="../tags/tag1556.xml"/><Relationship Id="rId43" Type="http://schemas.openxmlformats.org/officeDocument/2006/relationships/tags" Target="../tags/tag1572.xml"/><Relationship Id="rId48" Type="http://schemas.openxmlformats.org/officeDocument/2006/relationships/tags" Target="../tags/tag1577.xml"/><Relationship Id="rId64" Type="http://schemas.openxmlformats.org/officeDocument/2006/relationships/tags" Target="../tags/tag1593.xml"/><Relationship Id="rId69" Type="http://schemas.openxmlformats.org/officeDocument/2006/relationships/tags" Target="../tags/tag1598.xml"/><Relationship Id="rId80" Type="http://schemas.openxmlformats.org/officeDocument/2006/relationships/tags" Target="../tags/tag1609.xml"/><Relationship Id="rId85" Type="http://schemas.openxmlformats.org/officeDocument/2006/relationships/tags" Target="../tags/tag1614.xml"/><Relationship Id="rId3" Type="http://schemas.openxmlformats.org/officeDocument/2006/relationships/tags" Target="../tags/tag1532.xml"/><Relationship Id="rId12" Type="http://schemas.openxmlformats.org/officeDocument/2006/relationships/tags" Target="../tags/tag1541.xml"/><Relationship Id="rId17" Type="http://schemas.openxmlformats.org/officeDocument/2006/relationships/tags" Target="../tags/tag1546.xml"/><Relationship Id="rId25" Type="http://schemas.openxmlformats.org/officeDocument/2006/relationships/tags" Target="../tags/tag1554.xml"/><Relationship Id="rId33" Type="http://schemas.openxmlformats.org/officeDocument/2006/relationships/tags" Target="../tags/tag1562.xml"/><Relationship Id="rId38" Type="http://schemas.openxmlformats.org/officeDocument/2006/relationships/tags" Target="../tags/tag1567.xml"/><Relationship Id="rId46" Type="http://schemas.openxmlformats.org/officeDocument/2006/relationships/tags" Target="../tags/tag1575.xml"/><Relationship Id="rId59" Type="http://schemas.openxmlformats.org/officeDocument/2006/relationships/tags" Target="../tags/tag1588.xml"/><Relationship Id="rId67" Type="http://schemas.openxmlformats.org/officeDocument/2006/relationships/tags" Target="../tags/tag1596.xml"/><Relationship Id="rId20" Type="http://schemas.openxmlformats.org/officeDocument/2006/relationships/tags" Target="../tags/tag1549.xml"/><Relationship Id="rId41" Type="http://schemas.openxmlformats.org/officeDocument/2006/relationships/tags" Target="../tags/tag1570.xml"/><Relationship Id="rId54" Type="http://schemas.openxmlformats.org/officeDocument/2006/relationships/tags" Target="../tags/tag1583.xml"/><Relationship Id="rId62" Type="http://schemas.openxmlformats.org/officeDocument/2006/relationships/tags" Target="../tags/tag1591.xml"/><Relationship Id="rId70" Type="http://schemas.openxmlformats.org/officeDocument/2006/relationships/tags" Target="../tags/tag1599.xml"/><Relationship Id="rId75" Type="http://schemas.openxmlformats.org/officeDocument/2006/relationships/tags" Target="../tags/tag1604.xml"/><Relationship Id="rId83" Type="http://schemas.openxmlformats.org/officeDocument/2006/relationships/tags" Target="../tags/tag1612.xml"/><Relationship Id="rId88" Type="http://schemas.openxmlformats.org/officeDocument/2006/relationships/tags" Target="../tags/tag1617.xml"/><Relationship Id="rId91" Type="http://schemas.openxmlformats.org/officeDocument/2006/relationships/tags" Target="../tags/tag1620.xml"/><Relationship Id="rId96" Type="http://schemas.openxmlformats.org/officeDocument/2006/relationships/tags" Target="../tags/tag1625.xml"/><Relationship Id="rId1" Type="http://schemas.openxmlformats.org/officeDocument/2006/relationships/tags" Target="../tags/tag1530.xml"/><Relationship Id="rId6" Type="http://schemas.openxmlformats.org/officeDocument/2006/relationships/tags" Target="../tags/tag1535.xml"/><Relationship Id="rId15" Type="http://schemas.openxmlformats.org/officeDocument/2006/relationships/tags" Target="../tags/tag1544.xml"/><Relationship Id="rId23" Type="http://schemas.openxmlformats.org/officeDocument/2006/relationships/tags" Target="../tags/tag1552.xml"/><Relationship Id="rId28" Type="http://schemas.openxmlformats.org/officeDocument/2006/relationships/tags" Target="../tags/tag1557.xml"/><Relationship Id="rId36" Type="http://schemas.openxmlformats.org/officeDocument/2006/relationships/tags" Target="../tags/tag1565.xml"/><Relationship Id="rId49" Type="http://schemas.openxmlformats.org/officeDocument/2006/relationships/tags" Target="../tags/tag1578.xml"/><Relationship Id="rId57" Type="http://schemas.openxmlformats.org/officeDocument/2006/relationships/tags" Target="../tags/tag1586.xml"/><Relationship Id="rId10" Type="http://schemas.openxmlformats.org/officeDocument/2006/relationships/tags" Target="../tags/tag1539.xml"/><Relationship Id="rId31" Type="http://schemas.openxmlformats.org/officeDocument/2006/relationships/tags" Target="../tags/tag1560.xml"/><Relationship Id="rId44" Type="http://schemas.openxmlformats.org/officeDocument/2006/relationships/tags" Target="../tags/tag1573.xml"/><Relationship Id="rId52" Type="http://schemas.openxmlformats.org/officeDocument/2006/relationships/tags" Target="../tags/tag1581.xml"/><Relationship Id="rId60" Type="http://schemas.openxmlformats.org/officeDocument/2006/relationships/tags" Target="../tags/tag1589.xml"/><Relationship Id="rId65" Type="http://schemas.openxmlformats.org/officeDocument/2006/relationships/tags" Target="../tags/tag1594.xml"/><Relationship Id="rId73" Type="http://schemas.openxmlformats.org/officeDocument/2006/relationships/tags" Target="../tags/tag1602.xml"/><Relationship Id="rId78" Type="http://schemas.openxmlformats.org/officeDocument/2006/relationships/tags" Target="../tags/tag1607.xml"/><Relationship Id="rId81" Type="http://schemas.openxmlformats.org/officeDocument/2006/relationships/tags" Target="../tags/tag1610.xml"/><Relationship Id="rId86" Type="http://schemas.openxmlformats.org/officeDocument/2006/relationships/tags" Target="../tags/tag1615.xml"/><Relationship Id="rId94" Type="http://schemas.openxmlformats.org/officeDocument/2006/relationships/tags" Target="../tags/tag1623.xml"/><Relationship Id="rId99" Type="http://schemas.openxmlformats.org/officeDocument/2006/relationships/notesSlide" Target="../notesSlides/notesSlide22.xml"/><Relationship Id="rId4" Type="http://schemas.openxmlformats.org/officeDocument/2006/relationships/tags" Target="../tags/tag1533.xml"/><Relationship Id="rId9" Type="http://schemas.openxmlformats.org/officeDocument/2006/relationships/tags" Target="../tags/tag1538.xml"/><Relationship Id="rId13" Type="http://schemas.openxmlformats.org/officeDocument/2006/relationships/tags" Target="../tags/tag1542.xml"/><Relationship Id="rId18" Type="http://schemas.openxmlformats.org/officeDocument/2006/relationships/tags" Target="../tags/tag1547.xml"/><Relationship Id="rId39" Type="http://schemas.openxmlformats.org/officeDocument/2006/relationships/tags" Target="../tags/tag1568.xml"/><Relationship Id="rId34" Type="http://schemas.openxmlformats.org/officeDocument/2006/relationships/tags" Target="../tags/tag1563.xml"/><Relationship Id="rId50" Type="http://schemas.openxmlformats.org/officeDocument/2006/relationships/tags" Target="../tags/tag1579.xml"/><Relationship Id="rId55" Type="http://schemas.openxmlformats.org/officeDocument/2006/relationships/tags" Target="../tags/tag1584.xml"/><Relationship Id="rId76" Type="http://schemas.openxmlformats.org/officeDocument/2006/relationships/tags" Target="../tags/tag1605.xml"/><Relationship Id="rId97" Type="http://schemas.openxmlformats.org/officeDocument/2006/relationships/tags" Target="../tags/tag1626.xml"/><Relationship Id="rId7" Type="http://schemas.openxmlformats.org/officeDocument/2006/relationships/tags" Target="../tags/tag1536.xml"/><Relationship Id="rId71" Type="http://schemas.openxmlformats.org/officeDocument/2006/relationships/tags" Target="../tags/tag1600.xml"/><Relationship Id="rId92" Type="http://schemas.openxmlformats.org/officeDocument/2006/relationships/tags" Target="../tags/tag1621.xml"/><Relationship Id="rId2" Type="http://schemas.openxmlformats.org/officeDocument/2006/relationships/tags" Target="../tags/tag1531.xml"/><Relationship Id="rId29" Type="http://schemas.openxmlformats.org/officeDocument/2006/relationships/tags" Target="../tags/tag1558.xml"/><Relationship Id="rId24" Type="http://schemas.openxmlformats.org/officeDocument/2006/relationships/tags" Target="../tags/tag1553.xml"/><Relationship Id="rId40" Type="http://schemas.openxmlformats.org/officeDocument/2006/relationships/tags" Target="../tags/tag1569.xml"/><Relationship Id="rId45" Type="http://schemas.openxmlformats.org/officeDocument/2006/relationships/tags" Target="../tags/tag1574.xml"/><Relationship Id="rId66" Type="http://schemas.openxmlformats.org/officeDocument/2006/relationships/tags" Target="../tags/tag1595.xml"/><Relationship Id="rId87" Type="http://schemas.openxmlformats.org/officeDocument/2006/relationships/tags" Target="../tags/tag1616.xml"/><Relationship Id="rId61" Type="http://schemas.openxmlformats.org/officeDocument/2006/relationships/tags" Target="../tags/tag1590.xml"/><Relationship Id="rId82" Type="http://schemas.openxmlformats.org/officeDocument/2006/relationships/tags" Target="../tags/tag1611.xml"/><Relationship Id="rId19" Type="http://schemas.openxmlformats.org/officeDocument/2006/relationships/tags" Target="../tags/tag1548.xml"/><Relationship Id="rId14" Type="http://schemas.openxmlformats.org/officeDocument/2006/relationships/tags" Target="../tags/tag1543.xml"/><Relationship Id="rId30" Type="http://schemas.openxmlformats.org/officeDocument/2006/relationships/tags" Target="../tags/tag1559.xml"/><Relationship Id="rId35" Type="http://schemas.openxmlformats.org/officeDocument/2006/relationships/tags" Target="../tags/tag1564.xml"/><Relationship Id="rId56" Type="http://schemas.openxmlformats.org/officeDocument/2006/relationships/tags" Target="../tags/tag1585.xml"/><Relationship Id="rId77" Type="http://schemas.openxmlformats.org/officeDocument/2006/relationships/tags" Target="../tags/tag1606.xml"/><Relationship Id="rId100" Type="http://schemas.openxmlformats.org/officeDocument/2006/relationships/image" Target="../media/image39.png"/><Relationship Id="rId8" Type="http://schemas.openxmlformats.org/officeDocument/2006/relationships/tags" Target="../tags/tag1537.xml"/><Relationship Id="rId51" Type="http://schemas.openxmlformats.org/officeDocument/2006/relationships/tags" Target="../tags/tag1580.xml"/><Relationship Id="rId72" Type="http://schemas.openxmlformats.org/officeDocument/2006/relationships/tags" Target="../tags/tag1601.xml"/><Relationship Id="rId93" Type="http://schemas.openxmlformats.org/officeDocument/2006/relationships/tags" Target="../tags/tag1622.xml"/><Relationship Id="rId98"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slideLayout" Target="../slideLayouts/slideLayout1.xml"/><Relationship Id="rId7" Type="http://schemas.openxmlformats.org/officeDocument/2006/relationships/image" Target="../media/image42.png"/><Relationship Id="rId2" Type="http://schemas.openxmlformats.org/officeDocument/2006/relationships/tags" Target="../tags/tag1628.xml"/><Relationship Id="rId1" Type="http://schemas.openxmlformats.org/officeDocument/2006/relationships/tags" Target="../tags/tag162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tags" Target="../tags/tag1631.xml"/><Relationship Id="rId7" Type="http://schemas.openxmlformats.org/officeDocument/2006/relationships/image" Target="../media/image46.png"/><Relationship Id="rId2" Type="http://schemas.openxmlformats.org/officeDocument/2006/relationships/tags" Target="../tags/tag1630.xml"/><Relationship Id="rId1" Type="http://schemas.openxmlformats.org/officeDocument/2006/relationships/tags" Target="../tags/tag1629.xml"/><Relationship Id="rId6" Type="http://schemas.openxmlformats.org/officeDocument/2006/relationships/image" Target="../media/image45.png"/><Relationship Id="rId5" Type="http://schemas.openxmlformats.org/officeDocument/2006/relationships/notesSlide" Target="../notesSlides/notesSlide25.xml"/><Relationship Id="rId10" Type="http://schemas.openxmlformats.org/officeDocument/2006/relationships/image" Target="../media/image49.png"/><Relationship Id="rId4" Type="http://schemas.openxmlformats.org/officeDocument/2006/relationships/slideLayout" Target="../slideLayouts/slideLayout1.xml"/><Relationship Id="rId9" Type="http://schemas.openxmlformats.org/officeDocument/2006/relationships/image" Target="../media/image48.png"/></Relationships>
</file>

<file path=ppt/slides/_rels/slide27.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tags" Target="../tags/tag1634.xml"/><Relationship Id="rId7" Type="http://schemas.openxmlformats.org/officeDocument/2006/relationships/image" Target="../media/image48.png"/><Relationship Id="rId2" Type="http://schemas.openxmlformats.org/officeDocument/2006/relationships/tags" Target="../tags/tag1633.xml"/><Relationship Id="rId1" Type="http://schemas.openxmlformats.org/officeDocument/2006/relationships/tags" Target="../tags/tag1632.xml"/><Relationship Id="rId6" Type="http://schemas.openxmlformats.org/officeDocument/2006/relationships/image" Target="../media/image50.png"/><Relationship Id="rId5" Type="http://schemas.openxmlformats.org/officeDocument/2006/relationships/notesSlide" Target="../notesSlides/notesSlide26.xml"/><Relationship Id="rId4" Type="http://schemas.openxmlformats.org/officeDocument/2006/relationships/slideLayout" Target="../slideLayouts/slideLayout1.xml"/><Relationship Id="rId9" Type="http://schemas.openxmlformats.org/officeDocument/2006/relationships/image" Target="../media/image45.png"/></Relationships>
</file>

<file path=ppt/slides/_rels/slide28.xml.rels><?xml version="1.0" encoding="UTF-8" standalone="yes"?>
<Relationships xmlns="http://schemas.openxmlformats.org/package/2006/relationships"><Relationship Id="rId26" Type="http://schemas.openxmlformats.org/officeDocument/2006/relationships/tags" Target="../tags/tag1660.xml"/><Relationship Id="rId21" Type="http://schemas.openxmlformats.org/officeDocument/2006/relationships/tags" Target="../tags/tag1655.xml"/><Relationship Id="rId42" Type="http://schemas.openxmlformats.org/officeDocument/2006/relationships/tags" Target="../tags/tag1676.xml"/><Relationship Id="rId47" Type="http://schemas.openxmlformats.org/officeDocument/2006/relationships/tags" Target="../tags/tag1681.xml"/><Relationship Id="rId63" Type="http://schemas.openxmlformats.org/officeDocument/2006/relationships/tags" Target="../tags/tag1697.xml"/><Relationship Id="rId68" Type="http://schemas.openxmlformats.org/officeDocument/2006/relationships/tags" Target="../tags/tag1702.xml"/><Relationship Id="rId84" Type="http://schemas.openxmlformats.org/officeDocument/2006/relationships/tags" Target="../tags/tag1718.xml"/><Relationship Id="rId89" Type="http://schemas.openxmlformats.org/officeDocument/2006/relationships/tags" Target="../tags/tag1723.xml"/><Relationship Id="rId16" Type="http://schemas.openxmlformats.org/officeDocument/2006/relationships/tags" Target="../tags/tag1650.xml"/><Relationship Id="rId11" Type="http://schemas.openxmlformats.org/officeDocument/2006/relationships/tags" Target="../tags/tag1645.xml"/><Relationship Id="rId32" Type="http://schemas.openxmlformats.org/officeDocument/2006/relationships/tags" Target="../tags/tag1666.xml"/><Relationship Id="rId37" Type="http://schemas.openxmlformats.org/officeDocument/2006/relationships/tags" Target="../tags/tag1671.xml"/><Relationship Id="rId53" Type="http://schemas.openxmlformats.org/officeDocument/2006/relationships/tags" Target="../tags/tag1687.xml"/><Relationship Id="rId58" Type="http://schemas.openxmlformats.org/officeDocument/2006/relationships/tags" Target="../tags/tag1692.xml"/><Relationship Id="rId74" Type="http://schemas.openxmlformats.org/officeDocument/2006/relationships/tags" Target="../tags/tag1708.xml"/><Relationship Id="rId79" Type="http://schemas.openxmlformats.org/officeDocument/2006/relationships/tags" Target="../tags/tag1713.xml"/><Relationship Id="rId102" Type="http://schemas.openxmlformats.org/officeDocument/2006/relationships/tags" Target="../tags/tag1736.xml"/><Relationship Id="rId5" Type="http://schemas.openxmlformats.org/officeDocument/2006/relationships/tags" Target="../tags/tag1639.xml"/><Relationship Id="rId90" Type="http://schemas.openxmlformats.org/officeDocument/2006/relationships/tags" Target="../tags/tag1724.xml"/><Relationship Id="rId95" Type="http://schemas.openxmlformats.org/officeDocument/2006/relationships/tags" Target="../tags/tag1729.xml"/><Relationship Id="rId22" Type="http://schemas.openxmlformats.org/officeDocument/2006/relationships/tags" Target="../tags/tag1656.xml"/><Relationship Id="rId27" Type="http://schemas.openxmlformats.org/officeDocument/2006/relationships/tags" Target="../tags/tag1661.xml"/><Relationship Id="rId43" Type="http://schemas.openxmlformats.org/officeDocument/2006/relationships/tags" Target="../tags/tag1677.xml"/><Relationship Id="rId48" Type="http://schemas.openxmlformats.org/officeDocument/2006/relationships/tags" Target="../tags/tag1682.xml"/><Relationship Id="rId64" Type="http://schemas.openxmlformats.org/officeDocument/2006/relationships/tags" Target="../tags/tag1698.xml"/><Relationship Id="rId69" Type="http://schemas.openxmlformats.org/officeDocument/2006/relationships/tags" Target="../tags/tag1703.xml"/><Relationship Id="rId80" Type="http://schemas.openxmlformats.org/officeDocument/2006/relationships/tags" Target="../tags/tag1714.xml"/><Relationship Id="rId85" Type="http://schemas.openxmlformats.org/officeDocument/2006/relationships/tags" Target="../tags/tag1719.xml"/><Relationship Id="rId12" Type="http://schemas.openxmlformats.org/officeDocument/2006/relationships/tags" Target="../tags/tag1646.xml"/><Relationship Id="rId17" Type="http://schemas.openxmlformats.org/officeDocument/2006/relationships/tags" Target="../tags/tag1651.xml"/><Relationship Id="rId33" Type="http://schemas.openxmlformats.org/officeDocument/2006/relationships/tags" Target="../tags/tag1667.xml"/><Relationship Id="rId38" Type="http://schemas.openxmlformats.org/officeDocument/2006/relationships/tags" Target="../tags/tag1672.xml"/><Relationship Id="rId59" Type="http://schemas.openxmlformats.org/officeDocument/2006/relationships/tags" Target="../tags/tag1693.xml"/><Relationship Id="rId103" Type="http://schemas.openxmlformats.org/officeDocument/2006/relationships/slideLayout" Target="../slideLayouts/slideLayout1.xml"/><Relationship Id="rId20" Type="http://schemas.openxmlformats.org/officeDocument/2006/relationships/tags" Target="../tags/tag1654.xml"/><Relationship Id="rId41" Type="http://schemas.openxmlformats.org/officeDocument/2006/relationships/tags" Target="../tags/tag1675.xml"/><Relationship Id="rId54" Type="http://schemas.openxmlformats.org/officeDocument/2006/relationships/tags" Target="../tags/tag1688.xml"/><Relationship Id="rId62" Type="http://schemas.openxmlformats.org/officeDocument/2006/relationships/tags" Target="../tags/tag1696.xml"/><Relationship Id="rId70" Type="http://schemas.openxmlformats.org/officeDocument/2006/relationships/tags" Target="../tags/tag1704.xml"/><Relationship Id="rId75" Type="http://schemas.openxmlformats.org/officeDocument/2006/relationships/tags" Target="../tags/tag1709.xml"/><Relationship Id="rId83" Type="http://schemas.openxmlformats.org/officeDocument/2006/relationships/tags" Target="../tags/tag1717.xml"/><Relationship Id="rId88" Type="http://schemas.openxmlformats.org/officeDocument/2006/relationships/tags" Target="../tags/tag1722.xml"/><Relationship Id="rId91" Type="http://schemas.openxmlformats.org/officeDocument/2006/relationships/tags" Target="../tags/tag1725.xml"/><Relationship Id="rId96" Type="http://schemas.openxmlformats.org/officeDocument/2006/relationships/tags" Target="../tags/tag1730.xml"/><Relationship Id="rId1" Type="http://schemas.openxmlformats.org/officeDocument/2006/relationships/tags" Target="../tags/tag1635.xml"/><Relationship Id="rId6" Type="http://schemas.openxmlformats.org/officeDocument/2006/relationships/tags" Target="../tags/tag1640.xml"/><Relationship Id="rId15" Type="http://schemas.openxmlformats.org/officeDocument/2006/relationships/tags" Target="../tags/tag1649.xml"/><Relationship Id="rId23" Type="http://schemas.openxmlformats.org/officeDocument/2006/relationships/tags" Target="../tags/tag1657.xml"/><Relationship Id="rId28" Type="http://schemas.openxmlformats.org/officeDocument/2006/relationships/tags" Target="../tags/tag1662.xml"/><Relationship Id="rId36" Type="http://schemas.openxmlformats.org/officeDocument/2006/relationships/tags" Target="../tags/tag1670.xml"/><Relationship Id="rId49" Type="http://schemas.openxmlformats.org/officeDocument/2006/relationships/tags" Target="../tags/tag1683.xml"/><Relationship Id="rId57" Type="http://schemas.openxmlformats.org/officeDocument/2006/relationships/tags" Target="../tags/tag1691.xml"/><Relationship Id="rId106" Type="http://schemas.openxmlformats.org/officeDocument/2006/relationships/image" Target="../media/image52.png"/><Relationship Id="rId10" Type="http://schemas.openxmlformats.org/officeDocument/2006/relationships/tags" Target="../tags/tag1644.xml"/><Relationship Id="rId31" Type="http://schemas.openxmlformats.org/officeDocument/2006/relationships/tags" Target="../tags/tag1665.xml"/><Relationship Id="rId44" Type="http://schemas.openxmlformats.org/officeDocument/2006/relationships/tags" Target="../tags/tag1678.xml"/><Relationship Id="rId52" Type="http://schemas.openxmlformats.org/officeDocument/2006/relationships/tags" Target="../tags/tag1686.xml"/><Relationship Id="rId60" Type="http://schemas.openxmlformats.org/officeDocument/2006/relationships/tags" Target="../tags/tag1694.xml"/><Relationship Id="rId65" Type="http://schemas.openxmlformats.org/officeDocument/2006/relationships/tags" Target="../tags/tag1699.xml"/><Relationship Id="rId73" Type="http://schemas.openxmlformats.org/officeDocument/2006/relationships/tags" Target="../tags/tag1707.xml"/><Relationship Id="rId78" Type="http://schemas.openxmlformats.org/officeDocument/2006/relationships/tags" Target="../tags/tag1712.xml"/><Relationship Id="rId81" Type="http://schemas.openxmlformats.org/officeDocument/2006/relationships/tags" Target="../tags/tag1715.xml"/><Relationship Id="rId86" Type="http://schemas.openxmlformats.org/officeDocument/2006/relationships/tags" Target="../tags/tag1720.xml"/><Relationship Id="rId94" Type="http://schemas.openxmlformats.org/officeDocument/2006/relationships/tags" Target="../tags/tag1728.xml"/><Relationship Id="rId99" Type="http://schemas.openxmlformats.org/officeDocument/2006/relationships/tags" Target="../tags/tag1733.xml"/><Relationship Id="rId101" Type="http://schemas.openxmlformats.org/officeDocument/2006/relationships/tags" Target="../tags/tag1735.xml"/><Relationship Id="rId4" Type="http://schemas.openxmlformats.org/officeDocument/2006/relationships/tags" Target="../tags/tag1638.xml"/><Relationship Id="rId9" Type="http://schemas.openxmlformats.org/officeDocument/2006/relationships/tags" Target="../tags/tag1643.xml"/><Relationship Id="rId13" Type="http://schemas.openxmlformats.org/officeDocument/2006/relationships/tags" Target="../tags/tag1647.xml"/><Relationship Id="rId18" Type="http://schemas.openxmlformats.org/officeDocument/2006/relationships/tags" Target="../tags/tag1652.xml"/><Relationship Id="rId39" Type="http://schemas.openxmlformats.org/officeDocument/2006/relationships/tags" Target="../tags/tag1673.xml"/><Relationship Id="rId34" Type="http://schemas.openxmlformats.org/officeDocument/2006/relationships/tags" Target="../tags/tag1668.xml"/><Relationship Id="rId50" Type="http://schemas.openxmlformats.org/officeDocument/2006/relationships/tags" Target="../tags/tag1684.xml"/><Relationship Id="rId55" Type="http://schemas.openxmlformats.org/officeDocument/2006/relationships/tags" Target="../tags/tag1689.xml"/><Relationship Id="rId76" Type="http://schemas.openxmlformats.org/officeDocument/2006/relationships/tags" Target="../tags/tag1710.xml"/><Relationship Id="rId97" Type="http://schemas.openxmlformats.org/officeDocument/2006/relationships/tags" Target="../tags/tag1731.xml"/><Relationship Id="rId104" Type="http://schemas.openxmlformats.org/officeDocument/2006/relationships/notesSlide" Target="../notesSlides/notesSlide27.xml"/><Relationship Id="rId7" Type="http://schemas.openxmlformats.org/officeDocument/2006/relationships/tags" Target="../tags/tag1641.xml"/><Relationship Id="rId71" Type="http://schemas.openxmlformats.org/officeDocument/2006/relationships/tags" Target="../tags/tag1705.xml"/><Relationship Id="rId92" Type="http://schemas.openxmlformats.org/officeDocument/2006/relationships/tags" Target="../tags/tag1726.xml"/><Relationship Id="rId2" Type="http://schemas.openxmlformats.org/officeDocument/2006/relationships/tags" Target="../tags/tag1636.xml"/><Relationship Id="rId29" Type="http://schemas.openxmlformats.org/officeDocument/2006/relationships/tags" Target="../tags/tag1663.xml"/><Relationship Id="rId24" Type="http://schemas.openxmlformats.org/officeDocument/2006/relationships/tags" Target="../tags/tag1658.xml"/><Relationship Id="rId40" Type="http://schemas.openxmlformats.org/officeDocument/2006/relationships/tags" Target="../tags/tag1674.xml"/><Relationship Id="rId45" Type="http://schemas.openxmlformats.org/officeDocument/2006/relationships/tags" Target="../tags/tag1679.xml"/><Relationship Id="rId66" Type="http://schemas.openxmlformats.org/officeDocument/2006/relationships/tags" Target="../tags/tag1700.xml"/><Relationship Id="rId87" Type="http://schemas.openxmlformats.org/officeDocument/2006/relationships/tags" Target="../tags/tag1721.xml"/><Relationship Id="rId61" Type="http://schemas.openxmlformats.org/officeDocument/2006/relationships/tags" Target="../tags/tag1695.xml"/><Relationship Id="rId82" Type="http://schemas.openxmlformats.org/officeDocument/2006/relationships/tags" Target="../tags/tag1716.xml"/><Relationship Id="rId19" Type="http://schemas.openxmlformats.org/officeDocument/2006/relationships/tags" Target="../tags/tag1653.xml"/><Relationship Id="rId14" Type="http://schemas.openxmlformats.org/officeDocument/2006/relationships/tags" Target="../tags/tag1648.xml"/><Relationship Id="rId30" Type="http://schemas.openxmlformats.org/officeDocument/2006/relationships/tags" Target="../tags/tag1664.xml"/><Relationship Id="rId35" Type="http://schemas.openxmlformats.org/officeDocument/2006/relationships/tags" Target="../tags/tag1669.xml"/><Relationship Id="rId56" Type="http://schemas.openxmlformats.org/officeDocument/2006/relationships/tags" Target="../tags/tag1690.xml"/><Relationship Id="rId77" Type="http://schemas.openxmlformats.org/officeDocument/2006/relationships/tags" Target="../tags/tag1711.xml"/><Relationship Id="rId100" Type="http://schemas.openxmlformats.org/officeDocument/2006/relationships/tags" Target="../tags/tag1734.xml"/><Relationship Id="rId105" Type="http://schemas.openxmlformats.org/officeDocument/2006/relationships/image" Target="../media/image51.png"/><Relationship Id="rId8" Type="http://schemas.openxmlformats.org/officeDocument/2006/relationships/tags" Target="../tags/tag1642.xml"/><Relationship Id="rId51" Type="http://schemas.openxmlformats.org/officeDocument/2006/relationships/tags" Target="../tags/tag1685.xml"/><Relationship Id="rId72" Type="http://schemas.openxmlformats.org/officeDocument/2006/relationships/tags" Target="../tags/tag1706.xml"/><Relationship Id="rId93" Type="http://schemas.openxmlformats.org/officeDocument/2006/relationships/tags" Target="../tags/tag1727.xml"/><Relationship Id="rId98" Type="http://schemas.openxmlformats.org/officeDocument/2006/relationships/tags" Target="../tags/tag1732.xml"/><Relationship Id="rId3" Type="http://schemas.openxmlformats.org/officeDocument/2006/relationships/tags" Target="../tags/tag1637.xml"/><Relationship Id="rId25" Type="http://schemas.openxmlformats.org/officeDocument/2006/relationships/tags" Target="../tags/tag1659.xml"/><Relationship Id="rId46" Type="http://schemas.openxmlformats.org/officeDocument/2006/relationships/tags" Target="../tags/tag1680.xml"/><Relationship Id="rId67" Type="http://schemas.openxmlformats.org/officeDocument/2006/relationships/tags" Target="../tags/tag1701.xml"/></Relationships>
</file>

<file path=ppt/slides/_rels/slide29.xml.rels><?xml version="1.0" encoding="UTF-8" standalone="yes"?>
<Relationships xmlns="http://schemas.openxmlformats.org/package/2006/relationships"><Relationship Id="rId26" Type="http://schemas.openxmlformats.org/officeDocument/2006/relationships/tags" Target="../tags/tag1762.xml"/><Relationship Id="rId21" Type="http://schemas.openxmlformats.org/officeDocument/2006/relationships/tags" Target="../tags/tag1757.xml"/><Relationship Id="rId42" Type="http://schemas.openxmlformats.org/officeDocument/2006/relationships/tags" Target="../tags/tag1778.xml"/><Relationship Id="rId47" Type="http://schemas.openxmlformats.org/officeDocument/2006/relationships/tags" Target="../tags/tag1783.xml"/><Relationship Id="rId63" Type="http://schemas.openxmlformats.org/officeDocument/2006/relationships/tags" Target="../tags/tag1799.xml"/><Relationship Id="rId68" Type="http://schemas.openxmlformats.org/officeDocument/2006/relationships/tags" Target="../tags/tag1804.xml"/><Relationship Id="rId84" Type="http://schemas.openxmlformats.org/officeDocument/2006/relationships/tags" Target="../tags/tag1820.xml"/><Relationship Id="rId89" Type="http://schemas.openxmlformats.org/officeDocument/2006/relationships/tags" Target="../tags/tag1825.xml"/><Relationship Id="rId16" Type="http://schemas.openxmlformats.org/officeDocument/2006/relationships/tags" Target="../tags/tag1752.xml"/><Relationship Id="rId11" Type="http://schemas.openxmlformats.org/officeDocument/2006/relationships/tags" Target="../tags/tag1747.xml"/><Relationship Id="rId32" Type="http://schemas.openxmlformats.org/officeDocument/2006/relationships/tags" Target="../tags/tag1768.xml"/><Relationship Id="rId37" Type="http://schemas.openxmlformats.org/officeDocument/2006/relationships/tags" Target="../tags/tag1773.xml"/><Relationship Id="rId53" Type="http://schemas.openxmlformats.org/officeDocument/2006/relationships/tags" Target="../tags/tag1789.xml"/><Relationship Id="rId58" Type="http://schemas.openxmlformats.org/officeDocument/2006/relationships/tags" Target="../tags/tag1794.xml"/><Relationship Id="rId74" Type="http://schemas.openxmlformats.org/officeDocument/2006/relationships/tags" Target="../tags/tag1810.xml"/><Relationship Id="rId79" Type="http://schemas.openxmlformats.org/officeDocument/2006/relationships/tags" Target="../tags/tag1815.xml"/><Relationship Id="rId102" Type="http://schemas.openxmlformats.org/officeDocument/2006/relationships/notesSlide" Target="../notesSlides/notesSlide28.xml"/><Relationship Id="rId5" Type="http://schemas.openxmlformats.org/officeDocument/2006/relationships/tags" Target="../tags/tag1741.xml"/><Relationship Id="rId90" Type="http://schemas.openxmlformats.org/officeDocument/2006/relationships/tags" Target="../tags/tag1826.xml"/><Relationship Id="rId95" Type="http://schemas.openxmlformats.org/officeDocument/2006/relationships/tags" Target="../tags/tag1831.xml"/><Relationship Id="rId22" Type="http://schemas.openxmlformats.org/officeDocument/2006/relationships/tags" Target="../tags/tag1758.xml"/><Relationship Id="rId27" Type="http://schemas.openxmlformats.org/officeDocument/2006/relationships/tags" Target="../tags/tag1763.xml"/><Relationship Id="rId43" Type="http://schemas.openxmlformats.org/officeDocument/2006/relationships/tags" Target="../tags/tag1779.xml"/><Relationship Id="rId48" Type="http://schemas.openxmlformats.org/officeDocument/2006/relationships/tags" Target="../tags/tag1784.xml"/><Relationship Id="rId64" Type="http://schemas.openxmlformats.org/officeDocument/2006/relationships/tags" Target="../tags/tag1800.xml"/><Relationship Id="rId69" Type="http://schemas.openxmlformats.org/officeDocument/2006/relationships/tags" Target="../tags/tag1805.xml"/><Relationship Id="rId80" Type="http://schemas.openxmlformats.org/officeDocument/2006/relationships/tags" Target="../tags/tag1816.xml"/><Relationship Id="rId85" Type="http://schemas.openxmlformats.org/officeDocument/2006/relationships/tags" Target="../tags/tag1821.xml"/><Relationship Id="rId12" Type="http://schemas.openxmlformats.org/officeDocument/2006/relationships/tags" Target="../tags/tag1748.xml"/><Relationship Id="rId17" Type="http://schemas.openxmlformats.org/officeDocument/2006/relationships/tags" Target="../tags/tag1753.xml"/><Relationship Id="rId25" Type="http://schemas.openxmlformats.org/officeDocument/2006/relationships/tags" Target="../tags/tag1761.xml"/><Relationship Id="rId33" Type="http://schemas.openxmlformats.org/officeDocument/2006/relationships/tags" Target="../tags/tag1769.xml"/><Relationship Id="rId38" Type="http://schemas.openxmlformats.org/officeDocument/2006/relationships/tags" Target="../tags/tag1774.xml"/><Relationship Id="rId46" Type="http://schemas.openxmlformats.org/officeDocument/2006/relationships/tags" Target="../tags/tag1782.xml"/><Relationship Id="rId59" Type="http://schemas.openxmlformats.org/officeDocument/2006/relationships/tags" Target="../tags/tag1795.xml"/><Relationship Id="rId67" Type="http://schemas.openxmlformats.org/officeDocument/2006/relationships/tags" Target="../tags/tag1803.xml"/><Relationship Id="rId103" Type="http://schemas.openxmlformats.org/officeDocument/2006/relationships/image" Target="../media/image51.png"/><Relationship Id="rId20" Type="http://schemas.openxmlformats.org/officeDocument/2006/relationships/tags" Target="../tags/tag1756.xml"/><Relationship Id="rId41" Type="http://schemas.openxmlformats.org/officeDocument/2006/relationships/tags" Target="../tags/tag1777.xml"/><Relationship Id="rId54" Type="http://schemas.openxmlformats.org/officeDocument/2006/relationships/tags" Target="../tags/tag1790.xml"/><Relationship Id="rId62" Type="http://schemas.openxmlformats.org/officeDocument/2006/relationships/tags" Target="../tags/tag1798.xml"/><Relationship Id="rId70" Type="http://schemas.openxmlformats.org/officeDocument/2006/relationships/tags" Target="../tags/tag1806.xml"/><Relationship Id="rId75" Type="http://schemas.openxmlformats.org/officeDocument/2006/relationships/tags" Target="../tags/tag1811.xml"/><Relationship Id="rId83" Type="http://schemas.openxmlformats.org/officeDocument/2006/relationships/tags" Target="../tags/tag1819.xml"/><Relationship Id="rId88" Type="http://schemas.openxmlformats.org/officeDocument/2006/relationships/tags" Target="../tags/tag1824.xml"/><Relationship Id="rId91" Type="http://schemas.openxmlformats.org/officeDocument/2006/relationships/tags" Target="../tags/tag1827.xml"/><Relationship Id="rId96" Type="http://schemas.openxmlformats.org/officeDocument/2006/relationships/tags" Target="../tags/tag1832.xml"/><Relationship Id="rId1" Type="http://schemas.openxmlformats.org/officeDocument/2006/relationships/tags" Target="../tags/tag1737.xml"/><Relationship Id="rId6" Type="http://schemas.openxmlformats.org/officeDocument/2006/relationships/tags" Target="../tags/tag1742.xml"/><Relationship Id="rId15" Type="http://schemas.openxmlformats.org/officeDocument/2006/relationships/tags" Target="../tags/tag1751.xml"/><Relationship Id="rId23" Type="http://schemas.openxmlformats.org/officeDocument/2006/relationships/tags" Target="../tags/tag1759.xml"/><Relationship Id="rId28" Type="http://schemas.openxmlformats.org/officeDocument/2006/relationships/tags" Target="../tags/tag1764.xml"/><Relationship Id="rId36" Type="http://schemas.openxmlformats.org/officeDocument/2006/relationships/tags" Target="../tags/tag1772.xml"/><Relationship Id="rId49" Type="http://schemas.openxmlformats.org/officeDocument/2006/relationships/tags" Target="../tags/tag1785.xml"/><Relationship Id="rId57" Type="http://schemas.openxmlformats.org/officeDocument/2006/relationships/tags" Target="../tags/tag1793.xml"/><Relationship Id="rId10" Type="http://schemas.openxmlformats.org/officeDocument/2006/relationships/tags" Target="../tags/tag1746.xml"/><Relationship Id="rId31" Type="http://schemas.openxmlformats.org/officeDocument/2006/relationships/tags" Target="../tags/tag1767.xml"/><Relationship Id="rId44" Type="http://schemas.openxmlformats.org/officeDocument/2006/relationships/tags" Target="../tags/tag1780.xml"/><Relationship Id="rId52" Type="http://schemas.openxmlformats.org/officeDocument/2006/relationships/tags" Target="../tags/tag1788.xml"/><Relationship Id="rId60" Type="http://schemas.openxmlformats.org/officeDocument/2006/relationships/tags" Target="../tags/tag1796.xml"/><Relationship Id="rId65" Type="http://schemas.openxmlformats.org/officeDocument/2006/relationships/tags" Target="../tags/tag1801.xml"/><Relationship Id="rId73" Type="http://schemas.openxmlformats.org/officeDocument/2006/relationships/tags" Target="../tags/tag1809.xml"/><Relationship Id="rId78" Type="http://schemas.openxmlformats.org/officeDocument/2006/relationships/tags" Target="../tags/tag1814.xml"/><Relationship Id="rId81" Type="http://schemas.openxmlformats.org/officeDocument/2006/relationships/tags" Target="../tags/tag1817.xml"/><Relationship Id="rId86" Type="http://schemas.openxmlformats.org/officeDocument/2006/relationships/tags" Target="../tags/tag1822.xml"/><Relationship Id="rId94" Type="http://schemas.openxmlformats.org/officeDocument/2006/relationships/tags" Target="../tags/tag1830.xml"/><Relationship Id="rId99" Type="http://schemas.openxmlformats.org/officeDocument/2006/relationships/tags" Target="../tags/tag1835.xml"/><Relationship Id="rId101" Type="http://schemas.openxmlformats.org/officeDocument/2006/relationships/slideLayout" Target="../slideLayouts/slideLayout1.xml"/><Relationship Id="rId4" Type="http://schemas.openxmlformats.org/officeDocument/2006/relationships/tags" Target="../tags/tag1740.xml"/><Relationship Id="rId9" Type="http://schemas.openxmlformats.org/officeDocument/2006/relationships/tags" Target="../tags/tag1745.xml"/><Relationship Id="rId13" Type="http://schemas.openxmlformats.org/officeDocument/2006/relationships/tags" Target="../tags/tag1749.xml"/><Relationship Id="rId18" Type="http://schemas.openxmlformats.org/officeDocument/2006/relationships/tags" Target="../tags/tag1754.xml"/><Relationship Id="rId39" Type="http://schemas.openxmlformats.org/officeDocument/2006/relationships/tags" Target="../tags/tag1775.xml"/><Relationship Id="rId34" Type="http://schemas.openxmlformats.org/officeDocument/2006/relationships/tags" Target="../tags/tag1770.xml"/><Relationship Id="rId50" Type="http://schemas.openxmlformats.org/officeDocument/2006/relationships/tags" Target="../tags/tag1786.xml"/><Relationship Id="rId55" Type="http://schemas.openxmlformats.org/officeDocument/2006/relationships/tags" Target="../tags/tag1791.xml"/><Relationship Id="rId76" Type="http://schemas.openxmlformats.org/officeDocument/2006/relationships/tags" Target="../tags/tag1812.xml"/><Relationship Id="rId97" Type="http://schemas.openxmlformats.org/officeDocument/2006/relationships/tags" Target="../tags/tag1833.xml"/><Relationship Id="rId104" Type="http://schemas.openxmlformats.org/officeDocument/2006/relationships/image" Target="../media/image52.png"/><Relationship Id="rId7" Type="http://schemas.openxmlformats.org/officeDocument/2006/relationships/tags" Target="../tags/tag1743.xml"/><Relationship Id="rId71" Type="http://schemas.openxmlformats.org/officeDocument/2006/relationships/tags" Target="../tags/tag1807.xml"/><Relationship Id="rId92" Type="http://schemas.openxmlformats.org/officeDocument/2006/relationships/tags" Target="../tags/tag1828.xml"/><Relationship Id="rId2" Type="http://schemas.openxmlformats.org/officeDocument/2006/relationships/tags" Target="../tags/tag1738.xml"/><Relationship Id="rId29" Type="http://schemas.openxmlformats.org/officeDocument/2006/relationships/tags" Target="../tags/tag1765.xml"/><Relationship Id="rId24" Type="http://schemas.openxmlformats.org/officeDocument/2006/relationships/tags" Target="../tags/tag1760.xml"/><Relationship Id="rId40" Type="http://schemas.openxmlformats.org/officeDocument/2006/relationships/tags" Target="../tags/tag1776.xml"/><Relationship Id="rId45" Type="http://schemas.openxmlformats.org/officeDocument/2006/relationships/tags" Target="../tags/tag1781.xml"/><Relationship Id="rId66" Type="http://schemas.openxmlformats.org/officeDocument/2006/relationships/tags" Target="../tags/tag1802.xml"/><Relationship Id="rId87" Type="http://schemas.openxmlformats.org/officeDocument/2006/relationships/tags" Target="../tags/tag1823.xml"/><Relationship Id="rId61" Type="http://schemas.openxmlformats.org/officeDocument/2006/relationships/tags" Target="../tags/tag1797.xml"/><Relationship Id="rId82" Type="http://schemas.openxmlformats.org/officeDocument/2006/relationships/tags" Target="../tags/tag1818.xml"/><Relationship Id="rId19" Type="http://schemas.openxmlformats.org/officeDocument/2006/relationships/tags" Target="../tags/tag1755.xml"/><Relationship Id="rId14" Type="http://schemas.openxmlformats.org/officeDocument/2006/relationships/tags" Target="../tags/tag1750.xml"/><Relationship Id="rId30" Type="http://schemas.openxmlformats.org/officeDocument/2006/relationships/tags" Target="../tags/tag1766.xml"/><Relationship Id="rId35" Type="http://schemas.openxmlformats.org/officeDocument/2006/relationships/tags" Target="../tags/tag1771.xml"/><Relationship Id="rId56" Type="http://schemas.openxmlformats.org/officeDocument/2006/relationships/tags" Target="../tags/tag1792.xml"/><Relationship Id="rId77" Type="http://schemas.openxmlformats.org/officeDocument/2006/relationships/tags" Target="../tags/tag1813.xml"/><Relationship Id="rId100" Type="http://schemas.openxmlformats.org/officeDocument/2006/relationships/tags" Target="../tags/tag1836.xml"/><Relationship Id="rId8" Type="http://schemas.openxmlformats.org/officeDocument/2006/relationships/tags" Target="../tags/tag1744.xml"/><Relationship Id="rId51" Type="http://schemas.openxmlformats.org/officeDocument/2006/relationships/tags" Target="../tags/tag1787.xml"/><Relationship Id="rId72" Type="http://schemas.openxmlformats.org/officeDocument/2006/relationships/tags" Target="../tags/tag1808.xml"/><Relationship Id="rId93" Type="http://schemas.openxmlformats.org/officeDocument/2006/relationships/tags" Target="../tags/tag1829.xml"/><Relationship Id="rId98" Type="http://schemas.openxmlformats.org/officeDocument/2006/relationships/tags" Target="../tags/tag1834.xml"/><Relationship Id="rId3" Type="http://schemas.openxmlformats.org/officeDocument/2006/relationships/tags" Target="../tags/tag1739.xml"/></Relationships>
</file>

<file path=ppt/slides/_rels/slide30.xml.rels><?xml version="1.0" encoding="UTF-8" standalone="yes"?>
<Relationships xmlns="http://schemas.openxmlformats.org/package/2006/relationships"><Relationship Id="rId26" Type="http://schemas.openxmlformats.org/officeDocument/2006/relationships/tags" Target="../tags/tag1862.xml"/><Relationship Id="rId21" Type="http://schemas.openxmlformats.org/officeDocument/2006/relationships/tags" Target="../tags/tag1857.xml"/><Relationship Id="rId42" Type="http://schemas.openxmlformats.org/officeDocument/2006/relationships/tags" Target="../tags/tag1878.xml"/><Relationship Id="rId47" Type="http://schemas.openxmlformats.org/officeDocument/2006/relationships/tags" Target="../tags/tag1883.xml"/><Relationship Id="rId63" Type="http://schemas.openxmlformats.org/officeDocument/2006/relationships/tags" Target="../tags/tag1899.xml"/><Relationship Id="rId68" Type="http://schemas.openxmlformats.org/officeDocument/2006/relationships/tags" Target="../tags/tag1904.xml"/><Relationship Id="rId84" Type="http://schemas.openxmlformats.org/officeDocument/2006/relationships/slideLayout" Target="../slideLayouts/slideLayout1.xml"/><Relationship Id="rId16" Type="http://schemas.openxmlformats.org/officeDocument/2006/relationships/tags" Target="../tags/tag1852.xml"/><Relationship Id="rId11" Type="http://schemas.openxmlformats.org/officeDocument/2006/relationships/tags" Target="../tags/tag1847.xml"/><Relationship Id="rId32" Type="http://schemas.openxmlformats.org/officeDocument/2006/relationships/tags" Target="../tags/tag1868.xml"/><Relationship Id="rId37" Type="http://schemas.openxmlformats.org/officeDocument/2006/relationships/tags" Target="../tags/tag1873.xml"/><Relationship Id="rId53" Type="http://schemas.openxmlformats.org/officeDocument/2006/relationships/tags" Target="../tags/tag1889.xml"/><Relationship Id="rId58" Type="http://schemas.openxmlformats.org/officeDocument/2006/relationships/tags" Target="../tags/tag1894.xml"/><Relationship Id="rId74" Type="http://schemas.openxmlformats.org/officeDocument/2006/relationships/tags" Target="../tags/tag1910.xml"/><Relationship Id="rId79" Type="http://schemas.openxmlformats.org/officeDocument/2006/relationships/tags" Target="../tags/tag1915.xml"/><Relationship Id="rId5" Type="http://schemas.openxmlformats.org/officeDocument/2006/relationships/tags" Target="../tags/tag1841.xml"/><Relationship Id="rId19" Type="http://schemas.openxmlformats.org/officeDocument/2006/relationships/tags" Target="../tags/tag1855.xml"/><Relationship Id="rId14" Type="http://schemas.openxmlformats.org/officeDocument/2006/relationships/tags" Target="../tags/tag1850.xml"/><Relationship Id="rId22" Type="http://schemas.openxmlformats.org/officeDocument/2006/relationships/tags" Target="../tags/tag1858.xml"/><Relationship Id="rId27" Type="http://schemas.openxmlformats.org/officeDocument/2006/relationships/tags" Target="../tags/tag1863.xml"/><Relationship Id="rId30" Type="http://schemas.openxmlformats.org/officeDocument/2006/relationships/tags" Target="../tags/tag1866.xml"/><Relationship Id="rId35" Type="http://schemas.openxmlformats.org/officeDocument/2006/relationships/tags" Target="../tags/tag1871.xml"/><Relationship Id="rId43" Type="http://schemas.openxmlformats.org/officeDocument/2006/relationships/tags" Target="../tags/tag1879.xml"/><Relationship Id="rId48" Type="http://schemas.openxmlformats.org/officeDocument/2006/relationships/tags" Target="../tags/tag1884.xml"/><Relationship Id="rId56" Type="http://schemas.openxmlformats.org/officeDocument/2006/relationships/tags" Target="../tags/tag1892.xml"/><Relationship Id="rId64" Type="http://schemas.openxmlformats.org/officeDocument/2006/relationships/tags" Target="../tags/tag1900.xml"/><Relationship Id="rId69" Type="http://schemas.openxmlformats.org/officeDocument/2006/relationships/tags" Target="../tags/tag1905.xml"/><Relationship Id="rId77" Type="http://schemas.openxmlformats.org/officeDocument/2006/relationships/tags" Target="../tags/tag1913.xml"/><Relationship Id="rId8" Type="http://schemas.openxmlformats.org/officeDocument/2006/relationships/tags" Target="../tags/tag1844.xml"/><Relationship Id="rId51" Type="http://schemas.openxmlformats.org/officeDocument/2006/relationships/tags" Target="../tags/tag1887.xml"/><Relationship Id="rId72" Type="http://schemas.openxmlformats.org/officeDocument/2006/relationships/tags" Target="../tags/tag1908.xml"/><Relationship Id="rId80" Type="http://schemas.openxmlformats.org/officeDocument/2006/relationships/tags" Target="../tags/tag1916.xml"/><Relationship Id="rId85" Type="http://schemas.openxmlformats.org/officeDocument/2006/relationships/notesSlide" Target="../notesSlides/notesSlide29.xml"/><Relationship Id="rId3" Type="http://schemas.openxmlformats.org/officeDocument/2006/relationships/tags" Target="../tags/tag1839.xml"/><Relationship Id="rId12" Type="http://schemas.openxmlformats.org/officeDocument/2006/relationships/tags" Target="../tags/tag1848.xml"/><Relationship Id="rId17" Type="http://schemas.openxmlformats.org/officeDocument/2006/relationships/tags" Target="../tags/tag1853.xml"/><Relationship Id="rId25" Type="http://schemas.openxmlformats.org/officeDocument/2006/relationships/tags" Target="../tags/tag1861.xml"/><Relationship Id="rId33" Type="http://schemas.openxmlformats.org/officeDocument/2006/relationships/tags" Target="../tags/tag1869.xml"/><Relationship Id="rId38" Type="http://schemas.openxmlformats.org/officeDocument/2006/relationships/tags" Target="../tags/tag1874.xml"/><Relationship Id="rId46" Type="http://schemas.openxmlformats.org/officeDocument/2006/relationships/tags" Target="../tags/tag1882.xml"/><Relationship Id="rId59" Type="http://schemas.openxmlformats.org/officeDocument/2006/relationships/tags" Target="../tags/tag1895.xml"/><Relationship Id="rId67" Type="http://schemas.openxmlformats.org/officeDocument/2006/relationships/tags" Target="../tags/tag1903.xml"/><Relationship Id="rId20" Type="http://schemas.openxmlformats.org/officeDocument/2006/relationships/tags" Target="../tags/tag1856.xml"/><Relationship Id="rId41" Type="http://schemas.openxmlformats.org/officeDocument/2006/relationships/tags" Target="../tags/tag1877.xml"/><Relationship Id="rId54" Type="http://schemas.openxmlformats.org/officeDocument/2006/relationships/tags" Target="../tags/tag1890.xml"/><Relationship Id="rId62" Type="http://schemas.openxmlformats.org/officeDocument/2006/relationships/tags" Target="../tags/tag1898.xml"/><Relationship Id="rId70" Type="http://schemas.openxmlformats.org/officeDocument/2006/relationships/tags" Target="../tags/tag1906.xml"/><Relationship Id="rId75" Type="http://schemas.openxmlformats.org/officeDocument/2006/relationships/tags" Target="../tags/tag1911.xml"/><Relationship Id="rId83" Type="http://schemas.openxmlformats.org/officeDocument/2006/relationships/tags" Target="../tags/tag1919.xml"/><Relationship Id="rId88" Type="http://schemas.openxmlformats.org/officeDocument/2006/relationships/image" Target="../media/image53.png"/><Relationship Id="rId1" Type="http://schemas.openxmlformats.org/officeDocument/2006/relationships/tags" Target="../tags/tag1837.xml"/><Relationship Id="rId6" Type="http://schemas.openxmlformats.org/officeDocument/2006/relationships/tags" Target="../tags/tag1842.xml"/><Relationship Id="rId15" Type="http://schemas.openxmlformats.org/officeDocument/2006/relationships/tags" Target="../tags/tag1851.xml"/><Relationship Id="rId23" Type="http://schemas.openxmlformats.org/officeDocument/2006/relationships/tags" Target="../tags/tag1859.xml"/><Relationship Id="rId28" Type="http://schemas.openxmlformats.org/officeDocument/2006/relationships/tags" Target="../tags/tag1864.xml"/><Relationship Id="rId36" Type="http://schemas.openxmlformats.org/officeDocument/2006/relationships/tags" Target="../tags/tag1872.xml"/><Relationship Id="rId49" Type="http://schemas.openxmlformats.org/officeDocument/2006/relationships/tags" Target="../tags/tag1885.xml"/><Relationship Id="rId57" Type="http://schemas.openxmlformats.org/officeDocument/2006/relationships/tags" Target="../tags/tag1893.xml"/><Relationship Id="rId10" Type="http://schemas.openxmlformats.org/officeDocument/2006/relationships/tags" Target="../tags/tag1846.xml"/><Relationship Id="rId31" Type="http://schemas.openxmlformats.org/officeDocument/2006/relationships/tags" Target="../tags/tag1867.xml"/><Relationship Id="rId44" Type="http://schemas.openxmlformats.org/officeDocument/2006/relationships/tags" Target="../tags/tag1880.xml"/><Relationship Id="rId52" Type="http://schemas.openxmlformats.org/officeDocument/2006/relationships/tags" Target="../tags/tag1888.xml"/><Relationship Id="rId60" Type="http://schemas.openxmlformats.org/officeDocument/2006/relationships/tags" Target="../tags/tag1896.xml"/><Relationship Id="rId65" Type="http://schemas.openxmlformats.org/officeDocument/2006/relationships/tags" Target="../tags/tag1901.xml"/><Relationship Id="rId73" Type="http://schemas.openxmlformats.org/officeDocument/2006/relationships/tags" Target="../tags/tag1909.xml"/><Relationship Id="rId78" Type="http://schemas.openxmlformats.org/officeDocument/2006/relationships/tags" Target="../tags/tag1914.xml"/><Relationship Id="rId81" Type="http://schemas.openxmlformats.org/officeDocument/2006/relationships/tags" Target="../tags/tag1917.xml"/><Relationship Id="rId86" Type="http://schemas.openxmlformats.org/officeDocument/2006/relationships/image" Target="../media/image51.png"/><Relationship Id="rId4" Type="http://schemas.openxmlformats.org/officeDocument/2006/relationships/tags" Target="../tags/tag1840.xml"/><Relationship Id="rId9" Type="http://schemas.openxmlformats.org/officeDocument/2006/relationships/tags" Target="../tags/tag1845.xml"/><Relationship Id="rId13" Type="http://schemas.openxmlformats.org/officeDocument/2006/relationships/tags" Target="../tags/tag1849.xml"/><Relationship Id="rId18" Type="http://schemas.openxmlformats.org/officeDocument/2006/relationships/tags" Target="../tags/tag1854.xml"/><Relationship Id="rId39" Type="http://schemas.openxmlformats.org/officeDocument/2006/relationships/tags" Target="../tags/tag1875.xml"/><Relationship Id="rId34" Type="http://schemas.openxmlformats.org/officeDocument/2006/relationships/tags" Target="../tags/tag1870.xml"/><Relationship Id="rId50" Type="http://schemas.openxmlformats.org/officeDocument/2006/relationships/tags" Target="../tags/tag1886.xml"/><Relationship Id="rId55" Type="http://schemas.openxmlformats.org/officeDocument/2006/relationships/tags" Target="../tags/tag1891.xml"/><Relationship Id="rId76" Type="http://schemas.openxmlformats.org/officeDocument/2006/relationships/tags" Target="../tags/tag1912.xml"/><Relationship Id="rId7" Type="http://schemas.openxmlformats.org/officeDocument/2006/relationships/tags" Target="../tags/tag1843.xml"/><Relationship Id="rId71" Type="http://schemas.openxmlformats.org/officeDocument/2006/relationships/tags" Target="../tags/tag1907.xml"/><Relationship Id="rId2" Type="http://schemas.openxmlformats.org/officeDocument/2006/relationships/tags" Target="../tags/tag1838.xml"/><Relationship Id="rId29" Type="http://schemas.openxmlformats.org/officeDocument/2006/relationships/tags" Target="../tags/tag1865.xml"/><Relationship Id="rId24" Type="http://schemas.openxmlformats.org/officeDocument/2006/relationships/tags" Target="../tags/tag1860.xml"/><Relationship Id="rId40" Type="http://schemas.openxmlformats.org/officeDocument/2006/relationships/tags" Target="../tags/tag1876.xml"/><Relationship Id="rId45" Type="http://schemas.openxmlformats.org/officeDocument/2006/relationships/tags" Target="../tags/tag1881.xml"/><Relationship Id="rId66" Type="http://schemas.openxmlformats.org/officeDocument/2006/relationships/tags" Target="../tags/tag1902.xml"/><Relationship Id="rId87" Type="http://schemas.openxmlformats.org/officeDocument/2006/relationships/image" Target="../media/image52.png"/><Relationship Id="rId61" Type="http://schemas.openxmlformats.org/officeDocument/2006/relationships/tags" Target="../tags/tag1897.xml"/><Relationship Id="rId82" Type="http://schemas.openxmlformats.org/officeDocument/2006/relationships/tags" Target="../tags/tag1918.xml"/></Relationships>
</file>

<file path=ppt/slides/_rels/slide31.xml.rels><?xml version="1.0" encoding="UTF-8" standalone="yes"?>
<Relationships xmlns="http://schemas.openxmlformats.org/package/2006/relationships"><Relationship Id="rId26" Type="http://schemas.openxmlformats.org/officeDocument/2006/relationships/tags" Target="../tags/tag1945.xml"/><Relationship Id="rId21" Type="http://schemas.openxmlformats.org/officeDocument/2006/relationships/tags" Target="../tags/tag1940.xml"/><Relationship Id="rId42" Type="http://schemas.openxmlformats.org/officeDocument/2006/relationships/tags" Target="../tags/tag1961.xml"/><Relationship Id="rId47" Type="http://schemas.openxmlformats.org/officeDocument/2006/relationships/tags" Target="../tags/tag1966.xml"/><Relationship Id="rId63" Type="http://schemas.openxmlformats.org/officeDocument/2006/relationships/tags" Target="../tags/tag1982.xml"/><Relationship Id="rId68" Type="http://schemas.openxmlformats.org/officeDocument/2006/relationships/tags" Target="../tags/tag1987.xml"/><Relationship Id="rId84" Type="http://schemas.openxmlformats.org/officeDocument/2006/relationships/image" Target="../media/image54.png"/><Relationship Id="rId16" Type="http://schemas.openxmlformats.org/officeDocument/2006/relationships/tags" Target="../tags/tag1935.xml"/><Relationship Id="rId11" Type="http://schemas.openxmlformats.org/officeDocument/2006/relationships/tags" Target="../tags/tag1930.xml"/><Relationship Id="rId32" Type="http://schemas.openxmlformats.org/officeDocument/2006/relationships/tags" Target="../tags/tag1951.xml"/><Relationship Id="rId37" Type="http://schemas.openxmlformats.org/officeDocument/2006/relationships/tags" Target="../tags/tag1956.xml"/><Relationship Id="rId53" Type="http://schemas.openxmlformats.org/officeDocument/2006/relationships/tags" Target="../tags/tag1972.xml"/><Relationship Id="rId58" Type="http://schemas.openxmlformats.org/officeDocument/2006/relationships/tags" Target="../tags/tag1977.xml"/><Relationship Id="rId74" Type="http://schemas.openxmlformats.org/officeDocument/2006/relationships/tags" Target="../tags/tag1993.xml"/><Relationship Id="rId79" Type="http://schemas.openxmlformats.org/officeDocument/2006/relationships/tags" Target="../tags/tag1998.xml"/><Relationship Id="rId5" Type="http://schemas.openxmlformats.org/officeDocument/2006/relationships/tags" Target="../tags/tag1924.xml"/><Relationship Id="rId19" Type="http://schemas.openxmlformats.org/officeDocument/2006/relationships/tags" Target="../tags/tag1938.xml"/><Relationship Id="rId14" Type="http://schemas.openxmlformats.org/officeDocument/2006/relationships/tags" Target="../tags/tag1933.xml"/><Relationship Id="rId22" Type="http://schemas.openxmlformats.org/officeDocument/2006/relationships/tags" Target="../tags/tag1941.xml"/><Relationship Id="rId27" Type="http://schemas.openxmlformats.org/officeDocument/2006/relationships/tags" Target="../tags/tag1946.xml"/><Relationship Id="rId30" Type="http://schemas.openxmlformats.org/officeDocument/2006/relationships/tags" Target="../tags/tag1949.xml"/><Relationship Id="rId35" Type="http://schemas.openxmlformats.org/officeDocument/2006/relationships/tags" Target="../tags/tag1954.xml"/><Relationship Id="rId43" Type="http://schemas.openxmlformats.org/officeDocument/2006/relationships/tags" Target="../tags/tag1962.xml"/><Relationship Id="rId48" Type="http://schemas.openxmlformats.org/officeDocument/2006/relationships/tags" Target="../tags/tag1967.xml"/><Relationship Id="rId56" Type="http://schemas.openxmlformats.org/officeDocument/2006/relationships/tags" Target="../tags/tag1975.xml"/><Relationship Id="rId64" Type="http://schemas.openxmlformats.org/officeDocument/2006/relationships/tags" Target="../tags/tag1983.xml"/><Relationship Id="rId69" Type="http://schemas.openxmlformats.org/officeDocument/2006/relationships/tags" Target="../tags/tag1988.xml"/><Relationship Id="rId77" Type="http://schemas.openxmlformats.org/officeDocument/2006/relationships/tags" Target="../tags/tag1996.xml"/><Relationship Id="rId8" Type="http://schemas.openxmlformats.org/officeDocument/2006/relationships/tags" Target="../tags/tag1927.xml"/><Relationship Id="rId51" Type="http://schemas.openxmlformats.org/officeDocument/2006/relationships/tags" Target="../tags/tag1970.xml"/><Relationship Id="rId72" Type="http://schemas.openxmlformats.org/officeDocument/2006/relationships/tags" Target="../tags/tag1991.xml"/><Relationship Id="rId80" Type="http://schemas.openxmlformats.org/officeDocument/2006/relationships/tags" Target="../tags/tag1999.xml"/><Relationship Id="rId85" Type="http://schemas.openxmlformats.org/officeDocument/2006/relationships/image" Target="../media/image55.png"/><Relationship Id="rId3" Type="http://schemas.openxmlformats.org/officeDocument/2006/relationships/tags" Target="../tags/tag1922.xml"/><Relationship Id="rId12" Type="http://schemas.openxmlformats.org/officeDocument/2006/relationships/tags" Target="../tags/tag1931.xml"/><Relationship Id="rId17" Type="http://schemas.openxmlformats.org/officeDocument/2006/relationships/tags" Target="../tags/tag1936.xml"/><Relationship Id="rId25" Type="http://schemas.openxmlformats.org/officeDocument/2006/relationships/tags" Target="../tags/tag1944.xml"/><Relationship Id="rId33" Type="http://schemas.openxmlformats.org/officeDocument/2006/relationships/tags" Target="../tags/tag1952.xml"/><Relationship Id="rId38" Type="http://schemas.openxmlformats.org/officeDocument/2006/relationships/tags" Target="../tags/tag1957.xml"/><Relationship Id="rId46" Type="http://schemas.openxmlformats.org/officeDocument/2006/relationships/tags" Target="../tags/tag1965.xml"/><Relationship Id="rId59" Type="http://schemas.openxmlformats.org/officeDocument/2006/relationships/tags" Target="../tags/tag1978.xml"/><Relationship Id="rId67" Type="http://schemas.openxmlformats.org/officeDocument/2006/relationships/tags" Target="../tags/tag1986.xml"/><Relationship Id="rId20" Type="http://schemas.openxmlformats.org/officeDocument/2006/relationships/tags" Target="../tags/tag1939.xml"/><Relationship Id="rId41" Type="http://schemas.openxmlformats.org/officeDocument/2006/relationships/tags" Target="../tags/tag1960.xml"/><Relationship Id="rId54" Type="http://schemas.openxmlformats.org/officeDocument/2006/relationships/tags" Target="../tags/tag1973.xml"/><Relationship Id="rId62" Type="http://schemas.openxmlformats.org/officeDocument/2006/relationships/tags" Target="../tags/tag1981.xml"/><Relationship Id="rId70" Type="http://schemas.openxmlformats.org/officeDocument/2006/relationships/tags" Target="../tags/tag1989.xml"/><Relationship Id="rId75" Type="http://schemas.openxmlformats.org/officeDocument/2006/relationships/tags" Target="../tags/tag1994.xml"/><Relationship Id="rId83" Type="http://schemas.openxmlformats.org/officeDocument/2006/relationships/notesSlide" Target="../notesSlides/notesSlide30.xml"/><Relationship Id="rId1" Type="http://schemas.openxmlformats.org/officeDocument/2006/relationships/tags" Target="../tags/tag1920.xml"/><Relationship Id="rId6" Type="http://schemas.openxmlformats.org/officeDocument/2006/relationships/tags" Target="../tags/tag1925.xml"/><Relationship Id="rId15" Type="http://schemas.openxmlformats.org/officeDocument/2006/relationships/tags" Target="../tags/tag1934.xml"/><Relationship Id="rId23" Type="http://schemas.openxmlformats.org/officeDocument/2006/relationships/tags" Target="../tags/tag1942.xml"/><Relationship Id="rId28" Type="http://schemas.openxmlformats.org/officeDocument/2006/relationships/tags" Target="../tags/tag1947.xml"/><Relationship Id="rId36" Type="http://schemas.openxmlformats.org/officeDocument/2006/relationships/tags" Target="../tags/tag1955.xml"/><Relationship Id="rId49" Type="http://schemas.openxmlformats.org/officeDocument/2006/relationships/tags" Target="../tags/tag1968.xml"/><Relationship Id="rId57" Type="http://schemas.openxmlformats.org/officeDocument/2006/relationships/tags" Target="../tags/tag1976.xml"/><Relationship Id="rId10" Type="http://schemas.openxmlformats.org/officeDocument/2006/relationships/tags" Target="../tags/tag1929.xml"/><Relationship Id="rId31" Type="http://schemas.openxmlformats.org/officeDocument/2006/relationships/tags" Target="../tags/tag1950.xml"/><Relationship Id="rId44" Type="http://schemas.openxmlformats.org/officeDocument/2006/relationships/tags" Target="../tags/tag1963.xml"/><Relationship Id="rId52" Type="http://schemas.openxmlformats.org/officeDocument/2006/relationships/tags" Target="../tags/tag1971.xml"/><Relationship Id="rId60" Type="http://schemas.openxmlformats.org/officeDocument/2006/relationships/tags" Target="../tags/tag1979.xml"/><Relationship Id="rId65" Type="http://schemas.openxmlformats.org/officeDocument/2006/relationships/tags" Target="../tags/tag1984.xml"/><Relationship Id="rId73" Type="http://schemas.openxmlformats.org/officeDocument/2006/relationships/tags" Target="../tags/tag1992.xml"/><Relationship Id="rId78" Type="http://schemas.openxmlformats.org/officeDocument/2006/relationships/tags" Target="../tags/tag1997.xml"/><Relationship Id="rId81" Type="http://schemas.openxmlformats.org/officeDocument/2006/relationships/tags" Target="../tags/tag2000.xml"/><Relationship Id="rId4" Type="http://schemas.openxmlformats.org/officeDocument/2006/relationships/tags" Target="../tags/tag1923.xml"/><Relationship Id="rId9" Type="http://schemas.openxmlformats.org/officeDocument/2006/relationships/tags" Target="../tags/tag1928.xml"/><Relationship Id="rId13" Type="http://schemas.openxmlformats.org/officeDocument/2006/relationships/tags" Target="../tags/tag1932.xml"/><Relationship Id="rId18" Type="http://schemas.openxmlformats.org/officeDocument/2006/relationships/tags" Target="../tags/tag1937.xml"/><Relationship Id="rId39" Type="http://schemas.openxmlformats.org/officeDocument/2006/relationships/tags" Target="../tags/tag1958.xml"/><Relationship Id="rId34" Type="http://schemas.openxmlformats.org/officeDocument/2006/relationships/tags" Target="../tags/tag1953.xml"/><Relationship Id="rId50" Type="http://schemas.openxmlformats.org/officeDocument/2006/relationships/tags" Target="../tags/tag1969.xml"/><Relationship Id="rId55" Type="http://schemas.openxmlformats.org/officeDocument/2006/relationships/tags" Target="../tags/tag1974.xml"/><Relationship Id="rId76" Type="http://schemas.openxmlformats.org/officeDocument/2006/relationships/tags" Target="../tags/tag1995.xml"/><Relationship Id="rId7" Type="http://schemas.openxmlformats.org/officeDocument/2006/relationships/tags" Target="../tags/tag1926.xml"/><Relationship Id="rId71" Type="http://schemas.openxmlformats.org/officeDocument/2006/relationships/tags" Target="../tags/tag1990.xml"/><Relationship Id="rId2" Type="http://schemas.openxmlformats.org/officeDocument/2006/relationships/tags" Target="../tags/tag1921.xml"/><Relationship Id="rId29" Type="http://schemas.openxmlformats.org/officeDocument/2006/relationships/tags" Target="../tags/tag1948.xml"/><Relationship Id="rId24" Type="http://schemas.openxmlformats.org/officeDocument/2006/relationships/tags" Target="../tags/tag1943.xml"/><Relationship Id="rId40" Type="http://schemas.openxmlformats.org/officeDocument/2006/relationships/tags" Target="../tags/tag1959.xml"/><Relationship Id="rId45" Type="http://schemas.openxmlformats.org/officeDocument/2006/relationships/tags" Target="../tags/tag1964.xml"/><Relationship Id="rId66" Type="http://schemas.openxmlformats.org/officeDocument/2006/relationships/tags" Target="../tags/tag1985.xml"/><Relationship Id="rId61" Type="http://schemas.openxmlformats.org/officeDocument/2006/relationships/tags" Target="../tags/tag1980.xml"/><Relationship Id="rId82"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58.svg"/><Relationship Id="rId4" Type="http://schemas.openxmlformats.org/officeDocument/2006/relationships/image" Target="../media/image57.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30D1DFC5-B092-0EEA-0674-84D6F339BD6B}"/>
            </a:ext>
          </a:extLst>
        </p:cNvPr>
        <p:cNvGrpSpPr/>
        <p:nvPr/>
      </p:nvGrpSpPr>
      <p:grpSpPr>
        <a:xfrm>
          <a:off x="0" y="0"/>
          <a:ext cx="0" cy="0"/>
          <a:chOff x="0" y="0"/>
          <a:chExt cx="0" cy="0"/>
        </a:xfrm>
      </p:grpSpPr>
      <p:sp>
        <p:nvSpPr>
          <p:cNvPr id="3" name="Date Placeholder 3">
            <a:extLst>
              <a:ext uri="{FF2B5EF4-FFF2-40B4-BE49-F238E27FC236}">
                <a16:creationId xmlns:a16="http://schemas.microsoft.com/office/drawing/2014/main" id="{7B0A4452-3F2C-EB65-F516-2A4699E3316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6" name="Picture 2" descr="Foro Enseñanza e Investigación de las Políticas Públicas en Colombia – En  homenaje a Luis Fernando Aguilar Villanueva">
            <a:extLst>
              <a:ext uri="{FF2B5EF4-FFF2-40B4-BE49-F238E27FC236}">
                <a16:creationId xmlns:a16="http://schemas.microsoft.com/office/drawing/2014/main" id="{0F5E8E43-C5DD-8F14-8F87-E686281016EC}"/>
              </a:ext>
            </a:extLst>
          </p:cNvPr>
          <p:cNvPicPr>
            <a:picLocks noChangeAspect="1" noChangeArrowheads="1"/>
          </p:cNvPicPr>
          <p:nvPr/>
        </p:nvPicPr>
        <p:blipFill rotWithShape="1">
          <a:blip r:embed="rId3" cstate="print">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rcRect t="1" b="39588"/>
          <a:stretch/>
        </p:blipFill>
        <p:spPr bwMode="auto">
          <a:xfrm>
            <a:off x="1071562" y="357805"/>
            <a:ext cx="1843086" cy="60199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921B808-721E-5FF4-916E-9FED9C2353F4}"/>
              </a:ext>
            </a:extLst>
          </p:cNvPr>
          <p:cNvSpPr txBox="1"/>
          <p:nvPr/>
        </p:nvSpPr>
        <p:spPr>
          <a:xfrm>
            <a:off x="1071562" y="1394866"/>
            <a:ext cx="9584247" cy="1295163"/>
          </a:xfrm>
          <a:prstGeom prst="rect">
            <a:avLst/>
          </a:prstGeom>
          <a:noFill/>
        </p:spPr>
        <p:txBody>
          <a:bodyPr wrap="square" rtlCol="0">
            <a:spAutoFit/>
          </a:bodyPr>
          <a:lstStyle/>
          <a:p>
            <a:pPr marL="0" marR="0" lvl="0" indent="0" algn="l" defTabSz="914400" rtl="0" eaLnBrk="1" fontAlgn="auto" latinLnBrk="0" hangingPunct="1">
              <a:lnSpc>
                <a:spcPts val="4600"/>
              </a:lnSpc>
              <a:spcBef>
                <a:spcPts val="0"/>
              </a:spcBef>
              <a:spcAft>
                <a:spcPts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Aptos Black" panose="020F0502020204030204" pitchFamily="34" charset="0"/>
                <a:ea typeface="+mn-ea"/>
                <a:cs typeface="+mn-cs"/>
              </a:rPr>
              <a:t>Binomial </a:t>
            </a:r>
            <a:br>
              <a:rPr kumimoji="0" lang="en-GB" sz="4800" b="0" i="0" u="none" strike="noStrike" kern="1200" cap="none" spc="0" normalizeH="0" baseline="0" noProof="0">
                <a:ln>
                  <a:noFill/>
                </a:ln>
                <a:solidFill>
                  <a:prstClr val="white"/>
                </a:solidFill>
                <a:effectLst/>
                <a:uLnTx/>
                <a:uFillTx/>
                <a:latin typeface="Aptos Black" panose="020F0502020204030204" pitchFamily="34" charset="0"/>
                <a:ea typeface="+mn-ea"/>
                <a:cs typeface="+mn-cs"/>
              </a:rPr>
            </a:br>
            <a:r>
              <a:rPr kumimoji="0" lang="en-GB" sz="4800" b="0" i="0" u="none" strike="noStrike" kern="1200" cap="none" spc="0" normalizeH="0" baseline="0" noProof="0">
                <a:ln>
                  <a:noFill/>
                </a:ln>
                <a:solidFill>
                  <a:prstClr val="white"/>
                </a:solidFill>
                <a:effectLst/>
                <a:uLnTx/>
                <a:uFillTx/>
                <a:latin typeface="Aptos Black" panose="020F0502020204030204" pitchFamily="34" charset="0"/>
                <a:ea typeface="+mn-ea"/>
                <a:cs typeface="+mn-cs"/>
              </a:rPr>
              <a:t>models</a:t>
            </a:r>
          </a:p>
        </p:txBody>
      </p:sp>
      <p:pic>
        <p:nvPicPr>
          <p:cNvPr id="18" name="Picture 17">
            <a:extLst>
              <a:ext uri="{FF2B5EF4-FFF2-40B4-BE49-F238E27FC236}">
                <a16:creationId xmlns:a16="http://schemas.microsoft.com/office/drawing/2014/main" id="{13B5F13F-57D4-C933-C5CA-1A54D7076498}"/>
              </a:ext>
            </a:extLst>
          </p:cNvPr>
          <p:cNvPicPr>
            <a:picLocks noChangeAspect="1"/>
          </p:cNvPicPr>
          <p:nvPr/>
        </p:nvPicPr>
        <p:blipFill>
          <a:blip r:embed="rId5"/>
          <a:stretch>
            <a:fillRect/>
          </a:stretch>
        </p:blipFill>
        <p:spPr>
          <a:xfrm>
            <a:off x="143080" y="6102984"/>
            <a:ext cx="5249008" cy="609685"/>
          </a:xfrm>
          <a:prstGeom prst="rect">
            <a:avLst/>
          </a:prstGeom>
        </p:spPr>
      </p:pic>
    </p:spTree>
    <p:extLst>
      <p:ext uri="{BB962C8B-B14F-4D97-AF65-F5344CB8AC3E}">
        <p14:creationId xmlns:p14="http://schemas.microsoft.com/office/powerpoint/2010/main" val="1500461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BB279-4B7D-7001-E0B9-50A0AA75D71D}"/>
            </a:ext>
          </a:extLst>
        </p:cNvPr>
        <p:cNvGrpSpPr/>
        <p:nvPr/>
      </p:nvGrpSpPr>
      <p:grpSpPr>
        <a:xfrm>
          <a:off x="0" y="0"/>
          <a:ext cx="0" cy="0"/>
          <a:chOff x="0" y="0"/>
          <a:chExt cx="0" cy="0"/>
        </a:xfrm>
      </p:grpSpPr>
      <p:sp>
        <p:nvSpPr>
          <p:cNvPr id="7" name="Slide Number Placeholder 2">
            <a:extLst>
              <a:ext uri="{FF2B5EF4-FFF2-40B4-BE49-F238E27FC236}">
                <a16:creationId xmlns:a16="http://schemas.microsoft.com/office/drawing/2014/main" id="{6497A451-B65D-873B-08AE-D8502715BEBB}"/>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2" name="Date Placeholder 3 1">
            <a:extLst>
              <a:ext uri="{FF2B5EF4-FFF2-40B4-BE49-F238E27FC236}">
                <a16:creationId xmlns:a16="http://schemas.microsoft.com/office/drawing/2014/main" id="{742DF344-D4F5-7B00-5505-EC2EF6301C1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8" name="Date Placeholder 3 2">
            <a:extLst>
              <a:ext uri="{FF2B5EF4-FFF2-40B4-BE49-F238E27FC236}">
                <a16:creationId xmlns:a16="http://schemas.microsoft.com/office/drawing/2014/main" id="{7B32C36D-60CC-C758-FE6E-9F084EF8351D}"/>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1" name="Título 1">
            <a:extLst>
              <a:ext uri="{FF2B5EF4-FFF2-40B4-BE49-F238E27FC236}">
                <a16:creationId xmlns:a16="http://schemas.microsoft.com/office/drawing/2014/main" id="{C3F9F99F-95D4-DA18-22CF-38B7024CC6D9}"/>
              </a:ext>
            </a:extLst>
          </p:cNvPr>
          <p:cNvSpPr txBox="1">
            <a:spLocks/>
          </p:cNvSpPr>
          <p:nvPr/>
        </p:nvSpPr>
        <p:spPr>
          <a:xfrm>
            <a:off x="891590" y="501651"/>
            <a:ext cx="598546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Data types and </a:t>
            </a:r>
            <a:b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b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model selection</a:t>
            </a:r>
          </a:p>
        </p:txBody>
      </p:sp>
      <p:sp>
        <p:nvSpPr>
          <p:cNvPr id="34" name="Footer Placeholder 4">
            <a:extLst>
              <a:ext uri="{FF2B5EF4-FFF2-40B4-BE49-F238E27FC236}">
                <a16:creationId xmlns:a16="http://schemas.microsoft.com/office/drawing/2014/main" id="{7140CF00-E79F-AEDB-A4F5-E9E0987FAE27}"/>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cxnSp>
        <p:nvCxnSpPr>
          <p:cNvPr id="10" name="Connector: Elbow 9">
            <a:extLst>
              <a:ext uri="{FF2B5EF4-FFF2-40B4-BE49-F238E27FC236}">
                <a16:creationId xmlns:a16="http://schemas.microsoft.com/office/drawing/2014/main" id="{73CFCEC3-E205-EEF3-6C90-5A79AA67B92E}"/>
              </a:ext>
            </a:extLst>
          </p:cNvPr>
          <p:cNvCxnSpPr>
            <a:cxnSpLocks/>
            <a:stCxn id="136" idx="6"/>
            <a:endCxn id="58" idx="1"/>
          </p:cNvCxnSpPr>
          <p:nvPr/>
        </p:nvCxnSpPr>
        <p:spPr>
          <a:xfrm>
            <a:off x="2598385" y="3952599"/>
            <a:ext cx="1045249" cy="12700"/>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Connector: Elbow 26">
            <a:extLst>
              <a:ext uri="{FF2B5EF4-FFF2-40B4-BE49-F238E27FC236}">
                <a16:creationId xmlns:a16="http://schemas.microsoft.com/office/drawing/2014/main" id="{C3EB4A73-3E68-93D7-0E8E-866F103DBCB2}"/>
              </a:ext>
            </a:extLst>
          </p:cNvPr>
          <p:cNvCxnSpPr>
            <a:cxnSpLocks/>
            <a:stCxn id="57" idx="3"/>
          </p:cNvCxnSpPr>
          <p:nvPr/>
        </p:nvCxnSpPr>
        <p:spPr>
          <a:xfrm flipV="1">
            <a:off x="4790462" y="3165855"/>
            <a:ext cx="314045" cy="313225"/>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2" name="Rectangle: Rounded Corners 31">
            <a:extLst>
              <a:ext uri="{FF2B5EF4-FFF2-40B4-BE49-F238E27FC236}">
                <a16:creationId xmlns:a16="http://schemas.microsoft.com/office/drawing/2014/main" id="{2BDE8AB9-7345-BC3C-D9C6-422861D45C26}"/>
              </a:ext>
            </a:extLst>
          </p:cNvPr>
          <p:cNvSpPr/>
          <p:nvPr/>
        </p:nvSpPr>
        <p:spPr>
          <a:xfrm>
            <a:off x="6661544" y="1991253"/>
            <a:ext cx="1149725" cy="308162"/>
          </a:xfrm>
          <a:prstGeom prst="roundRect">
            <a:avLst/>
          </a:prstGeom>
          <a:solidFill>
            <a:srgbClr val="FF5050">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GB" sz="1200" b="1" noProof="0">
                <a:solidFill>
                  <a:schemeClr val="bg1"/>
                </a:solidFill>
              </a:rPr>
              <a:t>Binary</a:t>
            </a:r>
          </a:p>
        </p:txBody>
      </p:sp>
      <p:sp>
        <p:nvSpPr>
          <p:cNvPr id="41" name="Rectangle: Rounded Corners 40">
            <a:extLst>
              <a:ext uri="{FF2B5EF4-FFF2-40B4-BE49-F238E27FC236}">
                <a16:creationId xmlns:a16="http://schemas.microsoft.com/office/drawing/2014/main" id="{7B6F0DD8-21DA-B5B1-21B3-F4123F8A87B0}"/>
              </a:ext>
            </a:extLst>
          </p:cNvPr>
          <p:cNvSpPr/>
          <p:nvPr/>
        </p:nvSpPr>
        <p:spPr>
          <a:xfrm>
            <a:off x="8566384" y="2007828"/>
            <a:ext cx="2416720" cy="272089"/>
          </a:xfrm>
          <a:prstGeom prst="roundRect">
            <a:avLst/>
          </a:prstGeom>
          <a:solidFill>
            <a:srgbClr val="FF5050">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GB" sz="1200" b="1">
                <a:solidFill>
                  <a:schemeClr val="bg1"/>
                </a:solidFill>
              </a:rPr>
              <a:t>Logit/probit regression</a:t>
            </a:r>
          </a:p>
        </p:txBody>
      </p:sp>
      <p:sp>
        <p:nvSpPr>
          <p:cNvPr id="43" name="Oval 42">
            <a:extLst>
              <a:ext uri="{FF2B5EF4-FFF2-40B4-BE49-F238E27FC236}">
                <a16:creationId xmlns:a16="http://schemas.microsoft.com/office/drawing/2014/main" id="{D83E9C75-2B0C-527E-C32A-C6E50C088F25}"/>
              </a:ext>
            </a:extLst>
          </p:cNvPr>
          <p:cNvSpPr/>
          <p:nvPr/>
        </p:nvSpPr>
        <p:spPr>
          <a:xfrm>
            <a:off x="8566384" y="2131198"/>
            <a:ext cx="184897" cy="184897"/>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5" name="Oval 44">
            <a:extLst>
              <a:ext uri="{FF2B5EF4-FFF2-40B4-BE49-F238E27FC236}">
                <a16:creationId xmlns:a16="http://schemas.microsoft.com/office/drawing/2014/main" id="{589A2934-6D82-C555-B888-8E2FE00B1342}"/>
              </a:ext>
            </a:extLst>
          </p:cNvPr>
          <p:cNvSpPr/>
          <p:nvPr/>
        </p:nvSpPr>
        <p:spPr>
          <a:xfrm>
            <a:off x="8566384" y="3026903"/>
            <a:ext cx="184897" cy="184897"/>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7" name="Oval 46">
            <a:extLst>
              <a:ext uri="{FF2B5EF4-FFF2-40B4-BE49-F238E27FC236}">
                <a16:creationId xmlns:a16="http://schemas.microsoft.com/office/drawing/2014/main" id="{40779F04-DEB3-2898-4EB4-99289F3A948F}"/>
              </a:ext>
            </a:extLst>
          </p:cNvPr>
          <p:cNvSpPr/>
          <p:nvPr/>
        </p:nvSpPr>
        <p:spPr>
          <a:xfrm>
            <a:off x="8558461" y="3073406"/>
            <a:ext cx="184897" cy="184897"/>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9" name="Oval 48">
            <a:extLst>
              <a:ext uri="{FF2B5EF4-FFF2-40B4-BE49-F238E27FC236}">
                <a16:creationId xmlns:a16="http://schemas.microsoft.com/office/drawing/2014/main" id="{0C830ABC-961B-4550-52E2-FC712EC0E989}"/>
              </a:ext>
            </a:extLst>
          </p:cNvPr>
          <p:cNvSpPr/>
          <p:nvPr/>
        </p:nvSpPr>
        <p:spPr>
          <a:xfrm>
            <a:off x="8557882" y="3964529"/>
            <a:ext cx="184897" cy="184897"/>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0" name="Oval 49">
            <a:extLst>
              <a:ext uri="{FF2B5EF4-FFF2-40B4-BE49-F238E27FC236}">
                <a16:creationId xmlns:a16="http://schemas.microsoft.com/office/drawing/2014/main" id="{4000E02F-B78A-6CA0-14C3-F8BC3C259CD5}"/>
              </a:ext>
            </a:extLst>
          </p:cNvPr>
          <p:cNvSpPr/>
          <p:nvPr/>
        </p:nvSpPr>
        <p:spPr>
          <a:xfrm>
            <a:off x="8549959" y="4011032"/>
            <a:ext cx="184897" cy="184897"/>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6" name="Oval 55">
            <a:extLst>
              <a:ext uri="{FF2B5EF4-FFF2-40B4-BE49-F238E27FC236}">
                <a16:creationId xmlns:a16="http://schemas.microsoft.com/office/drawing/2014/main" id="{4C030DDC-68B9-FEEE-689F-CECC36B78F9E}"/>
              </a:ext>
            </a:extLst>
          </p:cNvPr>
          <p:cNvSpPr/>
          <p:nvPr/>
        </p:nvSpPr>
        <p:spPr>
          <a:xfrm>
            <a:off x="891590" y="3621826"/>
            <a:ext cx="661546" cy="661546"/>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GB" sz="1200" b="1" noProof="0">
                <a:solidFill>
                  <a:sysClr val="windowText" lastClr="000000"/>
                </a:solidFill>
              </a:rPr>
              <a:t>Objective</a:t>
            </a:r>
          </a:p>
        </p:txBody>
      </p:sp>
      <p:sp>
        <p:nvSpPr>
          <p:cNvPr id="57" name="Rectangle: Rounded Corners 56">
            <a:extLst>
              <a:ext uri="{FF2B5EF4-FFF2-40B4-BE49-F238E27FC236}">
                <a16:creationId xmlns:a16="http://schemas.microsoft.com/office/drawing/2014/main" id="{D24863B7-CD6D-1A69-DFFF-BAE518F943FF}"/>
              </a:ext>
            </a:extLst>
          </p:cNvPr>
          <p:cNvSpPr/>
          <p:nvPr/>
        </p:nvSpPr>
        <p:spPr>
          <a:xfrm>
            <a:off x="3643634" y="3213834"/>
            <a:ext cx="1146828" cy="530492"/>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GB" sz="1200" b="1" noProof="0">
                <a:solidFill>
                  <a:schemeClr val="bg1"/>
                </a:solidFill>
              </a:rPr>
              <a:t>Outcome </a:t>
            </a:r>
            <a:br>
              <a:rPr lang="en-GB" sz="1200" b="1" noProof="0">
                <a:solidFill>
                  <a:schemeClr val="bg1"/>
                </a:solidFill>
              </a:rPr>
            </a:br>
            <a:r>
              <a:rPr lang="en-GB" sz="1200" b="1" noProof="0">
                <a:solidFill>
                  <a:schemeClr val="bg1"/>
                </a:solidFill>
              </a:rPr>
              <a:t>variable</a:t>
            </a:r>
          </a:p>
        </p:txBody>
      </p:sp>
      <p:sp>
        <p:nvSpPr>
          <p:cNvPr id="58" name="Rectangle: Rounded Corners 57">
            <a:extLst>
              <a:ext uri="{FF2B5EF4-FFF2-40B4-BE49-F238E27FC236}">
                <a16:creationId xmlns:a16="http://schemas.microsoft.com/office/drawing/2014/main" id="{AD796FD8-8280-65FA-E647-C9553F4B29EB}"/>
              </a:ext>
            </a:extLst>
          </p:cNvPr>
          <p:cNvSpPr/>
          <p:nvPr/>
        </p:nvSpPr>
        <p:spPr>
          <a:xfrm>
            <a:off x="3643634" y="3798518"/>
            <a:ext cx="1146828" cy="30816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GB" sz="1200" b="1" noProof="0">
                <a:solidFill>
                  <a:schemeClr val="bg1">
                    <a:lumMod val="85000"/>
                  </a:schemeClr>
                </a:solidFill>
              </a:rPr>
              <a:t>Covariates</a:t>
            </a:r>
          </a:p>
        </p:txBody>
      </p:sp>
      <p:sp>
        <p:nvSpPr>
          <p:cNvPr id="67" name="Rectangle: Rounded Corners 66">
            <a:extLst>
              <a:ext uri="{FF2B5EF4-FFF2-40B4-BE49-F238E27FC236}">
                <a16:creationId xmlns:a16="http://schemas.microsoft.com/office/drawing/2014/main" id="{13675F0B-8746-620A-7777-15D12FA56EA2}"/>
              </a:ext>
            </a:extLst>
          </p:cNvPr>
          <p:cNvSpPr/>
          <p:nvPr/>
        </p:nvSpPr>
        <p:spPr>
          <a:xfrm>
            <a:off x="5114593" y="2080113"/>
            <a:ext cx="1149725" cy="308162"/>
          </a:xfrm>
          <a:prstGeom prst="roundRect">
            <a:avLst/>
          </a:prstGeom>
          <a:solidFill>
            <a:srgbClr val="FF50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GB" sz="1200" b="1" noProof="0">
                <a:solidFill>
                  <a:schemeClr val="bg1"/>
                </a:solidFill>
              </a:rPr>
              <a:t>Categorical</a:t>
            </a:r>
          </a:p>
        </p:txBody>
      </p:sp>
      <p:sp>
        <p:nvSpPr>
          <p:cNvPr id="68" name="Rectangle: Rounded Corners 67">
            <a:extLst>
              <a:ext uri="{FF2B5EF4-FFF2-40B4-BE49-F238E27FC236}">
                <a16:creationId xmlns:a16="http://schemas.microsoft.com/office/drawing/2014/main" id="{6BBBFB75-5D3D-2B77-51E3-0F936B38E67C}"/>
              </a:ext>
            </a:extLst>
          </p:cNvPr>
          <p:cNvSpPr/>
          <p:nvPr/>
        </p:nvSpPr>
        <p:spPr>
          <a:xfrm>
            <a:off x="5114592" y="3022321"/>
            <a:ext cx="1149725" cy="30816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GB" sz="1200" b="1" noProof="0">
                <a:solidFill>
                  <a:schemeClr val="bg1">
                    <a:lumMod val="85000"/>
                  </a:schemeClr>
                </a:solidFill>
              </a:rPr>
              <a:t>Numerical</a:t>
            </a:r>
          </a:p>
        </p:txBody>
      </p:sp>
      <p:sp>
        <p:nvSpPr>
          <p:cNvPr id="74" name="Rectangle: Rounded Corners 73">
            <a:extLst>
              <a:ext uri="{FF2B5EF4-FFF2-40B4-BE49-F238E27FC236}">
                <a16:creationId xmlns:a16="http://schemas.microsoft.com/office/drawing/2014/main" id="{A4F7D98A-03A1-4C94-57D6-40704622EFEA}"/>
              </a:ext>
            </a:extLst>
          </p:cNvPr>
          <p:cNvSpPr/>
          <p:nvPr/>
        </p:nvSpPr>
        <p:spPr>
          <a:xfrm>
            <a:off x="6642718" y="1621086"/>
            <a:ext cx="1149725" cy="30816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GB" sz="1200" b="1" noProof="0">
                <a:solidFill>
                  <a:schemeClr val="bg1">
                    <a:lumMod val="85000"/>
                  </a:schemeClr>
                </a:solidFill>
              </a:rPr>
              <a:t>Ordered</a:t>
            </a:r>
          </a:p>
        </p:txBody>
      </p:sp>
      <p:sp>
        <p:nvSpPr>
          <p:cNvPr id="75" name="Rectangle: Rounded Corners 74">
            <a:extLst>
              <a:ext uri="{FF2B5EF4-FFF2-40B4-BE49-F238E27FC236}">
                <a16:creationId xmlns:a16="http://schemas.microsoft.com/office/drawing/2014/main" id="{8E53D1B8-A240-9250-B94F-F57891D045AF}"/>
              </a:ext>
            </a:extLst>
          </p:cNvPr>
          <p:cNvSpPr/>
          <p:nvPr/>
        </p:nvSpPr>
        <p:spPr>
          <a:xfrm>
            <a:off x="6642718" y="1252001"/>
            <a:ext cx="1149725" cy="30816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GB" sz="1200" b="1" noProof="0">
                <a:solidFill>
                  <a:schemeClr val="bg1">
                    <a:lumMod val="85000"/>
                  </a:schemeClr>
                </a:solidFill>
              </a:rPr>
              <a:t>Multinomial</a:t>
            </a:r>
          </a:p>
        </p:txBody>
      </p:sp>
      <p:cxnSp>
        <p:nvCxnSpPr>
          <p:cNvPr id="76" name="Connector: Elbow 75">
            <a:extLst>
              <a:ext uri="{FF2B5EF4-FFF2-40B4-BE49-F238E27FC236}">
                <a16:creationId xmlns:a16="http://schemas.microsoft.com/office/drawing/2014/main" id="{40423ACB-0AD6-4D8F-CF19-700F64A362E2}"/>
              </a:ext>
            </a:extLst>
          </p:cNvPr>
          <p:cNvCxnSpPr>
            <a:cxnSpLocks/>
            <a:stCxn id="67" idx="3"/>
            <a:endCxn id="75" idx="1"/>
          </p:cNvCxnSpPr>
          <p:nvPr/>
        </p:nvCxnSpPr>
        <p:spPr>
          <a:xfrm flipV="1">
            <a:off x="6264318" y="1406082"/>
            <a:ext cx="378400" cy="828112"/>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9" name="Connector: Elbow 78">
            <a:extLst>
              <a:ext uri="{FF2B5EF4-FFF2-40B4-BE49-F238E27FC236}">
                <a16:creationId xmlns:a16="http://schemas.microsoft.com/office/drawing/2014/main" id="{63567063-6520-16E9-2BFE-6B6A9193062F}"/>
              </a:ext>
            </a:extLst>
          </p:cNvPr>
          <p:cNvCxnSpPr>
            <a:cxnSpLocks/>
            <a:stCxn id="67" idx="3"/>
            <a:endCxn id="74" idx="1"/>
          </p:cNvCxnSpPr>
          <p:nvPr/>
        </p:nvCxnSpPr>
        <p:spPr>
          <a:xfrm flipV="1">
            <a:off x="6264318" y="1775167"/>
            <a:ext cx="378400" cy="459027"/>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7" name="Rectangle: Rounded Corners 86">
            <a:extLst>
              <a:ext uri="{FF2B5EF4-FFF2-40B4-BE49-F238E27FC236}">
                <a16:creationId xmlns:a16="http://schemas.microsoft.com/office/drawing/2014/main" id="{C43EF607-0666-AB21-C8F1-5E7537F66616}"/>
              </a:ext>
            </a:extLst>
          </p:cNvPr>
          <p:cNvSpPr/>
          <p:nvPr/>
        </p:nvSpPr>
        <p:spPr>
          <a:xfrm>
            <a:off x="8586274" y="1281450"/>
            <a:ext cx="2416720" cy="247581"/>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274320" tIns="0" rIns="91440" bIns="0" rtlCol="0" anchor="ctr"/>
          <a:lstStyle/>
          <a:p>
            <a:pPr algn="r"/>
            <a:r>
              <a:rPr lang="en-GB" sz="1200" noProof="0">
                <a:solidFill>
                  <a:schemeClr val="bg1">
                    <a:lumMod val="85000"/>
                  </a:schemeClr>
                </a:solidFill>
              </a:rPr>
              <a:t>Multinominal logit regression</a:t>
            </a:r>
          </a:p>
        </p:txBody>
      </p:sp>
      <p:sp>
        <p:nvSpPr>
          <p:cNvPr id="88" name="Rectangle: Rounded Corners 87">
            <a:extLst>
              <a:ext uri="{FF2B5EF4-FFF2-40B4-BE49-F238E27FC236}">
                <a16:creationId xmlns:a16="http://schemas.microsoft.com/office/drawing/2014/main" id="{6906E4A3-8C50-2803-5859-3C6848330D64}"/>
              </a:ext>
            </a:extLst>
          </p:cNvPr>
          <p:cNvSpPr/>
          <p:nvPr/>
        </p:nvSpPr>
        <p:spPr>
          <a:xfrm>
            <a:off x="8586896" y="1651940"/>
            <a:ext cx="2416720" cy="247581"/>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274320" tIns="0" rIns="91440" bIns="0" rtlCol="0" anchor="ctr"/>
          <a:lstStyle/>
          <a:p>
            <a:pPr algn="r"/>
            <a:r>
              <a:rPr lang="en-GB" sz="1200" noProof="0">
                <a:solidFill>
                  <a:schemeClr val="bg1">
                    <a:lumMod val="85000"/>
                  </a:schemeClr>
                </a:solidFill>
              </a:rPr>
              <a:t>Ordered logit regression</a:t>
            </a:r>
          </a:p>
        </p:txBody>
      </p:sp>
      <p:cxnSp>
        <p:nvCxnSpPr>
          <p:cNvPr id="93" name="Straight Arrow Connector 92">
            <a:extLst>
              <a:ext uri="{FF2B5EF4-FFF2-40B4-BE49-F238E27FC236}">
                <a16:creationId xmlns:a16="http://schemas.microsoft.com/office/drawing/2014/main" id="{1B7359F4-3D2D-FEDF-3267-4FE088EDB13C}"/>
              </a:ext>
            </a:extLst>
          </p:cNvPr>
          <p:cNvCxnSpPr>
            <a:cxnSpLocks/>
            <a:stCxn id="74" idx="3"/>
            <a:endCxn id="88" idx="1"/>
          </p:cNvCxnSpPr>
          <p:nvPr/>
        </p:nvCxnSpPr>
        <p:spPr>
          <a:xfrm>
            <a:off x="7792443" y="1775167"/>
            <a:ext cx="794453" cy="564"/>
          </a:xfrm>
          <a:prstGeom prst="straightConnector1">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6" name="Straight Arrow Connector 95">
            <a:extLst>
              <a:ext uri="{FF2B5EF4-FFF2-40B4-BE49-F238E27FC236}">
                <a16:creationId xmlns:a16="http://schemas.microsoft.com/office/drawing/2014/main" id="{9323F2D3-0260-AE37-1F60-1C2501E467DB}"/>
              </a:ext>
            </a:extLst>
          </p:cNvPr>
          <p:cNvCxnSpPr>
            <a:cxnSpLocks/>
            <a:stCxn id="75" idx="3"/>
            <a:endCxn id="87" idx="1"/>
          </p:cNvCxnSpPr>
          <p:nvPr/>
        </p:nvCxnSpPr>
        <p:spPr>
          <a:xfrm flipV="1">
            <a:off x="7792443" y="1405241"/>
            <a:ext cx="793831" cy="841"/>
          </a:xfrm>
          <a:prstGeom prst="straightConnector1">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Rectangle: Rounded Corners 101">
            <a:extLst>
              <a:ext uri="{FF2B5EF4-FFF2-40B4-BE49-F238E27FC236}">
                <a16:creationId xmlns:a16="http://schemas.microsoft.com/office/drawing/2014/main" id="{0DF25486-94B6-4231-717F-D0DFB3B28DAB}"/>
              </a:ext>
            </a:extLst>
          </p:cNvPr>
          <p:cNvSpPr/>
          <p:nvPr/>
        </p:nvSpPr>
        <p:spPr>
          <a:xfrm>
            <a:off x="8566384" y="3035768"/>
            <a:ext cx="2416720" cy="28028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GB" sz="1200" noProof="0">
                <a:solidFill>
                  <a:schemeClr val="bg1">
                    <a:lumMod val="85000"/>
                  </a:schemeClr>
                </a:solidFill>
              </a:rPr>
              <a:t>Cox proportional hazards model</a:t>
            </a:r>
          </a:p>
        </p:txBody>
      </p:sp>
      <p:sp>
        <p:nvSpPr>
          <p:cNvPr id="103" name="Rectangle: Rounded Corners 102">
            <a:extLst>
              <a:ext uri="{FF2B5EF4-FFF2-40B4-BE49-F238E27FC236}">
                <a16:creationId xmlns:a16="http://schemas.microsoft.com/office/drawing/2014/main" id="{5FCD9817-D8D0-F60B-C8C3-E9F0EE7BC077}"/>
              </a:ext>
            </a:extLst>
          </p:cNvPr>
          <p:cNvSpPr/>
          <p:nvPr/>
        </p:nvSpPr>
        <p:spPr>
          <a:xfrm>
            <a:off x="8586274" y="3374118"/>
            <a:ext cx="2416720" cy="28028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GB" sz="1200" noProof="0">
                <a:solidFill>
                  <a:schemeClr val="bg1">
                    <a:lumMod val="85000"/>
                  </a:schemeClr>
                </a:solidFill>
              </a:rPr>
              <a:t>Linear regression</a:t>
            </a:r>
          </a:p>
        </p:txBody>
      </p:sp>
      <p:sp>
        <p:nvSpPr>
          <p:cNvPr id="113" name="Rectangle: Rounded Corners 112">
            <a:extLst>
              <a:ext uri="{FF2B5EF4-FFF2-40B4-BE49-F238E27FC236}">
                <a16:creationId xmlns:a16="http://schemas.microsoft.com/office/drawing/2014/main" id="{05536915-15D8-2AC1-AA78-285415E7BD43}"/>
              </a:ext>
            </a:extLst>
          </p:cNvPr>
          <p:cNvSpPr/>
          <p:nvPr/>
        </p:nvSpPr>
        <p:spPr>
          <a:xfrm>
            <a:off x="8586274" y="3715827"/>
            <a:ext cx="2416720" cy="28028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GB" sz="1200" noProof="0">
                <a:solidFill>
                  <a:schemeClr val="bg1">
                    <a:lumMod val="85000"/>
                  </a:schemeClr>
                </a:solidFill>
              </a:rPr>
              <a:t>Poisson regression</a:t>
            </a:r>
          </a:p>
        </p:txBody>
      </p:sp>
      <p:cxnSp>
        <p:nvCxnSpPr>
          <p:cNvPr id="114" name="Straight Arrow Connector 113">
            <a:extLst>
              <a:ext uri="{FF2B5EF4-FFF2-40B4-BE49-F238E27FC236}">
                <a16:creationId xmlns:a16="http://schemas.microsoft.com/office/drawing/2014/main" id="{102596EC-ECDC-653F-B93C-6E43495AD182}"/>
              </a:ext>
            </a:extLst>
          </p:cNvPr>
          <p:cNvCxnSpPr>
            <a:cxnSpLocks/>
            <a:stCxn id="109" idx="3"/>
            <a:endCxn id="113" idx="1"/>
          </p:cNvCxnSpPr>
          <p:nvPr/>
        </p:nvCxnSpPr>
        <p:spPr>
          <a:xfrm flipV="1">
            <a:off x="7811269" y="3855971"/>
            <a:ext cx="775005" cy="980"/>
          </a:xfrm>
          <a:prstGeom prst="straightConnector1">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9" name="Rectangle: Rounded Corners 118">
            <a:extLst>
              <a:ext uri="{FF2B5EF4-FFF2-40B4-BE49-F238E27FC236}">
                <a16:creationId xmlns:a16="http://schemas.microsoft.com/office/drawing/2014/main" id="{D0CDFDB6-9D9A-7E92-8FF5-1952639362C5}"/>
              </a:ext>
            </a:extLst>
          </p:cNvPr>
          <p:cNvSpPr/>
          <p:nvPr/>
        </p:nvSpPr>
        <p:spPr>
          <a:xfrm>
            <a:off x="8586274" y="4086397"/>
            <a:ext cx="2416720" cy="28028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GB" sz="1200" noProof="0">
                <a:solidFill>
                  <a:schemeClr val="bg1">
                    <a:lumMod val="85000"/>
                  </a:schemeClr>
                </a:solidFill>
              </a:rPr>
              <a:t>Negative binomial regression</a:t>
            </a:r>
          </a:p>
        </p:txBody>
      </p:sp>
      <p:cxnSp>
        <p:nvCxnSpPr>
          <p:cNvPr id="120" name="Connector: Elbow 119">
            <a:extLst>
              <a:ext uri="{FF2B5EF4-FFF2-40B4-BE49-F238E27FC236}">
                <a16:creationId xmlns:a16="http://schemas.microsoft.com/office/drawing/2014/main" id="{D1C0B51E-E1BE-E5A9-D7D1-3D05B8D31F94}"/>
              </a:ext>
            </a:extLst>
          </p:cNvPr>
          <p:cNvCxnSpPr>
            <a:cxnSpLocks/>
            <a:stCxn id="109" idx="3"/>
            <a:endCxn id="119" idx="1"/>
          </p:cNvCxnSpPr>
          <p:nvPr/>
        </p:nvCxnSpPr>
        <p:spPr>
          <a:xfrm>
            <a:off x="7811269" y="3856951"/>
            <a:ext cx="775005" cy="369590"/>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9" name="Rectangle: Rounded Corners 128">
            <a:extLst>
              <a:ext uri="{FF2B5EF4-FFF2-40B4-BE49-F238E27FC236}">
                <a16:creationId xmlns:a16="http://schemas.microsoft.com/office/drawing/2014/main" id="{290B8B60-3942-1A8B-BFA9-373F6A6A6367}"/>
              </a:ext>
            </a:extLst>
          </p:cNvPr>
          <p:cNvSpPr/>
          <p:nvPr/>
        </p:nvSpPr>
        <p:spPr>
          <a:xfrm>
            <a:off x="8586274" y="4436115"/>
            <a:ext cx="2416720" cy="28028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GB" sz="1200" noProof="0">
                <a:solidFill>
                  <a:schemeClr val="bg1">
                    <a:lumMod val="85000"/>
                  </a:schemeClr>
                </a:solidFill>
              </a:rPr>
              <a:t>Beta regression</a:t>
            </a:r>
          </a:p>
        </p:txBody>
      </p:sp>
      <p:cxnSp>
        <p:nvCxnSpPr>
          <p:cNvPr id="131" name="Straight Arrow Connector 130">
            <a:extLst>
              <a:ext uri="{FF2B5EF4-FFF2-40B4-BE49-F238E27FC236}">
                <a16:creationId xmlns:a16="http://schemas.microsoft.com/office/drawing/2014/main" id="{9F42703F-3CBE-4F9E-712A-BE3C1754012C}"/>
              </a:ext>
            </a:extLst>
          </p:cNvPr>
          <p:cNvCxnSpPr>
            <a:cxnSpLocks/>
            <a:stCxn id="124" idx="3"/>
            <a:endCxn id="129" idx="1"/>
          </p:cNvCxnSpPr>
          <p:nvPr/>
        </p:nvCxnSpPr>
        <p:spPr>
          <a:xfrm>
            <a:off x="7792443" y="4576259"/>
            <a:ext cx="793831" cy="0"/>
          </a:xfrm>
          <a:prstGeom prst="straightConnector1">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6" name="Oval 135">
            <a:extLst>
              <a:ext uri="{FF2B5EF4-FFF2-40B4-BE49-F238E27FC236}">
                <a16:creationId xmlns:a16="http://schemas.microsoft.com/office/drawing/2014/main" id="{3A2845A5-7CD6-7217-774F-876352F44FC9}"/>
              </a:ext>
            </a:extLst>
          </p:cNvPr>
          <p:cNvSpPr/>
          <p:nvPr/>
        </p:nvSpPr>
        <p:spPr>
          <a:xfrm>
            <a:off x="1936839" y="3621826"/>
            <a:ext cx="661546" cy="661546"/>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GB" sz="1100" b="1" noProof="0">
                <a:solidFill>
                  <a:sysClr val="windowText" lastClr="000000"/>
                </a:solidFill>
              </a:rPr>
              <a:t>Data </a:t>
            </a:r>
            <a:br>
              <a:rPr lang="en-GB" sz="1100" b="1" noProof="0">
                <a:solidFill>
                  <a:sysClr val="windowText" lastClr="000000"/>
                </a:solidFill>
              </a:rPr>
            </a:br>
            <a:r>
              <a:rPr lang="en-GB" sz="1100" b="1" noProof="0">
                <a:solidFill>
                  <a:sysClr val="windowText" lastClr="000000"/>
                </a:solidFill>
              </a:rPr>
              <a:t>structure</a:t>
            </a:r>
          </a:p>
        </p:txBody>
      </p:sp>
      <p:sp>
        <p:nvSpPr>
          <p:cNvPr id="147" name="Rectangle: Rounded Corners 146">
            <a:extLst>
              <a:ext uri="{FF2B5EF4-FFF2-40B4-BE49-F238E27FC236}">
                <a16:creationId xmlns:a16="http://schemas.microsoft.com/office/drawing/2014/main" id="{835C4CDF-EF66-339C-76A3-D8687B8EB248}"/>
              </a:ext>
            </a:extLst>
          </p:cNvPr>
          <p:cNvSpPr/>
          <p:nvPr/>
        </p:nvSpPr>
        <p:spPr>
          <a:xfrm>
            <a:off x="2496806" y="4689033"/>
            <a:ext cx="1146828" cy="255442"/>
          </a:xfrm>
          <a:prstGeom prst="roundRect">
            <a:avLst/>
          </a:prstGeom>
          <a:solidFill>
            <a:schemeClr val="bg1">
              <a:lumMod val="8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GB" sz="1200" noProof="0">
                <a:solidFill>
                  <a:schemeClr val="bg1">
                    <a:lumMod val="85000"/>
                  </a:schemeClr>
                </a:solidFill>
              </a:rPr>
              <a:t>Cross section</a:t>
            </a:r>
          </a:p>
        </p:txBody>
      </p:sp>
      <p:sp>
        <p:nvSpPr>
          <p:cNvPr id="151" name="Rectangle: Rounded Corners 150">
            <a:extLst>
              <a:ext uri="{FF2B5EF4-FFF2-40B4-BE49-F238E27FC236}">
                <a16:creationId xmlns:a16="http://schemas.microsoft.com/office/drawing/2014/main" id="{EE6DE10C-58F5-27CF-82F2-0C36006A606C}"/>
              </a:ext>
            </a:extLst>
          </p:cNvPr>
          <p:cNvSpPr/>
          <p:nvPr/>
        </p:nvSpPr>
        <p:spPr>
          <a:xfrm>
            <a:off x="2496806" y="5013436"/>
            <a:ext cx="1146828" cy="255442"/>
          </a:xfrm>
          <a:prstGeom prst="roundRect">
            <a:avLst/>
          </a:prstGeom>
          <a:solidFill>
            <a:schemeClr val="bg1">
              <a:lumMod val="8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GB" sz="1200" noProof="0">
                <a:solidFill>
                  <a:schemeClr val="bg1">
                    <a:lumMod val="85000"/>
                  </a:schemeClr>
                </a:solidFill>
              </a:rPr>
              <a:t>Time series</a:t>
            </a:r>
          </a:p>
        </p:txBody>
      </p:sp>
      <p:sp>
        <p:nvSpPr>
          <p:cNvPr id="152" name="Rectangle: Rounded Corners 151">
            <a:extLst>
              <a:ext uri="{FF2B5EF4-FFF2-40B4-BE49-F238E27FC236}">
                <a16:creationId xmlns:a16="http://schemas.microsoft.com/office/drawing/2014/main" id="{9205989B-4707-023E-A5A5-4D63EF65C4B8}"/>
              </a:ext>
            </a:extLst>
          </p:cNvPr>
          <p:cNvSpPr/>
          <p:nvPr/>
        </p:nvSpPr>
        <p:spPr>
          <a:xfrm>
            <a:off x="2496806" y="5337839"/>
            <a:ext cx="1146828" cy="255442"/>
          </a:xfrm>
          <a:prstGeom prst="roundRect">
            <a:avLst/>
          </a:prstGeom>
          <a:solidFill>
            <a:schemeClr val="bg1">
              <a:lumMod val="8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GB" sz="1200" noProof="0">
                <a:solidFill>
                  <a:schemeClr val="bg1">
                    <a:lumMod val="85000"/>
                  </a:schemeClr>
                </a:solidFill>
              </a:rPr>
              <a:t>Panel</a:t>
            </a:r>
          </a:p>
        </p:txBody>
      </p:sp>
      <p:sp>
        <p:nvSpPr>
          <p:cNvPr id="153" name="Rectangle: Rounded Corners 152">
            <a:extLst>
              <a:ext uri="{FF2B5EF4-FFF2-40B4-BE49-F238E27FC236}">
                <a16:creationId xmlns:a16="http://schemas.microsoft.com/office/drawing/2014/main" id="{0E0732A6-D82E-73A7-145F-DC0491300086}"/>
              </a:ext>
            </a:extLst>
          </p:cNvPr>
          <p:cNvSpPr/>
          <p:nvPr/>
        </p:nvSpPr>
        <p:spPr>
          <a:xfrm>
            <a:off x="2496806" y="5662242"/>
            <a:ext cx="1146828" cy="400616"/>
          </a:xfrm>
          <a:prstGeom prst="roundRect">
            <a:avLst/>
          </a:prstGeom>
          <a:solidFill>
            <a:schemeClr val="bg1">
              <a:lumMod val="8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GB" sz="1200" noProof="0">
                <a:solidFill>
                  <a:schemeClr val="bg1">
                    <a:lumMod val="85000"/>
                  </a:schemeClr>
                </a:solidFill>
              </a:rPr>
              <a:t>Repeated </a:t>
            </a:r>
            <a:br>
              <a:rPr lang="en-GB" sz="1200" noProof="0">
                <a:solidFill>
                  <a:schemeClr val="bg1">
                    <a:lumMod val="85000"/>
                  </a:schemeClr>
                </a:solidFill>
              </a:rPr>
            </a:br>
            <a:r>
              <a:rPr lang="en-GB" sz="1200" noProof="0">
                <a:solidFill>
                  <a:schemeClr val="bg1">
                    <a:lumMod val="85000"/>
                  </a:schemeClr>
                </a:solidFill>
              </a:rPr>
              <a:t>cross section</a:t>
            </a:r>
          </a:p>
        </p:txBody>
      </p:sp>
      <p:cxnSp>
        <p:nvCxnSpPr>
          <p:cNvPr id="157" name="Connector: Elbow 156">
            <a:extLst>
              <a:ext uri="{FF2B5EF4-FFF2-40B4-BE49-F238E27FC236}">
                <a16:creationId xmlns:a16="http://schemas.microsoft.com/office/drawing/2014/main" id="{A0DD67E1-8C36-08C0-3851-9AC105CFC350}"/>
              </a:ext>
            </a:extLst>
          </p:cNvPr>
          <p:cNvCxnSpPr>
            <a:cxnSpLocks/>
            <a:stCxn id="136" idx="4"/>
            <a:endCxn id="147" idx="1"/>
          </p:cNvCxnSpPr>
          <p:nvPr/>
        </p:nvCxnSpPr>
        <p:spPr>
          <a:xfrm rot="16200000" flipH="1">
            <a:off x="2115518" y="4435466"/>
            <a:ext cx="533382" cy="229194"/>
          </a:xfrm>
          <a:prstGeom prst="bentConnector2">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0" name="Connector: Elbow 159">
            <a:extLst>
              <a:ext uri="{FF2B5EF4-FFF2-40B4-BE49-F238E27FC236}">
                <a16:creationId xmlns:a16="http://schemas.microsoft.com/office/drawing/2014/main" id="{F5E89FB9-76C2-3AFB-C687-023F3E2912AA}"/>
              </a:ext>
            </a:extLst>
          </p:cNvPr>
          <p:cNvCxnSpPr>
            <a:cxnSpLocks/>
            <a:stCxn id="136" idx="4"/>
            <a:endCxn id="151" idx="1"/>
          </p:cNvCxnSpPr>
          <p:nvPr/>
        </p:nvCxnSpPr>
        <p:spPr>
          <a:xfrm rot="16200000" flipH="1">
            <a:off x="1953317" y="4597667"/>
            <a:ext cx="857785" cy="229194"/>
          </a:xfrm>
          <a:prstGeom prst="bentConnector2">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3" name="Connector: Elbow 162">
            <a:extLst>
              <a:ext uri="{FF2B5EF4-FFF2-40B4-BE49-F238E27FC236}">
                <a16:creationId xmlns:a16="http://schemas.microsoft.com/office/drawing/2014/main" id="{8BE8F8E1-E3D0-717C-E39C-C725712C12A6}"/>
              </a:ext>
            </a:extLst>
          </p:cNvPr>
          <p:cNvCxnSpPr>
            <a:cxnSpLocks/>
            <a:stCxn id="136" idx="4"/>
            <a:endCxn id="152" idx="1"/>
          </p:cNvCxnSpPr>
          <p:nvPr/>
        </p:nvCxnSpPr>
        <p:spPr>
          <a:xfrm rot="16200000" flipH="1">
            <a:off x="1791115" y="4759869"/>
            <a:ext cx="1182188" cy="229194"/>
          </a:xfrm>
          <a:prstGeom prst="bentConnector2">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6" name="Connector: Elbow 165">
            <a:extLst>
              <a:ext uri="{FF2B5EF4-FFF2-40B4-BE49-F238E27FC236}">
                <a16:creationId xmlns:a16="http://schemas.microsoft.com/office/drawing/2014/main" id="{C504B4C8-9907-B74B-2638-62C5F35DBDD0}"/>
              </a:ext>
            </a:extLst>
          </p:cNvPr>
          <p:cNvCxnSpPr>
            <a:cxnSpLocks/>
            <a:stCxn id="136" idx="4"/>
            <a:endCxn id="153" idx="1"/>
          </p:cNvCxnSpPr>
          <p:nvPr/>
        </p:nvCxnSpPr>
        <p:spPr>
          <a:xfrm rot="16200000" flipH="1">
            <a:off x="1592620" y="4958364"/>
            <a:ext cx="1579178" cy="229194"/>
          </a:xfrm>
          <a:prstGeom prst="bentConnector2">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3" name="Straight Arrow Connector 172">
            <a:extLst>
              <a:ext uri="{FF2B5EF4-FFF2-40B4-BE49-F238E27FC236}">
                <a16:creationId xmlns:a16="http://schemas.microsoft.com/office/drawing/2014/main" id="{08BBE525-E4CB-D233-D39B-0EFF05CD8BD1}"/>
              </a:ext>
            </a:extLst>
          </p:cNvPr>
          <p:cNvCxnSpPr>
            <a:cxnSpLocks/>
            <a:stCxn id="134" idx="3"/>
            <a:endCxn id="102" idx="1"/>
          </p:cNvCxnSpPr>
          <p:nvPr/>
        </p:nvCxnSpPr>
        <p:spPr>
          <a:xfrm flipV="1">
            <a:off x="7800366" y="3175912"/>
            <a:ext cx="766018" cy="490"/>
          </a:xfrm>
          <a:prstGeom prst="straightConnector1">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1" name="Rectangle: Rounded Corners 180">
            <a:extLst>
              <a:ext uri="{FF2B5EF4-FFF2-40B4-BE49-F238E27FC236}">
                <a16:creationId xmlns:a16="http://schemas.microsoft.com/office/drawing/2014/main" id="{12AE2FD4-EDF5-0072-377B-85DCA5C0A610}"/>
              </a:ext>
            </a:extLst>
          </p:cNvPr>
          <p:cNvSpPr/>
          <p:nvPr/>
        </p:nvSpPr>
        <p:spPr>
          <a:xfrm>
            <a:off x="8566384" y="2364238"/>
            <a:ext cx="2416720" cy="272089"/>
          </a:xfrm>
          <a:prstGeom prst="roundRect">
            <a:avLst/>
          </a:prstGeom>
          <a:solidFill>
            <a:srgbClr val="FF5050">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GB" sz="1200" b="1">
                <a:solidFill>
                  <a:schemeClr val="bg1"/>
                </a:solidFill>
              </a:rPr>
              <a:t>Linear probability</a:t>
            </a:r>
          </a:p>
        </p:txBody>
      </p:sp>
      <p:sp>
        <p:nvSpPr>
          <p:cNvPr id="192" name="TextBox 191">
            <a:extLst>
              <a:ext uri="{FF2B5EF4-FFF2-40B4-BE49-F238E27FC236}">
                <a16:creationId xmlns:a16="http://schemas.microsoft.com/office/drawing/2014/main" id="{42BB119F-95A9-5BFE-C14A-AE17E1B25F57}"/>
              </a:ext>
            </a:extLst>
          </p:cNvPr>
          <p:cNvSpPr txBox="1"/>
          <p:nvPr/>
        </p:nvSpPr>
        <p:spPr>
          <a:xfrm>
            <a:off x="891591" y="1641622"/>
            <a:ext cx="3334408" cy="565283"/>
          </a:xfrm>
          <a:prstGeom prst="rect">
            <a:avLst/>
          </a:prstGeom>
          <a:noFill/>
        </p:spPr>
        <p:txBody>
          <a:bodyPr wrap="square">
            <a:spAutoFit/>
          </a:bodyPr>
          <a:lstStyle>
            <a:defPPr>
              <a:defRPr lang="en-US"/>
            </a:defPPr>
            <a:lvl1pPr lvl="0" indent="0">
              <a:lnSpc>
                <a:spcPct val="115000"/>
              </a:lnSpc>
              <a:spcBef>
                <a:spcPts val="0"/>
              </a:spcBef>
              <a:spcAft>
                <a:spcPts val="1200"/>
              </a:spcAft>
              <a:buNone/>
              <a:defRPr sz="1400" b="1">
                <a:solidFill>
                  <a:srgbClr val="FF0000"/>
                </a:solidFill>
              </a:defRPr>
            </a:lvl1pPr>
          </a:lstStyle>
          <a:p>
            <a:pPr>
              <a:lnSpc>
                <a:spcPts val="1200"/>
              </a:lnSpc>
            </a:pPr>
            <a:r>
              <a:rPr lang="en-GB" noProof="0">
                <a:solidFill>
                  <a:schemeClr val="tx1"/>
                </a:solidFill>
                <a:highlight>
                  <a:srgbClr val="FFC000"/>
                </a:highlight>
              </a:rPr>
              <a:t>In some cases, this framework is unsuitable, requiring the use of alternative methods</a:t>
            </a:r>
            <a:endParaRPr lang="en-GB" b="0" noProof="0">
              <a:solidFill>
                <a:schemeClr val="tx1"/>
              </a:solidFill>
            </a:endParaRPr>
          </a:p>
        </p:txBody>
      </p:sp>
      <p:grpSp>
        <p:nvGrpSpPr>
          <p:cNvPr id="3" name="Group 2">
            <a:extLst>
              <a:ext uri="{FF2B5EF4-FFF2-40B4-BE49-F238E27FC236}">
                <a16:creationId xmlns:a16="http://schemas.microsoft.com/office/drawing/2014/main" id="{38FA36A8-4CDC-463A-24E3-B4CFDB248AFC}"/>
              </a:ext>
            </a:extLst>
          </p:cNvPr>
          <p:cNvGrpSpPr/>
          <p:nvPr/>
        </p:nvGrpSpPr>
        <p:grpSpPr>
          <a:xfrm>
            <a:off x="6264317" y="3022321"/>
            <a:ext cx="1546952" cy="1708019"/>
            <a:chOff x="6264317" y="3022321"/>
            <a:chExt cx="1546952" cy="1708019"/>
          </a:xfrm>
        </p:grpSpPr>
        <p:cxnSp>
          <p:nvCxnSpPr>
            <p:cNvPr id="48" name="Straight Arrow Connector 47">
              <a:extLst>
                <a:ext uri="{FF2B5EF4-FFF2-40B4-BE49-F238E27FC236}">
                  <a16:creationId xmlns:a16="http://schemas.microsoft.com/office/drawing/2014/main" id="{45791939-0C3E-C42B-F797-BE0048372AD9}"/>
                </a:ext>
              </a:extLst>
            </p:cNvPr>
            <p:cNvCxnSpPr>
              <a:cxnSpLocks/>
              <a:endCxn id="134" idx="1"/>
            </p:cNvCxnSpPr>
            <p:nvPr/>
          </p:nvCxnSpPr>
          <p:spPr>
            <a:xfrm>
              <a:off x="6264317" y="3176402"/>
              <a:ext cx="386324" cy="0"/>
            </a:xfrm>
            <a:prstGeom prst="straightConnector1">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6" name="Connector: Elbow 105">
              <a:extLst>
                <a:ext uri="{FF2B5EF4-FFF2-40B4-BE49-F238E27FC236}">
                  <a16:creationId xmlns:a16="http://schemas.microsoft.com/office/drawing/2014/main" id="{C8B476FC-80FA-A007-6BD0-372460EC5ED0}"/>
                </a:ext>
              </a:extLst>
            </p:cNvPr>
            <p:cNvCxnSpPr>
              <a:cxnSpLocks/>
              <a:stCxn id="68" idx="3"/>
              <a:endCxn id="193" idx="1"/>
            </p:cNvCxnSpPr>
            <p:nvPr/>
          </p:nvCxnSpPr>
          <p:spPr>
            <a:xfrm>
              <a:off x="6264317" y="3176402"/>
              <a:ext cx="386323" cy="337476"/>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9" name="Rectangle: Rounded Corners 108">
              <a:extLst>
                <a:ext uri="{FF2B5EF4-FFF2-40B4-BE49-F238E27FC236}">
                  <a16:creationId xmlns:a16="http://schemas.microsoft.com/office/drawing/2014/main" id="{87490726-C132-AD71-CBF7-E305A9CA97E4}"/>
                </a:ext>
              </a:extLst>
            </p:cNvPr>
            <p:cNvSpPr/>
            <p:nvPr/>
          </p:nvSpPr>
          <p:spPr>
            <a:xfrm>
              <a:off x="6661544" y="3702870"/>
              <a:ext cx="1149725" cy="308162"/>
            </a:xfrm>
            <a:prstGeom prst="round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GB" sz="1200" b="1" noProof="0">
                  <a:solidFill>
                    <a:schemeClr val="bg1">
                      <a:lumMod val="85000"/>
                    </a:schemeClr>
                  </a:solidFill>
                </a:rPr>
                <a:t>Count</a:t>
              </a:r>
            </a:p>
          </p:txBody>
        </p:sp>
        <p:cxnSp>
          <p:nvCxnSpPr>
            <p:cNvPr id="110" name="Connector: Elbow 109">
              <a:extLst>
                <a:ext uri="{FF2B5EF4-FFF2-40B4-BE49-F238E27FC236}">
                  <a16:creationId xmlns:a16="http://schemas.microsoft.com/office/drawing/2014/main" id="{E6A57C69-151B-A805-365F-C4597749F100}"/>
                </a:ext>
              </a:extLst>
            </p:cNvPr>
            <p:cNvCxnSpPr>
              <a:cxnSpLocks/>
              <a:stCxn id="68" idx="3"/>
              <a:endCxn id="109" idx="1"/>
            </p:cNvCxnSpPr>
            <p:nvPr/>
          </p:nvCxnSpPr>
          <p:spPr>
            <a:xfrm>
              <a:off x="6264317" y="3176402"/>
              <a:ext cx="397227" cy="680549"/>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4" name="Rectangle: Rounded Corners 123">
              <a:extLst>
                <a:ext uri="{FF2B5EF4-FFF2-40B4-BE49-F238E27FC236}">
                  <a16:creationId xmlns:a16="http://schemas.microsoft.com/office/drawing/2014/main" id="{681688E6-A594-B164-3DEA-6CE30DBEBDD9}"/>
                </a:ext>
              </a:extLst>
            </p:cNvPr>
            <p:cNvSpPr/>
            <p:nvPr/>
          </p:nvSpPr>
          <p:spPr>
            <a:xfrm>
              <a:off x="6642718" y="4422178"/>
              <a:ext cx="1149725" cy="308162"/>
            </a:xfrm>
            <a:prstGeom prst="round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GB" sz="1200" b="1" noProof="0">
                  <a:solidFill>
                    <a:schemeClr val="bg1">
                      <a:lumMod val="85000"/>
                    </a:schemeClr>
                  </a:solidFill>
                </a:rPr>
                <a:t>Proportion</a:t>
              </a:r>
            </a:p>
          </p:txBody>
        </p:sp>
        <p:cxnSp>
          <p:nvCxnSpPr>
            <p:cNvPr id="125" name="Connector: Elbow 124">
              <a:extLst>
                <a:ext uri="{FF2B5EF4-FFF2-40B4-BE49-F238E27FC236}">
                  <a16:creationId xmlns:a16="http://schemas.microsoft.com/office/drawing/2014/main" id="{EEDAB8D2-860D-1D13-B55E-DDD89644CBE6}"/>
                </a:ext>
              </a:extLst>
            </p:cNvPr>
            <p:cNvCxnSpPr>
              <a:cxnSpLocks/>
              <a:stCxn id="68" idx="3"/>
              <a:endCxn id="124" idx="1"/>
            </p:cNvCxnSpPr>
            <p:nvPr/>
          </p:nvCxnSpPr>
          <p:spPr>
            <a:xfrm>
              <a:off x="6264317" y="3176402"/>
              <a:ext cx="378401" cy="1399857"/>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4" name="Rectangle: Rounded Corners 133">
              <a:extLst>
                <a:ext uri="{FF2B5EF4-FFF2-40B4-BE49-F238E27FC236}">
                  <a16:creationId xmlns:a16="http://schemas.microsoft.com/office/drawing/2014/main" id="{E8147F02-2B3E-15CF-C860-E2EA4DED2456}"/>
                </a:ext>
              </a:extLst>
            </p:cNvPr>
            <p:cNvSpPr/>
            <p:nvPr/>
          </p:nvSpPr>
          <p:spPr>
            <a:xfrm>
              <a:off x="6650641" y="3022321"/>
              <a:ext cx="1149725" cy="308162"/>
            </a:xfrm>
            <a:prstGeom prst="round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GB" sz="1200" b="1" noProof="0">
                  <a:solidFill>
                    <a:schemeClr val="bg1">
                      <a:lumMod val="85000"/>
                    </a:schemeClr>
                  </a:solidFill>
                </a:rPr>
                <a:t>Time to event</a:t>
              </a:r>
            </a:p>
          </p:txBody>
        </p:sp>
        <p:sp>
          <p:nvSpPr>
            <p:cNvPr id="193" name="Rectangle: Rounded Corners 192">
              <a:extLst>
                <a:ext uri="{FF2B5EF4-FFF2-40B4-BE49-F238E27FC236}">
                  <a16:creationId xmlns:a16="http://schemas.microsoft.com/office/drawing/2014/main" id="{66C717BD-36B1-3239-2DDB-032D5DF7F207}"/>
                </a:ext>
              </a:extLst>
            </p:cNvPr>
            <p:cNvSpPr/>
            <p:nvPr/>
          </p:nvSpPr>
          <p:spPr>
            <a:xfrm>
              <a:off x="6650640" y="3359797"/>
              <a:ext cx="1149725" cy="308162"/>
            </a:xfrm>
            <a:prstGeom prst="round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GB" sz="1200" b="1" noProof="0">
                  <a:solidFill>
                    <a:schemeClr val="bg1">
                      <a:lumMod val="85000"/>
                    </a:schemeClr>
                  </a:solidFill>
                </a:rPr>
                <a:t>Continuous</a:t>
              </a:r>
            </a:p>
          </p:txBody>
        </p:sp>
      </p:grpSp>
      <p:cxnSp>
        <p:nvCxnSpPr>
          <p:cNvPr id="195" name="Connector: Elbow 194">
            <a:extLst>
              <a:ext uri="{FF2B5EF4-FFF2-40B4-BE49-F238E27FC236}">
                <a16:creationId xmlns:a16="http://schemas.microsoft.com/office/drawing/2014/main" id="{2451CB60-FA02-0A98-9D6F-707D349C2EA1}"/>
              </a:ext>
            </a:extLst>
          </p:cNvPr>
          <p:cNvCxnSpPr>
            <a:cxnSpLocks/>
            <a:stCxn id="193" idx="3"/>
            <a:endCxn id="103" idx="1"/>
          </p:cNvCxnSpPr>
          <p:nvPr/>
        </p:nvCxnSpPr>
        <p:spPr>
          <a:xfrm>
            <a:off x="7800365" y="3513878"/>
            <a:ext cx="785909" cy="384"/>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 name="Connector: Elbow 5">
            <a:extLst>
              <a:ext uri="{FF2B5EF4-FFF2-40B4-BE49-F238E27FC236}">
                <a16:creationId xmlns:a16="http://schemas.microsoft.com/office/drawing/2014/main" id="{5E933C50-ED1D-2EE1-CB9F-2882EF706D16}"/>
              </a:ext>
            </a:extLst>
          </p:cNvPr>
          <p:cNvCxnSpPr>
            <a:cxnSpLocks/>
            <a:stCxn id="136" idx="6"/>
            <a:endCxn id="57" idx="1"/>
          </p:cNvCxnSpPr>
          <p:nvPr/>
        </p:nvCxnSpPr>
        <p:spPr>
          <a:xfrm flipV="1">
            <a:off x="2598385" y="3479080"/>
            <a:ext cx="1045249" cy="473519"/>
          </a:xfrm>
          <a:prstGeom prst="bentConnector3">
            <a:avLst>
              <a:gd name="adj1" fmla="val 50000"/>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Connector: Elbow 17">
            <a:extLst>
              <a:ext uri="{FF2B5EF4-FFF2-40B4-BE49-F238E27FC236}">
                <a16:creationId xmlns:a16="http://schemas.microsoft.com/office/drawing/2014/main" id="{CD48B42F-A20C-D09F-5630-B9015980ED9C}"/>
              </a:ext>
            </a:extLst>
          </p:cNvPr>
          <p:cNvCxnSpPr>
            <a:cxnSpLocks/>
            <a:stCxn id="57" idx="3"/>
          </p:cNvCxnSpPr>
          <p:nvPr/>
        </p:nvCxnSpPr>
        <p:spPr>
          <a:xfrm flipV="1">
            <a:off x="4790462" y="2223647"/>
            <a:ext cx="314046" cy="1255433"/>
          </a:xfrm>
          <a:prstGeom prst="bentConnector3">
            <a:avLst>
              <a:gd name="adj1" fmla="val 50000"/>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2" name="Straight Arrow Connector 41">
            <a:extLst>
              <a:ext uri="{FF2B5EF4-FFF2-40B4-BE49-F238E27FC236}">
                <a16:creationId xmlns:a16="http://schemas.microsoft.com/office/drawing/2014/main" id="{67AB79AE-39F9-87E4-1EAA-0EACBAABA460}"/>
              </a:ext>
            </a:extLst>
          </p:cNvPr>
          <p:cNvCxnSpPr>
            <a:cxnSpLocks/>
            <a:stCxn id="32" idx="3"/>
            <a:endCxn id="41" idx="1"/>
          </p:cNvCxnSpPr>
          <p:nvPr/>
        </p:nvCxnSpPr>
        <p:spPr>
          <a:xfrm flipV="1">
            <a:off x="7811269" y="2143873"/>
            <a:ext cx="755115" cy="1461"/>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8" name="Straight Arrow Connector 137">
            <a:extLst>
              <a:ext uri="{FF2B5EF4-FFF2-40B4-BE49-F238E27FC236}">
                <a16:creationId xmlns:a16="http://schemas.microsoft.com/office/drawing/2014/main" id="{823D7340-1375-EB09-0333-BC7CFEB6DC04}"/>
              </a:ext>
            </a:extLst>
          </p:cNvPr>
          <p:cNvCxnSpPr>
            <a:cxnSpLocks/>
            <a:stCxn id="56" idx="6"/>
            <a:endCxn id="136" idx="2"/>
          </p:cNvCxnSpPr>
          <p:nvPr/>
        </p:nvCxnSpPr>
        <p:spPr>
          <a:xfrm>
            <a:off x="1553136" y="3952599"/>
            <a:ext cx="383703" cy="0"/>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4" name="Connector: Elbow 183">
            <a:extLst>
              <a:ext uri="{FF2B5EF4-FFF2-40B4-BE49-F238E27FC236}">
                <a16:creationId xmlns:a16="http://schemas.microsoft.com/office/drawing/2014/main" id="{B97A0BA2-BE77-70A5-9F71-DE6F254A0BD0}"/>
              </a:ext>
            </a:extLst>
          </p:cNvPr>
          <p:cNvCxnSpPr>
            <a:cxnSpLocks/>
            <a:stCxn id="67" idx="3"/>
            <a:endCxn id="32" idx="1"/>
          </p:cNvCxnSpPr>
          <p:nvPr/>
        </p:nvCxnSpPr>
        <p:spPr>
          <a:xfrm flipV="1">
            <a:off x="6264318" y="2145334"/>
            <a:ext cx="397226" cy="88860"/>
          </a:xfrm>
          <a:prstGeom prst="bentConnector3">
            <a:avLst>
              <a:gd name="adj1" fmla="val 50000"/>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8" name="Connector: Elbow 187">
            <a:extLst>
              <a:ext uri="{FF2B5EF4-FFF2-40B4-BE49-F238E27FC236}">
                <a16:creationId xmlns:a16="http://schemas.microsoft.com/office/drawing/2014/main" id="{19D369CD-E633-CD99-DAE1-1F1D6D266BEA}"/>
              </a:ext>
            </a:extLst>
          </p:cNvPr>
          <p:cNvCxnSpPr>
            <a:cxnSpLocks/>
            <a:stCxn id="32" idx="3"/>
            <a:endCxn id="181" idx="1"/>
          </p:cNvCxnSpPr>
          <p:nvPr/>
        </p:nvCxnSpPr>
        <p:spPr>
          <a:xfrm>
            <a:off x="7811269" y="2145334"/>
            <a:ext cx="755115" cy="354949"/>
          </a:xfrm>
          <a:prstGeom prst="bentConnector3">
            <a:avLst>
              <a:gd name="adj1" fmla="val 50000"/>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0876812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500"/>
                                        <p:tgtEl>
                                          <p:spTgt spid="57"/>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7"/>
                                        </p:tgtEl>
                                        <p:attrNameLst>
                                          <p:attrName>style.visibility</p:attrName>
                                        </p:attrNameLst>
                                      </p:cBhvr>
                                      <p:to>
                                        <p:strVal val="visible"/>
                                      </p:to>
                                    </p:set>
                                    <p:animEffect transition="in" filter="fade">
                                      <p:cBhvr>
                                        <p:cTn id="16" dur="500"/>
                                        <p:tgtEl>
                                          <p:spTgt spid="67"/>
                                        </p:tgtEl>
                                      </p:cBhvr>
                                    </p:animEffect>
                                  </p:childTnLst>
                                </p:cTn>
                              </p:par>
                              <p:par>
                                <p:cTn id="17" presetID="10" presetClass="entr" presetSubtype="0" fill="hold" nodeType="withEffect">
                                  <p:stCondLst>
                                    <p:cond delay="0"/>
                                  </p:stCondLst>
                                  <p:childTnLst>
                                    <p:set>
                                      <p:cBhvr>
                                        <p:cTn id="18" dur="1" fill="hold">
                                          <p:stCondLst>
                                            <p:cond delay="0"/>
                                          </p:stCondLst>
                                        </p:cTn>
                                        <p:tgtEl>
                                          <p:spTgt spid="184"/>
                                        </p:tgtEl>
                                        <p:attrNameLst>
                                          <p:attrName>style.visibility</p:attrName>
                                        </p:attrNameLst>
                                      </p:cBhvr>
                                      <p:to>
                                        <p:strVal val="visible"/>
                                      </p:to>
                                    </p:set>
                                    <p:animEffect transition="in" filter="fade">
                                      <p:cBhvr>
                                        <p:cTn id="19" dur="500"/>
                                        <p:tgtEl>
                                          <p:spTgt spid="18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par>
                                <p:cTn id="23" presetID="10" presetClass="entr" presetSubtype="0" fill="hold" nodeType="withEffect">
                                  <p:stCondLst>
                                    <p:cond delay="0"/>
                                  </p:stCondLst>
                                  <p:childTnLst>
                                    <p:set>
                                      <p:cBhvr>
                                        <p:cTn id="24" dur="1" fill="hold">
                                          <p:stCondLst>
                                            <p:cond delay="0"/>
                                          </p:stCondLst>
                                        </p:cTn>
                                        <p:tgtEl>
                                          <p:spTgt spid="188"/>
                                        </p:tgtEl>
                                        <p:attrNameLst>
                                          <p:attrName>style.visibility</p:attrName>
                                        </p:attrNameLst>
                                      </p:cBhvr>
                                      <p:to>
                                        <p:strVal val="visible"/>
                                      </p:to>
                                    </p:set>
                                    <p:animEffect transition="in" filter="fade">
                                      <p:cBhvr>
                                        <p:cTn id="25" dur="500"/>
                                        <p:tgtEl>
                                          <p:spTgt spid="188"/>
                                        </p:tgtEl>
                                      </p:cBhvr>
                                    </p:animEffect>
                                  </p:childTnLst>
                                </p:cTn>
                              </p:par>
                              <p:par>
                                <p:cTn id="26" presetID="10" presetClass="entr" presetSubtype="0" fill="hold" nodeType="with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fade">
                                      <p:cBhvr>
                                        <p:cTn id="28" dur="500"/>
                                        <p:tgtEl>
                                          <p:spTgt spid="4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41" grpId="0" animBg="1"/>
      <p:bldP spid="57" grpId="0" animBg="1"/>
      <p:bldP spid="6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0EA0E-3CB0-6288-6E55-57F2B118F666}"/>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797AB86E-D4DF-73B8-B9E2-7E580281A95E}"/>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EAF99724-6687-3DE5-0919-15408FEC209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3312E03B-E45A-998F-E808-4381EE527BF4}"/>
              </a:ext>
            </a:extLst>
          </p:cNvPr>
          <p:cNvSpPr txBox="1">
            <a:spLocks/>
          </p:cNvSpPr>
          <p:nvPr/>
        </p:nvSpPr>
        <p:spPr>
          <a:xfrm>
            <a:off x="891589" y="501651"/>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Binomial</a:t>
            </a:r>
            <a:br>
              <a:rPr lang="en-GB" sz="3200" b="1">
                <a:solidFill>
                  <a:srgbClr val="FF0000"/>
                </a:solidFill>
                <a:latin typeface="Aptos SemiBold" panose="020F0502020204030204" pitchFamily="34" charset="0"/>
              </a:rPr>
            </a:br>
            <a:r>
              <a:rPr lang="en-GB" sz="3200" b="1">
                <a:solidFill>
                  <a:srgbClr val="FF0000"/>
                </a:solidFill>
                <a:latin typeface="Aptos SemiBold" panose="020F0502020204030204" pitchFamily="34" charset="0"/>
              </a:rPr>
              <a:t>Models</a:t>
            </a:r>
            <a:endPar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endParaRPr>
          </a:p>
        </p:txBody>
      </p:sp>
      <p:sp>
        <p:nvSpPr>
          <p:cNvPr id="10" name="Date Placeholder 3 2">
            <a:extLst>
              <a:ext uri="{FF2B5EF4-FFF2-40B4-BE49-F238E27FC236}">
                <a16:creationId xmlns:a16="http://schemas.microsoft.com/office/drawing/2014/main" id="{87E74ED0-F689-904D-4FE2-F11C6D2B9D04}"/>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39" name="TextBox 38">
            <a:extLst>
              <a:ext uri="{FF2B5EF4-FFF2-40B4-BE49-F238E27FC236}">
                <a16:creationId xmlns:a16="http://schemas.microsoft.com/office/drawing/2014/main" id="{7B553700-AE30-FFA3-B1E6-2CDDCABC326A}"/>
              </a:ext>
            </a:extLst>
          </p:cNvPr>
          <p:cNvSpPr txBox="1"/>
          <p:nvPr/>
        </p:nvSpPr>
        <p:spPr>
          <a:xfrm>
            <a:off x="891590" y="1667057"/>
            <a:ext cx="4442410" cy="523220"/>
          </a:xfrm>
          <a:prstGeom prst="rect">
            <a:avLst/>
          </a:prstGeom>
          <a:noFill/>
        </p:spPr>
        <p:txBody>
          <a:bodyPr wrap="square">
            <a:spAutoFit/>
          </a:bodyPr>
          <a:lstStyle/>
          <a:p>
            <a:pPr lvl="0">
              <a:defRPr/>
            </a:pPr>
            <a:r>
              <a:rPr lang="en-US" sz="1400">
                <a:solidFill>
                  <a:prstClr val="black"/>
                </a:solidFill>
              </a:rPr>
              <a:t>A binomial response variable can take only two mutually exclusive values, typically coded as 0 and 1.</a:t>
            </a:r>
            <a:endParaRPr kumimoji="0" lang="en-GB" sz="1400" b="1" i="0" u="sng"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 name="TextBox 1">
            <a:extLst>
              <a:ext uri="{FF2B5EF4-FFF2-40B4-BE49-F238E27FC236}">
                <a16:creationId xmlns:a16="http://schemas.microsoft.com/office/drawing/2014/main" id="{2F90A0A3-307E-37E1-E41A-186C4A3E224C}"/>
              </a:ext>
            </a:extLst>
          </p:cNvPr>
          <p:cNvSpPr txBox="1"/>
          <p:nvPr/>
        </p:nvSpPr>
        <p:spPr>
          <a:xfrm>
            <a:off x="891589" y="3429000"/>
            <a:ext cx="4442410" cy="523220"/>
          </a:xfrm>
          <a:prstGeom prst="rect">
            <a:avLst/>
          </a:prstGeom>
          <a:noFill/>
        </p:spPr>
        <p:txBody>
          <a:bodyPr wrap="square">
            <a:spAutoFit/>
          </a:bodyPr>
          <a:lstStyle/>
          <a:p>
            <a:pPr lvl="0">
              <a:defRPr/>
            </a:pPr>
            <a:r>
              <a:rPr lang="en-US" sz="1400">
                <a:solidFill>
                  <a:prstClr val="black"/>
                </a:solidFill>
              </a:rPr>
              <a:t>For such variables, the relevant statistical distribution is a </a:t>
            </a:r>
            <a:r>
              <a:rPr lang="en-US" sz="1400" b="1">
                <a:solidFill>
                  <a:prstClr val="black"/>
                </a:solidFill>
                <a:highlight>
                  <a:srgbClr val="FFC000"/>
                </a:highlight>
              </a:rPr>
              <a:t>binomial distribution with a single trial</a:t>
            </a:r>
            <a:r>
              <a:rPr lang="en-US" sz="1400">
                <a:solidFill>
                  <a:prstClr val="black"/>
                </a:solidFill>
              </a:rPr>
              <a:t>.</a:t>
            </a:r>
            <a:endParaRPr kumimoji="0" lang="en-GB"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endParaRPr>
          </a:p>
        </p:txBody>
      </p:sp>
      <p:cxnSp>
        <p:nvCxnSpPr>
          <p:cNvPr id="7" name="Straight Connector 6">
            <a:extLst>
              <a:ext uri="{FF2B5EF4-FFF2-40B4-BE49-F238E27FC236}">
                <a16:creationId xmlns:a16="http://schemas.microsoft.com/office/drawing/2014/main" id="{A15B3FFC-868E-68B7-4DF7-91F4456237A0}"/>
              </a:ext>
            </a:extLst>
          </p:cNvPr>
          <p:cNvCxnSpPr/>
          <p:nvPr/>
        </p:nvCxnSpPr>
        <p:spPr>
          <a:xfrm>
            <a:off x="5618717" y="1735644"/>
            <a:ext cx="0" cy="402336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350" name="TextBox 2349">
            <a:extLst>
              <a:ext uri="{FF2B5EF4-FFF2-40B4-BE49-F238E27FC236}">
                <a16:creationId xmlns:a16="http://schemas.microsoft.com/office/drawing/2014/main" id="{890BF2B5-6D59-4E57-3A08-6FD9510F7A93}"/>
              </a:ext>
            </a:extLst>
          </p:cNvPr>
          <p:cNvSpPr txBox="1"/>
          <p:nvPr/>
        </p:nvSpPr>
        <p:spPr>
          <a:xfrm>
            <a:off x="891589" y="4857716"/>
            <a:ext cx="4442406" cy="738664"/>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lvl="0">
              <a:defRPr/>
            </a:pPr>
            <a:r>
              <a:rPr lang="en-US"/>
              <a:t>Therefore, in this context, one should not assume the distribution of the response variable; rather, the </a:t>
            </a:r>
            <a:r>
              <a:rPr lang="en-US" b="1">
                <a:highlight>
                  <a:srgbClr val="FFC000"/>
                </a:highlight>
              </a:rPr>
              <a:t>binomial framework inherently defines it</a:t>
            </a:r>
            <a:r>
              <a:rPr lang="en-US"/>
              <a:t>.</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63" name="Group 62" descr="\documentclass{article}&#10;\usepackage{amsmath}&#10;\pagestyle{empty}&#10;\begin{document}&#10;&#10;&#10;\[&#10;\text{Familias en acción}(y) =&#10;\begin{cases}&#10; 1 &amp; \text{if } y = \text{in} \\&#10; 0 &amp; \text{if } y = \text{out} \\&#10;\end{cases}&#10;\]&#10;&#10;&#10;&#10;&#10;\end{document}" title="IguanaTex Shape Display">
            <a:extLst>
              <a:ext uri="{FF2B5EF4-FFF2-40B4-BE49-F238E27FC236}">
                <a16:creationId xmlns:a16="http://schemas.microsoft.com/office/drawing/2014/main" id="{6C8973EB-F8BA-37BF-BB32-95142318B03B}"/>
              </a:ext>
            </a:extLst>
          </p:cNvPr>
          <p:cNvGrpSpPr>
            <a:grpSpLocks noChangeAspect="1"/>
          </p:cNvGrpSpPr>
          <p:nvPr>
            <p:custDataLst>
              <p:tags r:id="rId1"/>
            </p:custDataLst>
          </p:nvPr>
        </p:nvGrpSpPr>
        <p:grpSpPr>
          <a:xfrm>
            <a:off x="1079500" y="2641600"/>
            <a:ext cx="2613677" cy="458574"/>
            <a:chOff x="3344208" y="3615817"/>
            <a:chExt cx="2613677" cy="458574"/>
          </a:xfrm>
        </p:grpSpPr>
        <p:sp>
          <p:nvSpPr>
            <p:cNvPr id="24" name="Freeform: Shape 23">
              <a:extLst>
                <a:ext uri="{FF2B5EF4-FFF2-40B4-BE49-F238E27FC236}">
                  <a16:creationId xmlns:a16="http://schemas.microsoft.com/office/drawing/2014/main" id="{4CD099C2-A622-D66F-465B-59BF55E708C6}"/>
                </a:ext>
              </a:extLst>
            </p:cNvPr>
            <p:cNvSpPr/>
            <p:nvPr>
              <p:custDataLst>
                <p:tags r:id="rId25"/>
              </p:custDataLst>
            </p:nvPr>
          </p:nvSpPr>
          <p:spPr>
            <a:xfrm>
              <a:off x="3344208" y="3779433"/>
              <a:ext cx="88228" cy="103978"/>
            </a:xfrm>
            <a:custGeom>
              <a:avLst/>
              <a:gdLst>
                <a:gd name="csX0" fmla="*/ 84095 w 88228"/>
                <a:gd name="csY0" fmla="*/ 81 h 103978"/>
                <a:gd name="csX1" fmla="*/ 147 w 88228"/>
                <a:gd name="csY1" fmla="*/ 81 h 103978"/>
                <a:gd name="csX2" fmla="*/ 147 w 88228"/>
                <a:gd name="csY2" fmla="*/ 4821 h 103978"/>
                <a:gd name="csX3" fmla="*/ 3817 w 88228"/>
                <a:gd name="csY3" fmla="*/ 4821 h 103978"/>
                <a:gd name="csX4" fmla="*/ 15897 w 88228"/>
                <a:gd name="csY4" fmla="*/ 12008 h 103978"/>
                <a:gd name="csX5" fmla="*/ 15897 w 88228"/>
                <a:gd name="csY5" fmla="*/ 92133 h 103978"/>
                <a:gd name="csX6" fmla="*/ 3817 w 88228"/>
                <a:gd name="csY6" fmla="*/ 99319 h 103978"/>
                <a:gd name="csX7" fmla="*/ 147 w 88228"/>
                <a:gd name="csY7" fmla="*/ 99319 h 103978"/>
                <a:gd name="csX8" fmla="*/ 147 w 88228"/>
                <a:gd name="csY8" fmla="*/ 104059 h 103978"/>
                <a:gd name="csX9" fmla="*/ 23390 w 88228"/>
                <a:gd name="csY9" fmla="*/ 103601 h 103978"/>
                <a:gd name="csX10" fmla="*/ 49078 w 88228"/>
                <a:gd name="csY10" fmla="*/ 104059 h 103978"/>
                <a:gd name="csX11" fmla="*/ 49078 w 88228"/>
                <a:gd name="csY11" fmla="*/ 99319 h 103978"/>
                <a:gd name="csX12" fmla="*/ 44032 w 88228"/>
                <a:gd name="csY12" fmla="*/ 99319 h 103978"/>
                <a:gd name="csX13" fmla="*/ 29506 w 88228"/>
                <a:gd name="csY13" fmla="*/ 91980 h 103978"/>
                <a:gd name="csX14" fmla="*/ 29506 w 88228"/>
                <a:gd name="csY14" fmla="*/ 54364 h 103978"/>
                <a:gd name="csX15" fmla="*/ 42656 w 88228"/>
                <a:gd name="csY15" fmla="*/ 54364 h 103978"/>
                <a:gd name="csX16" fmla="*/ 58865 w 88228"/>
                <a:gd name="csY16" fmla="*/ 72254 h 103978"/>
                <a:gd name="csX17" fmla="*/ 62687 w 88228"/>
                <a:gd name="csY17" fmla="*/ 72254 h 103978"/>
                <a:gd name="csX18" fmla="*/ 62687 w 88228"/>
                <a:gd name="csY18" fmla="*/ 31733 h 103978"/>
                <a:gd name="csX19" fmla="*/ 58865 w 88228"/>
                <a:gd name="csY19" fmla="*/ 31733 h 103978"/>
                <a:gd name="csX20" fmla="*/ 42656 w 88228"/>
                <a:gd name="csY20" fmla="*/ 49624 h 103978"/>
                <a:gd name="csX21" fmla="*/ 29506 w 88228"/>
                <a:gd name="csY21" fmla="*/ 49624 h 103978"/>
                <a:gd name="csX22" fmla="*/ 29506 w 88228"/>
                <a:gd name="csY22" fmla="*/ 10938 h 103978"/>
                <a:gd name="csX23" fmla="*/ 36999 w 88228"/>
                <a:gd name="csY23" fmla="*/ 4821 h 103978"/>
                <a:gd name="csX24" fmla="*/ 55348 w 88228"/>
                <a:gd name="csY24" fmla="*/ 4821 h 103978"/>
                <a:gd name="csX25" fmla="*/ 84553 w 88228"/>
                <a:gd name="csY25" fmla="*/ 34486 h 103978"/>
                <a:gd name="csX26" fmla="*/ 88376 w 88228"/>
                <a:gd name="csY26" fmla="*/ 34486 h 103978"/>
                <a:gd name="csX27" fmla="*/ 84095 w 88228"/>
                <a:gd name="csY27" fmla="*/ 81 h 10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88228" h="103978">
                  <a:moveTo>
                    <a:pt x="84095" y="81"/>
                  </a:moveTo>
                  <a:lnTo>
                    <a:pt x="147" y="81"/>
                  </a:lnTo>
                  <a:lnTo>
                    <a:pt x="147" y="4821"/>
                  </a:lnTo>
                  <a:lnTo>
                    <a:pt x="3817" y="4821"/>
                  </a:lnTo>
                  <a:cubicBezTo>
                    <a:pt x="15591" y="4821"/>
                    <a:pt x="15897" y="6503"/>
                    <a:pt x="15897" y="12008"/>
                  </a:cubicBezTo>
                  <a:lnTo>
                    <a:pt x="15897" y="92133"/>
                  </a:lnTo>
                  <a:cubicBezTo>
                    <a:pt x="15897" y="97637"/>
                    <a:pt x="15591" y="99319"/>
                    <a:pt x="3817" y="99319"/>
                  </a:cubicBezTo>
                  <a:lnTo>
                    <a:pt x="147" y="99319"/>
                  </a:lnTo>
                  <a:lnTo>
                    <a:pt x="147" y="104059"/>
                  </a:lnTo>
                  <a:cubicBezTo>
                    <a:pt x="5499" y="103601"/>
                    <a:pt x="17426" y="103601"/>
                    <a:pt x="23390" y="103601"/>
                  </a:cubicBezTo>
                  <a:cubicBezTo>
                    <a:pt x="29659" y="103601"/>
                    <a:pt x="43574" y="103601"/>
                    <a:pt x="49078" y="104059"/>
                  </a:cubicBezTo>
                  <a:lnTo>
                    <a:pt x="49078" y="99319"/>
                  </a:lnTo>
                  <a:lnTo>
                    <a:pt x="44032" y="99319"/>
                  </a:lnTo>
                  <a:cubicBezTo>
                    <a:pt x="29506" y="99319"/>
                    <a:pt x="29506" y="97331"/>
                    <a:pt x="29506" y="91980"/>
                  </a:cubicBezTo>
                  <a:lnTo>
                    <a:pt x="29506" y="54364"/>
                  </a:lnTo>
                  <a:lnTo>
                    <a:pt x="42656" y="54364"/>
                  </a:lnTo>
                  <a:cubicBezTo>
                    <a:pt x="57336" y="54364"/>
                    <a:pt x="58865" y="59257"/>
                    <a:pt x="58865" y="72254"/>
                  </a:cubicBezTo>
                  <a:lnTo>
                    <a:pt x="62687" y="72254"/>
                  </a:lnTo>
                  <a:lnTo>
                    <a:pt x="62687" y="31733"/>
                  </a:lnTo>
                  <a:lnTo>
                    <a:pt x="58865" y="31733"/>
                  </a:lnTo>
                  <a:cubicBezTo>
                    <a:pt x="58865" y="44578"/>
                    <a:pt x="57336" y="49624"/>
                    <a:pt x="42656" y="49624"/>
                  </a:cubicBezTo>
                  <a:lnTo>
                    <a:pt x="29506" y="49624"/>
                  </a:lnTo>
                  <a:lnTo>
                    <a:pt x="29506" y="10938"/>
                  </a:lnTo>
                  <a:cubicBezTo>
                    <a:pt x="29506" y="5892"/>
                    <a:pt x="29812" y="4821"/>
                    <a:pt x="36999" y="4821"/>
                  </a:cubicBezTo>
                  <a:lnTo>
                    <a:pt x="55348" y="4821"/>
                  </a:lnTo>
                  <a:cubicBezTo>
                    <a:pt x="78284" y="4821"/>
                    <a:pt x="82107" y="13384"/>
                    <a:pt x="84553" y="34486"/>
                  </a:cubicBezTo>
                  <a:lnTo>
                    <a:pt x="88376" y="34486"/>
                  </a:lnTo>
                  <a:lnTo>
                    <a:pt x="84095" y="81"/>
                  </a:lnTo>
                  <a:close/>
                </a:path>
              </a:pathLst>
            </a:custGeom>
            <a:solidFill>
              <a:srgbClr val="000000"/>
            </a:solidFill>
            <a:ln w="25400" cap="flat">
              <a:noFill/>
              <a:prstDash val="solid"/>
              <a:miter/>
            </a:ln>
          </p:spPr>
          <p:txBody>
            <a:bodyPr/>
            <a:lstStyle/>
            <a:p>
              <a:endParaRPr lang="en-US"/>
            </a:p>
          </p:txBody>
        </p:sp>
        <p:sp>
          <p:nvSpPr>
            <p:cNvPr id="25" name="Freeform: Shape 24">
              <a:extLst>
                <a:ext uri="{FF2B5EF4-FFF2-40B4-BE49-F238E27FC236}">
                  <a16:creationId xmlns:a16="http://schemas.microsoft.com/office/drawing/2014/main" id="{9FA29F6C-F585-C6C4-8648-7739282E4C97}"/>
                </a:ext>
              </a:extLst>
            </p:cNvPr>
            <p:cNvSpPr/>
            <p:nvPr>
              <p:custDataLst>
                <p:tags r:id="rId26"/>
              </p:custDataLst>
            </p:nvPr>
          </p:nvSpPr>
          <p:spPr>
            <a:xfrm>
              <a:off x="3432657" y="3814908"/>
              <a:ext cx="68962" cy="70185"/>
            </a:xfrm>
            <a:custGeom>
              <a:avLst/>
              <a:gdLst>
                <a:gd name="csX0" fmla="*/ 44650 w 68962"/>
                <a:gd name="csY0" fmla="*/ 56963 h 70185"/>
                <a:gd name="csX1" fmla="*/ 56577 w 68962"/>
                <a:gd name="csY1" fmla="*/ 69502 h 70185"/>
                <a:gd name="csX2" fmla="*/ 69115 w 68962"/>
                <a:gd name="csY2" fmla="*/ 54976 h 70185"/>
                <a:gd name="csX3" fmla="*/ 69115 w 68962"/>
                <a:gd name="csY3" fmla="*/ 46413 h 70185"/>
                <a:gd name="csX4" fmla="*/ 65292 w 68962"/>
                <a:gd name="csY4" fmla="*/ 46413 h 70185"/>
                <a:gd name="csX5" fmla="*/ 65292 w 68962"/>
                <a:gd name="csY5" fmla="*/ 54976 h 70185"/>
                <a:gd name="csX6" fmla="*/ 59788 w 68962"/>
                <a:gd name="csY6" fmla="*/ 64762 h 70185"/>
                <a:gd name="csX7" fmla="*/ 54130 w 68962"/>
                <a:gd name="csY7" fmla="*/ 57116 h 70185"/>
                <a:gd name="csX8" fmla="*/ 54130 w 68962"/>
                <a:gd name="csY8" fmla="*/ 26535 h 70185"/>
                <a:gd name="csX9" fmla="*/ 48625 w 68962"/>
                <a:gd name="csY9" fmla="*/ 8491 h 70185"/>
                <a:gd name="csX10" fmla="*/ 27677 w 68962"/>
                <a:gd name="csY10" fmla="*/ 81 h 70185"/>
                <a:gd name="csX11" fmla="*/ 4587 w 68962"/>
                <a:gd name="csY11" fmla="*/ 17360 h 70185"/>
                <a:gd name="csX12" fmla="*/ 11621 w 68962"/>
                <a:gd name="csY12" fmla="*/ 24547 h 70185"/>
                <a:gd name="csX13" fmla="*/ 18655 w 68962"/>
                <a:gd name="csY13" fmla="*/ 17513 h 70185"/>
                <a:gd name="csX14" fmla="*/ 10857 w 68962"/>
                <a:gd name="csY14" fmla="*/ 10479 h 70185"/>
                <a:gd name="csX15" fmla="*/ 27371 w 68962"/>
                <a:gd name="csY15" fmla="*/ 3445 h 70185"/>
                <a:gd name="csX16" fmla="*/ 43579 w 68962"/>
                <a:gd name="csY16" fmla="*/ 23018 h 70185"/>
                <a:gd name="csX17" fmla="*/ 43579 w 68962"/>
                <a:gd name="csY17" fmla="*/ 28675 h 70185"/>
                <a:gd name="csX18" fmla="*/ 15444 w 68962"/>
                <a:gd name="csY18" fmla="*/ 34180 h 70185"/>
                <a:gd name="csX19" fmla="*/ 153 w 68962"/>
                <a:gd name="csY19" fmla="*/ 54058 h 70185"/>
                <a:gd name="csX20" fmla="*/ 24619 w 68962"/>
                <a:gd name="csY20" fmla="*/ 70267 h 70185"/>
                <a:gd name="csX21" fmla="*/ 44650 w 68962"/>
                <a:gd name="csY21" fmla="*/ 56963 h 70185"/>
                <a:gd name="csX22" fmla="*/ 43579 w 68962"/>
                <a:gd name="csY22" fmla="*/ 31886 h 70185"/>
                <a:gd name="csX23" fmla="*/ 43579 w 68962"/>
                <a:gd name="csY23" fmla="*/ 47177 h 70185"/>
                <a:gd name="csX24" fmla="*/ 25689 w 68962"/>
                <a:gd name="csY24" fmla="*/ 66903 h 70185"/>
                <a:gd name="csX25" fmla="*/ 11927 w 68962"/>
                <a:gd name="csY25" fmla="*/ 53905 h 70185"/>
                <a:gd name="csX26" fmla="*/ 43579 w 68962"/>
                <a:gd name="csY26" fmla="*/ 31886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8962" h="70185">
                  <a:moveTo>
                    <a:pt x="44650" y="56963"/>
                  </a:moveTo>
                  <a:cubicBezTo>
                    <a:pt x="45261" y="63080"/>
                    <a:pt x="49390" y="69502"/>
                    <a:pt x="56577" y="69502"/>
                  </a:cubicBezTo>
                  <a:cubicBezTo>
                    <a:pt x="59788" y="69502"/>
                    <a:pt x="69115" y="67361"/>
                    <a:pt x="69115" y="54976"/>
                  </a:cubicBezTo>
                  <a:lnTo>
                    <a:pt x="69115" y="46413"/>
                  </a:lnTo>
                  <a:lnTo>
                    <a:pt x="65292" y="46413"/>
                  </a:lnTo>
                  <a:lnTo>
                    <a:pt x="65292" y="54976"/>
                  </a:lnTo>
                  <a:cubicBezTo>
                    <a:pt x="65292" y="63844"/>
                    <a:pt x="61470" y="64762"/>
                    <a:pt x="59788" y="64762"/>
                  </a:cubicBezTo>
                  <a:cubicBezTo>
                    <a:pt x="54742" y="64762"/>
                    <a:pt x="54130" y="57881"/>
                    <a:pt x="54130" y="57116"/>
                  </a:cubicBezTo>
                  <a:lnTo>
                    <a:pt x="54130" y="26535"/>
                  </a:lnTo>
                  <a:cubicBezTo>
                    <a:pt x="54130" y="20112"/>
                    <a:pt x="54130" y="14149"/>
                    <a:pt x="48625" y="8491"/>
                  </a:cubicBezTo>
                  <a:cubicBezTo>
                    <a:pt x="42662" y="2528"/>
                    <a:pt x="35016" y="81"/>
                    <a:pt x="27677" y="81"/>
                  </a:cubicBezTo>
                  <a:cubicBezTo>
                    <a:pt x="15138" y="81"/>
                    <a:pt x="4587" y="7268"/>
                    <a:pt x="4587" y="17360"/>
                  </a:cubicBezTo>
                  <a:cubicBezTo>
                    <a:pt x="4587" y="21947"/>
                    <a:pt x="7646" y="24547"/>
                    <a:pt x="11621" y="24547"/>
                  </a:cubicBezTo>
                  <a:cubicBezTo>
                    <a:pt x="15903" y="24547"/>
                    <a:pt x="18655" y="21489"/>
                    <a:pt x="18655" y="17513"/>
                  </a:cubicBezTo>
                  <a:cubicBezTo>
                    <a:pt x="18655" y="15678"/>
                    <a:pt x="17891" y="10632"/>
                    <a:pt x="10857" y="10479"/>
                  </a:cubicBezTo>
                  <a:cubicBezTo>
                    <a:pt x="14985" y="5127"/>
                    <a:pt x="22478" y="3445"/>
                    <a:pt x="27371" y="3445"/>
                  </a:cubicBezTo>
                  <a:cubicBezTo>
                    <a:pt x="34864" y="3445"/>
                    <a:pt x="43579" y="9409"/>
                    <a:pt x="43579" y="23018"/>
                  </a:cubicBezTo>
                  <a:lnTo>
                    <a:pt x="43579" y="28675"/>
                  </a:lnTo>
                  <a:cubicBezTo>
                    <a:pt x="35781" y="29134"/>
                    <a:pt x="25077" y="29593"/>
                    <a:pt x="15444" y="34180"/>
                  </a:cubicBezTo>
                  <a:cubicBezTo>
                    <a:pt x="3976" y="39379"/>
                    <a:pt x="153" y="47330"/>
                    <a:pt x="153" y="54058"/>
                  </a:cubicBezTo>
                  <a:cubicBezTo>
                    <a:pt x="153" y="66444"/>
                    <a:pt x="14985" y="70267"/>
                    <a:pt x="24619" y="70267"/>
                  </a:cubicBezTo>
                  <a:cubicBezTo>
                    <a:pt x="34711" y="70267"/>
                    <a:pt x="41744" y="64150"/>
                    <a:pt x="44650" y="56963"/>
                  </a:cubicBezTo>
                  <a:close/>
                  <a:moveTo>
                    <a:pt x="43579" y="31886"/>
                  </a:moveTo>
                  <a:lnTo>
                    <a:pt x="43579" y="47177"/>
                  </a:lnTo>
                  <a:cubicBezTo>
                    <a:pt x="43579" y="61704"/>
                    <a:pt x="32570" y="66903"/>
                    <a:pt x="25689" y="66903"/>
                  </a:cubicBezTo>
                  <a:cubicBezTo>
                    <a:pt x="18196" y="66903"/>
                    <a:pt x="11927" y="61551"/>
                    <a:pt x="11927" y="53905"/>
                  </a:cubicBezTo>
                  <a:cubicBezTo>
                    <a:pt x="11927" y="45495"/>
                    <a:pt x="18349" y="32804"/>
                    <a:pt x="43579" y="31886"/>
                  </a:cubicBezTo>
                  <a:close/>
                </a:path>
              </a:pathLst>
            </a:custGeom>
            <a:solidFill>
              <a:srgbClr val="000000"/>
            </a:solidFill>
            <a:ln w="25400" cap="flat">
              <a:noFill/>
              <a:prstDash val="solid"/>
              <a:miter/>
            </a:ln>
          </p:spPr>
          <p:txBody>
            <a:bodyPr/>
            <a:lstStyle/>
            <a:p>
              <a:endParaRPr lang="en-US"/>
            </a:p>
          </p:txBody>
        </p:sp>
        <p:sp>
          <p:nvSpPr>
            <p:cNvPr id="26" name="Freeform: Shape 25">
              <a:extLst>
                <a:ext uri="{FF2B5EF4-FFF2-40B4-BE49-F238E27FC236}">
                  <a16:creationId xmlns:a16="http://schemas.microsoft.com/office/drawing/2014/main" id="{5F32DFBB-0042-9217-EE9B-AE0BC5FA5798}"/>
                </a:ext>
              </a:extLst>
            </p:cNvPr>
            <p:cNvSpPr/>
            <p:nvPr>
              <p:custDataLst>
                <p:tags r:id="rId27"/>
              </p:custDataLst>
            </p:nvPr>
          </p:nvSpPr>
          <p:spPr>
            <a:xfrm>
              <a:off x="3507583" y="3815825"/>
              <a:ext cx="119422" cy="67585"/>
            </a:xfrm>
            <a:custGeom>
              <a:avLst/>
              <a:gdLst>
                <a:gd name="csX0" fmla="*/ 12085 w 119422"/>
                <a:gd name="csY0" fmla="*/ 15066 h 67585"/>
                <a:gd name="csX1" fmla="*/ 12085 w 119422"/>
                <a:gd name="csY1" fmla="*/ 56046 h 67585"/>
                <a:gd name="csX2" fmla="*/ 158 w 119422"/>
                <a:gd name="csY2" fmla="*/ 62927 h 67585"/>
                <a:gd name="csX3" fmla="*/ 158 w 119422"/>
                <a:gd name="csY3" fmla="*/ 67667 h 67585"/>
                <a:gd name="csX4" fmla="*/ 17437 w 119422"/>
                <a:gd name="csY4" fmla="*/ 67208 h 67585"/>
                <a:gd name="csX5" fmla="*/ 34563 w 119422"/>
                <a:gd name="csY5" fmla="*/ 67667 h 67585"/>
                <a:gd name="csX6" fmla="*/ 34563 w 119422"/>
                <a:gd name="csY6" fmla="*/ 62927 h 67585"/>
                <a:gd name="csX7" fmla="*/ 22636 w 119422"/>
                <a:gd name="csY7" fmla="*/ 56046 h 67585"/>
                <a:gd name="csX8" fmla="*/ 22636 w 119422"/>
                <a:gd name="csY8" fmla="*/ 27911 h 67585"/>
                <a:gd name="csX9" fmla="*/ 43279 w 119422"/>
                <a:gd name="csY9" fmla="*/ 3445 h 67585"/>
                <a:gd name="csX10" fmla="*/ 54594 w 119422"/>
                <a:gd name="csY10" fmla="*/ 20418 h 67585"/>
                <a:gd name="csX11" fmla="*/ 54594 w 119422"/>
                <a:gd name="csY11" fmla="*/ 56046 h 67585"/>
                <a:gd name="csX12" fmla="*/ 42667 w 119422"/>
                <a:gd name="csY12" fmla="*/ 62927 h 67585"/>
                <a:gd name="csX13" fmla="*/ 42667 w 119422"/>
                <a:gd name="csY13" fmla="*/ 67667 h 67585"/>
                <a:gd name="csX14" fmla="*/ 59946 w 119422"/>
                <a:gd name="csY14" fmla="*/ 67208 h 67585"/>
                <a:gd name="csX15" fmla="*/ 77071 w 119422"/>
                <a:gd name="csY15" fmla="*/ 67667 h 67585"/>
                <a:gd name="csX16" fmla="*/ 77071 w 119422"/>
                <a:gd name="csY16" fmla="*/ 62927 h 67585"/>
                <a:gd name="csX17" fmla="*/ 65145 w 119422"/>
                <a:gd name="csY17" fmla="*/ 56046 h 67585"/>
                <a:gd name="csX18" fmla="*/ 65145 w 119422"/>
                <a:gd name="csY18" fmla="*/ 27911 h 67585"/>
                <a:gd name="csX19" fmla="*/ 85787 w 119422"/>
                <a:gd name="csY19" fmla="*/ 3445 h 67585"/>
                <a:gd name="csX20" fmla="*/ 97103 w 119422"/>
                <a:gd name="csY20" fmla="*/ 20418 h 67585"/>
                <a:gd name="csX21" fmla="*/ 97103 w 119422"/>
                <a:gd name="csY21" fmla="*/ 56046 h 67585"/>
                <a:gd name="csX22" fmla="*/ 85176 w 119422"/>
                <a:gd name="csY22" fmla="*/ 62927 h 67585"/>
                <a:gd name="csX23" fmla="*/ 85176 w 119422"/>
                <a:gd name="csY23" fmla="*/ 67667 h 67585"/>
                <a:gd name="csX24" fmla="*/ 102454 w 119422"/>
                <a:gd name="csY24" fmla="*/ 67208 h 67585"/>
                <a:gd name="csX25" fmla="*/ 119580 w 119422"/>
                <a:gd name="csY25" fmla="*/ 67667 h 67585"/>
                <a:gd name="csX26" fmla="*/ 119580 w 119422"/>
                <a:gd name="csY26" fmla="*/ 62927 h 67585"/>
                <a:gd name="csX27" fmla="*/ 107653 w 119422"/>
                <a:gd name="csY27" fmla="*/ 58340 h 67585"/>
                <a:gd name="csX28" fmla="*/ 107653 w 119422"/>
                <a:gd name="csY28" fmla="*/ 29134 h 67585"/>
                <a:gd name="csX29" fmla="*/ 102913 w 119422"/>
                <a:gd name="csY29" fmla="*/ 5739 h 67585"/>
                <a:gd name="csX30" fmla="*/ 86858 w 119422"/>
                <a:gd name="csY30" fmla="*/ 81 h 67585"/>
                <a:gd name="csX31" fmla="*/ 64686 w 119422"/>
                <a:gd name="csY31" fmla="*/ 15066 h 67585"/>
                <a:gd name="csX32" fmla="*/ 44349 w 119422"/>
                <a:gd name="csY32" fmla="*/ 81 h 67585"/>
                <a:gd name="csX33" fmla="*/ 21718 w 119422"/>
                <a:gd name="csY33" fmla="*/ 16137 h 67585"/>
                <a:gd name="csX34" fmla="*/ 21718 w 119422"/>
                <a:gd name="csY34" fmla="*/ 81 h 67585"/>
                <a:gd name="csX35" fmla="*/ 158 w 119422"/>
                <a:gd name="csY35" fmla="*/ 1763 h 67585"/>
                <a:gd name="csX36" fmla="*/ 158 w 119422"/>
                <a:gd name="csY36" fmla="*/ 6503 h 67585"/>
                <a:gd name="csX37" fmla="*/ 12085 w 119422"/>
                <a:gd name="csY37" fmla="*/ 15066 h 67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19422" h="67585">
                  <a:moveTo>
                    <a:pt x="12085" y="15066"/>
                  </a:moveTo>
                  <a:lnTo>
                    <a:pt x="12085" y="56046"/>
                  </a:lnTo>
                  <a:cubicBezTo>
                    <a:pt x="12085" y="62927"/>
                    <a:pt x="10403" y="62927"/>
                    <a:pt x="158" y="62927"/>
                  </a:cubicBezTo>
                  <a:lnTo>
                    <a:pt x="158" y="67667"/>
                  </a:lnTo>
                  <a:cubicBezTo>
                    <a:pt x="5510" y="67514"/>
                    <a:pt x="13308" y="67208"/>
                    <a:pt x="17437" y="67208"/>
                  </a:cubicBezTo>
                  <a:cubicBezTo>
                    <a:pt x="21412" y="67208"/>
                    <a:pt x="29364" y="67514"/>
                    <a:pt x="34563" y="67667"/>
                  </a:cubicBezTo>
                  <a:lnTo>
                    <a:pt x="34563" y="62927"/>
                  </a:lnTo>
                  <a:cubicBezTo>
                    <a:pt x="24318" y="62927"/>
                    <a:pt x="22636" y="62927"/>
                    <a:pt x="22636" y="56046"/>
                  </a:cubicBezTo>
                  <a:lnTo>
                    <a:pt x="22636" y="27911"/>
                  </a:lnTo>
                  <a:cubicBezTo>
                    <a:pt x="22636" y="12008"/>
                    <a:pt x="33492" y="3445"/>
                    <a:pt x="43279" y="3445"/>
                  </a:cubicBezTo>
                  <a:cubicBezTo>
                    <a:pt x="52912" y="3445"/>
                    <a:pt x="54594" y="11702"/>
                    <a:pt x="54594" y="20418"/>
                  </a:cubicBezTo>
                  <a:lnTo>
                    <a:pt x="54594" y="56046"/>
                  </a:lnTo>
                  <a:cubicBezTo>
                    <a:pt x="54594" y="62927"/>
                    <a:pt x="52912" y="62927"/>
                    <a:pt x="42667" y="62927"/>
                  </a:cubicBezTo>
                  <a:lnTo>
                    <a:pt x="42667" y="67667"/>
                  </a:lnTo>
                  <a:cubicBezTo>
                    <a:pt x="48019" y="67514"/>
                    <a:pt x="55817" y="67208"/>
                    <a:pt x="59946" y="67208"/>
                  </a:cubicBezTo>
                  <a:cubicBezTo>
                    <a:pt x="63921" y="67208"/>
                    <a:pt x="71873" y="67514"/>
                    <a:pt x="77071" y="67667"/>
                  </a:cubicBezTo>
                  <a:lnTo>
                    <a:pt x="77071" y="62927"/>
                  </a:lnTo>
                  <a:cubicBezTo>
                    <a:pt x="66827" y="62927"/>
                    <a:pt x="65145" y="62927"/>
                    <a:pt x="65145" y="56046"/>
                  </a:cubicBezTo>
                  <a:lnTo>
                    <a:pt x="65145" y="27911"/>
                  </a:lnTo>
                  <a:cubicBezTo>
                    <a:pt x="65145" y="12008"/>
                    <a:pt x="76001" y="3445"/>
                    <a:pt x="85787" y="3445"/>
                  </a:cubicBezTo>
                  <a:cubicBezTo>
                    <a:pt x="95421" y="3445"/>
                    <a:pt x="97103" y="11702"/>
                    <a:pt x="97103" y="20418"/>
                  </a:cubicBezTo>
                  <a:lnTo>
                    <a:pt x="97103" y="56046"/>
                  </a:lnTo>
                  <a:cubicBezTo>
                    <a:pt x="97103" y="62927"/>
                    <a:pt x="95421" y="62927"/>
                    <a:pt x="85176" y="62927"/>
                  </a:cubicBezTo>
                  <a:lnTo>
                    <a:pt x="85176" y="67667"/>
                  </a:lnTo>
                  <a:cubicBezTo>
                    <a:pt x="90527" y="67514"/>
                    <a:pt x="98326" y="67208"/>
                    <a:pt x="102454" y="67208"/>
                  </a:cubicBezTo>
                  <a:cubicBezTo>
                    <a:pt x="106430" y="67208"/>
                    <a:pt x="114381" y="67514"/>
                    <a:pt x="119580" y="67667"/>
                  </a:cubicBezTo>
                  <a:lnTo>
                    <a:pt x="119580" y="62927"/>
                  </a:lnTo>
                  <a:cubicBezTo>
                    <a:pt x="111629" y="62927"/>
                    <a:pt x="107806" y="62927"/>
                    <a:pt x="107653" y="58340"/>
                  </a:cubicBezTo>
                  <a:lnTo>
                    <a:pt x="107653" y="29134"/>
                  </a:lnTo>
                  <a:cubicBezTo>
                    <a:pt x="107653" y="15984"/>
                    <a:pt x="107653" y="11244"/>
                    <a:pt x="102913" y="5739"/>
                  </a:cubicBezTo>
                  <a:cubicBezTo>
                    <a:pt x="100772" y="3139"/>
                    <a:pt x="95726" y="81"/>
                    <a:pt x="86858" y="81"/>
                  </a:cubicBezTo>
                  <a:cubicBezTo>
                    <a:pt x="74013" y="81"/>
                    <a:pt x="67285" y="9256"/>
                    <a:pt x="64686" y="15066"/>
                  </a:cubicBezTo>
                  <a:cubicBezTo>
                    <a:pt x="62545" y="1763"/>
                    <a:pt x="51230" y="81"/>
                    <a:pt x="44349" y="81"/>
                  </a:cubicBezTo>
                  <a:cubicBezTo>
                    <a:pt x="33187" y="81"/>
                    <a:pt x="26000" y="6656"/>
                    <a:pt x="21718" y="16137"/>
                  </a:cubicBezTo>
                  <a:lnTo>
                    <a:pt x="21718" y="81"/>
                  </a:lnTo>
                  <a:lnTo>
                    <a:pt x="158" y="1763"/>
                  </a:lnTo>
                  <a:lnTo>
                    <a:pt x="158" y="6503"/>
                  </a:lnTo>
                  <a:cubicBezTo>
                    <a:pt x="10862" y="6503"/>
                    <a:pt x="12085" y="7574"/>
                    <a:pt x="12085" y="15066"/>
                  </a:cubicBezTo>
                  <a:close/>
                </a:path>
              </a:pathLst>
            </a:custGeom>
            <a:solidFill>
              <a:srgbClr val="000000"/>
            </a:solidFill>
            <a:ln w="25400" cap="flat">
              <a:noFill/>
              <a:prstDash val="solid"/>
              <a:miter/>
            </a:ln>
          </p:spPr>
          <p:txBody>
            <a:bodyPr/>
            <a:lstStyle/>
            <a:p>
              <a:endParaRPr lang="en-US"/>
            </a:p>
          </p:txBody>
        </p:sp>
        <p:sp>
          <p:nvSpPr>
            <p:cNvPr id="27" name="Freeform: Shape 26">
              <a:extLst>
                <a:ext uri="{FF2B5EF4-FFF2-40B4-BE49-F238E27FC236}">
                  <a16:creationId xmlns:a16="http://schemas.microsoft.com/office/drawing/2014/main" id="{FC47DBC8-7249-9A60-5B59-772B25D10ED0}"/>
                </a:ext>
              </a:extLst>
            </p:cNvPr>
            <p:cNvSpPr/>
            <p:nvPr>
              <p:custDataLst>
                <p:tags r:id="rId28"/>
              </p:custDataLst>
            </p:nvPr>
          </p:nvSpPr>
          <p:spPr>
            <a:xfrm>
              <a:off x="3635161" y="3781115"/>
              <a:ext cx="32722" cy="102296"/>
            </a:xfrm>
            <a:custGeom>
              <a:avLst/>
              <a:gdLst>
                <a:gd name="csX0" fmla="*/ 22185 w 32722"/>
                <a:gd name="csY0" fmla="*/ 34792 h 102296"/>
                <a:gd name="csX1" fmla="*/ 778 w 32722"/>
                <a:gd name="csY1" fmla="*/ 36474 h 102296"/>
                <a:gd name="csX2" fmla="*/ 778 w 32722"/>
                <a:gd name="csY2" fmla="*/ 41214 h 102296"/>
                <a:gd name="csX3" fmla="*/ 12093 w 32722"/>
                <a:gd name="csY3" fmla="*/ 49624 h 102296"/>
                <a:gd name="csX4" fmla="*/ 12093 w 32722"/>
                <a:gd name="csY4" fmla="*/ 90756 h 102296"/>
                <a:gd name="csX5" fmla="*/ 166 w 32722"/>
                <a:gd name="csY5" fmla="*/ 97637 h 102296"/>
                <a:gd name="csX6" fmla="*/ 166 w 32722"/>
                <a:gd name="csY6" fmla="*/ 102377 h 102296"/>
                <a:gd name="csX7" fmla="*/ 16986 w 32722"/>
                <a:gd name="csY7" fmla="*/ 101919 h 102296"/>
                <a:gd name="csX8" fmla="*/ 32889 w 32722"/>
                <a:gd name="csY8" fmla="*/ 102377 h 102296"/>
                <a:gd name="csX9" fmla="*/ 32889 w 32722"/>
                <a:gd name="csY9" fmla="*/ 97637 h 102296"/>
                <a:gd name="csX10" fmla="*/ 22185 w 32722"/>
                <a:gd name="csY10" fmla="*/ 90909 h 102296"/>
                <a:gd name="csX11" fmla="*/ 22185 w 32722"/>
                <a:gd name="csY11" fmla="*/ 34792 h 102296"/>
                <a:gd name="csX12" fmla="*/ 22797 w 32722"/>
                <a:gd name="csY12" fmla="*/ 8185 h 102296"/>
                <a:gd name="csX13" fmla="*/ 14693 w 32722"/>
                <a:gd name="csY13" fmla="*/ 81 h 102296"/>
                <a:gd name="csX14" fmla="*/ 6589 w 32722"/>
                <a:gd name="csY14" fmla="*/ 8185 h 102296"/>
                <a:gd name="csX15" fmla="*/ 14693 w 32722"/>
                <a:gd name="csY15" fmla="*/ 16290 h 102296"/>
                <a:gd name="csX16" fmla="*/ 22797 w 32722"/>
                <a:gd name="csY16" fmla="*/ 8185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22" h="102296">
                  <a:moveTo>
                    <a:pt x="22185" y="34792"/>
                  </a:moveTo>
                  <a:lnTo>
                    <a:pt x="778" y="36474"/>
                  </a:lnTo>
                  <a:lnTo>
                    <a:pt x="778" y="41214"/>
                  </a:lnTo>
                  <a:cubicBezTo>
                    <a:pt x="10717" y="41214"/>
                    <a:pt x="12093" y="42131"/>
                    <a:pt x="12093" y="49624"/>
                  </a:cubicBezTo>
                  <a:lnTo>
                    <a:pt x="12093" y="90756"/>
                  </a:lnTo>
                  <a:cubicBezTo>
                    <a:pt x="12093" y="97637"/>
                    <a:pt x="10411" y="97637"/>
                    <a:pt x="166" y="97637"/>
                  </a:cubicBezTo>
                  <a:lnTo>
                    <a:pt x="166" y="102377"/>
                  </a:lnTo>
                  <a:cubicBezTo>
                    <a:pt x="5059" y="102225"/>
                    <a:pt x="13317" y="101919"/>
                    <a:pt x="16986" y="101919"/>
                  </a:cubicBezTo>
                  <a:cubicBezTo>
                    <a:pt x="22338" y="101919"/>
                    <a:pt x="27690" y="102225"/>
                    <a:pt x="32889" y="102377"/>
                  </a:cubicBezTo>
                  <a:lnTo>
                    <a:pt x="32889" y="97637"/>
                  </a:lnTo>
                  <a:cubicBezTo>
                    <a:pt x="22797" y="97637"/>
                    <a:pt x="22185" y="96873"/>
                    <a:pt x="22185" y="90909"/>
                  </a:cubicBezTo>
                  <a:lnTo>
                    <a:pt x="22185" y="34792"/>
                  </a:lnTo>
                  <a:close/>
                  <a:moveTo>
                    <a:pt x="22797" y="8185"/>
                  </a:moveTo>
                  <a:cubicBezTo>
                    <a:pt x="22797" y="3292"/>
                    <a:pt x="18974" y="81"/>
                    <a:pt x="14693" y="81"/>
                  </a:cubicBezTo>
                  <a:cubicBezTo>
                    <a:pt x="9953" y="81"/>
                    <a:pt x="6589" y="4210"/>
                    <a:pt x="6589" y="8185"/>
                  </a:cubicBezTo>
                  <a:cubicBezTo>
                    <a:pt x="6589" y="12314"/>
                    <a:pt x="9953" y="16290"/>
                    <a:pt x="14693" y="16290"/>
                  </a:cubicBezTo>
                  <a:cubicBezTo>
                    <a:pt x="18974" y="16290"/>
                    <a:pt x="22797" y="13078"/>
                    <a:pt x="22797" y="8185"/>
                  </a:cubicBezTo>
                  <a:close/>
                </a:path>
              </a:pathLst>
            </a:custGeom>
            <a:solidFill>
              <a:srgbClr val="000000"/>
            </a:solidFill>
            <a:ln w="25400" cap="flat">
              <a:noFill/>
              <a:prstDash val="solid"/>
              <a:miter/>
            </a:ln>
          </p:spPr>
          <p:txBody>
            <a:bodyPr/>
            <a:lstStyle/>
            <a:p>
              <a:endParaRPr lang="en-US"/>
            </a:p>
          </p:txBody>
        </p:sp>
        <p:sp>
          <p:nvSpPr>
            <p:cNvPr id="28" name="Freeform: Shape 27">
              <a:extLst>
                <a:ext uri="{FF2B5EF4-FFF2-40B4-BE49-F238E27FC236}">
                  <a16:creationId xmlns:a16="http://schemas.microsoft.com/office/drawing/2014/main" id="{FCD3DAAB-60E6-CFD3-2E69-B525E9E0C699}"/>
                </a:ext>
              </a:extLst>
            </p:cNvPr>
            <p:cNvSpPr/>
            <p:nvPr>
              <p:custDataLst>
                <p:tags r:id="rId29"/>
              </p:custDataLst>
            </p:nvPr>
          </p:nvSpPr>
          <p:spPr>
            <a:xfrm>
              <a:off x="3677636" y="3777292"/>
              <a:ext cx="33945" cy="106119"/>
            </a:xfrm>
            <a:custGeom>
              <a:avLst/>
              <a:gdLst>
                <a:gd name="csX0" fmla="*/ 22188 w 33945"/>
                <a:gd name="csY0" fmla="*/ 81 h 106119"/>
                <a:gd name="csX1" fmla="*/ 169 w 33945"/>
                <a:gd name="csY1" fmla="*/ 1763 h 106119"/>
                <a:gd name="csX2" fmla="*/ 169 w 33945"/>
                <a:gd name="csY2" fmla="*/ 6503 h 106119"/>
                <a:gd name="csX3" fmla="*/ 12096 w 33945"/>
                <a:gd name="csY3" fmla="*/ 15066 h 106119"/>
                <a:gd name="csX4" fmla="*/ 12096 w 33945"/>
                <a:gd name="csY4" fmla="*/ 94579 h 106119"/>
                <a:gd name="csX5" fmla="*/ 169 w 33945"/>
                <a:gd name="csY5" fmla="*/ 101460 h 106119"/>
                <a:gd name="csX6" fmla="*/ 169 w 33945"/>
                <a:gd name="csY6" fmla="*/ 106200 h 106119"/>
                <a:gd name="csX7" fmla="*/ 17142 w 33945"/>
                <a:gd name="csY7" fmla="*/ 105741 h 106119"/>
                <a:gd name="csX8" fmla="*/ 34115 w 33945"/>
                <a:gd name="csY8" fmla="*/ 106200 h 106119"/>
                <a:gd name="csX9" fmla="*/ 34115 w 33945"/>
                <a:gd name="csY9" fmla="*/ 101460 h 106119"/>
                <a:gd name="csX10" fmla="*/ 22188 w 33945"/>
                <a:gd name="csY10" fmla="*/ 94579 h 106119"/>
                <a:gd name="csX11" fmla="*/ 22188 w 33945"/>
                <a:gd name="csY11" fmla="*/ 81 h 106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3945" h="106119">
                  <a:moveTo>
                    <a:pt x="22188" y="81"/>
                  </a:moveTo>
                  <a:lnTo>
                    <a:pt x="169" y="1763"/>
                  </a:lnTo>
                  <a:lnTo>
                    <a:pt x="169" y="6503"/>
                  </a:lnTo>
                  <a:cubicBezTo>
                    <a:pt x="10873" y="6503"/>
                    <a:pt x="12096" y="7574"/>
                    <a:pt x="12096" y="15066"/>
                  </a:cubicBezTo>
                  <a:lnTo>
                    <a:pt x="12096" y="94579"/>
                  </a:lnTo>
                  <a:cubicBezTo>
                    <a:pt x="12096" y="101460"/>
                    <a:pt x="10414" y="101460"/>
                    <a:pt x="169" y="101460"/>
                  </a:cubicBezTo>
                  <a:lnTo>
                    <a:pt x="169" y="106200"/>
                  </a:lnTo>
                  <a:cubicBezTo>
                    <a:pt x="5215" y="106047"/>
                    <a:pt x="13319" y="105741"/>
                    <a:pt x="17142" y="105741"/>
                  </a:cubicBezTo>
                  <a:cubicBezTo>
                    <a:pt x="20965" y="105741"/>
                    <a:pt x="28457" y="106047"/>
                    <a:pt x="34115" y="106200"/>
                  </a:cubicBezTo>
                  <a:lnTo>
                    <a:pt x="34115" y="101460"/>
                  </a:lnTo>
                  <a:cubicBezTo>
                    <a:pt x="23870" y="101460"/>
                    <a:pt x="22188" y="101460"/>
                    <a:pt x="22188" y="94579"/>
                  </a:cubicBezTo>
                  <a:lnTo>
                    <a:pt x="22188" y="81"/>
                  </a:lnTo>
                  <a:close/>
                </a:path>
              </a:pathLst>
            </a:custGeom>
            <a:solidFill>
              <a:srgbClr val="000000"/>
            </a:solidFill>
            <a:ln w="25400" cap="flat">
              <a:noFill/>
              <a:prstDash val="solid"/>
              <a:miter/>
            </a:ln>
          </p:spPr>
          <p:txBody>
            <a:bodyPr/>
            <a:lstStyle/>
            <a:p>
              <a:endParaRPr lang="en-US"/>
            </a:p>
          </p:txBody>
        </p:sp>
        <p:sp>
          <p:nvSpPr>
            <p:cNvPr id="29" name="Freeform: Shape 28">
              <a:extLst>
                <a:ext uri="{FF2B5EF4-FFF2-40B4-BE49-F238E27FC236}">
                  <a16:creationId xmlns:a16="http://schemas.microsoft.com/office/drawing/2014/main" id="{FD08E9C1-3705-C967-35C6-B24E7433B42F}"/>
                </a:ext>
              </a:extLst>
            </p:cNvPr>
            <p:cNvSpPr/>
            <p:nvPr>
              <p:custDataLst>
                <p:tags r:id="rId30"/>
              </p:custDataLst>
            </p:nvPr>
          </p:nvSpPr>
          <p:spPr>
            <a:xfrm>
              <a:off x="3720111" y="3781115"/>
              <a:ext cx="32722" cy="102296"/>
            </a:xfrm>
            <a:custGeom>
              <a:avLst/>
              <a:gdLst>
                <a:gd name="csX0" fmla="*/ 22191 w 32722"/>
                <a:gd name="csY0" fmla="*/ 34792 h 102296"/>
                <a:gd name="csX1" fmla="*/ 784 w 32722"/>
                <a:gd name="csY1" fmla="*/ 36474 h 102296"/>
                <a:gd name="csX2" fmla="*/ 784 w 32722"/>
                <a:gd name="csY2" fmla="*/ 41214 h 102296"/>
                <a:gd name="csX3" fmla="*/ 12099 w 32722"/>
                <a:gd name="csY3" fmla="*/ 49624 h 102296"/>
                <a:gd name="csX4" fmla="*/ 12099 w 32722"/>
                <a:gd name="csY4" fmla="*/ 90756 h 102296"/>
                <a:gd name="csX5" fmla="*/ 172 w 32722"/>
                <a:gd name="csY5" fmla="*/ 97637 h 102296"/>
                <a:gd name="csX6" fmla="*/ 172 w 32722"/>
                <a:gd name="csY6" fmla="*/ 102377 h 102296"/>
                <a:gd name="csX7" fmla="*/ 16992 w 32722"/>
                <a:gd name="csY7" fmla="*/ 101919 h 102296"/>
                <a:gd name="csX8" fmla="*/ 32895 w 32722"/>
                <a:gd name="csY8" fmla="*/ 102377 h 102296"/>
                <a:gd name="csX9" fmla="*/ 32895 w 32722"/>
                <a:gd name="csY9" fmla="*/ 97637 h 102296"/>
                <a:gd name="csX10" fmla="*/ 22191 w 32722"/>
                <a:gd name="csY10" fmla="*/ 90909 h 102296"/>
                <a:gd name="csX11" fmla="*/ 22191 w 32722"/>
                <a:gd name="csY11" fmla="*/ 34792 h 102296"/>
                <a:gd name="csX12" fmla="*/ 22803 w 32722"/>
                <a:gd name="csY12" fmla="*/ 8185 h 102296"/>
                <a:gd name="csX13" fmla="*/ 14698 w 32722"/>
                <a:gd name="csY13" fmla="*/ 81 h 102296"/>
                <a:gd name="csX14" fmla="*/ 6594 w 32722"/>
                <a:gd name="csY14" fmla="*/ 8185 h 102296"/>
                <a:gd name="csX15" fmla="*/ 14698 w 32722"/>
                <a:gd name="csY15" fmla="*/ 16290 h 102296"/>
                <a:gd name="csX16" fmla="*/ 22803 w 32722"/>
                <a:gd name="csY16" fmla="*/ 8185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22" h="102296">
                  <a:moveTo>
                    <a:pt x="22191" y="34792"/>
                  </a:moveTo>
                  <a:lnTo>
                    <a:pt x="784" y="36474"/>
                  </a:lnTo>
                  <a:lnTo>
                    <a:pt x="784" y="41214"/>
                  </a:lnTo>
                  <a:cubicBezTo>
                    <a:pt x="10723" y="41214"/>
                    <a:pt x="12099" y="42131"/>
                    <a:pt x="12099" y="49624"/>
                  </a:cubicBezTo>
                  <a:lnTo>
                    <a:pt x="12099" y="90756"/>
                  </a:lnTo>
                  <a:cubicBezTo>
                    <a:pt x="12099" y="97637"/>
                    <a:pt x="10417" y="97637"/>
                    <a:pt x="172" y="97637"/>
                  </a:cubicBezTo>
                  <a:lnTo>
                    <a:pt x="172" y="102377"/>
                  </a:lnTo>
                  <a:cubicBezTo>
                    <a:pt x="5065" y="102225"/>
                    <a:pt x="13322" y="101919"/>
                    <a:pt x="16992" y="101919"/>
                  </a:cubicBezTo>
                  <a:cubicBezTo>
                    <a:pt x="22344" y="101919"/>
                    <a:pt x="27696" y="102225"/>
                    <a:pt x="32895" y="102377"/>
                  </a:cubicBezTo>
                  <a:lnTo>
                    <a:pt x="32895" y="97637"/>
                  </a:lnTo>
                  <a:cubicBezTo>
                    <a:pt x="22803" y="97637"/>
                    <a:pt x="22191" y="96873"/>
                    <a:pt x="22191" y="90909"/>
                  </a:cubicBezTo>
                  <a:lnTo>
                    <a:pt x="22191" y="34792"/>
                  </a:lnTo>
                  <a:close/>
                  <a:moveTo>
                    <a:pt x="22803" y="8185"/>
                  </a:moveTo>
                  <a:cubicBezTo>
                    <a:pt x="22803" y="3292"/>
                    <a:pt x="18980" y="81"/>
                    <a:pt x="14698" y="81"/>
                  </a:cubicBezTo>
                  <a:cubicBezTo>
                    <a:pt x="9958" y="81"/>
                    <a:pt x="6594" y="4210"/>
                    <a:pt x="6594" y="8185"/>
                  </a:cubicBezTo>
                  <a:cubicBezTo>
                    <a:pt x="6594" y="12314"/>
                    <a:pt x="9958" y="16290"/>
                    <a:pt x="14698" y="16290"/>
                  </a:cubicBezTo>
                  <a:cubicBezTo>
                    <a:pt x="18980" y="16290"/>
                    <a:pt x="22803" y="13078"/>
                    <a:pt x="22803" y="8185"/>
                  </a:cubicBezTo>
                  <a:close/>
                </a:path>
              </a:pathLst>
            </a:custGeom>
            <a:solidFill>
              <a:srgbClr val="000000"/>
            </a:solidFill>
            <a:ln w="25400" cap="flat">
              <a:noFill/>
              <a:prstDash val="solid"/>
              <a:miter/>
            </a:ln>
          </p:spPr>
          <p:txBody>
            <a:bodyPr/>
            <a:lstStyle/>
            <a:p>
              <a:endParaRPr lang="en-US"/>
            </a:p>
          </p:txBody>
        </p:sp>
        <p:sp>
          <p:nvSpPr>
            <p:cNvPr id="30" name="Freeform: Shape 29">
              <a:extLst>
                <a:ext uri="{FF2B5EF4-FFF2-40B4-BE49-F238E27FC236}">
                  <a16:creationId xmlns:a16="http://schemas.microsoft.com/office/drawing/2014/main" id="{8F43EDC5-4F20-BA85-C47E-E8224A441C64}"/>
                </a:ext>
              </a:extLst>
            </p:cNvPr>
            <p:cNvSpPr/>
            <p:nvPr>
              <p:custDataLst>
                <p:tags r:id="rId31"/>
              </p:custDataLst>
            </p:nvPr>
          </p:nvSpPr>
          <p:spPr>
            <a:xfrm>
              <a:off x="3763962" y="3814908"/>
              <a:ext cx="68962" cy="70185"/>
            </a:xfrm>
            <a:custGeom>
              <a:avLst/>
              <a:gdLst>
                <a:gd name="csX0" fmla="*/ 44671 w 68962"/>
                <a:gd name="csY0" fmla="*/ 56963 h 70185"/>
                <a:gd name="csX1" fmla="*/ 56598 w 68962"/>
                <a:gd name="csY1" fmla="*/ 69502 h 70185"/>
                <a:gd name="csX2" fmla="*/ 69137 w 68962"/>
                <a:gd name="csY2" fmla="*/ 54976 h 70185"/>
                <a:gd name="csX3" fmla="*/ 69137 w 68962"/>
                <a:gd name="csY3" fmla="*/ 46413 h 70185"/>
                <a:gd name="csX4" fmla="*/ 65314 w 68962"/>
                <a:gd name="csY4" fmla="*/ 46413 h 70185"/>
                <a:gd name="csX5" fmla="*/ 65314 w 68962"/>
                <a:gd name="csY5" fmla="*/ 54976 h 70185"/>
                <a:gd name="csX6" fmla="*/ 59809 w 68962"/>
                <a:gd name="csY6" fmla="*/ 64762 h 70185"/>
                <a:gd name="csX7" fmla="*/ 54152 w 68962"/>
                <a:gd name="csY7" fmla="*/ 57116 h 70185"/>
                <a:gd name="csX8" fmla="*/ 54152 w 68962"/>
                <a:gd name="csY8" fmla="*/ 26535 h 70185"/>
                <a:gd name="csX9" fmla="*/ 48647 w 68962"/>
                <a:gd name="csY9" fmla="*/ 8491 h 70185"/>
                <a:gd name="csX10" fmla="*/ 27698 w 68962"/>
                <a:gd name="csY10" fmla="*/ 81 h 70185"/>
                <a:gd name="csX11" fmla="*/ 4609 w 68962"/>
                <a:gd name="csY11" fmla="*/ 17360 h 70185"/>
                <a:gd name="csX12" fmla="*/ 11643 w 68962"/>
                <a:gd name="csY12" fmla="*/ 24547 h 70185"/>
                <a:gd name="csX13" fmla="*/ 18677 w 68962"/>
                <a:gd name="csY13" fmla="*/ 17513 h 70185"/>
                <a:gd name="csX14" fmla="*/ 10878 w 68962"/>
                <a:gd name="csY14" fmla="*/ 10479 h 70185"/>
                <a:gd name="csX15" fmla="*/ 27393 w 68962"/>
                <a:gd name="csY15" fmla="*/ 3445 h 70185"/>
                <a:gd name="csX16" fmla="*/ 43601 w 68962"/>
                <a:gd name="csY16" fmla="*/ 23018 h 70185"/>
                <a:gd name="csX17" fmla="*/ 43601 w 68962"/>
                <a:gd name="csY17" fmla="*/ 28675 h 70185"/>
                <a:gd name="csX18" fmla="*/ 15466 w 68962"/>
                <a:gd name="csY18" fmla="*/ 34180 h 70185"/>
                <a:gd name="csX19" fmla="*/ 175 w 68962"/>
                <a:gd name="csY19" fmla="*/ 54058 h 70185"/>
                <a:gd name="csX20" fmla="*/ 24640 w 68962"/>
                <a:gd name="csY20" fmla="*/ 70267 h 70185"/>
                <a:gd name="csX21" fmla="*/ 44671 w 68962"/>
                <a:gd name="csY21" fmla="*/ 56963 h 70185"/>
                <a:gd name="csX22" fmla="*/ 43601 w 68962"/>
                <a:gd name="csY22" fmla="*/ 31886 h 70185"/>
                <a:gd name="csX23" fmla="*/ 43601 w 68962"/>
                <a:gd name="csY23" fmla="*/ 47177 h 70185"/>
                <a:gd name="csX24" fmla="*/ 25711 w 68962"/>
                <a:gd name="csY24" fmla="*/ 66903 h 70185"/>
                <a:gd name="csX25" fmla="*/ 11949 w 68962"/>
                <a:gd name="csY25" fmla="*/ 53905 h 70185"/>
                <a:gd name="csX26" fmla="*/ 43601 w 68962"/>
                <a:gd name="csY26" fmla="*/ 31886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8962" h="70185">
                  <a:moveTo>
                    <a:pt x="44671" y="56963"/>
                  </a:moveTo>
                  <a:cubicBezTo>
                    <a:pt x="45283" y="63080"/>
                    <a:pt x="49411" y="69502"/>
                    <a:pt x="56598" y="69502"/>
                  </a:cubicBezTo>
                  <a:cubicBezTo>
                    <a:pt x="59809" y="69502"/>
                    <a:pt x="69137" y="67361"/>
                    <a:pt x="69137" y="54976"/>
                  </a:cubicBezTo>
                  <a:lnTo>
                    <a:pt x="69137" y="46413"/>
                  </a:lnTo>
                  <a:lnTo>
                    <a:pt x="65314" y="46413"/>
                  </a:lnTo>
                  <a:lnTo>
                    <a:pt x="65314" y="54976"/>
                  </a:lnTo>
                  <a:cubicBezTo>
                    <a:pt x="65314" y="63844"/>
                    <a:pt x="61491" y="64762"/>
                    <a:pt x="59809" y="64762"/>
                  </a:cubicBezTo>
                  <a:cubicBezTo>
                    <a:pt x="54763" y="64762"/>
                    <a:pt x="54152" y="57881"/>
                    <a:pt x="54152" y="57116"/>
                  </a:cubicBezTo>
                  <a:lnTo>
                    <a:pt x="54152" y="26535"/>
                  </a:lnTo>
                  <a:cubicBezTo>
                    <a:pt x="54152" y="20112"/>
                    <a:pt x="54152" y="14149"/>
                    <a:pt x="48647" y="8491"/>
                  </a:cubicBezTo>
                  <a:cubicBezTo>
                    <a:pt x="42683" y="2528"/>
                    <a:pt x="35038" y="81"/>
                    <a:pt x="27698" y="81"/>
                  </a:cubicBezTo>
                  <a:cubicBezTo>
                    <a:pt x="15160" y="81"/>
                    <a:pt x="4609" y="7268"/>
                    <a:pt x="4609" y="17360"/>
                  </a:cubicBezTo>
                  <a:cubicBezTo>
                    <a:pt x="4609" y="21947"/>
                    <a:pt x="7667" y="24547"/>
                    <a:pt x="11643" y="24547"/>
                  </a:cubicBezTo>
                  <a:cubicBezTo>
                    <a:pt x="15924" y="24547"/>
                    <a:pt x="18677" y="21489"/>
                    <a:pt x="18677" y="17513"/>
                  </a:cubicBezTo>
                  <a:cubicBezTo>
                    <a:pt x="18677" y="15678"/>
                    <a:pt x="17912" y="10632"/>
                    <a:pt x="10878" y="10479"/>
                  </a:cubicBezTo>
                  <a:cubicBezTo>
                    <a:pt x="15007" y="5127"/>
                    <a:pt x="22499" y="3445"/>
                    <a:pt x="27393" y="3445"/>
                  </a:cubicBezTo>
                  <a:cubicBezTo>
                    <a:pt x="34885" y="3445"/>
                    <a:pt x="43601" y="9409"/>
                    <a:pt x="43601" y="23018"/>
                  </a:cubicBezTo>
                  <a:lnTo>
                    <a:pt x="43601" y="28675"/>
                  </a:lnTo>
                  <a:cubicBezTo>
                    <a:pt x="35803" y="29134"/>
                    <a:pt x="25099" y="29593"/>
                    <a:pt x="15466" y="34180"/>
                  </a:cubicBezTo>
                  <a:cubicBezTo>
                    <a:pt x="3997" y="39379"/>
                    <a:pt x="175" y="47330"/>
                    <a:pt x="175" y="54058"/>
                  </a:cubicBezTo>
                  <a:cubicBezTo>
                    <a:pt x="175" y="66444"/>
                    <a:pt x="15007" y="70267"/>
                    <a:pt x="24640" y="70267"/>
                  </a:cubicBezTo>
                  <a:cubicBezTo>
                    <a:pt x="34732" y="70267"/>
                    <a:pt x="41766" y="64150"/>
                    <a:pt x="44671" y="56963"/>
                  </a:cubicBezTo>
                  <a:close/>
                  <a:moveTo>
                    <a:pt x="43601" y="31886"/>
                  </a:moveTo>
                  <a:lnTo>
                    <a:pt x="43601" y="47177"/>
                  </a:lnTo>
                  <a:cubicBezTo>
                    <a:pt x="43601" y="61704"/>
                    <a:pt x="32591" y="66903"/>
                    <a:pt x="25711" y="66903"/>
                  </a:cubicBezTo>
                  <a:cubicBezTo>
                    <a:pt x="18218" y="66903"/>
                    <a:pt x="11949" y="61551"/>
                    <a:pt x="11949" y="53905"/>
                  </a:cubicBezTo>
                  <a:cubicBezTo>
                    <a:pt x="11949" y="45495"/>
                    <a:pt x="18371" y="32804"/>
                    <a:pt x="43601" y="31886"/>
                  </a:cubicBezTo>
                  <a:close/>
                </a:path>
              </a:pathLst>
            </a:custGeom>
            <a:solidFill>
              <a:srgbClr val="000000"/>
            </a:solidFill>
            <a:ln w="25400" cap="flat">
              <a:noFill/>
              <a:prstDash val="solid"/>
              <a:miter/>
            </a:ln>
          </p:spPr>
          <p:txBody>
            <a:bodyPr/>
            <a:lstStyle/>
            <a:p>
              <a:endParaRPr lang="en-US"/>
            </a:p>
          </p:txBody>
        </p:sp>
        <p:sp>
          <p:nvSpPr>
            <p:cNvPr id="31" name="Freeform: Shape 30">
              <a:extLst>
                <a:ext uri="{FF2B5EF4-FFF2-40B4-BE49-F238E27FC236}">
                  <a16:creationId xmlns:a16="http://schemas.microsoft.com/office/drawing/2014/main" id="{CBD169A4-C931-3075-00EB-E30BBFB0BF46}"/>
                </a:ext>
              </a:extLst>
            </p:cNvPr>
            <p:cNvSpPr/>
            <p:nvPr>
              <p:custDataLst>
                <p:tags r:id="rId32"/>
              </p:custDataLst>
            </p:nvPr>
          </p:nvSpPr>
          <p:spPr>
            <a:xfrm>
              <a:off x="3839041" y="3814908"/>
              <a:ext cx="50001" cy="70185"/>
            </a:xfrm>
            <a:custGeom>
              <a:avLst/>
              <a:gdLst>
                <a:gd name="csX0" fmla="*/ 26939 w 50001"/>
                <a:gd name="csY0" fmla="*/ 38920 h 70185"/>
                <a:gd name="csX1" fmla="*/ 42841 w 50001"/>
                <a:gd name="csY1" fmla="*/ 52988 h 70185"/>
                <a:gd name="csX2" fmla="*/ 25563 w 50001"/>
                <a:gd name="csY2" fmla="*/ 66903 h 70185"/>
                <a:gd name="csX3" fmla="*/ 4308 w 50001"/>
                <a:gd name="csY3" fmla="*/ 45189 h 70185"/>
                <a:gd name="csX4" fmla="*/ 2167 w 50001"/>
                <a:gd name="csY4" fmla="*/ 42590 h 70185"/>
                <a:gd name="csX5" fmla="*/ 180 w 50001"/>
                <a:gd name="csY5" fmla="*/ 46413 h 70185"/>
                <a:gd name="csX6" fmla="*/ 180 w 50001"/>
                <a:gd name="csY6" fmla="*/ 66597 h 70185"/>
                <a:gd name="csX7" fmla="*/ 1862 w 50001"/>
                <a:gd name="csY7" fmla="*/ 70267 h 70185"/>
                <a:gd name="csX8" fmla="*/ 5684 w 50001"/>
                <a:gd name="csY8" fmla="*/ 67208 h 70185"/>
                <a:gd name="csX9" fmla="*/ 8743 w 50001"/>
                <a:gd name="csY9" fmla="*/ 63691 h 70185"/>
                <a:gd name="csX10" fmla="*/ 25563 w 50001"/>
                <a:gd name="csY10" fmla="*/ 70267 h 70185"/>
                <a:gd name="csX11" fmla="*/ 50181 w 50001"/>
                <a:gd name="csY11" fmla="*/ 49012 h 70185"/>
                <a:gd name="csX12" fmla="*/ 43759 w 50001"/>
                <a:gd name="csY12" fmla="*/ 34486 h 70185"/>
                <a:gd name="csX13" fmla="*/ 26327 w 50001"/>
                <a:gd name="csY13" fmla="*/ 27146 h 70185"/>
                <a:gd name="csX14" fmla="*/ 7519 w 50001"/>
                <a:gd name="csY14" fmla="*/ 14608 h 70185"/>
                <a:gd name="csX15" fmla="*/ 24645 w 50001"/>
                <a:gd name="csY15" fmla="*/ 2986 h 70185"/>
                <a:gd name="csX16" fmla="*/ 42536 w 50001"/>
                <a:gd name="csY16" fmla="*/ 21489 h 70185"/>
                <a:gd name="csX17" fmla="*/ 44370 w 50001"/>
                <a:gd name="csY17" fmla="*/ 22865 h 70185"/>
                <a:gd name="csX18" fmla="*/ 46358 w 50001"/>
                <a:gd name="csY18" fmla="*/ 19195 h 70185"/>
                <a:gd name="csX19" fmla="*/ 46358 w 50001"/>
                <a:gd name="csY19" fmla="*/ 3751 h 70185"/>
                <a:gd name="csX20" fmla="*/ 44676 w 50001"/>
                <a:gd name="csY20" fmla="*/ 81 h 70185"/>
                <a:gd name="csX21" fmla="*/ 41618 w 50001"/>
                <a:gd name="csY21" fmla="*/ 1916 h 70185"/>
                <a:gd name="csX22" fmla="*/ 39019 w 50001"/>
                <a:gd name="csY22" fmla="*/ 4363 h 70185"/>
                <a:gd name="csX23" fmla="*/ 24645 w 50001"/>
                <a:gd name="csY23" fmla="*/ 81 h 70185"/>
                <a:gd name="csX24" fmla="*/ 180 w 50001"/>
                <a:gd name="csY24" fmla="*/ 18889 h 70185"/>
                <a:gd name="csX25" fmla="*/ 6755 w 50001"/>
                <a:gd name="csY25" fmla="*/ 31886 h 70185"/>
                <a:gd name="csX26" fmla="*/ 26939 w 50001"/>
                <a:gd name="csY26" fmla="*/ 38920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0001" h="70185">
                  <a:moveTo>
                    <a:pt x="26939" y="38920"/>
                  </a:moveTo>
                  <a:cubicBezTo>
                    <a:pt x="30303" y="39532"/>
                    <a:pt x="42841" y="41978"/>
                    <a:pt x="42841" y="52988"/>
                  </a:cubicBezTo>
                  <a:cubicBezTo>
                    <a:pt x="42841" y="60786"/>
                    <a:pt x="37490" y="66903"/>
                    <a:pt x="25563" y="66903"/>
                  </a:cubicBezTo>
                  <a:cubicBezTo>
                    <a:pt x="12718" y="66903"/>
                    <a:pt x="7214" y="58187"/>
                    <a:pt x="4308" y="45189"/>
                  </a:cubicBezTo>
                  <a:cubicBezTo>
                    <a:pt x="3849" y="43202"/>
                    <a:pt x="3697" y="42590"/>
                    <a:pt x="2167" y="42590"/>
                  </a:cubicBezTo>
                  <a:cubicBezTo>
                    <a:pt x="180" y="42590"/>
                    <a:pt x="180" y="43660"/>
                    <a:pt x="180" y="46413"/>
                  </a:cubicBezTo>
                  <a:lnTo>
                    <a:pt x="180" y="66597"/>
                  </a:lnTo>
                  <a:cubicBezTo>
                    <a:pt x="180" y="69196"/>
                    <a:pt x="180" y="70267"/>
                    <a:pt x="1862" y="70267"/>
                  </a:cubicBezTo>
                  <a:cubicBezTo>
                    <a:pt x="2626" y="70267"/>
                    <a:pt x="2779" y="70114"/>
                    <a:pt x="5684" y="67208"/>
                  </a:cubicBezTo>
                  <a:cubicBezTo>
                    <a:pt x="5990" y="66903"/>
                    <a:pt x="5990" y="66597"/>
                    <a:pt x="8743" y="63691"/>
                  </a:cubicBezTo>
                  <a:cubicBezTo>
                    <a:pt x="15471" y="70114"/>
                    <a:pt x="22352" y="70267"/>
                    <a:pt x="25563" y="70267"/>
                  </a:cubicBezTo>
                  <a:cubicBezTo>
                    <a:pt x="43147" y="70267"/>
                    <a:pt x="50181" y="60022"/>
                    <a:pt x="50181" y="49012"/>
                  </a:cubicBezTo>
                  <a:cubicBezTo>
                    <a:pt x="50181" y="40908"/>
                    <a:pt x="45594" y="36321"/>
                    <a:pt x="43759" y="34486"/>
                  </a:cubicBezTo>
                  <a:cubicBezTo>
                    <a:pt x="38713" y="29593"/>
                    <a:pt x="32749" y="28369"/>
                    <a:pt x="26327" y="27146"/>
                  </a:cubicBezTo>
                  <a:cubicBezTo>
                    <a:pt x="17764" y="25464"/>
                    <a:pt x="7519" y="23476"/>
                    <a:pt x="7519" y="14608"/>
                  </a:cubicBezTo>
                  <a:cubicBezTo>
                    <a:pt x="7519" y="9256"/>
                    <a:pt x="11495" y="2986"/>
                    <a:pt x="24645" y="2986"/>
                  </a:cubicBezTo>
                  <a:cubicBezTo>
                    <a:pt x="41465" y="2986"/>
                    <a:pt x="42230" y="16748"/>
                    <a:pt x="42536" y="21489"/>
                  </a:cubicBezTo>
                  <a:cubicBezTo>
                    <a:pt x="42688" y="22865"/>
                    <a:pt x="44065" y="22865"/>
                    <a:pt x="44370" y="22865"/>
                  </a:cubicBezTo>
                  <a:cubicBezTo>
                    <a:pt x="46358" y="22865"/>
                    <a:pt x="46358" y="22100"/>
                    <a:pt x="46358" y="19195"/>
                  </a:cubicBezTo>
                  <a:lnTo>
                    <a:pt x="46358" y="3751"/>
                  </a:lnTo>
                  <a:cubicBezTo>
                    <a:pt x="46358" y="1152"/>
                    <a:pt x="46358" y="81"/>
                    <a:pt x="44676" y="81"/>
                  </a:cubicBezTo>
                  <a:cubicBezTo>
                    <a:pt x="43912" y="81"/>
                    <a:pt x="43606" y="81"/>
                    <a:pt x="41618" y="1916"/>
                  </a:cubicBezTo>
                  <a:cubicBezTo>
                    <a:pt x="41159" y="2528"/>
                    <a:pt x="39630" y="3904"/>
                    <a:pt x="39019" y="4363"/>
                  </a:cubicBezTo>
                  <a:cubicBezTo>
                    <a:pt x="33208" y="81"/>
                    <a:pt x="26939" y="81"/>
                    <a:pt x="24645" y="81"/>
                  </a:cubicBezTo>
                  <a:cubicBezTo>
                    <a:pt x="5990" y="81"/>
                    <a:pt x="180" y="10326"/>
                    <a:pt x="180" y="18889"/>
                  </a:cubicBezTo>
                  <a:cubicBezTo>
                    <a:pt x="180" y="24241"/>
                    <a:pt x="2626" y="28522"/>
                    <a:pt x="6755" y="31886"/>
                  </a:cubicBezTo>
                  <a:cubicBezTo>
                    <a:pt x="11648" y="35862"/>
                    <a:pt x="15929" y="36779"/>
                    <a:pt x="26939" y="38920"/>
                  </a:cubicBezTo>
                  <a:close/>
                </a:path>
              </a:pathLst>
            </a:custGeom>
            <a:solidFill>
              <a:srgbClr val="000000"/>
            </a:solidFill>
            <a:ln w="25400" cap="flat">
              <a:noFill/>
              <a:prstDash val="solid"/>
              <a:miter/>
            </a:ln>
          </p:spPr>
          <p:txBody>
            <a:bodyPr/>
            <a:lstStyle/>
            <a:p>
              <a:endParaRPr lang="en-US"/>
            </a:p>
          </p:txBody>
        </p:sp>
        <p:sp>
          <p:nvSpPr>
            <p:cNvPr id="32" name="Freeform: Shape 31">
              <a:extLst>
                <a:ext uri="{FF2B5EF4-FFF2-40B4-BE49-F238E27FC236}">
                  <a16:creationId xmlns:a16="http://schemas.microsoft.com/office/drawing/2014/main" id="{DBEBB19E-E3AE-6E64-8440-E28014394C15}"/>
                </a:ext>
              </a:extLst>
            </p:cNvPr>
            <p:cNvSpPr/>
            <p:nvPr>
              <p:custDataLst>
                <p:tags r:id="rId33"/>
              </p:custDataLst>
            </p:nvPr>
          </p:nvSpPr>
          <p:spPr>
            <a:xfrm>
              <a:off x="3949560" y="3814908"/>
              <a:ext cx="59175" cy="70185"/>
            </a:xfrm>
            <a:custGeom>
              <a:avLst/>
              <a:gdLst>
                <a:gd name="csX0" fmla="*/ 13031 w 59175"/>
                <a:gd name="csY0" fmla="*/ 30051 h 70185"/>
                <a:gd name="csX1" fmla="*/ 31992 w 59175"/>
                <a:gd name="csY1" fmla="*/ 3445 h 70185"/>
                <a:gd name="csX2" fmla="*/ 49271 w 59175"/>
                <a:gd name="csY2" fmla="*/ 30051 h 70185"/>
                <a:gd name="csX3" fmla="*/ 13031 w 59175"/>
                <a:gd name="csY3" fmla="*/ 30051 h 70185"/>
                <a:gd name="csX4" fmla="*/ 12878 w 59175"/>
                <a:gd name="csY4" fmla="*/ 33263 h 70185"/>
                <a:gd name="csX5" fmla="*/ 55540 w 59175"/>
                <a:gd name="csY5" fmla="*/ 33263 h 70185"/>
                <a:gd name="csX6" fmla="*/ 59363 w 59175"/>
                <a:gd name="csY6" fmla="*/ 30051 h 70185"/>
                <a:gd name="csX7" fmla="*/ 31992 w 59175"/>
                <a:gd name="csY7" fmla="*/ 81 h 70185"/>
                <a:gd name="csX8" fmla="*/ 187 w 59175"/>
                <a:gd name="csY8" fmla="*/ 34945 h 70185"/>
                <a:gd name="csX9" fmla="*/ 33827 w 59175"/>
                <a:gd name="csY9" fmla="*/ 70267 h 70185"/>
                <a:gd name="csX10" fmla="*/ 59363 w 59175"/>
                <a:gd name="csY10" fmla="*/ 50388 h 70185"/>
                <a:gd name="csX11" fmla="*/ 57375 w 59175"/>
                <a:gd name="csY11" fmla="*/ 48553 h 70185"/>
                <a:gd name="csX12" fmla="*/ 55387 w 59175"/>
                <a:gd name="csY12" fmla="*/ 50694 h 70185"/>
                <a:gd name="csX13" fmla="*/ 34744 w 59175"/>
                <a:gd name="csY13" fmla="*/ 66444 h 70185"/>
                <a:gd name="csX14" fmla="*/ 17466 w 59175"/>
                <a:gd name="csY14" fmla="*/ 56199 h 70185"/>
                <a:gd name="csX15" fmla="*/ 12878 w 59175"/>
                <a:gd name="csY15" fmla="*/ 33263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59175" h="70185">
                  <a:moveTo>
                    <a:pt x="13031" y="30051"/>
                  </a:moveTo>
                  <a:cubicBezTo>
                    <a:pt x="13949" y="7268"/>
                    <a:pt x="26793" y="3445"/>
                    <a:pt x="31992" y="3445"/>
                  </a:cubicBezTo>
                  <a:cubicBezTo>
                    <a:pt x="47742" y="3445"/>
                    <a:pt x="49271" y="24088"/>
                    <a:pt x="49271" y="30051"/>
                  </a:cubicBezTo>
                  <a:lnTo>
                    <a:pt x="13031" y="30051"/>
                  </a:lnTo>
                  <a:close/>
                  <a:moveTo>
                    <a:pt x="12878" y="33263"/>
                  </a:moveTo>
                  <a:lnTo>
                    <a:pt x="55540" y="33263"/>
                  </a:lnTo>
                  <a:cubicBezTo>
                    <a:pt x="58904" y="33263"/>
                    <a:pt x="59363" y="33263"/>
                    <a:pt x="59363" y="30051"/>
                  </a:cubicBezTo>
                  <a:cubicBezTo>
                    <a:pt x="59363" y="14913"/>
                    <a:pt x="51106" y="81"/>
                    <a:pt x="31992" y="81"/>
                  </a:cubicBezTo>
                  <a:cubicBezTo>
                    <a:pt x="14255" y="81"/>
                    <a:pt x="187" y="15831"/>
                    <a:pt x="187" y="34945"/>
                  </a:cubicBezTo>
                  <a:cubicBezTo>
                    <a:pt x="187" y="55434"/>
                    <a:pt x="16242" y="70267"/>
                    <a:pt x="33827" y="70267"/>
                  </a:cubicBezTo>
                  <a:cubicBezTo>
                    <a:pt x="52482" y="70267"/>
                    <a:pt x="59363" y="53294"/>
                    <a:pt x="59363" y="50388"/>
                  </a:cubicBezTo>
                  <a:cubicBezTo>
                    <a:pt x="59363" y="48859"/>
                    <a:pt x="58140" y="48553"/>
                    <a:pt x="57375" y="48553"/>
                  </a:cubicBezTo>
                  <a:cubicBezTo>
                    <a:pt x="55999" y="48553"/>
                    <a:pt x="55693" y="49471"/>
                    <a:pt x="55387" y="50694"/>
                  </a:cubicBezTo>
                  <a:cubicBezTo>
                    <a:pt x="50035" y="66444"/>
                    <a:pt x="36274" y="66444"/>
                    <a:pt x="34744" y="66444"/>
                  </a:cubicBezTo>
                  <a:cubicBezTo>
                    <a:pt x="27099" y="66444"/>
                    <a:pt x="20983" y="61857"/>
                    <a:pt x="17466" y="56199"/>
                  </a:cubicBezTo>
                  <a:cubicBezTo>
                    <a:pt x="12878" y="48859"/>
                    <a:pt x="12878" y="38767"/>
                    <a:pt x="12878" y="33263"/>
                  </a:cubicBezTo>
                  <a:close/>
                </a:path>
              </a:pathLst>
            </a:custGeom>
            <a:solidFill>
              <a:srgbClr val="000000"/>
            </a:solidFill>
            <a:ln w="25400" cap="flat">
              <a:noFill/>
              <a:prstDash val="solid"/>
              <a:miter/>
            </a:ln>
          </p:spPr>
          <p:txBody>
            <a:bodyPr/>
            <a:lstStyle/>
            <a:p>
              <a:endParaRPr lang="en-US"/>
            </a:p>
          </p:txBody>
        </p:sp>
        <p:sp>
          <p:nvSpPr>
            <p:cNvPr id="33" name="Freeform: Shape 32">
              <a:extLst>
                <a:ext uri="{FF2B5EF4-FFF2-40B4-BE49-F238E27FC236}">
                  <a16:creationId xmlns:a16="http://schemas.microsoft.com/office/drawing/2014/main" id="{F0AD88E6-5CAB-48C1-35EF-8DA529B4AEB8}"/>
                </a:ext>
              </a:extLst>
            </p:cNvPr>
            <p:cNvSpPr/>
            <p:nvPr>
              <p:custDataLst>
                <p:tags r:id="rId34"/>
              </p:custDataLst>
            </p:nvPr>
          </p:nvSpPr>
          <p:spPr>
            <a:xfrm>
              <a:off x="4018132" y="3815825"/>
              <a:ext cx="76913" cy="67585"/>
            </a:xfrm>
            <a:custGeom>
              <a:avLst/>
              <a:gdLst>
                <a:gd name="csX0" fmla="*/ 12118 w 76913"/>
                <a:gd name="csY0" fmla="*/ 15066 h 67585"/>
                <a:gd name="csX1" fmla="*/ 12118 w 76913"/>
                <a:gd name="csY1" fmla="*/ 56046 h 67585"/>
                <a:gd name="csX2" fmla="*/ 191 w 76913"/>
                <a:gd name="csY2" fmla="*/ 62927 h 67585"/>
                <a:gd name="csX3" fmla="*/ 191 w 76913"/>
                <a:gd name="csY3" fmla="*/ 67667 h 67585"/>
                <a:gd name="csX4" fmla="*/ 17470 w 76913"/>
                <a:gd name="csY4" fmla="*/ 67208 h 67585"/>
                <a:gd name="csX5" fmla="*/ 34596 w 76913"/>
                <a:gd name="csY5" fmla="*/ 67667 h 67585"/>
                <a:gd name="csX6" fmla="*/ 34596 w 76913"/>
                <a:gd name="csY6" fmla="*/ 62927 h 67585"/>
                <a:gd name="csX7" fmla="*/ 22669 w 76913"/>
                <a:gd name="csY7" fmla="*/ 56046 h 67585"/>
                <a:gd name="csX8" fmla="*/ 22669 w 76913"/>
                <a:gd name="csY8" fmla="*/ 27911 h 67585"/>
                <a:gd name="csX9" fmla="*/ 43312 w 76913"/>
                <a:gd name="csY9" fmla="*/ 3445 h 67585"/>
                <a:gd name="csX10" fmla="*/ 54627 w 76913"/>
                <a:gd name="csY10" fmla="*/ 20418 h 67585"/>
                <a:gd name="csX11" fmla="*/ 54627 w 76913"/>
                <a:gd name="csY11" fmla="*/ 56046 h 67585"/>
                <a:gd name="csX12" fmla="*/ 42700 w 76913"/>
                <a:gd name="csY12" fmla="*/ 62927 h 67585"/>
                <a:gd name="csX13" fmla="*/ 42700 w 76913"/>
                <a:gd name="csY13" fmla="*/ 67667 h 67585"/>
                <a:gd name="csX14" fmla="*/ 59979 w 76913"/>
                <a:gd name="csY14" fmla="*/ 67208 h 67585"/>
                <a:gd name="csX15" fmla="*/ 77105 w 76913"/>
                <a:gd name="csY15" fmla="*/ 67667 h 67585"/>
                <a:gd name="csX16" fmla="*/ 77105 w 76913"/>
                <a:gd name="csY16" fmla="*/ 62927 h 67585"/>
                <a:gd name="csX17" fmla="*/ 65178 w 76913"/>
                <a:gd name="csY17" fmla="*/ 58340 h 67585"/>
                <a:gd name="csX18" fmla="*/ 65178 w 76913"/>
                <a:gd name="csY18" fmla="*/ 29134 h 67585"/>
                <a:gd name="csX19" fmla="*/ 60438 w 76913"/>
                <a:gd name="csY19" fmla="*/ 5739 h 67585"/>
                <a:gd name="csX20" fmla="*/ 44382 w 76913"/>
                <a:gd name="csY20" fmla="*/ 81 h 67585"/>
                <a:gd name="csX21" fmla="*/ 21752 w 76913"/>
                <a:gd name="csY21" fmla="*/ 16137 h 67585"/>
                <a:gd name="csX22" fmla="*/ 21752 w 76913"/>
                <a:gd name="csY22" fmla="*/ 81 h 67585"/>
                <a:gd name="csX23" fmla="*/ 191 w 76913"/>
                <a:gd name="csY23" fmla="*/ 1763 h 67585"/>
                <a:gd name="csX24" fmla="*/ 191 w 76913"/>
                <a:gd name="csY24" fmla="*/ 6503 h 67585"/>
                <a:gd name="csX25" fmla="*/ 12118 w 76913"/>
                <a:gd name="csY25" fmla="*/ 15066 h 67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6913" h="67585">
                  <a:moveTo>
                    <a:pt x="12118" y="15066"/>
                  </a:moveTo>
                  <a:lnTo>
                    <a:pt x="12118" y="56046"/>
                  </a:lnTo>
                  <a:cubicBezTo>
                    <a:pt x="12118" y="62927"/>
                    <a:pt x="10436" y="62927"/>
                    <a:pt x="191" y="62927"/>
                  </a:cubicBezTo>
                  <a:lnTo>
                    <a:pt x="191" y="67667"/>
                  </a:lnTo>
                  <a:cubicBezTo>
                    <a:pt x="5543" y="67514"/>
                    <a:pt x="13342" y="67208"/>
                    <a:pt x="17470" y="67208"/>
                  </a:cubicBezTo>
                  <a:cubicBezTo>
                    <a:pt x="21446" y="67208"/>
                    <a:pt x="29397" y="67514"/>
                    <a:pt x="34596" y="67667"/>
                  </a:cubicBezTo>
                  <a:lnTo>
                    <a:pt x="34596" y="62927"/>
                  </a:lnTo>
                  <a:cubicBezTo>
                    <a:pt x="24351" y="62927"/>
                    <a:pt x="22669" y="62927"/>
                    <a:pt x="22669" y="56046"/>
                  </a:cubicBezTo>
                  <a:lnTo>
                    <a:pt x="22669" y="27911"/>
                  </a:lnTo>
                  <a:cubicBezTo>
                    <a:pt x="22669" y="12008"/>
                    <a:pt x="33526" y="3445"/>
                    <a:pt x="43312" y="3445"/>
                  </a:cubicBezTo>
                  <a:cubicBezTo>
                    <a:pt x="52945" y="3445"/>
                    <a:pt x="54627" y="11702"/>
                    <a:pt x="54627" y="20418"/>
                  </a:cubicBezTo>
                  <a:lnTo>
                    <a:pt x="54627" y="56046"/>
                  </a:lnTo>
                  <a:cubicBezTo>
                    <a:pt x="54627" y="62927"/>
                    <a:pt x="52945" y="62927"/>
                    <a:pt x="42700" y="62927"/>
                  </a:cubicBezTo>
                  <a:lnTo>
                    <a:pt x="42700" y="67667"/>
                  </a:lnTo>
                  <a:cubicBezTo>
                    <a:pt x="48052" y="67514"/>
                    <a:pt x="55850" y="67208"/>
                    <a:pt x="59979" y="67208"/>
                  </a:cubicBezTo>
                  <a:cubicBezTo>
                    <a:pt x="63955" y="67208"/>
                    <a:pt x="71906" y="67514"/>
                    <a:pt x="77105" y="67667"/>
                  </a:cubicBezTo>
                  <a:lnTo>
                    <a:pt x="77105" y="62927"/>
                  </a:lnTo>
                  <a:cubicBezTo>
                    <a:pt x="69153" y="62927"/>
                    <a:pt x="65331" y="62927"/>
                    <a:pt x="65178" y="58340"/>
                  </a:cubicBezTo>
                  <a:lnTo>
                    <a:pt x="65178" y="29134"/>
                  </a:lnTo>
                  <a:cubicBezTo>
                    <a:pt x="65178" y="15984"/>
                    <a:pt x="65178" y="11244"/>
                    <a:pt x="60438" y="5739"/>
                  </a:cubicBezTo>
                  <a:cubicBezTo>
                    <a:pt x="58297" y="3139"/>
                    <a:pt x="53251" y="81"/>
                    <a:pt x="44382" y="81"/>
                  </a:cubicBezTo>
                  <a:cubicBezTo>
                    <a:pt x="33220" y="81"/>
                    <a:pt x="26033" y="6656"/>
                    <a:pt x="21752" y="16137"/>
                  </a:cubicBezTo>
                  <a:lnTo>
                    <a:pt x="21752" y="81"/>
                  </a:lnTo>
                  <a:lnTo>
                    <a:pt x="191" y="1763"/>
                  </a:lnTo>
                  <a:lnTo>
                    <a:pt x="191" y="6503"/>
                  </a:lnTo>
                  <a:cubicBezTo>
                    <a:pt x="10895" y="6503"/>
                    <a:pt x="12118" y="7574"/>
                    <a:pt x="12118" y="15066"/>
                  </a:cubicBezTo>
                  <a:close/>
                </a:path>
              </a:pathLst>
            </a:custGeom>
            <a:solidFill>
              <a:srgbClr val="000000"/>
            </a:solidFill>
            <a:ln w="25400" cap="flat">
              <a:noFill/>
              <a:prstDash val="solid"/>
              <a:miter/>
            </a:ln>
          </p:spPr>
          <p:txBody>
            <a:bodyPr/>
            <a:lstStyle/>
            <a:p>
              <a:endParaRPr lang="en-US"/>
            </a:p>
          </p:txBody>
        </p:sp>
        <p:sp>
          <p:nvSpPr>
            <p:cNvPr id="34" name="Freeform: Shape 33">
              <a:extLst>
                <a:ext uri="{FF2B5EF4-FFF2-40B4-BE49-F238E27FC236}">
                  <a16:creationId xmlns:a16="http://schemas.microsoft.com/office/drawing/2014/main" id="{9907626B-6D9C-D820-8640-BDC24EFA4981}"/>
                </a:ext>
              </a:extLst>
            </p:cNvPr>
            <p:cNvSpPr/>
            <p:nvPr>
              <p:custDataLst>
                <p:tags r:id="rId35"/>
              </p:custDataLst>
            </p:nvPr>
          </p:nvSpPr>
          <p:spPr>
            <a:xfrm>
              <a:off x="4155580" y="3814908"/>
              <a:ext cx="68962" cy="70185"/>
            </a:xfrm>
            <a:custGeom>
              <a:avLst/>
              <a:gdLst>
                <a:gd name="csX0" fmla="*/ 44697 w 68962"/>
                <a:gd name="csY0" fmla="*/ 56963 h 70185"/>
                <a:gd name="csX1" fmla="*/ 56624 w 68962"/>
                <a:gd name="csY1" fmla="*/ 69502 h 70185"/>
                <a:gd name="csX2" fmla="*/ 69162 w 68962"/>
                <a:gd name="csY2" fmla="*/ 54976 h 70185"/>
                <a:gd name="csX3" fmla="*/ 69162 w 68962"/>
                <a:gd name="csY3" fmla="*/ 46413 h 70185"/>
                <a:gd name="csX4" fmla="*/ 65340 w 68962"/>
                <a:gd name="csY4" fmla="*/ 46413 h 70185"/>
                <a:gd name="csX5" fmla="*/ 65340 w 68962"/>
                <a:gd name="csY5" fmla="*/ 54976 h 70185"/>
                <a:gd name="csX6" fmla="*/ 59835 w 68962"/>
                <a:gd name="csY6" fmla="*/ 64762 h 70185"/>
                <a:gd name="csX7" fmla="*/ 54177 w 68962"/>
                <a:gd name="csY7" fmla="*/ 57116 h 70185"/>
                <a:gd name="csX8" fmla="*/ 54177 w 68962"/>
                <a:gd name="csY8" fmla="*/ 26535 h 70185"/>
                <a:gd name="csX9" fmla="*/ 48672 w 68962"/>
                <a:gd name="csY9" fmla="*/ 8491 h 70185"/>
                <a:gd name="csX10" fmla="*/ 27724 w 68962"/>
                <a:gd name="csY10" fmla="*/ 81 h 70185"/>
                <a:gd name="csX11" fmla="*/ 4635 w 68962"/>
                <a:gd name="csY11" fmla="*/ 17360 h 70185"/>
                <a:gd name="csX12" fmla="*/ 11668 w 68962"/>
                <a:gd name="csY12" fmla="*/ 24547 h 70185"/>
                <a:gd name="csX13" fmla="*/ 18702 w 68962"/>
                <a:gd name="csY13" fmla="*/ 17513 h 70185"/>
                <a:gd name="csX14" fmla="*/ 10904 w 68962"/>
                <a:gd name="csY14" fmla="*/ 10479 h 70185"/>
                <a:gd name="csX15" fmla="*/ 27418 w 68962"/>
                <a:gd name="csY15" fmla="*/ 3445 h 70185"/>
                <a:gd name="csX16" fmla="*/ 43626 w 68962"/>
                <a:gd name="csY16" fmla="*/ 23018 h 70185"/>
                <a:gd name="csX17" fmla="*/ 43626 w 68962"/>
                <a:gd name="csY17" fmla="*/ 28675 h 70185"/>
                <a:gd name="csX18" fmla="*/ 15491 w 68962"/>
                <a:gd name="csY18" fmla="*/ 34180 h 70185"/>
                <a:gd name="csX19" fmla="*/ 200 w 68962"/>
                <a:gd name="csY19" fmla="*/ 54058 h 70185"/>
                <a:gd name="csX20" fmla="*/ 24666 w 68962"/>
                <a:gd name="csY20" fmla="*/ 70267 h 70185"/>
                <a:gd name="csX21" fmla="*/ 44697 w 68962"/>
                <a:gd name="csY21" fmla="*/ 56963 h 70185"/>
                <a:gd name="csX22" fmla="*/ 43626 w 68962"/>
                <a:gd name="csY22" fmla="*/ 31886 h 70185"/>
                <a:gd name="csX23" fmla="*/ 43626 w 68962"/>
                <a:gd name="csY23" fmla="*/ 47177 h 70185"/>
                <a:gd name="csX24" fmla="*/ 25736 w 68962"/>
                <a:gd name="csY24" fmla="*/ 66903 h 70185"/>
                <a:gd name="csX25" fmla="*/ 11974 w 68962"/>
                <a:gd name="csY25" fmla="*/ 53905 h 70185"/>
                <a:gd name="csX26" fmla="*/ 43626 w 68962"/>
                <a:gd name="csY26" fmla="*/ 31886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8962" h="70185">
                  <a:moveTo>
                    <a:pt x="44697" y="56963"/>
                  </a:moveTo>
                  <a:cubicBezTo>
                    <a:pt x="45308" y="63080"/>
                    <a:pt x="49437" y="69502"/>
                    <a:pt x="56624" y="69502"/>
                  </a:cubicBezTo>
                  <a:cubicBezTo>
                    <a:pt x="59835" y="69502"/>
                    <a:pt x="69162" y="67361"/>
                    <a:pt x="69162" y="54976"/>
                  </a:cubicBezTo>
                  <a:lnTo>
                    <a:pt x="69162" y="46413"/>
                  </a:lnTo>
                  <a:lnTo>
                    <a:pt x="65340" y="46413"/>
                  </a:lnTo>
                  <a:lnTo>
                    <a:pt x="65340" y="54976"/>
                  </a:lnTo>
                  <a:cubicBezTo>
                    <a:pt x="65340" y="63844"/>
                    <a:pt x="61517" y="64762"/>
                    <a:pt x="59835" y="64762"/>
                  </a:cubicBezTo>
                  <a:cubicBezTo>
                    <a:pt x="54789" y="64762"/>
                    <a:pt x="54177" y="57881"/>
                    <a:pt x="54177" y="57116"/>
                  </a:cubicBezTo>
                  <a:lnTo>
                    <a:pt x="54177" y="26535"/>
                  </a:lnTo>
                  <a:cubicBezTo>
                    <a:pt x="54177" y="20112"/>
                    <a:pt x="54177" y="14149"/>
                    <a:pt x="48672" y="8491"/>
                  </a:cubicBezTo>
                  <a:cubicBezTo>
                    <a:pt x="42709" y="2528"/>
                    <a:pt x="35064" y="81"/>
                    <a:pt x="27724" y="81"/>
                  </a:cubicBezTo>
                  <a:cubicBezTo>
                    <a:pt x="15185" y="81"/>
                    <a:pt x="4635" y="7268"/>
                    <a:pt x="4635" y="17360"/>
                  </a:cubicBezTo>
                  <a:cubicBezTo>
                    <a:pt x="4635" y="21947"/>
                    <a:pt x="7693" y="24547"/>
                    <a:pt x="11668" y="24547"/>
                  </a:cubicBezTo>
                  <a:cubicBezTo>
                    <a:pt x="15950" y="24547"/>
                    <a:pt x="18702" y="21489"/>
                    <a:pt x="18702" y="17513"/>
                  </a:cubicBezTo>
                  <a:cubicBezTo>
                    <a:pt x="18702" y="15678"/>
                    <a:pt x="17938" y="10632"/>
                    <a:pt x="10904" y="10479"/>
                  </a:cubicBezTo>
                  <a:cubicBezTo>
                    <a:pt x="15032" y="5127"/>
                    <a:pt x="22525" y="3445"/>
                    <a:pt x="27418" y="3445"/>
                  </a:cubicBezTo>
                  <a:cubicBezTo>
                    <a:pt x="34911" y="3445"/>
                    <a:pt x="43626" y="9409"/>
                    <a:pt x="43626" y="23018"/>
                  </a:cubicBezTo>
                  <a:lnTo>
                    <a:pt x="43626" y="28675"/>
                  </a:lnTo>
                  <a:cubicBezTo>
                    <a:pt x="35828" y="29134"/>
                    <a:pt x="25124" y="29593"/>
                    <a:pt x="15491" y="34180"/>
                  </a:cubicBezTo>
                  <a:cubicBezTo>
                    <a:pt x="4023" y="39379"/>
                    <a:pt x="200" y="47330"/>
                    <a:pt x="200" y="54058"/>
                  </a:cubicBezTo>
                  <a:cubicBezTo>
                    <a:pt x="200" y="66444"/>
                    <a:pt x="15032" y="70267"/>
                    <a:pt x="24666" y="70267"/>
                  </a:cubicBezTo>
                  <a:cubicBezTo>
                    <a:pt x="34758" y="70267"/>
                    <a:pt x="41792" y="64150"/>
                    <a:pt x="44697" y="56963"/>
                  </a:cubicBezTo>
                  <a:close/>
                  <a:moveTo>
                    <a:pt x="43626" y="31886"/>
                  </a:moveTo>
                  <a:lnTo>
                    <a:pt x="43626" y="47177"/>
                  </a:lnTo>
                  <a:cubicBezTo>
                    <a:pt x="43626" y="61704"/>
                    <a:pt x="32617" y="66903"/>
                    <a:pt x="25736" y="66903"/>
                  </a:cubicBezTo>
                  <a:cubicBezTo>
                    <a:pt x="18243" y="66903"/>
                    <a:pt x="11974" y="61551"/>
                    <a:pt x="11974" y="53905"/>
                  </a:cubicBezTo>
                  <a:cubicBezTo>
                    <a:pt x="11974" y="45495"/>
                    <a:pt x="18396" y="32804"/>
                    <a:pt x="43626" y="31886"/>
                  </a:cubicBezTo>
                  <a:close/>
                </a:path>
              </a:pathLst>
            </a:custGeom>
            <a:solidFill>
              <a:srgbClr val="000000"/>
            </a:solidFill>
            <a:ln w="25400" cap="flat">
              <a:noFill/>
              <a:prstDash val="solid"/>
              <a:miter/>
            </a:ln>
          </p:spPr>
          <p:txBody>
            <a:bodyPr/>
            <a:lstStyle/>
            <a:p>
              <a:endParaRPr lang="en-US"/>
            </a:p>
          </p:txBody>
        </p:sp>
        <p:sp>
          <p:nvSpPr>
            <p:cNvPr id="35" name="Freeform: Shape 34">
              <a:extLst>
                <a:ext uri="{FF2B5EF4-FFF2-40B4-BE49-F238E27FC236}">
                  <a16:creationId xmlns:a16="http://schemas.microsoft.com/office/drawing/2014/main" id="{75473064-673F-EADB-EDB9-6D854E7533BD}"/>
                </a:ext>
              </a:extLst>
            </p:cNvPr>
            <p:cNvSpPr/>
            <p:nvPr>
              <p:custDataLst>
                <p:tags r:id="rId36"/>
              </p:custDataLst>
            </p:nvPr>
          </p:nvSpPr>
          <p:spPr>
            <a:xfrm>
              <a:off x="4230812" y="3814908"/>
              <a:ext cx="58258" cy="70185"/>
            </a:xfrm>
            <a:custGeom>
              <a:avLst/>
              <a:gdLst>
                <a:gd name="csX0" fmla="*/ 12897 w 58258"/>
                <a:gd name="csY0" fmla="*/ 35250 h 70185"/>
                <a:gd name="csX1" fmla="*/ 33539 w 58258"/>
                <a:gd name="csY1" fmla="*/ 3904 h 70185"/>
                <a:gd name="csX2" fmla="*/ 49901 w 58258"/>
                <a:gd name="csY2" fmla="*/ 9562 h 70185"/>
                <a:gd name="csX3" fmla="*/ 42714 w 58258"/>
                <a:gd name="csY3" fmla="*/ 16595 h 70185"/>
                <a:gd name="csX4" fmla="*/ 49748 w 58258"/>
                <a:gd name="csY4" fmla="*/ 23629 h 70185"/>
                <a:gd name="csX5" fmla="*/ 56782 w 58258"/>
                <a:gd name="csY5" fmla="*/ 16442 h 70185"/>
                <a:gd name="csX6" fmla="*/ 33387 w 58258"/>
                <a:gd name="csY6" fmla="*/ 81 h 70185"/>
                <a:gd name="csX7" fmla="*/ 205 w 58258"/>
                <a:gd name="csY7" fmla="*/ 35556 h 70185"/>
                <a:gd name="csX8" fmla="*/ 33081 w 58258"/>
                <a:gd name="csY8" fmla="*/ 70267 h 70185"/>
                <a:gd name="csX9" fmla="*/ 58464 w 58258"/>
                <a:gd name="csY9" fmla="*/ 50388 h 70185"/>
                <a:gd name="csX10" fmla="*/ 56476 w 58258"/>
                <a:gd name="csY10" fmla="*/ 48859 h 70185"/>
                <a:gd name="csX11" fmla="*/ 54488 w 58258"/>
                <a:gd name="csY11" fmla="*/ 50388 h 70185"/>
                <a:gd name="csX12" fmla="*/ 34457 w 58258"/>
                <a:gd name="csY12" fmla="*/ 66444 h 70185"/>
                <a:gd name="csX13" fmla="*/ 12897 w 58258"/>
                <a:gd name="csY13" fmla="*/ 35250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8258" h="70185">
                  <a:moveTo>
                    <a:pt x="12897" y="35250"/>
                  </a:moveTo>
                  <a:cubicBezTo>
                    <a:pt x="12897" y="10326"/>
                    <a:pt x="25435" y="3904"/>
                    <a:pt x="33539" y="3904"/>
                  </a:cubicBezTo>
                  <a:cubicBezTo>
                    <a:pt x="34916" y="3904"/>
                    <a:pt x="44549" y="4057"/>
                    <a:pt x="49901" y="9562"/>
                  </a:cubicBezTo>
                  <a:cubicBezTo>
                    <a:pt x="43631" y="10020"/>
                    <a:pt x="42714" y="14608"/>
                    <a:pt x="42714" y="16595"/>
                  </a:cubicBezTo>
                  <a:cubicBezTo>
                    <a:pt x="42714" y="20571"/>
                    <a:pt x="45466" y="23629"/>
                    <a:pt x="49748" y="23629"/>
                  </a:cubicBezTo>
                  <a:cubicBezTo>
                    <a:pt x="53723" y="23629"/>
                    <a:pt x="56782" y="21030"/>
                    <a:pt x="56782" y="16442"/>
                  </a:cubicBezTo>
                  <a:cubicBezTo>
                    <a:pt x="56782" y="6045"/>
                    <a:pt x="45161" y="81"/>
                    <a:pt x="33387" y="81"/>
                  </a:cubicBezTo>
                  <a:cubicBezTo>
                    <a:pt x="14273" y="81"/>
                    <a:pt x="205" y="16595"/>
                    <a:pt x="205" y="35556"/>
                  </a:cubicBezTo>
                  <a:cubicBezTo>
                    <a:pt x="205" y="55129"/>
                    <a:pt x="15343" y="70267"/>
                    <a:pt x="33081" y="70267"/>
                  </a:cubicBezTo>
                  <a:cubicBezTo>
                    <a:pt x="53571" y="70267"/>
                    <a:pt x="58464" y="51917"/>
                    <a:pt x="58464" y="50388"/>
                  </a:cubicBezTo>
                  <a:cubicBezTo>
                    <a:pt x="58464" y="48859"/>
                    <a:pt x="56935" y="48859"/>
                    <a:pt x="56476" y="48859"/>
                  </a:cubicBezTo>
                  <a:cubicBezTo>
                    <a:pt x="55100" y="48859"/>
                    <a:pt x="54794" y="49471"/>
                    <a:pt x="54488" y="50388"/>
                  </a:cubicBezTo>
                  <a:cubicBezTo>
                    <a:pt x="50054" y="64609"/>
                    <a:pt x="40115" y="66444"/>
                    <a:pt x="34457" y="66444"/>
                  </a:cubicBezTo>
                  <a:cubicBezTo>
                    <a:pt x="26353" y="66444"/>
                    <a:pt x="12897" y="59869"/>
                    <a:pt x="12897" y="35250"/>
                  </a:cubicBezTo>
                  <a:close/>
                </a:path>
              </a:pathLst>
            </a:custGeom>
            <a:solidFill>
              <a:srgbClr val="000000"/>
            </a:solidFill>
            <a:ln w="25400" cap="flat">
              <a:noFill/>
              <a:prstDash val="solid"/>
              <a:miter/>
            </a:ln>
          </p:spPr>
          <p:txBody>
            <a:bodyPr/>
            <a:lstStyle/>
            <a:p>
              <a:endParaRPr lang="en-US"/>
            </a:p>
          </p:txBody>
        </p:sp>
        <p:sp>
          <p:nvSpPr>
            <p:cNvPr id="37" name="Freeform: Shape 36">
              <a:extLst>
                <a:ext uri="{FF2B5EF4-FFF2-40B4-BE49-F238E27FC236}">
                  <a16:creationId xmlns:a16="http://schemas.microsoft.com/office/drawing/2014/main" id="{10924992-1D21-C71D-6A94-3AB4E3AFB18F}"/>
                </a:ext>
              </a:extLst>
            </p:cNvPr>
            <p:cNvSpPr/>
            <p:nvPr>
              <p:custDataLst>
                <p:tags r:id="rId37"/>
              </p:custDataLst>
            </p:nvPr>
          </p:nvSpPr>
          <p:spPr>
            <a:xfrm>
              <a:off x="4298772" y="3814908"/>
              <a:ext cx="58258" cy="70185"/>
            </a:xfrm>
            <a:custGeom>
              <a:avLst/>
              <a:gdLst>
                <a:gd name="csX0" fmla="*/ 12901 w 58258"/>
                <a:gd name="csY0" fmla="*/ 35250 h 70185"/>
                <a:gd name="csX1" fmla="*/ 33544 w 58258"/>
                <a:gd name="csY1" fmla="*/ 3904 h 70185"/>
                <a:gd name="csX2" fmla="*/ 49905 w 58258"/>
                <a:gd name="csY2" fmla="*/ 9562 h 70185"/>
                <a:gd name="csX3" fmla="*/ 42718 w 58258"/>
                <a:gd name="csY3" fmla="*/ 16595 h 70185"/>
                <a:gd name="csX4" fmla="*/ 49752 w 58258"/>
                <a:gd name="csY4" fmla="*/ 23629 h 70185"/>
                <a:gd name="csX5" fmla="*/ 56786 w 58258"/>
                <a:gd name="csY5" fmla="*/ 16442 h 70185"/>
                <a:gd name="csX6" fmla="*/ 33391 w 58258"/>
                <a:gd name="csY6" fmla="*/ 81 h 70185"/>
                <a:gd name="csX7" fmla="*/ 210 w 58258"/>
                <a:gd name="csY7" fmla="*/ 35556 h 70185"/>
                <a:gd name="csX8" fmla="*/ 33085 w 58258"/>
                <a:gd name="csY8" fmla="*/ 70267 h 70185"/>
                <a:gd name="csX9" fmla="*/ 58468 w 58258"/>
                <a:gd name="csY9" fmla="*/ 50388 h 70185"/>
                <a:gd name="csX10" fmla="*/ 56480 w 58258"/>
                <a:gd name="csY10" fmla="*/ 48859 h 70185"/>
                <a:gd name="csX11" fmla="*/ 54492 w 58258"/>
                <a:gd name="csY11" fmla="*/ 50388 h 70185"/>
                <a:gd name="csX12" fmla="*/ 34461 w 58258"/>
                <a:gd name="csY12" fmla="*/ 66444 h 70185"/>
                <a:gd name="csX13" fmla="*/ 12901 w 58258"/>
                <a:gd name="csY13" fmla="*/ 35250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8258" h="70185">
                  <a:moveTo>
                    <a:pt x="12901" y="35250"/>
                  </a:moveTo>
                  <a:cubicBezTo>
                    <a:pt x="12901" y="10326"/>
                    <a:pt x="25440" y="3904"/>
                    <a:pt x="33544" y="3904"/>
                  </a:cubicBezTo>
                  <a:cubicBezTo>
                    <a:pt x="34920" y="3904"/>
                    <a:pt x="44553" y="4057"/>
                    <a:pt x="49905" y="9562"/>
                  </a:cubicBezTo>
                  <a:cubicBezTo>
                    <a:pt x="43636" y="10020"/>
                    <a:pt x="42718" y="14608"/>
                    <a:pt x="42718" y="16595"/>
                  </a:cubicBezTo>
                  <a:cubicBezTo>
                    <a:pt x="42718" y="20571"/>
                    <a:pt x="45471" y="23629"/>
                    <a:pt x="49752" y="23629"/>
                  </a:cubicBezTo>
                  <a:cubicBezTo>
                    <a:pt x="53728" y="23629"/>
                    <a:pt x="56786" y="21030"/>
                    <a:pt x="56786" y="16442"/>
                  </a:cubicBezTo>
                  <a:cubicBezTo>
                    <a:pt x="56786" y="6045"/>
                    <a:pt x="45165" y="81"/>
                    <a:pt x="33391" y="81"/>
                  </a:cubicBezTo>
                  <a:cubicBezTo>
                    <a:pt x="14277" y="81"/>
                    <a:pt x="210" y="16595"/>
                    <a:pt x="210" y="35556"/>
                  </a:cubicBezTo>
                  <a:cubicBezTo>
                    <a:pt x="210" y="55129"/>
                    <a:pt x="15348" y="70267"/>
                    <a:pt x="33085" y="70267"/>
                  </a:cubicBezTo>
                  <a:cubicBezTo>
                    <a:pt x="53575" y="70267"/>
                    <a:pt x="58468" y="51917"/>
                    <a:pt x="58468" y="50388"/>
                  </a:cubicBezTo>
                  <a:cubicBezTo>
                    <a:pt x="58468" y="48859"/>
                    <a:pt x="56939" y="48859"/>
                    <a:pt x="56480" y="48859"/>
                  </a:cubicBezTo>
                  <a:cubicBezTo>
                    <a:pt x="55104" y="48859"/>
                    <a:pt x="54798" y="49471"/>
                    <a:pt x="54492" y="50388"/>
                  </a:cubicBezTo>
                  <a:cubicBezTo>
                    <a:pt x="50058" y="64609"/>
                    <a:pt x="40119" y="66444"/>
                    <a:pt x="34461" y="66444"/>
                  </a:cubicBezTo>
                  <a:cubicBezTo>
                    <a:pt x="26357" y="66444"/>
                    <a:pt x="12901" y="59869"/>
                    <a:pt x="12901" y="35250"/>
                  </a:cubicBezTo>
                  <a:close/>
                </a:path>
              </a:pathLst>
            </a:custGeom>
            <a:solidFill>
              <a:srgbClr val="000000"/>
            </a:solidFill>
            <a:ln w="25400" cap="flat">
              <a:noFill/>
              <a:prstDash val="solid"/>
              <a:miter/>
            </a:ln>
          </p:spPr>
          <p:txBody>
            <a:bodyPr/>
            <a:lstStyle/>
            <a:p>
              <a:endParaRPr lang="en-US"/>
            </a:p>
          </p:txBody>
        </p:sp>
        <p:sp>
          <p:nvSpPr>
            <p:cNvPr id="38" name="Freeform: Shape 37">
              <a:extLst>
                <a:ext uri="{FF2B5EF4-FFF2-40B4-BE49-F238E27FC236}">
                  <a16:creationId xmlns:a16="http://schemas.microsoft.com/office/drawing/2014/main" id="{52FA8E8D-1A33-F541-9072-41FF51CC6560}"/>
                </a:ext>
              </a:extLst>
            </p:cNvPr>
            <p:cNvSpPr/>
            <p:nvPr>
              <p:custDataLst>
                <p:tags r:id="rId38"/>
              </p:custDataLst>
            </p:nvPr>
          </p:nvSpPr>
          <p:spPr>
            <a:xfrm>
              <a:off x="4366579" y="3781115"/>
              <a:ext cx="32722" cy="102296"/>
            </a:xfrm>
            <a:custGeom>
              <a:avLst/>
              <a:gdLst>
                <a:gd name="csX0" fmla="*/ 22233 w 32722"/>
                <a:gd name="csY0" fmla="*/ 34792 h 102296"/>
                <a:gd name="csX1" fmla="*/ 826 w 32722"/>
                <a:gd name="csY1" fmla="*/ 36474 h 102296"/>
                <a:gd name="csX2" fmla="*/ 826 w 32722"/>
                <a:gd name="csY2" fmla="*/ 41214 h 102296"/>
                <a:gd name="csX3" fmla="*/ 12141 w 32722"/>
                <a:gd name="csY3" fmla="*/ 49624 h 102296"/>
                <a:gd name="csX4" fmla="*/ 12141 w 32722"/>
                <a:gd name="csY4" fmla="*/ 90756 h 102296"/>
                <a:gd name="csX5" fmla="*/ 214 w 32722"/>
                <a:gd name="csY5" fmla="*/ 97637 h 102296"/>
                <a:gd name="csX6" fmla="*/ 214 w 32722"/>
                <a:gd name="csY6" fmla="*/ 102377 h 102296"/>
                <a:gd name="csX7" fmla="*/ 17034 w 32722"/>
                <a:gd name="csY7" fmla="*/ 101919 h 102296"/>
                <a:gd name="csX8" fmla="*/ 32937 w 32722"/>
                <a:gd name="csY8" fmla="*/ 102377 h 102296"/>
                <a:gd name="csX9" fmla="*/ 32937 w 32722"/>
                <a:gd name="csY9" fmla="*/ 97637 h 102296"/>
                <a:gd name="csX10" fmla="*/ 22233 w 32722"/>
                <a:gd name="csY10" fmla="*/ 90909 h 102296"/>
                <a:gd name="csX11" fmla="*/ 22233 w 32722"/>
                <a:gd name="csY11" fmla="*/ 34792 h 102296"/>
                <a:gd name="csX12" fmla="*/ 22845 w 32722"/>
                <a:gd name="csY12" fmla="*/ 8185 h 102296"/>
                <a:gd name="csX13" fmla="*/ 14740 w 32722"/>
                <a:gd name="csY13" fmla="*/ 81 h 102296"/>
                <a:gd name="csX14" fmla="*/ 6636 w 32722"/>
                <a:gd name="csY14" fmla="*/ 8185 h 102296"/>
                <a:gd name="csX15" fmla="*/ 14740 w 32722"/>
                <a:gd name="csY15" fmla="*/ 16290 h 102296"/>
                <a:gd name="csX16" fmla="*/ 22845 w 32722"/>
                <a:gd name="csY16" fmla="*/ 8185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22" h="102296">
                  <a:moveTo>
                    <a:pt x="22233" y="34792"/>
                  </a:moveTo>
                  <a:lnTo>
                    <a:pt x="826" y="36474"/>
                  </a:lnTo>
                  <a:lnTo>
                    <a:pt x="826" y="41214"/>
                  </a:lnTo>
                  <a:cubicBezTo>
                    <a:pt x="10765" y="41214"/>
                    <a:pt x="12141" y="42131"/>
                    <a:pt x="12141" y="49624"/>
                  </a:cubicBezTo>
                  <a:lnTo>
                    <a:pt x="12141" y="90756"/>
                  </a:lnTo>
                  <a:cubicBezTo>
                    <a:pt x="12141" y="97637"/>
                    <a:pt x="10459" y="97637"/>
                    <a:pt x="214" y="97637"/>
                  </a:cubicBezTo>
                  <a:lnTo>
                    <a:pt x="214" y="102377"/>
                  </a:lnTo>
                  <a:cubicBezTo>
                    <a:pt x="5107" y="102225"/>
                    <a:pt x="13364" y="101919"/>
                    <a:pt x="17034" y="101919"/>
                  </a:cubicBezTo>
                  <a:cubicBezTo>
                    <a:pt x="22386" y="101919"/>
                    <a:pt x="27738" y="102225"/>
                    <a:pt x="32937" y="102377"/>
                  </a:cubicBezTo>
                  <a:lnTo>
                    <a:pt x="32937" y="97637"/>
                  </a:lnTo>
                  <a:cubicBezTo>
                    <a:pt x="22845" y="97637"/>
                    <a:pt x="22233" y="96873"/>
                    <a:pt x="22233" y="90909"/>
                  </a:cubicBezTo>
                  <a:lnTo>
                    <a:pt x="22233" y="34792"/>
                  </a:lnTo>
                  <a:close/>
                  <a:moveTo>
                    <a:pt x="22845" y="8185"/>
                  </a:moveTo>
                  <a:cubicBezTo>
                    <a:pt x="22845" y="3292"/>
                    <a:pt x="19022" y="81"/>
                    <a:pt x="14740" y="81"/>
                  </a:cubicBezTo>
                  <a:cubicBezTo>
                    <a:pt x="10000" y="81"/>
                    <a:pt x="6636" y="4210"/>
                    <a:pt x="6636" y="8185"/>
                  </a:cubicBezTo>
                  <a:cubicBezTo>
                    <a:pt x="6636" y="12314"/>
                    <a:pt x="10000" y="16290"/>
                    <a:pt x="14740" y="16290"/>
                  </a:cubicBezTo>
                  <a:cubicBezTo>
                    <a:pt x="19022" y="16290"/>
                    <a:pt x="22845" y="13078"/>
                    <a:pt x="22845" y="8185"/>
                  </a:cubicBezTo>
                  <a:close/>
                </a:path>
              </a:pathLst>
            </a:custGeom>
            <a:solidFill>
              <a:srgbClr val="000000"/>
            </a:solidFill>
            <a:ln w="25400" cap="flat">
              <a:noFill/>
              <a:prstDash val="solid"/>
              <a:miter/>
            </a:ln>
          </p:spPr>
          <p:txBody>
            <a:bodyPr/>
            <a:lstStyle/>
            <a:p>
              <a:endParaRPr lang="en-US"/>
            </a:p>
          </p:txBody>
        </p:sp>
        <p:sp>
          <p:nvSpPr>
            <p:cNvPr id="40" name="Freeform: Shape 39">
              <a:extLst>
                <a:ext uri="{FF2B5EF4-FFF2-40B4-BE49-F238E27FC236}">
                  <a16:creationId xmlns:a16="http://schemas.microsoft.com/office/drawing/2014/main" id="{C3CBD500-DC2D-8CA1-A377-CA7DC374CD50}"/>
                </a:ext>
              </a:extLst>
            </p:cNvPr>
            <p:cNvSpPr/>
            <p:nvPr>
              <p:custDataLst>
                <p:tags r:id="rId39"/>
              </p:custDataLst>
            </p:nvPr>
          </p:nvSpPr>
          <p:spPr>
            <a:xfrm>
              <a:off x="4435507" y="3776680"/>
              <a:ext cx="28441" cy="28746"/>
            </a:xfrm>
            <a:custGeom>
              <a:avLst/>
              <a:gdLst>
                <a:gd name="csX0" fmla="*/ 26058 w 28441"/>
                <a:gd name="csY0" fmla="*/ 10173 h 28746"/>
                <a:gd name="csX1" fmla="*/ 28658 w 28441"/>
                <a:gd name="csY1" fmla="*/ 5586 h 28746"/>
                <a:gd name="csX2" fmla="*/ 23153 w 28441"/>
                <a:gd name="csY2" fmla="*/ 81 h 28746"/>
                <a:gd name="csX3" fmla="*/ 18566 w 28441"/>
                <a:gd name="csY3" fmla="*/ 2681 h 28746"/>
                <a:gd name="csX4" fmla="*/ 217 w 28441"/>
                <a:gd name="csY4" fmla="*/ 26076 h 28746"/>
                <a:gd name="csX5" fmla="*/ 2816 w 28441"/>
                <a:gd name="csY5" fmla="*/ 28828 h 28746"/>
                <a:gd name="csX6" fmla="*/ 26058 w 28441"/>
                <a:gd name="csY6" fmla="*/ 10173 h 287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8441" h="28746">
                  <a:moveTo>
                    <a:pt x="26058" y="10173"/>
                  </a:moveTo>
                  <a:cubicBezTo>
                    <a:pt x="27435" y="9103"/>
                    <a:pt x="28658" y="7421"/>
                    <a:pt x="28658" y="5586"/>
                  </a:cubicBezTo>
                  <a:cubicBezTo>
                    <a:pt x="28658" y="2834"/>
                    <a:pt x="25906" y="81"/>
                    <a:pt x="23153" y="81"/>
                  </a:cubicBezTo>
                  <a:cubicBezTo>
                    <a:pt x="20860" y="81"/>
                    <a:pt x="19178" y="1763"/>
                    <a:pt x="18566" y="2681"/>
                  </a:cubicBezTo>
                  <a:lnTo>
                    <a:pt x="217" y="26076"/>
                  </a:lnTo>
                  <a:lnTo>
                    <a:pt x="2816" y="28828"/>
                  </a:lnTo>
                  <a:lnTo>
                    <a:pt x="26058" y="10173"/>
                  </a:lnTo>
                  <a:close/>
                </a:path>
              </a:pathLst>
            </a:custGeom>
            <a:solidFill>
              <a:srgbClr val="000000"/>
            </a:solidFill>
            <a:ln w="25400" cap="flat">
              <a:noFill/>
              <a:prstDash val="solid"/>
              <a:miter/>
            </a:ln>
          </p:spPr>
          <p:txBody>
            <a:bodyPr/>
            <a:lstStyle/>
            <a:p>
              <a:endParaRPr lang="en-US"/>
            </a:p>
          </p:txBody>
        </p:sp>
        <p:sp>
          <p:nvSpPr>
            <p:cNvPr id="41" name="Freeform: Shape 40">
              <a:extLst>
                <a:ext uri="{FF2B5EF4-FFF2-40B4-BE49-F238E27FC236}">
                  <a16:creationId xmlns:a16="http://schemas.microsoft.com/office/drawing/2014/main" id="{4F7D7E4C-A590-94FC-9C02-26DD7CB15D14}"/>
                </a:ext>
              </a:extLst>
            </p:cNvPr>
            <p:cNvSpPr/>
            <p:nvPr>
              <p:custDataLst>
                <p:tags r:id="rId40"/>
              </p:custDataLst>
            </p:nvPr>
          </p:nvSpPr>
          <p:spPr>
            <a:xfrm>
              <a:off x="4408289" y="3814908"/>
              <a:ext cx="67738" cy="70185"/>
            </a:xfrm>
            <a:custGeom>
              <a:avLst/>
              <a:gdLst>
                <a:gd name="csX0" fmla="*/ 67956 w 67738"/>
                <a:gd name="csY0" fmla="*/ 35862 h 70185"/>
                <a:gd name="csX1" fmla="*/ 34163 w 67738"/>
                <a:gd name="csY1" fmla="*/ 81 h 70185"/>
                <a:gd name="csX2" fmla="*/ 217 w 67738"/>
                <a:gd name="csY2" fmla="*/ 35862 h 70185"/>
                <a:gd name="csX3" fmla="*/ 34010 w 67738"/>
                <a:gd name="csY3" fmla="*/ 70267 h 70185"/>
                <a:gd name="csX4" fmla="*/ 67956 w 67738"/>
                <a:gd name="csY4" fmla="*/ 35862 h 70185"/>
                <a:gd name="csX5" fmla="*/ 34163 w 67738"/>
                <a:gd name="csY5" fmla="*/ 66444 h 70185"/>
                <a:gd name="csX6" fmla="*/ 16731 w 67738"/>
                <a:gd name="csY6" fmla="*/ 56199 h 70185"/>
                <a:gd name="csX7" fmla="*/ 12908 w 67738"/>
                <a:gd name="csY7" fmla="*/ 34639 h 70185"/>
                <a:gd name="csX8" fmla="*/ 16578 w 67738"/>
                <a:gd name="csY8" fmla="*/ 13690 h 70185"/>
                <a:gd name="csX9" fmla="*/ 34010 w 67738"/>
                <a:gd name="csY9" fmla="*/ 3445 h 70185"/>
                <a:gd name="csX10" fmla="*/ 51289 w 67738"/>
                <a:gd name="csY10" fmla="*/ 13384 h 70185"/>
                <a:gd name="csX11" fmla="*/ 55264 w 67738"/>
                <a:gd name="csY11" fmla="*/ 34639 h 70185"/>
                <a:gd name="csX12" fmla="*/ 51900 w 67738"/>
                <a:gd name="csY12" fmla="*/ 55129 h 70185"/>
                <a:gd name="csX13" fmla="*/ 34163 w 67738"/>
                <a:gd name="csY13" fmla="*/ 66444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7738" h="70185">
                  <a:moveTo>
                    <a:pt x="67956" y="35862"/>
                  </a:moveTo>
                  <a:cubicBezTo>
                    <a:pt x="67956" y="16290"/>
                    <a:pt x="52665" y="81"/>
                    <a:pt x="34163" y="81"/>
                  </a:cubicBezTo>
                  <a:cubicBezTo>
                    <a:pt x="15049" y="81"/>
                    <a:pt x="217" y="16748"/>
                    <a:pt x="217" y="35862"/>
                  </a:cubicBezTo>
                  <a:cubicBezTo>
                    <a:pt x="217" y="55587"/>
                    <a:pt x="16119" y="70267"/>
                    <a:pt x="34010" y="70267"/>
                  </a:cubicBezTo>
                  <a:cubicBezTo>
                    <a:pt x="52512" y="70267"/>
                    <a:pt x="67956" y="55281"/>
                    <a:pt x="67956" y="35862"/>
                  </a:cubicBezTo>
                  <a:close/>
                  <a:moveTo>
                    <a:pt x="34163" y="66444"/>
                  </a:moveTo>
                  <a:cubicBezTo>
                    <a:pt x="27588" y="66444"/>
                    <a:pt x="20860" y="63233"/>
                    <a:pt x="16731" y="56199"/>
                  </a:cubicBezTo>
                  <a:cubicBezTo>
                    <a:pt x="12908" y="49471"/>
                    <a:pt x="12908" y="40143"/>
                    <a:pt x="12908" y="34639"/>
                  </a:cubicBezTo>
                  <a:cubicBezTo>
                    <a:pt x="12908" y="28675"/>
                    <a:pt x="12908" y="20418"/>
                    <a:pt x="16578" y="13690"/>
                  </a:cubicBezTo>
                  <a:cubicBezTo>
                    <a:pt x="20707" y="6656"/>
                    <a:pt x="27893" y="3445"/>
                    <a:pt x="34010" y="3445"/>
                  </a:cubicBezTo>
                  <a:cubicBezTo>
                    <a:pt x="40738" y="3445"/>
                    <a:pt x="47313" y="6809"/>
                    <a:pt x="51289" y="13384"/>
                  </a:cubicBezTo>
                  <a:cubicBezTo>
                    <a:pt x="55264" y="19959"/>
                    <a:pt x="55264" y="28828"/>
                    <a:pt x="55264" y="34639"/>
                  </a:cubicBezTo>
                  <a:cubicBezTo>
                    <a:pt x="55264" y="40143"/>
                    <a:pt x="55264" y="48401"/>
                    <a:pt x="51900" y="55129"/>
                  </a:cubicBezTo>
                  <a:cubicBezTo>
                    <a:pt x="48536" y="62009"/>
                    <a:pt x="41808" y="66444"/>
                    <a:pt x="34163" y="66444"/>
                  </a:cubicBezTo>
                  <a:close/>
                </a:path>
              </a:pathLst>
            </a:custGeom>
            <a:solidFill>
              <a:srgbClr val="000000"/>
            </a:solidFill>
            <a:ln w="25400" cap="flat">
              <a:noFill/>
              <a:prstDash val="solid"/>
              <a:miter/>
            </a:ln>
          </p:spPr>
          <p:txBody>
            <a:bodyPr/>
            <a:lstStyle/>
            <a:p>
              <a:endParaRPr lang="en-US"/>
            </a:p>
          </p:txBody>
        </p:sp>
        <p:sp>
          <p:nvSpPr>
            <p:cNvPr id="42" name="Freeform: Shape 41">
              <a:extLst>
                <a:ext uri="{FF2B5EF4-FFF2-40B4-BE49-F238E27FC236}">
                  <a16:creationId xmlns:a16="http://schemas.microsoft.com/office/drawing/2014/main" id="{43FA70DC-2DD4-1BD8-2887-8632E104DD49}"/>
                </a:ext>
              </a:extLst>
            </p:cNvPr>
            <p:cNvSpPr/>
            <p:nvPr>
              <p:custDataLst>
                <p:tags r:id="rId41"/>
              </p:custDataLst>
            </p:nvPr>
          </p:nvSpPr>
          <p:spPr>
            <a:xfrm>
              <a:off x="4485356" y="3815825"/>
              <a:ext cx="76913" cy="67585"/>
            </a:xfrm>
            <a:custGeom>
              <a:avLst/>
              <a:gdLst>
                <a:gd name="csX0" fmla="*/ 12149 w 76913"/>
                <a:gd name="csY0" fmla="*/ 15066 h 67585"/>
                <a:gd name="csX1" fmla="*/ 12149 w 76913"/>
                <a:gd name="csY1" fmla="*/ 56046 h 67585"/>
                <a:gd name="csX2" fmla="*/ 222 w 76913"/>
                <a:gd name="csY2" fmla="*/ 62927 h 67585"/>
                <a:gd name="csX3" fmla="*/ 222 w 76913"/>
                <a:gd name="csY3" fmla="*/ 67667 h 67585"/>
                <a:gd name="csX4" fmla="*/ 17501 w 76913"/>
                <a:gd name="csY4" fmla="*/ 67208 h 67585"/>
                <a:gd name="csX5" fmla="*/ 34626 w 76913"/>
                <a:gd name="csY5" fmla="*/ 67667 h 67585"/>
                <a:gd name="csX6" fmla="*/ 34626 w 76913"/>
                <a:gd name="csY6" fmla="*/ 62927 h 67585"/>
                <a:gd name="csX7" fmla="*/ 22699 w 76913"/>
                <a:gd name="csY7" fmla="*/ 56046 h 67585"/>
                <a:gd name="csX8" fmla="*/ 22699 w 76913"/>
                <a:gd name="csY8" fmla="*/ 27911 h 67585"/>
                <a:gd name="csX9" fmla="*/ 43342 w 76913"/>
                <a:gd name="csY9" fmla="*/ 3445 h 67585"/>
                <a:gd name="csX10" fmla="*/ 54658 w 76913"/>
                <a:gd name="csY10" fmla="*/ 20418 h 67585"/>
                <a:gd name="csX11" fmla="*/ 54658 w 76913"/>
                <a:gd name="csY11" fmla="*/ 56046 h 67585"/>
                <a:gd name="csX12" fmla="*/ 42731 w 76913"/>
                <a:gd name="csY12" fmla="*/ 62927 h 67585"/>
                <a:gd name="csX13" fmla="*/ 42731 w 76913"/>
                <a:gd name="csY13" fmla="*/ 67667 h 67585"/>
                <a:gd name="csX14" fmla="*/ 60009 w 76913"/>
                <a:gd name="csY14" fmla="*/ 67208 h 67585"/>
                <a:gd name="csX15" fmla="*/ 77135 w 76913"/>
                <a:gd name="csY15" fmla="*/ 67667 h 67585"/>
                <a:gd name="csX16" fmla="*/ 77135 w 76913"/>
                <a:gd name="csY16" fmla="*/ 62927 h 67585"/>
                <a:gd name="csX17" fmla="*/ 65208 w 76913"/>
                <a:gd name="csY17" fmla="*/ 58340 h 67585"/>
                <a:gd name="csX18" fmla="*/ 65208 w 76913"/>
                <a:gd name="csY18" fmla="*/ 29134 h 67585"/>
                <a:gd name="csX19" fmla="*/ 60468 w 76913"/>
                <a:gd name="csY19" fmla="*/ 5739 h 67585"/>
                <a:gd name="csX20" fmla="*/ 44413 w 76913"/>
                <a:gd name="csY20" fmla="*/ 81 h 67585"/>
                <a:gd name="csX21" fmla="*/ 21782 w 76913"/>
                <a:gd name="csY21" fmla="*/ 16137 h 67585"/>
                <a:gd name="csX22" fmla="*/ 21782 w 76913"/>
                <a:gd name="csY22" fmla="*/ 81 h 67585"/>
                <a:gd name="csX23" fmla="*/ 222 w 76913"/>
                <a:gd name="csY23" fmla="*/ 1763 h 67585"/>
                <a:gd name="csX24" fmla="*/ 222 w 76913"/>
                <a:gd name="csY24" fmla="*/ 6503 h 67585"/>
                <a:gd name="csX25" fmla="*/ 12149 w 76913"/>
                <a:gd name="csY25" fmla="*/ 15066 h 67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6913" h="67585">
                  <a:moveTo>
                    <a:pt x="12149" y="15066"/>
                  </a:moveTo>
                  <a:lnTo>
                    <a:pt x="12149" y="56046"/>
                  </a:lnTo>
                  <a:cubicBezTo>
                    <a:pt x="12149" y="62927"/>
                    <a:pt x="10467" y="62927"/>
                    <a:pt x="222" y="62927"/>
                  </a:cubicBezTo>
                  <a:lnTo>
                    <a:pt x="222" y="67667"/>
                  </a:lnTo>
                  <a:cubicBezTo>
                    <a:pt x="5574" y="67514"/>
                    <a:pt x="13372" y="67208"/>
                    <a:pt x="17501" y="67208"/>
                  </a:cubicBezTo>
                  <a:cubicBezTo>
                    <a:pt x="21476" y="67208"/>
                    <a:pt x="29427" y="67514"/>
                    <a:pt x="34626" y="67667"/>
                  </a:cubicBezTo>
                  <a:lnTo>
                    <a:pt x="34626" y="62927"/>
                  </a:lnTo>
                  <a:cubicBezTo>
                    <a:pt x="24381" y="62927"/>
                    <a:pt x="22699" y="62927"/>
                    <a:pt x="22699" y="56046"/>
                  </a:cubicBezTo>
                  <a:lnTo>
                    <a:pt x="22699" y="27911"/>
                  </a:lnTo>
                  <a:cubicBezTo>
                    <a:pt x="22699" y="12008"/>
                    <a:pt x="33556" y="3445"/>
                    <a:pt x="43342" y="3445"/>
                  </a:cubicBezTo>
                  <a:cubicBezTo>
                    <a:pt x="52975" y="3445"/>
                    <a:pt x="54658" y="11702"/>
                    <a:pt x="54658" y="20418"/>
                  </a:cubicBezTo>
                  <a:lnTo>
                    <a:pt x="54658" y="56046"/>
                  </a:lnTo>
                  <a:cubicBezTo>
                    <a:pt x="54658" y="62927"/>
                    <a:pt x="52975" y="62927"/>
                    <a:pt x="42731" y="62927"/>
                  </a:cubicBezTo>
                  <a:lnTo>
                    <a:pt x="42731" y="67667"/>
                  </a:lnTo>
                  <a:cubicBezTo>
                    <a:pt x="48082" y="67514"/>
                    <a:pt x="55881" y="67208"/>
                    <a:pt x="60009" y="67208"/>
                  </a:cubicBezTo>
                  <a:cubicBezTo>
                    <a:pt x="63985" y="67208"/>
                    <a:pt x="71936" y="67514"/>
                    <a:pt x="77135" y="67667"/>
                  </a:cubicBezTo>
                  <a:lnTo>
                    <a:pt x="77135" y="62927"/>
                  </a:lnTo>
                  <a:cubicBezTo>
                    <a:pt x="69184" y="62927"/>
                    <a:pt x="65361" y="62927"/>
                    <a:pt x="65208" y="58340"/>
                  </a:cubicBezTo>
                  <a:lnTo>
                    <a:pt x="65208" y="29134"/>
                  </a:lnTo>
                  <a:cubicBezTo>
                    <a:pt x="65208" y="15984"/>
                    <a:pt x="65208" y="11244"/>
                    <a:pt x="60468" y="5739"/>
                  </a:cubicBezTo>
                  <a:cubicBezTo>
                    <a:pt x="58327" y="3139"/>
                    <a:pt x="53281" y="81"/>
                    <a:pt x="44413" y="81"/>
                  </a:cubicBezTo>
                  <a:cubicBezTo>
                    <a:pt x="33250" y="81"/>
                    <a:pt x="26063" y="6656"/>
                    <a:pt x="21782" y="16137"/>
                  </a:cubicBezTo>
                  <a:lnTo>
                    <a:pt x="21782" y="81"/>
                  </a:lnTo>
                  <a:lnTo>
                    <a:pt x="222" y="1763"/>
                  </a:lnTo>
                  <a:lnTo>
                    <a:pt x="222" y="6503"/>
                  </a:lnTo>
                  <a:cubicBezTo>
                    <a:pt x="10925" y="6503"/>
                    <a:pt x="12149" y="7574"/>
                    <a:pt x="12149" y="15066"/>
                  </a:cubicBezTo>
                  <a:close/>
                </a:path>
              </a:pathLst>
            </a:custGeom>
            <a:solidFill>
              <a:srgbClr val="000000"/>
            </a:solidFill>
            <a:ln w="25400" cap="flat">
              <a:noFill/>
              <a:prstDash val="solid"/>
              <a:miter/>
            </a:ln>
          </p:spPr>
          <p:txBody>
            <a:bodyPr/>
            <a:lstStyle/>
            <a:p>
              <a:endParaRPr lang="en-US"/>
            </a:p>
          </p:txBody>
        </p:sp>
        <p:sp>
          <p:nvSpPr>
            <p:cNvPr id="43" name="Freeform: Shape 42">
              <a:extLst>
                <a:ext uri="{FF2B5EF4-FFF2-40B4-BE49-F238E27FC236}">
                  <a16:creationId xmlns:a16="http://schemas.microsoft.com/office/drawing/2014/main" id="{95593057-9E99-28EB-A8B5-9583EBDC9E1D}"/>
                </a:ext>
              </a:extLst>
            </p:cNvPr>
            <p:cNvSpPr/>
            <p:nvPr>
              <p:custDataLst>
                <p:tags r:id="rId42"/>
              </p:custDataLst>
            </p:nvPr>
          </p:nvSpPr>
          <p:spPr>
            <a:xfrm>
              <a:off x="4580549" y="3768729"/>
              <a:ext cx="35474" cy="152909"/>
            </a:xfrm>
            <a:custGeom>
              <a:avLst/>
              <a:gdLst>
                <a:gd name="csX0" fmla="*/ 35702 w 35474"/>
                <a:gd name="csY0" fmla="*/ 151461 h 152909"/>
                <a:gd name="csX1" fmla="*/ 33103 w 35474"/>
                <a:gd name="csY1" fmla="*/ 148097 h 152909"/>
                <a:gd name="csX2" fmla="*/ 9096 w 35474"/>
                <a:gd name="csY2" fmla="*/ 76536 h 152909"/>
                <a:gd name="csX3" fmla="*/ 33714 w 35474"/>
                <a:gd name="csY3" fmla="*/ 4210 h 152909"/>
                <a:gd name="csX4" fmla="*/ 35702 w 35474"/>
                <a:gd name="csY4" fmla="*/ 1610 h 152909"/>
                <a:gd name="csX5" fmla="*/ 34173 w 35474"/>
                <a:gd name="csY5" fmla="*/ 81 h 152909"/>
                <a:gd name="csX6" fmla="*/ 9861 w 35474"/>
                <a:gd name="csY6" fmla="*/ 29899 h 152909"/>
                <a:gd name="csX7" fmla="*/ 227 w 35474"/>
                <a:gd name="csY7" fmla="*/ 76536 h 152909"/>
                <a:gd name="csX8" fmla="*/ 10319 w 35474"/>
                <a:gd name="csY8" fmla="*/ 124244 h 152909"/>
                <a:gd name="csX9" fmla="*/ 34173 w 35474"/>
                <a:gd name="csY9" fmla="*/ 152990 h 152909"/>
                <a:gd name="csX10" fmla="*/ 35702 w 35474"/>
                <a:gd name="csY10" fmla="*/ 151461 h 152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4" h="152909">
                  <a:moveTo>
                    <a:pt x="35702" y="151461"/>
                  </a:moveTo>
                  <a:cubicBezTo>
                    <a:pt x="35702" y="151003"/>
                    <a:pt x="35702" y="150697"/>
                    <a:pt x="33103" y="148097"/>
                  </a:cubicBezTo>
                  <a:cubicBezTo>
                    <a:pt x="13989" y="128831"/>
                    <a:pt x="9096" y="99931"/>
                    <a:pt x="9096" y="76536"/>
                  </a:cubicBezTo>
                  <a:cubicBezTo>
                    <a:pt x="9096" y="49930"/>
                    <a:pt x="14907" y="23323"/>
                    <a:pt x="33714" y="4210"/>
                  </a:cubicBezTo>
                  <a:cubicBezTo>
                    <a:pt x="35702" y="2375"/>
                    <a:pt x="35702" y="2069"/>
                    <a:pt x="35702" y="1610"/>
                  </a:cubicBezTo>
                  <a:cubicBezTo>
                    <a:pt x="35702" y="540"/>
                    <a:pt x="35091" y="81"/>
                    <a:pt x="34173" y="81"/>
                  </a:cubicBezTo>
                  <a:cubicBezTo>
                    <a:pt x="32644" y="81"/>
                    <a:pt x="18882" y="10479"/>
                    <a:pt x="9861" y="29899"/>
                  </a:cubicBezTo>
                  <a:cubicBezTo>
                    <a:pt x="2062" y="46719"/>
                    <a:pt x="227" y="63691"/>
                    <a:pt x="227" y="76536"/>
                  </a:cubicBezTo>
                  <a:cubicBezTo>
                    <a:pt x="227" y="88463"/>
                    <a:pt x="1909" y="106965"/>
                    <a:pt x="10319" y="124244"/>
                  </a:cubicBezTo>
                  <a:cubicBezTo>
                    <a:pt x="19494" y="143051"/>
                    <a:pt x="32644" y="152990"/>
                    <a:pt x="34173" y="152990"/>
                  </a:cubicBezTo>
                  <a:cubicBezTo>
                    <a:pt x="35091" y="152990"/>
                    <a:pt x="35702" y="152532"/>
                    <a:pt x="35702" y="151461"/>
                  </a:cubicBezTo>
                  <a:close/>
                </a:path>
              </a:pathLst>
            </a:custGeom>
            <a:solidFill>
              <a:srgbClr val="000000"/>
            </a:solidFill>
            <a:ln w="25400" cap="flat">
              <a:noFill/>
              <a:prstDash val="solid"/>
              <a:miter/>
            </a:ln>
          </p:spPr>
          <p:txBody>
            <a:bodyPr/>
            <a:lstStyle/>
            <a:p>
              <a:endParaRPr lang="en-US"/>
            </a:p>
          </p:txBody>
        </p:sp>
        <p:sp>
          <p:nvSpPr>
            <p:cNvPr id="44" name="Freeform: Shape 43">
              <a:extLst>
                <a:ext uri="{FF2B5EF4-FFF2-40B4-BE49-F238E27FC236}">
                  <a16:creationId xmlns:a16="http://schemas.microsoft.com/office/drawing/2014/main" id="{9F9B9FC8-FE17-3C32-31ED-33AB84F80172}"/>
                </a:ext>
              </a:extLst>
            </p:cNvPr>
            <p:cNvSpPr/>
            <p:nvPr>
              <p:custDataLst>
                <p:tags r:id="rId43"/>
              </p:custDataLst>
            </p:nvPr>
          </p:nvSpPr>
          <p:spPr>
            <a:xfrm>
              <a:off x="4629311" y="3815825"/>
              <a:ext cx="70491" cy="98932"/>
            </a:xfrm>
            <a:custGeom>
              <a:avLst/>
              <a:gdLst>
                <a:gd name="csX0" fmla="*/ 70111 w 70491"/>
                <a:gd name="csY0" fmla="*/ 9409 h 98932"/>
                <a:gd name="csX1" fmla="*/ 70722 w 70491"/>
                <a:gd name="csY1" fmla="*/ 5892 h 98932"/>
                <a:gd name="csX2" fmla="*/ 66288 w 70491"/>
                <a:gd name="csY2" fmla="*/ 1763 h 98932"/>
                <a:gd name="csX3" fmla="*/ 60936 w 70491"/>
                <a:gd name="csY3" fmla="*/ 4974 h 98932"/>
                <a:gd name="csX4" fmla="*/ 58795 w 70491"/>
                <a:gd name="csY4" fmla="*/ 13231 h 98932"/>
                <a:gd name="csX5" fmla="*/ 55737 w 70491"/>
                <a:gd name="csY5" fmla="*/ 25464 h 98932"/>
                <a:gd name="csX6" fmla="*/ 48856 w 70491"/>
                <a:gd name="csY6" fmla="*/ 52988 h 98932"/>
                <a:gd name="csX7" fmla="*/ 31578 w 70491"/>
                <a:gd name="csY7" fmla="*/ 65985 h 98932"/>
                <a:gd name="csX8" fmla="*/ 22097 w 70491"/>
                <a:gd name="csY8" fmla="*/ 53599 h 98932"/>
                <a:gd name="csX9" fmla="*/ 29896 w 70491"/>
                <a:gd name="csY9" fmla="*/ 23629 h 98932"/>
                <a:gd name="csX10" fmla="*/ 32954 w 70491"/>
                <a:gd name="csY10" fmla="*/ 12620 h 98932"/>
                <a:gd name="csX11" fmla="*/ 20415 w 70491"/>
                <a:gd name="csY11" fmla="*/ 81 h 98932"/>
                <a:gd name="csX12" fmla="*/ 231 w 70491"/>
                <a:gd name="csY12" fmla="*/ 23629 h 98932"/>
                <a:gd name="csX13" fmla="*/ 2066 w 70491"/>
                <a:gd name="csY13" fmla="*/ 25158 h 98932"/>
                <a:gd name="csX14" fmla="*/ 4513 w 70491"/>
                <a:gd name="csY14" fmla="*/ 22406 h 98932"/>
                <a:gd name="csX15" fmla="*/ 19956 w 70491"/>
                <a:gd name="csY15" fmla="*/ 3445 h 98932"/>
                <a:gd name="csX16" fmla="*/ 23779 w 70491"/>
                <a:gd name="csY16" fmla="*/ 8338 h 98932"/>
                <a:gd name="csX17" fmla="*/ 21180 w 70491"/>
                <a:gd name="csY17" fmla="*/ 19042 h 98932"/>
                <a:gd name="csX18" fmla="*/ 12311 w 70491"/>
                <a:gd name="csY18" fmla="*/ 51153 h 98932"/>
                <a:gd name="csX19" fmla="*/ 30966 w 70491"/>
                <a:gd name="csY19" fmla="*/ 69349 h 98932"/>
                <a:gd name="csX20" fmla="*/ 46410 w 70491"/>
                <a:gd name="csY20" fmla="*/ 62468 h 98932"/>
                <a:gd name="csX21" fmla="*/ 36471 w 70491"/>
                <a:gd name="csY21" fmla="*/ 86016 h 98932"/>
                <a:gd name="csX22" fmla="*/ 19651 w 70491"/>
                <a:gd name="csY22" fmla="*/ 95649 h 98932"/>
                <a:gd name="csX23" fmla="*/ 8030 w 70491"/>
                <a:gd name="csY23" fmla="*/ 89227 h 98932"/>
                <a:gd name="csX24" fmla="*/ 14605 w 70491"/>
                <a:gd name="csY24" fmla="*/ 87392 h 98932"/>
                <a:gd name="csX25" fmla="*/ 17663 w 70491"/>
                <a:gd name="csY25" fmla="*/ 81123 h 98932"/>
                <a:gd name="csX26" fmla="*/ 12005 w 70491"/>
                <a:gd name="csY26" fmla="*/ 75771 h 98932"/>
                <a:gd name="csX27" fmla="*/ 3442 w 70491"/>
                <a:gd name="csY27" fmla="*/ 85710 h 98932"/>
                <a:gd name="csX28" fmla="*/ 19651 w 70491"/>
                <a:gd name="csY28" fmla="*/ 99013 h 98932"/>
                <a:gd name="csX29" fmla="*/ 55431 w 70491"/>
                <a:gd name="csY29" fmla="*/ 67820 h 98932"/>
                <a:gd name="csX30" fmla="*/ 70111 w 70491"/>
                <a:gd name="csY30" fmla="*/ 9409 h 98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70491" h="98932">
                  <a:moveTo>
                    <a:pt x="70111" y="9409"/>
                  </a:moveTo>
                  <a:cubicBezTo>
                    <a:pt x="70722" y="7268"/>
                    <a:pt x="70722" y="6962"/>
                    <a:pt x="70722" y="5892"/>
                  </a:cubicBezTo>
                  <a:cubicBezTo>
                    <a:pt x="70722" y="3139"/>
                    <a:pt x="68582" y="1763"/>
                    <a:pt x="66288" y="1763"/>
                  </a:cubicBezTo>
                  <a:cubicBezTo>
                    <a:pt x="64759" y="1763"/>
                    <a:pt x="62312" y="2681"/>
                    <a:pt x="60936" y="4974"/>
                  </a:cubicBezTo>
                  <a:cubicBezTo>
                    <a:pt x="60630" y="5739"/>
                    <a:pt x="59407" y="10479"/>
                    <a:pt x="58795" y="13231"/>
                  </a:cubicBezTo>
                  <a:cubicBezTo>
                    <a:pt x="57725" y="17207"/>
                    <a:pt x="56655" y="21336"/>
                    <a:pt x="55737" y="25464"/>
                  </a:cubicBezTo>
                  <a:lnTo>
                    <a:pt x="48856" y="52988"/>
                  </a:lnTo>
                  <a:cubicBezTo>
                    <a:pt x="48245" y="55281"/>
                    <a:pt x="41670" y="65985"/>
                    <a:pt x="31578" y="65985"/>
                  </a:cubicBezTo>
                  <a:cubicBezTo>
                    <a:pt x="23779" y="65985"/>
                    <a:pt x="22097" y="59257"/>
                    <a:pt x="22097" y="53599"/>
                  </a:cubicBezTo>
                  <a:cubicBezTo>
                    <a:pt x="22097" y="46566"/>
                    <a:pt x="24697" y="37085"/>
                    <a:pt x="29896" y="23629"/>
                  </a:cubicBezTo>
                  <a:cubicBezTo>
                    <a:pt x="32342" y="17360"/>
                    <a:pt x="32954" y="15678"/>
                    <a:pt x="32954" y="12620"/>
                  </a:cubicBezTo>
                  <a:cubicBezTo>
                    <a:pt x="32954" y="5739"/>
                    <a:pt x="28061" y="81"/>
                    <a:pt x="20415" y="81"/>
                  </a:cubicBezTo>
                  <a:cubicBezTo>
                    <a:pt x="5889" y="81"/>
                    <a:pt x="231" y="22253"/>
                    <a:pt x="231" y="23629"/>
                  </a:cubicBezTo>
                  <a:cubicBezTo>
                    <a:pt x="231" y="25158"/>
                    <a:pt x="1760" y="25158"/>
                    <a:pt x="2066" y="25158"/>
                  </a:cubicBezTo>
                  <a:cubicBezTo>
                    <a:pt x="3595" y="25158"/>
                    <a:pt x="3748" y="24853"/>
                    <a:pt x="4513" y="22406"/>
                  </a:cubicBezTo>
                  <a:cubicBezTo>
                    <a:pt x="8641" y="8032"/>
                    <a:pt x="14758" y="3445"/>
                    <a:pt x="19956" y="3445"/>
                  </a:cubicBezTo>
                  <a:cubicBezTo>
                    <a:pt x="21180" y="3445"/>
                    <a:pt x="23779" y="3445"/>
                    <a:pt x="23779" y="8338"/>
                  </a:cubicBezTo>
                  <a:cubicBezTo>
                    <a:pt x="23779" y="12161"/>
                    <a:pt x="22250" y="16137"/>
                    <a:pt x="21180" y="19042"/>
                  </a:cubicBezTo>
                  <a:cubicBezTo>
                    <a:pt x="15063" y="35250"/>
                    <a:pt x="12311" y="43966"/>
                    <a:pt x="12311" y="51153"/>
                  </a:cubicBezTo>
                  <a:cubicBezTo>
                    <a:pt x="12311" y="64762"/>
                    <a:pt x="21944" y="69349"/>
                    <a:pt x="30966" y="69349"/>
                  </a:cubicBezTo>
                  <a:cubicBezTo>
                    <a:pt x="36929" y="69349"/>
                    <a:pt x="42128" y="66750"/>
                    <a:pt x="46410" y="62468"/>
                  </a:cubicBezTo>
                  <a:cubicBezTo>
                    <a:pt x="44422" y="70419"/>
                    <a:pt x="42587" y="77912"/>
                    <a:pt x="36471" y="86016"/>
                  </a:cubicBezTo>
                  <a:cubicBezTo>
                    <a:pt x="32495" y="91215"/>
                    <a:pt x="26684" y="95649"/>
                    <a:pt x="19651" y="95649"/>
                  </a:cubicBezTo>
                  <a:cubicBezTo>
                    <a:pt x="17510" y="95649"/>
                    <a:pt x="10629" y="95191"/>
                    <a:pt x="8030" y="89227"/>
                  </a:cubicBezTo>
                  <a:cubicBezTo>
                    <a:pt x="10476" y="89227"/>
                    <a:pt x="12464" y="89227"/>
                    <a:pt x="14605" y="87392"/>
                  </a:cubicBezTo>
                  <a:cubicBezTo>
                    <a:pt x="16134" y="86016"/>
                    <a:pt x="17663" y="84028"/>
                    <a:pt x="17663" y="81123"/>
                  </a:cubicBezTo>
                  <a:cubicBezTo>
                    <a:pt x="17663" y="76383"/>
                    <a:pt x="13534" y="75771"/>
                    <a:pt x="12005" y="75771"/>
                  </a:cubicBezTo>
                  <a:cubicBezTo>
                    <a:pt x="8488" y="75771"/>
                    <a:pt x="3442" y="78218"/>
                    <a:pt x="3442" y="85710"/>
                  </a:cubicBezTo>
                  <a:cubicBezTo>
                    <a:pt x="3442" y="93356"/>
                    <a:pt x="10170" y="99013"/>
                    <a:pt x="19651" y="99013"/>
                  </a:cubicBezTo>
                  <a:cubicBezTo>
                    <a:pt x="35400" y="99013"/>
                    <a:pt x="51150" y="85099"/>
                    <a:pt x="55431" y="67820"/>
                  </a:cubicBezTo>
                  <a:lnTo>
                    <a:pt x="70111" y="9409"/>
                  </a:lnTo>
                  <a:close/>
                </a:path>
              </a:pathLst>
            </a:custGeom>
            <a:solidFill>
              <a:srgbClr val="000000"/>
            </a:solidFill>
            <a:ln w="25400" cap="flat">
              <a:noFill/>
              <a:prstDash val="solid"/>
              <a:miter/>
            </a:ln>
          </p:spPr>
          <p:txBody>
            <a:bodyPr/>
            <a:lstStyle/>
            <a:p>
              <a:endParaRPr lang="en-US"/>
            </a:p>
          </p:txBody>
        </p:sp>
        <p:sp>
          <p:nvSpPr>
            <p:cNvPr id="45" name="Freeform: Shape 44">
              <a:extLst>
                <a:ext uri="{FF2B5EF4-FFF2-40B4-BE49-F238E27FC236}">
                  <a16:creationId xmlns:a16="http://schemas.microsoft.com/office/drawing/2014/main" id="{40E47E0B-CF13-C550-F90A-AA4D26C0349A}"/>
                </a:ext>
              </a:extLst>
            </p:cNvPr>
            <p:cNvSpPr/>
            <p:nvPr>
              <p:custDataLst>
                <p:tags r:id="rId44"/>
              </p:custDataLst>
            </p:nvPr>
          </p:nvSpPr>
          <p:spPr>
            <a:xfrm>
              <a:off x="4714047" y="3768729"/>
              <a:ext cx="35474" cy="152909"/>
            </a:xfrm>
            <a:custGeom>
              <a:avLst/>
              <a:gdLst>
                <a:gd name="csX0" fmla="*/ 35711 w 35474"/>
                <a:gd name="csY0" fmla="*/ 76536 h 152909"/>
                <a:gd name="csX1" fmla="*/ 25619 w 35474"/>
                <a:gd name="csY1" fmla="*/ 28828 h 152909"/>
                <a:gd name="csX2" fmla="*/ 1766 w 35474"/>
                <a:gd name="csY2" fmla="*/ 81 h 152909"/>
                <a:gd name="csX3" fmla="*/ 236 w 35474"/>
                <a:gd name="csY3" fmla="*/ 1610 h 152909"/>
                <a:gd name="csX4" fmla="*/ 3142 w 35474"/>
                <a:gd name="csY4" fmla="*/ 5127 h 152909"/>
                <a:gd name="csX5" fmla="*/ 26843 w 35474"/>
                <a:gd name="csY5" fmla="*/ 76536 h 152909"/>
                <a:gd name="csX6" fmla="*/ 2224 w 35474"/>
                <a:gd name="csY6" fmla="*/ 148862 h 152909"/>
                <a:gd name="csX7" fmla="*/ 236 w 35474"/>
                <a:gd name="csY7" fmla="*/ 151461 h 152909"/>
                <a:gd name="csX8" fmla="*/ 1766 w 35474"/>
                <a:gd name="csY8" fmla="*/ 152990 h 152909"/>
                <a:gd name="csX9" fmla="*/ 26078 w 35474"/>
                <a:gd name="csY9" fmla="*/ 123173 h 152909"/>
                <a:gd name="csX10" fmla="*/ 35711 w 35474"/>
                <a:gd name="csY10" fmla="*/ 76536 h 152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4" h="152909">
                  <a:moveTo>
                    <a:pt x="35711" y="76536"/>
                  </a:moveTo>
                  <a:cubicBezTo>
                    <a:pt x="35711" y="64609"/>
                    <a:pt x="34029" y="46107"/>
                    <a:pt x="25619" y="28828"/>
                  </a:cubicBezTo>
                  <a:cubicBezTo>
                    <a:pt x="16445" y="10020"/>
                    <a:pt x="3295" y="81"/>
                    <a:pt x="1766" y="81"/>
                  </a:cubicBezTo>
                  <a:cubicBezTo>
                    <a:pt x="848" y="81"/>
                    <a:pt x="236" y="693"/>
                    <a:pt x="236" y="1610"/>
                  </a:cubicBezTo>
                  <a:cubicBezTo>
                    <a:pt x="236" y="2069"/>
                    <a:pt x="236" y="2375"/>
                    <a:pt x="3142" y="5127"/>
                  </a:cubicBezTo>
                  <a:cubicBezTo>
                    <a:pt x="18127" y="20265"/>
                    <a:pt x="26843" y="44578"/>
                    <a:pt x="26843" y="76536"/>
                  </a:cubicBezTo>
                  <a:cubicBezTo>
                    <a:pt x="26843" y="102683"/>
                    <a:pt x="21185" y="129595"/>
                    <a:pt x="2224" y="148862"/>
                  </a:cubicBezTo>
                  <a:cubicBezTo>
                    <a:pt x="236" y="150697"/>
                    <a:pt x="236" y="151003"/>
                    <a:pt x="236" y="151461"/>
                  </a:cubicBezTo>
                  <a:cubicBezTo>
                    <a:pt x="236" y="152379"/>
                    <a:pt x="848" y="152990"/>
                    <a:pt x="1766" y="152990"/>
                  </a:cubicBezTo>
                  <a:cubicBezTo>
                    <a:pt x="3295" y="152990"/>
                    <a:pt x="17056" y="142593"/>
                    <a:pt x="26078" y="123173"/>
                  </a:cubicBezTo>
                  <a:cubicBezTo>
                    <a:pt x="33876" y="106353"/>
                    <a:pt x="35711" y="89380"/>
                    <a:pt x="35711" y="76536"/>
                  </a:cubicBezTo>
                  <a:close/>
                </a:path>
              </a:pathLst>
            </a:custGeom>
            <a:solidFill>
              <a:srgbClr val="000000"/>
            </a:solidFill>
            <a:ln w="25400" cap="flat">
              <a:noFill/>
              <a:prstDash val="solid"/>
              <a:miter/>
            </a:ln>
          </p:spPr>
          <p:txBody>
            <a:bodyPr/>
            <a:lstStyle/>
            <a:p>
              <a:endParaRPr lang="en-US"/>
            </a:p>
          </p:txBody>
        </p:sp>
        <p:sp>
          <p:nvSpPr>
            <p:cNvPr id="46" name="Freeform: Shape 45">
              <a:extLst>
                <a:ext uri="{FF2B5EF4-FFF2-40B4-BE49-F238E27FC236}">
                  <a16:creationId xmlns:a16="http://schemas.microsoft.com/office/drawing/2014/main" id="{0438F256-877F-8D4E-0008-37B830A09C27}"/>
                </a:ext>
              </a:extLst>
            </p:cNvPr>
            <p:cNvSpPr/>
            <p:nvPr>
              <p:custDataLst>
                <p:tags r:id="rId45"/>
              </p:custDataLst>
            </p:nvPr>
          </p:nvSpPr>
          <p:spPr>
            <a:xfrm>
              <a:off x="4815833" y="3827293"/>
              <a:ext cx="101684" cy="35780"/>
            </a:xfrm>
            <a:custGeom>
              <a:avLst/>
              <a:gdLst>
                <a:gd name="csX0" fmla="*/ 96729 w 101684"/>
                <a:gd name="csY0" fmla="*/ 6198 h 35780"/>
                <a:gd name="csX1" fmla="*/ 101928 w 101684"/>
                <a:gd name="csY1" fmla="*/ 3139 h 35780"/>
                <a:gd name="csX2" fmla="*/ 96882 w 101684"/>
                <a:gd name="csY2" fmla="*/ 81 h 35780"/>
                <a:gd name="csX3" fmla="*/ 5289 w 101684"/>
                <a:gd name="csY3" fmla="*/ 81 h 35780"/>
                <a:gd name="csX4" fmla="*/ 243 w 101684"/>
                <a:gd name="csY4" fmla="*/ 3139 h 35780"/>
                <a:gd name="csX5" fmla="*/ 5442 w 101684"/>
                <a:gd name="csY5" fmla="*/ 6198 h 35780"/>
                <a:gd name="csX6" fmla="*/ 96729 w 101684"/>
                <a:gd name="csY6" fmla="*/ 6198 h 35780"/>
                <a:gd name="csX7" fmla="*/ 96882 w 101684"/>
                <a:gd name="csY7" fmla="*/ 35862 h 35780"/>
                <a:gd name="csX8" fmla="*/ 101928 w 101684"/>
                <a:gd name="csY8" fmla="*/ 32804 h 35780"/>
                <a:gd name="csX9" fmla="*/ 96729 w 101684"/>
                <a:gd name="csY9" fmla="*/ 29746 h 35780"/>
                <a:gd name="csX10" fmla="*/ 5442 w 101684"/>
                <a:gd name="csY10" fmla="*/ 29746 h 35780"/>
                <a:gd name="csX11" fmla="*/ 243 w 101684"/>
                <a:gd name="csY11" fmla="*/ 32804 h 35780"/>
                <a:gd name="csX12" fmla="*/ 5289 w 101684"/>
                <a:gd name="csY12" fmla="*/ 35862 h 35780"/>
                <a:gd name="csX13" fmla="*/ 96882 w 101684"/>
                <a:gd name="csY13" fmla="*/ 35862 h 35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01684" h="35780">
                  <a:moveTo>
                    <a:pt x="96729" y="6198"/>
                  </a:moveTo>
                  <a:cubicBezTo>
                    <a:pt x="99022" y="6198"/>
                    <a:pt x="101928" y="6198"/>
                    <a:pt x="101928" y="3139"/>
                  </a:cubicBezTo>
                  <a:cubicBezTo>
                    <a:pt x="101928" y="81"/>
                    <a:pt x="99022" y="81"/>
                    <a:pt x="96882" y="81"/>
                  </a:cubicBezTo>
                  <a:lnTo>
                    <a:pt x="5289" y="81"/>
                  </a:lnTo>
                  <a:cubicBezTo>
                    <a:pt x="3148" y="81"/>
                    <a:pt x="243" y="81"/>
                    <a:pt x="243" y="3139"/>
                  </a:cubicBezTo>
                  <a:cubicBezTo>
                    <a:pt x="243" y="6198"/>
                    <a:pt x="3148" y="6198"/>
                    <a:pt x="5442" y="6198"/>
                  </a:cubicBezTo>
                  <a:lnTo>
                    <a:pt x="96729" y="6198"/>
                  </a:lnTo>
                  <a:close/>
                  <a:moveTo>
                    <a:pt x="96882" y="35862"/>
                  </a:moveTo>
                  <a:cubicBezTo>
                    <a:pt x="99022" y="35862"/>
                    <a:pt x="101928" y="35862"/>
                    <a:pt x="101928" y="32804"/>
                  </a:cubicBezTo>
                  <a:cubicBezTo>
                    <a:pt x="101928" y="29746"/>
                    <a:pt x="99022" y="29746"/>
                    <a:pt x="96729" y="29746"/>
                  </a:cubicBezTo>
                  <a:lnTo>
                    <a:pt x="5442" y="29746"/>
                  </a:lnTo>
                  <a:cubicBezTo>
                    <a:pt x="3148" y="29746"/>
                    <a:pt x="243" y="29746"/>
                    <a:pt x="243" y="32804"/>
                  </a:cubicBezTo>
                  <a:cubicBezTo>
                    <a:pt x="243" y="35862"/>
                    <a:pt x="3148" y="35862"/>
                    <a:pt x="5289" y="35862"/>
                  </a:cubicBezTo>
                  <a:lnTo>
                    <a:pt x="96882" y="35862"/>
                  </a:lnTo>
                  <a:close/>
                </a:path>
              </a:pathLst>
            </a:custGeom>
            <a:solidFill>
              <a:srgbClr val="000000"/>
            </a:solidFill>
            <a:ln w="25400" cap="flat">
              <a:noFill/>
              <a:prstDash val="solid"/>
              <a:miter/>
            </a:ln>
          </p:spPr>
          <p:txBody>
            <a:bodyPr/>
            <a:lstStyle/>
            <a:p>
              <a:endParaRPr lang="en-US"/>
            </a:p>
          </p:txBody>
        </p:sp>
        <p:sp>
          <p:nvSpPr>
            <p:cNvPr id="47" name="Freeform: Shape 46">
              <a:extLst>
                <a:ext uri="{FF2B5EF4-FFF2-40B4-BE49-F238E27FC236}">
                  <a16:creationId xmlns:a16="http://schemas.microsoft.com/office/drawing/2014/main" id="{2701559C-D22C-8599-258B-EB6518B0D9A2}"/>
                </a:ext>
              </a:extLst>
            </p:cNvPr>
            <p:cNvSpPr/>
            <p:nvPr>
              <p:custDataLst>
                <p:tags r:id="rId46"/>
              </p:custDataLst>
            </p:nvPr>
          </p:nvSpPr>
          <p:spPr>
            <a:xfrm>
              <a:off x="4990692" y="3615817"/>
              <a:ext cx="79054" cy="458574"/>
            </a:xfrm>
            <a:custGeom>
              <a:avLst/>
              <a:gdLst>
                <a:gd name="csX0" fmla="*/ 47197 w 79054"/>
                <a:gd name="csY0" fmla="*/ 285546 h 458574"/>
                <a:gd name="csX1" fmla="*/ 8969 w 79054"/>
                <a:gd name="csY1" fmla="*/ 229428 h 458574"/>
                <a:gd name="csX2" fmla="*/ 47044 w 79054"/>
                <a:gd name="csY2" fmla="*/ 174075 h 458574"/>
                <a:gd name="csX3" fmla="*/ 47197 w 79054"/>
                <a:gd name="csY3" fmla="*/ 173157 h 458574"/>
                <a:gd name="csX4" fmla="*/ 47197 w 79054"/>
                <a:gd name="csY4" fmla="*/ 67191 h 458574"/>
                <a:gd name="csX5" fmla="*/ 48420 w 79054"/>
                <a:gd name="csY5" fmla="*/ 46090 h 458574"/>
                <a:gd name="csX6" fmla="*/ 77932 w 79054"/>
                <a:gd name="csY6" fmla="*/ 7251 h 458574"/>
                <a:gd name="csX7" fmla="*/ 79308 w 79054"/>
                <a:gd name="csY7" fmla="*/ 3581 h 458574"/>
                <a:gd name="csX8" fmla="*/ 75791 w 79054"/>
                <a:gd name="csY8" fmla="*/ 64 h 458574"/>
                <a:gd name="csX9" fmla="*/ 68604 w 79054"/>
                <a:gd name="csY9" fmla="*/ 2511 h 458574"/>
                <a:gd name="csX10" fmla="*/ 32365 w 79054"/>
                <a:gd name="csY10" fmla="*/ 55723 h 458574"/>
                <a:gd name="csX11" fmla="*/ 32365 w 79054"/>
                <a:gd name="csY11" fmla="*/ 164442 h 458574"/>
                <a:gd name="csX12" fmla="*/ 24413 w 79054"/>
                <a:gd name="csY12" fmla="*/ 201904 h 458574"/>
                <a:gd name="csX13" fmla="*/ 2547 w 79054"/>
                <a:gd name="csY13" fmla="*/ 225147 h 458574"/>
                <a:gd name="csX14" fmla="*/ 254 w 79054"/>
                <a:gd name="csY14" fmla="*/ 229275 h 458574"/>
                <a:gd name="csX15" fmla="*/ 1630 w 79054"/>
                <a:gd name="csY15" fmla="*/ 232945 h 458574"/>
                <a:gd name="csX16" fmla="*/ 31906 w 79054"/>
                <a:gd name="csY16" fmla="*/ 280041 h 458574"/>
                <a:gd name="csX17" fmla="*/ 32365 w 79054"/>
                <a:gd name="csY17" fmla="*/ 285546 h 458574"/>
                <a:gd name="csX18" fmla="*/ 32365 w 79054"/>
                <a:gd name="csY18" fmla="*/ 402980 h 458574"/>
                <a:gd name="csX19" fmla="*/ 69522 w 79054"/>
                <a:gd name="csY19" fmla="*/ 456651 h 458574"/>
                <a:gd name="csX20" fmla="*/ 75791 w 79054"/>
                <a:gd name="csY20" fmla="*/ 458639 h 458574"/>
                <a:gd name="csX21" fmla="*/ 79308 w 79054"/>
                <a:gd name="csY21" fmla="*/ 455122 h 458574"/>
                <a:gd name="csX22" fmla="*/ 78543 w 79054"/>
                <a:gd name="csY22" fmla="*/ 451911 h 458574"/>
                <a:gd name="csX23" fmla="*/ 47808 w 79054"/>
                <a:gd name="csY23" fmla="*/ 409096 h 458574"/>
                <a:gd name="csX24" fmla="*/ 47197 w 79054"/>
                <a:gd name="csY24" fmla="*/ 402827 h 458574"/>
                <a:gd name="csX25" fmla="*/ 47197 w 79054"/>
                <a:gd name="csY25" fmla="*/ 285546 h 4585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9054" h="458574">
                  <a:moveTo>
                    <a:pt x="47197" y="285546"/>
                  </a:moveTo>
                  <a:cubicBezTo>
                    <a:pt x="47197" y="268726"/>
                    <a:pt x="35576" y="242884"/>
                    <a:pt x="8969" y="229428"/>
                  </a:cubicBezTo>
                  <a:cubicBezTo>
                    <a:pt x="25484" y="220559"/>
                    <a:pt x="45209" y="202669"/>
                    <a:pt x="47044" y="174075"/>
                  </a:cubicBezTo>
                  <a:lnTo>
                    <a:pt x="47197" y="173157"/>
                  </a:lnTo>
                  <a:lnTo>
                    <a:pt x="47197" y="67191"/>
                  </a:lnTo>
                  <a:cubicBezTo>
                    <a:pt x="47197" y="54653"/>
                    <a:pt x="47197" y="51900"/>
                    <a:pt x="48420" y="46090"/>
                  </a:cubicBezTo>
                  <a:cubicBezTo>
                    <a:pt x="51172" y="33857"/>
                    <a:pt x="58512" y="18719"/>
                    <a:pt x="77932" y="7251"/>
                  </a:cubicBezTo>
                  <a:cubicBezTo>
                    <a:pt x="79155" y="6486"/>
                    <a:pt x="79308" y="6333"/>
                    <a:pt x="79308" y="3581"/>
                  </a:cubicBezTo>
                  <a:cubicBezTo>
                    <a:pt x="79308" y="217"/>
                    <a:pt x="79155" y="64"/>
                    <a:pt x="75791" y="64"/>
                  </a:cubicBezTo>
                  <a:cubicBezTo>
                    <a:pt x="73038" y="64"/>
                    <a:pt x="72733" y="64"/>
                    <a:pt x="68604" y="2511"/>
                  </a:cubicBezTo>
                  <a:cubicBezTo>
                    <a:pt x="34352" y="21930"/>
                    <a:pt x="32365" y="50371"/>
                    <a:pt x="32365" y="55723"/>
                  </a:cubicBezTo>
                  <a:lnTo>
                    <a:pt x="32365" y="164442"/>
                  </a:lnTo>
                  <a:cubicBezTo>
                    <a:pt x="32365" y="175451"/>
                    <a:pt x="32365" y="187837"/>
                    <a:pt x="24413" y="201904"/>
                  </a:cubicBezTo>
                  <a:cubicBezTo>
                    <a:pt x="17379" y="214443"/>
                    <a:pt x="9122" y="220712"/>
                    <a:pt x="2547" y="225147"/>
                  </a:cubicBezTo>
                  <a:cubicBezTo>
                    <a:pt x="407" y="226523"/>
                    <a:pt x="254" y="226676"/>
                    <a:pt x="254" y="229275"/>
                  </a:cubicBezTo>
                  <a:cubicBezTo>
                    <a:pt x="254" y="232028"/>
                    <a:pt x="407" y="232180"/>
                    <a:pt x="1630" y="232945"/>
                  </a:cubicBezTo>
                  <a:cubicBezTo>
                    <a:pt x="14627" y="241508"/>
                    <a:pt x="28542" y="255117"/>
                    <a:pt x="31906" y="280041"/>
                  </a:cubicBezTo>
                  <a:cubicBezTo>
                    <a:pt x="32365" y="283405"/>
                    <a:pt x="32365" y="283711"/>
                    <a:pt x="32365" y="285546"/>
                  </a:cubicBezTo>
                  <a:lnTo>
                    <a:pt x="32365" y="402980"/>
                  </a:lnTo>
                  <a:cubicBezTo>
                    <a:pt x="32365" y="415366"/>
                    <a:pt x="40010" y="441054"/>
                    <a:pt x="69522" y="456651"/>
                  </a:cubicBezTo>
                  <a:cubicBezTo>
                    <a:pt x="73038" y="458639"/>
                    <a:pt x="73344" y="458639"/>
                    <a:pt x="75791" y="458639"/>
                  </a:cubicBezTo>
                  <a:cubicBezTo>
                    <a:pt x="79155" y="458639"/>
                    <a:pt x="79308" y="458486"/>
                    <a:pt x="79308" y="455122"/>
                  </a:cubicBezTo>
                  <a:cubicBezTo>
                    <a:pt x="79308" y="452370"/>
                    <a:pt x="79155" y="452217"/>
                    <a:pt x="78543" y="451911"/>
                  </a:cubicBezTo>
                  <a:cubicBezTo>
                    <a:pt x="71968" y="447782"/>
                    <a:pt x="51937" y="435703"/>
                    <a:pt x="47808" y="409096"/>
                  </a:cubicBezTo>
                  <a:cubicBezTo>
                    <a:pt x="47197" y="405121"/>
                    <a:pt x="47197" y="404815"/>
                    <a:pt x="47197" y="402827"/>
                  </a:cubicBezTo>
                  <a:lnTo>
                    <a:pt x="47197" y="285546"/>
                  </a:lnTo>
                  <a:close/>
                </a:path>
              </a:pathLst>
            </a:custGeom>
            <a:solidFill>
              <a:srgbClr val="000000"/>
            </a:solidFill>
            <a:ln w="25400" cap="flat">
              <a:noFill/>
              <a:prstDash val="solid"/>
              <a:miter/>
            </a:ln>
          </p:spPr>
          <p:txBody>
            <a:bodyPr/>
            <a:lstStyle/>
            <a:p>
              <a:endParaRPr lang="en-US"/>
            </a:p>
          </p:txBody>
        </p:sp>
        <p:sp>
          <p:nvSpPr>
            <p:cNvPr id="48" name="Freeform: Shape 47">
              <a:extLst>
                <a:ext uri="{FF2B5EF4-FFF2-40B4-BE49-F238E27FC236}">
                  <a16:creationId xmlns:a16="http://schemas.microsoft.com/office/drawing/2014/main" id="{282BD603-687E-72C1-D592-92CA841F1B58}"/>
                </a:ext>
              </a:extLst>
            </p:cNvPr>
            <p:cNvSpPr/>
            <p:nvPr>
              <p:custDataLst>
                <p:tags r:id="rId47"/>
              </p:custDataLst>
            </p:nvPr>
          </p:nvSpPr>
          <p:spPr>
            <a:xfrm>
              <a:off x="5105460" y="3677289"/>
              <a:ext cx="50460" cy="101837"/>
            </a:xfrm>
            <a:custGeom>
              <a:avLst/>
              <a:gdLst>
                <a:gd name="csX0" fmla="*/ 31608 w 50460"/>
                <a:gd name="csY0" fmla="*/ 4050 h 101837"/>
                <a:gd name="csX1" fmla="*/ 28091 w 50460"/>
                <a:gd name="csY1" fmla="*/ 74 h 101837"/>
                <a:gd name="csX2" fmla="*/ 262 w 50460"/>
                <a:gd name="csY2" fmla="*/ 9861 h 101837"/>
                <a:gd name="csX3" fmla="*/ 262 w 50460"/>
                <a:gd name="csY3" fmla="*/ 14601 h 101837"/>
                <a:gd name="csX4" fmla="*/ 20293 w 50460"/>
                <a:gd name="csY4" fmla="*/ 10625 h 101837"/>
                <a:gd name="csX5" fmla="*/ 20293 w 50460"/>
                <a:gd name="csY5" fmla="*/ 89832 h 101837"/>
                <a:gd name="csX6" fmla="*/ 6072 w 50460"/>
                <a:gd name="csY6" fmla="*/ 97172 h 101837"/>
                <a:gd name="csX7" fmla="*/ 1179 w 50460"/>
                <a:gd name="csY7" fmla="*/ 97172 h 101837"/>
                <a:gd name="csX8" fmla="*/ 1179 w 50460"/>
                <a:gd name="csY8" fmla="*/ 101912 h 101837"/>
                <a:gd name="csX9" fmla="*/ 25950 w 50460"/>
                <a:gd name="csY9" fmla="*/ 101453 h 101837"/>
                <a:gd name="csX10" fmla="*/ 50722 w 50460"/>
                <a:gd name="csY10" fmla="*/ 101912 h 101837"/>
                <a:gd name="csX11" fmla="*/ 50722 w 50460"/>
                <a:gd name="csY11" fmla="*/ 97172 h 101837"/>
                <a:gd name="csX12" fmla="*/ 45829 w 50460"/>
                <a:gd name="csY12" fmla="*/ 97172 h 101837"/>
                <a:gd name="csX13" fmla="*/ 31608 w 50460"/>
                <a:gd name="csY13" fmla="*/ 89832 h 101837"/>
                <a:gd name="csX14" fmla="*/ 31608 w 50460"/>
                <a:gd name="csY14" fmla="*/ 4050 h 101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460" h="101837">
                  <a:moveTo>
                    <a:pt x="31608" y="4050"/>
                  </a:moveTo>
                  <a:cubicBezTo>
                    <a:pt x="31608" y="380"/>
                    <a:pt x="31608" y="74"/>
                    <a:pt x="28091" y="74"/>
                  </a:cubicBezTo>
                  <a:cubicBezTo>
                    <a:pt x="18611" y="9861"/>
                    <a:pt x="5155" y="9861"/>
                    <a:pt x="262" y="9861"/>
                  </a:cubicBezTo>
                  <a:lnTo>
                    <a:pt x="262" y="14601"/>
                  </a:lnTo>
                  <a:cubicBezTo>
                    <a:pt x="3320" y="14601"/>
                    <a:pt x="12341" y="14601"/>
                    <a:pt x="20293" y="10625"/>
                  </a:cubicBezTo>
                  <a:lnTo>
                    <a:pt x="20293" y="89832"/>
                  </a:lnTo>
                  <a:cubicBezTo>
                    <a:pt x="20293" y="95337"/>
                    <a:pt x="19834" y="97172"/>
                    <a:pt x="6072" y="97172"/>
                  </a:cubicBezTo>
                  <a:lnTo>
                    <a:pt x="1179" y="97172"/>
                  </a:lnTo>
                  <a:lnTo>
                    <a:pt x="1179" y="101912"/>
                  </a:lnTo>
                  <a:cubicBezTo>
                    <a:pt x="6531" y="101453"/>
                    <a:pt x="19834" y="101453"/>
                    <a:pt x="25950" y="101453"/>
                  </a:cubicBezTo>
                  <a:cubicBezTo>
                    <a:pt x="32067" y="101453"/>
                    <a:pt x="45370" y="101453"/>
                    <a:pt x="50722" y="101912"/>
                  </a:cubicBezTo>
                  <a:lnTo>
                    <a:pt x="50722" y="97172"/>
                  </a:lnTo>
                  <a:lnTo>
                    <a:pt x="45829" y="97172"/>
                  </a:lnTo>
                  <a:cubicBezTo>
                    <a:pt x="32067" y="97172"/>
                    <a:pt x="31608" y="95490"/>
                    <a:pt x="31608" y="89832"/>
                  </a:cubicBezTo>
                  <a:lnTo>
                    <a:pt x="31608" y="4050"/>
                  </a:lnTo>
                  <a:close/>
                </a:path>
              </a:pathLst>
            </a:custGeom>
            <a:solidFill>
              <a:srgbClr val="000000"/>
            </a:solidFill>
            <a:ln w="25400" cap="flat">
              <a:noFill/>
              <a:prstDash val="solid"/>
              <a:miter/>
            </a:ln>
          </p:spPr>
          <p:txBody>
            <a:bodyPr/>
            <a:lstStyle/>
            <a:p>
              <a:endParaRPr lang="en-US"/>
            </a:p>
          </p:txBody>
        </p:sp>
        <p:sp>
          <p:nvSpPr>
            <p:cNvPr id="49" name="Freeform: Shape 48">
              <a:extLst>
                <a:ext uri="{FF2B5EF4-FFF2-40B4-BE49-F238E27FC236}">
                  <a16:creationId xmlns:a16="http://schemas.microsoft.com/office/drawing/2014/main" id="{C26FF400-78D9-6DDA-A516-4C71302D3AF2}"/>
                </a:ext>
              </a:extLst>
            </p:cNvPr>
            <p:cNvSpPr/>
            <p:nvPr>
              <p:custDataLst>
                <p:tags r:id="rId48"/>
              </p:custDataLst>
            </p:nvPr>
          </p:nvSpPr>
          <p:spPr>
            <a:xfrm>
              <a:off x="5326261" y="3676830"/>
              <a:ext cx="32722" cy="102296"/>
            </a:xfrm>
            <a:custGeom>
              <a:avLst/>
              <a:gdLst>
                <a:gd name="csX0" fmla="*/ 22296 w 32722"/>
                <a:gd name="csY0" fmla="*/ 34785 h 102296"/>
                <a:gd name="csX1" fmla="*/ 888 w 32722"/>
                <a:gd name="csY1" fmla="*/ 36467 h 102296"/>
                <a:gd name="csX2" fmla="*/ 888 w 32722"/>
                <a:gd name="csY2" fmla="*/ 41207 h 102296"/>
                <a:gd name="csX3" fmla="*/ 12203 w 32722"/>
                <a:gd name="csY3" fmla="*/ 49617 h 102296"/>
                <a:gd name="csX4" fmla="*/ 12203 w 32722"/>
                <a:gd name="csY4" fmla="*/ 90750 h 102296"/>
                <a:gd name="csX5" fmla="*/ 277 w 32722"/>
                <a:gd name="csY5" fmla="*/ 97631 h 102296"/>
                <a:gd name="csX6" fmla="*/ 277 w 32722"/>
                <a:gd name="csY6" fmla="*/ 102371 h 102296"/>
                <a:gd name="csX7" fmla="*/ 17097 w 32722"/>
                <a:gd name="csY7" fmla="*/ 101912 h 102296"/>
                <a:gd name="csX8" fmla="*/ 32999 w 32722"/>
                <a:gd name="csY8" fmla="*/ 102371 h 102296"/>
                <a:gd name="csX9" fmla="*/ 32999 w 32722"/>
                <a:gd name="csY9" fmla="*/ 97631 h 102296"/>
                <a:gd name="csX10" fmla="*/ 22296 w 32722"/>
                <a:gd name="csY10" fmla="*/ 90903 h 102296"/>
                <a:gd name="csX11" fmla="*/ 22296 w 32722"/>
                <a:gd name="csY11" fmla="*/ 34785 h 102296"/>
                <a:gd name="csX12" fmla="*/ 22907 w 32722"/>
                <a:gd name="csY12" fmla="*/ 8179 h 102296"/>
                <a:gd name="csX13" fmla="*/ 14803 w 32722"/>
                <a:gd name="csY13" fmla="*/ 74 h 102296"/>
                <a:gd name="csX14" fmla="*/ 6699 w 32722"/>
                <a:gd name="csY14" fmla="*/ 8179 h 102296"/>
                <a:gd name="csX15" fmla="*/ 14803 w 32722"/>
                <a:gd name="csY15" fmla="*/ 16283 h 102296"/>
                <a:gd name="csX16" fmla="*/ 22907 w 32722"/>
                <a:gd name="csY16" fmla="*/ 8179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22" h="102296">
                  <a:moveTo>
                    <a:pt x="22296" y="34785"/>
                  </a:moveTo>
                  <a:lnTo>
                    <a:pt x="888" y="36467"/>
                  </a:lnTo>
                  <a:lnTo>
                    <a:pt x="888" y="41207"/>
                  </a:lnTo>
                  <a:cubicBezTo>
                    <a:pt x="10827" y="41207"/>
                    <a:pt x="12203" y="42124"/>
                    <a:pt x="12203" y="49617"/>
                  </a:cubicBezTo>
                  <a:lnTo>
                    <a:pt x="12203" y="90750"/>
                  </a:lnTo>
                  <a:cubicBezTo>
                    <a:pt x="12203" y="97631"/>
                    <a:pt x="10521" y="97631"/>
                    <a:pt x="277" y="97631"/>
                  </a:cubicBezTo>
                  <a:lnTo>
                    <a:pt x="277" y="102371"/>
                  </a:lnTo>
                  <a:cubicBezTo>
                    <a:pt x="5170" y="102218"/>
                    <a:pt x="13427" y="101912"/>
                    <a:pt x="17097" y="101912"/>
                  </a:cubicBezTo>
                  <a:cubicBezTo>
                    <a:pt x="22448" y="101912"/>
                    <a:pt x="27800" y="102218"/>
                    <a:pt x="32999" y="102371"/>
                  </a:cubicBezTo>
                  <a:lnTo>
                    <a:pt x="32999" y="97631"/>
                  </a:lnTo>
                  <a:cubicBezTo>
                    <a:pt x="22907" y="97631"/>
                    <a:pt x="22296" y="96866"/>
                    <a:pt x="22296" y="90903"/>
                  </a:cubicBezTo>
                  <a:lnTo>
                    <a:pt x="22296" y="34785"/>
                  </a:lnTo>
                  <a:close/>
                  <a:moveTo>
                    <a:pt x="22907" y="8179"/>
                  </a:moveTo>
                  <a:cubicBezTo>
                    <a:pt x="22907" y="3285"/>
                    <a:pt x="19084" y="74"/>
                    <a:pt x="14803" y="74"/>
                  </a:cubicBezTo>
                  <a:cubicBezTo>
                    <a:pt x="10063" y="74"/>
                    <a:pt x="6699" y="4203"/>
                    <a:pt x="6699" y="8179"/>
                  </a:cubicBezTo>
                  <a:cubicBezTo>
                    <a:pt x="6699" y="12307"/>
                    <a:pt x="10063" y="16283"/>
                    <a:pt x="14803" y="16283"/>
                  </a:cubicBezTo>
                  <a:cubicBezTo>
                    <a:pt x="19084" y="16283"/>
                    <a:pt x="22907" y="13072"/>
                    <a:pt x="22907" y="8179"/>
                  </a:cubicBezTo>
                  <a:close/>
                </a:path>
              </a:pathLst>
            </a:custGeom>
            <a:solidFill>
              <a:srgbClr val="000000"/>
            </a:solidFill>
            <a:ln w="25400" cap="flat">
              <a:noFill/>
              <a:prstDash val="solid"/>
              <a:miter/>
            </a:ln>
          </p:spPr>
          <p:txBody>
            <a:bodyPr/>
            <a:lstStyle/>
            <a:p>
              <a:endParaRPr lang="en-US"/>
            </a:p>
          </p:txBody>
        </p:sp>
        <p:sp>
          <p:nvSpPr>
            <p:cNvPr id="50" name="Freeform: Shape 49">
              <a:extLst>
                <a:ext uri="{FF2B5EF4-FFF2-40B4-BE49-F238E27FC236}">
                  <a16:creationId xmlns:a16="http://schemas.microsoft.com/office/drawing/2014/main" id="{7859BAE3-C212-295E-354F-C2BB2E27BBFD}"/>
                </a:ext>
              </a:extLst>
            </p:cNvPr>
            <p:cNvSpPr/>
            <p:nvPr>
              <p:custDataLst>
                <p:tags r:id="rId49"/>
              </p:custDataLst>
            </p:nvPr>
          </p:nvSpPr>
          <p:spPr>
            <a:xfrm>
              <a:off x="5368736" y="3671326"/>
              <a:ext cx="49542" cy="107801"/>
            </a:xfrm>
            <a:custGeom>
              <a:avLst/>
              <a:gdLst>
                <a:gd name="csX0" fmla="*/ 21992 w 49542"/>
                <a:gd name="csY0" fmla="*/ 41972 h 107801"/>
                <a:gd name="csX1" fmla="*/ 21992 w 49542"/>
                <a:gd name="csY1" fmla="*/ 24234 h 107801"/>
                <a:gd name="csX2" fmla="*/ 36060 w 49542"/>
                <a:gd name="csY2" fmla="*/ 3438 h 107801"/>
                <a:gd name="csX3" fmla="*/ 41106 w 49542"/>
                <a:gd name="csY3" fmla="*/ 4509 h 107801"/>
                <a:gd name="csX4" fmla="*/ 36519 w 49542"/>
                <a:gd name="csY4" fmla="*/ 10931 h 107801"/>
                <a:gd name="csX5" fmla="*/ 43094 w 49542"/>
                <a:gd name="csY5" fmla="*/ 17506 h 107801"/>
                <a:gd name="csX6" fmla="*/ 49822 w 49542"/>
                <a:gd name="csY6" fmla="*/ 10778 h 107801"/>
                <a:gd name="csX7" fmla="*/ 36060 w 49542"/>
                <a:gd name="csY7" fmla="*/ 74 h 107801"/>
                <a:gd name="csX8" fmla="*/ 12359 w 49542"/>
                <a:gd name="csY8" fmla="*/ 24387 h 107801"/>
                <a:gd name="csX9" fmla="*/ 12359 w 49542"/>
                <a:gd name="csY9" fmla="*/ 41972 h 107801"/>
                <a:gd name="csX10" fmla="*/ 279 w 49542"/>
                <a:gd name="csY10" fmla="*/ 41972 h 107801"/>
                <a:gd name="csX11" fmla="*/ 279 w 49542"/>
                <a:gd name="csY11" fmla="*/ 46712 h 107801"/>
                <a:gd name="csX12" fmla="*/ 12359 w 49542"/>
                <a:gd name="csY12" fmla="*/ 46712 h 107801"/>
                <a:gd name="csX13" fmla="*/ 12359 w 49542"/>
                <a:gd name="csY13" fmla="*/ 96254 h 107801"/>
                <a:gd name="csX14" fmla="*/ 432 w 49542"/>
                <a:gd name="csY14" fmla="*/ 103135 h 107801"/>
                <a:gd name="csX15" fmla="*/ 432 w 49542"/>
                <a:gd name="csY15" fmla="*/ 107875 h 107801"/>
                <a:gd name="csX16" fmla="*/ 17864 w 49542"/>
                <a:gd name="csY16" fmla="*/ 107417 h 107801"/>
                <a:gd name="csX17" fmla="*/ 37283 w 49542"/>
                <a:gd name="csY17" fmla="*/ 107875 h 107801"/>
                <a:gd name="csX18" fmla="*/ 37283 w 49542"/>
                <a:gd name="csY18" fmla="*/ 103135 h 107801"/>
                <a:gd name="csX19" fmla="*/ 34072 w 49542"/>
                <a:gd name="csY19" fmla="*/ 103135 h 107801"/>
                <a:gd name="csX20" fmla="*/ 22451 w 49542"/>
                <a:gd name="csY20" fmla="*/ 95949 h 107801"/>
                <a:gd name="csX21" fmla="*/ 22451 w 49542"/>
                <a:gd name="csY21" fmla="*/ 46712 h 107801"/>
                <a:gd name="csX22" fmla="*/ 39883 w 49542"/>
                <a:gd name="csY22" fmla="*/ 46712 h 107801"/>
                <a:gd name="csX23" fmla="*/ 39883 w 49542"/>
                <a:gd name="csY23" fmla="*/ 41972 h 107801"/>
                <a:gd name="csX24" fmla="*/ 21992 w 49542"/>
                <a:gd name="csY24" fmla="*/ 41972 h 1078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49542" h="107801">
                  <a:moveTo>
                    <a:pt x="21992" y="41972"/>
                  </a:moveTo>
                  <a:lnTo>
                    <a:pt x="21992" y="24234"/>
                  </a:lnTo>
                  <a:cubicBezTo>
                    <a:pt x="21992" y="10778"/>
                    <a:pt x="29332" y="3438"/>
                    <a:pt x="36060" y="3438"/>
                  </a:cubicBezTo>
                  <a:cubicBezTo>
                    <a:pt x="36519" y="3438"/>
                    <a:pt x="38812" y="3438"/>
                    <a:pt x="41106" y="4509"/>
                  </a:cubicBezTo>
                  <a:cubicBezTo>
                    <a:pt x="39271" y="5120"/>
                    <a:pt x="36519" y="7108"/>
                    <a:pt x="36519" y="10931"/>
                  </a:cubicBezTo>
                  <a:cubicBezTo>
                    <a:pt x="36519" y="14448"/>
                    <a:pt x="38965" y="17506"/>
                    <a:pt x="43094" y="17506"/>
                  </a:cubicBezTo>
                  <a:cubicBezTo>
                    <a:pt x="47528" y="17506"/>
                    <a:pt x="49822" y="14448"/>
                    <a:pt x="49822" y="10778"/>
                  </a:cubicBezTo>
                  <a:cubicBezTo>
                    <a:pt x="49822" y="5120"/>
                    <a:pt x="44164" y="74"/>
                    <a:pt x="36060" y="74"/>
                  </a:cubicBezTo>
                  <a:cubicBezTo>
                    <a:pt x="25356" y="74"/>
                    <a:pt x="12359" y="8179"/>
                    <a:pt x="12359" y="24387"/>
                  </a:cubicBezTo>
                  <a:lnTo>
                    <a:pt x="12359" y="41972"/>
                  </a:lnTo>
                  <a:lnTo>
                    <a:pt x="279" y="41972"/>
                  </a:lnTo>
                  <a:lnTo>
                    <a:pt x="279" y="46712"/>
                  </a:lnTo>
                  <a:lnTo>
                    <a:pt x="12359" y="46712"/>
                  </a:lnTo>
                  <a:lnTo>
                    <a:pt x="12359" y="96254"/>
                  </a:lnTo>
                  <a:cubicBezTo>
                    <a:pt x="12359" y="103135"/>
                    <a:pt x="10677" y="103135"/>
                    <a:pt x="432" y="103135"/>
                  </a:cubicBezTo>
                  <a:lnTo>
                    <a:pt x="432" y="107875"/>
                  </a:lnTo>
                  <a:cubicBezTo>
                    <a:pt x="6396" y="107723"/>
                    <a:pt x="13582" y="107417"/>
                    <a:pt x="17864" y="107417"/>
                  </a:cubicBezTo>
                  <a:cubicBezTo>
                    <a:pt x="23980" y="107417"/>
                    <a:pt x="31167" y="107417"/>
                    <a:pt x="37283" y="107875"/>
                  </a:cubicBezTo>
                  <a:lnTo>
                    <a:pt x="37283" y="103135"/>
                  </a:lnTo>
                  <a:lnTo>
                    <a:pt x="34072" y="103135"/>
                  </a:lnTo>
                  <a:cubicBezTo>
                    <a:pt x="22757" y="103135"/>
                    <a:pt x="22451" y="101453"/>
                    <a:pt x="22451" y="95949"/>
                  </a:cubicBezTo>
                  <a:lnTo>
                    <a:pt x="22451" y="46712"/>
                  </a:lnTo>
                  <a:lnTo>
                    <a:pt x="39883" y="46712"/>
                  </a:lnTo>
                  <a:lnTo>
                    <a:pt x="39883" y="41972"/>
                  </a:lnTo>
                  <a:lnTo>
                    <a:pt x="21992" y="41972"/>
                  </a:lnTo>
                  <a:close/>
                </a:path>
              </a:pathLst>
            </a:custGeom>
            <a:solidFill>
              <a:srgbClr val="000000"/>
            </a:solidFill>
            <a:ln w="25400" cap="flat">
              <a:noFill/>
              <a:prstDash val="solid"/>
              <a:miter/>
            </a:ln>
          </p:spPr>
          <p:txBody>
            <a:bodyPr/>
            <a:lstStyle/>
            <a:p>
              <a:endParaRPr lang="en-US"/>
            </a:p>
          </p:txBody>
        </p:sp>
        <p:sp>
          <p:nvSpPr>
            <p:cNvPr id="51" name="Freeform: Shape 50">
              <a:extLst>
                <a:ext uri="{FF2B5EF4-FFF2-40B4-BE49-F238E27FC236}">
                  <a16:creationId xmlns:a16="http://schemas.microsoft.com/office/drawing/2014/main" id="{6496331A-078A-6A79-4B76-676429BF3727}"/>
                </a:ext>
              </a:extLst>
            </p:cNvPr>
            <p:cNvSpPr/>
            <p:nvPr>
              <p:custDataLst>
                <p:tags r:id="rId50"/>
              </p:custDataLst>
            </p:nvPr>
          </p:nvSpPr>
          <p:spPr>
            <a:xfrm>
              <a:off x="5465817" y="3711541"/>
              <a:ext cx="70491" cy="98932"/>
            </a:xfrm>
            <a:custGeom>
              <a:avLst/>
              <a:gdLst>
                <a:gd name="csX0" fmla="*/ 70165 w 70491"/>
                <a:gd name="csY0" fmla="*/ 9402 h 98932"/>
                <a:gd name="csX1" fmla="*/ 70777 w 70491"/>
                <a:gd name="csY1" fmla="*/ 5885 h 98932"/>
                <a:gd name="csX2" fmla="*/ 66343 w 70491"/>
                <a:gd name="csY2" fmla="*/ 1756 h 98932"/>
                <a:gd name="csX3" fmla="*/ 60991 w 70491"/>
                <a:gd name="csY3" fmla="*/ 4968 h 98932"/>
                <a:gd name="csX4" fmla="*/ 58850 w 70491"/>
                <a:gd name="csY4" fmla="*/ 13225 h 98932"/>
                <a:gd name="csX5" fmla="*/ 55792 w 70491"/>
                <a:gd name="csY5" fmla="*/ 25457 h 98932"/>
                <a:gd name="csX6" fmla="*/ 48911 w 70491"/>
                <a:gd name="csY6" fmla="*/ 52981 h 98932"/>
                <a:gd name="csX7" fmla="*/ 31632 w 70491"/>
                <a:gd name="csY7" fmla="*/ 65978 h 98932"/>
                <a:gd name="csX8" fmla="*/ 22152 w 70491"/>
                <a:gd name="csY8" fmla="*/ 53593 h 98932"/>
                <a:gd name="csX9" fmla="*/ 29950 w 70491"/>
                <a:gd name="csY9" fmla="*/ 23622 h 98932"/>
                <a:gd name="csX10" fmla="*/ 33008 w 70491"/>
                <a:gd name="csY10" fmla="*/ 12613 h 98932"/>
                <a:gd name="csX11" fmla="*/ 20470 w 70491"/>
                <a:gd name="csY11" fmla="*/ 74 h 98932"/>
                <a:gd name="csX12" fmla="*/ 286 w 70491"/>
                <a:gd name="csY12" fmla="*/ 23622 h 98932"/>
                <a:gd name="csX13" fmla="*/ 2121 w 70491"/>
                <a:gd name="csY13" fmla="*/ 25152 h 98932"/>
                <a:gd name="csX14" fmla="*/ 4567 w 70491"/>
                <a:gd name="csY14" fmla="*/ 22399 h 98932"/>
                <a:gd name="csX15" fmla="*/ 20011 w 70491"/>
                <a:gd name="csY15" fmla="*/ 3438 h 98932"/>
                <a:gd name="csX16" fmla="*/ 23834 w 70491"/>
                <a:gd name="csY16" fmla="*/ 8332 h 98932"/>
                <a:gd name="csX17" fmla="*/ 21234 w 70491"/>
                <a:gd name="csY17" fmla="*/ 19035 h 98932"/>
                <a:gd name="csX18" fmla="*/ 12366 w 70491"/>
                <a:gd name="csY18" fmla="*/ 51146 h 98932"/>
                <a:gd name="csX19" fmla="*/ 31020 w 70491"/>
                <a:gd name="csY19" fmla="*/ 69342 h 98932"/>
                <a:gd name="csX20" fmla="*/ 46464 w 70491"/>
                <a:gd name="csY20" fmla="*/ 62461 h 98932"/>
                <a:gd name="csX21" fmla="*/ 36525 w 70491"/>
                <a:gd name="csY21" fmla="*/ 86009 h 98932"/>
                <a:gd name="csX22" fmla="*/ 19705 w 70491"/>
                <a:gd name="csY22" fmla="*/ 95643 h 98932"/>
                <a:gd name="csX23" fmla="*/ 8084 w 70491"/>
                <a:gd name="csY23" fmla="*/ 89221 h 98932"/>
                <a:gd name="csX24" fmla="*/ 14659 w 70491"/>
                <a:gd name="csY24" fmla="*/ 87386 h 98932"/>
                <a:gd name="csX25" fmla="*/ 17717 w 70491"/>
                <a:gd name="csY25" fmla="*/ 81116 h 98932"/>
                <a:gd name="csX26" fmla="*/ 12060 w 70491"/>
                <a:gd name="csY26" fmla="*/ 75764 h 98932"/>
                <a:gd name="csX27" fmla="*/ 3497 w 70491"/>
                <a:gd name="csY27" fmla="*/ 85704 h 98932"/>
                <a:gd name="csX28" fmla="*/ 19705 w 70491"/>
                <a:gd name="csY28" fmla="*/ 99007 h 98932"/>
                <a:gd name="csX29" fmla="*/ 55486 w 70491"/>
                <a:gd name="csY29" fmla="*/ 67813 h 98932"/>
                <a:gd name="csX30" fmla="*/ 70165 w 70491"/>
                <a:gd name="csY30" fmla="*/ 9402 h 98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70491" h="98932">
                  <a:moveTo>
                    <a:pt x="70165" y="9402"/>
                  </a:moveTo>
                  <a:cubicBezTo>
                    <a:pt x="70777" y="7261"/>
                    <a:pt x="70777" y="6955"/>
                    <a:pt x="70777" y="5885"/>
                  </a:cubicBezTo>
                  <a:cubicBezTo>
                    <a:pt x="70777" y="3133"/>
                    <a:pt x="68636" y="1756"/>
                    <a:pt x="66343" y="1756"/>
                  </a:cubicBezTo>
                  <a:cubicBezTo>
                    <a:pt x="64813" y="1756"/>
                    <a:pt x="62367" y="2674"/>
                    <a:pt x="60991" y="4968"/>
                  </a:cubicBezTo>
                  <a:cubicBezTo>
                    <a:pt x="60685" y="5732"/>
                    <a:pt x="59462" y="10472"/>
                    <a:pt x="58850" y="13225"/>
                  </a:cubicBezTo>
                  <a:cubicBezTo>
                    <a:pt x="57780" y="17200"/>
                    <a:pt x="56709" y="21329"/>
                    <a:pt x="55792" y="25457"/>
                  </a:cubicBezTo>
                  <a:lnTo>
                    <a:pt x="48911" y="52981"/>
                  </a:lnTo>
                  <a:cubicBezTo>
                    <a:pt x="48299" y="55275"/>
                    <a:pt x="41724" y="65978"/>
                    <a:pt x="31632" y="65978"/>
                  </a:cubicBezTo>
                  <a:cubicBezTo>
                    <a:pt x="23834" y="65978"/>
                    <a:pt x="22152" y="59250"/>
                    <a:pt x="22152" y="53593"/>
                  </a:cubicBezTo>
                  <a:cubicBezTo>
                    <a:pt x="22152" y="46559"/>
                    <a:pt x="24751" y="37078"/>
                    <a:pt x="29950" y="23622"/>
                  </a:cubicBezTo>
                  <a:cubicBezTo>
                    <a:pt x="32397" y="17353"/>
                    <a:pt x="33008" y="15671"/>
                    <a:pt x="33008" y="12613"/>
                  </a:cubicBezTo>
                  <a:cubicBezTo>
                    <a:pt x="33008" y="5732"/>
                    <a:pt x="28115" y="74"/>
                    <a:pt x="20470" y="74"/>
                  </a:cubicBezTo>
                  <a:cubicBezTo>
                    <a:pt x="5943" y="74"/>
                    <a:pt x="286" y="22246"/>
                    <a:pt x="286" y="23622"/>
                  </a:cubicBezTo>
                  <a:cubicBezTo>
                    <a:pt x="286" y="25152"/>
                    <a:pt x="1815" y="25152"/>
                    <a:pt x="2121" y="25152"/>
                  </a:cubicBezTo>
                  <a:cubicBezTo>
                    <a:pt x="3650" y="25152"/>
                    <a:pt x="3803" y="24846"/>
                    <a:pt x="4567" y="22399"/>
                  </a:cubicBezTo>
                  <a:cubicBezTo>
                    <a:pt x="8696" y="8026"/>
                    <a:pt x="14812" y="3438"/>
                    <a:pt x="20011" y="3438"/>
                  </a:cubicBezTo>
                  <a:cubicBezTo>
                    <a:pt x="21234" y="3438"/>
                    <a:pt x="23834" y="3438"/>
                    <a:pt x="23834" y="8332"/>
                  </a:cubicBezTo>
                  <a:cubicBezTo>
                    <a:pt x="23834" y="12154"/>
                    <a:pt x="22305" y="16130"/>
                    <a:pt x="21234" y="19035"/>
                  </a:cubicBezTo>
                  <a:cubicBezTo>
                    <a:pt x="15118" y="35244"/>
                    <a:pt x="12366" y="43959"/>
                    <a:pt x="12366" y="51146"/>
                  </a:cubicBezTo>
                  <a:cubicBezTo>
                    <a:pt x="12366" y="64755"/>
                    <a:pt x="21999" y="69342"/>
                    <a:pt x="31020" y="69342"/>
                  </a:cubicBezTo>
                  <a:cubicBezTo>
                    <a:pt x="36984" y="69342"/>
                    <a:pt x="42183" y="66743"/>
                    <a:pt x="46464" y="62461"/>
                  </a:cubicBezTo>
                  <a:cubicBezTo>
                    <a:pt x="44476" y="70413"/>
                    <a:pt x="42642" y="77905"/>
                    <a:pt x="36525" y="86009"/>
                  </a:cubicBezTo>
                  <a:cubicBezTo>
                    <a:pt x="32550" y="91208"/>
                    <a:pt x="26739" y="95643"/>
                    <a:pt x="19705" y="95643"/>
                  </a:cubicBezTo>
                  <a:cubicBezTo>
                    <a:pt x="17564" y="95643"/>
                    <a:pt x="10684" y="95184"/>
                    <a:pt x="8084" y="89221"/>
                  </a:cubicBezTo>
                  <a:cubicBezTo>
                    <a:pt x="10531" y="89221"/>
                    <a:pt x="12518" y="89221"/>
                    <a:pt x="14659" y="87386"/>
                  </a:cubicBezTo>
                  <a:cubicBezTo>
                    <a:pt x="16188" y="86009"/>
                    <a:pt x="17717" y="84022"/>
                    <a:pt x="17717" y="81116"/>
                  </a:cubicBezTo>
                  <a:cubicBezTo>
                    <a:pt x="17717" y="76376"/>
                    <a:pt x="13589" y="75764"/>
                    <a:pt x="12060" y="75764"/>
                  </a:cubicBezTo>
                  <a:cubicBezTo>
                    <a:pt x="8543" y="75764"/>
                    <a:pt x="3497" y="78211"/>
                    <a:pt x="3497" y="85704"/>
                  </a:cubicBezTo>
                  <a:cubicBezTo>
                    <a:pt x="3497" y="93349"/>
                    <a:pt x="10225" y="99007"/>
                    <a:pt x="19705" y="99007"/>
                  </a:cubicBezTo>
                  <a:cubicBezTo>
                    <a:pt x="35455" y="99007"/>
                    <a:pt x="51204" y="85092"/>
                    <a:pt x="55486" y="67813"/>
                  </a:cubicBezTo>
                  <a:lnTo>
                    <a:pt x="70165" y="9402"/>
                  </a:lnTo>
                  <a:close/>
                </a:path>
              </a:pathLst>
            </a:custGeom>
            <a:solidFill>
              <a:srgbClr val="000000"/>
            </a:solidFill>
            <a:ln w="25400" cap="flat">
              <a:noFill/>
              <a:prstDash val="solid"/>
              <a:miter/>
            </a:ln>
          </p:spPr>
          <p:txBody>
            <a:bodyPr/>
            <a:lstStyle/>
            <a:p>
              <a:endParaRPr lang="en-US"/>
            </a:p>
          </p:txBody>
        </p:sp>
        <p:sp>
          <p:nvSpPr>
            <p:cNvPr id="52" name="Freeform: Shape 51">
              <a:extLst>
                <a:ext uri="{FF2B5EF4-FFF2-40B4-BE49-F238E27FC236}">
                  <a16:creationId xmlns:a16="http://schemas.microsoft.com/office/drawing/2014/main" id="{72020829-AFFA-EE09-DC6C-DB269C12752E}"/>
                </a:ext>
              </a:extLst>
            </p:cNvPr>
            <p:cNvSpPr/>
            <p:nvPr>
              <p:custDataLst>
                <p:tags r:id="rId51"/>
              </p:custDataLst>
            </p:nvPr>
          </p:nvSpPr>
          <p:spPr>
            <a:xfrm>
              <a:off x="5592874" y="3723009"/>
              <a:ext cx="101684" cy="35780"/>
            </a:xfrm>
            <a:custGeom>
              <a:avLst/>
              <a:gdLst>
                <a:gd name="csX0" fmla="*/ 96779 w 101684"/>
                <a:gd name="csY0" fmla="*/ 6191 h 35780"/>
                <a:gd name="csX1" fmla="*/ 101978 w 101684"/>
                <a:gd name="csY1" fmla="*/ 3133 h 35780"/>
                <a:gd name="csX2" fmla="*/ 96932 w 101684"/>
                <a:gd name="csY2" fmla="*/ 74 h 35780"/>
                <a:gd name="csX3" fmla="*/ 5340 w 101684"/>
                <a:gd name="csY3" fmla="*/ 74 h 35780"/>
                <a:gd name="csX4" fmla="*/ 294 w 101684"/>
                <a:gd name="csY4" fmla="*/ 3133 h 35780"/>
                <a:gd name="csX5" fmla="*/ 5493 w 101684"/>
                <a:gd name="csY5" fmla="*/ 6191 h 35780"/>
                <a:gd name="csX6" fmla="*/ 96779 w 101684"/>
                <a:gd name="csY6" fmla="*/ 6191 h 35780"/>
                <a:gd name="csX7" fmla="*/ 96932 w 101684"/>
                <a:gd name="csY7" fmla="*/ 35855 h 35780"/>
                <a:gd name="csX8" fmla="*/ 101978 w 101684"/>
                <a:gd name="csY8" fmla="*/ 32797 h 35780"/>
                <a:gd name="csX9" fmla="*/ 96779 w 101684"/>
                <a:gd name="csY9" fmla="*/ 29739 h 35780"/>
                <a:gd name="csX10" fmla="*/ 5493 w 101684"/>
                <a:gd name="csY10" fmla="*/ 29739 h 35780"/>
                <a:gd name="csX11" fmla="*/ 294 w 101684"/>
                <a:gd name="csY11" fmla="*/ 32797 h 35780"/>
                <a:gd name="csX12" fmla="*/ 5340 w 101684"/>
                <a:gd name="csY12" fmla="*/ 35855 h 35780"/>
                <a:gd name="csX13" fmla="*/ 96932 w 101684"/>
                <a:gd name="csY13" fmla="*/ 35855 h 35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01684" h="35780">
                  <a:moveTo>
                    <a:pt x="96779" y="6191"/>
                  </a:moveTo>
                  <a:cubicBezTo>
                    <a:pt x="99073" y="6191"/>
                    <a:pt x="101978" y="6191"/>
                    <a:pt x="101978" y="3133"/>
                  </a:cubicBezTo>
                  <a:cubicBezTo>
                    <a:pt x="101978" y="74"/>
                    <a:pt x="99073" y="74"/>
                    <a:pt x="96932" y="74"/>
                  </a:cubicBezTo>
                  <a:lnTo>
                    <a:pt x="5340" y="74"/>
                  </a:lnTo>
                  <a:cubicBezTo>
                    <a:pt x="3199" y="74"/>
                    <a:pt x="294" y="74"/>
                    <a:pt x="294" y="3133"/>
                  </a:cubicBezTo>
                  <a:cubicBezTo>
                    <a:pt x="294" y="6191"/>
                    <a:pt x="3199" y="6191"/>
                    <a:pt x="5493" y="6191"/>
                  </a:cubicBezTo>
                  <a:lnTo>
                    <a:pt x="96779" y="6191"/>
                  </a:lnTo>
                  <a:close/>
                  <a:moveTo>
                    <a:pt x="96932" y="35855"/>
                  </a:moveTo>
                  <a:cubicBezTo>
                    <a:pt x="99073" y="35855"/>
                    <a:pt x="101978" y="35855"/>
                    <a:pt x="101978" y="32797"/>
                  </a:cubicBezTo>
                  <a:cubicBezTo>
                    <a:pt x="101978" y="29739"/>
                    <a:pt x="99073" y="29739"/>
                    <a:pt x="96779" y="29739"/>
                  </a:cubicBezTo>
                  <a:lnTo>
                    <a:pt x="5493" y="29739"/>
                  </a:lnTo>
                  <a:cubicBezTo>
                    <a:pt x="3199" y="29739"/>
                    <a:pt x="294" y="29739"/>
                    <a:pt x="294" y="32797"/>
                  </a:cubicBezTo>
                  <a:cubicBezTo>
                    <a:pt x="294" y="35855"/>
                    <a:pt x="3199" y="35855"/>
                    <a:pt x="5340" y="35855"/>
                  </a:cubicBezTo>
                  <a:lnTo>
                    <a:pt x="96932" y="35855"/>
                  </a:lnTo>
                  <a:close/>
                </a:path>
              </a:pathLst>
            </a:custGeom>
            <a:solidFill>
              <a:srgbClr val="000000"/>
            </a:solidFill>
            <a:ln w="25400" cap="flat">
              <a:noFill/>
              <a:prstDash val="solid"/>
              <a:miter/>
            </a:ln>
          </p:spPr>
          <p:txBody>
            <a:bodyPr/>
            <a:lstStyle/>
            <a:p>
              <a:endParaRPr lang="en-US"/>
            </a:p>
          </p:txBody>
        </p:sp>
        <p:sp>
          <p:nvSpPr>
            <p:cNvPr id="53" name="Freeform: Shape 52">
              <a:extLst>
                <a:ext uri="{FF2B5EF4-FFF2-40B4-BE49-F238E27FC236}">
                  <a16:creationId xmlns:a16="http://schemas.microsoft.com/office/drawing/2014/main" id="{53E4CEA2-004A-6D91-F4AA-C8F3B847FBDC}"/>
                </a:ext>
              </a:extLst>
            </p:cNvPr>
            <p:cNvSpPr/>
            <p:nvPr>
              <p:custDataLst>
                <p:tags r:id="rId52"/>
              </p:custDataLst>
            </p:nvPr>
          </p:nvSpPr>
          <p:spPr>
            <a:xfrm>
              <a:off x="5750760" y="3676830"/>
              <a:ext cx="32722" cy="102296"/>
            </a:xfrm>
            <a:custGeom>
              <a:avLst/>
              <a:gdLst>
                <a:gd name="csX0" fmla="*/ 22323 w 32722"/>
                <a:gd name="csY0" fmla="*/ 34785 h 102296"/>
                <a:gd name="csX1" fmla="*/ 916 w 32722"/>
                <a:gd name="csY1" fmla="*/ 36467 h 102296"/>
                <a:gd name="csX2" fmla="*/ 916 w 32722"/>
                <a:gd name="csY2" fmla="*/ 41207 h 102296"/>
                <a:gd name="csX3" fmla="*/ 12231 w 32722"/>
                <a:gd name="csY3" fmla="*/ 49617 h 102296"/>
                <a:gd name="csX4" fmla="*/ 12231 w 32722"/>
                <a:gd name="csY4" fmla="*/ 90750 h 102296"/>
                <a:gd name="csX5" fmla="*/ 304 w 32722"/>
                <a:gd name="csY5" fmla="*/ 97631 h 102296"/>
                <a:gd name="csX6" fmla="*/ 304 w 32722"/>
                <a:gd name="csY6" fmla="*/ 102371 h 102296"/>
                <a:gd name="csX7" fmla="*/ 17124 w 32722"/>
                <a:gd name="csY7" fmla="*/ 101912 h 102296"/>
                <a:gd name="csX8" fmla="*/ 33027 w 32722"/>
                <a:gd name="csY8" fmla="*/ 102371 h 102296"/>
                <a:gd name="csX9" fmla="*/ 33027 w 32722"/>
                <a:gd name="csY9" fmla="*/ 97631 h 102296"/>
                <a:gd name="csX10" fmla="*/ 22323 w 32722"/>
                <a:gd name="csY10" fmla="*/ 90903 h 102296"/>
                <a:gd name="csX11" fmla="*/ 22323 w 32722"/>
                <a:gd name="csY11" fmla="*/ 34785 h 102296"/>
                <a:gd name="csX12" fmla="*/ 22935 w 32722"/>
                <a:gd name="csY12" fmla="*/ 8179 h 102296"/>
                <a:gd name="csX13" fmla="*/ 14831 w 32722"/>
                <a:gd name="csY13" fmla="*/ 74 h 102296"/>
                <a:gd name="csX14" fmla="*/ 6726 w 32722"/>
                <a:gd name="csY14" fmla="*/ 8179 h 102296"/>
                <a:gd name="csX15" fmla="*/ 14831 w 32722"/>
                <a:gd name="csY15" fmla="*/ 16283 h 102296"/>
                <a:gd name="csX16" fmla="*/ 22935 w 32722"/>
                <a:gd name="csY16" fmla="*/ 8179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22" h="102296">
                  <a:moveTo>
                    <a:pt x="22323" y="34785"/>
                  </a:moveTo>
                  <a:lnTo>
                    <a:pt x="916" y="36467"/>
                  </a:lnTo>
                  <a:lnTo>
                    <a:pt x="916" y="41207"/>
                  </a:lnTo>
                  <a:cubicBezTo>
                    <a:pt x="10855" y="41207"/>
                    <a:pt x="12231" y="42124"/>
                    <a:pt x="12231" y="49617"/>
                  </a:cubicBezTo>
                  <a:lnTo>
                    <a:pt x="12231" y="90750"/>
                  </a:lnTo>
                  <a:cubicBezTo>
                    <a:pt x="12231" y="97631"/>
                    <a:pt x="10549" y="97631"/>
                    <a:pt x="304" y="97631"/>
                  </a:cubicBezTo>
                  <a:lnTo>
                    <a:pt x="304" y="102371"/>
                  </a:lnTo>
                  <a:cubicBezTo>
                    <a:pt x="5197" y="102218"/>
                    <a:pt x="13454" y="101912"/>
                    <a:pt x="17124" y="101912"/>
                  </a:cubicBezTo>
                  <a:cubicBezTo>
                    <a:pt x="22476" y="101912"/>
                    <a:pt x="27828" y="102218"/>
                    <a:pt x="33027" y="102371"/>
                  </a:cubicBezTo>
                  <a:lnTo>
                    <a:pt x="33027" y="97631"/>
                  </a:lnTo>
                  <a:cubicBezTo>
                    <a:pt x="22935" y="97631"/>
                    <a:pt x="22323" y="96866"/>
                    <a:pt x="22323" y="90903"/>
                  </a:cubicBezTo>
                  <a:lnTo>
                    <a:pt x="22323" y="34785"/>
                  </a:lnTo>
                  <a:close/>
                  <a:moveTo>
                    <a:pt x="22935" y="8179"/>
                  </a:moveTo>
                  <a:cubicBezTo>
                    <a:pt x="22935" y="3285"/>
                    <a:pt x="19112" y="74"/>
                    <a:pt x="14831" y="74"/>
                  </a:cubicBezTo>
                  <a:cubicBezTo>
                    <a:pt x="10090" y="74"/>
                    <a:pt x="6726" y="4203"/>
                    <a:pt x="6726" y="8179"/>
                  </a:cubicBezTo>
                  <a:cubicBezTo>
                    <a:pt x="6726" y="12307"/>
                    <a:pt x="10090" y="16283"/>
                    <a:pt x="14831" y="16283"/>
                  </a:cubicBezTo>
                  <a:cubicBezTo>
                    <a:pt x="19112" y="16283"/>
                    <a:pt x="22935" y="13072"/>
                    <a:pt x="22935" y="8179"/>
                  </a:cubicBezTo>
                  <a:close/>
                </a:path>
              </a:pathLst>
            </a:custGeom>
            <a:solidFill>
              <a:srgbClr val="000000"/>
            </a:solidFill>
            <a:ln w="25400" cap="flat">
              <a:noFill/>
              <a:prstDash val="solid"/>
              <a:miter/>
            </a:ln>
          </p:spPr>
          <p:txBody>
            <a:bodyPr/>
            <a:lstStyle/>
            <a:p>
              <a:endParaRPr lang="en-US"/>
            </a:p>
          </p:txBody>
        </p:sp>
        <p:sp>
          <p:nvSpPr>
            <p:cNvPr id="54" name="Freeform: Shape 53">
              <a:extLst>
                <a:ext uri="{FF2B5EF4-FFF2-40B4-BE49-F238E27FC236}">
                  <a16:creationId xmlns:a16="http://schemas.microsoft.com/office/drawing/2014/main" id="{E7D31664-A84F-D8E7-E85E-822CDF4E106D}"/>
                </a:ext>
              </a:extLst>
            </p:cNvPr>
            <p:cNvSpPr/>
            <p:nvPr>
              <p:custDataLst>
                <p:tags r:id="rId53"/>
              </p:custDataLst>
            </p:nvPr>
          </p:nvSpPr>
          <p:spPr>
            <a:xfrm>
              <a:off x="5793083" y="3711541"/>
              <a:ext cx="76913" cy="67585"/>
            </a:xfrm>
            <a:custGeom>
              <a:avLst/>
              <a:gdLst>
                <a:gd name="csX0" fmla="*/ 12234 w 76913"/>
                <a:gd name="csY0" fmla="*/ 15060 h 67585"/>
                <a:gd name="csX1" fmla="*/ 12234 w 76913"/>
                <a:gd name="csY1" fmla="*/ 56039 h 67585"/>
                <a:gd name="csX2" fmla="*/ 307 w 76913"/>
                <a:gd name="csY2" fmla="*/ 62920 h 67585"/>
                <a:gd name="csX3" fmla="*/ 307 w 76913"/>
                <a:gd name="csY3" fmla="*/ 67660 h 67585"/>
                <a:gd name="csX4" fmla="*/ 17586 w 76913"/>
                <a:gd name="csY4" fmla="*/ 67202 h 67585"/>
                <a:gd name="csX5" fmla="*/ 34712 w 76913"/>
                <a:gd name="csY5" fmla="*/ 67660 h 67585"/>
                <a:gd name="csX6" fmla="*/ 34712 w 76913"/>
                <a:gd name="csY6" fmla="*/ 62920 h 67585"/>
                <a:gd name="csX7" fmla="*/ 22785 w 76913"/>
                <a:gd name="csY7" fmla="*/ 56039 h 67585"/>
                <a:gd name="csX8" fmla="*/ 22785 w 76913"/>
                <a:gd name="csY8" fmla="*/ 27904 h 67585"/>
                <a:gd name="csX9" fmla="*/ 43427 w 76913"/>
                <a:gd name="csY9" fmla="*/ 3438 h 67585"/>
                <a:gd name="csX10" fmla="*/ 54743 w 76913"/>
                <a:gd name="csY10" fmla="*/ 20411 h 67585"/>
                <a:gd name="csX11" fmla="*/ 54743 w 76913"/>
                <a:gd name="csY11" fmla="*/ 56039 h 67585"/>
                <a:gd name="csX12" fmla="*/ 42816 w 76913"/>
                <a:gd name="csY12" fmla="*/ 62920 h 67585"/>
                <a:gd name="csX13" fmla="*/ 42816 w 76913"/>
                <a:gd name="csY13" fmla="*/ 67660 h 67585"/>
                <a:gd name="csX14" fmla="*/ 60095 w 76913"/>
                <a:gd name="csY14" fmla="*/ 67202 h 67585"/>
                <a:gd name="csX15" fmla="*/ 77220 w 76913"/>
                <a:gd name="csY15" fmla="*/ 67660 h 67585"/>
                <a:gd name="csX16" fmla="*/ 77220 w 76913"/>
                <a:gd name="csY16" fmla="*/ 62920 h 67585"/>
                <a:gd name="csX17" fmla="*/ 65293 w 76913"/>
                <a:gd name="csY17" fmla="*/ 58333 h 67585"/>
                <a:gd name="csX18" fmla="*/ 65293 w 76913"/>
                <a:gd name="csY18" fmla="*/ 29127 h 67585"/>
                <a:gd name="csX19" fmla="*/ 60553 w 76913"/>
                <a:gd name="csY19" fmla="*/ 5732 h 67585"/>
                <a:gd name="csX20" fmla="*/ 44498 w 76913"/>
                <a:gd name="csY20" fmla="*/ 74 h 67585"/>
                <a:gd name="csX21" fmla="*/ 21867 w 76913"/>
                <a:gd name="csY21" fmla="*/ 16130 h 67585"/>
                <a:gd name="csX22" fmla="*/ 21867 w 76913"/>
                <a:gd name="csY22" fmla="*/ 74 h 67585"/>
                <a:gd name="csX23" fmla="*/ 307 w 76913"/>
                <a:gd name="csY23" fmla="*/ 1756 h 67585"/>
                <a:gd name="csX24" fmla="*/ 307 w 76913"/>
                <a:gd name="csY24" fmla="*/ 6497 h 67585"/>
                <a:gd name="csX25" fmla="*/ 12234 w 76913"/>
                <a:gd name="csY25" fmla="*/ 15060 h 67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6913" h="67585">
                  <a:moveTo>
                    <a:pt x="12234" y="15060"/>
                  </a:moveTo>
                  <a:lnTo>
                    <a:pt x="12234" y="56039"/>
                  </a:lnTo>
                  <a:cubicBezTo>
                    <a:pt x="12234" y="62920"/>
                    <a:pt x="10552" y="62920"/>
                    <a:pt x="307" y="62920"/>
                  </a:cubicBezTo>
                  <a:lnTo>
                    <a:pt x="307" y="67660"/>
                  </a:lnTo>
                  <a:cubicBezTo>
                    <a:pt x="5659" y="67507"/>
                    <a:pt x="13457" y="67202"/>
                    <a:pt x="17586" y="67202"/>
                  </a:cubicBezTo>
                  <a:cubicBezTo>
                    <a:pt x="21561" y="67202"/>
                    <a:pt x="29513" y="67507"/>
                    <a:pt x="34712" y="67660"/>
                  </a:cubicBezTo>
                  <a:lnTo>
                    <a:pt x="34712" y="62920"/>
                  </a:lnTo>
                  <a:cubicBezTo>
                    <a:pt x="24467" y="62920"/>
                    <a:pt x="22785" y="62920"/>
                    <a:pt x="22785" y="56039"/>
                  </a:cubicBezTo>
                  <a:lnTo>
                    <a:pt x="22785" y="27904"/>
                  </a:lnTo>
                  <a:cubicBezTo>
                    <a:pt x="22785" y="12001"/>
                    <a:pt x="33641" y="3438"/>
                    <a:pt x="43427" y="3438"/>
                  </a:cubicBezTo>
                  <a:cubicBezTo>
                    <a:pt x="53061" y="3438"/>
                    <a:pt x="54743" y="11696"/>
                    <a:pt x="54743" y="20411"/>
                  </a:cubicBezTo>
                  <a:lnTo>
                    <a:pt x="54743" y="56039"/>
                  </a:lnTo>
                  <a:cubicBezTo>
                    <a:pt x="54743" y="62920"/>
                    <a:pt x="53061" y="62920"/>
                    <a:pt x="42816" y="62920"/>
                  </a:cubicBezTo>
                  <a:lnTo>
                    <a:pt x="42816" y="67660"/>
                  </a:lnTo>
                  <a:cubicBezTo>
                    <a:pt x="48168" y="67507"/>
                    <a:pt x="55966" y="67202"/>
                    <a:pt x="60095" y="67202"/>
                  </a:cubicBezTo>
                  <a:cubicBezTo>
                    <a:pt x="64070" y="67202"/>
                    <a:pt x="72021" y="67507"/>
                    <a:pt x="77220" y="67660"/>
                  </a:cubicBezTo>
                  <a:lnTo>
                    <a:pt x="77220" y="62920"/>
                  </a:lnTo>
                  <a:cubicBezTo>
                    <a:pt x="69269" y="62920"/>
                    <a:pt x="65446" y="62920"/>
                    <a:pt x="65293" y="58333"/>
                  </a:cubicBezTo>
                  <a:lnTo>
                    <a:pt x="65293" y="29127"/>
                  </a:lnTo>
                  <a:cubicBezTo>
                    <a:pt x="65293" y="15977"/>
                    <a:pt x="65293" y="11237"/>
                    <a:pt x="60553" y="5732"/>
                  </a:cubicBezTo>
                  <a:cubicBezTo>
                    <a:pt x="58413" y="3133"/>
                    <a:pt x="53367" y="74"/>
                    <a:pt x="44498" y="74"/>
                  </a:cubicBezTo>
                  <a:cubicBezTo>
                    <a:pt x="33335" y="74"/>
                    <a:pt x="26149" y="6650"/>
                    <a:pt x="21867" y="16130"/>
                  </a:cubicBezTo>
                  <a:lnTo>
                    <a:pt x="21867" y="74"/>
                  </a:lnTo>
                  <a:lnTo>
                    <a:pt x="307" y="1756"/>
                  </a:lnTo>
                  <a:lnTo>
                    <a:pt x="307" y="6497"/>
                  </a:lnTo>
                  <a:cubicBezTo>
                    <a:pt x="11011" y="6497"/>
                    <a:pt x="12234" y="7567"/>
                    <a:pt x="12234" y="15060"/>
                  </a:cubicBezTo>
                  <a:close/>
                </a:path>
              </a:pathLst>
            </a:custGeom>
            <a:solidFill>
              <a:srgbClr val="000000"/>
            </a:solidFill>
            <a:ln w="25400" cap="flat">
              <a:noFill/>
              <a:prstDash val="solid"/>
              <a:miter/>
            </a:ln>
          </p:spPr>
          <p:txBody>
            <a:bodyPr/>
            <a:lstStyle/>
            <a:p>
              <a:endParaRPr lang="en-US"/>
            </a:p>
          </p:txBody>
        </p:sp>
        <p:sp>
          <p:nvSpPr>
            <p:cNvPr id="55" name="Freeform: Shape 54">
              <a:extLst>
                <a:ext uri="{FF2B5EF4-FFF2-40B4-BE49-F238E27FC236}">
                  <a16:creationId xmlns:a16="http://schemas.microsoft.com/office/drawing/2014/main" id="{E713DF54-2143-3B76-FC68-4F873A83EA4F}"/>
                </a:ext>
              </a:extLst>
            </p:cNvPr>
            <p:cNvSpPr/>
            <p:nvPr>
              <p:custDataLst>
                <p:tags r:id="rId54"/>
              </p:custDataLst>
            </p:nvPr>
          </p:nvSpPr>
          <p:spPr>
            <a:xfrm>
              <a:off x="5097814" y="3897478"/>
              <a:ext cx="64374" cy="105201"/>
            </a:xfrm>
            <a:custGeom>
              <a:avLst/>
              <a:gdLst>
                <a:gd name="csX0" fmla="*/ 64636 w 64374"/>
                <a:gd name="csY0" fmla="*/ 52995 h 105201"/>
                <a:gd name="csX1" fmla="*/ 58520 w 64374"/>
                <a:gd name="csY1" fmla="*/ 17215 h 105201"/>
                <a:gd name="csX2" fmla="*/ 32525 w 64374"/>
                <a:gd name="csY2" fmla="*/ 89 h 105201"/>
                <a:gd name="csX3" fmla="*/ 5919 w 64374"/>
                <a:gd name="csY3" fmla="*/ 18285 h 105201"/>
                <a:gd name="csX4" fmla="*/ 262 w 64374"/>
                <a:gd name="csY4" fmla="*/ 52995 h 105201"/>
                <a:gd name="csX5" fmla="*/ 7143 w 64374"/>
                <a:gd name="csY5" fmla="*/ 89846 h 105201"/>
                <a:gd name="csX6" fmla="*/ 32373 w 64374"/>
                <a:gd name="csY6" fmla="*/ 105290 h 105201"/>
                <a:gd name="csX7" fmla="*/ 58979 w 64374"/>
                <a:gd name="csY7" fmla="*/ 87553 h 105201"/>
                <a:gd name="csX8" fmla="*/ 64636 w 64374"/>
                <a:gd name="csY8" fmla="*/ 52995 h 105201"/>
                <a:gd name="csX9" fmla="*/ 32373 w 64374"/>
                <a:gd name="csY9" fmla="*/ 101926 h 105201"/>
                <a:gd name="csX10" fmla="*/ 14635 w 64374"/>
                <a:gd name="csY10" fmla="*/ 83424 h 105201"/>
                <a:gd name="csX11" fmla="*/ 12953 w 64374"/>
                <a:gd name="csY11" fmla="*/ 51160 h 105201"/>
                <a:gd name="csX12" fmla="*/ 14176 w 64374"/>
                <a:gd name="csY12" fmla="*/ 23025 h 105201"/>
                <a:gd name="csX13" fmla="*/ 32373 w 64374"/>
                <a:gd name="csY13" fmla="*/ 3453 h 105201"/>
                <a:gd name="csX14" fmla="*/ 50416 w 64374"/>
                <a:gd name="csY14" fmla="*/ 21343 h 105201"/>
                <a:gd name="csX15" fmla="*/ 51945 w 64374"/>
                <a:gd name="csY15" fmla="*/ 51160 h 105201"/>
                <a:gd name="csX16" fmla="*/ 50263 w 64374"/>
                <a:gd name="csY16" fmla="*/ 82813 h 105201"/>
                <a:gd name="csX17" fmla="*/ 32373 w 64374"/>
                <a:gd name="csY17" fmla="*/ 101926 h 1052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374" h="105201">
                  <a:moveTo>
                    <a:pt x="64636" y="52995"/>
                  </a:moveTo>
                  <a:cubicBezTo>
                    <a:pt x="64636" y="40763"/>
                    <a:pt x="63872" y="28530"/>
                    <a:pt x="58520" y="17215"/>
                  </a:cubicBezTo>
                  <a:cubicBezTo>
                    <a:pt x="51486" y="2535"/>
                    <a:pt x="38948" y="89"/>
                    <a:pt x="32525" y="89"/>
                  </a:cubicBezTo>
                  <a:cubicBezTo>
                    <a:pt x="23351" y="89"/>
                    <a:pt x="12189" y="4064"/>
                    <a:pt x="5919" y="18285"/>
                  </a:cubicBezTo>
                  <a:cubicBezTo>
                    <a:pt x="1026" y="28836"/>
                    <a:pt x="262" y="40763"/>
                    <a:pt x="262" y="52995"/>
                  </a:cubicBezTo>
                  <a:cubicBezTo>
                    <a:pt x="262" y="64464"/>
                    <a:pt x="873" y="78225"/>
                    <a:pt x="7143" y="89846"/>
                  </a:cubicBezTo>
                  <a:cubicBezTo>
                    <a:pt x="13718" y="102232"/>
                    <a:pt x="24880" y="105290"/>
                    <a:pt x="32373" y="105290"/>
                  </a:cubicBezTo>
                  <a:cubicBezTo>
                    <a:pt x="40630" y="105290"/>
                    <a:pt x="52251" y="102079"/>
                    <a:pt x="58979" y="87553"/>
                  </a:cubicBezTo>
                  <a:cubicBezTo>
                    <a:pt x="63872" y="77002"/>
                    <a:pt x="64636" y="65075"/>
                    <a:pt x="64636" y="52995"/>
                  </a:cubicBezTo>
                  <a:close/>
                  <a:moveTo>
                    <a:pt x="32373" y="101926"/>
                  </a:moveTo>
                  <a:cubicBezTo>
                    <a:pt x="26409" y="101926"/>
                    <a:pt x="17387" y="98104"/>
                    <a:pt x="14635" y="83424"/>
                  </a:cubicBezTo>
                  <a:cubicBezTo>
                    <a:pt x="12953" y="74250"/>
                    <a:pt x="12953" y="60182"/>
                    <a:pt x="12953" y="51160"/>
                  </a:cubicBezTo>
                  <a:cubicBezTo>
                    <a:pt x="12953" y="41374"/>
                    <a:pt x="12953" y="31282"/>
                    <a:pt x="14176" y="23025"/>
                  </a:cubicBezTo>
                  <a:cubicBezTo>
                    <a:pt x="17082" y="4829"/>
                    <a:pt x="28550" y="3453"/>
                    <a:pt x="32373" y="3453"/>
                  </a:cubicBezTo>
                  <a:cubicBezTo>
                    <a:pt x="37419" y="3453"/>
                    <a:pt x="47511" y="6205"/>
                    <a:pt x="50416" y="21343"/>
                  </a:cubicBezTo>
                  <a:cubicBezTo>
                    <a:pt x="51945" y="29906"/>
                    <a:pt x="51945" y="41527"/>
                    <a:pt x="51945" y="51160"/>
                  </a:cubicBezTo>
                  <a:cubicBezTo>
                    <a:pt x="51945" y="62629"/>
                    <a:pt x="51945" y="73026"/>
                    <a:pt x="50263" y="82813"/>
                  </a:cubicBezTo>
                  <a:cubicBezTo>
                    <a:pt x="47969" y="97339"/>
                    <a:pt x="39253" y="101926"/>
                    <a:pt x="32373" y="101926"/>
                  </a:cubicBezTo>
                  <a:close/>
                </a:path>
              </a:pathLst>
            </a:custGeom>
            <a:solidFill>
              <a:srgbClr val="000000"/>
            </a:solidFill>
            <a:ln w="25400" cap="flat">
              <a:noFill/>
              <a:prstDash val="solid"/>
              <a:miter/>
            </a:ln>
          </p:spPr>
          <p:txBody>
            <a:bodyPr/>
            <a:lstStyle/>
            <a:p>
              <a:endParaRPr lang="en-US"/>
            </a:p>
          </p:txBody>
        </p:sp>
        <p:sp>
          <p:nvSpPr>
            <p:cNvPr id="56" name="Freeform: Shape 55">
              <a:extLst>
                <a:ext uri="{FF2B5EF4-FFF2-40B4-BE49-F238E27FC236}">
                  <a16:creationId xmlns:a16="http://schemas.microsoft.com/office/drawing/2014/main" id="{E3BDE73F-5C43-FF45-58F2-7E38D169FE87}"/>
                </a:ext>
              </a:extLst>
            </p:cNvPr>
            <p:cNvSpPr/>
            <p:nvPr>
              <p:custDataLst>
                <p:tags r:id="rId55"/>
              </p:custDataLst>
            </p:nvPr>
          </p:nvSpPr>
          <p:spPr>
            <a:xfrm>
              <a:off x="5326261" y="3897019"/>
              <a:ext cx="32722" cy="102296"/>
            </a:xfrm>
            <a:custGeom>
              <a:avLst/>
              <a:gdLst>
                <a:gd name="csX0" fmla="*/ 22296 w 32722"/>
                <a:gd name="csY0" fmla="*/ 34799 h 102296"/>
                <a:gd name="csX1" fmla="*/ 888 w 32722"/>
                <a:gd name="csY1" fmla="*/ 36481 h 102296"/>
                <a:gd name="csX2" fmla="*/ 888 w 32722"/>
                <a:gd name="csY2" fmla="*/ 41221 h 102296"/>
                <a:gd name="csX3" fmla="*/ 12203 w 32722"/>
                <a:gd name="csY3" fmla="*/ 49631 h 102296"/>
                <a:gd name="csX4" fmla="*/ 12203 w 32722"/>
                <a:gd name="csY4" fmla="*/ 90764 h 102296"/>
                <a:gd name="csX5" fmla="*/ 277 w 32722"/>
                <a:gd name="csY5" fmla="*/ 97645 h 102296"/>
                <a:gd name="csX6" fmla="*/ 277 w 32722"/>
                <a:gd name="csY6" fmla="*/ 102385 h 102296"/>
                <a:gd name="csX7" fmla="*/ 17097 w 32722"/>
                <a:gd name="csY7" fmla="*/ 101926 h 102296"/>
                <a:gd name="csX8" fmla="*/ 32999 w 32722"/>
                <a:gd name="csY8" fmla="*/ 102385 h 102296"/>
                <a:gd name="csX9" fmla="*/ 32999 w 32722"/>
                <a:gd name="csY9" fmla="*/ 97645 h 102296"/>
                <a:gd name="csX10" fmla="*/ 22296 w 32722"/>
                <a:gd name="csY10" fmla="*/ 90917 h 102296"/>
                <a:gd name="csX11" fmla="*/ 22296 w 32722"/>
                <a:gd name="csY11" fmla="*/ 34799 h 102296"/>
                <a:gd name="csX12" fmla="*/ 22907 w 32722"/>
                <a:gd name="csY12" fmla="*/ 8193 h 102296"/>
                <a:gd name="csX13" fmla="*/ 14803 w 32722"/>
                <a:gd name="csY13" fmla="*/ 89 h 102296"/>
                <a:gd name="csX14" fmla="*/ 6699 w 32722"/>
                <a:gd name="csY14" fmla="*/ 8193 h 102296"/>
                <a:gd name="csX15" fmla="*/ 14803 w 32722"/>
                <a:gd name="csY15" fmla="*/ 16297 h 102296"/>
                <a:gd name="csX16" fmla="*/ 22907 w 32722"/>
                <a:gd name="csY16" fmla="*/ 8193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22" h="102296">
                  <a:moveTo>
                    <a:pt x="22296" y="34799"/>
                  </a:moveTo>
                  <a:lnTo>
                    <a:pt x="888" y="36481"/>
                  </a:lnTo>
                  <a:lnTo>
                    <a:pt x="888" y="41221"/>
                  </a:lnTo>
                  <a:cubicBezTo>
                    <a:pt x="10827" y="41221"/>
                    <a:pt x="12203" y="42139"/>
                    <a:pt x="12203" y="49631"/>
                  </a:cubicBezTo>
                  <a:lnTo>
                    <a:pt x="12203" y="90764"/>
                  </a:lnTo>
                  <a:cubicBezTo>
                    <a:pt x="12203" y="97645"/>
                    <a:pt x="10521" y="97645"/>
                    <a:pt x="277" y="97645"/>
                  </a:cubicBezTo>
                  <a:lnTo>
                    <a:pt x="277" y="102385"/>
                  </a:lnTo>
                  <a:cubicBezTo>
                    <a:pt x="5170" y="102232"/>
                    <a:pt x="13427" y="101926"/>
                    <a:pt x="17097" y="101926"/>
                  </a:cubicBezTo>
                  <a:cubicBezTo>
                    <a:pt x="22448" y="101926"/>
                    <a:pt x="27800" y="102232"/>
                    <a:pt x="32999" y="102385"/>
                  </a:cubicBezTo>
                  <a:lnTo>
                    <a:pt x="32999" y="97645"/>
                  </a:lnTo>
                  <a:cubicBezTo>
                    <a:pt x="22907" y="97645"/>
                    <a:pt x="22296" y="96880"/>
                    <a:pt x="22296" y="90917"/>
                  </a:cubicBezTo>
                  <a:lnTo>
                    <a:pt x="22296" y="34799"/>
                  </a:lnTo>
                  <a:close/>
                  <a:moveTo>
                    <a:pt x="22907" y="8193"/>
                  </a:moveTo>
                  <a:cubicBezTo>
                    <a:pt x="22907" y="3300"/>
                    <a:pt x="19084" y="89"/>
                    <a:pt x="14803" y="89"/>
                  </a:cubicBezTo>
                  <a:cubicBezTo>
                    <a:pt x="10063" y="89"/>
                    <a:pt x="6699" y="4217"/>
                    <a:pt x="6699" y="8193"/>
                  </a:cubicBezTo>
                  <a:cubicBezTo>
                    <a:pt x="6699" y="12321"/>
                    <a:pt x="10063" y="16297"/>
                    <a:pt x="14803" y="16297"/>
                  </a:cubicBezTo>
                  <a:cubicBezTo>
                    <a:pt x="19084" y="16297"/>
                    <a:pt x="22907" y="13086"/>
                    <a:pt x="22907" y="8193"/>
                  </a:cubicBezTo>
                  <a:close/>
                </a:path>
              </a:pathLst>
            </a:custGeom>
            <a:solidFill>
              <a:srgbClr val="000000"/>
            </a:solidFill>
            <a:ln w="25400" cap="flat">
              <a:noFill/>
              <a:prstDash val="solid"/>
              <a:miter/>
            </a:ln>
          </p:spPr>
          <p:txBody>
            <a:bodyPr/>
            <a:lstStyle/>
            <a:p>
              <a:endParaRPr lang="en-US"/>
            </a:p>
          </p:txBody>
        </p:sp>
        <p:sp>
          <p:nvSpPr>
            <p:cNvPr id="57" name="Freeform: Shape 56">
              <a:extLst>
                <a:ext uri="{FF2B5EF4-FFF2-40B4-BE49-F238E27FC236}">
                  <a16:creationId xmlns:a16="http://schemas.microsoft.com/office/drawing/2014/main" id="{0EDEBA19-02D8-6D02-EC1E-4A27CCC7937A}"/>
                </a:ext>
              </a:extLst>
            </p:cNvPr>
            <p:cNvSpPr/>
            <p:nvPr>
              <p:custDataLst>
                <p:tags r:id="rId56"/>
              </p:custDataLst>
            </p:nvPr>
          </p:nvSpPr>
          <p:spPr>
            <a:xfrm>
              <a:off x="5368736" y="3891514"/>
              <a:ext cx="49542" cy="107801"/>
            </a:xfrm>
            <a:custGeom>
              <a:avLst/>
              <a:gdLst>
                <a:gd name="csX0" fmla="*/ 21992 w 49542"/>
                <a:gd name="csY0" fmla="*/ 41986 h 107801"/>
                <a:gd name="csX1" fmla="*/ 21992 w 49542"/>
                <a:gd name="csY1" fmla="*/ 24248 h 107801"/>
                <a:gd name="csX2" fmla="*/ 36060 w 49542"/>
                <a:gd name="csY2" fmla="*/ 3453 h 107801"/>
                <a:gd name="csX3" fmla="*/ 41106 w 49542"/>
                <a:gd name="csY3" fmla="*/ 4523 h 107801"/>
                <a:gd name="csX4" fmla="*/ 36519 w 49542"/>
                <a:gd name="csY4" fmla="*/ 10945 h 107801"/>
                <a:gd name="csX5" fmla="*/ 43094 w 49542"/>
                <a:gd name="csY5" fmla="*/ 17520 h 107801"/>
                <a:gd name="csX6" fmla="*/ 49822 w 49542"/>
                <a:gd name="csY6" fmla="*/ 10792 h 107801"/>
                <a:gd name="csX7" fmla="*/ 36060 w 49542"/>
                <a:gd name="csY7" fmla="*/ 89 h 107801"/>
                <a:gd name="csX8" fmla="*/ 12359 w 49542"/>
                <a:gd name="csY8" fmla="*/ 24401 h 107801"/>
                <a:gd name="csX9" fmla="*/ 12359 w 49542"/>
                <a:gd name="csY9" fmla="*/ 41986 h 107801"/>
                <a:gd name="csX10" fmla="*/ 279 w 49542"/>
                <a:gd name="csY10" fmla="*/ 41986 h 107801"/>
                <a:gd name="csX11" fmla="*/ 279 w 49542"/>
                <a:gd name="csY11" fmla="*/ 46726 h 107801"/>
                <a:gd name="csX12" fmla="*/ 12359 w 49542"/>
                <a:gd name="csY12" fmla="*/ 46726 h 107801"/>
                <a:gd name="csX13" fmla="*/ 12359 w 49542"/>
                <a:gd name="csY13" fmla="*/ 96269 h 107801"/>
                <a:gd name="csX14" fmla="*/ 432 w 49542"/>
                <a:gd name="csY14" fmla="*/ 103150 h 107801"/>
                <a:gd name="csX15" fmla="*/ 432 w 49542"/>
                <a:gd name="csY15" fmla="*/ 107890 h 107801"/>
                <a:gd name="csX16" fmla="*/ 17864 w 49542"/>
                <a:gd name="csY16" fmla="*/ 107431 h 107801"/>
                <a:gd name="csX17" fmla="*/ 37283 w 49542"/>
                <a:gd name="csY17" fmla="*/ 107890 h 107801"/>
                <a:gd name="csX18" fmla="*/ 37283 w 49542"/>
                <a:gd name="csY18" fmla="*/ 103150 h 107801"/>
                <a:gd name="csX19" fmla="*/ 34072 w 49542"/>
                <a:gd name="csY19" fmla="*/ 103150 h 107801"/>
                <a:gd name="csX20" fmla="*/ 22451 w 49542"/>
                <a:gd name="csY20" fmla="*/ 95963 h 107801"/>
                <a:gd name="csX21" fmla="*/ 22451 w 49542"/>
                <a:gd name="csY21" fmla="*/ 46726 h 107801"/>
                <a:gd name="csX22" fmla="*/ 39883 w 49542"/>
                <a:gd name="csY22" fmla="*/ 46726 h 107801"/>
                <a:gd name="csX23" fmla="*/ 39883 w 49542"/>
                <a:gd name="csY23" fmla="*/ 41986 h 107801"/>
                <a:gd name="csX24" fmla="*/ 21992 w 49542"/>
                <a:gd name="csY24" fmla="*/ 41986 h 1078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49542" h="107801">
                  <a:moveTo>
                    <a:pt x="21992" y="41986"/>
                  </a:moveTo>
                  <a:lnTo>
                    <a:pt x="21992" y="24248"/>
                  </a:lnTo>
                  <a:cubicBezTo>
                    <a:pt x="21992" y="10792"/>
                    <a:pt x="29332" y="3453"/>
                    <a:pt x="36060" y="3453"/>
                  </a:cubicBezTo>
                  <a:cubicBezTo>
                    <a:pt x="36519" y="3453"/>
                    <a:pt x="38812" y="3453"/>
                    <a:pt x="41106" y="4523"/>
                  </a:cubicBezTo>
                  <a:cubicBezTo>
                    <a:pt x="39271" y="5135"/>
                    <a:pt x="36519" y="7123"/>
                    <a:pt x="36519" y="10945"/>
                  </a:cubicBezTo>
                  <a:cubicBezTo>
                    <a:pt x="36519" y="14462"/>
                    <a:pt x="38965" y="17520"/>
                    <a:pt x="43094" y="17520"/>
                  </a:cubicBezTo>
                  <a:cubicBezTo>
                    <a:pt x="47528" y="17520"/>
                    <a:pt x="49822" y="14462"/>
                    <a:pt x="49822" y="10792"/>
                  </a:cubicBezTo>
                  <a:cubicBezTo>
                    <a:pt x="49822" y="5135"/>
                    <a:pt x="44164" y="89"/>
                    <a:pt x="36060" y="89"/>
                  </a:cubicBezTo>
                  <a:cubicBezTo>
                    <a:pt x="25356" y="89"/>
                    <a:pt x="12359" y="8193"/>
                    <a:pt x="12359" y="24401"/>
                  </a:cubicBezTo>
                  <a:lnTo>
                    <a:pt x="12359" y="41986"/>
                  </a:lnTo>
                  <a:lnTo>
                    <a:pt x="279" y="41986"/>
                  </a:lnTo>
                  <a:lnTo>
                    <a:pt x="279" y="46726"/>
                  </a:lnTo>
                  <a:lnTo>
                    <a:pt x="12359" y="46726"/>
                  </a:lnTo>
                  <a:lnTo>
                    <a:pt x="12359" y="96269"/>
                  </a:lnTo>
                  <a:cubicBezTo>
                    <a:pt x="12359" y="103150"/>
                    <a:pt x="10677" y="103150"/>
                    <a:pt x="432" y="103150"/>
                  </a:cubicBezTo>
                  <a:lnTo>
                    <a:pt x="432" y="107890"/>
                  </a:lnTo>
                  <a:cubicBezTo>
                    <a:pt x="6396" y="107737"/>
                    <a:pt x="13582" y="107431"/>
                    <a:pt x="17864" y="107431"/>
                  </a:cubicBezTo>
                  <a:cubicBezTo>
                    <a:pt x="23980" y="107431"/>
                    <a:pt x="31167" y="107431"/>
                    <a:pt x="37283" y="107890"/>
                  </a:cubicBezTo>
                  <a:lnTo>
                    <a:pt x="37283" y="103150"/>
                  </a:lnTo>
                  <a:lnTo>
                    <a:pt x="34072" y="103150"/>
                  </a:lnTo>
                  <a:cubicBezTo>
                    <a:pt x="22757" y="103150"/>
                    <a:pt x="22451" y="101468"/>
                    <a:pt x="22451" y="95963"/>
                  </a:cubicBezTo>
                  <a:lnTo>
                    <a:pt x="22451" y="46726"/>
                  </a:lnTo>
                  <a:lnTo>
                    <a:pt x="39883" y="46726"/>
                  </a:lnTo>
                  <a:lnTo>
                    <a:pt x="39883" y="41986"/>
                  </a:lnTo>
                  <a:lnTo>
                    <a:pt x="21992" y="41986"/>
                  </a:lnTo>
                  <a:close/>
                </a:path>
              </a:pathLst>
            </a:custGeom>
            <a:solidFill>
              <a:srgbClr val="000000"/>
            </a:solidFill>
            <a:ln w="25400" cap="flat">
              <a:noFill/>
              <a:prstDash val="solid"/>
              <a:miter/>
            </a:ln>
          </p:spPr>
          <p:txBody>
            <a:bodyPr/>
            <a:lstStyle/>
            <a:p>
              <a:endParaRPr lang="en-US"/>
            </a:p>
          </p:txBody>
        </p:sp>
        <p:sp>
          <p:nvSpPr>
            <p:cNvPr id="58" name="Freeform: Shape 57">
              <a:extLst>
                <a:ext uri="{FF2B5EF4-FFF2-40B4-BE49-F238E27FC236}">
                  <a16:creationId xmlns:a16="http://schemas.microsoft.com/office/drawing/2014/main" id="{3D303056-BD8C-CA03-0C38-43E9C835594A}"/>
                </a:ext>
              </a:extLst>
            </p:cNvPr>
            <p:cNvSpPr/>
            <p:nvPr>
              <p:custDataLst>
                <p:tags r:id="rId57"/>
              </p:custDataLst>
            </p:nvPr>
          </p:nvSpPr>
          <p:spPr>
            <a:xfrm>
              <a:off x="5465817" y="3931729"/>
              <a:ext cx="70491" cy="98932"/>
            </a:xfrm>
            <a:custGeom>
              <a:avLst/>
              <a:gdLst>
                <a:gd name="csX0" fmla="*/ 70165 w 70491"/>
                <a:gd name="csY0" fmla="*/ 9416 h 98932"/>
                <a:gd name="csX1" fmla="*/ 70777 w 70491"/>
                <a:gd name="csY1" fmla="*/ 5899 h 98932"/>
                <a:gd name="csX2" fmla="*/ 66343 w 70491"/>
                <a:gd name="csY2" fmla="*/ 1771 h 98932"/>
                <a:gd name="csX3" fmla="*/ 60991 w 70491"/>
                <a:gd name="csY3" fmla="*/ 4982 h 98932"/>
                <a:gd name="csX4" fmla="*/ 58850 w 70491"/>
                <a:gd name="csY4" fmla="*/ 13239 h 98932"/>
                <a:gd name="csX5" fmla="*/ 55792 w 70491"/>
                <a:gd name="csY5" fmla="*/ 25472 h 98932"/>
                <a:gd name="csX6" fmla="*/ 48911 w 70491"/>
                <a:gd name="csY6" fmla="*/ 52995 h 98932"/>
                <a:gd name="csX7" fmla="*/ 31632 w 70491"/>
                <a:gd name="csY7" fmla="*/ 65993 h 98932"/>
                <a:gd name="csX8" fmla="*/ 22152 w 70491"/>
                <a:gd name="csY8" fmla="*/ 53607 h 98932"/>
                <a:gd name="csX9" fmla="*/ 29950 w 70491"/>
                <a:gd name="csY9" fmla="*/ 23637 h 98932"/>
                <a:gd name="csX10" fmla="*/ 33008 w 70491"/>
                <a:gd name="csY10" fmla="*/ 12627 h 98932"/>
                <a:gd name="csX11" fmla="*/ 20470 w 70491"/>
                <a:gd name="csY11" fmla="*/ 89 h 98932"/>
                <a:gd name="csX12" fmla="*/ 286 w 70491"/>
                <a:gd name="csY12" fmla="*/ 23637 h 98932"/>
                <a:gd name="csX13" fmla="*/ 2121 w 70491"/>
                <a:gd name="csY13" fmla="*/ 25166 h 98932"/>
                <a:gd name="csX14" fmla="*/ 4567 w 70491"/>
                <a:gd name="csY14" fmla="*/ 22414 h 98932"/>
                <a:gd name="csX15" fmla="*/ 20011 w 70491"/>
                <a:gd name="csY15" fmla="*/ 3453 h 98932"/>
                <a:gd name="csX16" fmla="*/ 23834 w 70491"/>
                <a:gd name="csY16" fmla="*/ 8346 h 98932"/>
                <a:gd name="csX17" fmla="*/ 21234 w 70491"/>
                <a:gd name="csY17" fmla="*/ 19049 h 98932"/>
                <a:gd name="csX18" fmla="*/ 12366 w 70491"/>
                <a:gd name="csY18" fmla="*/ 51160 h 98932"/>
                <a:gd name="csX19" fmla="*/ 31020 w 70491"/>
                <a:gd name="csY19" fmla="*/ 69357 h 98932"/>
                <a:gd name="csX20" fmla="*/ 46464 w 70491"/>
                <a:gd name="csY20" fmla="*/ 62476 h 98932"/>
                <a:gd name="csX21" fmla="*/ 36525 w 70491"/>
                <a:gd name="csY21" fmla="*/ 86024 h 98932"/>
                <a:gd name="csX22" fmla="*/ 19705 w 70491"/>
                <a:gd name="csY22" fmla="*/ 95657 h 98932"/>
                <a:gd name="csX23" fmla="*/ 8084 w 70491"/>
                <a:gd name="csY23" fmla="*/ 89235 h 98932"/>
                <a:gd name="csX24" fmla="*/ 14659 w 70491"/>
                <a:gd name="csY24" fmla="*/ 87400 h 98932"/>
                <a:gd name="csX25" fmla="*/ 17717 w 70491"/>
                <a:gd name="csY25" fmla="*/ 81131 h 98932"/>
                <a:gd name="csX26" fmla="*/ 12060 w 70491"/>
                <a:gd name="csY26" fmla="*/ 75779 h 98932"/>
                <a:gd name="csX27" fmla="*/ 3497 w 70491"/>
                <a:gd name="csY27" fmla="*/ 85718 h 98932"/>
                <a:gd name="csX28" fmla="*/ 19705 w 70491"/>
                <a:gd name="csY28" fmla="*/ 99021 h 98932"/>
                <a:gd name="csX29" fmla="*/ 55486 w 70491"/>
                <a:gd name="csY29" fmla="*/ 67828 h 98932"/>
                <a:gd name="csX30" fmla="*/ 70165 w 70491"/>
                <a:gd name="csY30" fmla="*/ 9416 h 98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70491" h="98932">
                  <a:moveTo>
                    <a:pt x="70165" y="9416"/>
                  </a:moveTo>
                  <a:cubicBezTo>
                    <a:pt x="70777" y="7275"/>
                    <a:pt x="70777" y="6970"/>
                    <a:pt x="70777" y="5899"/>
                  </a:cubicBezTo>
                  <a:cubicBezTo>
                    <a:pt x="70777" y="3147"/>
                    <a:pt x="68636" y="1771"/>
                    <a:pt x="66343" y="1771"/>
                  </a:cubicBezTo>
                  <a:cubicBezTo>
                    <a:pt x="64813" y="1771"/>
                    <a:pt x="62367" y="2688"/>
                    <a:pt x="60991" y="4982"/>
                  </a:cubicBezTo>
                  <a:cubicBezTo>
                    <a:pt x="60685" y="5746"/>
                    <a:pt x="59462" y="10487"/>
                    <a:pt x="58850" y="13239"/>
                  </a:cubicBezTo>
                  <a:cubicBezTo>
                    <a:pt x="57780" y="17215"/>
                    <a:pt x="56709" y="21343"/>
                    <a:pt x="55792" y="25472"/>
                  </a:cubicBezTo>
                  <a:lnTo>
                    <a:pt x="48911" y="52995"/>
                  </a:lnTo>
                  <a:cubicBezTo>
                    <a:pt x="48299" y="55289"/>
                    <a:pt x="41724" y="65993"/>
                    <a:pt x="31632" y="65993"/>
                  </a:cubicBezTo>
                  <a:cubicBezTo>
                    <a:pt x="23834" y="65993"/>
                    <a:pt x="22152" y="59265"/>
                    <a:pt x="22152" y="53607"/>
                  </a:cubicBezTo>
                  <a:cubicBezTo>
                    <a:pt x="22152" y="46573"/>
                    <a:pt x="24751" y="37093"/>
                    <a:pt x="29950" y="23637"/>
                  </a:cubicBezTo>
                  <a:cubicBezTo>
                    <a:pt x="32397" y="17367"/>
                    <a:pt x="33008" y="15685"/>
                    <a:pt x="33008" y="12627"/>
                  </a:cubicBezTo>
                  <a:cubicBezTo>
                    <a:pt x="33008" y="5746"/>
                    <a:pt x="28115" y="89"/>
                    <a:pt x="20470" y="89"/>
                  </a:cubicBezTo>
                  <a:cubicBezTo>
                    <a:pt x="5943" y="89"/>
                    <a:pt x="286" y="22261"/>
                    <a:pt x="286" y="23637"/>
                  </a:cubicBezTo>
                  <a:cubicBezTo>
                    <a:pt x="286" y="25166"/>
                    <a:pt x="1815" y="25166"/>
                    <a:pt x="2121" y="25166"/>
                  </a:cubicBezTo>
                  <a:cubicBezTo>
                    <a:pt x="3650" y="25166"/>
                    <a:pt x="3803" y="24860"/>
                    <a:pt x="4567" y="22414"/>
                  </a:cubicBezTo>
                  <a:cubicBezTo>
                    <a:pt x="8696" y="8040"/>
                    <a:pt x="14812" y="3453"/>
                    <a:pt x="20011" y="3453"/>
                  </a:cubicBezTo>
                  <a:cubicBezTo>
                    <a:pt x="21234" y="3453"/>
                    <a:pt x="23834" y="3453"/>
                    <a:pt x="23834" y="8346"/>
                  </a:cubicBezTo>
                  <a:cubicBezTo>
                    <a:pt x="23834" y="12169"/>
                    <a:pt x="22305" y="16144"/>
                    <a:pt x="21234" y="19049"/>
                  </a:cubicBezTo>
                  <a:cubicBezTo>
                    <a:pt x="15118" y="35258"/>
                    <a:pt x="12366" y="43974"/>
                    <a:pt x="12366" y="51160"/>
                  </a:cubicBezTo>
                  <a:cubicBezTo>
                    <a:pt x="12366" y="64769"/>
                    <a:pt x="21999" y="69357"/>
                    <a:pt x="31020" y="69357"/>
                  </a:cubicBezTo>
                  <a:cubicBezTo>
                    <a:pt x="36984" y="69357"/>
                    <a:pt x="42183" y="66757"/>
                    <a:pt x="46464" y="62476"/>
                  </a:cubicBezTo>
                  <a:cubicBezTo>
                    <a:pt x="44476" y="70427"/>
                    <a:pt x="42642" y="77920"/>
                    <a:pt x="36525" y="86024"/>
                  </a:cubicBezTo>
                  <a:cubicBezTo>
                    <a:pt x="32550" y="91223"/>
                    <a:pt x="26739" y="95657"/>
                    <a:pt x="19705" y="95657"/>
                  </a:cubicBezTo>
                  <a:cubicBezTo>
                    <a:pt x="17564" y="95657"/>
                    <a:pt x="10684" y="95198"/>
                    <a:pt x="8084" y="89235"/>
                  </a:cubicBezTo>
                  <a:cubicBezTo>
                    <a:pt x="10531" y="89235"/>
                    <a:pt x="12518" y="89235"/>
                    <a:pt x="14659" y="87400"/>
                  </a:cubicBezTo>
                  <a:cubicBezTo>
                    <a:pt x="16188" y="86024"/>
                    <a:pt x="17717" y="84036"/>
                    <a:pt x="17717" y="81131"/>
                  </a:cubicBezTo>
                  <a:cubicBezTo>
                    <a:pt x="17717" y="76390"/>
                    <a:pt x="13589" y="75779"/>
                    <a:pt x="12060" y="75779"/>
                  </a:cubicBezTo>
                  <a:cubicBezTo>
                    <a:pt x="8543" y="75779"/>
                    <a:pt x="3497" y="78225"/>
                    <a:pt x="3497" y="85718"/>
                  </a:cubicBezTo>
                  <a:cubicBezTo>
                    <a:pt x="3497" y="93363"/>
                    <a:pt x="10225" y="99021"/>
                    <a:pt x="19705" y="99021"/>
                  </a:cubicBezTo>
                  <a:cubicBezTo>
                    <a:pt x="35455" y="99021"/>
                    <a:pt x="51204" y="85106"/>
                    <a:pt x="55486" y="67828"/>
                  </a:cubicBezTo>
                  <a:lnTo>
                    <a:pt x="70165" y="9416"/>
                  </a:lnTo>
                  <a:close/>
                </a:path>
              </a:pathLst>
            </a:custGeom>
            <a:solidFill>
              <a:srgbClr val="000000"/>
            </a:solidFill>
            <a:ln w="25400" cap="flat">
              <a:noFill/>
              <a:prstDash val="solid"/>
              <a:miter/>
            </a:ln>
          </p:spPr>
          <p:txBody>
            <a:bodyPr/>
            <a:lstStyle/>
            <a:p>
              <a:endParaRPr lang="en-US"/>
            </a:p>
          </p:txBody>
        </p:sp>
        <p:sp>
          <p:nvSpPr>
            <p:cNvPr id="59" name="Freeform: Shape 58">
              <a:extLst>
                <a:ext uri="{FF2B5EF4-FFF2-40B4-BE49-F238E27FC236}">
                  <a16:creationId xmlns:a16="http://schemas.microsoft.com/office/drawing/2014/main" id="{48149819-6B66-C0B0-85A4-E6C8D16D6CA9}"/>
                </a:ext>
              </a:extLst>
            </p:cNvPr>
            <p:cNvSpPr/>
            <p:nvPr>
              <p:custDataLst>
                <p:tags r:id="rId58"/>
              </p:custDataLst>
            </p:nvPr>
          </p:nvSpPr>
          <p:spPr>
            <a:xfrm>
              <a:off x="5592874" y="3943197"/>
              <a:ext cx="101684" cy="35780"/>
            </a:xfrm>
            <a:custGeom>
              <a:avLst/>
              <a:gdLst>
                <a:gd name="csX0" fmla="*/ 96779 w 101684"/>
                <a:gd name="csY0" fmla="*/ 6205 h 35780"/>
                <a:gd name="csX1" fmla="*/ 101978 w 101684"/>
                <a:gd name="csY1" fmla="*/ 3147 h 35780"/>
                <a:gd name="csX2" fmla="*/ 96932 w 101684"/>
                <a:gd name="csY2" fmla="*/ 89 h 35780"/>
                <a:gd name="csX3" fmla="*/ 5340 w 101684"/>
                <a:gd name="csY3" fmla="*/ 89 h 35780"/>
                <a:gd name="csX4" fmla="*/ 294 w 101684"/>
                <a:gd name="csY4" fmla="*/ 3147 h 35780"/>
                <a:gd name="csX5" fmla="*/ 5493 w 101684"/>
                <a:gd name="csY5" fmla="*/ 6205 h 35780"/>
                <a:gd name="csX6" fmla="*/ 96779 w 101684"/>
                <a:gd name="csY6" fmla="*/ 6205 h 35780"/>
                <a:gd name="csX7" fmla="*/ 96932 w 101684"/>
                <a:gd name="csY7" fmla="*/ 35870 h 35780"/>
                <a:gd name="csX8" fmla="*/ 101978 w 101684"/>
                <a:gd name="csY8" fmla="*/ 32811 h 35780"/>
                <a:gd name="csX9" fmla="*/ 96779 w 101684"/>
                <a:gd name="csY9" fmla="*/ 29753 h 35780"/>
                <a:gd name="csX10" fmla="*/ 5493 w 101684"/>
                <a:gd name="csY10" fmla="*/ 29753 h 35780"/>
                <a:gd name="csX11" fmla="*/ 294 w 101684"/>
                <a:gd name="csY11" fmla="*/ 32811 h 35780"/>
                <a:gd name="csX12" fmla="*/ 5340 w 101684"/>
                <a:gd name="csY12" fmla="*/ 35870 h 35780"/>
                <a:gd name="csX13" fmla="*/ 96932 w 101684"/>
                <a:gd name="csY13" fmla="*/ 35870 h 35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01684" h="35780">
                  <a:moveTo>
                    <a:pt x="96779" y="6205"/>
                  </a:moveTo>
                  <a:cubicBezTo>
                    <a:pt x="99073" y="6205"/>
                    <a:pt x="101978" y="6205"/>
                    <a:pt x="101978" y="3147"/>
                  </a:cubicBezTo>
                  <a:cubicBezTo>
                    <a:pt x="101978" y="89"/>
                    <a:pt x="99073" y="89"/>
                    <a:pt x="96932" y="89"/>
                  </a:cubicBezTo>
                  <a:lnTo>
                    <a:pt x="5340" y="89"/>
                  </a:lnTo>
                  <a:cubicBezTo>
                    <a:pt x="3199" y="89"/>
                    <a:pt x="294" y="89"/>
                    <a:pt x="294" y="3147"/>
                  </a:cubicBezTo>
                  <a:cubicBezTo>
                    <a:pt x="294" y="6205"/>
                    <a:pt x="3199" y="6205"/>
                    <a:pt x="5493" y="6205"/>
                  </a:cubicBezTo>
                  <a:lnTo>
                    <a:pt x="96779" y="6205"/>
                  </a:lnTo>
                  <a:close/>
                  <a:moveTo>
                    <a:pt x="96932" y="35870"/>
                  </a:moveTo>
                  <a:cubicBezTo>
                    <a:pt x="99073" y="35870"/>
                    <a:pt x="101978" y="35870"/>
                    <a:pt x="101978" y="32811"/>
                  </a:cubicBezTo>
                  <a:cubicBezTo>
                    <a:pt x="101978" y="29753"/>
                    <a:pt x="99073" y="29753"/>
                    <a:pt x="96779" y="29753"/>
                  </a:cubicBezTo>
                  <a:lnTo>
                    <a:pt x="5493" y="29753"/>
                  </a:lnTo>
                  <a:cubicBezTo>
                    <a:pt x="3199" y="29753"/>
                    <a:pt x="294" y="29753"/>
                    <a:pt x="294" y="32811"/>
                  </a:cubicBezTo>
                  <a:cubicBezTo>
                    <a:pt x="294" y="35870"/>
                    <a:pt x="3199" y="35870"/>
                    <a:pt x="5340" y="35870"/>
                  </a:cubicBezTo>
                  <a:lnTo>
                    <a:pt x="96932" y="35870"/>
                  </a:lnTo>
                  <a:close/>
                </a:path>
              </a:pathLst>
            </a:custGeom>
            <a:solidFill>
              <a:srgbClr val="000000"/>
            </a:solidFill>
            <a:ln w="25400" cap="flat">
              <a:noFill/>
              <a:prstDash val="solid"/>
              <a:miter/>
            </a:ln>
          </p:spPr>
          <p:txBody>
            <a:bodyPr/>
            <a:lstStyle/>
            <a:p>
              <a:endParaRPr lang="en-US"/>
            </a:p>
          </p:txBody>
        </p:sp>
        <p:sp>
          <p:nvSpPr>
            <p:cNvPr id="60" name="Freeform: Shape 59">
              <a:extLst>
                <a:ext uri="{FF2B5EF4-FFF2-40B4-BE49-F238E27FC236}">
                  <a16:creationId xmlns:a16="http://schemas.microsoft.com/office/drawing/2014/main" id="{98A60AFA-69AB-830A-A0F5-770DF47BD3A5}"/>
                </a:ext>
              </a:extLst>
            </p:cNvPr>
            <p:cNvSpPr/>
            <p:nvPr>
              <p:custDataLst>
                <p:tags r:id="rId59"/>
              </p:custDataLst>
            </p:nvPr>
          </p:nvSpPr>
          <p:spPr>
            <a:xfrm>
              <a:off x="5749996" y="3930812"/>
              <a:ext cx="67738" cy="70185"/>
            </a:xfrm>
            <a:custGeom>
              <a:avLst/>
              <a:gdLst>
                <a:gd name="csX0" fmla="*/ 68043 w 67738"/>
                <a:gd name="csY0" fmla="*/ 35870 h 70185"/>
                <a:gd name="csX1" fmla="*/ 34250 w 67738"/>
                <a:gd name="csY1" fmla="*/ 89 h 70185"/>
                <a:gd name="csX2" fmla="*/ 304 w 67738"/>
                <a:gd name="csY2" fmla="*/ 35870 h 70185"/>
                <a:gd name="csX3" fmla="*/ 34097 w 67738"/>
                <a:gd name="csY3" fmla="*/ 70274 h 70185"/>
                <a:gd name="csX4" fmla="*/ 68043 w 67738"/>
                <a:gd name="csY4" fmla="*/ 35870 h 70185"/>
                <a:gd name="csX5" fmla="*/ 34250 w 67738"/>
                <a:gd name="csY5" fmla="*/ 66451 h 70185"/>
                <a:gd name="csX6" fmla="*/ 16818 w 67738"/>
                <a:gd name="csY6" fmla="*/ 56206 h 70185"/>
                <a:gd name="csX7" fmla="*/ 12996 w 67738"/>
                <a:gd name="csY7" fmla="*/ 34646 h 70185"/>
                <a:gd name="csX8" fmla="*/ 16666 w 67738"/>
                <a:gd name="csY8" fmla="*/ 13698 h 70185"/>
                <a:gd name="csX9" fmla="*/ 34097 w 67738"/>
                <a:gd name="csY9" fmla="*/ 3453 h 70185"/>
                <a:gd name="csX10" fmla="*/ 51376 w 67738"/>
                <a:gd name="csY10" fmla="*/ 13392 h 70185"/>
                <a:gd name="csX11" fmla="*/ 55352 w 67738"/>
                <a:gd name="csY11" fmla="*/ 34646 h 70185"/>
                <a:gd name="csX12" fmla="*/ 51988 w 67738"/>
                <a:gd name="csY12" fmla="*/ 55136 h 70185"/>
                <a:gd name="csX13" fmla="*/ 34250 w 67738"/>
                <a:gd name="csY13" fmla="*/ 66451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7738" h="70185">
                  <a:moveTo>
                    <a:pt x="68043" y="35870"/>
                  </a:moveTo>
                  <a:cubicBezTo>
                    <a:pt x="68043" y="16297"/>
                    <a:pt x="52752" y="89"/>
                    <a:pt x="34250" y="89"/>
                  </a:cubicBezTo>
                  <a:cubicBezTo>
                    <a:pt x="15136" y="89"/>
                    <a:pt x="304" y="16756"/>
                    <a:pt x="304" y="35870"/>
                  </a:cubicBezTo>
                  <a:cubicBezTo>
                    <a:pt x="304" y="55595"/>
                    <a:pt x="16207" y="70274"/>
                    <a:pt x="34097" y="70274"/>
                  </a:cubicBezTo>
                  <a:cubicBezTo>
                    <a:pt x="52599" y="70274"/>
                    <a:pt x="68043" y="55289"/>
                    <a:pt x="68043" y="35870"/>
                  </a:cubicBezTo>
                  <a:close/>
                  <a:moveTo>
                    <a:pt x="34250" y="66451"/>
                  </a:moveTo>
                  <a:cubicBezTo>
                    <a:pt x="27675" y="66451"/>
                    <a:pt x="20947" y="63240"/>
                    <a:pt x="16818" y="56206"/>
                  </a:cubicBezTo>
                  <a:cubicBezTo>
                    <a:pt x="12996" y="49478"/>
                    <a:pt x="12996" y="40151"/>
                    <a:pt x="12996" y="34646"/>
                  </a:cubicBezTo>
                  <a:cubicBezTo>
                    <a:pt x="12996" y="28683"/>
                    <a:pt x="12996" y="20426"/>
                    <a:pt x="16666" y="13698"/>
                  </a:cubicBezTo>
                  <a:cubicBezTo>
                    <a:pt x="20794" y="6664"/>
                    <a:pt x="27981" y="3453"/>
                    <a:pt x="34097" y="3453"/>
                  </a:cubicBezTo>
                  <a:cubicBezTo>
                    <a:pt x="40825" y="3453"/>
                    <a:pt x="47400" y="6817"/>
                    <a:pt x="51376" y="13392"/>
                  </a:cubicBezTo>
                  <a:cubicBezTo>
                    <a:pt x="55352" y="19967"/>
                    <a:pt x="55352" y="28836"/>
                    <a:pt x="55352" y="34646"/>
                  </a:cubicBezTo>
                  <a:cubicBezTo>
                    <a:pt x="55352" y="40151"/>
                    <a:pt x="55352" y="48408"/>
                    <a:pt x="51988" y="55136"/>
                  </a:cubicBezTo>
                  <a:cubicBezTo>
                    <a:pt x="48624" y="62017"/>
                    <a:pt x="41896" y="66451"/>
                    <a:pt x="34250" y="66451"/>
                  </a:cubicBezTo>
                  <a:close/>
                </a:path>
              </a:pathLst>
            </a:custGeom>
            <a:solidFill>
              <a:srgbClr val="000000"/>
            </a:solidFill>
            <a:ln w="25400" cap="flat">
              <a:noFill/>
              <a:prstDash val="solid"/>
              <a:miter/>
            </a:ln>
          </p:spPr>
          <p:txBody>
            <a:bodyPr/>
            <a:lstStyle/>
            <a:p>
              <a:endParaRPr lang="en-US"/>
            </a:p>
          </p:txBody>
        </p:sp>
        <p:sp>
          <p:nvSpPr>
            <p:cNvPr id="61" name="Freeform: Shape 60">
              <a:extLst>
                <a:ext uri="{FF2B5EF4-FFF2-40B4-BE49-F238E27FC236}">
                  <a16:creationId xmlns:a16="http://schemas.microsoft.com/office/drawing/2014/main" id="{4DDA02C3-889E-C01F-A00A-A5AA777E2BE1}"/>
                </a:ext>
              </a:extLst>
            </p:cNvPr>
            <p:cNvSpPr/>
            <p:nvPr>
              <p:custDataLst>
                <p:tags r:id="rId60"/>
              </p:custDataLst>
            </p:nvPr>
          </p:nvSpPr>
          <p:spPr>
            <a:xfrm>
              <a:off x="5827062" y="3931729"/>
              <a:ext cx="76913" cy="69267"/>
            </a:xfrm>
            <a:custGeom>
              <a:avLst/>
              <a:gdLst>
                <a:gd name="csX0" fmla="*/ 55204 w 76913"/>
                <a:gd name="csY0" fmla="*/ 55595 h 69267"/>
                <a:gd name="csX1" fmla="*/ 55204 w 76913"/>
                <a:gd name="csY1" fmla="*/ 69357 h 69267"/>
                <a:gd name="csX2" fmla="*/ 77223 w 76913"/>
                <a:gd name="csY2" fmla="*/ 67675 h 69267"/>
                <a:gd name="csX3" fmla="*/ 77223 w 76913"/>
                <a:gd name="csY3" fmla="*/ 62934 h 69267"/>
                <a:gd name="csX4" fmla="*/ 65296 w 76913"/>
                <a:gd name="csY4" fmla="*/ 54372 h 69267"/>
                <a:gd name="csX5" fmla="*/ 65296 w 76913"/>
                <a:gd name="csY5" fmla="*/ 89 h 69267"/>
                <a:gd name="csX6" fmla="*/ 42818 w 76913"/>
                <a:gd name="csY6" fmla="*/ 1771 h 69267"/>
                <a:gd name="csX7" fmla="*/ 42818 w 76913"/>
                <a:gd name="csY7" fmla="*/ 6511 h 69267"/>
                <a:gd name="csX8" fmla="*/ 54745 w 76913"/>
                <a:gd name="csY8" fmla="*/ 15074 h 69267"/>
                <a:gd name="csX9" fmla="*/ 54745 w 76913"/>
                <a:gd name="csY9" fmla="*/ 42292 h 69267"/>
                <a:gd name="csX10" fmla="*/ 36243 w 76913"/>
                <a:gd name="csY10" fmla="*/ 65993 h 69267"/>
                <a:gd name="csX11" fmla="*/ 22787 w 76913"/>
                <a:gd name="csY11" fmla="*/ 50855 h 69267"/>
                <a:gd name="csX12" fmla="*/ 22787 w 76913"/>
                <a:gd name="csY12" fmla="*/ 89 h 69267"/>
                <a:gd name="csX13" fmla="*/ 309 w 76913"/>
                <a:gd name="csY13" fmla="*/ 1771 h 69267"/>
                <a:gd name="csX14" fmla="*/ 309 w 76913"/>
                <a:gd name="csY14" fmla="*/ 6511 h 69267"/>
                <a:gd name="csX15" fmla="*/ 12236 w 76913"/>
                <a:gd name="csY15" fmla="*/ 20579 h 69267"/>
                <a:gd name="csX16" fmla="*/ 12236 w 76913"/>
                <a:gd name="csY16" fmla="*/ 43515 h 69267"/>
                <a:gd name="csX17" fmla="*/ 35478 w 76913"/>
                <a:gd name="csY17" fmla="*/ 69357 h 69267"/>
                <a:gd name="csX18" fmla="*/ 55204 w 76913"/>
                <a:gd name="csY18" fmla="*/ 55595 h 69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76913" h="69267">
                  <a:moveTo>
                    <a:pt x="55204" y="55595"/>
                  </a:moveTo>
                  <a:lnTo>
                    <a:pt x="55204" y="69357"/>
                  </a:lnTo>
                  <a:lnTo>
                    <a:pt x="77223" y="67675"/>
                  </a:lnTo>
                  <a:lnTo>
                    <a:pt x="77223" y="62934"/>
                  </a:lnTo>
                  <a:cubicBezTo>
                    <a:pt x="66519" y="62934"/>
                    <a:pt x="65296" y="61864"/>
                    <a:pt x="65296" y="54372"/>
                  </a:cubicBezTo>
                  <a:lnTo>
                    <a:pt x="65296" y="89"/>
                  </a:lnTo>
                  <a:lnTo>
                    <a:pt x="42818" y="1771"/>
                  </a:lnTo>
                  <a:lnTo>
                    <a:pt x="42818" y="6511"/>
                  </a:lnTo>
                  <a:cubicBezTo>
                    <a:pt x="53522" y="6511"/>
                    <a:pt x="54745" y="7581"/>
                    <a:pt x="54745" y="15074"/>
                  </a:cubicBezTo>
                  <a:lnTo>
                    <a:pt x="54745" y="42292"/>
                  </a:lnTo>
                  <a:cubicBezTo>
                    <a:pt x="54745" y="55595"/>
                    <a:pt x="47405" y="65993"/>
                    <a:pt x="36243" y="65993"/>
                  </a:cubicBezTo>
                  <a:cubicBezTo>
                    <a:pt x="23399" y="65993"/>
                    <a:pt x="22787" y="58806"/>
                    <a:pt x="22787" y="50855"/>
                  </a:cubicBezTo>
                  <a:lnTo>
                    <a:pt x="22787" y="89"/>
                  </a:lnTo>
                  <a:lnTo>
                    <a:pt x="309" y="1771"/>
                  </a:lnTo>
                  <a:lnTo>
                    <a:pt x="309" y="6511"/>
                  </a:lnTo>
                  <a:cubicBezTo>
                    <a:pt x="12236" y="6511"/>
                    <a:pt x="12236" y="6970"/>
                    <a:pt x="12236" y="20579"/>
                  </a:cubicBezTo>
                  <a:lnTo>
                    <a:pt x="12236" y="43515"/>
                  </a:lnTo>
                  <a:cubicBezTo>
                    <a:pt x="12236" y="55442"/>
                    <a:pt x="12236" y="69357"/>
                    <a:pt x="35478" y="69357"/>
                  </a:cubicBezTo>
                  <a:cubicBezTo>
                    <a:pt x="44041" y="69357"/>
                    <a:pt x="50769" y="65075"/>
                    <a:pt x="55204" y="55595"/>
                  </a:cubicBezTo>
                  <a:close/>
                </a:path>
              </a:pathLst>
            </a:custGeom>
            <a:solidFill>
              <a:srgbClr val="000000"/>
            </a:solidFill>
            <a:ln w="25400" cap="flat">
              <a:noFill/>
              <a:prstDash val="solid"/>
              <a:miter/>
            </a:ln>
          </p:spPr>
          <p:txBody>
            <a:bodyPr/>
            <a:lstStyle/>
            <a:p>
              <a:endParaRPr lang="en-US"/>
            </a:p>
          </p:txBody>
        </p:sp>
        <p:sp>
          <p:nvSpPr>
            <p:cNvPr id="62" name="Freeform: Shape 61">
              <a:extLst>
                <a:ext uri="{FF2B5EF4-FFF2-40B4-BE49-F238E27FC236}">
                  <a16:creationId xmlns:a16="http://schemas.microsoft.com/office/drawing/2014/main" id="{56DB509F-1262-8C8D-1489-6E4C30D87430}"/>
                </a:ext>
              </a:extLst>
            </p:cNvPr>
            <p:cNvSpPr/>
            <p:nvPr>
              <p:custDataLst>
                <p:tags r:id="rId61"/>
              </p:custDataLst>
            </p:nvPr>
          </p:nvSpPr>
          <p:spPr>
            <a:xfrm>
              <a:off x="5910025" y="3905276"/>
              <a:ext cx="47860" cy="95721"/>
            </a:xfrm>
            <a:custGeom>
              <a:avLst/>
              <a:gdLst>
                <a:gd name="csX0" fmla="*/ 23863 w 47860"/>
                <a:gd name="csY0" fmla="*/ 32964 h 95721"/>
                <a:gd name="csX1" fmla="*/ 45729 w 47860"/>
                <a:gd name="csY1" fmla="*/ 32964 h 95721"/>
                <a:gd name="csX2" fmla="*/ 45729 w 47860"/>
                <a:gd name="csY2" fmla="*/ 28224 h 95721"/>
                <a:gd name="csX3" fmla="*/ 23863 w 47860"/>
                <a:gd name="csY3" fmla="*/ 28224 h 95721"/>
                <a:gd name="csX4" fmla="*/ 23863 w 47860"/>
                <a:gd name="csY4" fmla="*/ 89 h 95721"/>
                <a:gd name="csX5" fmla="*/ 20040 w 47860"/>
                <a:gd name="csY5" fmla="*/ 89 h 95721"/>
                <a:gd name="csX6" fmla="*/ 315 w 47860"/>
                <a:gd name="csY6" fmla="*/ 29600 h 95721"/>
                <a:gd name="csX7" fmla="*/ 315 w 47860"/>
                <a:gd name="csY7" fmla="*/ 32964 h 95721"/>
                <a:gd name="csX8" fmla="*/ 13312 w 47860"/>
                <a:gd name="csY8" fmla="*/ 32964 h 95721"/>
                <a:gd name="csX9" fmla="*/ 13312 w 47860"/>
                <a:gd name="csY9" fmla="*/ 75167 h 95721"/>
                <a:gd name="csX10" fmla="*/ 33037 w 47860"/>
                <a:gd name="csY10" fmla="*/ 95810 h 95721"/>
                <a:gd name="csX11" fmla="*/ 48175 w 47860"/>
                <a:gd name="csY11" fmla="*/ 75167 h 95721"/>
                <a:gd name="csX12" fmla="*/ 48175 w 47860"/>
                <a:gd name="csY12" fmla="*/ 66451 h 95721"/>
                <a:gd name="csX13" fmla="*/ 44353 w 47860"/>
                <a:gd name="csY13" fmla="*/ 66451 h 95721"/>
                <a:gd name="csX14" fmla="*/ 44353 w 47860"/>
                <a:gd name="csY14" fmla="*/ 74861 h 95721"/>
                <a:gd name="csX15" fmla="*/ 34108 w 47860"/>
                <a:gd name="csY15" fmla="*/ 91987 h 95721"/>
                <a:gd name="csX16" fmla="*/ 23863 w 47860"/>
                <a:gd name="csY16" fmla="*/ 75473 h 95721"/>
                <a:gd name="csX17" fmla="*/ 23863 w 47860"/>
                <a:gd name="csY17" fmla="*/ 32964 h 957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7860" h="95721">
                  <a:moveTo>
                    <a:pt x="23863" y="32964"/>
                  </a:moveTo>
                  <a:lnTo>
                    <a:pt x="45729" y="32964"/>
                  </a:lnTo>
                  <a:lnTo>
                    <a:pt x="45729" y="28224"/>
                  </a:lnTo>
                  <a:lnTo>
                    <a:pt x="23863" y="28224"/>
                  </a:lnTo>
                  <a:lnTo>
                    <a:pt x="23863" y="89"/>
                  </a:lnTo>
                  <a:lnTo>
                    <a:pt x="20040" y="89"/>
                  </a:lnTo>
                  <a:cubicBezTo>
                    <a:pt x="19887" y="12627"/>
                    <a:pt x="15300" y="28989"/>
                    <a:pt x="315" y="29600"/>
                  </a:cubicBezTo>
                  <a:lnTo>
                    <a:pt x="315" y="32964"/>
                  </a:lnTo>
                  <a:lnTo>
                    <a:pt x="13312" y="32964"/>
                  </a:lnTo>
                  <a:lnTo>
                    <a:pt x="13312" y="75167"/>
                  </a:lnTo>
                  <a:cubicBezTo>
                    <a:pt x="13312" y="93975"/>
                    <a:pt x="27533" y="95810"/>
                    <a:pt x="33037" y="95810"/>
                  </a:cubicBezTo>
                  <a:cubicBezTo>
                    <a:pt x="43894" y="95810"/>
                    <a:pt x="48175" y="84953"/>
                    <a:pt x="48175" y="75167"/>
                  </a:cubicBezTo>
                  <a:lnTo>
                    <a:pt x="48175" y="66451"/>
                  </a:lnTo>
                  <a:lnTo>
                    <a:pt x="44353" y="66451"/>
                  </a:lnTo>
                  <a:lnTo>
                    <a:pt x="44353" y="74861"/>
                  </a:lnTo>
                  <a:cubicBezTo>
                    <a:pt x="44353" y="86177"/>
                    <a:pt x="39765" y="91987"/>
                    <a:pt x="34108" y="91987"/>
                  </a:cubicBezTo>
                  <a:cubicBezTo>
                    <a:pt x="23863" y="91987"/>
                    <a:pt x="23863" y="78072"/>
                    <a:pt x="23863" y="75473"/>
                  </a:cubicBezTo>
                  <a:lnTo>
                    <a:pt x="23863" y="32964"/>
                  </a:lnTo>
                  <a:close/>
                </a:path>
              </a:pathLst>
            </a:custGeom>
            <a:solidFill>
              <a:srgbClr val="000000"/>
            </a:solidFill>
            <a:ln w="25400" cap="flat">
              <a:noFill/>
              <a:prstDash val="solid"/>
              <a:miter/>
            </a:ln>
          </p:spPr>
          <p:txBody>
            <a:bodyPr/>
            <a:lstStyle/>
            <a:p>
              <a:endParaRPr lang="en-US"/>
            </a:p>
          </p:txBody>
        </p:sp>
      </p:grpSp>
      <p:grpSp>
        <p:nvGrpSpPr>
          <p:cNvPr id="2460" name="Group 2459" descr="\documentclass{article}&#10;\usepackage{amsmath}&#10;\pagestyle{empty}&#10;\begin{document}&#10;\[&#10;P(Y = y) = &#10;\begin{cases}&#10;p &amp; \text{if } y = 1 \\&#10;1 - p &amp; \text{if } y = 0 \\&#10;\end{cases}&#10;\]&#10;\end{document}" title="IguanaTex Shape Display">
            <a:extLst>
              <a:ext uri="{FF2B5EF4-FFF2-40B4-BE49-F238E27FC236}">
                <a16:creationId xmlns:a16="http://schemas.microsoft.com/office/drawing/2014/main" id="{FD3C26B1-B856-2112-51D8-05CAEFE1CE18}"/>
              </a:ext>
            </a:extLst>
          </p:cNvPr>
          <p:cNvGrpSpPr>
            <a:grpSpLocks noChangeAspect="1"/>
          </p:cNvGrpSpPr>
          <p:nvPr>
            <p:custDataLst>
              <p:tags r:id="rId2"/>
            </p:custDataLst>
          </p:nvPr>
        </p:nvGrpSpPr>
        <p:grpSpPr>
          <a:xfrm>
            <a:off x="1130300" y="4165600"/>
            <a:ext cx="1958200" cy="458574"/>
            <a:chOff x="3734733" y="5144218"/>
            <a:chExt cx="1958200" cy="458574"/>
          </a:xfrm>
        </p:grpSpPr>
        <p:sp>
          <p:nvSpPr>
            <p:cNvPr id="2438" name="Freeform: Shape 2437">
              <a:extLst>
                <a:ext uri="{FF2B5EF4-FFF2-40B4-BE49-F238E27FC236}">
                  <a16:creationId xmlns:a16="http://schemas.microsoft.com/office/drawing/2014/main" id="{BB3C71B1-E399-F8D2-AE1C-C429C1CBC959}"/>
                </a:ext>
              </a:extLst>
            </p:cNvPr>
            <p:cNvSpPr/>
            <p:nvPr>
              <p:custDataLst>
                <p:tags r:id="rId3"/>
              </p:custDataLst>
            </p:nvPr>
          </p:nvSpPr>
          <p:spPr>
            <a:xfrm>
              <a:off x="3734733" y="5307375"/>
              <a:ext cx="109390" cy="104437"/>
            </a:xfrm>
            <a:custGeom>
              <a:avLst/>
              <a:gdLst>
                <a:gd name="csX0" fmla="*/ 40463 w 109390"/>
                <a:gd name="csY0" fmla="*/ 56199 h 104437"/>
                <a:gd name="csX1" fmla="*/ 66508 w 109390"/>
                <a:gd name="csY1" fmla="*/ 56199 h 104437"/>
                <a:gd name="csX2" fmla="*/ 109559 w 109390"/>
                <a:gd name="csY2" fmla="*/ 23170 h 104437"/>
                <a:gd name="csX3" fmla="*/ 79377 w 109390"/>
                <a:gd name="csY3" fmla="*/ 81 h 104437"/>
                <a:gd name="csX4" fmla="*/ 29738 w 109390"/>
                <a:gd name="csY4" fmla="*/ 81 h 104437"/>
                <a:gd name="csX5" fmla="*/ 25142 w 109390"/>
                <a:gd name="csY5" fmla="*/ 2986 h 104437"/>
                <a:gd name="csX6" fmla="*/ 29585 w 109390"/>
                <a:gd name="csY6" fmla="*/ 4821 h 104437"/>
                <a:gd name="csX7" fmla="*/ 36173 w 109390"/>
                <a:gd name="csY7" fmla="*/ 5127 h 104437"/>
                <a:gd name="csX8" fmla="*/ 39543 w 109390"/>
                <a:gd name="csY8" fmla="*/ 7574 h 104437"/>
                <a:gd name="csX9" fmla="*/ 38931 w 109390"/>
                <a:gd name="csY9" fmla="*/ 10479 h 104437"/>
                <a:gd name="csX10" fmla="*/ 18401 w 109390"/>
                <a:gd name="csY10" fmla="*/ 92591 h 104437"/>
                <a:gd name="csX11" fmla="*/ 4459 w 109390"/>
                <a:gd name="csY11" fmla="*/ 99778 h 104437"/>
                <a:gd name="csX12" fmla="*/ 169 w 109390"/>
                <a:gd name="csY12" fmla="*/ 102683 h 104437"/>
                <a:gd name="csX13" fmla="*/ 2467 w 109390"/>
                <a:gd name="csY13" fmla="*/ 104518 h 104437"/>
                <a:gd name="csX14" fmla="*/ 21924 w 109390"/>
                <a:gd name="csY14" fmla="*/ 104059 h 104437"/>
                <a:gd name="csX15" fmla="*/ 31730 w 109390"/>
                <a:gd name="csY15" fmla="*/ 104212 h 104437"/>
                <a:gd name="csX16" fmla="*/ 41688 w 109390"/>
                <a:gd name="csY16" fmla="*/ 104518 h 104437"/>
                <a:gd name="csX17" fmla="*/ 44752 w 109390"/>
                <a:gd name="csY17" fmla="*/ 101460 h 104437"/>
                <a:gd name="csX18" fmla="*/ 40463 w 109390"/>
                <a:gd name="csY18" fmla="*/ 99778 h 104437"/>
                <a:gd name="csX19" fmla="*/ 30504 w 109390"/>
                <a:gd name="csY19" fmla="*/ 97026 h 104437"/>
                <a:gd name="csX20" fmla="*/ 30964 w 109390"/>
                <a:gd name="csY20" fmla="*/ 94426 h 104437"/>
                <a:gd name="csX21" fmla="*/ 40463 w 109390"/>
                <a:gd name="csY21" fmla="*/ 56199 h 104437"/>
                <a:gd name="csX22" fmla="*/ 51494 w 109390"/>
                <a:gd name="csY22" fmla="*/ 10632 h 104437"/>
                <a:gd name="csX23" fmla="*/ 59767 w 109390"/>
                <a:gd name="csY23" fmla="*/ 4821 h 104437"/>
                <a:gd name="csX24" fmla="*/ 74475 w 109390"/>
                <a:gd name="csY24" fmla="*/ 4821 h 104437"/>
                <a:gd name="csX25" fmla="*/ 95311 w 109390"/>
                <a:gd name="csY25" fmla="*/ 19501 h 104437"/>
                <a:gd name="csX26" fmla="*/ 86272 w 109390"/>
                <a:gd name="csY26" fmla="*/ 44119 h 104437"/>
                <a:gd name="csX27" fmla="*/ 62678 w 109390"/>
                <a:gd name="csY27" fmla="*/ 52223 h 104437"/>
                <a:gd name="csX28" fmla="*/ 41075 w 109390"/>
                <a:gd name="csY28" fmla="*/ 52223 h 104437"/>
                <a:gd name="csX29" fmla="*/ 51494 w 109390"/>
                <a:gd name="csY29" fmla="*/ 10632 h 1044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09390" h="104437">
                  <a:moveTo>
                    <a:pt x="40463" y="56199"/>
                  </a:moveTo>
                  <a:lnTo>
                    <a:pt x="66508" y="56199"/>
                  </a:lnTo>
                  <a:cubicBezTo>
                    <a:pt x="88264" y="56199"/>
                    <a:pt x="109559" y="40296"/>
                    <a:pt x="109559" y="23170"/>
                  </a:cubicBezTo>
                  <a:cubicBezTo>
                    <a:pt x="109559" y="11396"/>
                    <a:pt x="99448" y="81"/>
                    <a:pt x="79377" y="81"/>
                  </a:cubicBezTo>
                  <a:lnTo>
                    <a:pt x="29738" y="81"/>
                  </a:lnTo>
                  <a:cubicBezTo>
                    <a:pt x="26827" y="81"/>
                    <a:pt x="25142" y="81"/>
                    <a:pt x="25142" y="2986"/>
                  </a:cubicBezTo>
                  <a:cubicBezTo>
                    <a:pt x="25142" y="4821"/>
                    <a:pt x="26521" y="4821"/>
                    <a:pt x="29585" y="4821"/>
                  </a:cubicBezTo>
                  <a:cubicBezTo>
                    <a:pt x="31577" y="4821"/>
                    <a:pt x="34334" y="4974"/>
                    <a:pt x="36173" y="5127"/>
                  </a:cubicBezTo>
                  <a:cubicBezTo>
                    <a:pt x="38624" y="5433"/>
                    <a:pt x="39543" y="5892"/>
                    <a:pt x="39543" y="7574"/>
                  </a:cubicBezTo>
                  <a:cubicBezTo>
                    <a:pt x="39543" y="8185"/>
                    <a:pt x="39390" y="8644"/>
                    <a:pt x="38931" y="10479"/>
                  </a:cubicBezTo>
                  <a:lnTo>
                    <a:pt x="18401" y="92591"/>
                  </a:lnTo>
                  <a:cubicBezTo>
                    <a:pt x="16869" y="98555"/>
                    <a:pt x="16562" y="99778"/>
                    <a:pt x="4459" y="99778"/>
                  </a:cubicBezTo>
                  <a:cubicBezTo>
                    <a:pt x="1854" y="99778"/>
                    <a:pt x="169" y="99778"/>
                    <a:pt x="169" y="102683"/>
                  </a:cubicBezTo>
                  <a:cubicBezTo>
                    <a:pt x="169" y="104518"/>
                    <a:pt x="2007" y="104518"/>
                    <a:pt x="2467" y="104518"/>
                  </a:cubicBezTo>
                  <a:cubicBezTo>
                    <a:pt x="6757" y="104518"/>
                    <a:pt x="17635" y="104059"/>
                    <a:pt x="21924" y="104059"/>
                  </a:cubicBezTo>
                  <a:cubicBezTo>
                    <a:pt x="25142" y="104059"/>
                    <a:pt x="28512" y="104212"/>
                    <a:pt x="31730" y="104212"/>
                  </a:cubicBezTo>
                  <a:cubicBezTo>
                    <a:pt x="35100" y="104212"/>
                    <a:pt x="38471" y="104518"/>
                    <a:pt x="41688" y="104518"/>
                  </a:cubicBezTo>
                  <a:cubicBezTo>
                    <a:pt x="42761" y="104518"/>
                    <a:pt x="44752" y="104518"/>
                    <a:pt x="44752" y="101460"/>
                  </a:cubicBezTo>
                  <a:cubicBezTo>
                    <a:pt x="44752" y="99778"/>
                    <a:pt x="43374" y="99778"/>
                    <a:pt x="40463" y="99778"/>
                  </a:cubicBezTo>
                  <a:cubicBezTo>
                    <a:pt x="34794" y="99778"/>
                    <a:pt x="30504" y="99778"/>
                    <a:pt x="30504" y="97026"/>
                  </a:cubicBezTo>
                  <a:cubicBezTo>
                    <a:pt x="30504" y="96108"/>
                    <a:pt x="30811" y="95344"/>
                    <a:pt x="30964" y="94426"/>
                  </a:cubicBezTo>
                  <a:lnTo>
                    <a:pt x="40463" y="56199"/>
                  </a:lnTo>
                  <a:close/>
                  <a:moveTo>
                    <a:pt x="51494" y="10632"/>
                  </a:moveTo>
                  <a:cubicBezTo>
                    <a:pt x="52873" y="5280"/>
                    <a:pt x="53179" y="4821"/>
                    <a:pt x="59767" y="4821"/>
                  </a:cubicBezTo>
                  <a:lnTo>
                    <a:pt x="74475" y="4821"/>
                  </a:lnTo>
                  <a:cubicBezTo>
                    <a:pt x="87191" y="4821"/>
                    <a:pt x="95311" y="8950"/>
                    <a:pt x="95311" y="19501"/>
                  </a:cubicBezTo>
                  <a:cubicBezTo>
                    <a:pt x="95311" y="25464"/>
                    <a:pt x="92247" y="38614"/>
                    <a:pt x="86272" y="44119"/>
                  </a:cubicBezTo>
                  <a:cubicBezTo>
                    <a:pt x="78611" y="51000"/>
                    <a:pt x="69419" y="52223"/>
                    <a:pt x="62678" y="52223"/>
                  </a:cubicBezTo>
                  <a:lnTo>
                    <a:pt x="41075" y="52223"/>
                  </a:lnTo>
                  <a:lnTo>
                    <a:pt x="51494" y="10632"/>
                  </a:lnTo>
                  <a:close/>
                </a:path>
              </a:pathLst>
            </a:custGeom>
            <a:solidFill>
              <a:srgbClr val="000000"/>
            </a:solidFill>
            <a:ln w="25400" cap="flat">
              <a:noFill/>
              <a:prstDash val="solid"/>
              <a:miter/>
            </a:ln>
          </p:spPr>
          <p:txBody>
            <a:bodyPr/>
            <a:lstStyle/>
            <a:p>
              <a:endParaRPr lang="en-US"/>
            </a:p>
          </p:txBody>
        </p:sp>
        <p:sp>
          <p:nvSpPr>
            <p:cNvPr id="2439" name="Freeform: Shape 2438">
              <a:extLst>
                <a:ext uri="{FF2B5EF4-FFF2-40B4-BE49-F238E27FC236}">
                  <a16:creationId xmlns:a16="http://schemas.microsoft.com/office/drawing/2014/main" id="{BDD18DFB-9AF7-8616-8ECE-452F48E50368}"/>
                </a:ext>
              </a:extLst>
            </p:cNvPr>
            <p:cNvSpPr/>
            <p:nvPr>
              <p:custDataLst>
                <p:tags r:id="rId4"/>
              </p:custDataLst>
            </p:nvPr>
          </p:nvSpPr>
          <p:spPr>
            <a:xfrm>
              <a:off x="3863413" y="5297130"/>
              <a:ext cx="35544" cy="152909"/>
            </a:xfrm>
            <a:custGeom>
              <a:avLst/>
              <a:gdLst>
                <a:gd name="csX0" fmla="*/ 35721 w 35544"/>
                <a:gd name="csY0" fmla="*/ 151461 h 152909"/>
                <a:gd name="csX1" fmla="*/ 33116 w 35544"/>
                <a:gd name="csY1" fmla="*/ 148097 h 152909"/>
                <a:gd name="csX2" fmla="*/ 9063 w 35544"/>
                <a:gd name="csY2" fmla="*/ 76536 h 152909"/>
                <a:gd name="csX3" fmla="*/ 33729 w 35544"/>
                <a:gd name="csY3" fmla="*/ 4210 h 152909"/>
                <a:gd name="csX4" fmla="*/ 35721 w 35544"/>
                <a:gd name="csY4" fmla="*/ 1610 h 152909"/>
                <a:gd name="csX5" fmla="*/ 34189 w 35544"/>
                <a:gd name="csY5" fmla="*/ 81 h 152909"/>
                <a:gd name="csX6" fmla="*/ 9829 w 35544"/>
                <a:gd name="csY6" fmla="*/ 29899 h 152909"/>
                <a:gd name="csX7" fmla="*/ 177 w 35544"/>
                <a:gd name="csY7" fmla="*/ 76536 h 152909"/>
                <a:gd name="csX8" fmla="*/ 10288 w 35544"/>
                <a:gd name="csY8" fmla="*/ 124244 h 152909"/>
                <a:gd name="csX9" fmla="*/ 34189 w 35544"/>
                <a:gd name="csY9" fmla="*/ 152990 h 152909"/>
                <a:gd name="csX10" fmla="*/ 35721 w 35544"/>
                <a:gd name="csY10" fmla="*/ 151461 h 152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544" h="152909">
                  <a:moveTo>
                    <a:pt x="35721" y="151461"/>
                  </a:moveTo>
                  <a:cubicBezTo>
                    <a:pt x="35721" y="151003"/>
                    <a:pt x="35721" y="150697"/>
                    <a:pt x="33116" y="148097"/>
                  </a:cubicBezTo>
                  <a:cubicBezTo>
                    <a:pt x="13965" y="128831"/>
                    <a:pt x="9063" y="99931"/>
                    <a:pt x="9063" y="76536"/>
                  </a:cubicBezTo>
                  <a:cubicBezTo>
                    <a:pt x="9063" y="49930"/>
                    <a:pt x="14885" y="23323"/>
                    <a:pt x="33729" y="4210"/>
                  </a:cubicBezTo>
                  <a:cubicBezTo>
                    <a:pt x="35721" y="2375"/>
                    <a:pt x="35721" y="2069"/>
                    <a:pt x="35721" y="1610"/>
                  </a:cubicBezTo>
                  <a:cubicBezTo>
                    <a:pt x="35721" y="540"/>
                    <a:pt x="35108" y="81"/>
                    <a:pt x="34189" y="81"/>
                  </a:cubicBezTo>
                  <a:cubicBezTo>
                    <a:pt x="32657" y="81"/>
                    <a:pt x="18868" y="10479"/>
                    <a:pt x="9829" y="29899"/>
                  </a:cubicBezTo>
                  <a:cubicBezTo>
                    <a:pt x="2015" y="46719"/>
                    <a:pt x="177" y="63691"/>
                    <a:pt x="177" y="76536"/>
                  </a:cubicBezTo>
                  <a:cubicBezTo>
                    <a:pt x="177" y="88463"/>
                    <a:pt x="1862" y="106965"/>
                    <a:pt x="10288" y="124244"/>
                  </a:cubicBezTo>
                  <a:cubicBezTo>
                    <a:pt x="19481" y="143051"/>
                    <a:pt x="32657" y="152990"/>
                    <a:pt x="34189" y="152990"/>
                  </a:cubicBezTo>
                  <a:cubicBezTo>
                    <a:pt x="35108" y="152990"/>
                    <a:pt x="35721" y="152532"/>
                    <a:pt x="35721" y="151461"/>
                  </a:cubicBezTo>
                  <a:close/>
                </a:path>
              </a:pathLst>
            </a:custGeom>
            <a:solidFill>
              <a:srgbClr val="000000"/>
            </a:solidFill>
            <a:ln w="25400" cap="flat">
              <a:noFill/>
              <a:prstDash val="solid"/>
              <a:miter/>
            </a:ln>
          </p:spPr>
          <p:txBody>
            <a:bodyPr/>
            <a:lstStyle/>
            <a:p>
              <a:endParaRPr lang="en-US"/>
            </a:p>
          </p:txBody>
        </p:sp>
        <p:sp>
          <p:nvSpPr>
            <p:cNvPr id="2440" name="Freeform: Shape 2439">
              <a:extLst>
                <a:ext uri="{FF2B5EF4-FFF2-40B4-BE49-F238E27FC236}">
                  <a16:creationId xmlns:a16="http://schemas.microsoft.com/office/drawing/2014/main" id="{F02FECB2-A3A8-9C26-765B-5FF9D3DEE6C1}"/>
                </a:ext>
              </a:extLst>
            </p:cNvPr>
            <p:cNvSpPr/>
            <p:nvPr>
              <p:custDataLst>
                <p:tags r:id="rId5"/>
              </p:custDataLst>
            </p:nvPr>
          </p:nvSpPr>
          <p:spPr>
            <a:xfrm>
              <a:off x="3913189" y="5307375"/>
              <a:ext cx="111382" cy="104437"/>
            </a:xfrm>
            <a:custGeom>
              <a:avLst/>
              <a:gdLst>
                <a:gd name="csX0" fmla="*/ 86284 w 111382"/>
                <a:gd name="csY0" fmla="*/ 17513 h 104437"/>
                <a:gd name="csX1" fmla="*/ 88428 w 111382"/>
                <a:gd name="csY1" fmla="*/ 15372 h 104437"/>
                <a:gd name="csX2" fmla="*/ 108499 w 111382"/>
                <a:gd name="csY2" fmla="*/ 4821 h 104437"/>
                <a:gd name="csX3" fmla="*/ 111563 w 111382"/>
                <a:gd name="csY3" fmla="*/ 1916 h 104437"/>
                <a:gd name="csX4" fmla="*/ 109571 w 111382"/>
                <a:gd name="csY4" fmla="*/ 81 h 104437"/>
                <a:gd name="csX5" fmla="*/ 97008 w 111382"/>
                <a:gd name="csY5" fmla="*/ 540 h 104437"/>
                <a:gd name="csX6" fmla="*/ 81687 w 111382"/>
                <a:gd name="csY6" fmla="*/ 81 h 104437"/>
                <a:gd name="csX7" fmla="*/ 78776 w 111382"/>
                <a:gd name="csY7" fmla="*/ 2986 h 104437"/>
                <a:gd name="csX8" fmla="*/ 81074 w 111382"/>
                <a:gd name="csY8" fmla="*/ 4821 h 104437"/>
                <a:gd name="csX9" fmla="*/ 86590 w 111382"/>
                <a:gd name="csY9" fmla="*/ 8338 h 104437"/>
                <a:gd name="csX10" fmla="*/ 82453 w 111382"/>
                <a:gd name="csY10" fmla="*/ 15678 h 104437"/>
                <a:gd name="csX11" fmla="*/ 46909 w 111382"/>
                <a:gd name="csY11" fmla="*/ 56505 h 104437"/>
                <a:gd name="csX12" fmla="*/ 30056 w 111382"/>
                <a:gd name="csY12" fmla="*/ 11091 h 104437"/>
                <a:gd name="csX13" fmla="*/ 29137 w 111382"/>
                <a:gd name="csY13" fmla="*/ 8491 h 104437"/>
                <a:gd name="csX14" fmla="*/ 38176 w 111382"/>
                <a:gd name="csY14" fmla="*/ 4821 h 104437"/>
                <a:gd name="csX15" fmla="*/ 41853 w 111382"/>
                <a:gd name="csY15" fmla="*/ 1763 h 104437"/>
                <a:gd name="csX16" fmla="*/ 39555 w 111382"/>
                <a:gd name="csY16" fmla="*/ 81 h 104437"/>
                <a:gd name="csX17" fmla="*/ 20251 w 111382"/>
                <a:gd name="csY17" fmla="*/ 540 h 104437"/>
                <a:gd name="csX18" fmla="*/ 3092 w 111382"/>
                <a:gd name="csY18" fmla="*/ 81 h 104437"/>
                <a:gd name="csX19" fmla="*/ 181 w 111382"/>
                <a:gd name="csY19" fmla="*/ 3139 h 104437"/>
                <a:gd name="csX20" fmla="*/ 3704 w 111382"/>
                <a:gd name="csY20" fmla="*/ 4821 h 104437"/>
                <a:gd name="csX21" fmla="*/ 14889 w 111382"/>
                <a:gd name="csY21" fmla="*/ 10020 h 104437"/>
                <a:gd name="csX22" fmla="*/ 33733 w 111382"/>
                <a:gd name="csY22" fmla="*/ 60327 h 104437"/>
                <a:gd name="csX23" fmla="*/ 34346 w 111382"/>
                <a:gd name="csY23" fmla="*/ 62927 h 104437"/>
                <a:gd name="csX24" fmla="*/ 27452 w 111382"/>
                <a:gd name="csY24" fmla="*/ 90756 h 104437"/>
                <a:gd name="csX25" fmla="*/ 13050 w 111382"/>
                <a:gd name="csY25" fmla="*/ 99778 h 104437"/>
                <a:gd name="csX26" fmla="*/ 8913 w 111382"/>
                <a:gd name="csY26" fmla="*/ 102836 h 104437"/>
                <a:gd name="csX27" fmla="*/ 11058 w 111382"/>
                <a:gd name="csY27" fmla="*/ 104518 h 104437"/>
                <a:gd name="csX28" fmla="*/ 30363 w 111382"/>
                <a:gd name="csY28" fmla="*/ 104059 h 104437"/>
                <a:gd name="csX29" fmla="*/ 49973 w 111382"/>
                <a:gd name="csY29" fmla="*/ 104518 h 104437"/>
                <a:gd name="csX30" fmla="*/ 52884 w 111382"/>
                <a:gd name="csY30" fmla="*/ 101460 h 104437"/>
                <a:gd name="csX31" fmla="*/ 48594 w 111382"/>
                <a:gd name="csY31" fmla="*/ 99778 h 104437"/>
                <a:gd name="csX32" fmla="*/ 42772 w 111382"/>
                <a:gd name="csY32" fmla="*/ 99472 h 104437"/>
                <a:gd name="csX33" fmla="*/ 38636 w 111382"/>
                <a:gd name="csY33" fmla="*/ 97026 h 104437"/>
                <a:gd name="csX34" fmla="*/ 40781 w 111382"/>
                <a:gd name="csY34" fmla="*/ 87392 h 104437"/>
                <a:gd name="csX35" fmla="*/ 46143 w 111382"/>
                <a:gd name="csY35" fmla="*/ 65832 h 104437"/>
                <a:gd name="csX36" fmla="*/ 48288 w 111382"/>
                <a:gd name="csY36" fmla="*/ 61092 h 104437"/>
                <a:gd name="csX37" fmla="*/ 86284 w 111382"/>
                <a:gd name="csY37" fmla="*/ 17513 h 1044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11382" h="104437">
                  <a:moveTo>
                    <a:pt x="86284" y="17513"/>
                  </a:moveTo>
                  <a:lnTo>
                    <a:pt x="88428" y="15372"/>
                  </a:lnTo>
                  <a:cubicBezTo>
                    <a:pt x="93025" y="10785"/>
                    <a:pt x="98081" y="5586"/>
                    <a:pt x="108499" y="4821"/>
                  </a:cubicBezTo>
                  <a:cubicBezTo>
                    <a:pt x="110184" y="4668"/>
                    <a:pt x="111563" y="4668"/>
                    <a:pt x="111563" y="1916"/>
                  </a:cubicBezTo>
                  <a:cubicBezTo>
                    <a:pt x="111563" y="693"/>
                    <a:pt x="110797" y="81"/>
                    <a:pt x="109571" y="81"/>
                  </a:cubicBezTo>
                  <a:cubicBezTo>
                    <a:pt x="105588" y="81"/>
                    <a:pt x="101145" y="540"/>
                    <a:pt x="97008" y="540"/>
                  </a:cubicBezTo>
                  <a:cubicBezTo>
                    <a:pt x="91952" y="540"/>
                    <a:pt x="86590" y="81"/>
                    <a:pt x="81687" y="81"/>
                  </a:cubicBezTo>
                  <a:cubicBezTo>
                    <a:pt x="80768" y="81"/>
                    <a:pt x="78776" y="81"/>
                    <a:pt x="78776" y="2986"/>
                  </a:cubicBezTo>
                  <a:cubicBezTo>
                    <a:pt x="78776" y="4668"/>
                    <a:pt x="80308" y="4821"/>
                    <a:pt x="81074" y="4821"/>
                  </a:cubicBezTo>
                  <a:cubicBezTo>
                    <a:pt x="82147" y="4821"/>
                    <a:pt x="86590" y="5127"/>
                    <a:pt x="86590" y="8338"/>
                  </a:cubicBezTo>
                  <a:cubicBezTo>
                    <a:pt x="86590" y="10938"/>
                    <a:pt x="83066" y="14913"/>
                    <a:pt x="82453" y="15678"/>
                  </a:cubicBezTo>
                  <a:lnTo>
                    <a:pt x="46909" y="56505"/>
                  </a:lnTo>
                  <a:lnTo>
                    <a:pt x="30056" y="11091"/>
                  </a:lnTo>
                  <a:cubicBezTo>
                    <a:pt x="29137" y="8950"/>
                    <a:pt x="29137" y="8644"/>
                    <a:pt x="29137" y="8491"/>
                  </a:cubicBezTo>
                  <a:cubicBezTo>
                    <a:pt x="29137" y="4821"/>
                    <a:pt x="36644" y="4821"/>
                    <a:pt x="38176" y="4821"/>
                  </a:cubicBezTo>
                  <a:cubicBezTo>
                    <a:pt x="40321" y="4821"/>
                    <a:pt x="41853" y="4821"/>
                    <a:pt x="41853" y="1763"/>
                  </a:cubicBezTo>
                  <a:cubicBezTo>
                    <a:pt x="41853" y="81"/>
                    <a:pt x="40015" y="81"/>
                    <a:pt x="39555" y="81"/>
                  </a:cubicBezTo>
                  <a:cubicBezTo>
                    <a:pt x="35265" y="81"/>
                    <a:pt x="24541" y="540"/>
                    <a:pt x="20251" y="540"/>
                  </a:cubicBezTo>
                  <a:cubicBezTo>
                    <a:pt x="16421" y="540"/>
                    <a:pt x="6922" y="81"/>
                    <a:pt x="3092" y="81"/>
                  </a:cubicBezTo>
                  <a:cubicBezTo>
                    <a:pt x="2172" y="81"/>
                    <a:pt x="181" y="81"/>
                    <a:pt x="181" y="3139"/>
                  </a:cubicBezTo>
                  <a:cubicBezTo>
                    <a:pt x="181" y="4821"/>
                    <a:pt x="1713" y="4821"/>
                    <a:pt x="3704" y="4821"/>
                  </a:cubicBezTo>
                  <a:cubicBezTo>
                    <a:pt x="12897" y="4821"/>
                    <a:pt x="13510" y="6198"/>
                    <a:pt x="14889" y="10020"/>
                  </a:cubicBezTo>
                  <a:lnTo>
                    <a:pt x="33733" y="60327"/>
                  </a:lnTo>
                  <a:cubicBezTo>
                    <a:pt x="33886" y="60786"/>
                    <a:pt x="34346" y="62468"/>
                    <a:pt x="34346" y="62927"/>
                  </a:cubicBezTo>
                  <a:cubicBezTo>
                    <a:pt x="34346" y="63386"/>
                    <a:pt x="28218" y="88004"/>
                    <a:pt x="27452" y="90756"/>
                  </a:cubicBezTo>
                  <a:cubicBezTo>
                    <a:pt x="25460" y="99166"/>
                    <a:pt x="25307" y="99625"/>
                    <a:pt x="13050" y="99778"/>
                  </a:cubicBezTo>
                  <a:cubicBezTo>
                    <a:pt x="10139" y="99778"/>
                    <a:pt x="8913" y="99778"/>
                    <a:pt x="8913" y="102836"/>
                  </a:cubicBezTo>
                  <a:cubicBezTo>
                    <a:pt x="8913" y="104518"/>
                    <a:pt x="10752" y="104518"/>
                    <a:pt x="11058" y="104518"/>
                  </a:cubicBezTo>
                  <a:cubicBezTo>
                    <a:pt x="15348" y="104518"/>
                    <a:pt x="26073" y="104059"/>
                    <a:pt x="30363" y="104059"/>
                  </a:cubicBezTo>
                  <a:cubicBezTo>
                    <a:pt x="34652" y="104059"/>
                    <a:pt x="45683" y="104518"/>
                    <a:pt x="49973" y="104518"/>
                  </a:cubicBezTo>
                  <a:cubicBezTo>
                    <a:pt x="51046" y="104518"/>
                    <a:pt x="52884" y="104518"/>
                    <a:pt x="52884" y="101460"/>
                  </a:cubicBezTo>
                  <a:cubicBezTo>
                    <a:pt x="52884" y="99778"/>
                    <a:pt x="51505" y="99778"/>
                    <a:pt x="48594" y="99778"/>
                  </a:cubicBezTo>
                  <a:cubicBezTo>
                    <a:pt x="48288" y="99778"/>
                    <a:pt x="45377" y="99778"/>
                    <a:pt x="42772" y="99472"/>
                  </a:cubicBezTo>
                  <a:cubicBezTo>
                    <a:pt x="39555" y="99166"/>
                    <a:pt x="38636" y="98861"/>
                    <a:pt x="38636" y="97026"/>
                  </a:cubicBezTo>
                  <a:cubicBezTo>
                    <a:pt x="38636" y="95955"/>
                    <a:pt x="40015" y="90603"/>
                    <a:pt x="40781" y="87392"/>
                  </a:cubicBezTo>
                  <a:lnTo>
                    <a:pt x="46143" y="65832"/>
                  </a:lnTo>
                  <a:cubicBezTo>
                    <a:pt x="46909" y="62927"/>
                    <a:pt x="47062" y="62468"/>
                    <a:pt x="48288" y="61092"/>
                  </a:cubicBezTo>
                  <a:lnTo>
                    <a:pt x="86284" y="17513"/>
                  </a:lnTo>
                  <a:close/>
                </a:path>
              </a:pathLst>
            </a:custGeom>
            <a:solidFill>
              <a:srgbClr val="000000"/>
            </a:solidFill>
            <a:ln w="25400" cap="flat">
              <a:noFill/>
              <a:prstDash val="solid"/>
              <a:miter/>
            </a:ln>
          </p:spPr>
          <p:txBody>
            <a:bodyPr/>
            <a:lstStyle/>
            <a:p>
              <a:endParaRPr lang="en-US"/>
            </a:p>
          </p:txBody>
        </p:sp>
        <p:sp>
          <p:nvSpPr>
            <p:cNvPr id="2441" name="Freeform: Shape 2440">
              <a:extLst>
                <a:ext uri="{FF2B5EF4-FFF2-40B4-BE49-F238E27FC236}">
                  <a16:creationId xmlns:a16="http://schemas.microsoft.com/office/drawing/2014/main" id="{737784F6-2B71-E71D-6E61-D4784DFC4846}"/>
                </a:ext>
              </a:extLst>
            </p:cNvPr>
            <p:cNvSpPr/>
            <p:nvPr>
              <p:custDataLst>
                <p:tags r:id="rId6"/>
              </p:custDataLst>
            </p:nvPr>
          </p:nvSpPr>
          <p:spPr>
            <a:xfrm>
              <a:off x="4081955" y="5355694"/>
              <a:ext cx="101883" cy="35780"/>
            </a:xfrm>
            <a:custGeom>
              <a:avLst/>
              <a:gdLst>
                <a:gd name="csX0" fmla="*/ 96866 w 101883"/>
                <a:gd name="csY0" fmla="*/ 6198 h 35780"/>
                <a:gd name="csX1" fmla="*/ 102075 w 101883"/>
                <a:gd name="csY1" fmla="*/ 3139 h 35780"/>
                <a:gd name="csX2" fmla="*/ 97019 w 101883"/>
                <a:gd name="csY2" fmla="*/ 81 h 35780"/>
                <a:gd name="csX3" fmla="*/ 5247 w 101883"/>
                <a:gd name="csY3" fmla="*/ 81 h 35780"/>
                <a:gd name="csX4" fmla="*/ 191 w 101883"/>
                <a:gd name="csY4" fmla="*/ 3139 h 35780"/>
                <a:gd name="csX5" fmla="*/ 5400 w 101883"/>
                <a:gd name="csY5" fmla="*/ 6198 h 35780"/>
                <a:gd name="csX6" fmla="*/ 96866 w 101883"/>
                <a:gd name="csY6" fmla="*/ 6198 h 35780"/>
                <a:gd name="csX7" fmla="*/ 97019 w 101883"/>
                <a:gd name="csY7" fmla="*/ 35862 h 35780"/>
                <a:gd name="csX8" fmla="*/ 102075 w 101883"/>
                <a:gd name="csY8" fmla="*/ 32804 h 35780"/>
                <a:gd name="csX9" fmla="*/ 96866 w 101883"/>
                <a:gd name="csY9" fmla="*/ 29746 h 35780"/>
                <a:gd name="csX10" fmla="*/ 5400 w 101883"/>
                <a:gd name="csY10" fmla="*/ 29746 h 35780"/>
                <a:gd name="csX11" fmla="*/ 191 w 101883"/>
                <a:gd name="csY11" fmla="*/ 32804 h 35780"/>
                <a:gd name="csX12" fmla="*/ 5247 w 101883"/>
                <a:gd name="csY12" fmla="*/ 35862 h 35780"/>
                <a:gd name="csX13" fmla="*/ 97019 w 101883"/>
                <a:gd name="csY13" fmla="*/ 35862 h 35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01883" h="35780">
                  <a:moveTo>
                    <a:pt x="96866" y="6198"/>
                  </a:moveTo>
                  <a:cubicBezTo>
                    <a:pt x="99164" y="6198"/>
                    <a:pt x="102075" y="6198"/>
                    <a:pt x="102075" y="3139"/>
                  </a:cubicBezTo>
                  <a:cubicBezTo>
                    <a:pt x="102075" y="81"/>
                    <a:pt x="99164" y="81"/>
                    <a:pt x="97019" y="81"/>
                  </a:cubicBezTo>
                  <a:lnTo>
                    <a:pt x="5247" y="81"/>
                  </a:lnTo>
                  <a:cubicBezTo>
                    <a:pt x="3102" y="81"/>
                    <a:pt x="191" y="81"/>
                    <a:pt x="191" y="3139"/>
                  </a:cubicBezTo>
                  <a:cubicBezTo>
                    <a:pt x="191" y="6198"/>
                    <a:pt x="3102" y="6198"/>
                    <a:pt x="5400" y="6198"/>
                  </a:cubicBezTo>
                  <a:lnTo>
                    <a:pt x="96866" y="6198"/>
                  </a:lnTo>
                  <a:close/>
                  <a:moveTo>
                    <a:pt x="97019" y="35862"/>
                  </a:moveTo>
                  <a:cubicBezTo>
                    <a:pt x="99164" y="35862"/>
                    <a:pt x="102075" y="35862"/>
                    <a:pt x="102075" y="32804"/>
                  </a:cubicBezTo>
                  <a:cubicBezTo>
                    <a:pt x="102075" y="29746"/>
                    <a:pt x="99164" y="29746"/>
                    <a:pt x="96866" y="29746"/>
                  </a:cubicBezTo>
                  <a:lnTo>
                    <a:pt x="5400" y="29746"/>
                  </a:lnTo>
                  <a:cubicBezTo>
                    <a:pt x="3102" y="29746"/>
                    <a:pt x="191" y="29746"/>
                    <a:pt x="191" y="32804"/>
                  </a:cubicBezTo>
                  <a:cubicBezTo>
                    <a:pt x="191" y="35862"/>
                    <a:pt x="3102" y="35862"/>
                    <a:pt x="5247" y="35862"/>
                  </a:cubicBezTo>
                  <a:lnTo>
                    <a:pt x="97019" y="35862"/>
                  </a:lnTo>
                  <a:close/>
                </a:path>
              </a:pathLst>
            </a:custGeom>
            <a:solidFill>
              <a:srgbClr val="000000"/>
            </a:solidFill>
            <a:ln w="25400" cap="flat">
              <a:noFill/>
              <a:prstDash val="solid"/>
              <a:miter/>
            </a:ln>
          </p:spPr>
          <p:txBody>
            <a:bodyPr/>
            <a:lstStyle/>
            <a:p>
              <a:endParaRPr lang="en-US"/>
            </a:p>
          </p:txBody>
        </p:sp>
        <p:sp>
          <p:nvSpPr>
            <p:cNvPr id="2442" name="Freeform: Shape 2441">
              <a:extLst>
                <a:ext uri="{FF2B5EF4-FFF2-40B4-BE49-F238E27FC236}">
                  <a16:creationId xmlns:a16="http://schemas.microsoft.com/office/drawing/2014/main" id="{522043E8-9812-396A-056A-E1817304BBB9}"/>
                </a:ext>
              </a:extLst>
            </p:cNvPr>
            <p:cNvSpPr/>
            <p:nvPr>
              <p:custDataLst>
                <p:tags r:id="rId7"/>
              </p:custDataLst>
            </p:nvPr>
          </p:nvSpPr>
          <p:spPr>
            <a:xfrm>
              <a:off x="4239537" y="5344226"/>
              <a:ext cx="70628" cy="98932"/>
            </a:xfrm>
            <a:custGeom>
              <a:avLst/>
              <a:gdLst>
                <a:gd name="csX0" fmla="*/ 70218 w 70628"/>
                <a:gd name="csY0" fmla="*/ 9409 h 98932"/>
                <a:gd name="csX1" fmla="*/ 70831 w 70628"/>
                <a:gd name="csY1" fmla="*/ 5892 h 98932"/>
                <a:gd name="csX2" fmla="*/ 66388 w 70628"/>
                <a:gd name="csY2" fmla="*/ 1763 h 98932"/>
                <a:gd name="csX3" fmla="*/ 61025 w 70628"/>
                <a:gd name="csY3" fmla="*/ 4974 h 98932"/>
                <a:gd name="csX4" fmla="*/ 58881 w 70628"/>
                <a:gd name="csY4" fmla="*/ 13231 h 98932"/>
                <a:gd name="csX5" fmla="*/ 55816 w 70628"/>
                <a:gd name="csY5" fmla="*/ 25464 h 98932"/>
                <a:gd name="csX6" fmla="*/ 48922 w 70628"/>
                <a:gd name="csY6" fmla="*/ 52988 h 98932"/>
                <a:gd name="csX7" fmla="*/ 31610 w 70628"/>
                <a:gd name="csY7" fmla="*/ 65985 h 98932"/>
                <a:gd name="csX8" fmla="*/ 22111 w 70628"/>
                <a:gd name="csY8" fmla="*/ 53599 h 98932"/>
                <a:gd name="csX9" fmla="*/ 29924 w 70628"/>
                <a:gd name="csY9" fmla="*/ 23629 h 98932"/>
                <a:gd name="csX10" fmla="*/ 32988 w 70628"/>
                <a:gd name="csY10" fmla="*/ 12620 h 98932"/>
                <a:gd name="csX11" fmla="*/ 20425 w 70628"/>
                <a:gd name="csY11" fmla="*/ 81 h 98932"/>
                <a:gd name="csX12" fmla="*/ 202 w 70628"/>
                <a:gd name="csY12" fmla="*/ 23629 h 98932"/>
                <a:gd name="csX13" fmla="*/ 2040 w 70628"/>
                <a:gd name="csY13" fmla="*/ 25158 h 98932"/>
                <a:gd name="csX14" fmla="*/ 4492 w 70628"/>
                <a:gd name="csY14" fmla="*/ 22406 h 98932"/>
                <a:gd name="csX15" fmla="*/ 19966 w 70628"/>
                <a:gd name="csY15" fmla="*/ 3445 h 98932"/>
                <a:gd name="csX16" fmla="*/ 23796 w 70628"/>
                <a:gd name="csY16" fmla="*/ 8338 h 98932"/>
                <a:gd name="csX17" fmla="*/ 21191 w 70628"/>
                <a:gd name="csY17" fmla="*/ 19042 h 98932"/>
                <a:gd name="csX18" fmla="*/ 12305 w 70628"/>
                <a:gd name="csY18" fmla="*/ 51153 h 98932"/>
                <a:gd name="csX19" fmla="*/ 30997 w 70628"/>
                <a:gd name="csY19" fmla="*/ 69349 h 98932"/>
                <a:gd name="csX20" fmla="*/ 46471 w 70628"/>
                <a:gd name="csY20" fmla="*/ 62468 h 98932"/>
                <a:gd name="csX21" fmla="*/ 36512 w 70628"/>
                <a:gd name="csY21" fmla="*/ 86016 h 98932"/>
                <a:gd name="csX22" fmla="*/ 19659 w 70628"/>
                <a:gd name="csY22" fmla="*/ 95649 h 98932"/>
                <a:gd name="csX23" fmla="*/ 8015 w 70628"/>
                <a:gd name="csY23" fmla="*/ 89227 h 98932"/>
                <a:gd name="csX24" fmla="*/ 14603 w 70628"/>
                <a:gd name="csY24" fmla="*/ 87392 h 98932"/>
                <a:gd name="csX25" fmla="*/ 17668 w 70628"/>
                <a:gd name="csY25" fmla="*/ 81123 h 98932"/>
                <a:gd name="csX26" fmla="*/ 11999 w 70628"/>
                <a:gd name="csY26" fmla="*/ 75771 h 98932"/>
                <a:gd name="csX27" fmla="*/ 3419 w 70628"/>
                <a:gd name="csY27" fmla="*/ 85710 h 98932"/>
                <a:gd name="csX28" fmla="*/ 19659 w 70628"/>
                <a:gd name="csY28" fmla="*/ 99013 h 98932"/>
                <a:gd name="csX29" fmla="*/ 55510 w 70628"/>
                <a:gd name="csY29" fmla="*/ 67820 h 98932"/>
                <a:gd name="csX30" fmla="*/ 70218 w 70628"/>
                <a:gd name="csY30" fmla="*/ 9409 h 98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70628" h="98932">
                  <a:moveTo>
                    <a:pt x="70218" y="9409"/>
                  </a:moveTo>
                  <a:cubicBezTo>
                    <a:pt x="70831" y="7268"/>
                    <a:pt x="70831" y="6962"/>
                    <a:pt x="70831" y="5892"/>
                  </a:cubicBezTo>
                  <a:cubicBezTo>
                    <a:pt x="70831" y="3139"/>
                    <a:pt x="68686" y="1763"/>
                    <a:pt x="66388" y="1763"/>
                  </a:cubicBezTo>
                  <a:cubicBezTo>
                    <a:pt x="64856" y="1763"/>
                    <a:pt x="62404" y="2681"/>
                    <a:pt x="61025" y="4974"/>
                  </a:cubicBezTo>
                  <a:cubicBezTo>
                    <a:pt x="60719" y="5739"/>
                    <a:pt x="59493" y="10479"/>
                    <a:pt x="58881" y="13231"/>
                  </a:cubicBezTo>
                  <a:cubicBezTo>
                    <a:pt x="57808" y="17207"/>
                    <a:pt x="56736" y="21336"/>
                    <a:pt x="55816" y="25464"/>
                  </a:cubicBezTo>
                  <a:lnTo>
                    <a:pt x="48922" y="52988"/>
                  </a:lnTo>
                  <a:cubicBezTo>
                    <a:pt x="48309" y="55281"/>
                    <a:pt x="41721" y="65985"/>
                    <a:pt x="31610" y="65985"/>
                  </a:cubicBezTo>
                  <a:cubicBezTo>
                    <a:pt x="23796" y="65985"/>
                    <a:pt x="22111" y="59257"/>
                    <a:pt x="22111" y="53599"/>
                  </a:cubicBezTo>
                  <a:cubicBezTo>
                    <a:pt x="22111" y="46566"/>
                    <a:pt x="24715" y="37085"/>
                    <a:pt x="29924" y="23629"/>
                  </a:cubicBezTo>
                  <a:cubicBezTo>
                    <a:pt x="32376" y="17360"/>
                    <a:pt x="32988" y="15678"/>
                    <a:pt x="32988" y="12620"/>
                  </a:cubicBezTo>
                  <a:cubicBezTo>
                    <a:pt x="32988" y="5739"/>
                    <a:pt x="28086" y="81"/>
                    <a:pt x="20425" y="81"/>
                  </a:cubicBezTo>
                  <a:cubicBezTo>
                    <a:pt x="5871" y="81"/>
                    <a:pt x="202" y="22253"/>
                    <a:pt x="202" y="23629"/>
                  </a:cubicBezTo>
                  <a:cubicBezTo>
                    <a:pt x="202" y="25158"/>
                    <a:pt x="1734" y="25158"/>
                    <a:pt x="2040" y="25158"/>
                  </a:cubicBezTo>
                  <a:cubicBezTo>
                    <a:pt x="3572" y="25158"/>
                    <a:pt x="3726" y="24853"/>
                    <a:pt x="4492" y="22406"/>
                  </a:cubicBezTo>
                  <a:cubicBezTo>
                    <a:pt x="8628" y="8032"/>
                    <a:pt x="14757" y="3445"/>
                    <a:pt x="19966" y="3445"/>
                  </a:cubicBezTo>
                  <a:cubicBezTo>
                    <a:pt x="21191" y="3445"/>
                    <a:pt x="23796" y="3445"/>
                    <a:pt x="23796" y="8338"/>
                  </a:cubicBezTo>
                  <a:cubicBezTo>
                    <a:pt x="23796" y="12161"/>
                    <a:pt x="22264" y="16137"/>
                    <a:pt x="21191" y="19042"/>
                  </a:cubicBezTo>
                  <a:cubicBezTo>
                    <a:pt x="15063" y="35250"/>
                    <a:pt x="12305" y="43966"/>
                    <a:pt x="12305" y="51153"/>
                  </a:cubicBezTo>
                  <a:cubicBezTo>
                    <a:pt x="12305" y="64762"/>
                    <a:pt x="21957" y="69349"/>
                    <a:pt x="30997" y="69349"/>
                  </a:cubicBezTo>
                  <a:cubicBezTo>
                    <a:pt x="36972" y="69349"/>
                    <a:pt x="42181" y="66750"/>
                    <a:pt x="46471" y="62468"/>
                  </a:cubicBezTo>
                  <a:cubicBezTo>
                    <a:pt x="44479" y="70419"/>
                    <a:pt x="42641" y="77912"/>
                    <a:pt x="36512" y="86016"/>
                  </a:cubicBezTo>
                  <a:cubicBezTo>
                    <a:pt x="32529" y="91215"/>
                    <a:pt x="26707" y="95649"/>
                    <a:pt x="19659" y="95649"/>
                  </a:cubicBezTo>
                  <a:cubicBezTo>
                    <a:pt x="17514" y="95649"/>
                    <a:pt x="10620" y="95191"/>
                    <a:pt x="8015" y="89227"/>
                  </a:cubicBezTo>
                  <a:cubicBezTo>
                    <a:pt x="10467" y="89227"/>
                    <a:pt x="12459" y="89227"/>
                    <a:pt x="14603" y="87392"/>
                  </a:cubicBezTo>
                  <a:cubicBezTo>
                    <a:pt x="16136" y="86016"/>
                    <a:pt x="17668" y="84028"/>
                    <a:pt x="17668" y="81123"/>
                  </a:cubicBezTo>
                  <a:cubicBezTo>
                    <a:pt x="17668" y="76383"/>
                    <a:pt x="13531" y="75771"/>
                    <a:pt x="11999" y="75771"/>
                  </a:cubicBezTo>
                  <a:cubicBezTo>
                    <a:pt x="8475" y="75771"/>
                    <a:pt x="3419" y="78218"/>
                    <a:pt x="3419" y="85710"/>
                  </a:cubicBezTo>
                  <a:cubicBezTo>
                    <a:pt x="3419" y="93356"/>
                    <a:pt x="10160" y="99013"/>
                    <a:pt x="19659" y="99013"/>
                  </a:cubicBezTo>
                  <a:cubicBezTo>
                    <a:pt x="35440" y="99013"/>
                    <a:pt x="51220" y="85099"/>
                    <a:pt x="55510" y="67820"/>
                  </a:cubicBezTo>
                  <a:lnTo>
                    <a:pt x="70218" y="9409"/>
                  </a:lnTo>
                  <a:close/>
                </a:path>
              </a:pathLst>
            </a:custGeom>
            <a:solidFill>
              <a:srgbClr val="000000"/>
            </a:solidFill>
            <a:ln w="25400" cap="flat">
              <a:noFill/>
              <a:prstDash val="solid"/>
              <a:miter/>
            </a:ln>
          </p:spPr>
          <p:txBody>
            <a:bodyPr/>
            <a:lstStyle/>
            <a:p>
              <a:endParaRPr lang="en-US"/>
            </a:p>
          </p:txBody>
        </p:sp>
        <p:sp>
          <p:nvSpPr>
            <p:cNvPr id="2443" name="Freeform: Shape 2442">
              <a:extLst>
                <a:ext uri="{FF2B5EF4-FFF2-40B4-BE49-F238E27FC236}">
                  <a16:creationId xmlns:a16="http://schemas.microsoft.com/office/drawing/2014/main" id="{2D547A2E-E1E3-0AFF-EE58-BB1363B3E6EE}"/>
                </a:ext>
              </a:extLst>
            </p:cNvPr>
            <p:cNvSpPr/>
            <p:nvPr>
              <p:custDataLst>
                <p:tags r:id="rId8"/>
              </p:custDataLst>
            </p:nvPr>
          </p:nvSpPr>
          <p:spPr>
            <a:xfrm>
              <a:off x="4324439" y="5297130"/>
              <a:ext cx="35544" cy="152909"/>
            </a:xfrm>
            <a:custGeom>
              <a:avLst/>
              <a:gdLst>
                <a:gd name="csX0" fmla="*/ 35751 w 35544"/>
                <a:gd name="csY0" fmla="*/ 76536 h 152909"/>
                <a:gd name="csX1" fmla="*/ 25640 w 35544"/>
                <a:gd name="csY1" fmla="*/ 28828 h 152909"/>
                <a:gd name="csX2" fmla="*/ 1739 w 35544"/>
                <a:gd name="csY2" fmla="*/ 81 h 152909"/>
                <a:gd name="csX3" fmla="*/ 207 w 35544"/>
                <a:gd name="csY3" fmla="*/ 1610 h 152909"/>
                <a:gd name="csX4" fmla="*/ 3118 w 35544"/>
                <a:gd name="csY4" fmla="*/ 5127 h 152909"/>
                <a:gd name="csX5" fmla="*/ 26865 w 35544"/>
                <a:gd name="csY5" fmla="*/ 76536 h 152909"/>
                <a:gd name="csX6" fmla="*/ 2199 w 35544"/>
                <a:gd name="csY6" fmla="*/ 148862 h 152909"/>
                <a:gd name="csX7" fmla="*/ 207 w 35544"/>
                <a:gd name="csY7" fmla="*/ 151461 h 152909"/>
                <a:gd name="csX8" fmla="*/ 1739 w 35544"/>
                <a:gd name="csY8" fmla="*/ 152990 h 152909"/>
                <a:gd name="csX9" fmla="*/ 26099 w 35544"/>
                <a:gd name="csY9" fmla="*/ 123173 h 152909"/>
                <a:gd name="csX10" fmla="*/ 35751 w 35544"/>
                <a:gd name="csY10" fmla="*/ 76536 h 152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544" h="152909">
                  <a:moveTo>
                    <a:pt x="35751" y="76536"/>
                  </a:moveTo>
                  <a:cubicBezTo>
                    <a:pt x="35751" y="64609"/>
                    <a:pt x="34066" y="46107"/>
                    <a:pt x="25640" y="28828"/>
                  </a:cubicBezTo>
                  <a:cubicBezTo>
                    <a:pt x="16447" y="10020"/>
                    <a:pt x="3271" y="81"/>
                    <a:pt x="1739" y="81"/>
                  </a:cubicBezTo>
                  <a:cubicBezTo>
                    <a:pt x="820" y="81"/>
                    <a:pt x="207" y="693"/>
                    <a:pt x="207" y="1610"/>
                  </a:cubicBezTo>
                  <a:cubicBezTo>
                    <a:pt x="207" y="2069"/>
                    <a:pt x="207" y="2375"/>
                    <a:pt x="3118" y="5127"/>
                  </a:cubicBezTo>
                  <a:cubicBezTo>
                    <a:pt x="18132" y="20265"/>
                    <a:pt x="26865" y="44578"/>
                    <a:pt x="26865" y="76536"/>
                  </a:cubicBezTo>
                  <a:cubicBezTo>
                    <a:pt x="26865" y="102683"/>
                    <a:pt x="21197" y="129595"/>
                    <a:pt x="2199" y="148862"/>
                  </a:cubicBezTo>
                  <a:cubicBezTo>
                    <a:pt x="207" y="150697"/>
                    <a:pt x="207" y="151003"/>
                    <a:pt x="207" y="151461"/>
                  </a:cubicBezTo>
                  <a:cubicBezTo>
                    <a:pt x="207" y="152379"/>
                    <a:pt x="820" y="152990"/>
                    <a:pt x="1739" y="152990"/>
                  </a:cubicBezTo>
                  <a:cubicBezTo>
                    <a:pt x="3271" y="152990"/>
                    <a:pt x="17060" y="142593"/>
                    <a:pt x="26099" y="123173"/>
                  </a:cubicBezTo>
                  <a:cubicBezTo>
                    <a:pt x="33913" y="106353"/>
                    <a:pt x="35751" y="89380"/>
                    <a:pt x="35751" y="76536"/>
                  </a:cubicBezTo>
                  <a:close/>
                </a:path>
              </a:pathLst>
            </a:custGeom>
            <a:solidFill>
              <a:srgbClr val="000000"/>
            </a:solidFill>
            <a:ln w="25400" cap="flat">
              <a:noFill/>
              <a:prstDash val="solid"/>
              <a:miter/>
            </a:ln>
          </p:spPr>
          <p:txBody>
            <a:bodyPr/>
            <a:lstStyle/>
            <a:p>
              <a:endParaRPr lang="en-US"/>
            </a:p>
          </p:txBody>
        </p:sp>
        <p:sp>
          <p:nvSpPr>
            <p:cNvPr id="2444" name="Freeform: Shape 2443">
              <a:extLst>
                <a:ext uri="{FF2B5EF4-FFF2-40B4-BE49-F238E27FC236}">
                  <a16:creationId xmlns:a16="http://schemas.microsoft.com/office/drawing/2014/main" id="{DB3CBCA1-A591-467E-FA87-EDFB026C4887}"/>
                </a:ext>
              </a:extLst>
            </p:cNvPr>
            <p:cNvSpPr/>
            <p:nvPr>
              <p:custDataLst>
                <p:tags r:id="rId9"/>
              </p:custDataLst>
            </p:nvPr>
          </p:nvSpPr>
          <p:spPr>
            <a:xfrm>
              <a:off x="4426424" y="5355694"/>
              <a:ext cx="101883" cy="35780"/>
            </a:xfrm>
            <a:custGeom>
              <a:avLst/>
              <a:gdLst>
                <a:gd name="csX0" fmla="*/ 96888 w 101883"/>
                <a:gd name="csY0" fmla="*/ 6198 h 35780"/>
                <a:gd name="csX1" fmla="*/ 102097 w 101883"/>
                <a:gd name="csY1" fmla="*/ 3139 h 35780"/>
                <a:gd name="csX2" fmla="*/ 97041 w 101883"/>
                <a:gd name="csY2" fmla="*/ 81 h 35780"/>
                <a:gd name="csX3" fmla="*/ 5270 w 101883"/>
                <a:gd name="csY3" fmla="*/ 81 h 35780"/>
                <a:gd name="csX4" fmla="*/ 214 w 101883"/>
                <a:gd name="csY4" fmla="*/ 3139 h 35780"/>
                <a:gd name="csX5" fmla="*/ 5423 w 101883"/>
                <a:gd name="csY5" fmla="*/ 6198 h 35780"/>
                <a:gd name="csX6" fmla="*/ 96888 w 101883"/>
                <a:gd name="csY6" fmla="*/ 6198 h 35780"/>
                <a:gd name="csX7" fmla="*/ 97041 w 101883"/>
                <a:gd name="csY7" fmla="*/ 35862 h 35780"/>
                <a:gd name="csX8" fmla="*/ 102097 w 101883"/>
                <a:gd name="csY8" fmla="*/ 32804 h 35780"/>
                <a:gd name="csX9" fmla="*/ 96888 w 101883"/>
                <a:gd name="csY9" fmla="*/ 29746 h 35780"/>
                <a:gd name="csX10" fmla="*/ 5423 w 101883"/>
                <a:gd name="csY10" fmla="*/ 29746 h 35780"/>
                <a:gd name="csX11" fmla="*/ 214 w 101883"/>
                <a:gd name="csY11" fmla="*/ 32804 h 35780"/>
                <a:gd name="csX12" fmla="*/ 5270 w 101883"/>
                <a:gd name="csY12" fmla="*/ 35862 h 35780"/>
                <a:gd name="csX13" fmla="*/ 97041 w 101883"/>
                <a:gd name="csY13" fmla="*/ 35862 h 35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01883" h="35780">
                  <a:moveTo>
                    <a:pt x="96888" y="6198"/>
                  </a:moveTo>
                  <a:cubicBezTo>
                    <a:pt x="99186" y="6198"/>
                    <a:pt x="102097" y="6198"/>
                    <a:pt x="102097" y="3139"/>
                  </a:cubicBezTo>
                  <a:cubicBezTo>
                    <a:pt x="102097" y="81"/>
                    <a:pt x="99186" y="81"/>
                    <a:pt x="97041" y="81"/>
                  </a:cubicBezTo>
                  <a:lnTo>
                    <a:pt x="5270" y="81"/>
                  </a:lnTo>
                  <a:cubicBezTo>
                    <a:pt x="3125" y="81"/>
                    <a:pt x="214" y="81"/>
                    <a:pt x="214" y="3139"/>
                  </a:cubicBezTo>
                  <a:cubicBezTo>
                    <a:pt x="214" y="6198"/>
                    <a:pt x="3125" y="6198"/>
                    <a:pt x="5423" y="6198"/>
                  </a:cubicBezTo>
                  <a:lnTo>
                    <a:pt x="96888" y="6198"/>
                  </a:lnTo>
                  <a:close/>
                  <a:moveTo>
                    <a:pt x="97041" y="35862"/>
                  </a:moveTo>
                  <a:cubicBezTo>
                    <a:pt x="99186" y="35862"/>
                    <a:pt x="102097" y="35862"/>
                    <a:pt x="102097" y="32804"/>
                  </a:cubicBezTo>
                  <a:cubicBezTo>
                    <a:pt x="102097" y="29746"/>
                    <a:pt x="99186" y="29746"/>
                    <a:pt x="96888" y="29746"/>
                  </a:cubicBezTo>
                  <a:lnTo>
                    <a:pt x="5423" y="29746"/>
                  </a:lnTo>
                  <a:cubicBezTo>
                    <a:pt x="3125" y="29746"/>
                    <a:pt x="214" y="29746"/>
                    <a:pt x="214" y="32804"/>
                  </a:cubicBezTo>
                  <a:cubicBezTo>
                    <a:pt x="214" y="35862"/>
                    <a:pt x="3125" y="35862"/>
                    <a:pt x="5270" y="35862"/>
                  </a:cubicBezTo>
                  <a:lnTo>
                    <a:pt x="97041" y="35862"/>
                  </a:lnTo>
                  <a:close/>
                </a:path>
              </a:pathLst>
            </a:custGeom>
            <a:solidFill>
              <a:srgbClr val="000000"/>
            </a:solidFill>
            <a:ln w="25400" cap="flat">
              <a:noFill/>
              <a:prstDash val="solid"/>
              <a:miter/>
            </a:ln>
          </p:spPr>
          <p:txBody>
            <a:bodyPr/>
            <a:lstStyle/>
            <a:p>
              <a:endParaRPr lang="en-US"/>
            </a:p>
          </p:txBody>
        </p:sp>
        <p:sp>
          <p:nvSpPr>
            <p:cNvPr id="2445" name="Freeform: Shape 2444">
              <a:extLst>
                <a:ext uri="{FF2B5EF4-FFF2-40B4-BE49-F238E27FC236}">
                  <a16:creationId xmlns:a16="http://schemas.microsoft.com/office/drawing/2014/main" id="{9E31B90F-9C71-22E7-78F7-DDED3EADFC20}"/>
                </a:ext>
              </a:extLst>
            </p:cNvPr>
            <p:cNvSpPr/>
            <p:nvPr>
              <p:custDataLst>
                <p:tags r:id="rId10"/>
              </p:custDataLst>
            </p:nvPr>
          </p:nvSpPr>
          <p:spPr>
            <a:xfrm>
              <a:off x="4601625" y="5144218"/>
              <a:ext cx="79208" cy="458574"/>
            </a:xfrm>
            <a:custGeom>
              <a:avLst/>
              <a:gdLst>
                <a:gd name="csX0" fmla="*/ 47259 w 79208"/>
                <a:gd name="csY0" fmla="*/ 285546 h 458574"/>
                <a:gd name="csX1" fmla="*/ 8957 w 79208"/>
                <a:gd name="csY1" fmla="*/ 229428 h 458574"/>
                <a:gd name="csX2" fmla="*/ 47106 w 79208"/>
                <a:gd name="csY2" fmla="*/ 174075 h 458574"/>
                <a:gd name="csX3" fmla="*/ 47259 w 79208"/>
                <a:gd name="csY3" fmla="*/ 173157 h 458574"/>
                <a:gd name="csX4" fmla="*/ 47259 w 79208"/>
                <a:gd name="csY4" fmla="*/ 67191 h 458574"/>
                <a:gd name="csX5" fmla="*/ 48485 w 79208"/>
                <a:gd name="csY5" fmla="*/ 46090 h 458574"/>
                <a:gd name="csX6" fmla="*/ 78054 w 79208"/>
                <a:gd name="csY6" fmla="*/ 7251 h 458574"/>
                <a:gd name="csX7" fmla="*/ 79433 w 79208"/>
                <a:gd name="csY7" fmla="*/ 3581 h 458574"/>
                <a:gd name="csX8" fmla="*/ 75909 w 79208"/>
                <a:gd name="csY8" fmla="*/ 64 h 458574"/>
                <a:gd name="csX9" fmla="*/ 68708 w 79208"/>
                <a:gd name="csY9" fmla="*/ 2511 h 458574"/>
                <a:gd name="csX10" fmla="*/ 32398 w 79208"/>
                <a:gd name="csY10" fmla="*/ 55723 h 458574"/>
                <a:gd name="csX11" fmla="*/ 32398 w 79208"/>
                <a:gd name="csY11" fmla="*/ 164442 h 458574"/>
                <a:gd name="csX12" fmla="*/ 24431 w 79208"/>
                <a:gd name="csY12" fmla="*/ 201904 h 458574"/>
                <a:gd name="csX13" fmla="*/ 2522 w 79208"/>
                <a:gd name="csY13" fmla="*/ 225147 h 458574"/>
                <a:gd name="csX14" fmla="*/ 224 w 79208"/>
                <a:gd name="csY14" fmla="*/ 229275 h 458574"/>
                <a:gd name="csX15" fmla="*/ 1603 w 79208"/>
                <a:gd name="csY15" fmla="*/ 232945 h 458574"/>
                <a:gd name="csX16" fmla="*/ 31938 w 79208"/>
                <a:gd name="csY16" fmla="*/ 280041 h 458574"/>
                <a:gd name="csX17" fmla="*/ 32398 w 79208"/>
                <a:gd name="csY17" fmla="*/ 285546 h 458574"/>
                <a:gd name="csX18" fmla="*/ 32398 w 79208"/>
                <a:gd name="csY18" fmla="*/ 402980 h 458574"/>
                <a:gd name="csX19" fmla="*/ 69628 w 79208"/>
                <a:gd name="csY19" fmla="*/ 456651 h 458574"/>
                <a:gd name="csX20" fmla="*/ 75909 w 79208"/>
                <a:gd name="csY20" fmla="*/ 458639 h 458574"/>
                <a:gd name="csX21" fmla="*/ 79433 w 79208"/>
                <a:gd name="csY21" fmla="*/ 455122 h 458574"/>
                <a:gd name="csX22" fmla="*/ 78667 w 79208"/>
                <a:gd name="csY22" fmla="*/ 451911 h 458574"/>
                <a:gd name="csX23" fmla="*/ 47872 w 79208"/>
                <a:gd name="csY23" fmla="*/ 409096 h 458574"/>
                <a:gd name="csX24" fmla="*/ 47259 w 79208"/>
                <a:gd name="csY24" fmla="*/ 402827 h 458574"/>
                <a:gd name="csX25" fmla="*/ 47259 w 79208"/>
                <a:gd name="csY25" fmla="*/ 285546 h 4585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9208" h="458574">
                  <a:moveTo>
                    <a:pt x="47259" y="285546"/>
                  </a:moveTo>
                  <a:cubicBezTo>
                    <a:pt x="47259" y="268726"/>
                    <a:pt x="35615" y="242884"/>
                    <a:pt x="8957" y="229428"/>
                  </a:cubicBezTo>
                  <a:cubicBezTo>
                    <a:pt x="25504" y="220559"/>
                    <a:pt x="45267" y="202669"/>
                    <a:pt x="47106" y="174075"/>
                  </a:cubicBezTo>
                  <a:lnTo>
                    <a:pt x="47259" y="173157"/>
                  </a:lnTo>
                  <a:lnTo>
                    <a:pt x="47259" y="67191"/>
                  </a:lnTo>
                  <a:cubicBezTo>
                    <a:pt x="47259" y="54653"/>
                    <a:pt x="47259" y="51900"/>
                    <a:pt x="48485" y="46090"/>
                  </a:cubicBezTo>
                  <a:cubicBezTo>
                    <a:pt x="51243" y="33857"/>
                    <a:pt x="58597" y="18719"/>
                    <a:pt x="78054" y="7251"/>
                  </a:cubicBezTo>
                  <a:cubicBezTo>
                    <a:pt x="79280" y="6486"/>
                    <a:pt x="79433" y="6333"/>
                    <a:pt x="79433" y="3581"/>
                  </a:cubicBezTo>
                  <a:cubicBezTo>
                    <a:pt x="79433" y="217"/>
                    <a:pt x="79280" y="64"/>
                    <a:pt x="75909" y="64"/>
                  </a:cubicBezTo>
                  <a:cubicBezTo>
                    <a:pt x="73151" y="64"/>
                    <a:pt x="72845" y="64"/>
                    <a:pt x="68708" y="2511"/>
                  </a:cubicBezTo>
                  <a:cubicBezTo>
                    <a:pt x="34390" y="21930"/>
                    <a:pt x="32398" y="50371"/>
                    <a:pt x="32398" y="55723"/>
                  </a:cubicBezTo>
                  <a:lnTo>
                    <a:pt x="32398" y="164442"/>
                  </a:lnTo>
                  <a:cubicBezTo>
                    <a:pt x="32398" y="175451"/>
                    <a:pt x="32398" y="187837"/>
                    <a:pt x="24431" y="201904"/>
                  </a:cubicBezTo>
                  <a:cubicBezTo>
                    <a:pt x="17384" y="214443"/>
                    <a:pt x="9110" y="220712"/>
                    <a:pt x="2522" y="225147"/>
                  </a:cubicBezTo>
                  <a:cubicBezTo>
                    <a:pt x="378" y="226523"/>
                    <a:pt x="224" y="226676"/>
                    <a:pt x="224" y="229275"/>
                  </a:cubicBezTo>
                  <a:cubicBezTo>
                    <a:pt x="224" y="232028"/>
                    <a:pt x="378" y="232180"/>
                    <a:pt x="1603" y="232945"/>
                  </a:cubicBezTo>
                  <a:cubicBezTo>
                    <a:pt x="14626" y="241508"/>
                    <a:pt x="28568" y="255117"/>
                    <a:pt x="31938" y="280041"/>
                  </a:cubicBezTo>
                  <a:cubicBezTo>
                    <a:pt x="32398" y="283405"/>
                    <a:pt x="32398" y="283711"/>
                    <a:pt x="32398" y="285546"/>
                  </a:cubicBezTo>
                  <a:lnTo>
                    <a:pt x="32398" y="402980"/>
                  </a:lnTo>
                  <a:cubicBezTo>
                    <a:pt x="32398" y="415366"/>
                    <a:pt x="40058" y="441054"/>
                    <a:pt x="69628" y="456651"/>
                  </a:cubicBezTo>
                  <a:cubicBezTo>
                    <a:pt x="73151" y="458639"/>
                    <a:pt x="73458" y="458639"/>
                    <a:pt x="75909" y="458639"/>
                  </a:cubicBezTo>
                  <a:cubicBezTo>
                    <a:pt x="79280" y="458639"/>
                    <a:pt x="79433" y="458486"/>
                    <a:pt x="79433" y="455122"/>
                  </a:cubicBezTo>
                  <a:cubicBezTo>
                    <a:pt x="79433" y="452370"/>
                    <a:pt x="79280" y="452217"/>
                    <a:pt x="78667" y="451911"/>
                  </a:cubicBezTo>
                  <a:cubicBezTo>
                    <a:pt x="72079" y="447782"/>
                    <a:pt x="52009" y="435703"/>
                    <a:pt x="47872" y="409096"/>
                  </a:cubicBezTo>
                  <a:cubicBezTo>
                    <a:pt x="47259" y="405121"/>
                    <a:pt x="47259" y="404815"/>
                    <a:pt x="47259" y="402827"/>
                  </a:cubicBezTo>
                  <a:lnTo>
                    <a:pt x="47259" y="285546"/>
                  </a:lnTo>
                  <a:close/>
                </a:path>
              </a:pathLst>
            </a:custGeom>
            <a:solidFill>
              <a:srgbClr val="000000"/>
            </a:solidFill>
            <a:ln w="25400" cap="flat">
              <a:noFill/>
              <a:prstDash val="solid"/>
              <a:miter/>
            </a:ln>
          </p:spPr>
          <p:txBody>
            <a:bodyPr/>
            <a:lstStyle/>
            <a:p>
              <a:endParaRPr lang="en-US"/>
            </a:p>
          </p:txBody>
        </p:sp>
        <p:sp>
          <p:nvSpPr>
            <p:cNvPr id="2446" name="Freeform: Shape 2445">
              <a:extLst>
                <a:ext uri="{FF2B5EF4-FFF2-40B4-BE49-F238E27FC236}">
                  <a16:creationId xmlns:a16="http://schemas.microsoft.com/office/drawing/2014/main" id="{314325BB-5EA5-1882-6959-3D86C92DCB51}"/>
                </a:ext>
              </a:extLst>
            </p:cNvPr>
            <p:cNvSpPr/>
            <p:nvPr>
              <p:custDataLst>
                <p:tags r:id="rId11"/>
              </p:custDataLst>
            </p:nvPr>
          </p:nvSpPr>
          <p:spPr>
            <a:xfrm>
              <a:off x="4698078" y="5239942"/>
              <a:ext cx="79974" cy="97250"/>
            </a:xfrm>
            <a:custGeom>
              <a:avLst/>
              <a:gdLst>
                <a:gd name="csX0" fmla="*/ 12029 w 79974"/>
                <a:gd name="csY0" fmla="*/ 86315 h 97250"/>
                <a:gd name="csX1" fmla="*/ 3756 w 79974"/>
                <a:gd name="csY1" fmla="*/ 92585 h 97250"/>
                <a:gd name="csX2" fmla="*/ 232 w 79974"/>
                <a:gd name="csY2" fmla="*/ 95490 h 97250"/>
                <a:gd name="csX3" fmla="*/ 2224 w 79974"/>
                <a:gd name="csY3" fmla="*/ 97325 h 97250"/>
                <a:gd name="csX4" fmla="*/ 15093 w 79974"/>
                <a:gd name="csY4" fmla="*/ 96866 h 97250"/>
                <a:gd name="csX5" fmla="*/ 30261 w 79974"/>
                <a:gd name="csY5" fmla="*/ 97325 h 97250"/>
                <a:gd name="csX6" fmla="*/ 33019 w 79974"/>
                <a:gd name="csY6" fmla="*/ 94267 h 97250"/>
                <a:gd name="csX7" fmla="*/ 29342 w 79974"/>
                <a:gd name="csY7" fmla="*/ 92585 h 97250"/>
                <a:gd name="csX8" fmla="*/ 21681 w 79974"/>
                <a:gd name="csY8" fmla="*/ 90138 h 97250"/>
                <a:gd name="csX9" fmla="*/ 29189 w 79974"/>
                <a:gd name="csY9" fmla="*/ 59556 h 97250"/>
                <a:gd name="csX10" fmla="*/ 43284 w 79974"/>
                <a:gd name="csY10" fmla="*/ 69342 h 97250"/>
                <a:gd name="csX11" fmla="*/ 80207 w 79974"/>
                <a:gd name="csY11" fmla="*/ 24540 h 97250"/>
                <a:gd name="csX12" fmla="*/ 59830 w 79974"/>
                <a:gd name="csY12" fmla="*/ 74 h 97250"/>
                <a:gd name="csX13" fmla="*/ 39760 w 79974"/>
                <a:gd name="csY13" fmla="*/ 11543 h 97250"/>
                <a:gd name="csX14" fmla="*/ 25971 w 79974"/>
                <a:gd name="csY14" fmla="*/ 74 h 97250"/>
                <a:gd name="csX15" fmla="*/ 14634 w 79974"/>
                <a:gd name="csY15" fmla="*/ 8790 h 97250"/>
                <a:gd name="csX16" fmla="*/ 9884 w 79974"/>
                <a:gd name="csY16" fmla="*/ 23622 h 97250"/>
                <a:gd name="csX17" fmla="*/ 11723 w 79974"/>
                <a:gd name="csY17" fmla="*/ 25152 h 97250"/>
                <a:gd name="csX18" fmla="*/ 14327 w 79974"/>
                <a:gd name="csY18" fmla="*/ 21635 h 97250"/>
                <a:gd name="csX19" fmla="*/ 25512 w 79974"/>
                <a:gd name="csY19" fmla="*/ 3438 h 97250"/>
                <a:gd name="csX20" fmla="*/ 30261 w 79974"/>
                <a:gd name="csY20" fmla="*/ 10472 h 97250"/>
                <a:gd name="csX21" fmla="*/ 29189 w 79974"/>
                <a:gd name="csY21" fmla="*/ 18271 h 97250"/>
                <a:gd name="csX22" fmla="*/ 12029 w 79974"/>
                <a:gd name="csY22" fmla="*/ 86315 h 97250"/>
                <a:gd name="csX23" fmla="*/ 38994 w 79974"/>
                <a:gd name="csY23" fmla="*/ 19953 h 97250"/>
                <a:gd name="csX24" fmla="*/ 46961 w 79974"/>
                <a:gd name="csY24" fmla="*/ 9249 h 97250"/>
                <a:gd name="csX25" fmla="*/ 59371 w 79974"/>
                <a:gd name="csY25" fmla="*/ 3438 h 97250"/>
                <a:gd name="csX26" fmla="*/ 69176 w 79974"/>
                <a:gd name="csY26" fmla="*/ 17812 h 97250"/>
                <a:gd name="csX27" fmla="*/ 61362 w 79974"/>
                <a:gd name="csY27" fmla="*/ 50229 h 97250"/>
                <a:gd name="csX28" fmla="*/ 43131 w 79974"/>
                <a:gd name="csY28" fmla="*/ 65978 h 97250"/>
                <a:gd name="csX29" fmla="*/ 31027 w 79974"/>
                <a:gd name="csY29" fmla="*/ 52369 h 97250"/>
                <a:gd name="csX30" fmla="*/ 31487 w 79974"/>
                <a:gd name="csY30" fmla="*/ 49923 h 97250"/>
                <a:gd name="csX31" fmla="*/ 38994 w 79974"/>
                <a:gd name="csY31" fmla="*/ 19953 h 9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79974" h="97250">
                  <a:moveTo>
                    <a:pt x="12029" y="86315"/>
                  </a:moveTo>
                  <a:cubicBezTo>
                    <a:pt x="10804" y="91514"/>
                    <a:pt x="10497" y="92585"/>
                    <a:pt x="3756" y="92585"/>
                  </a:cubicBezTo>
                  <a:cubicBezTo>
                    <a:pt x="1918" y="92585"/>
                    <a:pt x="232" y="92585"/>
                    <a:pt x="232" y="95490"/>
                  </a:cubicBezTo>
                  <a:cubicBezTo>
                    <a:pt x="232" y="96713"/>
                    <a:pt x="998" y="97325"/>
                    <a:pt x="2224" y="97325"/>
                  </a:cubicBezTo>
                  <a:cubicBezTo>
                    <a:pt x="6361" y="97325"/>
                    <a:pt x="10804" y="96866"/>
                    <a:pt x="15093" y="96866"/>
                  </a:cubicBezTo>
                  <a:cubicBezTo>
                    <a:pt x="20149" y="96866"/>
                    <a:pt x="25358" y="97325"/>
                    <a:pt x="30261" y="97325"/>
                  </a:cubicBezTo>
                  <a:cubicBezTo>
                    <a:pt x="31027" y="97325"/>
                    <a:pt x="33019" y="97325"/>
                    <a:pt x="33019" y="94267"/>
                  </a:cubicBezTo>
                  <a:cubicBezTo>
                    <a:pt x="33019" y="92585"/>
                    <a:pt x="31487" y="92585"/>
                    <a:pt x="29342" y="92585"/>
                  </a:cubicBezTo>
                  <a:cubicBezTo>
                    <a:pt x="21681" y="92585"/>
                    <a:pt x="21681" y="91514"/>
                    <a:pt x="21681" y="90138"/>
                  </a:cubicBezTo>
                  <a:cubicBezTo>
                    <a:pt x="21681" y="88303"/>
                    <a:pt x="28116" y="63379"/>
                    <a:pt x="29189" y="59556"/>
                  </a:cubicBezTo>
                  <a:cubicBezTo>
                    <a:pt x="31180" y="63990"/>
                    <a:pt x="35470" y="69342"/>
                    <a:pt x="43284" y="69342"/>
                  </a:cubicBezTo>
                  <a:cubicBezTo>
                    <a:pt x="61056" y="69342"/>
                    <a:pt x="80207" y="47018"/>
                    <a:pt x="80207" y="24540"/>
                  </a:cubicBezTo>
                  <a:cubicBezTo>
                    <a:pt x="80207" y="10166"/>
                    <a:pt x="71474" y="74"/>
                    <a:pt x="59830" y="74"/>
                  </a:cubicBezTo>
                  <a:cubicBezTo>
                    <a:pt x="52170" y="74"/>
                    <a:pt x="44816" y="5579"/>
                    <a:pt x="39760" y="11543"/>
                  </a:cubicBezTo>
                  <a:cubicBezTo>
                    <a:pt x="38228" y="3286"/>
                    <a:pt x="31640" y="74"/>
                    <a:pt x="25971" y="74"/>
                  </a:cubicBezTo>
                  <a:cubicBezTo>
                    <a:pt x="18924" y="74"/>
                    <a:pt x="16013" y="6038"/>
                    <a:pt x="14634" y="8790"/>
                  </a:cubicBezTo>
                  <a:cubicBezTo>
                    <a:pt x="11876" y="13989"/>
                    <a:pt x="9884" y="23164"/>
                    <a:pt x="9884" y="23622"/>
                  </a:cubicBezTo>
                  <a:cubicBezTo>
                    <a:pt x="9884" y="25152"/>
                    <a:pt x="11416" y="25152"/>
                    <a:pt x="11723" y="25152"/>
                  </a:cubicBezTo>
                  <a:cubicBezTo>
                    <a:pt x="13255" y="25152"/>
                    <a:pt x="13408" y="24999"/>
                    <a:pt x="14327" y="21635"/>
                  </a:cubicBezTo>
                  <a:cubicBezTo>
                    <a:pt x="16932" y="10778"/>
                    <a:pt x="19996" y="3438"/>
                    <a:pt x="25512" y="3438"/>
                  </a:cubicBezTo>
                  <a:cubicBezTo>
                    <a:pt x="28116" y="3438"/>
                    <a:pt x="30261" y="4662"/>
                    <a:pt x="30261" y="10472"/>
                  </a:cubicBezTo>
                  <a:cubicBezTo>
                    <a:pt x="30261" y="13989"/>
                    <a:pt x="29801" y="15671"/>
                    <a:pt x="29189" y="18271"/>
                  </a:cubicBezTo>
                  <a:lnTo>
                    <a:pt x="12029" y="86315"/>
                  </a:lnTo>
                  <a:close/>
                  <a:moveTo>
                    <a:pt x="38994" y="19953"/>
                  </a:moveTo>
                  <a:cubicBezTo>
                    <a:pt x="40066" y="15824"/>
                    <a:pt x="44203" y="11543"/>
                    <a:pt x="46961" y="9249"/>
                  </a:cubicBezTo>
                  <a:cubicBezTo>
                    <a:pt x="52323" y="4509"/>
                    <a:pt x="56766" y="3438"/>
                    <a:pt x="59371" y="3438"/>
                  </a:cubicBezTo>
                  <a:cubicBezTo>
                    <a:pt x="65499" y="3438"/>
                    <a:pt x="69176" y="8790"/>
                    <a:pt x="69176" y="17812"/>
                  </a:cubicBezTo>
                  <a:cubicBezTo>
                    <a:pt x="69176" y="26834"/>
                    <a:pt x="64120" y="44418"/>
                    <a:pt x="61362" y="50229"/>
                  </a:cubicBezTo>
                  <a:cubicBezTo>
                    <a:pt x="56153" y="60932"/>
                    <a:pt x="48799" y="65978"/>
                    <a:pt x="43131" y="65978"/>
                  </a:cubicBezTo>
                  <a:cubicBezTo>
                    <a:pt x="33019" y="65978"/>
                    <a:pt x="31027" y="53287"/>
                    <a:pt x="31027" y="52369"/>
                  </a:cubicBezTo>
                  <a:cubicBezTo>
                    <a:pt x="31027" y="52064"/>
                    <a:pt x="31027" y="51758"/>
                    <a:pt x="31487" y="49923"/>
                  </a:cubicBezTo>
                  <a:lnTo>
                    <a:pt x="38994" y="19953"/>
                  </a:lnTo>
                  <a:close/>
                </a:path>
              </a:pathLst>
            </a:custGeom>
            <a:solidFill>
              <a:srgbClr val="000000"/>
            </a:solidFill>
            <a:ln w="25400" cap="flat">
              <a:noFill/>
              <a:prstDash val="solid"/>
              <a:miter/>
            </a:ln>
          </p:spPr>
          <p:txBody>
            <a:bodyPr/>
            <a:lstStyle/>
            <a:p>
              <a:endParaRPr lang="en-US"/>
            </a:p>
          </p:txBody>
        </p:sp>
        <p:sp>
          <p:nvSpPr>
            <p:cNvPr id="2447" name="Freeform: Shape 2446">
              <a:extLst>
                <a:ext uri="{FF2B5EF4-FFF2-40B4-BE49-F238E27FC236}">
                  <a16:creationId xmlns:a16="http://schemas.microsoft.com/office/drawing/2014/main" id="{8C41E0F5-2310-17E6-4B62-16991502FDAC}"/>
                </a:ext>
              </a:extLst>
            </p:cNvPr>
            <p:cNvSpPr/>
            <p:nvPr>
              <p:custDataLst>
                <p:tags r:id="rId12"/>
              </p:custDataLst>
            </p:nvPr>
          </p:nvSpPr>
          <p:spPr>
            <a:xfrm>
              <a:off x="5202185" y="5205231"/>
              <a:ext cx="32786" cy="102296"/>
            </a:xfrm>
            <a:custGeom>
              <a:avLst/>
              <a:gdLst>
                <a:gd name="csX0" fmla="*/ 22326 w 32786"/>
                <a:gd name="csY0" fmla="*/ 34785 h 102296"/>
                <a:gd name="csX1" fmla="*/ 877 w 32786"/>
                <a:gd name="csY1" fmla="*/ 36467 h 102296"/>
                <a:gd name="csX2" fmla="*/ 877 w 32786"/>
                <a:gd name="csY2" fmla="*/ 41207 h 102296"/>
                <a:gd name="csX3" fmla="*/ 12215 w 32786"/>
                <a:gd name="csY3" fmla="*/ 49617 h 102296"/>
                <a:gd name="csX4" fmla="*/ 12215 w 32786"/>
                <a:gd name="csY4" fmla="*/ 90750 h 102296"/>
                <a:gd name="csX5" fmla="*/ 264 w 32786"/>
                <a:gd name="csY5" fmla="*/ 97631 h 102296"/>
                <a:gd name="csX6" fmla="*/ 264 w 32786"/>
                <a:gd name="csY6" fmla="*/ 102371 h 102296"/>
                <a:gd name="csX7" fmla="*/ 17117 w 32786"/>
                <a:gd name="csY7" fmla="*/ 101912 h 102296"/>
                <a:gd name="csX8" fmla="*/ 33051 w 32786"/>
                <a:gd name="csY8" fmla="*/ 102371 h 102296"/>
                <a:gd name="csX9" fmla="*/ 33051 w 32786"/>
                <a:gd name="csY9" fmla="*/ 97631 h 102296"/>
                <a:gd name="csX10" fmla="*/ 22326 w 32786"/>
                <a:gd name="csY10" fmla="*/ 90903 h 102296"/>
                <a:gd name="csX11" fmla="*/ 22326 w 32786"/>
                <a:gd name="csY11" fmla="*/ 34785 h 102296"/>
                <a:gd name="csX12" fmla="*/ 22939 w 32786"/>
                <a:gd name="csY12" fmla="*/ 8179 h 102296"/>
                <a:gd name="csX13" fmla="*/ 14819 w 32786"/>
                <a:gd name="csY13" fmla="*/ 74 h 102296"/>
                <a:gd name="csX14" fmla="*/ 6699 w 32786"/>
                <a:gd name="csY14" fmla="*/ 8179 h 102296"/>
                <a:gd name="csX15" fmla="*/ 14819 w 32786"/>
                <a:gd name="csY15" fmla="*/ 16283 h 102296"/>
                <a:gd name="csX16" fmla="*/ 22939 w 32786"/>
                <a:gd name="csY16" fmla="*/ 8179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86" h="102296">
                  <a:moveTo>
                    <a:pt x="22326" y="34785"/>
                  </a:moveTo>
                  <a:lnTo>
                    <a:pt x="877" y="36467"/>
                  </a:lnTo>
                  <a:lnTo>
                    <a:pt x="877" y="41207"/>
                  </a:lnTo>
                  <a:cubicBezTo>
                    <a:pt x="10836" y="41207"/>
                    <a:pt x="12215" y="42124"/>
                    <a:pt x="12215" y="49617"/>
                  </a:cubicBezTo>
                  <a:lnTo>
                    <a:pt x="12215" y="90750"/>
                  </a:lnTo>
                  <a:cubicBezTo>
                    <a:pt x="12215" y="97631"/>
                    <a:pt x="10529" y="97631"/>
                    <a:pt x="264" y="97631"/>
                  </a:cubicBezTo>
                  <a:lnTo>
                    <a:pt x="264" y="102371"/>
                  </a:lnTo>
                  <a:cubicBezTo>
                    <a:pt x="5167" y="102218"/>
                    <a:pt x="13440" y="101912"/>
                    <a:pt x="17117" y="101912"/>
                  </a:cubicBezTo>
                  <a:cubicBezTo>
                    <a:pt x="22480" y="101912"/>
                    <a:pt x="27842" y="102218"/>
                    <a:pt x="33051" y="102371"/>
                  </a:cubicBezTo>
                  <a:lnTo>
                    <a:pt x="33051" y="97631"/>
                  </a:lnTo>
                  <a:cubicBezTo>
                    <a:pt x="22939" y="97631"/>
                    <a:pt x="22326" y="96866"/>
                    <a:pt x="22326" y="90903"/>
                  </a:cubicBezTo>
                  <a:lnTo>
                    <a:pt x="22326" y="34785"/>
                  </a:lnTo>
                  <a:close/>
                  <a:moveTo>
                    <a:pt x="22939" y="8179"/>
                  </a:moveTo>
                  <a:cubicBezTo>
                    <a:pt x="22939" y="3285"/>
                    <a:pt x="19109" y="74"/>
                    <a:pt x="14819" y="74"/>
                  </a:cubicBezTo>
                  <a:cubicBezTo>
                    <a:pt x="10070" y="74"/>
                    <a:pt x="6699" y="4203"/>
                    <a:pt x="6699" y="8179"/>
                  </a:cubicBezTo>
                  <a:cubicBezTo>
                    <a:pt x="6699" y="12307"/>
                    <a:pt x="10070" y="16283"/>
                    <a:pt x="14819" y="16283"/>
                  </a:cubicBezTo>
                  <a:cubicBezTo>
                    <a:pt x="19109" y="16283"/>
                    <a:pt x="22939" y="13072"/>
                    <a:pt x="22939" y="8179"/>
                  </a:cubicBezTo>
                  <a:close/>
                </a:path>
              </a:pathLst>
            </a:custGeom>
            <a:solidFill>
              <a:srgbClr val="000000"/>
            </a:solidFill>
            <a:ln w="25400" cap="flat">
              <a:noFill/>
              <a:prstDash val="solid"/>
              <a:miter/>
            </a:ln>
          </p:spPr>
          <p:txBody>
            <a:bodyPr/>
            <a:lstStyle/>
            <a:p>
              <a:endParaRPr lang="en-US"/>
            </a:p>
          </p:txBody>
        </p:sp>
        <p:sp>
          <p:nvSpPr>
            <p:cNvPr id="2448" name="Freeform: Shape 2447">
              <a:extLst>
                <a:ext uri="{FF2B5EF4-FFF2-40B4-BE49-F238E27FC236}">
                  <a16:creationId xmlns:a16="http://schemas.microsoft.com/office/drawing/2014/main" id="{F7570685-CEFC-9A5C-16A1-B8E0BDC99DD5}"/>
                </a:ext>
              </a:extLst>
            </p:cNvPr>
            <p:cNvSpPr/>
            <p:nvPr>
              <p:custDataLst>
                <p:tags r:id="rId13"/>
              </p:custDataLst>
            </p:nvPr>
          </p:nvSpPr>
          <p:spPr>
            <a:xfrm>
              <a:off x="5244743" y="5199727"/>
              <a:ext cx="49639" cy="107801"/>
            </a:xfrm>
            <a:custGeom>
              <a:avLst/>
              <a:gdLst>
                <a:gd name="csX0" fmla="*/ 22023 w 49639"/>
                <a:gd name="csY0" fmla="*/ 41972 h 107801"/>
                <a:gd name="csX1" fmla="*/ 22023 w 49639"/>
                <a:gd name="csY1" fmla="*/ 24234 h 107801"/>
                <a:gd name="csX2" fmla="*/ 36118 w 49639"/>
                <a:gd name="csY2" fmla="*/ 3438 h 107801"/>
                <a:gd name="csX3" fmla="*/ 41174 w 49639"/>
                <a:gd name="csY3" fmla="*/ 4509 h 107801"/>
                <a:gd name="csX4" fmla="*/ 36578 w 49639"/>
                <a:gd name="csY4" fmla="*/ 10931 h 107801"/>
                <a:gd name="csX5" fmla="*/ 43165 w 49639"/>
                <a:gd name="csY5" fmla="*/ 17506 h 107801"/>
                <a:gd name="csX6" fmla="*/ 49907 w 49639"/>
                <a:gd name="csY6" fmla="*/ 10778 h 107801"/>
                <a:gd name="csX7" fmla="*/ 36118 w 49639"/>
                <a:gd name="csY7" fmla="*/ 74 h 107801"/>
                <a:gd name="csX8" fmla="*/ 12371 w 49639"/>
                <a:gd name="csY8" fmla="*/ 24387 h 107801"/>
                <a:gd name="csX9" fmla="*/ 12371 w 49639"/>
                <a:gd name="csY9" fmla="*/ 41972 h 107801"/>
                <a:gd name="csX10" fmla="*/ 267 w 49639"/>
                <a:gd name="csY10" fmla="*/ 41972 h 107801"/>
                <a:gd name="csX11" fmla="*/ 267 w 49639"/>
                <a:gd name="csY11" fmla="*/ 46712 h 107801"/>
                <a:gd name="csX12" fmla="*/ 12371 w 49639"/>
                <a:gd name="csY12" fmla="*/ 46712 h 107801"/>
                <a:gd name="csX13" fmla="*/ 12371 w 49639"/>
                <a:gd name="csY13" fmla="*/ 96254 h 107801"/>
                <a:gd name="csX14" fmla="*/ 420 w 49639"/>
                <a:gd name="csY14" fmla="*/ 103135 h 107801"/>
                <a:gd name="csX15" fmla="*/ 420 w 49639"/>
                <a:gd name="csY15" fmla="*/ 107875 h 107801"/>
                <a:gd name="csX16" fmla="*/ 17886 w 49639"/>
                <a:gd name="csY16" fmla="*/ 107417 h 107801"/>
                <a:gd name="csX17" fmla="*/ 37344 w 49639"/>
                <a:gd name="csY17" fmla="*/ 107875 h 107801"/>
                <a:gd name="csX18" fmla="*/ 37344 w 49639"/>
                <a:gd name="csY18" fmla="*/ 103135 h 107801"/>
                <a:gd name="csX19" fmla="*/ 34126 w 49639"/>
                <a:gd name="csY19" fmla="*/ 103135 h 107801"/>
                <a:gd name="csX20" fmla="*/ 22482 w 49639"/>
                <a:gd name="csY20" fmla="*/ 95949 h 107801"/>
                <a:gd name="csX21" fmla="*/ 22482 w 49639"/>
                <a:gd name="csY21" fmla="*/ 46712 h 107801"/>
                <a:gd name="csX22" fmla="*/ 39948 w 49639"/>
                <a:gd name="csY22" fmla="*/ 46712 h 107801"/>
                <a:gd name="csX23" fmla="*/ 39948 w 49639"/>
                <a:gd name="csY23" fmla="*/ 41972 h 107801"/>
                <a:gd name="csX24" fmla="*/ 22023 w 49639"/>
                <a:gd name="csY24" fmla="*/ 41972 h 1078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49639" h="107801">
                  <a:moveTo>
                    <a:pt x="22023" y="41972"/>
                  </a:moveTo>
                  <a:lnTo>
                    <a:pt x="22023" y="24234"/>
                  </a:lnTo>
                  <a:cubicBezTo>
                    <a:pt x="22023" y="10778"/>
                    <a:pt x="29377" y="3438"/>
                    <a:pt x="36118" y="3438"/>
                  </a:cubicBezTo>
                  <a:cubicBezTo>
                    <a:pt x="36578" y="3438"/>
                    <a:pt x="38876" y="3438"/>
                    <a:pt x="41174" y="4509"/>
                  </a:cubicBezTo>
                  <a:cubicBezTo>
                    <a:pt x="39335" y="5120"/>
                    <a:pt x="36578" y="7108"/>
                    <a:pt x="36578" y="10931"/>
                  </a:cubicBezTo>
                  <a:cubicBezTo>
                    <a:pt x="36578" y="14448"/>
                    <a:pt x="39029" y="17506"/>
                    <a:pt x="43165" y="17506"/>
                  </a:cubicBezTo>
                  <a:cubicBezTo>
                    <a:pt x="47608" y="17506"/>
                    <a:pt x="49907" y="14448"/>
                    <a:pt x="49907" y="10778"/>
                  </a:cubicBezTo>
                  <a:cubicBezTo>
                    <a:pt x="49907" y="5120"/>
                    <a:pt x="44238" y="74"/>
                    <a:pt x="36118" y="74"/>
                  </a:cubicBezTo>
                  <a:cubicBezTo>
                    <a:pt x="25393" y="74"/>
                    <a:pt x="12371" y="8179"/>
                    <a:pt x="12371" y="24387"/>
                  </a:cubicBezTo>
                  <a:lnTo>
                    <a:pt x="12371" y="41972"/>
                  </a:lnTo>
                  <a:lnTo>
                    <a:pt x="267" y="41972"/>
                  </a:lnTo>
                  <a:lnTo>
                    <a:pt x="267" y="46712"/>
                  </a:lnTo>
                  <a:lnTo>
                    <a:pt x="12371" y="46712"/>
                  </a:lnTo>
                  <a:lnTo>
                    <a:pt x="12371" y="96254"/>
                  </a:lnTo>
                  <a:cubicBezTo>
                    <a:pt x="12371" y="103135"/>
                    <a:pt x="10685" y="103135"/>
                    <a:pt x="420" y="103135"/>
                  </a:cubicBezTo>
                  <a:lnTo>
                    <a:pt x="420" y="107875"/>
                  </a:lnTo>
                  <a:cubicBezTo>
                    <a:pt x="6396" y="107723"/>
                    <a:pt x="13596" y="107417"/>
                    <a:pt x="17886" y="107417"/>
                  </a:cubicBezTo>
                  <a:cubicBezTo>
                    <a:pt x="24014" y="107417"/>
                    <a:pt x="31215" y="107417"/>
                    <a:pt x="37344" y="107875"/>
                  </a:cubicBezTo>
                  <a:lnTo>
                    <a:pt x="37344" y="103135"/>
                  </a:lnTo>
                  <a:lnTo>
                    <a:pt x="34126" y="103135"/>
                  </a:lnTo>
                  <a:cubicBezTo>
                    <a:pt x="22789" y="103135"/>
                    <a:pt x="22482" y="101453"/>
                    <a:pt x="22482" y="95949"/>
                  </a:cubicBezTo>
                  <a:lnTo>
                    <a:pt x="22482" y="46712"/>
                  </a:lnTo>
                  <a:lnTo>
                    <a:pt x="39948" y="46712"/>
                  </a:lnTo>
                  <a:lnTo>
                    <a:pt x="39948" y="41972"/>
                  </a:lnTo>
                  <a:lnTo>
                    <a:pt x="22023" y="41972"/>
                  </a:lnTo>
                  <a:close/>
                </a:path>
              </a:pathLst>
            </a:custGeom>
            <a:solidFill>
              <a:srgbClr val="000000"/>
            </a:solidFill>
            <a:ln w="25400" cap="flat">
              <a:noFill/>
              <a:prstDash val="solid"/>
              <a:miter/>
            </a:ln>
          </p:spPr>
          <p:txBody>
            <a:bodyPr/>
            <a:lstStyle/>
            <a:p>
              <a:endParaRPr lang="en-US"/>
            </a:p>
          </p:txBody>
        </p:sp>
        <p:sp>
          <p:nvSpPr>
            <p:cNvPr id="2449" name="Freeform: Shape 2448">
              <a:extLst>
                <a:ext uri="{FF2B5EF4-FFF2-40B4-BE49-F238E27FC236}">
                  <a16:creationId xmlns:a16="http://schemas.microsoft.com/office/drawing/2014/main" id="{818FF94C-0FE2-1408-3C24-09053419909A}"/>
                </a:ext>
              </a:extLst>
            </p:cNvPr>
            <p:cNvSpPr/>
            <p:nvPr>
              <p:custDataLst>
                <p:tags r:id="rId14"/>
              </p:custDataLst>
            </p:nvPr>
          </p:nvSpPr>
          <p:spPr>
            <a:xfrm>
              <a:off x="5342013" y="5239942"/>
              <a:ext cx="70628" cy="98932"/>
            </a:xfrm>
            <a:custGeom>
              <a:avLst/>
              <a:gdLst>
                <a:gd name="csX0" fmla="*/ 70290 w 70628"/>
                <a:gd name="csY0" fmla="*/ 9402 h 98932"/>
                <a:gd name="csX1" fmla="*/ 70902 w 70628"/>
                <a:gd name="csY1" fmla="*/ 5885 h 98932"/>
                <a:gd name="csX2" fmla="*/ 66459 w 70628"/>
                <a:gd name="csY2" fmla="*/ 1756 h 98932"/>
                <a:gd name="csX3" fmla="*/ 61097 w 70628"/>
                <a:gd name="csY3" fmla="*/ 4968 h 98932"/>
                <a:gd name="csX4" fmla="*/ 58952 w 70628"/>
                <a:gd name="csY4" fmla="*/ 13225 h 98932"/>
                <a:gd name="csX5" fmla="*/ 55888 w 70628"/>
                <a:gd name="csY5" fmla="*/ 25457 h 98932"/>
                <a:gd name="csX6" fmla="*/ 48994 w 70628"/>
                <a:gd name="csY6" fmla="*/ 52981 h 98932"/>
                <a:gd name="csX7" fmla="*/ 31681 w 70628"/>
                <a:gd name="csY7" fmla="*/ 65978 h 98932"/>
                <a:gd name="csX8" fmla="*/ 22182 w 70628"/>
                <a:gd name="csY8" fmla="*/ 53593 h 98932"/>
                <a:gd name="csX9" fmla="*/ 29996 w 70628"/>
                <a:gd name="csY9" fmla="*/ 23622 h 98932"/>
                <a:gd name="csX10" fmla="*/ 33060 w 70628"/>
                <a:gd name="csY10" fmla="*/ 12613 h 98932"/>
                <a:gd name="csX11" fmla="*/ 20497 w 70628"/>
                <a:gd name="csY11" fmla="*/ 74 h 98932"/>
                <a:gd name="csX12" fmla="*/ 274 w 70628"/>
                <a:gd name="csY12" fmla="*/ 23622 h 98932"/>
                <a:gd name="csX13" fmla="*/ 2112 w 70628"/>
                <a:gd name="csY13" fmla="*/ 25152 h 98932"/>
                <a:gd name="csX14" fmla="*/ 4563 w 70628"/>
                <a:gd name="csY14" fmla="*/ 22399 h 98932"/>
                <a:gd name="csX15" fmla="*/ 20037 w 70628"/>
                <a:gd name="csY15" fmla="*/ 3438 h 98932"/>
                <a:gd name="csX16" fmla="*/ 23868 w 70628"/>
                <a:gd name="csY16" fmla="*/ 8332 h 98932"/>
                <a:gd name="csX17" fmla="*/ 21263 w 70628"/>
                <a:gd name="csY17" fmla="*/ 19035 h 98932"/>
                <a:gd name="csX18" fmla="*/ 12377 w 70628"/>
                <a:gd name="csY18" fmla="*/ 51146 h 98932"/>
                <a:gd name="csX19" fmla="*/ 31068 w 70628"/>
                <a:gd name="csY19" fmla="*/ 69342 h 98932"/>
                <a:gd name="csX20" fmla="*/ 46542 w 70628"/>
                <a:gd name="csY20" fmla="*/ 62461 h 98932"/>
                <a:gd name="csX21" fmla="*/ 36584 w 70628"/>
                <a:gd name="csY21" fmla="*/ 86009 h 98932"/>
                <a:gd name="csX22" fmla="*/ 19731 w 70628"/>
                <a:gd name="csY22" fmla="*/ 95643 h 98932"/>
                <a:gd name="csX23" fmla="*/ 8087 w 70628"/>
                <a:gd name="csY23" fmla="*/ 89221 h 98932"/>
                <a:gd name="csX24" fmla="*/ 14675 w 70628"/>
                <a:gd name="csY24" fmla="*/ 87386 h 98932"/>
                <a:gd name="csX25" fmla="*/ 17739 w 70628"/>
                <a:gd name="csY25" fmla="*/ 81116 h 98932"/>
                <a:gd name="csX26" fmla="*/ 12071 w 70628"/>
                <a:gd name="csY26" fmla="*/ 75764 h 98932"/>
                <a:gd name="csX27" fmla="*/ 3491 w 70628"/>
                <a:gd name="csY27" fmla="*/ 85704 h 98932"/>
                <a:gd name="csX28" fmla="*/ 19731 w 70628"/>
                <a:gd name="csY28" fmla="*/ 99007 h 98932"/>
                <a:gd name="csX29" fmla="*/ 55582 w 70628"/>
                <a:gd name="csY29" fmla="*/ 67813 h 98932"/>
                <a:gd name="csX30" fmla="*/ 70290 w 70628"/>
                <a:gd name="csY30" fmla="*/ 9402 h 98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70628" h="98932">
                  <a:moveTo>
                    <a:pt x="70290" y="9402"/>
                  </a:moveTo>
                  <a:cubicBezTo>
                    <a:pt x="70902" y="7261"/>
                    <a:pt x="70902" y="6955"/>
                    <a:pt x="70902" y="5885"/>
                  </a:cubicBezTo>
                  <a:cubicBezTo>
                    <a:pt x="70902" y="3133"/>
                    <a:pt x="68758" y="1756"/>
                    <a:pt x="66459" y="1756"/>
                  </a:cubicBezTo>
                  <a:cubicBezTo>
                    <a:pt x="64927" y="1756"/>
                    <a:pt x="62476" y="2674"/>
                    <a:pt x="61097" y="4968"/>
                  </a:cubicBezTo>
                  <a:cubicBezTo>
                    <a:pt x="60791" y="5732"/>
                    <a:pt x="59565" y="10472"/>
                    <a:pt x="58952" y="13225"/>
                  </a:cubicBezTo>
                  <a:cubicBezTo>
                    <a:pt x="57880" y="17200"/>
                    <a:pt x="56807" y="21329"/>
                    <a:pt x="55888" y="25457"/>
                  </a:cubicBezTo>
                  <a:lnTo>
                    <a:pt x="48994" y="52981"/>
                  </a:lnTo>
                  <a:cubicBezTo>
                    <a:pt x="48381" y="55275"/>
                    <a:pt x="41793" y="65978"/>
                    <a:pt x="31681" y="65978"/>
                  </a:cubicBezTo>
                  <a:cubicBezTo>
                    <a:pt x="23868" y="65978"/>
                    <a:pt x="22182" y="59250"/>
                    <a:pt x="22182" y="53593"/>
                  </a:cubicBezTo>
                  <a:cubicBezTo>
                    <a:pt x="22182" y="46559"/>
                    <a:pt x="24787" y="37078"/>
                    <a:pt x="29996" y="23622"/>
                  </a:cubicBezTo>
                  <a:cubicBezTo>
                    <a:pt x="32447" y="17353"/>
                    <a:pt x="33060" y="15671"/>
                    <a:pt x="33060" y="12613"/>
                  </a:cubicBezTo>
                  <a:cubicBezTo>
                    <a:pt x="33060" y="5732"/>
                    <a:pt x="28157" y="74"/>
                    <a:pt x="20497" y="74"/>
                  </a:cubicBezTo>
                  <a:cubicBezTo>
                    <a:pt x="5942" y="74"/>
                    <a:pt x="274" y="22246"/>
                    <a:pt x="274" y="23622"/>
                  </a:cubicBezTo>
                  <a:cubicBezTo>
                    <a:pt x="274" y="25152"/>
                    <a:pt x="1806" y="25152"/>
                    <a:pt x="2112" y="25152"/>
                  </a:cubicBezTo>
                  <a:cubicBezTo>
                    <a:pt x="3644" y="25152"/>
                    <a:pt x="3797" y="24846"/>
                    <a:pt x="4563" y="22399"/>
                  </a:cubicBezTo>
                  <a:cubicBezTo>
                    <a:pt x="8700" y="8026"/>
                    <a:pt x="14828" y="3438"/>
                    <a:pt x="20037" y="3438"/>
                  </a:cubicBezTo>
                  <a:cubicBezTo>
                    <a:pt x="21263" y="3438"/>
                    <a:pt x="23868" y="3438"/>
                    <a:pt x="23868" y="8332"/>
                  </a:cubicBezTo>
                  <a:cubicBezTo>
                    <a:pt x="23868" y="12154"/>
                    <a:pt x="22336" y="16130"/>
                    <a:pt x="21263" y="19035"/>
                  </a:cubicBezTo>
                  <a:cubicBezTo>
                    <a:pt x="15135" y="35244"/>
                    <a:pt x="12377" y="43959"/>
                    <a:pt x="12377" y="51146"/>
                  </a:cubicBezTo>
                  <a:cubicBezTo>
                    <a:pt x="12377" y="64755"/>
                    <a:pt x="22029" y="69342"/>
                    <a:pt x="31068" y="69342"/>
                  </a:cubicBezTo>
                  <a:cubicBezTo>
                    <a:pt x="37043" y="69342"/>
                    <a:pt x="42253" y="66743"/>
                    <a:pt x="46542" y="62461"/>
                  </a:cubicBezTo>
                  <a:cubicBezTo>
                    <a:pt x="44551" y="70413"/>
                    <a:pt x="42712" y="77905"/>
                    <a:pt x="36584" y="86009"/>
                  </a:cubicBezTo>
                  <a:cubicBezTo>
                    <a:pt x="32600" y="91208"/>
                    <a:pt x="26779" y="95643"/>
                    <a:pt x="19731" y="95643"/>
                  </a:cubicBezTo>
                  <a:cubicBezTo>
                    <a:pt x="17586" y="95643"/>
                    <a:pt x="10692" y="95184"/>
                    <a:pt x="8087" y="89221"/>
                  </a:cubicBezTo>
                  <a:cubicBezTo>
                    <a:pt x="10539" y="89221"/>
                    <a:pt x="12530" y="89221"/>
                    <a:pt x="14675" y="87386"/>
                  </a:cubicBezTo>
                  <a:cubicBezTo>
                    <a:pt x="16207" y="86009"/>
                    <a:pt x="17739" y="84022"/>
                    <a:pt x="17739" y="81116"/>
                  </a:cubicBezTo>
                  <a:cubicBezTo>
                    <a:pt x="17739" y="76376"/>
                    <a:pt x="13603" y="75764"/>
                    <a:pt x="12071" y="75764"/>
                  </a:cubicBezTo>
                  <a:cubicBezTo>
                    <a:pt x="8547" y="75764"/>
                    <a:pt x="3491" y="78211"/>
                    <a:pt x="3491" y="85704"/>
                  </a:cubicBezTo>
                  <a:cubicBezTo>
                    <a:pt x="3491" y="93349"/>
                    <a:pt x="10232" y="99007"/>
                    <a:pt x="19731" y="99007"/>
                  </a:cubicBezTo>
                  <a:cubicBezTo>
                    <a:pt x="35511" y="99007"/>
                    <a:pt x="51292" y="85092"/>
                    <a:pt x="55582" y="67813"/>
                  </a:cubicBezTo>
                  <a:lnTo>
                    <a:pt x="70290" y="9402"/>
                  </a:lnTo>
                  <a:close/>
                </a:path>
              </a:pathLst>
            </a:custGeom>
            <a:solidFill>
              <a:srgbClr val="000000"/>
            </a:solidFill>
            <a:ln w="25400" cap="flat">
              <a:noFill/>
              <a:prstDash val="solid"/>
              <a:miter/>
            </a:ln>
          </p:spPr>
          <p:txBody>
            <a:bodyPr/>
            <a:lstStyle/>
            <a:p>
              <a:endParaRPr lang="en-US"/>
            </a:p>
          </p:txBody>
        </p:sp>
        <p:sp>
          <p:nvSpPr>
            <p:cNvPr id="2450" name="Freeform: Shape 2449">
              <a:extLst>
                <a:ext uri="{FF2B5EF4-FFF2-40B4-BE49-F238E27FC236}">
                  <a16:creationId xmlns:a16="http://schemas.microsoft.com/office/drawing/2014/main" id="{2E2D2324-23ED-943D-63A1-F62339A90741}"/>
                </a:ext>
              </a:extLst>
            </p:cNvPr>
            <p:cNvSpPr/>
            <p:nvPr>
              <p:custDataLst>
                <p:tags r:id="rId15"/>
              </p:custDataLst>
            </p:nvPr>
          </p:nvSpPr>
          <p:spPr>
            <a:xfrm>
              <a:off x="5469318" y="5251410"/>
              <a:ext cx="101883" cy="35780"/>
            </a:xfrm>
            <a:custGeom>
              <a:avLst/>
              <a:gdLst>
                <a:gd name="csX0" fmla="*/ 96956 w 101883"/>
                <a:gd name="csY0" fmla="*/ 6191 h 35780"/>
                <a:gd name="csX1" fmla="*/ 102165 w 101883"/>
                <a:gd name="csY1" fmla="*/ 3133 h 35780"/>
                <a:gd name="csX2" fmla="*/ 97109 w 101883"/>
                <a:gd name="csY2" fmla="*/ 74 h 35780"/>
                <a:gd name="csX3" fmla="*/ 5337 w 101883"/>
                <a:gd name="csY3" fmla="*/ 74 h 35780"/>
                <a:gd name="csX4" fmla="*/ 282 w 101883"/>
                <a:gd name="csY4" fmla="*/ 3133 h 35780"/>
                <a:gd name="csX5" fmla="*/ 5491 w 101883"/>
                <a:gd name="csY5" fmla="*/ 6191 h 35780"/>
                <a:gd name="csX6" fmla="*/ 96956 w 101883"/>
                <a:gd name="csY6" fmla="*/ 6191 h 35780"/>
                <a:gd name="csX7" fmla="*/ 97109 w 101883"/>
                <a:gd name="csY7" fmla="*/ 35855 h 35780"/>
                <a:gd name="csX8" fmla="*/ 102165 w 101883"/>
                <a:gd name="csY8" fmla="*/ 32797 h 35780"/>
                <a:gd name="csX9" fmla="*/ 96956 w 101883"/>
                <a:gd name="csY9" fmla="*/ 29739 h 35780"/>
                <a:gd name="csX10" fmla="*/ 5491 w 101883"/>
                <a:gd name="csY10" fmla="*/ 29739 h 35780"/>
                <a:gd name="csX11" fmla="*/ 282 w 101883"/>
                <a:gd name="csY11" fmla="*/ 32797 h 35780"/>
                <a:gd name="csX12" fmla="*/ 5337 w 101883"/>
                <a:gd name="csY12" fmla="*/ 35855 h 35780"/>
                <a:gd name="csX13" fmla="*/ 97109 w 101883"/>
                <a:gd name="csY13" fmla="*/ 35855 h 35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01883" h="35780">
                  <a:moveTo>
                    <a:pt x="96956" y="6191"/>
                  </a:moveTo>
                  <a:cubicBezTo>
                    <a:pt x="99254" y="6191"/>
                    <a:pt x="102165" y="6191"/>
                    <a:pt x="102165" y="3133"/>
                  </a:cubicBezTo>
                  <a:cubicBezTo>
                    <a:pt x="102165" y="74"/>
                    <a:pt x="99254" y="74"/>
                    <a:pt x="97109" y="74"/>
                  </a:cubicBezTo>
                  <a:lnTo>
                    <a:pt x="5337" y="74"/>
                  </a:lnTo>
                  <a:cubicBezTo>
                    <a:pt x="3193" y="74"/>
                    <a:pt x="282" y="74"/>
                    <a:pt x="282" y="3133"/>
                  </a:cubicBezTo>
                  <a:cubicBezTo>
                    <a:pt x="282" y="6191"/>
                    <a:pt x="3193" y="6191"/>
                    <a:pt x="5491" y="6191"/>
                  </a:cubicBezTo>
                  <a:lnTo>
                    <a:pt x="96956" y="6191"/>
                  </a:lnTo>
                  <a:close/>
                  <a:moveTo>
                    <a:pt x="97109" y="35855"/>
                  </a:moveTo>
                  <a:cubicBezTo>
                    <a:pt x="99254" y="35855"/>
                    <a:pt x="102165" y="35855"/>
                    <a:pt x="102165" y="32797"/>
                  </a:cubicBezTo>
                  <a:cubicBezTo>
                    <a:pt x="102165" y="29739"/>
                    <a:pt x="99254" y="29739"/>
                    <a:pt x="96956" y="29739"/>
                  </a:cubicBezTo>
                  <a:lnTo>
                    <a:pt x="5491" y="29739"/>
                  </a:lnTo>
                  <a:cubicBezTo>
                    <a:pt x="3193" y="29739"/>
                    <a:pt x="282" y="29739"/>
                    <a:pt x="282" y="32797"/>
                  </a:cubicBezTo>
                  <a:cubicBezTo>
                    <a:pt x="282" y="35855"/>
                    <a:pt x="3193" y="35855"/>
                    <a:pt x="5337" y="35855"/>
                  </a:cubicBezTo>
                  <a:lnTo>
                    <a:pt x="97109" y="35855"/>
                  </a:lnTo>
                  <a:close/>
                </a:path>
              </a:pathLst>
            </a:custGeom>
            <a:solidFill>
              <a:srgbClr val="000000"/>
            </a:solidFill>
            <a:ln w="25400" cap="flat">
              <a:noFill/>
              <a:prstDash val="solid"/>
              <a:miter/>
            </a:ln>
          </p:spPr>
          <p:txBody>
            <a:bodyPr/>
            <a:lstStyle/>
            <a:p>
              <a:endParaRPr lang="en-US"/>
            </a:p>
          </p:txBody>
        </p:sp>
        <p:sp>
          <p:nvSpPr>
            <p:cNvPr id="2451" name="Freeform: Shape 2450">
              <a:extLst>
                <a:ext uri="{FF2B5EF4-FFF2-40B4-BE49-F238E27FC236}">
                  <a16:creationId xmlns:a16="http://schemas.microsoft.com/office/drawing/2014/main" id="{AB8AD829-BA25-5426-4AC1-00F0400B1BF7}"/>
                </a:ext>
              </a:extLst>
            </p:cNvPr>
            <p:cNvSpPr/>
            <p:nvPr>
              <p:custDataLst>
                <p:tags r:id="rId16"/>
              </p:custDataLst>
            </p:nvPr>
          </p:nvSpPr>
          <p:spPr>
            <a:xfrm>
              <a:off x="5636093" y="5205690"/>
              <a:ext cx="50558" cy="101837"/>
            </a:xfrm>
            <a:custGeom>
              <a:avLst/>
              <a:gdLst>
                <a:gd name="csX0" fmla="*/ 31700 w 50558"/>
                <a:gd name="csY0" fmla="*/ 4050 h 101837"/>
                <a:gd name="csX1" fmla="*/ 28176 w 50558"/>
                <a:gd name="csY1" fmla="*/ 74 h 101837"/>
                <a:gd name="csX2" fmla="*/ 292 w 50558"/>
                <a:gd name="csY2" fmla="*/ 9861 h 101837"/>
                <a:gd name="csX3" fmla="*/ 292 w 50558"/>
                <a:gd name="csY3" fmla="*/ 14601 h 101837"/>
                <a:gd name="csX4" fmla="*/ 20362 w 50558"/>
                <a:gd name="csY4" fmla="*/ 10625 h 101837"/>
                <a:gd name="csX5" fmla="*/ 20362 w 50558"/>
                <a:gd name="csY5" fmla="*/ 89832 h 101837"/>
                <a:gd name="csX6" fmla="*/ 6114 w 50558"/>
                <a:gd name="csY6" fmla="*/ 97172 h 101837"/>
                <a:gd name="csX7" fmla="*/ 1211 w 50558"/>
                <a:gd name="csY7" fmla="*/ 97172 h 101837"/>
                <a:gd name="csX8" fmla="*/ 1211 w 50558"/>
                <a:gd name="csY8" fmla="*/ 101912 h 101837"/>
                <a:gd name="csX9" fmla="*/ 26031 w 50558"/>
                <a:gd name="csY9" fmla="*/ 101453 h 101837"/>
                <a:gd name="csX10" fmla="*/ 50851 w 50558"/>
                <a:gd name="csY10" fmla="*/ 101912 h 101837"/>
                <a:gd name="csX11" fmla="*/ 50851 w 50558"/>
                <a:gd name="csY11" fmla="*/ 97172 h 101837"/>
                <a:gd name="csX12" fmla="*/ 45948 w 50558"/>
                <a:gd name="csY12" fmla="*/ 97172 h 101837"/>
                <a:gd name="csX13" fmla="*/ 31700 w 50558"/>
                <a:gd name="csY13" fmla="*/ 89832 h 101837"/>
                <a:gd name="csX14" fmla="*/ 31700 w 50558"/>
                <a:gd name="csY14" fmla="*/ 4050 h 101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558" h="101837">
                  <a:moveTo>
                    <a:pt x="31700" y="4050"/>
                  </a:moveTo>
                  <a:cubicBezTo>
                    <a:pt x="31700" y="380"/>
                    <a:pt x="31700" y="74"/>
                    <a:pt x="28176" y="74"/>
                  </a:cubicBezTo>
                  <a:cubicBezTo>
                    <a:pt x="18677" y="9861"/>
                    <a:pt x="5195" y="9861"/>
                    <a:pt x="292" y="9861"/>
                  </a:cubicBezTo>
                  <a:lnTo>
                    <a:pt x="292" y="14601"/>
                  </a:lnTo>
                  <a:cubicBezTo>
                    <a:pt x="3356" y="14601"/>
                    <a:pt x="12396" y="14601"/>
                    <a:pt x="20362" y="10625"/>
                  </a:cubicBezTo>
                  <a:lnTo>
                    <a:pt x="20362" y="89832"/>
                  </a:lnTo>
                  <a:cubicBezTo>
                    <a:pt x="20362" y="95337"/>
                    <a:pt x="19903" y="97172"/>
                    <a:pt x="6114" y="97172"/>
                  </a:cubicBezTo>
                  <a:lnTo>
                    <a:pt x="1211" y="97172"/>
                  </a:lnTo>
                  <a:lnTo>
                    <a:pt x="1211" y="101912"/>
                  </a:lnTo>
                  <a:cubicBezTo>
                    <a:pt x="6574" y="101453"/>
                    <a:pt x="19903" y="101453"/>
                    <a:pt x="26031" y="101453"/>
                  </a:cubicBezTo>
                  <a:cubicBezTo>
                    <a:pt x="32159" y="101453"/>
                    <a:pt x="45488" y="101453"/>
                    <a:pt x="50851" y="101912"/>
                  </a:cubicBezTo>
                  <a:lnTo>
                    <a:pt x="50851" y="97172"/>
                  </a:lnTo>
                  <a:lnTo>
                    <a:pt x="45948" y="97172"/>
                  </a:lnTo>
                  <a:cubicBezTo>
                    <a:pt x="32159" y="97172"/>
                    <a:pt x="31700" y="95490"/>
                    <a:pt x="31700" y="89832"/>
                  </a:cubicBezTo>
                  <a:lnTo>
                    <a:pt x="31700" y="4050"/>
                  </a:lnTo>
                  <a:close/>
                </a:path>
              </a:pathLst>
            </a:custGeom>
            <a:solidFill>
              <a:srgbClr val="000000"/>
            </a:solidFill>
            <a:ln w="25400" cap="flat">
              <a:noFill/>
              <a:prstDash val="solid"/>
              <a:miter/>
            </a:ln>
          </p:spPr>
          <p:txBody>
            <a:bodyPr/>
            <a:lstStyle/>
            <a:p>
              <a:endParaRPr lang="en-US"/>
            </a:p>
          </p:txBody>
        </p:sp>
        <p:sp>
          <p:nvSpPr>
            <p:cNvPr id="2452" name="Freeform: Shape 2451">
              <a:extLst>
                <a:ext uri="{FF2B5EF4-FFF2-40B4-BE49-F238E27FC236}">
                  <a16:creationId xmlns:a16="http://schemas.microsoft.com/office/drawing/2014/main" id="{16C39D82-291C-3DC8-5238-640B673CBB74}"/>
                </a:ext>
              </a:extLst>
            </p:cNvPr>
            <p:cNvSpPr/>
            <p:nvPr>
              <p:custDataLst>
                <p:tags r:id="rId17"/>
              </p:custDataLst>
            </p:nvPr>
          </p:nvSpPr>
          <p:spPr>
            <a:xfrm>
              <a:off x="4716617" y="5425879"/>
              <a:ext cx="50558" cy="101837"/>
            </a:xfrm>
            <a:custGeom>
              <a:avLst/>
              <a:gdLst>
                <a:gd name="csX0" fmla="*/ 31640 w 50558"/>
                <a:gd name="csY0" fmla="*/ 4064 h 101837"/>
                <a:gd name="csX1" fmla="*/ 28116 w 50558"/>
                <a:gd name="csY1" fmla="*/ 89 h 101837"/>
                <a:gd name="csX2" fmla="*/ 232 w 50558"/>
                <a:gd name="csY2" fmla="*/ 9875 h 101837"/>
                <a:gd name="csX3" fmla="*/ 232 w 50558"/>
                <a:gd name="csY3" fmla="*/ 14615 h 101837"/>
                <a:gd name="csX4" fmla="*/ 20303 w 50558"/>
                <a:gd name="csY4" fmla="*/ 10639 h 101837"/>
                <a:gd name="csX5" fmla="*/ 20303 w 50558"/>
                <a:gd name="csY5" fmla="*/ 89846 h 101837"/>
                <a:gd name="csX6" fmla="*/ 6054 w 50558"/>
                <a:gd name="csY6" fmla="*/ 97186 h 101837"/>
                <a:gd name="csX7" fmla="*/ 1152 w 50558"/>
                <a:gd name="csY7" fmla="*/ 97186 h 101837"/>
                <a:gd name="csX8" fmla="*/ 1152 w 50558"/>
                <a:gd name="csY8" fmla="*/ 101926 h 101837"/>
                <a:gd name="csX9" fmla="*/ 25971 w 50558"/>
                <a:gd name="csY9" fmla="*/ 101468 h 101837"/>
                <a:gd name="csX10" fmla="*/ 50791 w 50558"/>
                <a:gd name="csY10" fmla="*/ 101926 h 101837"/>
                <a:gd name="csX11" fmla="*/ 50791 w 50558"/>
                <a:gd name="csY11" fmla="*/ 97186 h 101837"/>
                <a:gd name="csX12" fmla="*/ 45888 w 50558"/>
                <a:gd name="csY12" fmla="*/ 97186 h 101837"/>
                <a:gd name="csX13" fmla="*/ 31640 w 50558"/>
                <a:gd name="csY13" fmla="*/ 89846 h 101837"/>
                <a:gd name="csX14" fmla="*/ 31640 w 50558"/>
                <a:gd name="csY14" fmla="*/ 4064 h 101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558" h="101837">
                  <a:moveTo>
                    <a:pt x="31640" y="4064"/>
                  </a:moveTo>
                  <a:cubicBezTo>
                    <a:pt x="31640" y="395"/>
                    <a:pt x="31640" y="89"/>
                    <a:pt x="28116" y="89"/>
                  </a:cubicBezTo>
                  <a:cubicBezTo>
                    <a:pt x="18617" y="9875"/>
                    <a:pt x="5135" y="9875"/>
                    <a:pt x="232" y="9875"/>
                  </a:cubicBezTo>
                  <a:lnTo>
                    <a:pt x="232" y="14615"/>
                  </a:lnTo>
                  <a:cubicBezTo>
                    <a:pt x="3296" y="14615"/>
                    <a:pt x="12336" y="14615"/>
                    <a:pt x="20303" y="10639"/>
                  </a:cubicBezTo>
                  <a:lnTo>
                    <a:pt x="20303" y="89846"/>
                  </a:lnTo>
                  <a:cubicBezTo>
                    <a:pt x="20303" y="95351"/>
                    <a:pt x="19843" y="97186"/>
                    <a:pt x="6054" y="97186"/>
                  </a:cubicBezTo>
                  <a:lnTo>
                    <a:pt x="1152" y="97186"/>
                  </a:lnTo>
                  <a:lnTo>
                    <a:pt x="1152" y="101926"/>
                  </a:lnTo>
                  <a:cubicBezTo>
                    <a:pt x="6514" y="101468"/>
                    <a:pt x="19843" y="101468"/>
                    <a:pt x="25971" y="101468"/>
                  </a:cubicBezTo>
                  <a:cubicBezTo>
                    <a:pt x="32100" y="101468"/>
                    <a:pt x="45429" y="101468"/>
                    <a:pt x="50791" y="101926"/>
                  </a:cubicBezTo>
                  <a:lnTo>
                    <a:pt x="50791" y="97186"/>
                  </a:lnTo>
                  <a:lnTo>
                    <a:pt x="45888" y="97186"/>
                  </a:lnTo>
                  <a:cubicBezTo>
                    <a:pt x="32100" y="97186"/>
                    <a:pt x="31640" y="95504"/>
                    <a:pt x="31640" y="89846"/>
                  </a:cubicBezTo>
                  <a:lnTo>
                    <a:pt x="31640" y="4064"/>
                  </a:lnTo>
                  <a:close/>
                </a:path>
              </a:pathLst>
            </a:custGeom>
            <a:solidFill>
              <a:srgbClr val="000000"/>
            </a:solidFill>
            <a:ln w="25400" cap="flat">
              <a:noFill/>
              <a:prstDash val="solid"/>
              <a:miter/>
            </a:ln>
          </p:spPr>
          <p:txBody>
            <a:bodyPr/>
            <a:lstStyle/>
            <a:p>
              <a:endParaRPr lang="en-US"/>
            </a:p>
          </p:txBody>
        </p:sp>
        <p:sp>
          <p:nvSpPr>
            <p:cNvPr id="2453" name="Freeform: Shape 2452">
              <a:extLst>
                <a:ext uri="{FF2B5EF4-FFF2-40B4-BE49-F238E27FC236}">
                  <a16:creationId xmlns:a16="http://schemas.microsoft.com/office/drawing/2014/main" id="{F894F591-EF2E-26E2-73E3-9FB567591853}"/>
                </a:ext>
              </a:extLst>
            </p:cNvPr>
            <p:cNvSpPr/>
            <p:nvPr>
              <p:custDataLst>
                <p:tags r:id="rId18"/>
              </p:custDataLst>
            </p:nvPr>
          </p:nvSpPr>
          <p:spPr>
            <a:xfrm>
              <a:off x="4826347" y="5486431"/>
              <a:ext cx="93610" cy="6116"/>
            </a:xfrm>
            <a:custGeom>
              <a:avLst/>
              <a:gdLst>
                <a:gd name="csX0" fmla="*/ 88487 w 93610"/>
                <a:gd name="csY0" fmla="*/ 6205 h 6116"/>
                <a:gd name="csX1" fmla="*/ 93850 w 93610"/>
                <a:gd name="csY1" fmla="*/ 3147 h 6116"/>
                <a:gd name="csX2" fmla="*/ 88487 w 93610"/>
                <a:gd name="csY2" fmla="*/ 89 h 6116"/>
                <a:gd name="csX3" fmla="*/ 5602 w 93610"/>
                <a:gd name="csY3" fmla="*/ 89 h 6116"/>
                <a:gd name="csX4" fmla="*/ 240 w 93610"/>
                <a:gd name="csY4" fmla="*/ 3147 h 6116"/>
                <a:gd name="csX5" fmla="*/ 5602 w 93610"/>
                <a:gd name="csY5" fmla="*/ 6205 h 6116"/>
                <a:gd name="csX6" fmla="*/ 88487 w 93610"/>
                <a:gd name="csY6" fmla="*/ 6205 h 61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3610" h="6116">
                  <a:moveTo>
                    <a:pt x="88487" y="6205"/>
                  </a:moveTo>
                  <a:cubicBezTo>
                    <a:pt x="91092" y="6205"/>
                    <a:pt x="93850" y="6205"/>
                    <a:pt x="93850" y="3147"/>
                  </a:cubicBezTo>
                  <a:cubicBezTo>
                    <a:pt x="93850" y="89"/>
                    <a:pt x="91092" y="89"/>
                    <a:pt x="88487" y="89"/>
                  </a:cubicBezTo>
                  <a:lnTo>
                    <a:pt x="5602" y="89"/>
                  </a:lnTo>
                  <a:cubicBezTo>
                    <a:pt x="2997" y="89"/>
                    <a:pt x="240" y="89"/>
                    <a:pt x="240" y="3147"/>
                  </a:cubicBezTo>
                  <a:cubicBezTo>
                    <a:pt x="240" y="6205"/>
                    <a:pt x="2997" y="6205"/>
                    <a:pt x="5602" y="6205"/>
                  </a:cubicBezTo>
                  <a:lnTo>
                    <a:pt x="88487" y="6205"/>
                  </a:lnTo>
                  <a:close/>
                </a:path>
              </a:pathLst>
            </a:custGeom>
            <a:solidFill>
              <a:srgbClr val="000000"/>
            </a:solidFill>
            <a:ln w="25400" cap="flat">
              <a:noFill/>
              <a:prstDash val="solid"/>
              <a:miter/>
            </a:ln>
          </p:spPr>
          <p:txBody>
            <a:bodyPr/>
            <a:lstStyle/>
            <a:p>
              <a:endParaRPr lang="en-US"/>
            </a:p>
          </p:txBody>
        </p:sp>
        <p:sp>
          <p:nvSpPr>
            <p:cNvPr id="2454" name="Freeform: Shape 2453">
              <a:extLst>
                <a:ext uri="{FF2B5EF4-FFF2-40B4-BE49-F238E27FC236}">
                  <a16:creationId xmlns:a16="http://schemas.microsoft.com/office/drawing/2014/main" id="{102956C9-8868-84B8-6F49-F756536EC01A}"/>
                </a:ext>
              </a:extLst>
            </p:cNvPr>
            <p:cNvSpPr/>
            <p:nvPr>
              <p:custDataLst>
                <p:tags r:id="rId19"/>
              </p:custDataLst>
            </p:nvPr>
          </p:nvSpPr>
          <p:spPr>
            <a:xfrm>
              <a:off x="4961936" y="5460130"/>
              <a:ext cx="79974" cy="97250"/>
            </a:xfrm>
            <a:custGeom>
              <a:avLst/>
              <a:gdLst>
                <a:gd name="csX0" fmla="*/ 12046 w 79974"/>
                <a:gd name="csY0" fmla="*/ 86330 h 97250"/>
                <a:gd name="csX1" fmla="*/ 3773 w 79974"/>
                <a:gd name="csY1" fmla="*/ 92599 h 97250"/>
                <a:gd name="csX2" fmla="*/ 249 w 79974"/>
                <a:gd name="csY2" fmla="*/ 95504 h 97250"/>
                <a:gd name="csX3" fmla="*/ 2241 w 79974"/>
                <a:gd name="csY3" fmla="*/ 97339 h 97250"/>
                <a:gd name="csX4" fmla="*/ 15111 w 79974"/>
                <a:gd name="csY4" fmla="*/ 96880 h 97250"/>
                <a:gd name="csX5" fmla="*/ 30278 w 79974"/>
                <a:gd name="csY5" fmla="*/ 97339 h 97250"/>
                <a:gd name="csX6" fmla="*/ 33036 w 79974"/>
                <a:gd name="csY6" fmla="*/ 94281 h 97250"/>
                <a:gd name="csX7" fmla="*/ 29359 w 79974"/>
                <a:gd name="csY7" fmla="*/ 92599 h 97250"/>
                <a:gd name="csX8" fmla="*/ 21699 w 79974"/>
                <a:gd name="csY8" fmla="*/ 90152 h 97250"/>
                <a:gd name="csX9" fmla="*/ 29206 w 79974"/>
                <a:gd name="csY9" fmla="*/ 59570 h 97250"/>
                <a:gd name="csX10" fmla="*/ 43301 w 79974"/>
                <a:gd name="csY10" fmla="*/ 69357 h 97250"/>
                <a:gd name="csX11" fmla="*/ 80224 w 79974"/>
                <a:gd name="csY11" fmla="*/ 24554 h 97250"/>
                <a:gd name="csX12" fmla="*/ 59847 w 79974"/>
                <a:gd name="csY12" fmla="*/ 89 h 97250"/>
                <a:gd name="csX13" fmla="*/ 39777 w 79974"/>
                <a:gd name="csY13" fmla="*/ 11557 h 97250"/>
                <a:gd name="csX14" fmla="*/ 25988 w 79974"/>
                <a:gd name="csY14" fmla="*/ 89 h 97250"/>
                <a:gd name="csX15" fmla="*/ 14651 w 79974"/>
                <a:gd name="csY15" fmla="*/ 8805 h 97250"/>
                <a:gd name="csX16" fmla="*/ 9902 w 79974"/>
                <a:gd name="csY16" fmla="*/ 23637 h 97250"/>
                <a:gd name="csX17" fmla="*/ 11740 w 79974"/>
                <a:gd name="csY17" fmla="*/ 25166 h 97250"/>
                <a:gd name="csX18" fmla="*/ 14345 w 79974"/>
                <a:gd name="csY18" fmla="*/ 21649 h 97250"/>
                <a:gd name="csX19" fmla="*/ 25529 w 79974"/>
                <a:gd name="csY19" fmla="*/ 3453 h 97250"/>
                <a:gd name="csX20" fmla="*/ 30278 w 79974"/>
                <a:gd name="csY20" fmla="*/ 10487 h 97250"/>
                <a:gd name="csX21" fmla="*/ 29206 w 79974"/>
                <a:gd name="csY21" fmla="*/ 18285 h 97250"/>
                <a:gd name="csX22" fmla="*/ 12046 w 79974"/>
                <a:gd name="csY22" fmla="*/ 86330 h 97250"/>
                <a:gd name="csX23" fmla="*/ 39011 w 79974"/>
                <a:gd name="csY23" fmla="*/ 19967 h 97250"/>
                <a:gd name="csX24" fmla="*/ 46978 w 79974"/>
                <a:gd name="csY24" fmla="*/ 9263 h 97250"/>
                <a:gd name="csX25" fmla="*/ 59388 w 79974"/>
                <a:gd name="csY25" fmla="*/ 3453 h 97250"/>
                <a:gd name="csX26" fmla="*/ 69193 w 79974"/>
                <a:gd name="csY26" fmla="*/ 17826 h 97250"/>
                <a:gd name="csX27" fmla="*/ 61379 w 79974"/>
                <a:gd name="csY27" fmla="*/ 50243 h 97250"/>
                <a:gd name="csX28" fmla="*/ 43148 w 79974"/>
                <a:gd name="csY28" fmla="*/ 65993 h 97250"/>
                <a:gd name="csX29" fmla="*/ 31044 w 79974"/>
                <a:gd name="csY29" fmla="*/ 52384 h 97250"/>
                <a:gd name="csX30" fmla="*/ 31504 w 79974"/>
                <a:gd name="csY30" fmla="*/ 49937 h 97250"/>
                <a:gd name="csX31" fmla="*/ 39011 w 79974"/>
                <a:gd name="csY31" fmla="*/ 19967 h 9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79974" h="97250">
                  <a:moveTo>
                    <a:pt x="12046" y="86330"/>
                  </a:moveTo>
                  <a:cubicBezTo>
                    <a:pt x="10821" y="91528"/>
                    <a:pt x="10514" y="92599"/>
                    <a:pt x="3773" y="92599"/>
                  </a:cubicBezTo>
                  <a:cubicBezTo>
                    <a:pt x="1935" y="92599"/>
                    <a:pt x="249" y="92599"/>
                    <a:pt x="249" y="95504"/>
                  </a:cubicBezTo>
                  <a:cubicBezTo>
                    <a:pt x="249" y="96727"/>
                    <a:pt x="1016" y="97339"/>
                    <a:pt x="2241" y="97339"/>
                  </a:cubicBezTo>
                  <a:cubicBezTo>
                    <a:pt x="6378" y="97339"/>
                    <a:pt x="10821" y="96880"/>
                    <a:pt x="15111" y="96880"/>
                  </a:cubicBezTo>
                  <a:cubicBezTo>
                    <a:pt x="20167" y="96880"/>
                    <a:pt x="25376" y="97339"/>
                    <a:pt x="30278" y="97339"/>
                  </a:cubicBezTo>
                  <a:cubicBezTo>
                    <a:pt x="31044" y="97339"/>
                    <a:pt x="33036" y="97339"/>
                    <a:pt x="33036" y="94281"/>
                  </a:cubicBezTo>
                  <a:cubicBezTo>
                    <a:pt x="33036" y="92599"/>
                    <a:pt x="31504" y="92599"/>
                    <a:pt x="29359" y="92599"/>
                  </a:cubicBezTo>
                  <a:cubicBezTo>
                    <a:pt x="21699" y="92599"/>
                    <a:pt x="21699" y="91528"/>
                    <a:pt x="21699" y="90152"/>
                  </a:cubicBezTo>
                  <a:cubicBezTo>
                    <a:pt x="21699" y="88317"/>
                    <a:pt x="28133" y="63393"/>
                    <a:pt x="29206" y="59570"/>
                  </a:cubicBezTo>
                  <a:cubicBezTo>
                    <a:pt x="31197" y="64005"/>
                    <a:pt x="35487" y="69357"/>
                    <a:pt x="43301" y="69357"/>
                  </a:cubicBezTo>
                  <a:cubicBezTo>
                    <a:pt x="61073" y="69357"/>
                    <a:pt x="80224" y="47032"/>
                    <a:pt x="80224" y="24554"/>
                  </a:cubicBezTo>
                  <a:cubicBezTo>
                    <a:pt x="80224" y="10181"/>
                    <a:pt x="71491" y="89"/>
                    <a:pt x="59847" y="89"/>
                  </a:cubicBezTo>
                  <a:cubicBezTo>
                    <a:pt x="52187" y="89"/>
                    <a:pt x="44833" y="5593"/>
                    <a:pt x="39777" y="11557"/>
                  </a:cubicBezTo>
                  <a:cubicBezTo>
                    <a:pt x="38245" y="3300"/>
                    <a:pt x="31657" y="89"/>
                    <a:pt x="25988" y="89"/>
                  </a:cubicBezTo>
                  <a:cubicBezTo>
                    <a:pt x="18941" y="89"/>
                    <a:pt x="16030" y="6052"/>
                    <a:pt x="14651" y="8805"/>
                  </a:cubicBezTo>
                  <a:cubicBezTo>
                    <a:pt x="11893" y="14003"/>
                    <a:pt x="9902" y="23178"/>
                    <a:pt x="9902" y="23637"/>
                  </a:cubicBezTo>
                  <a:cubicBezTo>
                    <a:pt x="9902" y="25166"/>
                    <a:pt x="11434" y="25166"/>
                    <a:pt x="11740" y="25166"/>
                  </a:cubicBezTo>
                  <a:cubicBezTo>
                    <a:pt x="13272" y="25166"/>
                    <a:pt x="13425" y="25013"/>
                    <a:pt x="14345" y="21649"/>
                  </a:cubicBezTo>
                  <a:cubicBezTo>
                    <a:pt x="16949" y="10792"/>
                    <a:pt x="20013" y="3453"/>
                    <a:pt x="25529" y="3453"/>
                  </a:cubicBezTo>
                  <a:cubicBezTo>
                    <a:pt x="28133" y="3453"/>
                    <a:pt x="30278" y="4676"/>
                    <a:pt x="30278" y="10487"/>
                  </a:cubicBezTo>
                  <a:cubicBezTo>
                    <a:pt x="30278" y="14003"/>
                    <a:pt x="29819" y="15685"/>
                    <a:pt x="29206" y="18285"/>
                  </a:cubicBezTo>
                  <a:lnTo>
                    <a:pt x="12046" y="86330"/>
                  </a:lnTo>
                  <a:close/>
                  <a:moveTo>
                    <a:pt x="39011" y="19967"/>
                  </a:moveTo>
                  <a:cubicBezTo>
                    <a:pt x="40084" y="15838"/>
                    <a:pt x="44220" y="11557"/>
                    <a:pt x="46978" y="9263"/>
                  </a:cubicBezTo>
                  <a:cubicBezTo>
                    <a:pt x="52340" y="4523"/>
                    <a:pt x="56783" y="3453"/>
                    <a:pt x="59388" y="3453"/>
                  </a:cubicBezTo>
                  <a:cubicBezTo>
                    <a:pt x="65516" y="3453"/>
                    <a:pt x="69193" y="8805"/>
                    <a:pt x="69193" y="17826"/>
                  </a:cubicBezTo>
                  <a:cubicBezTo>
                    <a:pt x="69193" y="26848"/>
                    <a:pt x="64137" y="44432"/>
                    <a:pt x="61379" y="50243"/>
                  </a:cubicBezTo>
                  <a:cubicBezTo>
                    <a:pt x="56170" y="60947"/>
                    <a:pt x="48816" y="65993"/>
                    <a:pt x="43148" y="65993"/>
                  </a:cubicBezTo>
                  <a:cubicBezTo>
                    <a:pt x="33036" y="65993"/>
                    <a:pt x="31044" y="53301"/>
                    <a:pt x="31044" y="52384"/>
                  </a:cubicBezTo>
                  <a:cubicBezTo>
                    <a:pt x="31044" y="52078"/>
                    <a:pt x="31044" y="51772"/>
                    <a:pt x="31504" y="49937"/>
                  </a:cubicBezTo>
                  <a:lnTo>
                    <a:pt x="39011" y="19967"/>
                  </a:lnTo>
                  <a:close/>
                </a:path>
              </a:pathLst>
            </a:custGeom>
            <a:solidFill>
              <a:srgbClr val="000000"/>
            </a:solidFill>
            <a:ln w="25400" cap="flat">
              <a:noFill/>
              <a:prstDash val="solid"/>
              <a:miter/>
            </a:ln>
          </p:spPr>
          <p:txBody>
            <a:bodyPr/>
            <a:lstStyle/>
            <a:p>
              <a:endParaRPr lang="en-US"/>
            </a:p>
          </p:txBody>
        </p:sp>
        <p:sp>
          <p:nvSpPr>
            <p:cNvPr id="2455" name="Freeform: Shape 2454">
              <a:extLst>
                <a:ext uri="{FF2B5EF4-FFF2-40B4-BE49-F238E27FC236}">
                  <a16:creationId xmlns:a16="http://schemas.microsoft.com/office/drawing/2014/main" id="{52DB073D-8A93-B310-ED76-AF8C0B75AB80}"/>
                </a:ext>
              </a:extLst>
            </p:cNvPr>
            <p:cNvSpPr/>
            <p:nvPr>
              <p:custDataLst>
                <p:tags r:id="rId20"/>
              </p:custDataLst>
            </p:nvPr>
          </p:nvSpPr>
          <p:spPr>
            <a:xfrm>
              <a:off x="5202185" y="5425420"/>
              <a:ext cx="32786" cy="102296"/>
            </a:xfrm>
            <a:custGeom>
              <a:avLst/>
              <a:gdLst>
                <a:gd name="csX0" fmla="*/ 22326 w 32786"/>
                <a:gd name="csY0" fmla="*/ 34799 h 102296"/>
                <a:gd name="csX1" fmla="*/ 877 w 32786"/>
                <a:gd name="csY1" fmla="*/ 36481 h 102296"/>
                <a:gd name="csX2" fmla="*/ 877 w 32786"/>
                <a:gd name="csY2" fmla="*/ 41221 h 102296"/>
                <a:gd name="csX3" fmla="*/ 12215 w 32786"/>
                <a:gd name="csY3" fmla="*/ 49631 h 102296"/>
                <a:gd name="csX4" fmla="*/ 12215 w 32786"/>
                <a:gd name="csY4" fmla="*/ 90764 h 102296"/>
                <a:gd name="csX5" fmla="*/ 264 w 32786"/>
                <a:gd name="csY5" fmla="*/ 97645 h 102296"/>
                <a:gd name="csX6" fmla="*/ 264 w 32786"/>
                <a:gd name="csY6" fmla="*/ 102385 h 102296"/>
                <a:gd name="csX7" fmla="*/ 17117 w 32786"/>
                <a:gd name="csY7" fmla="*/ 101926 h 102296"/>
                <a:gd name="csX8" fmla="*/ 33051 w 32786"/>
                <a:gd name="csY8" fmla="*/ 102385 h 102296"/>
                <a:gd name="csX9" fmla="*/ 33051 w 32786"/>
                <a:gd name="csY9" fmla="*/ 97645 h 102296"/>
                <a:gd name="csX10" fmla="*/ 22326 w 32786"/>
                <a:gd name="csY10" fmla="*/ 90917 h 102296"/>
                <a:gd name="csX11" fmla="*/ 22326 w 32786"/>
                <a:gd name="csY11" fmla="*/ 34799 h 102296"/>
                <a:gd name="csX12" fmla="*/ 22939 w 32786"/>
                <a:gd name="csY12" fmla="*/ 8193 h 102296"/>
                <a:gd name="csX13" fmla="*/ 14819 w 32786"/>
                <a:gd name="csY13" fmla="*/ 89 h 102296"/>
                <a:gd name="csX14" fmla="*/ 6699 w 32786"/>
                <a:gd name="csY14" fmla="*/ 8193 h 102296"/>
                <a:gd name="csX15" fmla="*/ 14819 w 32786"/>
                <a:gd name="csY15" fmla="*/ 16297 h 102296"/>
                <a:gd name="csX16" fmla="*/ 22939 w 32786"/>
                <a:gd name="csY16" fmla="*/ 8193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86" h="102296">
                  <a:moveTo>
                    <a:pt x="22326" y="34799"/>
                  </a:moveTo>
                  <a:lnTo>
                    <a:pt x="877" y="36481"/>
                  </a:lnTo>
                  <a:lnTo>
                    <a:pt x="877" y="41221"/>
                  </a:lnTo>
                  <a:cubicBezTo>
                    <a:pt x="10836" y="41221"/>
                    <a:pt x="12215" y="42139"/>
                    <a:pt x="12215" y="49631"/>
                  </a:cubicBezTo>
                  <a:lnTo>
                    <a:pt x="12215" y="90764"/>
                  </a:lnTo>
                  <a:cubicBezTo>
                    <a:pt x="12215" y="97645"/>
                    <a:pt x="10529" y="97645"/>
                    <a:pt x="264" y="97645"/>
                  </a:cubicBezTo>
                  <a:lnTo>
                    <a:pt x="264" y="102385"/>
                  </a:lnTo>
                  <a:cubicBezTo>
                    <a:pt x="5167" y="102232"/>
                    <a:pt x="13440" y="101926"/>
                    <a:pt x="17117" y="101926"/>
                  </a:cubicBezTo>
                  <a:cubicBezTo>
                    <a:pt x="22480" y="101926"/>
                    <a:pt x="27842" y="102232"/>
                    <a:pt x="33051" y="102385"/>
                  </a:cubicBezTo>
                  <a:lnTo>
                    <a:pt x="33051" y="97645"/>
                  </a:lnTo>
                  <a:cubicBezTo>
                    <a:pt x="22939" y="97645"/>
                    <a:pt x="22326" y="96880"/>
                    <a:pt x="22326" y="90917"/>
                  </a:cubicBezTo>
                  <a:lnTo>
                    <a:pt x="22326" y="34799"/>
                  </a:lnTo>
                  <a:close/>
                  <a:moveTo>
                    <a:pt x="22939" y="8193"/>
                  </a:moveTo>
                  <a:cubicBezTo>
                    <a:pt x="22939" y="3300"/>
                    <a:pt x="19109" y="89"/>
                    <a:pt x="14819" y="89"/>
                  </a:cubicBezTo>
                  <a:cubicBezTo>
                    <a:pt x="10070" y="89"/>
                    <a:pt x="6699" y="4217"/>
                    <a:pt x="6699" y="8193"/>
                  </a:cubicBezTo>
                  <a:cubicBezTo>
                    <a:pt x="6699" y="12321"/>
                    <a:pt x="10070" y="16297"/>
                    <a:pt x="14819" y="16297"/>
                  </a:cubicBezTo>
                  <a:cubicBezTo>
                    <a:pt x="19109" y="16297"/>
                    <a:pt x="22939" y="13086"/>
                    <a:pt x="22939" y="8193"/>
                  </a:cubicBezTo>
                  <a:close/>
                </a:path>
              </a:pathLst>
            </a:custGeom>
            <a:solidFill>
              <a:srgbClr val="000000"/>
            </a:solidFill>
            <a:ln w="25400" cap="flat">
              <a:noFill/>
              <a:prstDash val="solid"/>
              <a:miter/>
            </a:ln>
          </p:spPr>
          <p:txBody>
            <a:bodyPr/>
            <a:lstStyle/>
            <a:p>
              <a:endParaRPr lang="en-US"/>
            </a:p>
          </p:txBody>
        </p:sp>
        <p:sp>
          <p:nvSpPr>
            <p:cNvPr id="2456" name="Freeform: Shape 2455">
              <a:extLst>
                <a:ext uri="{FF2B5EF4-FFF2-40B4-BE49-F238E27FC236}">
                  <a16:creationId xmlns:a16="http://schemas.microsoft.com/office/drawing/2014/main" id="{ECE44474-4DFE-7F54-E14F-EB873ED3A9D8}"/>
                </a:ext>
              </a:extLst>
            </p:cNvPr>
            <p:cNvSpPr/>
            <p:nvPr>
              <p:custDataLst>
                <p:tags r:id="rId21"/>
              </p:custDataLst>
            </p:nvPr>
          </p:nvSpPr>
          <p:spPr>
            <a:xfrm>
              <a:off x="5244743" y="5419915"/>
              <a:ext cx="49639" cy="107801"/>
            </a:xfrm>
            <a:custGeom>
              <a:avLst/>
              <a:gdLst>
                <a:gd name="csX0" fmla="*/ 22023 w 49639"/>
                <a:gd name="csY0" fmla="*/ 41986 h 107801"/>
                <a:gd name="csX1" fmla="*/ 22023 w 49639"/>
                <a:gd name="csY1" fmla="*/ 24248 h 107801"/>
                <a:gd name="csX2" fmla="*/ 36118 w 49639"/>
                <a:gd name="csY2" fmla="*/ 3453 h 107801"/>
                <a:gd name="csX3" fmla="*/ 41174 w 49639"/>
                <a:gd name="csY3" fmla="*/ 4523 h 107801"/>
                <a:gd name="csX4" fmla="*/ 36578 w 49639"/>
                <a:gd name="csY4" fmla="*/ 10945 h 107801"/>
                <a:gd name="csX5" fmla="*/ 43165 w 49639"/>
                <a:gd name="csY5" fmla="*/ 17520 h 107801"/>
                <a:gd name="csX6" fmla="*/ 49907 w 49639"/>
                <a:gd name="csY6" fmla="*/ 10792 h 107801"/>
                <a:gd name="csX7" fmla="*/ 36118 w 49639"/>
                <a:gd name="csY7" fmla="*/ 89 h 107801"/>
                <a:gd name="csX8" fmla="*/ 12371 w 49639"/>
                <a:gd name="csY8" fmla="*/ 24401 h 107801"/>
                <a:gd name="csX9" fmla="*/ 12371 w 49639"/>
                <a:gd name="csY9" fmla="*/ 41986 h 107801"/>
                <a:gd name="csX10" fmla="*/ 267 w 49639"/>
                <a:gd name="csY10" fmla="*/ 41986 h 107801"/>
                <a:gd name="csX11" fmla="*/ 267 w 49639"/>
                <a:gd name="csY11" fmla="*/ 46726 h 107801"/>
                <a:gd name="csX12" fmla="*/ 12371 w 49639"/>
                <a:gd name="csY12" fmla="*/ 46726 h 107801"/>
                <a:gd name="csX13" fmla="*/ 12371 w 49639"/>
                <a:gd name="csY13" fmla="*/ 96269 h 107801"/>
                <a:gd name="csX14" fmla="*/ 420 w 49639"/>
                <a:gd name="csY14" fmla="*/ 103150 h 107801"/>
                <a:gd name="csX15" fmla="*/ 420 w 49639"/>
                <a:gd name="csY15" fmla="*/ 107890 h 107801"/>
                <a:gd name="csX16" fmla="*/ 17886 w 49639"/>
                <a:gd name="csY16" fmla="*/ 107431 h 107801"/>
                <a:gd name="csX17" fmla="*/ 37344 w 49639"/>
                <a:gd name="csY17" fmla="*/ 107890 h 107801"/>
                <a:gd name="csX18" fmla="*/ 37344 w 49639"/>
                <a:gd name="csY18" fmla="*/ 103150 h 107801"/>
                <a:gd name="csX19" fmla="*/ 34126 w 49639"/>
                <a:gd name="csY19" fmla="*/ 103150 h 107801"/>
                <a:gd name="csX20" fmla="*/ 22482 w 49639"/>
                <a:gd name="csY20" fmla="*/ 95963 h 107801"/>
                <a:gd name="csX21" fmla="*/ 22482 w 49639"/>
                <a:gd name="csY21" fmla="*/ 46726 h 107801"/>
                <a:gd name="csX22" fmla="*/ 39948 w 49639"/>
                <a:gd name="csY22" fmla="*/ 46726 h 107801"/>
                <a:gd name="csX23" fmla="*/ 39948 w 49639"/>
                <a:gd name="csY23" fmla="*/ 41986 h 107801"/>
                <a:gd name="csX24" fmla="*/ 22023 w 49639"/>
                <a:gd name="csY24" fmla="*/ 41986 h 1078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49639" h="107801">
                  <a:moveTo>
                    <a:pt x="22023" y="41986"/>
                  </a:moveTo>
                  <a:lnTo>
                    <a:pt x="22023" y="24248"/>
                  </a:lnTo>
                  <a:cubicBezTo>
                    <a:pt x="22023" y="10792"/>
                    <a:pt x="29377" y="3453"/>
                    <a:pt x="36118" y="3453"/>
                  </a:cubicBezTo>
                  <a:cubicBezTo>
                    <a:pt x="36578" y="3453"/>
                    <a:pt x="38876" y="3453"/>
                    <a:pt x="41174" y="4523"/>
                  </a:cubicBezTo>
                  <a:cubicBezTo>
                    <a:pt x="39335" y="5135"/>
                    <a:pt x="36578" y="7123"/>
                    <a:pt x="36578" y="10945"/>
                  </a:cubicBezTo>
                  <a:cubicBezTo>
                    <a:pt x="36578" y="14462"/>
                    <a:pt x="39029" y="17520"/>
                    <a:pt x="43165" y="17520"/>
                  </a:cubicBezTo>
                  <a:cubicBezTo>
                    <a:pt x="47608" y="17520"/>
                    <a:pt x="49907" y="14462"/>
                    <a:pt x="49907" y="10792"/>
                  </a:cubicBezTo>
                  <a:cubicBezTo>
                    <a:pt x="49907" y="5135"/>
                    <a:pt x="44238" y="89"/>
                    <a:pt x="36118" y="89"/>
                  </a:cubicBezTo>
                  <a:cubicBezTo>
                    <a:pt x="25393" y="89"/>
                    <a:pt x="12371" y="8193"/>
                    <a:pt x="12371" y="24401"/>
                  </a:cubicBezTo>
                  <a:lnTo>
                    <a:pt x="12371" y="41986"/>
                  </a:lnTo>
                  <a:lnTo>
                    <a:pt x="267" y="41986"/>
                  </a:lnTo>
                  <a:lnTo>
                    <a:pt x="267" y="46726"/>
                  </a:lnTo>
                  <a:lnTo>
                    <a:pt x="12371" y="46726"/>
                  </a:lnTo>
                  <a:lnTo>
                    <a:pt x="12371" y="96269"/>
                  </a:lnTo>
                  <a:cubicBezTo>
                    <a:pt x="12371" y="103150"/>
                    <a:pt x="10685" y="103150"/>
                    <a:pt x="420" y="103150"/>
                  </a:cubicBezTo>
                  <a:lnTo>
                    <a:pt x="420" y="107890"/>
                  </a:lnTo>
                  <a:cubicBezTo>
                    <a:pt x="6396" y="107737"/>
                    <a:pt x="13596" y="107431"/>
                    <a:pt x="17886" y="107431"/>
                  </a:cubicBezTo>
                  <a:cubicBezTo>
                    <a:pt x="24014" y="107431"/>
                    <a:pt x="31215" y="107431"/>
                    <a:pt x="37344" y="107890"/>
                  </a:cubicBezTo>
                  <a:lnTo>
                    <a:pt x="37344" y="103150"/>
                  </a:lnTo>
                  <a:lnTo>
                    <a:pt x="34126" y="103150"/>
                  </a:lnTo>
                  <a:cubicBezTo>
                    <a:pt x="22789" y="103150"/>
                    <a:pt x="22482" y="101468"/>
                    <a:pt x="22482" y="95963"/>
                  </a:cubicBezTo>
                  <a:lnTo>
                    <a:pt x="22482" y="46726"/>
                  </a:lnTo>
                  <a:lnTo>
                    <a:pt x="39948" y="46726"/>
                  </a:lnTo>
                  <a:lnTo>
                    <a:pt x="39948" y="41986"/>
                  </a:lnTo>
                  <a:lnTo>
                    <a:pt x="22023" y="41986"/>
                  </a:lnTo>
                  <a:close/>
                </a:path>
              </a:pathLst>
            </a:custGeom>
            <a:solidFill>
              <a:srgbClr val="000000"/>
            </a:solidFill>
            <a:ln w="25400" cap="flat">
              <a:noFill/>
              <a:prstDash val="solid"/>
              <a:miter/>
            </a:ln>
          </p:spPr>
          <p:txBody>
            <a:bodyPr/>
            <a:lstStyle/>
            <a:p>
              <a:endParaRPr lang="en-US"/>
            </a:p>
          </p:txBody>
        </p:sp>
        <p:sp>
          <p:nvSpPr>
            <p:cNvPr id="2457" name="Freeform: Shape 2456">
              <a:extLst>
                <a:ext uri="{FF2B5EF4-FFF2-40B4-BE49-F238E27FC236}">
                  <a16:creationId xmlns:a16="http://schemas.microsoft.com/office/drawing/2014/main" id="{8FF82D5B-9E82-455C-09F4-139BF3EC1C15}"/>
                </a:ext>
              </a:extLst>
            </p:cNvPr>
            <p:cNvSpPr/>
            <p:nvPr>
              <p:custDataLst>
                <p:tags r:id="rId22"/>
              </p:custDataLst>
            </p:nvPr>
          </p:nvSpPr>
          <p:spPr>
            <a:xfrm>
              <a:off x="5342013" y="5460130"/>
              <a:ext cx="70628" cy="98932"/>
            </a:xfrm>
            <a:custGeom>
              <a:avLst/>
              <a:gdLst>
                <a:gd name="csX0" fmla="*/ 70290 w 70628"/>
                <a:gd name="csY0" fmla="*/ 9416 h 98932"/>
                <a:gd name="csX1" fmla="*/ 70902 w 70628"/>
                <a:gd name="csY1" fmla="*/ 5899 h 98932"/>
                <a:gd name="csX2" fmla="*/ 66459 w 70628"/>
                <a:gd name="csY2" fmla="*/ 1771 h 98932"/>
                <a:gd name="csX3" fmla="*/ 61097 w 70628"/>
                <a:gd name="csY3" fmla="*/ 4982 h 98932"/>
                <a:gd name="csX4" fmla="*/ 58952 w 70628"/>
                <a:gd name="csY4" fmla="*/ 13239 h 98932"/>
                <a:gd name="csX5" fmla="*/ 55888 w 70628"/>
                <a:gd name="csY5" fmla="*/ 25472 h 98932"/>
                <a:gd name="csX6" fmla="*/ 48994 w 70628"/>
                <a:gd name="csY6" fmla="*/ 52995 h 98932"/>
                <a:gd name="csX7" fmla="*/ 31681 w 70628"/>
                <a:gd name="csY7" fmla="*/ 65993 h 98932"/>
                <a:gd name="csX8" fmla="*/ 22182 w 70628"/>
                <a:gd name="csY8" fmla="*/ 53607 h 98932"/>
                <a:gd name="csX9" fmla="*/ 29996 w 70628"/>
                <a:gd name="csY9" fmla="*/ 23637 h 98932"/>
                <a:gd name="csX10" fmla="*/ 33060 w 70628"/>
                <a:gd name="csY10" fmla="*/ 12627 h 98932"/>
                <a:gd name="csX11" fmla="*/ 20497 w 70628"/>
                <a:gd name="csY11" fmla="*/ 89 h 98932"/>
                <a:gd name="csX12" fmla="*/ 274 w 70628"/>
                <a:gd name="csY12" fmla="*/ 23637 h 98932"/>
                <a:gd name="csX13" fmla="*/ 2112 w 70628"/>
                <a:gd name="csY13" fmla="*/ 25166 h 98932"/>
                <a:gd name="csX14" fmla="*/ 4563 w 70628"/>
                <a:gd name="csY14" fmla="*/ 22414 h 98932"/>
                <a:gd name="csX15" fmla="*/ 20037 w 70628"/>
                <a:gd name="csY15" fmla="*/ 3453 h 98932"/>
                <a:gd name="csX16" fmla="*/ 23868 w 70628"/>
                <a:gd name="csY16" fmla="*/ 8346 h 98932"/>
                <a:gd name="csX17" fmla="*/ 21263 w 70628"/>
                <a:gd name="csY17" fmla="*/ 19049 h 98932"/>
                <a:gd name="csX18" fmla="*/ 12377 w 70628"/>
                <a:gd name="csY18" fmla="*/ 51160 h 98932"/>
                <a:gd name="csX19" fmla="*/ 31068 w 70628"/>
                <a:gd name="csY19" fmla="*/ 69357 h 98932"/>
                <a:gd name="csX20" fmla="*/ 46542 w 70628"/>
                <a:gd name="csY20" fmla="*/ 62476 h 98932"/>
                <a:gd name="csX21" fmla="*/ 36584 w 70628"/>
                <a:gd name="csY21" fmla="*/ 86024 h 98932"/>
                <a:gd name="csX22" fmla="*/ 19731 w 70628"/>
                <a:gd name="csY22" fmla="*/ 95657 h 98932"/>
                <a:gd name="csX23" fmla="*/ 8087 w 70628"/>
                <a:gd name="csY23" fmla="*/ 89235 h 98932"/>
                <a:gd name="csX24" fmla="*/ 14675 w 70628"/>
                <a:gd name="csY24" fmla="*/ 87400 h 98932"/>
                <a:gd name="csX25" fmla="*/ 17739 w 70628"/>
                <a:gd name="csY25" fmla="*/ 81131 h 98932"/>
                <a:gd name="csX26" fmla="*/ 12071 w 70628"/>
                <a:gd name="csY26" fmla="*/ 75779 h 98932"/>
                <a:gd name="csX27" fmla="*/ 3491 w 70628"/>
                <a:gd name="csY27" fmla="*/ 85718 h 98932"/>
                <a:gd name="csX28" fmla="*/ 19731 w 70628"/>
                <a:gd name="csY28" fmla="*/ 99021 h 98932"/>
                <a:gd name="csX29" fmla="*/ 55582 w 70628"/>
                <a:gd name="csY29" fmla="*/ 67828 h 98932"/>
                <a:gd name="csX30" fmla="*/ 70290 w 70628"/>
                <a:gd name="csY30" fmla="*/ 9416 h 98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70628" h="98932">
                  <a:moveTo>
                    <a:pt x="70290" y="9416"/>
                  </a:moveTo>
                  <a:cubicBezTo>
                    <a:pt x="70902" y="7275"/>
                    <a:pt x="70902" y="6970"/>
                    <a:pt x="70902" y="5899"/>
                  </a:cubicBezTo>
                  <a:cubicBezTo>
                    <a:pt x="70902" y="3147"/>
                    <a:pt x="68758" y="1771"/>
                    <a:pt x="66459" y="1771"/>
                  </a:cubicBezTo>
                  <a:cubicBezTo>
                    <a:pt x="64927" y="1771"/>
                    <a:pt x="62476" y="2688"/>
                    <a:pt x="61097" y="4982"/>
                  </a:cubicBezTo>
                  <a:cubicBezTo>
                    <a:pt x="60791" y="5746"/>
                    <a:pt x="59565" y="10487"/>
                    <a:pt x="58952" y="13239"/>
                  </a:cubicBezTo>
                  <a:cubicBezTo>
                    <a:pt x="57880" y="17215"/>
                    <a:pt x="56807" y="21343"/>
                    <a:pt x="55888" y="25472"/>
                  </a:cubicBezTo>
                  <a:lnTo>
                    <a:pt x="48994" y="52995"/>
                  </a:lnTo>
                  <a:cubicBezTo>
                    <a:pt x="48381" y="55289"/>
                    <a:pt x="41793" y="65993"/>
                    <a:pt x="31681" y="65993"/>
                  </a:cubicBezTo>
                  <a:cubicBezTo>
                    <a:pt x="23868" y="65993"/>
                    <a:pt x="22182" y="59265"/>
                    <a:pt x="22182" y="53607"/>
                  </a:cubicBezTo>
                  <a:cubicBezTo>
                    <a:pt x="22182" y="46573"/>
                    <a:pt x="24787" y="37093"/>
                    <a:pt x="29996" y="23637"/>
                  </a:cubicBezTo>
                  <a:cubicBezTo>
                    <a:pt x="32447" y="17367"/>
                    <a:pt x="33060" y="15685"/>
                    <a:pt x="33060" y="12627"/>
                  </a:cubicBezTo>
                  <a:cubicBezTo>
                    <a:pt x="33060" y="5746"/>
                    <a:pt x="28157" y="89"/>
                    <a:pt x="20497" y="89"/>
                  </a:cubicBezTo>
                  <a:cubicBezTo>
                    <a:pt x="5942" y="89"/>
                    <a:pt x="274" y="22261"/>
                    <a:pt x="274" y="23637"/>
                  </a:cubicBezTo>
                  <a:cubicBezTo>
                    <a:pt x="274" y="25166"/>
                    <a:pt x="1806" y="25166"/>
                    <a:pt x="2112" y="25166"/>
                  </a:cubicBezTo>
                  <a:cubicBezTo>
                    <a:pt x="3644" y="25166"/>
                    <a:pt x="3797" y="24860"/>
                    <a:pt x="4563" y="22414"/>
                  </a:cubicBezTo>
                  <a:cubicBezTo>
                    <a:pt x="8700" y="8040"/>
                    <a:pt x="14828" y="3453"/>
                    <a:pt x="20037" y="3453"/>
                  </a:cubicBezTo>
                  <a:cubicBezTo>
                    <a:pt x="21263" y="3453"/>
                    <a:pt x="23868" y="3453"/>
                    <a:pt x="23868" y="8346"/>
                  </a:cubicBezTo>
                  <a:cubicBezTo>
                    <a:pt x="23868" y="12169"/>
                    <a:pt x="22336" y="16144"/>
                    <a:pt x="21263" y="19049"/>
                  </a:cubicBezTo>
                  <a:cubicBezTo>
                    <a:pt x="15135" y="35258"/>
                    <a:pt x="12377" y="43974"/>
                    <a:pt x="12377" y="51160"/>
                  </a:cubicBezTo>
                  <a:cubicBezTo>
                    <a:pt x="12377" y="64769"/>
                    <a:pt x="22029" y="69357"/>
                    <a:pt x="31068" y="69357"/>
                  </a:cubicBezTo>
                  <a:cubicBezTo>
                    <a:pt x="37043" y="69357"/>
                    <a:pt x="42253" y="66757"/>
                    <a:pt x="46542" y="62476"/>
                  </a:cubicBezTo>
                  <a:cubicBezTo>
                    <a:pt x="44551" y="70427"/>
                    <a:pt x="42712" y="77920"/>
                    <a:pt x="36584" y="86024"/>
                  </a:cubicBezTo>
                  <a:cubicBezTo>
                    <a:pt x="32600" y="91223"/>
                    <a:pt x="26779" y="95657"/>
                    <a:pt x="19731" y="95657"/>
                  </a:cubicBezTo>
                  <a:cubicBezTo>
                    <a:pt x="17586" y="95657"/>
                    <a:pt x="10692" y="95198"/>
                    <a:pt x="8087" y="89235"/>
                  </a:cubicBezTo>
                  <a:cubicBezTo>
                    <a:pt x="10539" y="89235"/>
                    <a:pt x="12530" y="89235"/>
                    <a:pt x="14675" y="87400"/>
                  </a:cubicBezTo>
                  <a:cubicBezTo>
                    <a:pt x="16207" y="86024"/>
                    <a:pt x="17739" y="84036"/>
                    <a:pt x="17739" y="81131"/>
                  </a:cubicBezTo>
                  <a:cubicBezTo>
                    <a:pt x="17739" y="76390"/>
                    <a:pt x="13603" y="75779"/>
                    <a:pt x="12071" y="75779"/>
                  </a:cubicBezTo>
                  <a:cubicBezTo>
                    <a:pt x="8547" y="75779"/>
                    <a:pt x="3491" y="78225"/>
                    <a:pt x="3491" y="85718"/>
                  </a:cubicBezTo>
                  <a:cubicBezTo>
                    <a:pt x="3491" y="93363"/>
                    <a:pt x="10232" y="99021"/>
                    <a:pt x="19731" y="99021"/>
                  </a:cubicBezTo>
                  <a:cubicBezTo>
                    <a:pt x="35511" y="99021"/>
                    <a:pt x="51292" y="85106"/>
                    <a:pt x="55582" y="67828"/>
                  </a:cubicBezTo>
                  <a:lnTo>
                    <a:pt x="70290" y="9416"/>
                  </a:lnTo>
                  <a:close/>
                </a:path>
              </a:pathLst>
            </a:custGeom>
            <a:solidFill>
              <a:srgbClr val="000000"/>
            </a:solidFill>
            <a:ln w="25400" cap="flat">
              <a:noFill/>
              <a:prstDash val="solid"/>
              <a:miter/>
            </a:ln>
          </p:spPr>
          <p:txBody>
            <a:bodyPr/>
            <a:lstStyle/>
            <a:p>
              <a:endParaRPr lang="en-US"/>
            </a:p>
          </p:txBody>
        </p:sp>
        <p:sp>
          <p:nvSpPr>
            <p:cNvPr id="2458" name="Freeform: Shape 2457">
              <a:extLst>
                <a:ext uri="{FF2B5EF4-FFF2-40B4-BE49-F238E27FC236}">
                  <a16:creationId xmlns:a16="http://schemas.microsoft.com/office/drawing/2014/main" id="{8054EC84-615D-D390-05F6-F052AD93FDC7}"/>
                </a:ext>
              </a:extLst>
            </p:cNvPr>
            <p:cNvSpPr/>
            <p:nvPr>
              <p:custDataLst>
                <p:tags r:id="rId23"/>
              </p:custDataLst>
            </p:nvPr>
          </p:nvSpPr>
          <p:spPr>
            <a:xfrm>
              <a:off x="5469318" y="5471598"/>
              <a:ext cx="101883" cy="35780"/>
            </a:xfrm>
            <a:custGeom>
              <a:avLst/>
              <a:gdLst>
                <a:gd name="csX0" fmla="*/ 96956 w 101883"/>
                <a:gd name="csY0" fmla="*/ 6205 h 35780"/>
                <a:gd name="csX1" fmla="*/ 102165 w 101883"/>
                <a:gd name="csY1" fmla="*/ 3147 h 35780"/>
                <a:gd name="csX2" fmla="*/ 97109 w 101883"/>
                <a:gd name="csY2" fmla="*/ 89 h 35780"/>
                <a:gd name="csX3" fmla="*/ 5337 w 101883"/>
                <a:gd name="csY3" fmla="*/ 89 h 35780"/>
                <a:gd name="csX4" fmla="*/ 282 w 101883"/>
                <a:gd name="csY4" fmla="*/ 3147 h 35780"/>
                <a:gd name="csX5" fmla="*/ 5491 w 101883"/>
                <a:gd name="csY5" fmla="*/ 6205 h 35780"/>
                <a:gd name="csX6" fmla="*/ 96956 w 101883"/>
                <a:gd name="csY6" fmla="*/ 6205 h 35780"/>
                <a:gd name="csX7" fmla="*/ 97109 w 101883"/>
                <a:gd name="csY7" fmla="*/ 35870 h 35780"/>
                <a:gd name="csX8" fmla="*/ 102165 w 101883"/>
                <a:gd name="csY8" fmla="*/ 32811 h 35780"/>
                <a:gd name="csX9" fmla="*/ 96956 w 101883"/>
                <a:gd name="csY9" fmla="*/ 29753 h 35780"/>
                <a:gd name="csX10" fmla="*/ 5491 w 101883"/>
                <a:gd name="csY10" fmla="*/ 29753 h 35780"/>
                <a:gd name="csX11" fmla="*/ 282 w 101883"/>
                <a:gd name="csY11" fmla="*/ 32811 h 35780"/>
                <a:gd name="csX12" fmla="*/ 5337 w 101883"/>
                <a:gd name="csY12" fmla="*/ 35870 h 35780"/>
                <a:gd name="csX13" fmla="*/ 97109 w 101883"/>
                <a:gd name="csY13" fmla="*/ 35870 h 35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01883" h="35780">
                  <a:moveTo>
                    <a:pt x="96956" y="6205"/>
                  </a:moveTo>
                  <a:cubicBezTo>
                    <a:pt x="99254" y="6205"/>
                    <a:pt x="102165" y="6205"/>
                    <a:pt x="102165" y="3147"/>
                  </a:cubicBezTo>
                  <a:cubicBezTo>
                    <a:pt x="102165" y="89"/>
                    <a:pt x="99254" y="89"/>
                    <a:pt x="97109" y="89"/>
                  </a:cubicBezTo>
                  <a:lnTo>
                    <a:pt x="5337" y="89"/>
                  </a:lnTo>
                  <a:cubicBezTo>
                    <a:pt x="3193" y="89"/>
                    <a:pt x="282" y="89"/>
                    <a:pt x="282" y="3147"/>
                  </a:cubicBezTo>
                  <a:cubicBezTo>
                    <a:pt x="282" y="6205"/>
                    <a:pt x="3193" y="6205"/>
                    <a:pt x="5491" y="6205"/>
                  </a:cubicBezTo>
                  <a:lnTo>
                    <a:pt x="96956" y="6205"/>
                  </a:lnTo>
                  <a:close/>
                  <a:moveTo>
                    <a:pt x="97109" y="35870"/>
                  </a:moveTo>
                  <a:cubicBezTo>
                    <a:pt x="99254" y="35870"/>
                    <a:pt x="102165" y="35870"/>
                    <a:pt x="102165" y="32811"/>
                  </a:cubicBezTo>
                  <a:cubicBezTo>
                    <a:pt x="102165" y="29753"/>
                    <a:pt x="99254" y="29753"/>
                    <a:pt x="96956" y="29753"/>
                  </a:cubicBezTo>
                  <a:lnTo>
                    <a:pt x="5491" y="29753"/>
                  </a:lnTo>
                  <a:cubicBezTo>
                    <a:pt x="3193" y="29753"/>
                    <a:pt x="282" y="29753"/>
                    <a:pt x="282" y="32811"/>
                  </a:cubicBezTo>
                  <a:cubicBezTo>
                    <a:pt x="282" y="35870"/>
                    <a:pt x="3193" y="35870"/>
                    <a:pt x="5337" y="35870"/>
                  </a:cubicBezTo>
                  <a:lnTo>
                    <a:pt x="97109" y="35870"/>
                  </a:lnTo>
                  <a:close/>
                </a:path>
              </a:pathLst>
            </a:custGeom>
            <a:solidFill>
              <a:srgbClr val="000000"/>
            </a:solidFill>
            <a:ln w="25400" cap="flat">
              <a:noFill/>
              <a:prstDash val="solid"/>
              <a:miter/>
            </a:ln>
          </p:spPr>
          <p:txBody>
            <a:bodyPr/>
            <a:lstStyle/>
            <a:p>
              <a:endParaRPr lang="en-US"/>
            </a:p>
          </p:txBody>
        </p:sp>
        <p:sp>
          <p:nvSpPr>
            <p:cNvPr id="2459" name="Freeform: Shape 2458">
              <a:extLst>
                <a:ext uri="{FF2B5EF4-FFF2-40B4-BE49-F238E27FC236}">
                  <a16:creationId xmlns:a16="http://schemas.microsoft.com/office/drawing/2014/main" id="{3864D481-DBDC-9AE2-600D-B238BE6FB482}"/>
                </a:ext>
              </a:extLst>
            </p:cNvPr>
            <p:cNvSpPr/>
            <p:nvPr>
              <p:custDataLst>
                <p:tags r:id="rId24"/>
              </p:custDataLst>
            </p:nvPr>
          </p:nvSpPr>
          <p:spPr>
            <a:xfrm>
              <a:off x="5628433" y="5425879"/>
              <a:ext cx="64500" cy="105201"/>
            </a:xfrm>
            <a:custGeom>
              <a:avLst/>
              <a:gdLst>
                <a:gd name="csX0" fmla="*/ 64793 w 64500"/>
                <a:gd name="csY0" fmla="*/ 52995 h 105201"/>
                <a:gd name="csX1" fmla="*/ 58664 w 64500"/>
                <a:gd name="csY1" fmla="*/ 17215 h 105201"/>
                <a:gd name="csX2" fmla="*/ 32619 w 64500"/>
                <a:gd name="csY2" fmla="*/ 89 h 105201"/>
                <a:gd name="csX3" fmla="*/ 5961 w 64500"/>
                <a:gd name="csY3" fmla="*/ 18285 h 105201"/>
                <a:gd name="csX4" fmla="*/ 292 w 64500"/>
                <a:gd name="csY4" fmla="*/ 52995 h 105201"/>
                <a:gd name="csX5" fmla="*/ 7186 w 64500"/>
                <a:gd name="csY5" fmla="*/ 89846 h 105201"/>
                <a:gd name="csX6" fmla="*/ 32466 w 64500"/>
                <a:gd name="csY6" fmla="*/ 105290 h 105201"/>
                <a:gd name="csX7" fmla="*/ 59124 w 64500"/>
                <a:gd name="csY7" fmla="*/ 87553 h 105201"/>
                <a:gd name="csX8" fmla="*/ 64793 w 64500"/>
                <a:gd name="csY8" fmla="*/ 52995 h 105201"/>
                <a:gd name="csX9" fmla="*/ 32466 w 64500"/>
                <a:gd name="csY9" fmla="*/ 101926 h 105201"/>
                <a:gd name="csX10" fmla="*/ 14694 w 64500"/>
                <a:gd name="csY10" fmla="*/ 83424 h 105201"/>
                <a:gd name="csX11" fmla="*/ 13008 w 64500"/>
                <a:gd name="csY11" fmla="*/ 51160 h 105201"/>
                <a:gd name="csX12" fmla="*/ 14234 w 64500"/>
                <a:gd name="csY12" fmla="*/ 23025 h 105201"/>
                <a:gd name="csX13" fmla="*/ 32466 w 64500"/>
                <a:gd name="csY13" fmla="*/ 3453 h 105201"/>
                <a:gd name="csX14" fmla="*/ 50544 w 64500"/>
                <a:gd name="csY14" fmla="*/ 21343 h 105201"/>
                <a:gd name="csX15" fmla="*/ 52076 w 64500"/>
                <a:gd name="csY15" fmla="*/ 51160 h 105201"/>
                <a:gd name="csX16" fmla="*/ 50391 w 64500"/>
                <a:gd name="csY16" fmla="*/ 82813 h 105201"/>
                <a:gd name="csX17" fmla="*/ 32466 w 64500"/>
                <a:gd name="csY17" fmla="*/ 101926 h 1052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500" h="105201">
                  <a:moveTo>
                    <a:pt x="64793" y="52995"/>
                  </a:moveTo>
                  <a:cubicBezTo>
                    <a:pt x="64793" y="40763"/>
                    <a:pt x="64027" y="28530"/>
                    <a:pt x="58664" y="17215"/>
                  </a:cubicBezTo>
                  <a:cubicBezTo>
                    <a:pt x="51617" y="2535"/>
                    <a:pt x="39054" y="89"/>
                    <a:pt x="32619" y="89"/>
                  </a:cubicBezTo>
                  <a:cubicBezTo>
                    <a:pt x="23427" y="89"/>
                    <a:pt x="12242" y="4064"/>
                    <a:pt x="5961" y="18285"/>
                  </a:cubicBezTo>
                  <a:cubicBezTo>
                    <a:pt x="1058" y="28836"/>
                    <a:pt x="292" y="40763"/>
                    <a:pt x="292" y="52995"/>
                  </a:cubicBezTo>
                  <a:cubicBezTo>
                    <a:pt x="292" y="64464"/>
                    <a:pt x="905" y="78225"/>
                    <a:pt x="7186" y="89846"/>
                  </a:cubicBezTo>
                  <a:cubicBezTo>
                    <a:pt x="13774" y="102232"/>
                    <a:pt x="24959" y="105290"/>
                    <a:pt x="32466" y="105290"/>
                  </a:cubicBezTo>
                  <a:cubicBezTo>
                    <a:pt x="40739" y="105290"/>
                    <a:pt x="52383" y="102079"/>
                    <a:pt x="59124" y="87553"/>
                  </a:cubicBezTo>
                  <a:cubicBezTo>
                    <a:pt x="64027" y="77002"/>
                    <a:pt x="64793" y="65075"/>
                    <a:pt x="64793" y="52995"/>
                  </a:cubicBezTo>
                  <a:close/>
                  <a:moveTo>
                    <a:pt x="32466" y="101926"/>
                  </a:moveTo>
                  <a:cubicBezTo>
                    <a:pt x="26491" y="101926"/>
                    <a:pt x="17451" y="98104"/>
                    <a:pt x="14694" y="83424"/>
                  </a:cubicBezTo>
                  <a:cubicBezTo>
                    <a:pt x="13008" y="74250"/>
                    <a:pt x="13008" y="60182"/>
                    <a:pt x="13008" y="51160"/>
                  </a:cubicBezTo>
                  <a:cubicBezTo>
                    <a:pt x="13008" y="41374"/>
                    <a:pt x="13008" y="31282"/>
                    <a:pt x="14234" y="23025"/>
                  </a:cubicBezTo>
                  <a:cubicBezTo>
                    <a:pt x="17145" y="4829"/>
                    <a:pt x="28636" y="3453"/>
                    <a:pt x="32466" y="3453"/>
                  </a:cubicBezTo>
                  <a:cubicBezTo>
                    <a:pt x="37522" y="3453"/>
                    <a:pt x="47633" y="6205"/>
                    <a:pt x="50544" y="21343"/>
                  </a:cubicBezTo>
                  <a:cubicBezTo>
                    <a:pt x="52076" y="29906"/>
                    <a:pt x="52076" y="41527"/>
                    <a:pt x="52076" y="51160"/>
                  </a:cubicBezTo>
                  <a:cubicBezTo>
                    <a:pt x="52076" y="62629"/>
                    <a:pt x="52076" y="73026"/>
                    <a:pt x="50391" y="82813"/>
                  </a:cubicBezTo>
                  <a:cubicBezTo>
                    <a:pt x="48093" y="97339"/>
                    <a:pt x="39360" y="101926"/>
                    <a:pt x="32466" y="101926"/>
                  </a:cubicBezTo>
                  <a:close/>
                </a:path>
              </a:pathLst>
            </a:custGeom>
            <a:solidFill>
              <a:srgbClr val="000000"/>
            </a:solidFill>
            <a:ln w="25400" cap="flat">
              <a:noFill/>
              <a:prstDash val="solid"/>
              <a:miter/>
            </a:ln>
          </p:spPr>
          <p:txBody>
            <a:bodyPr/>
            <a:lstStyle/>
            <a:p>
              <a:endParaRPr lang="en-US"/>
            </a:p>
          </p:txBody>
        </p:sp>
      </p:grpSp>
      <p:grpSp>
        <p:nvGrpSpPr>
          <p:cNvPr id="19" name="Group 18">
            <a:extLst>
              <a:ext uri="{FF2B5EF4-FFF2-40B4-BE49-F238E27FC236}">
                <a16:creationId xmlns:a16="http://schemas.microsoft.com/office/drawing/2014/main" id="{06C78DD1-99FF-4AEB-12C7-99241A9BCA59}"/>
              </a:ext>
            </a:extLst>
          </p:cNvPr>
          <p:cNvGrpSpPr/>
          <p:nvPr/>
        </p:nvGrpSpPr>
        <p:grpSpPr>
          <a:xfrm>
            <a:off x="5844588" y="5081777"/>
            <a:ext cx="5638001" cy="752701"/>
            <a:chOff x="5844588" y="5081777"/>
            <a:chExt cx="5638001" cy="752701"/>
          </a:xfrm>
        </p:grpSpPr>
        <p:sp>
          <p:nvSpPr>
            <p:cNvPr id="3" name="TextBox 2">
              <a:extLst>
                <a:ext uri="{FF2B5EF4-FFF2-40B4-BE49-F238E27FC236}">
                  <a16:creationId xmlns:a16="http://schemas.microsoft.com/office/drawing/2014/main" id="{BD213EC2-CBC2-BE3A-86B2-A9DF49EAE8FE}"/>
                </a:ext>
              </a:extLst>
            </p:cNvPr>
            <p:cNvSpPr txBox="1"/>
            <p:nvPr/>
          </p:nvSpPr>
          <p:spPr>
            <a:xfrm>
              <a:off x="5903435" y="5311258"/>
              <a:ext cx="5579154" cy="523220"/>
            </a:xfrm>
            <a:prstGeom prst="rect">
              <a:avLst/>
            </a:prstGeom>
            <a:noFill/>
          </p:spPr>
          <p:txBody>
            <a:bodyPr wrap="square">
              <a:spAutoFit/>
            </a:bodyPr>
            <a:lstStyle>
              <a:defPPr>
                <a:defRPr lang="en-US"/>
              </a:defPPr>
              <a:lvl1pPr>
                <a:defRPr sz="900">
                  <a:solidFill>
                    <a:srgbClr val="00B0F0"/>
                  </a:solidFill>
                  <a:effectLst/>
                </a:defRPr>
              </a:lvl1pPr>
            </a:lstStyle>
            <a:p>
              <a:r>
                <a:rPr lang="en-GB" sz="700" noProof="0"/>
                <a:t>Croissant, Y. (2024). </a:t>
              </a:r>
              <a:r>
                <a:rPr lang="en-GB" sz="700" i="1" noProof="0" err="1"/>
                <a:t>Microeconometrics</a:t>
              </a:r>
              <a:r>
                <a:rPr lang="en-GB" sz="700" i="1" noProof="0"/>
                <a:t> with R</a:t>
              </a:r>
              <a:r>
                <a:rPr lang="en-GB" sz="700" noProof="0"/>
                <a:t> (1st ed.). Chapman and Hall/CRC. </a:t>
              </a:r>
              <a:r>
                <a:rPr lang="en-GB" sz="700" noProof="0">
                  <a:hlinkClick r:id="rId64"/>
                </a:rPr>
                <a:t>https://doi.org/10.1201/9781003100263</a:t>
              </a:r>
              <a:endParaRPr lang="en-GB" sz="700" noProof="0"/>
            </a:p>
            <a:p>
              <a:r>
                <a:rPr lang="en-GB" sz="700" noProof="0"/>
                <a:t>Cameron, A. C., &amp; Trivedi, P. K. (2005). </a:t>
              </a:r>
              <a:r>
                <a:rPr lang="en-GB" sz="700" i="1" noProof="0" err="1"/>
                <a:t>Microeconometrics</a:t>
              </a:r>
              <a:r>
                <a:rPr lang="en-GB" sz="700" i="1" noProof="0"/>
                <a:t>: Methods and Applications</a:t>
              </a:r>
              <a:r>
                <a:rPr lang="en-GB" sz="700" noProof="0"/>
                <a:t> (13th printing). Cambridge University Press.</a:t>
              </a:r>
            </a:p>
            <a:p>
              <a:r>
                <a:rPr lang="en-GB" sz="700" i="1" noProof="0"/>
                <a:t>Logit Regression | R Data Analysis Examples</a:t>
              </a:r>
              <a:r>
                <a:rPr lang="en-GB" sz="700" noProof="0"/>
                <a:t>. (n.d.). Retrieved September 28, 2025, from </a:t>
              </a:r>
              <a:r>
                <a:rPr lang="en-GB" sz="700" noProof="0">
                  <a:hlinkClick r:id="rId65"/>
                </a:rPr>
                <a:t>https://stats.oarc.ucla.edu/r/dae/logit-regression/</a:t>
              </a:r>
              <a:endParaRPr lang="en-GB" sz="700" noProof="0"/>
            </a:p>
            <a:p>
              <a:r>
                <a:rPr lang="en-GB" sz="700" i="1" noProof="0"/>
                <a:t>Getting Started </a:t>
              </a:r>
              <a:r>
                <a:rPr lang="en-GB" sz="700" i="1" noProof="0" err="1"/>
                <a:t>inLogit</a:t>
              </a:r>
              <a:r>
                <a:rPr lang="en-GB" sz="700" i="1" noProof="0"/>
                <a:t> and </a:t>
              </a:r>
              <a:r>
                <a:rPr lang="en-GB" sz="700" i="1" noProof="0" err="1"/>
                <a:t>OrderedLogit</a:t>
              </a:r>
              <a:r>
                <a:rPr lang="en-GB" sz="700" i="1" noProof="0"/>
                <a:t> Regression. </a:t>
              </a:r>
              <a:r>
                <a:rPr lang="en-GB" sz="700" noProof="0"/>
                <a:t>(</a:t>
              </a:r>
              <a:r>
                <a:rPr lang="en-GB" sz="700" noProof="0" err="1"/>
                <a:t>n.d</a:t>
              </a:r>
              <a:r>
                <a:rPr lang="en-GB" sz="700" noProof="0"/>
                <a:t>). Oscar Torres-Reyna. </a:t>
              </a:r>
              <a:r>
                <a:rPr lang="en-GB" sz="700" noProof="0">
                  <a:hlinkClick r:id="rId66"/>
                </a:rPr>
                <a:t>http://www.princeton.edu/~otorres/</a:t>
              </a:r>
              <a:endParaRPr lang="en-GB" sz="700" i="1" noProof="0"/>
            </a:p>
          </p:txBody>
        </p:sp>
        <p:sp>
          <p:nvSpPr>
            <p:cNvPr id="6" name="TextBox 5">
              <a:extLst>
                <a:ext uri="{FF2B5EF4-FFF2-40B4-BE49-F238E27FC236}">
                  <a16:creationId xmlns:a16="http://schemas.microsoft.com/office/drawing/2014/main" id="{932B4BA3-EBDC-7310-AE0F-211DE6E0BF5B}"/>
                </a:ext>
              </a:extLst>
            </p:cNvPr>
            <p:cNvSpPr txBox="1"/>
            <p:nvPr/>
          </p:nvSpPr>
          <p:spPr>
            <a:xfrm>
              <a:off x="5844588" y="5081777"/>
              <a:ext cx="4738971" cy="230832"/>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8" name="Group 17">
            <a:extLst>
              <a:ext uri="{FF2B5EF4-FFF2-40B4-BE49-F238E27FC236}">
                <a16:creationId xmlns:a16="http://schemas.microsoft.com/office/drawing/2014/main" id="{F4858DCD-C9A5-9D26-6987-5FFEC5D96D5A}"/>
              </a:ext>
            </a:extLst>
          </p:cNvPr>
          <p:cNvGrpSpPr/>
          <p:nvPr/>
        </p:nvGrpSpPr>
        <p:grpSpPr>
          <a:xfrm>
            <a:off x="6010344" y="1667057"/>
            <a:ext cx="5328198" cy="3446131"/>
            <a:chOff x="6010344" y="1667057"/>
            <a:chExt cx="5328198" cy="3446131"/>
          </a:xfrm>
        </p:grpSpPr>
        <p:pic>
          <p:nvPicPr>
            <p:cNvPr id="2352" name="Picture 2351">
              <a:extLst>
                <a:ext uri="{FF2B5EF4-FFF2-40B4-BE49-F238E27FC236}">
                  <a16:creationId xmlns:a16="http://schemas.microsoft.com/office/drawing/2014/main" id="{5C878A0D-F5B0-F4BA-E31A-2DACE508AAC9}"/>
                </a:ext>
              </a:extLst>
            </p:cNvPr>
            <p:cNvPicPr>
              <a:picLocks noChangeAspect="1"/>
            </p:cNvPicPr>
            <p:nvPr/>
          </p:nvPicPr>
          <p:blipFill>
            <a:blip r:embed="rId67"/>
            <a:srcRect t="11423"/>
            <a:stretch>
              <a:fillRect/>
            </a:stretch>
          </p:blipFill>
          <p:spPr>
            <a:xfrm>
              <a:off x="6096000" y="2095500"/>
              <a:ext cx="5057775" cy="2952962"/>
            </a:xfrm>
            <a:prstGeom prst="rect">
              <a:avLst/>
            </a:prstGeom>
          </p:spPr>
        </p:pic>
        <p:sp>
          <p:nvSpPr>
            <p:cNvPr id="8" name="TextBox 7">
              <a:extLst>
                <a:ext uri="{FF2B5EF4-FFF2-40B4-BE49-F238E27FC236}">
                  <a16:creationId xmlns:a16="http://schemas.microsoft.com/office/drawing/2014/main" id="{5CAA02D6-EE7F-A973-CA3F-BA1BCF17907C}"/>
                </a:ext>
              </a:extLst>
            </p:cNvPr>
            <p:cNvSpPr txBox="1"/>
            <p:nvPr/>
          </p:nvSpPr>
          <p:spPr>
            <a:xfrm>
              <a:off x="6141149" y="1667057"/>
              <a:ext cx="4442410"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Aptos" panose="020B0004020202020204"/>
                </a:rPr>
                <a:t>Bernoulli distribution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i="1">
                  <a:solidFill>
                    <a:prstClr val="black"/>
                  </a:solidFill>
                  <a:latin typeface="Aptos" panose="020B0004020202020204"/>
                </a:rPr>
                <a:t>Familias en acción</a:t>
              </a:r>
              <a:endParaRPr kumimoji="0" lang="en-GB" sz="1100" b="1" i="1" u="sng" strike="noStrike" kern="1200" cap="none" spc="0" normalizeH="0" baseline="0" noProof="0">
                <a:ln>
                  <a:noFill/>
                </a:ln>
                <a:solidFill>
                  <a:prstClr val="black"/>
                </a:solidFill>
                <a:effectLst/>
                <a:uLnTx/>
                <a:uFillTx/>
                <a:latin typeface="Aptos" panose="020B0004020202020204"/>
              </a:endParaRPr>
            </a:p>
          </p:txBody>
        </p:sp>
        <p:sp>
          <p:nvSpPr>
            <p:cNvPr id="9" name="TextBox 8">
              <a:extLst>
                <a:ext uri="{FF2B5EF4-FFF2-40B4-BE49-F238E27FC236}">
                  <a16:creationId xmlns:a16="http://schemas.microsoft.com/office/drawing/2014/main" id="{E51EC8F9-8362-6E89-FCE5-93BEBC4A0D6F}"/>
                </a:ext>
              </a:extLst>
            </p:cNvPr>
            <p:cNvSpPr txBox="1"/>
            <p:nvPr/>
          </p:nvSpPr>
          <p:spPr>
            <a:xfrm rot="16200000">
              <a:off x="5623973" y="3298194"/>
              <a:ext cx="1034351"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prstClr val="black"/>
                  </a:solidFill>
                  <a:effectLst/>
                  <a:uLnTx/>
                  <a:uFillTx/>
                  <a:latin typeface="Aptos" panose="020B0004020202020204"/>
                </a:rPr>
                <a:t>Probability</a:t>
              </a:r>
              <a:endParaRPr kumimoji="0" lang="en-GB" sz="900" b="1" i="1" u="sng" strike="noStrike" kern="1200" cap="none" spc="0" normalizeH="0" baseline="0" noProof="0">
                <a:ln>
                  <a:noFill/>
                </a:ln>
                <a:solidFill>
                  <a:prstClr val="black"/>
                </a:solidFill>
                <a:effectLst/>
                <a:uLnTx/>
                <a:uFillTx/>
                <a:latin typeface="Aptos" panose="020B0004020202020204"/>
              </a:endParaRPr>
            </a:p>
          </p:txBody>
        </p:sp>
        <p:sp>
          <p:nvSpPr>
            <p:cNvPr id="12" name="TextBox 11">
              <a:extLst>
                <a:ext uri="{FF2B5EF4-FFF2-40B4-BE49-F238E27FC236}">
                  <a16:creationId xmlns:a16="http://schemas.microsoft.com/office/drawing/2014/main" id="{79903ACF-6642-6A92-60A8-0B5352C1D20E}"/>
                </a:ext>
              </a:extLst>
            </p:cNvPr>
            <p:cNvSpPr txBox="1"/>
            <p:nvPr/>
          </p:nvSpPr>
          <p:spPr>
            <a:xfrm>
              <a:off x="7706373" y="4851578"/>
              <a:ext cx="1311962"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prstClr val="black"/>
                  </a:solidFill>
                  <a:effectLst/>
                  <a:uLnTx/>
                  <a:uFillTx/>
                  <a:latin typeface="Aptos" panose="020B0004020202020204"/>
                </a:rPr>
                <a:t>Participation</a:t>
              </a:r>
              <a:endParaRPr kumimoji="0" lang="en-GB" sz="900" b="1" i="1" u="sng" strike="noStrike" kern="1200" cap="none" spc="0" normalizeH="0" baseline="0" noProof="0">
                <a:ln>
                  <a:noFill/>
                </a:ln>
                <a:solidFill>
                  <a:prstClr val="black"/>
                </a:solidFill>
                <a:effectLst/>
                <a:uLnTx/>
                <a:uFillTx/>
                <a:latin typeface="Aptos" panose="020B0004020202020204"/>
              </a:endParaRPr>
            </a:p>
          </p:txBody>
        </p:sp>
        <p:sp>
          <p:nvSpPr>
            <p:cNvPr id="13" name="TextBox 12">
              <a:extLst>
                <a:ext uri="{FF2B5EF4-FFF2-40B4-BE49-F238E27FC236}">
                  <a16:creationId xmlns:a16="http://schemas.microsoft.com/office/drawing/2014/main" id="{158F11CC-BBC4-79E0-0E45-4A22D7BA5B61}"/>
                </a:ext>
              </a:extLst>
            </p:cNvPr>
            <p:cNvSpPr txBox="1"/>
            <p:nvPr/>
          </p:nvSpPr>
          <p:spPr>
            <a:xfrm rot="16200000">
              <a:off x="5623974" y="3321276"/>
              <a:ext cx="1034351" cy="215444"/>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Aptos" panose="020B0004020202020204"/>
                </a:rPr>
                <a:t>Probability</a:t>
              </a:r>
              <a:endParaRPr kumimoji="0" lang="en-GB" sz="600" b="1" i="1" u="sng" strike="noStrike" kern="1200" cap="none" spc="0" normalizeH="0" baseline="0" noProof="0">
                <a:ln>
                  <a:noFill/>
                </a:ln>
                <a:solidFill>
                  <a:prstClr val="black"/>
                </a:solidFill>
                <a:effectLst/>
                <a:uLnTx/>
                <a:uFillTx/>
                <a:latin typeface="Aptos" panose="020B0004020202020204"/>
              </a:endParaRPr>
            </a:p>
          </p:txBody>
        </p:sp>
        <p:sp>
          <p:nvSpPr>
            <p:cNvPr id="14" name="TextBox 13">
              <a:extLst>
                <a:ext uri="{FF2B5EF4-FFF2-40B4-BE49-F238E27FC236}">
                  <a16:creationId xmlns:a16="http://schemas.microsoft.com/office/drawing/2014/main" id="{1733B61D-A02E-799D-947F-457E430F6B5C}"/>
                </a:ext>
              </a:extLst>
            </p:cNvPr>
            <p:cNvSpPr txBox="1"/>
            <p:nvPr/>
          </p:nvSpPr>
          <p:spPr>
            <a:xfrm>
              <a:off x="7706374" y="4851578"/>
              <a:ext cx="1311962" cy="215444"/>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Aptos" panose="020B0004020202020204"/>
                </a:rPr>
                <a:t>Participation</a:t>
              </a:r>
              <a:endParaRPr kumimoji="0" lang="en-GB" sz="600" b="1" i="1" u="sng" strike="noStrike" kern="1200" cap="none" spc="0" normalizeH="0" baseline="0" noProof="0">
                <a:ln>
                  <a:noFill/>
                </a:ln>
                <a:solidFill>
                  <a:prstClr val="black"/>
                </a:solidFill>
                <a:effectLst/>
                <a:uLnTx/>
                <a:uFillTx/>
                <a:latin typeface="Aptos" panose="020B0004020202020204"/>
              </a:endParaRPr>
            </a:p>
          </p:txBody>
        </p:sp>
        <p:sp>
          <p:nvSpPr>
            <p:cNvPr id="15" name="TextBox 14">
              <a:extLst>
                <a:ext uri="{FF2B5EF4-FFF2-40B4-BE49-F238E27FC236}">
                  <a16:creationId xmlns:a16="http://schemas.microsoft.com/office/drawing/2014/main" id="{A1CDD604-3556-372F-E664-4A0966159479}"/>
                </a:ext>
              </a:extLst>
            </p:cNvPr>
            <p:cNvSpPr txBox="1"/>
            <p:nvPr/>
          </p:nvSpPr>
          <p:spPr>
            <a:xfrm>
              <a:off x="10250435" y="3213555"/>
              <a:ext cx="817463" cy="215444"/>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Aptos" panose="020B0004020202020204"/>
                </a:rPr>
                <a:t>Categories</a:t>
              </a:r>
              <a:endParaRPr kumimoji="0" lang="en-GB" sz="600" b="1" i="1" u="sng" strike="noStrike" kern="1200" cap="none" spc="0" normalizeH="0" baseline="0" noProof="0">
                <a:ln>
                  <a:noFill/>
                </a:ln>
                <a:solidFill>
                  <a:prstClr val="black"/>
                </a:solidFill>
                <a:effectLst/>
                <a:uLnTx/>
                <a:uFillTx/>
                <a:latin typeface="Aptos" panose="020B0004020202020204"/>
              </a:endParaRPr>
            </a:p>
          </p:txBody>
        </p:sp>
        <p:sp>
          <p:nvSpPr>
            <p:cNvPr id="16" name="TextBox 15">
              <a:extLst>
                <a:ext uri="{FF2B5EF4-FFF2-40B4-BE49-F238E27FC236}">
                  <a16:creationId xmlns:a16="http://schemas.microsoft.com/office/drawing/2014/main" id="{90D8521D-FDD8-B8B9-7379-16B6830F601F}"/>
                </a:ext>
              </a:extLst>
            </p:cNvPr>
            <p:cNvSpPr txBox="1"/>
            <p:nvPr/>
          </p:nvSpPr>
          <p:spPr>
            <a:xfrm>
              <a:off x="10521079" y="3388537"/>
              <a:ext cx="817463" cy="215444"/>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Aptos" panose="020B0004020202020204"/>
                </a:rPr>
                <a:t>out</a:t>
              </a:r>
              <a:endParaRPr kumimoji="0" lang="en-GB" sz="600" b="1" i="1" u="sng" strike="noStrike" kern="1200" cap="none" spc="0" normalizeH="0" baseline="0" noProof="0">
                <a:ln>
                  <a:noFill/>
                </a:ln>
                <a:solidFill>
                  <a:prstClr val="black"/>
                </a:solidFill>
                <a:effectLst/>
                <a:uLnTx/>
                <a:uFillTx/>
                <a:latin typeface="Aptos" panose="020B0004020202020204"/>
              </a:endParaRPr>
            </a:p>
          </p:txBody>
        </p:sp>
        <p:sp>
          <p:nvSpPr>
            <p:cNvPr id="17" name="TextBox 16">
              <a:extLst>
                <a:ext uri="{FF2B5EF4-FFF2-40B4-BE49-F238E27FC236}">
                  <a16:creationId xmlns:a16="http://schemas.microsoft.com/office/drawing/2014/main" id="{786F92FA-3067-1BFD-6B2E-6815019F27DB}"/>
                </a:ext>
              </a:extLst>
            </p:cNvPr>
            <p:cNvSpPr txBox="1"/>
            <p:nvPr/>
          </p:nvSpPr>
          <p:spPr>
            <a:xfrm>
              <a:off x="10521078" y="3541749"/>
              <a:ext cx="817463" cy="215444"/>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Aptos" panose="020B0004020202020204"/>
                </a:rPr>
                <a:t>in</a:t>
              </a:r>
              <a:endParaRPr kumimoji="0" lang="en-GB" sz="600" b="1" i="1" u="sng" strike="noStrike" kern="1200" cap="none" spc="0" normalizeH="0" baseline="0" noProof="0">
                <a:ln>
                  <a:noFill/>
                </a:ln>
                <a:solidFill>
                  <a:prstClr val="black"/>
                </a:solidFill>
                <a:effectLst/>
                <a:uLnTx/>
                <a:uFillTx/>
                <a:latin typeface="Aptos" panose="020B0004020202020204"/>
              </a:endParaRPr>
            </a:p>
          </p:txBody>
        </p:sp>
      </p:grpSp>
    </p:spTree>
    <p:extLst>
      <p:ext uri="{BB962C8B-B14F-4D97-AF65-F5344CB8AC3E}">
        <p14:creationId xmlns:p14="http://schemas.microsoft.com/office/powerpoint/2010/main" val="11012079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par>
                                <p:cTn id="8" presetID="10" presetClass="entr" presetSubtype="0" fill="hold" nodeType="with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500"/>
                                        <p:tgtEl>
                                          <p:spTgt spid="6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10" presetClass="entr" presetSubtype="0" fill="hold" nodeType="withEffect">
                                  <p:stCondLst>
                                    <p:cond delay="0"/>
                                  </p:stCondLst>
                                  <p:childTnLst>
                                    <p:set>
                                      <p:cBhvr>
                                        <p:cTn id="15" dur="1" fill="hold">
                                          <p:stCondLst>
                                            <p:cond delay="0"/>
                                          </p:stCondLst>
                                        </p:cTn>
                                        <p:tgtEl>
                                          <p:spTgt spid="2460"/>
                                        </p:tgtEl>
                                        <p:attrNameLst>
                                          <p:attrName>style.visibility</p:attrName>
                                        </p:attrNameLst>
                                      </p:cBhvr>
                                      <p:to>
                                        <p:strVal val="visible"/>
                                      </p:to>
                                    </p:set>
                                    <p:animEffect transition="in" filter="fade">
                                      <p:cBhvr>
                                        <p:cTn id="16" dur="500"/>
                                        <p:tgtEl>
                                          <p:spTgt spid="246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50"/>
                                        </p:tgtEl>
                                        <p:attrNameLst>
                                          <p:attrName>style.visibility</p:attrName>
                                        </p:attrNameLst>
                                      </p:cBhvr>
                                      <p:to>
                                        <p:strVal val="visible"/>
                                      </p:to>
                                    </p:set>
                                    <p:animEffect transition="in" filter="fade">
                                      <p:cBhvr>
                                        <p:cTn id="19" dur="500"/>
                                        <p:tgtEl>
                                          <p:spTgt spid="235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2" grpId="0"/>
      <p:bldP spid="235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4EC3D-F6A3-0274-73E6-DDC22360EDC9}"/>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1D18E81C-DF75-5E98-27FE-94C0F0BFC022}"/>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5CD68A70-C064-C424-7E50-D1FEB3A8764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D17319D4-A1C4-E3A1-A228-835C74084114}"/>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Binomial</a:t>
            </a:r>
            <a:br>
              <a:rPr lang="en-GB" sz="3200" b="1">
                <a:solidFill>
                  <a:srgbClr val="FF0000"/>
                </a:solidFill>
                <a:latin typeface="Aptos SemiBold" panose="020F0502020204030204" pitchFamily="34" charset="0"/>
              </a:rPr>
            </a:br>
            <a:r>
              <a:rPr lang="en-GB" sz="3200" b="1">
                <a:solidFill>
                  <a:srgbClr val="FF0000"/>
                </a:solidFill>
                <a:latin typeface="Aptos SemiBold" panose="020F0502020204030204" pitchFamily="34" charset="0"/>
              </a:rPr>
              <a:t>Models</a:t>
            </a:r>
          </a:p>
        </p:txBody>
      </p:sp>
      <p:sp>
        <p:nvSpPr>
          <p:cNvPr id="10" name="Date Placeholder 3 2">
            <a:extLst>
              <a:ext uri="{FF2B5EF4-FFF2-40B4-BE49-F238E27FC236}">
                <a16:creationId xmlns:a16="http://schemas.microsoft.com/office/drawing/2014/main" id="{ECD96404-2E6A-CE98-2ABC-958843410300}"/>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3" name="TextBox 2">
            <a:extLst>
              <a:ext uri="{FF2B5EF4-FFF2-40B4-BE49-F238E27FC236}">
                <a16:creationId xmlns:a16="http://schemas.microsoft.com/office/drawing/2014/main" id="{08C911AB-9D66-0D19-2687-EF1373A6558A}"/>
              </a:ext>
            </a:extLst>
          </p:cNvPr>
          <p:cNvSpPr txBox="1"/>
          <p:nvPr/>
        </p:nvSpPr>
        <p:spPr>
          <a:xfrm>
            <a:off x="5991225" y="1667057"/>
            <a:ext cx="4759154" cy="2246769"/>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lvl="0">
              <a:defRPr/>
            </a:pPr>
            <a:r>
              <a:rPr lang="en-US"/>
              <a:t>If we define the two possible outcomes of a random variable as:</a:t>
            </a:r>
            <a:br>
              <a:rPr lang="en-US"/>
            </a:br>
            <a:endParaRPr lang="en-US"/>
          </a:p>
          <a:p>
            <a:pPr marL="285750" lvl="0" indent="-285750">
              <a:buFont typeface="Arial" panose="020B0604020202020204" pitchFamily="34" charset="0"/>
              <a:buChar char="•"/>
              <a:defRPr/>
            </a:pPr>
            <a:r>
              <a:rPr lang="en-US"/>
              <a:t>1 as success</a:t>
            </a:r>
          </a:p>
          <a:p>
            <a:pPr marL="285750" lvl="0" indent="-285750">
              <a:buFont typeface="Arial" panose="020B0604020202020204" pitchFamily="34" charset="0"/>
              <a:buChar char="•"/>
              <a:defRPr/>
            </a:pPr>
            <a:r>
              <a:rPr lang="en-US"/>
              <a:t>0 as failure</a:t>
            </a:r>
            <a:b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b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a:p>
            <a:pPr lvl="0">
              <a:defRPr/>
            </a:pPr>
            <a:r>
              <a:rPr lang="en-US"/>
              <a:t>Then the distribution is fully </a:t>
            </a:r>
            <a:r>
              <a:rPr lang="en-US" err="1"/>
              <a:t>characterised</a:t>
            </a:r>
            <a:r>
              <a:rPr lang="en-US"/>
              <a:t> by a single parameter, μ, </a:t>
            </a:r>
            <a:r>
              <a:rPr lang="en-US" b="1">
                <a:highlight>
                  <a:srgbClr val="FFC000"/>
                </a:highlight>
              </a:rPr>
              <a:t>which represents the probability of success</a:t>
            </a:r>
            <a:r>
              <a:rPr lang="en-US"/>
              <a:t>, p, and is also the expected value of the variable.</a:t>
            </a:r>
            <a:br>
              <a:rPr lang="en-US"/>
            </a:b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2080" name="Group 2079" descr="\documentclass{article}&#10;\usepackage{amsmath}&#10;\usepackage{amsfonts}&#10;\pagestyle{empty}&#10;\begin{document}&#10;&#10;&#10;\[&#10;\mathbb{E}(Y) = (1 - p) \cdot 0 + p \cdot 1&#10;\]&#10;&#10;&#10;&#10;&#10;&#10;\end{document}" title="IguanaTex Shape Display">
            <a:extLst>
              <a:ext uri="{FF2B5EF4-FFF2-40B4-BE49-F238E27FC236}">
                <a16:creationId xmlns:a16="http://schemas.microsoft.com/office/drawing/2014/main" id="{21D9E7BC-73A7-D675-7D9C-30AC0321E731}"/>
              </a:ext>
            </a:extLst>
          </p:cNvPr>
          <p:cNvGrpSpPr>
            <a:grpSpLocks noChangeAspect="1"/>
          </p:cNvGrpSpPr>
          <p:nvPr>
            <p:custDataLst>
              <p:tags r:id="rId1"/>
            </p:custDataLst>
          </p:nvPr>
        </p:nvGrpSpPr>
        <p:grpSpPr>
          <a:xfrm>
            <a:off x="7216775" y="3822263"/>
            <a:ext cx="1633582" cy="149086"/>
            <a:chOff x="9998474" y="4803635"/>
            <a:chExt cx="1633582" cy="149086"/>
          </a:xfrm>
        </p:grpSpPr>
        <p:sp>
          <p:nvSpPr>
            <p:cNvPr id="2064" name="Freeform: Shape 2063">
              <a:extLst>
                <a:ext uri="{FF2B5EF4-FFF2-40B4-BE49-F238E27FC236}">
                  <a16:creationId xmlns:a16="http://schemas.microsoft.com/office/drawing/2014/main" id="{D8B37399-40AE-724E-A334-BC838B8971D0}"/>
                </a:ext>
              </a:extLst>
            </p:cNvPr>
            <p:cNvSpPr/>
            <p:nvPr>
              <p:custDataLst>
                <p:tags r:id="rId154"/>
              </p:custDataLst>
            </p:nvPr>
          </p:nvSpPr>
          <p:spPr>
            <a:xfrm>
              <a:off x="9998474" y="4813326"/>
              <a:ext cx="95791" cy="102124"/>
            </a:xfrm>
            <a:custGeom>
              <a:avLst/>
              <a:gdLst>
                <a:gd name="connsiteX0" fmla="*/ 37730 w 95791"/>
                <a:gd name="connsiteY0" fmla="*/ 52106 h 102124"/>
                <a:gd name="connsiteX1" fmla="*/ 54283 w 95791"/>
                <a:gd name="connsiteY1" fmla="*/ 55237 h 102124"/>
                <a:gd name="connsiteX2" fmla="*/ 62253 w 95791"/>
                <a:gd name="connsiteY2" fmla="*/ 68804 h 102124"/>
                <a:gd name="connsiteX3" fmla="*/ 65012 w 95791"/>
                <a:gd name="connsiteY3" fmla="*/ 72829 h 102124"/>
                <a:gd name="connsiteX4" fmla="*/ 67617 w 95791"/>
                <a:gd name="connsiteY4" fmla="*/ 68058 h 102124"/>
                <a:gd name="connsiteX5" fmla="*/ 67617 w 95791"/>
                <a:gd name="connsiteY5" fmla="*/ 27656 h 102124"/>
                <a:gd name="connsiteX6" fmla="*/ 65012 w 95791"/>
                <a:gd name="connsiteY6" fmla="*/ 22885 h 102124"/>
                <a:gd name="connsiteX7" fmla="*/ 62253 w 95791"/>
                <a:gd name="connsiteY7" fmla="*/ 26314 h 102124"/>
                <a:gd name="connsiteX8" fmla="*/ 37730 w 95791"/>
                <a:gd name="connsiteY8" fmla="*/ 46739 h 102124"/>
                <a:gd name="connsiteX9" fmla="*/ 37730 w 95791"/>
                <a:gd name="connsiteY9" fmla="*/ 15282 h 102124"/>
                <a:gd name="connsiteX10" fmla="*/ 44321 w 95791"/>
                <a:gd name="connsiteY10" fmla="*/ 5293 h 102124"/>
                <a:gd name="connsiteX11" fmla="*/ 51678 w 95791"/>
                <a:gd name="connsiteY11" fmla="*/ 5293 h 102124"/>
                <a:gd name="connsiteX12" fmla="*/ 83557 w 95791"/>
                <a:gd name="connsiteY12" fmla="*/ 25867 h 102124"/>
                <a:gd name="connsiteX13" fmla="*/ 86316 w 95791"/>
                <a:gd name="connsiteY13" fmla="*/ 29296 h 102124"/>
                <a:gd name="connsiteX14" fmla="*/ 88921 w 95791"/>
                <a:gd name="connsiteY14" fmla="*/ 24376 h 102124"/>
                <a:gd name="connsiteX15" fmla="*/ 88921 w 95791"/>
                <a:gd name="connsiteY15" fmla="*/ 4995 h 102124"/>
                <a:gd name="connsiteX16" fmla="*/ 83864 w 95791"/>
                <a:gd name="connsiteY16" fmla="*/ 75 h 102124"/>
                <a:gd name="connsiteX17" fmla="*/ 5391 w 95791"/>
                <a:gd name="connsiteY17" fmla="*/ 75 h 102124"/>
                <a:gd name="connsiteX18" fmla="*/ 180 w 95791"/>
                <a:gd name="connsiteY18" fmla="*/ 2758 h 102124"/>
                <a:gd name="connsiteX19" fmla="*/ 4318 w 95791"/>
                <a:gd name="connsiteY19" fmla="*/ 5293 h 102124"/>
                <a:gd name="connsiteX20" fmla="*/ 13668 w 95791"/>
                <a:gd name="connsiteY20" fmla="*/ 13791 h 102124"/>
                <a:gd name="connsiteX21" fmla="*/ 13668 w 95791"/>
                <a:gd name="connsiteY21" fmla="*/ 88483 h 102124"/>
                <a:gd name="connsiteX22" fmla="*/ 5085 w 95791"/>
                <a:gd name="connsiteY22" fmla="*/ 96981 h 102124"/>
                <a:gd name="connsiteX23" fmla="*/ 180 w 95791"/>
                <a:gd name="connsiteY23" fmla="*/ 99516 h 102124"/>
                <a:gd name="connsiteX24" fmla="*/ 5391 w 95791"/>
                <a:gd name="connsiteY24" fmla="*/ 102199 h 102124"/>
                <a:gd name="connsiteX25" fmla="*/ 86622 w 95791"/>
                <a:gd name="connsiteY25" fmla="*/ 102199 h 102124"/>
                <a:gd name="connsiteX26" fmla="*/ 91527 w 95791"/>
                <a:gd name="connsiteY26" fmla="*/ 100112 h 102124"/>
                <a:gd name="connsiteX27" fmla="*/ 95972 w 95791"/>
                <a:gd name="connsiteY27" fmla="*/ 74320 h 102124"/>
                <a:gd name="connsiteX28" fmla="*/ 93366 w 95791"/>
                <a:gd name="connsiteY28" fmla="*/ 71636 h 102124"/>
                <a:gd name="connsiteX29" fmla="*/ 90607 w 95791"/>
                <a:gd name="connsiteY29" fmla="*/ 73724 h 102124"/>
                <a:gd name="connsiteX30" fmla="*/ 76967 w 95791"/>
                <a:gd name="connsiteY30" fmla="*/ 90272 h 102124"/>
                <a:gd name="connsiteX31" fmla="*/ 52750 w 95791"/>
                <a:gd name="connsiteY31" fmla="*/ 96981 h 102124"/>
                <a:gd name="connsiteX32" fmla="*/ 44321 w 95791"/>
                <a:gd name="connsiteY32" fmla="*/ 96981 h 102124"/>
                <a:gd name="connsiteX33" fmla="*/ 37730 w 95791"/>
                <a:gd name="connsiteY33" fmla="*/ 86992 h 102124"/>
                <a:gd name="connsiteX34" fmla="*/ 37730 w 95791"/>
                <a:gd name="connsiteY34" fmla="*/ 52106 h 102124"/>
                <a:gd name="connsiteX35" fmla="*/ 83557 w 95791"/>
                <a:gd name="connsiteY35" fmla="*/ 5293 h 102124"/>
                <a:gd name="connsiteX36" fmla="*/ 83557 w 95791"/>
                <a:gd name="connsiteY36" fmla="*/ 12449 h 102124"/>
                <a:gd name="connsiteX37" fmla="*/ 74821 w 95791"/>
                <a:gd name="connsiteY37" fmla="*/ 5293 h 102124"/>
                <a:gd name="connsiteX38" fmla="*/ 83557 w 95791"/>
                <a:gd name="connsiteY38" fmla="*/ 5293 h 102124"/>
                <a:gd name="connsiteX39" fmla="*/ 53670 w 95791"/>
                <a:gd name="connsiteY39" fmla="*/ 48975 h 102124"/>
                <a:gd name="connsiteX40" fmla="*/ 62253 w 95791"/>
                <a:gd name="connsiteY40" fmla="*/ 42564 h 102124"/>
                <a:gd name="connsiteX41" fmla="*/ 62253 w 95791"/>
                <a:gd name="connsiteY41" fmla="*/ 55088 h 102124"/>
                <a:gd name="connsiteX42" fmla="*/ 53670 w 95791"/>
                <a:gd name="connsiteY42" fmla="*/ 49124 h 102124"/>
                <a:gd name="connsiteX43" fmla="*/ 53670 w 95791"/>
                <a:gd name="connsiteY43" fmla="*/ 48975 h 102124"/>
                <a:gd name="connsiteX44" fmla="*/ 19032 w 95791"/>
                <a:gd name="connsiteY44" fmla="*/ 13493 h 102124"/>
                <a:gd name="connsiteX45" fmla="*/ 17806 w 95791"/>
                <a:gd name="connsiteY45" fmla="*/ 5293 h 102124"/>
                <a:gd name="connsiteX46" fmla="*/ 34052 w 95791"/>
                <a:gd name="connsiteY46" fmla="*/ 5293 h 102124"/>
                <a:gd name="connsiteX47" fmla="*/ 32366 w 95791"/>
                <a:gd name="connsiteY47" fmla="*/ 14983 h 102124"/>
                <a:gd name="connsiteX48" fmla="*/ 32366 w 95791"/>
                <a:gd name="connsiteY48" fmla="*/ 87291 h 102124"/>
                <a:gd name="connsiteX49" fmla="*/ 34052 w 95791"/>
                <a:gd name="connsiteY49" fmla="*/ 96981 h 102124"/>
                <a:gd name="connsiteX50" fmla="*/ 17806 w 95791"/>
                <a:gd name="connsiteY50" fmla="*/ 96981 h 102124"/>
                <a:gd name="connsiteX51" fmla="*/ 19032 w 95791"/>
                <a:gd name="connsiteY51" fmla="*/ 88781 h 102124"/>
                <a:gd name="connsiteX52" fmla="*/ 19032 w 95791"/>
                <a:gd name="connsiteY52" fmla="*/ 13493 h 102124"/>
                <a:gd name="connsiteX53" fmla="*/ 76047 w 95791"/>
                <a:gd name="connsiteY53" fmla="*/ 96981 h 102124"/>
                <a:gd name="connsiteX54" fmla="*/ 76047 w 95791"/>
                <a:gd name="connsiteY54" fmla="*/ 96832 h 102124"/>
                <a:gd name="connsiteX55" fmla="*/ 88155 w 95791"/>
                <a:gd name="connsiteY55" fmla="*/ 88632 h 102124"/>
                <a:gd name="connsiteX56" fmla="*/ 86776 w 95791"/>
                <a:gd name="connsiteY56" fmla="*/ 96981 h 102124"/>
                <a:gd name="connsiteX57" fmla="*/ 76047 w 95791"/>
                <a:gd name="connsiteY57" fmla="*/ 96981 h 10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5791" h="102124">
                  <a:moveTo>
                    <a:pt x="37730" y="52106"/>
                  </a:moveTo>
                  <a:cubicBezTo>
                    <a:pt x="41562" y="52106"/>
                    <a:pt x="48919" y="52106"/>
                    <a:pt x="54283" y="55237"/>
                  </a:cubicBezTo>
                  <a:cubicBezTo>
                    <a:pt x="61640" y="59859"/>
                    <a:pt x="62253" y="67909"/>
                    <a:pt x="62253" y="68804"/>
                  </a:cubicBezTo>
                  <a:cubicBezTo>
                    <a:pt x="62406" y="70891"/>
                    <a:pt x="62406" y="72829"/>
                    <a:pt x="65012" y="72829"/>
                  </a:cubicBezTo>
                  <a:cubicBezTo>
                    <a:pt x="67617" y="72829"/>
                    <a:pt x="67617" y="70742"/>
                    <a:pt x="67617" y="68058"/>
                  </a:cubicBezTo>
                  <a:lnTo>
                    <a:pt x="67617" y="27656"/>
                  </a:lnTo>
                  <a:cubicBezTo>
                    <a:pt x="67617" y="25270"/>
                    <a:pt x="67617" y="22885"/>
                    <a:pt x="65012" y="22885"/>
                  </a:cubicBezTo>
                  <a:cubicBezTo>
                    <a:pt x="62406" y="22885"/>
                    <a:pt x="62253" y="25121"/>
                    <a:pt x="62253" y="26314"/>
                  </a:cubicBezTo>
                  <a:cubicBezTo>
                    <a:pt x="61333" y="45546"/>
                    <a:pt x="45700" y="46590"/>
                    <a:pt x="37730" y="46739"/>
                  </a:cubicBezTo>
                  <a:lnTo>
                    <a:pt x="37730" y="15282"/>
                  </a:lnTo>
                  <a:cubicBezTo>
                    <a:pt x="37730" y="5293"/>
                    <a:pt x="40642" y="5293"/>
                    <a:pt x="44321" y="5293"/>
                  </a:cubicBezTo>
                  <a:lnTo>
                    <a:pt x="51678" y="5293"/>
                  </a:lnTo>
                  <a:cubicBezTo>
                    <a:pt x="72369" y="5293"/>
                    <a:pt x="82637" y="15580"/>
                    <a:pt x="83557" y="25867"/>
                  </a:cubicBezTo>
                  <a:cubicBezTo>
                    <a:pt x="83710" y="27059"/>
                    <a:pt x="83864" y="29296"/>
                    <a:pt x="86316" y="29296"/>
                  </a:cubicBezTo>
                  <a:cubicBezTo>
                    <a:pt x="88921" y="29296"/>
                    <a:pt x="88921" y="26910"/>
                    <a:pt x="88921" y="24376"/>
                  </a:cubicBezTo>
                  <a:lnTo>
                    <a:pt x="88921" y="4995"/>
                  </a:lnTo>
                  <a:cubicBezTo>
                    <a:pt x="88921" y="373"/>
                    <a:pt x="88615" y="75"/>
                    <a:pt x="83864" y="75"/>
                  </a:cubicBezTo>
                  <a:lnTo>
                    <a:pt x="5391" y="75"/>
                  </a:lnTo>
                  <a:cubicBezTo>
                    <a:pt x="2632" y="75"/>
                    <a:pt x="180" y="75"/>
                    <a:pt x="180" y="2758"/>
                  </a:cubicBezTo>
                  <a:cubicBezTo>
                    <a:pt x="180" y="5293"/>
                    <a:pt x="3092" y="5293"/>
                    <a:pt x="4318" y="5293"/>
                  </a:cubicBezTo>
                  <a:cubicBezTo>
                    <a:pt x="13054" y="5293"/>
                    <a:pt x="13668" y="6485"/>
                    <a:pt x="13668" y="13791"/>
                  </a:cubicBezTo>
                  <a:lnTo>
                    <a:pt x="13668" y="88483"/>
                  </a:lnTo>
                  <a:cubicBezTo>
                    <a:pt x="13668" y="95490"/>
                    <a:pt x="13208" y="96981"/>
                    <a:pt x="5085" y="96981"/>
                  </a:cubicBezTo>
                  <a:cubicBezTo>
                    <a:pt x="2786" y="96981"/>
                    <a:pt x="180" y="96981"/>
                    <a:pt x="180" y="99516"/>
                  </a:cubicBezTo>
                  <a:cubicBezTo>
                    <a:pt x="180" y="102199"/>
                    <a:pt x="2632" y="102199"/>
                    <a:pt x="5391" y="102199"/>
                  </a:cubicBezTo>
                  <a:lnTo>
                    <a:pt x="86622" y="102199"/>
                  </a:lnTo>
                  <a:cubicBezTo>
                    <a:pt x="89534" y="102199"/>
                    <a:pt x="91067" y="102199"/>
                    <a:pt x="91527" y="100112"/>
                  </a:cubicBezTo>
                  <a:cubicBezTo>
                    <a:pt x="91680" y="99963"/>
                    <a:pt x="95972" y="75065"/>
                    <a:pt x="95972" y="74320"/>
                  </a:cubicBezTo>
                  <a:cubicBezTo>
                    <a:pt x="95972" y="72680"/>
                    <a:pt x="94592" y="71636"/>
                    <a:pt x="93366" y="71636"/>
                  </a:cubicBezTo>
                  <a:cubicBezTo>
                    <a:pt x="91220" y="71636"/>
                    <a:pt x="90607" y="73575"/>
                    <a:pt x="90607" y="73724"/>
                  </a:cubicBezTo>
                  <a:cubicBezTo>
                    <a:pt x="89688" y="77600"/>
                    <a:pt x="88155" y="83862"/>
                    <a:pt x="76967" y="90272"/>
                  </a:cubicBezTo>
                  <a:cubicBezTo>
                    <a:pt x="68997" y="94894"/>
                    <a:pt x="61180" y="96981"/>
                    <a:pt x="52750" y="96981"/>
                  </a:cubicBezTo>
                  <a:lnTo>
                    <a:pt x="44321" y="96981"/>
                  </a:lnTo>
                  <a:cubicBezTo>
                    <a:pt x="40642" y="96981"/>
                    <a:pt x="37730" y="96981"/>
                    <a:pt x="37730" y="86992"/>
                  </a:cubicBezTo>
                  <a:lnTo>
                    <a:pt x="37730" y="52106"/>
                  </a:lnTo>
                  <a:close/>
                  <a:moveTo>
                    <a:pt x="83557" y="5293"/>
                  </a:moveTo>
                  <a:lnTo>
                    <a:pt x="83557" y="12449"/>
                  </a:lnTo>
                  <a:cubicBezTo>
                    <a:pt x="80952" y="9616"/>
                    <a:pt x="78039" y="7231"/>
                    <a:pt x="74821" y="5293"/>
                  </a:cubicBezTo>
                  <a:lnTo>
                    <a:pt x="83557" y="5293"/>
                  </a:lnTo>
                  <a:close/>
                  <a:moveTo>
                    <a:pt x="53670" y="48975"/>
                  </a:moveTo>
                  <a:cubicBezTo>
                    <a:pt x="56122" y="47932"/>
                    <a:pt x="59494" y="45695"/>
                    <a:pt x="62253" y="42564"/>
                  </a:cubicBezTo>
                  <a:lnTo>
                    <a:pt x="62253" y="55088"/>
                  </a:lnTo>
                  <a:cubicBezTo>
                    <a:pt x="58575" y="51062"/>
                    <a:pt x="53823" y="49124"/>
                    <a:pt x="53670" y="49124"/>
                  </a:cubicBezTo>
                  <a:lnTo>
                    <a:pt x="53670" y="48975"/>
                  </a:lnTo>
                  <a:close/>
                  <a:moveTo>
                    <a:pt x="19032" y="13493"/>
                  </a:moveTo>
                  <a:cubicBezTo>
                    <a:pt x="19032" y="11703"/>
                    <a:pt x="19032" y="7976"/>
                    <a:pt x="17806" y="5293"/>
                  </a:cubicBezTo>
                  <a:lnTo>
                    <a:pt x="34052" y="5293"/>
                  </a:lnTo>
                  <a:cubicBezTo>
                    <a:pt x="32366" y="8722"/>
                    <a:pt x="32366" y="13642"/>
                    <a:pt x="32366" y="14983"/>
                  </a:cubicBezTo>
                  <a:lnTo>
                    <a:pt x="32366" y="87291"/>
                  </a:lnTo>
                  <a:cubicBezTo>
                    <a:pt x="32366" y="92658"/>
                    <a:pt x="33439" y="95639"/>
                    <a:pt x="34052" y="96981"/>
                  </a:cubicBezTo>
                  <a:lnTo>
                    <a:pt x="17806" y="96981"/>
                  </a:lnTo>
                  <a:cubicBezTo>
                    <a:pt x="19032" y="94298"/>
                    <a:pt x="19032" y="90570"/>
                    <a:pt x="19032" y="88781"/>
                  </a:cubicBezTo>
                  <a:lnTo>
                    <a:pt x="19032" y="13493"/>
                  </a:lnTo>
                  <a:close/>
                  <a:moveTo>
                    <a:pt x="76047" y="96981"/>
                  </a:moveTo>
                  <a:lnTo>
                    <a:pt x="76047" y="96832"/>
                  </a:lnTo>
                  <a:cubicBezTo>
                    <a:pt x="80952" y="94447"/>
                    <a:pt x="85090" y="91316"/>
                    <a:pt x="88155" y="88632"/>
                  </a:cubicBezTo>
                  <a:cubicBezTo>
                    <a:pt x="88002" y="89229"/>
                    <a:pt x="86929" y="95789"/>
                    <a:pt x="86776" y="96981"/>
                  </a:cubicBezTo>
                  <a:lnTo>
                    <a:pt x="76047" y="9698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65" name="Freeform: Shape 2064">
              <a:extLst>
                <a:ext uri="{FF2B5EF4-FFF2-40B4-BE49-F238E27FC236}">
                  <a16:creationId xmlns:a16="http://schemas.microsoft.com/office/drawing/2014/main" id="{80A5C308-F449-E37B-B18C-8DAA0B2F3F8C}"/>
                </a:ext>
              </a:extLst>
            </p:cNvPr>
            <p:cNvSpPr/>
            <p:nvPr>
              <p:custDataLst>
                <p:tags r:id="rId155"/>
              </p:custDataLst>
            </p:nvPr>
          </p:nvSpPr>
          <p:spPr>
            <a:xfrm>
              <a:off x="10113680" y="4803635"/>
              <a:ext cx="35557" cy="149086"/>
            </a:xfrm>
            <a:custGeom>
              <a:avLst/>
              <a:gdLst>
                <a:gd name="connsiteX0" fmla="*/ 35745 w 35557"/>
                <a:gd name="connsiteY0" fmla="*/ 147671 h 149086"/>
                <a:gd name="connsiteX1" fmla="*/ 33139 w 35557"/>
                <a:gd name="connsiteY1" fmla="*/ 144391 h 149086"/>
                <a:gd name="connsiteX2" fmla="*/ 9076 w 35557"/>
                <a:gd name="connsiteY2" fmla="*/ 74618 h 149086"/>
                <a:gd name="connsiteX3" fmla="*/ 33752 w 35557"/>
                <a:gd name="connsiteY3" fmla="*/ 4100 h 149086"/>
                <a:gd name="connsiteX4" fmla="*/ 35745 w 35557"/>
                <a:gd name="connsiteY4" fmla="*/ 1566 h 149086"/>
                <a:gd name="connsiteX5" fmla="*/ 34212 w 35557"/>
                <a:gd name="connsiteY5" fmla="*/ 75 h 149086"/>
                <a:gd name="connsiteX6" fmla="*/ 9843 w 35557"/>
                <a:gd name="connsiteY6" fmla="*/ 29147 h 149086"/>
                <a:gd name="connsiteX7" fmla="*/ 187 w 35557"/>
                <a:gd name="connsiteY7" fmla="*/ 74618 h 149086"/>
                <a:gd name="connsiteX8" fmla="*/ 10302 w 35557"/>
                <a:gd name="connsiteY8" fmla="*/ 121133 h 149086"/>
                <a:gd name="connsiteX9" fmla="*/ 34212 w 35557"/>
                <a:gd name="connsiteY9" fmla="*/ 149162 h 149086"/>
                <a:gd name="connsiteX10" fmla="*/ 35745 w 35557"/>
                <a:gd name="connsiteY10" fmla="*/ 147671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57" h="149086">
                  <a:moveTo>
                    <a:pt x="35745" y="147671"/>
                  </a:moveTo>
                  <a:cubicBezTo>
                    <a:pt x="35745" y="147224"/>
                    <a:pt x="35745" y="146925"/>
                    <a:pt x="33139" y="144391"/>
                  </a:cubicBezTo>
                  <a:cubicBezTo>
                    <a:pt x="13981" y="125606"/>
                    <a:pt x="9076" y="97428"/>
                    <a:pt x="9076" y="74618"/>
                  </a:cubicBezTo>
                  <a:cubicBezTo>
                    <a:pt x="9076" y="48677"/>
                    <a:pt x="14900" y="22736"/>
                    <a:pt x="33752" y="4100"/>
                  </a:cubicBezTo>
                  <a:cubicBezTo>
                    <a:pt x="35745" y="2311"/>
                    <a:pt x="35745" y="2013"/>
                    <a:pt x="35745" y="1566"/>
                  </a:cubicBezTo>
                  <a:cubicBezTo>
                    <a:pt x="35745" y="522"/>
                    <a:pt x="35131" y="75"/>
                    <a:pt x="34212" y="75"/>
                  </a:cubicBezTo>
                  <a:cubicBezTo>
                    <a:pt x="32679" y="75"/>
                    <a:pt x="18885" y="10213"/>
                    <a:pt x="9843" y="29147"/>
                  </a:cubicBezTo>
                  <a:cubicBezTo>
                    <a:pt x="2026" y="45546"/>
                    <a:pt x="187" y="62095"/>
                    <a:pt x="187" y="74618"/>
                  </a:cubicBezTo>
                  <a:cubicBezTo>
                    <a:pt x="187" y="86247"/>
                    <a:pt x="1873" y="104286"/>
                    <a:pt x="10302" y="121133"/>
                  </a:cubicBezTo>
                  <a:cubicBezTo>
                    <a:pt x="19498" y="139471"/>
                    <a:pt x="32679" y="149162"/>
                    <a:pt x="34212" y="149162"/>
                  </a:cubicBezTo>
                  <a:cubicBezTo>
                    <a:pt x="35131" y="149162"/>
                    <a:pt x="35745" y="148714"/>
                    <a:pt x="35745" y="1476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66" name="Freeform: Shape 2065">
              <a:extLst>
                <a:ext uri="{FF2B5EF4-FFF2-40B4-BE49-F238E27FC236}">
                  <a16:creationId xmlns:a16="http://schemas.microsoft.com/office/drawing/2014/main" id="{9CB038A7-332A-630A-DD03-CEFE26730755}"/>
                </a:ext>
              </a:extLst>
            </p:cNvPr>
            <p:cNvSpPr/>
            <p:nvPr>
              <p:custDataLst>
                <p:tags r:id="rId156"/>
              </p:custDataLst>
            </p:nvPr>
          </p:nvSpPr>
          <p:spPr>
            <a:xfrm>
              <a:off x="10163474" y="4813624"/>
              <a:ext cx="111424" cy="101826"/>
            </a:xfrm>
            <a:custGeom>
              <a:avLst/>
              <a:gdLst>
                <a:gd name="connsiteX0" fmla="*/ 86326 w 111424"/>
                <a:gd name="connsiteY0" fmla="*/ 17071 h 101826"/>
                <a:gd name="connsiteX1" fmla="*/ 88472 w 111424"/>
                <a:gd name="connsiteY1" fmla="*/ 14983 h 101826"/>
                <a:gd name="connsiteX2" fmla="*/ 108550 w 111424"/>
                <a:gd name="connsiteY2" fmla="*/ 4696 h 101826"/>
                <a:gd name="connsiteX3" fmla="*/ 111615 w 111424"/>
                <a:gd name="connsiteY3" fmla="*/ 1864 h 101826"/>
                <a:gd name="connsiteX4" fmla="*/ 109623 w 111424"/>
                <a:gd name="connsiteY4" fmla="*/ 75 h 101826"/>
                <a:gd name="connsiteX5" fmla="*/ 97055 w 111424"/>
                <a:gd name="connsiteY5" fmla="*/ 522 h 101826"/>
                <a:gd name="connsiteX6" fmla="*/ 81728 w 111424"/>
                <a:gd name="connsiteY6" fmla="*/ 75 h 101826"/>
                <a:gd name="connsiteX7" fmla="*/ 78816 w 111424"/>
                <a:gd name="connsiteY7" fmla="*/ 2907 h 101826"/>
                <a:gd name="connsiteX8" fmla="*/ 81115 w 111424"/>
                <a:gd name="connsiteY8" fmla="*/ 4696 h 101826"/>
                <a:gd name="connsiteX9" fmla="*/ 86633 w 111424"/>
                <a:gd name="connsiteY9" fmla="*/ 8125 h 101826"/>
                <a:gd name="connsiteX10" fmla="*/ 82495 w 111424"/>
                <a:gd name="connsiteY10" fmla="*/ 15282 h 101826"/>
                <a:gd name="connsiteX11" fmla="*/ 46937 w 111424"/>
                <a:gd name="connsiteY11" fmla="*/ 55088 h 101826"/>
                <a:gd name="connsiteX12" fmla="*/ 30078 w 111424"/>
                <a:gd name="connsiteY12" fmla="*/ 10809 h 101826"/>
                <a:gd name="connsiteX13" fmla="*/ 29158 w 111424"/>
                <a:gd name="connsiteY13" fmla="*/ 8274 h 101826"/>
                <a:gd name="connsiteX14" fmla="*/ 38201 w 111424"/>
                <a:gd name="connsiteY14" fmla="*/ 4696 h 101826"/>
                <a:gd name="connsiteX15" fmla="*/ 41879 w 111424"/>
                <a:gd name="connsiteY15" fmla="*/ 1715 h 101826"/>
                <a:gd name="connsiteX16" fmla="*/ 39580 w 111424"/>
                <a:gd name="connsiteY16" fmla="*/ 75 h 101826"/>
                <a:gd name="connsiteX17" fmla="*/ 20268 w 111424"/>
                <a:gd name="connsiteY17" fmla="*/ 522 h 101826"/>
                <a:gd name="connsiteX18" fmla="*/ 3103 w 111424"/>
                <a:gd name="connsiteY18" fmla="*/ 75 h 101826"/>
                <a:gd name="connsiteX19" fmla="*/ 191 w 111424"/>
                <a:gd name="connsiteY19" fmla="*/ 3056 h 101826"/>
                <a:gd name="connsiteX20" fmla="*/ 3716 w 111424"/>
                <a:gd name="connsiteY20" fmla="*/ 4696 h 101826"/>
                <a:gd name="connsiteX21" fmla="*/ 14904 w 111424"/>
                <a:gd name="connsiteY21" fmla="*/ 9765 h 101826"/>
                <a:gd name="connsiteX22" fmla="*/ 33756 w 111424"/>
                <a:gd name="connsiteY22" fmla="*/ 58815 h 101826"/>
                <a:gd name="connsiteX23" fmla="*/ 34369 w 111424"/>
                <a:gd name="connsiteY23" fmla="*/ 61349 h 101826"/>
                <a:gd name="connsiteX24" fmla="*/ 27472 w 111424"/>
                <a:gd name="connsiteY24" fmla="*/ 88483 h 101826"/>
                <a:gd name="connsiteX25" fmla="*/ 13065 w 111424"/>
                <a:gd name="connsiteY25" fmla="*/ 97279 h 101826"/>
                <a:gd name="connsiteX26" fmla="*/ 8927 w 111424"/>
                <a:gd name="connsiteY26" fmla="*/ 100261 h 101826"/>
                <a:gd name="connsiteX27" fmla="*/ 11073 w 111424"/>
                <a:gd name="connsiteY27" fmla="*/ 101901 h 101826"/>
                <a:gd name="connsiteX28" fmla="*/ 30384 w 111424"/>
                <a:gd name="connsiteY28" fmla="*/ 101454 h 101826"/>
                <a:gd name="connsiteX29" fmla="*/ 50002 w 111424"/>
                <a:gd name="connsiteY29" fmla="*/ 101901 h 101826"/>
                <a:gd name="connsiteX30" fmla="*/ 52914 w 111424"/>
                <a:gd name="connsiteY30" fmla="*/ 98919 h 101826"/>
                <a:gd name="connsiteX31" fmla="*/ 48623 w 111424"/>
                <a:gd name="connsiteY31" fmla="*/ 97279 h 101826"/>
                <a:gd name="connsiteX32" fmla="*/ 42799 w 111424"/>
                <a:gd name="connsiteY32" fmla="*/ 96981 h 101826"/>
                <a:gd name="connsiteX33" fmla="*/ 38660 w 111424"/>
                <a:gd name="connsiteY33" fmla="*/ 94596 h 101826"/>
                <a:gd name="connsiteX34" fmla="*/ 40806 w 111424"/>
                <a:gd name="connsiteY34" fmla="*/ 85203 h 101826"/>
                <a:gd name="connsiteX35" fmla="*/ 46171 w 111424"/>
                <a:gd name="connsiteY35" fmla="*/ 64182 h 101826"/>
                <a:gd name="connsiteX36" fmla="*/ 48316 w 111424"/>
                <a:gd name="connsiteY36" fmla="*/ 59560 h 101826"/>
                <a:gd name="connsiteX37" fmla="*/ 86326 w 111424"/>
                <a:gd name="connsiteY37" fmla="*/ 17071 h 101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424" h="101826">
                  <a:moveTo>
                    <a:pt x="86326" y="17071"/>
                  </a:moveTo>
                  <a:lnTo>
                    <a:pt x="88472" y="14983"/>
                  </a:lnTo>
                  <a:cubicBezTo>
                    <a:pt x="93070" y="10511"/>
                    <a:pt x="98128" y="5442"/>
                    <a:pt x="108550" y="4696"/>
                  </a:cubicBezTo>
                  <a:cubicBezTo>
                    <a:pt x="110236" y="4547"/>
                    <a:pt x="111615" y="4547"/>
                    <a:pt x="111615" y="1864"/>
                  </a:cubicBezTo>
                  <a:cubicBezTo>
                    <a:pt x="111615" y="671"/>
                    <a:pt x="110849" y="75"/>
                    <a:pt x="109623" y="75"/>
                  </a:cubicBezTo>
                  <a:cubicBezTo>
                    <a:pt x="105638" y="75"/>
                    <a:pt x="101193" y="522"/>
                    <a:pt x="97055" y="522"/>
                  </a:cubicBezTo>
                  <a:cubicBezTo>
                    <a:pt x="91997" y="522"/>
                    <a:pt x="86633" y="75"/>
                    <a:pt x="81728" y="75"/>
                  </a:cubicBezTo>
                  <a:cubicBezTo>
                    <a:pt x="80809" y="75"/>
                    <a:pt x="78816" y="75"/>
                    <a:pt x="78816" y="2907"/>
                  </a:cubicBezTo>
                  <a:cubicBezTo>
                    <a:pt x="78816" y="4547"/>
                    <a:pt x="80349" y="4696"/>
                    <a:pt x="81115" y="4696"/>
                  </a:cubicBezTo>
                  <a:cubicBezTo>
                    <a:pt x="82188" y="4696"/>
                    <a:pt x="86633" y="4995"/>
                    <a:pt x="86633" y="8125"/>
                  </a:cubicBezTo>
                  <a:cubicBezTo>
                    <a:pt x="86633" y="10660"/>
                    <a:pt x="83108" y="14536"/>
                    <a:pt x="82495" y="15282"/>
                  </a:cubicBezTo>
                  <a:lnTo>
                    <a:pt x="46937" y="55088"/>
                  </a:lnTo>
                  <a:lnTo>
                    <a:pt x="30078" y="10809"/>
                  </a:lnTo>
                  <a:cubicBezTo>
                    <a:pt x="29158" y="8722"/>
                    <a:pt x="29158" y="8424"/>
                    <a:pt x="29158" y="8274"/>
                  </a:cubicBezTo>
                  <a:cubicBezTo>
                    <a:pt x="29158" y="4696"/>
                    <a:pt x="36668" y="4696"/>
                    <a:pt x="38201" y="4696"/>
                  </a:cubicBezTo>
                  <a:cubicBezTo>
                    <a:pt x="40346" y="4696"/>
                    <a:pt x="41879" y="4696"/>
                    <a:pt x="41879" y="1715"/>
                  </a:cubicBezTo>
                  <a:cubicBezTo>
                    <a:pt x="41879" y="75"/>
                    <a:pt x="40040" y="75"/>
                    <a:pt x="39580" y="75"/>
                  </a:cubicBezTo>
                  <a:cubicBezTo>
                    <a:pt x="35289" y="75"/>
                    <a:pt x="24560" y="522"/>
                    <a:pt x="20268" y="522"/>
                  </a:cubicBezTo>
                  <a:cubicBezTo>
                    <a:pt x="16437" y="522"/>
                    <a:pt x="6934" y="75"/>
                    <a:pt x="3103" y="75"/>
                  </a:cubicBezTo>
                  <a:cubicBezTo>
                    <a:pt x="2183" y="75"/>
                    <a:pt x="191" y="75"/>
                    <a:pt x="191" y="3056"/>
                  </a:cubicBezTo>
                  <a:cubicBezTo>
                    <a:pt x="191" y="4696"/>
                    <a:pt x="1723" y="4696"/>
                    <a:pt x="3716" y="4696"/>
                  </a:cubicBezTo>
                  <a:cubicBezTo>
                    <a:pt x="12912" y="4696"/>
                    <a:pt x="13525" y="6038"/>
                    <a:pt x="14904" y="9765"/>
                  </a:cubicBezTo>
                  <a:lnTo>
                    <a:pt x="33756" y="58815"/>
                  </a:lnTo>
                  <a:cubicBezTo>
                    <a:pt x="33909" y="59262"/>
                    <a:pt x="34369" y="60902"/>
                    <a:pt x="34369" y="61349"/>
                  </a:cubicBezTo>
                  <a:cubicBezTo>
                    <a:pt x="34369" y="61797"/>
                    <a:pt x="28238" y="85800"/>
                    <a:pt x="27472" y="88483"/>
                  </a:cubicBezTo>
                  <a:cubicBezTo>
                    <a:pt x="25480" y="96683"/>
                    <a:pt x="25326" y="97130"/>
                    <a:pt x="13065" y="97279"/>
                  </a:cubicBezTo>
                  <a:cubicBezTo>
                    <a:pt x="10153" y="97279"/>
                    <a:pt x="8927" y="97279"/>
                    <a:pt x="8927" y="100261"/>
                  </a:cubicBezTo>
                  <a:cubicBezTo>
                    <a:pt x="8927" y="101901"/>
                    <a:pt x="10766" y="101901"/>
                    <a:pt x="11073" y="101901"/>
                  </a:cubicBezTo>
                  <a:cubicBezTo>
                    <a:pt x="15364" y="101901"/>
                    <a:pt x="26093" y="101454"/>
                    <a:pt x="30384" y="101454"/>
                  </a:cubicBezTo>
                  <a:cubicBezTo>
                    <a:pt x="34676" y="101454"/>
                    <a:pt x="45711" y="101901"/>
                    <a:pt x="50002" y="101901"/>
                  </a:cubicBezTo>
                  <a:cubicBezTo>
                    <a:pt x="51075" y="101901"/>
                    <a:pt x="52914" y="101901"/>
                    <a:pt x="52914" y="98919"/>
                  </a:cubicBezTo>
                  <a:cubicBezTo>
                    <a:pt x="52914" y="97279"/>
                    <a:pt x="51535" y="97279"/>
                    <a:pt x="48623" y="97279"/>
                  </a:cubicBezTo>
                  <a:cubicBezTo>
                    <a:pt x="48316" y="97279"/>
                    <a:pt x="45404" y="97279"/>
                    <a:pt x="42799" y="96981"/>
                  </a:cubicBezTo>
                  <a:cubicBezTo>
                    <a:pt x="39580" y="96683"/>
                    <a:pt x="38660" y="96385"/>
                    <a:pt x="38660" y="94596"/>
                  </a:cubicBezTo>
                  <a:cubicBezTo>
                    <a:pt x="38660" y="93552"/>
                    <a:pt x="40040" y="88334"/>
                    <a:pt x="40806" y="85203"/>
                  </a:cubicBezTo>
                  <a:lnTo>
                    <a:pt x="46171" y="64182"/>
                  </a:lnTo>
                  <a:cubicBezTo>
                    <a:pt x="46937" y="61349"/>
                    <a:pt x="47090" y="60902"/>
                    <a:pt x="48316" y="59560"/>
                  </a:cubicBezTo>
                  <a:lnTo>
                    <a:pt x="86326" y="1707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67" name="Freeform: Shape 2066">
              <a:extLst>
                <a:ext uri="{FF2B5EF4-FFF2-40B4-BE49-F238E27FC236}">
                  <a16:creationId xmlns:a16="http://schemas.microsoft.com/office/drawing/2014/main" id="{9621D1B6-82D3-5CA1-0B5F-CC847DB49E0D}"/>
                </a:ext>
              </a:extLst>
            </p:cNvPr>
            <p:cNvSpPr/>
            <p:nvPr>
              <p:custDataLst>
                <p:tags r:id="rId157"/>
              </p:custDataLst>
            </p:nvPr>
          </p:nvSpPr>
          <p:spPr>
            <a:xfrm>
              <a:off x="10289886" y="4803635"/>
              <a:ext cx="35557" cy="149086"/>
            </a:xfrm>
            <a:custGeom>
              <a:avLst/>
              <a:gdLst>
                <a:gd name="connsiteX0" fmla="*/ 35756 w 35557"/>
                <a:gd name="connsiteY0" fmla="*/ 74618 h 149086"/>
                <a:gd name="connsiteX1" fmla="*/ 25641 w 35557"/>
                <a:gd name="connsiteY1" fmla="*/ 28103 h 149086"/>
                <a:gd name="connsiteX2" fmla="*/ 1731 w 35557"/>
                <a:gd name="connsiteY2" fmla="*/ 75 h 149086"/>
                <a:gd name="connsiteX3" fmla="*/ 199 w 35557"/>
                <a:gd name="connsiteY3" fmla="*/ 1566 h 149086"/>
                <a:gd name="connsiteX4" fmla="*/ 3111 w 35557"/>
                <a:gd name="connsiteY4" fmla="*/ 4995 h 149086"/>
                <a:gd name="connsiteX5" fmla="*/ 26867 w 35557"/>
                <a:gd name="connsiteY5" fmla="*/ 74618 h 149086"/>
                <a:gd name="connsiteX6" fmla="*/ 2191 w 35557"/>
                <a:gd name="connsiteY6" fmla="*/ 145136 h 149086"/>
                <a:gd name="connsiteX7" fmla="*/ 199 w 35557"/>
                <a:gd name="connsiteY7" fmla="*/ 147671 h 149086"/>
                <a:gd name="connsiteX8" fmla="*/ 1731 w 35557"/>
                <a:gd name="connsiteY8" fmla="*/ 149162 h 149086"/>
                <a:gd name="connsiteX9" fmla="*/ 26101 w 35557"/>
                <a:gd name="connsiteY9" fmla="*/ 120090 h 149086"/>
                <a:gd name="connsiteX10" fmla="*/ 35756 w 35557"/>
                <a:gd name="connsiteY10" fmla="*/ 74618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57" h="149086">
                  <a:moveTo>
                    <a:pt x="35756" y="74618"/>
                  </a:moveTo>
                  <a:cubicBezTo>
                    <a:pt x="35756" y="62989"/>
                    <a:pt x="34070" y="44950"/>
                    <a:pt x="25641" y="28103"/>
                  </a:cubicBezTo>
                  <a:cubicBezTo>
                    <a:pt x="16445" y="9765"/>
                    <a:pt x="3264" y="75"/>
                    <a:pt x="1731" y="75"/>
                  </a:cubicBezTo>
                  <a:cubicBezTo>
                    <a:pt x="812" y="75"/>
                    <a:pt x="199" y="671"/>
                    <a:pt x="199" y="1566"/>
                  </a:cubicBezTo>
                  <a:cubicBezTo>
                    <a:pt x="199" y="2013"/>
                    <a:pt x="199" y="2311"/>
                    <a:pt x="3111" y="4995"/>
                  </a:cubicBezTo>
                  <a:cubicBezTo>
                    <a:pt x="18131" y="19754"/>
                    <a:pt x="26867" y="43459"/>
                    <a:pt x="26867" y="74618"/>
                  </a:cubicBezTo>
                  <a:cubicBezTo>
                    <a:pt x="26867" y="100112"/>
                    <a:pt x="21196" y="126351"/>
                    <a:pt x="2191" y="145136"/>
                  </a:cubicBezTo>
                  <a:cubicBezTo>
                    <a:pt x="199" y="146925"/>
                    <a:pt x="199" y="147224"/>
                    <a:pt x="199" y="147671"/>
                  </a:cubicBezTo>
                  <a:cubicBezTo>
                    <a:pt x="199" y="148565"/>
                    <a:pt x="812" y="149162"/>
                    <a:pt x="1731" y="149162"/>
                  </a:cubicBezTo>
                  <a:cubicBezTo>
                    <a:pt x="3264" y="149162"/>
                    <a:pt x="17058" y="139024"/>
                    <a:pt x="26101" y="120090"/>
                  </a:cubicBezTo>
                  <a:cubicBezTo>
                    <a:pt x="33917" y="103690"/>
                    <a:pt x="35756" y="87141"/>
                    <a:pt x="35756" y="7461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68" name="Freeform: Shape 2067">
              <a:extLst>
                <a:ext uri="{FF2B5EF4-FFF2-40B4-BE49-F238E27FC236}">
                  <a16:creationId xmlns:a16="http://schemas.microsoft.com/office/drawing/2014/main" id="{33EB2EE7-E4F5-DB46-5003-0076C4D3169B}"/>
                </a:ext>
              </a:extLst>
            </p:cNvPr>
            <p:cNvSpPr/>
            <p:nvPr>
              <p:custDataLst>
                <p:tags r:id="rId158"/>
              </p:custDataLst>
            </p:nvPr>
          </p:nvSpPr>
          <p:spPr>
            <a:xfrm>
              <a:off x="10391909" y="4860736"/>
              <a:ext cx="101922" cy="34886"/>
            </a:xfrm>
            <a:custGeom>
              <a:avLst/>
              <a:gdLst>
                <a:gd name="connsiteX0" fmla="*/ 96916 w 101922"/>
                <a:gd name="connsiteY0" fmla="*/ 6038 h 34886"/>
                <a:gd name="connsiteX1" fmla="*/ 102127 w 101922"/>
                <a:gd name="connsiteY1" fmla="*/ 3056 h 34886"/>
                <a:gd name="connsiteX2" fmla="*/ 97070 w 101922"/>
                <a:gd name="connsiteY2" fmla="*/ 75 h 34886"/>
                <a:gd name="connsiteX3" fmla="*/ 5263 w 101922"/>
                <a:gd name="connsiteY3" fmla="*/ 75 h 34886"/>
                <a:gd name="connsiteX4" fmla="*/ 205 w 101922"/>
                <a:gd name="connsiteY4" fmla="*/ 3056 h 34886"/>
                <a:gd name="connsiteX5" fmla="*/ 5416 w 101922"/>
                <a:gd name="connsiteY5" fmla="*/ 6038 h 34886"/>
                <a:gd name="connsiteX6" fmla="*/ 96916 w 101922"/>
                <a:gd name="connsiteY6" fmla="*/ 6038 h 34886"/>
                <a:gd name="connsiteX7" fmla="*/ 97070 w 101922"/>
                <a:gd name="connsiteY7" fmla="*/ 34961 h 34886"/>
                <a:gd name="connsiteX8" fmla="*/ 102127 w 101922"/>
                <a:gd name="connsiteY8" fmla="*/ 31979 h 34886"/>
                <a:gd name="connsiteX9" fmla="*/ 96916 w 101922"/>
                <a:gd name="connsiteY9" fmla="*/ 28998 h 34886"/>
                <a:gd name="connsiteX10" fmla="*/ 5416 w 101922"/>
                <a:gd name="connsiteY10" fmla="*/ 28998 h 34886"/>
                <a:gd name="connsiteX11" fmla="*/ 205 w 101922"/>
                <a:gd name="connsiteY11" fmla="*/ 31979 h 34886"/>
                <a:gd name="connsiteX12" fmla="*/ 5263 w 101922"/>
                <a:gd name="connsiteY12" fmla="*/ 34961 h 34886"/>
                <a:gd name="connsiteX13" fmla="*/ 97070 w 101922"/>
                <a:gd name="connsiteY13" fmla="*/ 34961 h 3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922" h="34886">
                  <a:moveTo>
                    <a:pt x="96916" y="6038"/>
                  </a:moveTo>
                  <a:cubicBezTo>
                    <a:pt x="99215" y="6038"/>
                    <a:pt x="102127" y="6038"/>
                    <a:pt x="102127" y="3056"/>
                  </a:cubicBezTo>
                  <a:cubicBezTo>
                    <a:pt x="102127" y="75"/>
                    <a:pt x="99215" y="75"/>
                    <a:pt x="97070" y="75"/>
                  </a:cubicBezTo>
                  <a:lnTo>
                    <a:pt x="5263" y="75"/>
                  </a:lnTo>
                  <a:cubicBezTo>
                    <a:pt x="3117" y="75"/>
                    <a:pt x="205" y="75"/>
                    <a:pt x="205" y="3056"/>
                  </a:cubicBezTo>
                  <a:cubicBezTo>
                    <a:pt x="205" y="6038"/>
                    <a:pt x="3117" y="6038"/>
                    <a:pt x="5416" y="6038"/>
                  </a:cubicBezTo>
                  <a:lnTo>
                    <a:pt x="96916" y="6038"/>
                  </a:lnTo>
                  <a:close/>
                  <a:moveTo>
                    <a:pt x="97070" y="34961"/>
                  </a:moveTo>
                  <a:cubicBezTo>
                    <a:pt x="99215" y="34961"/>
                    <a:pt x="102127" y="34961"/>
                    <a:pt x="102127" y="31979"/>
                  </a:cubicBezTo>
                  <a:cubicBezTo>
                    <a:pt x="102127" y="28998"/>
                    <a:pt x="99215" y="28998"/>
                    <a:pt x="96916" y="28998"/>
                  </a:cubicBezTo>
                  <a:lnTo>
                    <a:pt x="5416" y="28998"/>
                  </a:lnTo>
                  <a:cubicBezTo>
                    <a:pt x="3117" y="28998"/>
                    <a:pt x="205" y="28998"/>
                    <a:pt x="205" y="31979"/>
                  </a:cubicBezTo>
                  <a:cubicBezTo>
                    <a:pt x="205" y="34961"/>
                    <a:pt x="3117" y="34961"/>
                    <a:pt x="5263" y="34961"/>
                  </a:cubicBezTo>
                  <a:lnTo>
                    <a:pt x="97070" y="349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69" name="Freeform: Shape 2068">
              <a:extLst>
                <a:ext uri="{FF2B5EF4-FFF2-40B4-BE49-F238E27FC236}">
                  <a16:creationId xmlns:a16="http://schemas.microsoft.com/office/drawing/2014/main" id="{77D5B577-5778-7CAA-FC93-19F61E224ECC}"/>
                </a:ext>
              </a:extLst>
            </p:cNvPr>
            <p:cNvSpPr/>
            <p:nvPr>
              <p:custDataLst>
                <p:tags r:id="rId159"/>
              </p:custDataLst>
            </p:nvPr>
          </p:nvSpPr>
          <p:spPr>
            <a:xfrm>
              <a:off x="10560280" y="4803635"/>
              <a:ext cx="35557" cy="149086"/>
            </a:xfrm>
            <a:custGeom>
              <a:avLst/>
              <a:gdLst>
                <a:gd name="connsiteX0" fmla="*/ 35774 w 35557"/>
                <a:gd name="connsiteY0" fmla="*/ 147671 h 149086"/>
                <a:gd name="connsiteX1" fmla="*/ 33168 w 35557"/>
                <a:gd name="connsiteY1" fmla="*/ 144391 h 149086"/>
                <a:gd name="connsiteX2" fmla="*/ 9105 w 35557"/>
                <a:gd name="connsiteY2" fmla="*/ 74618 h 149086"/>
                <a:gd name="connsiteX3" fmla="*/ 33781 w 35557"/>
                <a:gd name="connsiteY3" fmla="*/ 4100 h 149086"/>
                <a:gd name="connsiteX4" fmla="*/ 35774 w 35557"/>
                <a:gd name="connsiteY4" fmla="*/ 1566 h 149086"/>
                <a:gd name="connsiteX5" fmla="*/ 34241 w 35557"/>
                <a:gd name="connsiteY5" fmla="*/ 75 h 149086"/>
                <a:gd name="connsiteX6" fmla="*/ 9872 w 35557"/>
                <a:gd name="connsiteY6" fmla="*/ 29147 h 149086"/>
                <a:gd name="connsiteX7" fmla="*/ 216 w 35557"/>
                <a:gd name="connsiteY7" fmla="*/ 74618 h 149086"/>
                <a:gd name="connsiteX8" fmla="*/ 10331 w 35557"/>
                <a:gd name="connsiteY8" fmla="*/ 121133 h 149086"/>
                <a:gd name="connsiteX9" fmla="*/ 34241 w 35557"/>
                <a:gd name="connsiteY9" fmla="*/ 149162 h 149086"/>
                <a:gd name="connsiteX10" fmla="*/ 35774 w 35557"/>
                <a:gd name="connsiteY10" fmla="*/ 147671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57" h="149086">
                  <a:moveTo>
                    <a:pt x="35774" y="147671"/>
                  </a:moveTo>
                  <a:cubicBezTo>
                    <a:pt x="35774" y="147224"/>
                    <a:pt x="35774" y="146925"/>
                    <a:pt x="33168" y="144391"/>
                  </a:cubicBezTo>
                  <a:cubicBezTo>
                    <a:pt x="14010" y="125606"/>
                    <a:pt x="9105" y="97428"/>
                    <a:pt x="9105" y="74618"/>
                  </a:cubicBezTo>
                  <a:cubicBezTo>
                    <a:pt x="9105" y="48677"/>
                    <a:pt x="14929" y="22736"/>
                    <a:pt x="33781" y="4100"/>
                  </a:cubicBezTo>
                  <a:cubicBezTo>
                    <a:pt x="35774" y="2311"/>
                    <a:pt x="35774" y="2013"/>
                    <a:pt x="35774" y="1566"/>
                  </a:cubicBezTo>
                  <a:cubicBezTo>
                    <a:pt x="35774" y="522"/>
                    <a:pt x="35161" y="75"/>
                    <a:pt x="34241" y="75"/>
                  </a:cubicBezTo>
                  <a:cubicBezTo>
                    <a:pt x="32708" y="75"/>
                    <a:pt x="18914" y="10213"/>
                    <a:pt x="9872" y="29147"/>
                  </a:cubicBezTo>
                  <a:cubicBezTo>
                    <a:pt x="2055" y="45546"/>
                    <a:pt x="216" y="62095"/>
                    <a:pt x="216" y="74618"/>
                  </a:cubicBezTo>
                  <a:cubicBezTo>
                    <a:pt x="216" y="86247"/>
                    <a:pt x="1902" y="104286"/>
                    <a:pt x="10331" y="121133"/>
                  </a:cubicBezTo>
                  <a:cubicBezTo>
                    <a:pt x="19527" y="139471"/>
                    <a:pt x="32708" y="149162"/>
                    <a:pt x="34241" y="149162"/>
                  </a:cubicBezTo>
                  <a:cubicBezTo>
                    <a:pt x="35161" y="149162"/>
                    <a:pt x="35774" y="148714"/>
                    <a:pt x="35774" y="1476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70" name="Freeform: Shape 2069">
              <a:extLst>
                <a:ext uri="{FF2B5EF4-FFF2-40B4-BE49-F238E27FC236}">
                  <a16:creationId xmlns:a16="http://schemas.microsoft.com/office/drawing/2014/main" id="{783BB829-F477-52AD-526D-741E7D5F5D57}"/>
                </a:ext>
              </a:extLst>
            </p:cNvPr>
            <p:cNvSpPr/>
            <p:nvPr>
              <p:custDataLst>
                <p:tags r:id="rId160"/>
              </p:custDataLst>
            </p:nvPr>
          </p:nvSpPr>
          <p:spPr>
            <a:xfrm>
              <a:off x="10618352" y="4816159"/>
              <a:ext cx="50577" cy="99291"/>
            </a:xfrm>
            <a:custGeom>
              <a:avLst/>
              <a:gdLst>
                <a:gd name="connsiteX0" fmla="*/ 31639 w 50577"/>
                <a:gd name="connsiteY0" fmla="*/ 3951 h 99291"/>
                <a:gd name="connsiteX1" fmla="*/ 28114 w 50577"/>
                <a:gd name="connsiteY1" fmla="*/ 75 h 99291"/>
                <a:gd name="connsiteX2" fmla="*/ 220 w 50577"/>
                <a:gd name="connsiteY2" fmla="*/ 9616 h 99291"/>
                <a:gd name="connsiteX3" fmla="*/ 220 w 50577"/>
                <a:gd name="connsiteY3" fmla="*/ 14238 h 99291"/>
                <a:gd name="connsiteX4" fmla="*/ 20298 w 50577"/>
                <a:gd name="connsiteY4" fmla="*/ 10362 h 99291"/>
                <a:gd name="connsiteX5" fmla="*/ 20298 w 50577"/>
                <a:gd name="connsiteY5" fmla="*/ 87589 h 99291"/>
                <a:gd name="connsiteX6" fmla="*/ 6044 w 50577"/>
                <a:gd name="connsiteY6" fmla="*/ 94745 h 99291"/>
                <a:gd name="connsiteX7" fmla="*/ 1139 w 50577"/>
                <a:gd name="connsiteY7" fmla="*/ 94745 h 99291"/>
                <a:gd name="connsiteX8" fmla="*/ 1139 w 50577"/>
                <a:gd name="connsiteY8" fmla="*/ 99367 h 99291"/>
                <a:gd name="connsiteX9" fmla="*/ 25968 w 50577"/>
                <a:gd name="connsiteY9" fmla="*/ 98919 h 99291"/>
                <a:gd name="connsiteX10" fmla="*/ 50798 w 50577"/>
                <a:gd name="connsiteY10" fmla="*/ 99367 h 99291"/>
                <a:gd name="connsiteX11" fmla="*/ 50798 w 50577"/>
                <a:gd name="connsiteY11" fmla="*/ 94745 h 99291"/>
                <a:gd name="connsiteX12" fmla="*/ 45893 w 50577"/>
                <a:gd name="connsiteY12" fmla="*/ 94745 h 99291"/>
                <a:gd name="connsiteX13" fmla="*/ 31639 w 50577"/>
                <a:gd name="connsiteY13" fmla="*/ 87589 h 99291"/>
                <a:gd name="connsiteX14" fmla="*/ 31639 w 50577"/>
                <a:gd name="connsiteY14" fmla="*/ 3951 h 9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577" h="99291">
                  <a:moveTo>
                    <a:pt x="31639" y="3951"/>
                  </a:moveTo>
                  <a:cubicBezTo>
                    <a:pt x="31639" y="373"/>
                    <a:pt x="31639" y="75"/>
                    <a:pt x="28114" y="75"/>
                  </a:cubicBezTo>
                  <a:cubicBezTo>
                    <a:pt x="18612" y="9616"/>
                    <a:pt x="5124" y="9616"/>
                    <a:pt x="220" y="9616"/>
                  </a:cubicBezTo>
                  <a:lnTo>
                    <a:pt x="220" y="14238"/>
                  </a:lnTo>
                  <a:cubicBezTo>
                    <a:pt x="3285" y="14238"/>
                    <a:pt x="12328" y="14238"/>
                    <a:pt x="20298" y="10362"/>
                  </a:cubicBezTo>
                  <a:lnTo>
                    <a:pt x="20298" y="87589"/>
                  </a:lnTo>
                  <a:cubicBezTo>
                    <a:pt x="20298" y="92956"/>
                    <a:pt x="19838" y="94745"/>
                    <a:pt x="6044" y="94745"/>
                  </a:cubicBezTo>
                  <a:lnTo>
                    <a:pt x="1139" y="94745"/>
                  </a:lnTo>
                  <a:lnTo>
                    <a:pt x="1139" y="99367"/>
                  </a:lnTo>
                  <a:cubicBezTo>
                    <a:pt x="6504" y="98919"/>
                    <a:pt x="19838" y="98919"/>
                    <a:pt x="25968" y="98919"/>
                  </a:cubicBezTo>
                  <a:cubicBezTo>
                    <a:pt x="32099" y="98919"/>
                    <a:pt x="45433" y="98919"/>
                    <a:pt x="50798" y="99367"/>
                  </a:cubicBezTo>
                  <a:lnTo>
                    <a:pt x="50798" y="94745"/>
                  </a:lnTo>
                  <a:lnTo>
                    <a:pt x="45893" y="94745"/>
                  </a:lnTo>
                  <a:cubicBezTo>
                    <a:pt x="32099" y="94745"/>
                    <a:pt x="31639" y="93105"/>
                    <a:pt x="31639" y="87589"/>
                  </a:cubicBezTo>
                  <a:lnTo>
                    <a:pt x="31639" y="395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71" name="Freeform: Shape 2070">
              <a:extLst>
                <a:ext uri="{FF2B5EF4-FFF2-40B4-BE49-F238E27FC236}">
                  <a16:creationId xmlns:a16="http://schemas.microsoft.com/office/drawing/2014/main" id="{798A13F9-C412-DD15-C0D6-CB5EBC81B6D2}"/>
                </a:ext>
              </a:extLst>
            </p:cNvPr>
            <p:cNvSpPr/>
            <p:nvPr>
              <p:custDataLst>
                <p:tags r:id="rId161"/>
              </p:custDataLst>
            </p:nvPr>
          </p:nvSpPr>
          <p:spPr>
            <a:xfrm>
              <a:off x="10728124" y="4875197"/>
              <a:ext cx="93645" cy="5963"/>
            </a:xfrm>
            <a:custGeom>
              <a:avLst/>
              <a:gdLst>
                <a:gd name="connsiteX0" fmla="*/ 88508 w 93645"/>
                <a:gd name="connsiteY0" fmla="*/ 6038 h 5963"/>
                <a:gd name="connsiteX1" fmla="*/ 93873 w 93645"/>
                <a:gd name="connsiteY1" fmla="*/ 3056 h 5963"/>
                <a:gd name="connsiteX2" fmla="*/ 88508 w 93645"/>
                <a:gd name="connsiteY2" fmla="*/ 75 h 5963"/>
                <a:gd name="connsiteX3" fmla="*/ 5591 w 93645"/>
                <a:gd name="connsiteY3" fmla="*/ 75 h 5963"/>
                <a:gd name="connsiteX4" fmla="*/ 227 w 93645"/>
                <a:gd name="connsiteY4" fmla="*/ 3056 h 5963"/>
                <a:gd name="connsiteX5" fmla="*/ 5591 w 93645"/>
                <a:gd name="connsiteY5" fmla="*/ 6038 h 5963"/>
                <a:gd name="connsiteX6" fmla="*/ 88508 w 93645"/>
                <a:gd name="connsiteY6" fmla="*/ 6038 h 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645" h="5963">
                  <a:moveTo>
                    <a:pt x="88508" y="6038"/>
                  </a:moveTo>
                  <a:cubicBezTo>
                    <a:pt x="91114" y="6038"/>
                    <a:pt x="93873" y="6038"/>
                    <a:pt x="93873" y="3056"/>
                  </a:cubicBezTo>
                  <a:cubicBezTo>
                    <a:pt x="93873" y="75"/>
                    <a:pt x="91114" y="75"/>
                    <a:pt x="88508" y="75"/>
                  </a:cubicBezTo>
                  <a:lnTo>
                    <a:pt x="5591" y="75"/>
                  </a:lnTo>
                  <a:cubicBezTo>
                    <a:pt x="2986" y="75"/>
                    <a:pt x="227" y="75"/>
                    <a:pt x="227" y="3056"/>
                  </a:cubicBezTo>
                  <a:cubicBezTo>
                    <a:pt x="227" y="6038"/>
                    <a:pt x="2986" y="6038"/>
                    <a:pt x="5591" y="6038"/>
                  </a:cubicBezTo>
                  <a:lnTo>
                    <a:pt x="88508" y="603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72" name="Freeform: Shape 2071">
              <a:extLst>
                <a:ext uri="{FF2B5EF4-FFF2-40B4-BE49-F238E27FC236}">
                  <a16:creationId xmlns:a16="http://schemas.microsoft.com/office/drawing/2014/main" id="{226957FB-9C73-DEDA-CCF2-88AAA8299AB3}"/>
                </a:ext>
              </a:extLst>
            </p:cNvPr>
            <p:cNvSpPr/>
            <p:nvPr>
              <p:custDataLst>
                <p:tags r:id="rId162"/>
              </p:custDataLst>
            </p:nvPr>
          </p:nvSpPr>
          <p:spPr>
            <a:xfrm>
              <a:off x="10863765" y="4849554"/>
              <a:ext cx="80005" cy="94819"/>
            </a:xfrm>
            <a:custGeom>
              <a:avLst/>
              <a:gdLst>
                <a:gd name="connsiteX0" fmla="*/ 12038 w 80005"/>
                <a:gd name="connsiteY0" fmla="*/ 84160 h 94819"/>
                <a:gd name="connsiteX1" fmla="*/ 3762 w 80005"/>
                <a:gd name="connsiteY1" fmla="*/ 90272 h 94819"/>
                <a:gd name="connsiteX2" fmla="*/ 237 w 80005"/>
                <a:gd name="connsiteY2" fmla="*/ 93105 h 94819"/>
                <a:gd name="connsiteX3" fmla="*/ 2229 w 80005"/>
                <a:gd name="connsiteY3" fmla="*/ 94894 h 94819"/>
                <a:gd name="connsiteX4" fmla="*/ 15104 w 80005"/>
                <a:gd name="connsiteY4" fmla="*/ 94447 h 94819"/>
                <a:gd name="connsiteX5" fmla="*/ 30277 w 80005"/>
                <a:gd name="connsiteY5" fmla="*/ 94894 h 94819"/>
                <a:gd name="connsiteX6" fmla="*/ 33036 w 80005"/>
                <a:gd name="connsiteY6" fmla="*/ 91912 h 94819"/>
                <a:gd name="connsiteX7" fmla="*/ 29357 w 80005"/>
                <a:gd name="connsiteY7" fmla="*/ 90272 h 94819"/>
                <a:gd name="connsiteX8" fmla="*/ 21694 w 80005"/>
                <a:gd name="connsiteY8" fmla="*/ 87887 h 94819"/>
                <a:gd name="connsiteX9" fmla="*/ 29204 w 80005"/>
                <a:gd name="connsiteY9" fmla="*/ 58070 h 94819"/>
                <a:gd name="connsiteX10" fmla="*/ 43305 w 80005"/>
                <a:gd name="connsiteY10" fmla="*/ 67611 h 94819"/>
                <a:gd name="connsiteX11" fmla="*/ 80242 w 80005"/>
                <a:gd name="connsiteY11" fmla="*/ 23929 h 94819"/>
                <a:gd name="connsiteX12" fmla="*/ 59857 w 80005"/>
                <a:gd name="connsiteY12" fmla="*/ 75 h 94819"/>
                <a:gd name="connsiteX13" fmla="*/ 39780 w 80005"/>
                <a:gd name="connsiteY13" fmla="*/ 11256 h 94819"/>
                <a:gd name="connsiteX14" fmla="*/ 25986 w 80005"/>
                <a:gd name="connsiteY14" fmla="*/ 75 h 94819"/>
                <a:gd name="connsiteX15" fmla="*/ 14644 w 80005"/>
                <a:gd name="connsiteY15" fmla="*/ 8573 h 94819"/>
                <a:gd name="connsiteX16" fmla="*/ 9893 w 80005"/>
                <a:gd name="connsiteY16" fmla="*/ 23034 h 94819"/>
                <a:gd name="connsiteX17" fmla="*/ 11732 w 80005"/>
                <a:gd name="connsiteY17" fmla="*/ 24525 h 94819"/>
                <a:gd name="connsiteX18" fmla="*/ 14337 w 80005"/>
                <a:gd name="connsiteY18" fmla="*/ 21096 h 94819"/>
                <a:gd name="connsiteX19" fmla="*/ 25526 w 80005"/>
                <a:gd name="connsiteY19" fmla="*/ 3355 h 94819"/>
                <a:gd name="connsiteX20" fmla="*/ 30277 w 80005"/>
                <a:gd name="connsiteY20" fmla="*/ 10213 h 94819"/>
                <a:gd name="connsiteX21" fmla="*/ 29204 w 80005"/>
                <a:gd name="connsiteY21" fmla="*/ 17816 h 94819"/>
                <a:gd name="connsiteX22" fmla="*/ 12038 w 80005"/>
                <a:gd name="connsiteY22" fmla="*/ 84160 h 94819"/>
                <a:gd name="connsiteX23" fmla="*/ 39013 w 80005"/>
                <a:gd name="connsiteY23" fmla="*/ 19456 h 94819"/>
                <a:gd name="connsiteX24" fmla="*/ 46983 w 80005"/>
                <a:gd name="connsiteY24" fmla="*/ 9020 h 94819"/>
                <a:gd name="connsiteX25" fmla="*/ 59398 w 80005"/>
                <a:gd name="connsiteY25" fmla="*/ 3355 h 94819"/>
                <a:gd name="connsiteX26" fmla="*/ 69207 w 80005"/>
                <a:gd name="connsiteY26" fmla="*/ 17369 h 94819"/>
                <a:gd name="connsiteX27" fmla="*/ 61390 w 80005"/>
                <a:gd name="connsiteY27" fmla="*/ 48975 h 94819"/>
                <a:gd name="connsiteX28" fmla="*/ 43151 w 80005"/>
                <a:gd name="connsiteY28" fmla="*/ 64331 h 94819"/>
                <a:gd name="connsiteX29" fmla="*/ 31043 w 80005"/>
                <a:gd name="connsiteY29" fmla="*/ 51062 h 94819"/>
                <a:gd name="connsiteX30" fmla="*/ 31503 w 80005"/>
                <a:gd name="connsiteY30" fmla="*/ 48677 h 94819"/>
                <a:gd name="connsiteX31" fmla="*/ 39013 w 80005"/>
                <a:gd name="connsiteY31" fmla="*/ 19456 h 94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0005" h="94819">
                  <a:moveTo>
                    <a:pt x="12038" y="84160"/>
                  </a:moveTo>
                  <a:cubicBezTo>
                    <a:pt x="10812" y="89229"/>
                    <a:pt x="10506" y="90272"/>
                    <a:pt x="3762" y="90272"/>
                  </a:cubicBezTo>
                  <a:cubicBezTo>
                    <a:pt x="1923" y="90272"/>
                    <a:pt x="237" y="90272"/>
                    <a:pt x="237" y="93105"/>
                  </a:cubicBezTo>
                  <a:cubicBezTo>
                    <a:pt x="237" y="94298"/>
                    <a:pt x="1003" y="94894"/>
                    <a:pt x="2229" y="94894"/>
                  </a:cubicBezTo>
                  <a:cubicBezTo>
                    <a:pt x="6367" y="94894"/>
                    <a:pt x="10812" y="94447"/>
                    <a:pt x="15104" y="94447"/>
                  </a:cubicBezTo>
                  <a:cubicBezTo>
                    <a:pt x="20161" y="94447"/>
                    <a:pt x="25372" y="94894"/>
                    <a:pt x="30277" y="94894"/>
                  </a:cubicBezTo>
                  <a:cubicBezTo>
                    <a:pt x="31043" y="94894"/>
                    <a:pt x="33036" y="94894"/>
                    <a:pt x="33036" y="91912"/>
                  </a:cubicBezTo>
                  <a:cubicBezTo>
                    <a:pt x="33036" y="90272"/>
                    <a:pt x="31503" y="90272"/>
                    <a:pt x="29357" y="90272"/>
                  </a:cubicBezTo>
                  <a:cubicBezTo>
                    <a:pt x="21694" y="90272"/>
                    <a:pt x="21694" y="89229"/>
                    <a:pt x="21694" y="87887"/>
                  </a:cubicBezTo>
                  <a:cubicBezTo>
                    <a:pt x="21694" y="86098"/>
                    <a:pt x="28131" y="61797"/>
                    <a:pt x="29204" y="58070"/>
                  </a:cubicBezTo>
                  <a:cubicBezTo>
                    <a:pt x="31197" y="62393"/>
                    <a:pt x="35488" y="67611"/>
                    <a:pt x="43305" y="67611"/>
                  </a:cubicBezTo>
                  <a:cubicBezTo>
                    <a:pt x="61084" y="67611"/>
                    <a:pt x="80242" y="45844"/>
                    <a:pt x="80242" y="23929"/>
                  </a:cubicBezTo>
                  <a:cubicBezTo>
                    <a:pt x="80242" y="9914"/>
                    <a:pt x="71506" y="75"/>
                    <a:pt x="59857" y="75"/>
                  </a:cubicBezTo>
                  <a:cubicBezTo>
                    <a:pt x="52194" y="75"/>
                    <a:pt x="44837" y="5442"/>
                    <a:pt x="39780" y="11256"/>
                  </a:cubicBezTo>
                  <a:cubicBezTo>
                    <a:pt x="38247" y="3206"/>
                    <a:pt x="31656" y="75"/>
                    <a:pt x="25986" y="75"/>
                  </a:cubicBezTo>
                  <a:cubicBezTo>
                    <a:pt x="18935" y="75"/>
                    <a:pt x="16023" y="5889"/>
                    <a:pt x="14644" y="8573"/>
                  </a:cubicBezTo>
                  <a:cubicBezTo>
                    <a:pt x="11885" y="13642"/>
                    <a:pt x="9893" y="22587"/>
                    <a:pt x="9893" y="23034"/>
                  </a:cubicBezTo>
                  <a:cubicBezTo>
                    <a:pt x="9893" y="24525"/>
                    <a:pt x="11425" y="24525"/>
                    <a:pt x="11732" y="24525"/>
                  </a:cubicBezTo>
                  <a:cubicBezTo>
                    <a:pt x="13264" y="24525"/>
                    <a:pt x="13418" y="24376"/>
                    <a:pt x="14337" y="21096"/>
                  </a:cubicBezTo>
                  <a:cubicBezTo>
                    <a:pt x="16943" y="10511"/>
                    <a:pt x="20008" y="3355"/>
                    <a:pt x="25526" y="3355"/>
                  </a:cubicBezTo>
                  <a:cubicBezTo>
                    <a:pt x="28131" y="3355"/>
                    <a:pt x="30277" y="4547"/>
                    <a:pt x="30277" y="10213"/>
                  </a:cubicBezTo>
                  <a:cubicBezTo>
                    <a:pt x="30277" y="13642"/>
                    <a:pt x="29817" y="15282"/>
                    <a:pt x="29204" y="17816"/>
                  </a:cubicBezTo>
                  <a:lnTo>
                    <a:pt x="12038" y="84160"/>
                  </a:lnTo>
                  <a:close/>
                  <a:moveTo>
                    <a:pt x="39013" y="19456"/>
                  </a:moveTo>
                  <a:cubicBezTo>
                    <a:pt x="40086" y="15431"/>
                    <a:pt x="44224" y="11256"/>
                    <a:pt x="46983" y="9020"/>
                  </a:cubicBezTo>
                  <a:cubicBezTo>
                    <a:pt x="52347" y="4398"/>
                    <a:pt x="56792" y="3355"/>
                    <a:pt x="59398" y="3355"/>
                  </a:cubicBezTo>
                  <a:cubicBezTo>
                    <a:pt x="65528" y="3355"/>
                    <a:pt x="69207" y="8573"/>
                    <a:pt x="69207" y="17369"/>
                  </a:cubicBezTo>
                  <a:cubicBezTo>
                    <a:pt x="69207" y="26165"/>
                    <a:pt x="64149" y="43310"/>
                    <a:pt x="61390" y="48975"/>
                  </a:cubicBezTo>
                  <a:cubicBezTo>
                    <a:pt x="56179" y="59411"/>
                    <a:pt x="48822" y="64331"/>
                    <a:pt x="43151" y="64331"/>
                  </a:cubicBezTo>
                  <a:cubicBezTo>
                    <a:pt x="33036" y="64331"/>
                    <a:pt x="31043" y="51957"/>
                    <a:pt x="31043" y="51062"/>
                  </a:cubicBezTo>
                  <a:cubicBezTo>
                    <a:pt x="31043" y="50764"/>
                    <a:pt x="31043" y="50466"/>
                    <a:pt x="31503" y="48677"/>
                  </a:cubicBezTo>
                  <a:lnTo>
                    <a:pt x="39013" y="194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73" name="Freeform: Shape 2072">
              <a:extLst>
                <a:ext uri="{FF2B5EF4-FFF2-40B4-BE49-F238E27FC236}">
                  <a16:creationId xmlns:a16="http://schemas.microsoft.com/office/drawing/2014/main" id="{E5F0E7EF-E5AC-5340-5C7B-FBFDBF2C4661}"/>
                </a:ext>
              </a:extLst>
            </p:cNvPr>
            <p:cNvSpPr/>
            <p:nvPr>
              <p:custDataLst>
                <p:tags r:id="rId163"/>
              </p:custDataLst>
            </p:nvPr>
          </p:nvSpPr>
          <p:spPr>
            <a:xfrm>
              <a:off x="10954518" y="4803635"/>
              <a:ext cx="35557" cy="149086"/>
            </a:xfrm>
            <a:custGeom>
              <a:avLst/>
              <a:gdLst>
                <a:gd name="connsiteX0" fmla="*/ 35800 w 35557"/>
                <a:gd name="connsiteY0" fmla="*/ 74618 h 149086"/>
                <a:gd name="connsiteX1" fmla="*/ 25684 w 35557"/>
                <a:gd name="connsiteY1" fmla="*/ 28103 h 149086"/>
                <a:gd name="connsiteX2" fmla="*/ 1774 w 35557"/>
                <a:gd name="connsiteY2" fmla="*/ 75 h 149086"/>
                <a:gd name="connsiteX3" fmla="*/ 242 w 35557"/>
                <a:gd name="connsiteY3" fmla="*/ 1566 h 149086"/>
                <a:gd name="connsiteX4" fmla="*/ 3154 w 35557"/>
                <a:gd name="connsiteY4" fmla="*/ 4995 h 149086"/>
                <a:gd name="connsiteX5" fmla="*/ 26910 w 35557"/>
                <a:gd name="connsiteY5" fmla="*/ 74618 h 149086"/>
                <a:gd name="connsiteX6" fmla="*/ 2234 w 35557"/>
                <a:gd name="connsiteY6" fmla="*/ 145136 h 149086"/>
                <a:gd name="connsiteX7" fmla="*/ 242 w 35557"/>
                <a:gd name="connsiteY7" fmla="*/ 147671 h 149086"/>
                <a:gd name="connsiteX8" fmla="*/ 1774 w 35557"/>
                <a:gd name="connsiteY8" fmla="*/ 149162 h 149086"/>
                <a:gd name="connsiteX9" fmla="*/ 26144 w 35557"/>
                <a:gd name="connsiteY9" fmla="*/ 120090 h 149086"/>
                <a:gd name="connsiteX10" fmla="*/ 35800 w 35557"/>
                <a:gd name="connsiteY10" fmla="*/ 74618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57" h="149086">
                  <a:moveTo>
                    <a:pt x="35800" y="74618"/>
                  </a:moveTo>
                  <a:cubicBezTo>
                    <a:pt x="35800" y="62989"/>
                    <a:pt x="34114" y="44950"/>
                    <a:pt x="25684" y="28103"/>
                  </a:cubicBezTo>
                  <a:cubicBezTo>
                    <a:pt x="16488" y="9765"/>
                    <a:pt x="3307" y="75"/>
                    <a:pt x="1774" y="75"/>
                  </a:cubicBezTo>
                  <a:cubicBezTo>
                    <a:pt x="855" y="75"/>
                    <a:pt x="242" y="671"/>
                    <a:pt x="242" y="1566"/>
                  </a:cubicBezTo>
                  <a:cubicBezTo>
                    <a:pt x="242" y="2013"/>
                    <a:pt x="242" y="2311"/>
                    <a:pt x="3154" y="4995"/>
                  </a:cubicBezTo>
                  <a:cubicBezTo>
                    <a:pt x="18174" y="19754"/>
                    <a:pt x="26910" y="43459"/>
                    <a:pt x="26910" y="74618"/>
                  </a:cubicBezTo>
                  <a:cubicBezTo>
                    <a:pt x="26910" y="100112"/>
                    <a:pt x="21239" y="126351"/>
                    <a:pt x="2234" y="145136"/>
                  </a:cubicBezTo>
                  <a:cubicBezTo>
                    <a:pt x="242" y="146925"/>
                    <a:pt x="242" y="147224"/>
                    <a:pt x="242" y="147671"/>
                  </a:cubicBezTo>
                  <a:cubicBezTo>
                    <a:pt x="242" y="148565"/>
                    <a:pt x="855" y="149162"/>
                    <a:pt x="1774" y="149162"/>
                  </a:cubicBezTo>
                  <a:cubicBezTo>
                    <a:pt x="3307" y="149162"/>
                    <a:pt x="17101" y="139024"/>
                    <a:pt x="26144" y="120090"/>
                  </a:cubicBezTo>
                  <a:cubicBezTo>
                    <a:pt x="33960" y="103690"/>
                    <a:pt x="35800" y="87141"/>
                    <a:pt x="35800" y="7461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74" name="Freeform: Shape 2073">
              <a:extLst>
                <a:ext uri="{FF2B5EF4-FFF2-40B4-BE49-F238E27FC236}">
                  <a16:creationId xmlns:a16="http://schemas.microsoft.com/office/drawing/2014/main" id="{5CEBC2C4-DF8E-1239-8AEB-5FA785BB51E0}"/>
                </a:ext>
              </a:extLst>
            </p:cNvPr>
            <p:cNvSpPr/>
            <p:nvPr>
              <p:custDataLst>
                <p:tags r:id="rId164"/>
              </p:custDataLst>
            </p:nvPr>
          </p:nvSpPr>
          <p:spPr>
            <a:xfrm>
              <a:off x="11052625" y="4870277"/>
              <a:ext cx="16246" cy="15803"/>
            </a:xfrm>
            <a:custGeom>
              <a:avLst/>
              <a:gdLst>
                <a:gd name="connsiteX0" fmla="*/ 16494 w 16246"/>
                <a:gd name="connsiteY0" fmla="*/ 7976 h 15803"/>
                <a:gd name="connsiteX1" fmla="*/ 8371 w 16246"/>
                <a:gd name="connsiteY1" fmla="*/ 75 h 15803"/>
                <a:gd name="connsiteX2" fmla="*/ 248 w 16246"/>
                <a:gd name="connsiteY2" fmla="*/ 7976 h 15803"/>
                <a:gd name="connsiteX3" fmla="*/ 8371 w 16246"/>
                <a:gd name="connsiteY3" fmla="*/ 15878 h 15803"/>
                <a:gd name="connsiteX4" fmla="*/ 16494 w 16246"/>
                <a:gd name="connsiteY4" fmla="*/ 7976 h 15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46" h="15803">
                  <a:moveTo>
                    <a:pt x="16494" y="7976"/>
                  </a:moveTo>
                  <a:cubicBezTo>
                    <a:pt x="16494" y="3653"/>
                    <a:pt x="12816" y="75"/>
                    <a:pt x="8371" y="75"/>
                  </a:cubicBezTo>
                  <a:cubicBezTo>
                    <a:pt x="3926" y="75"/>
                    <a:pt x="248" y="3653"/>
                    <a:pt x="248" y="7976"/>
                  </a:cubicBezTo>
                  <a:cubicBezTo>
                    <a:pt x="248" y="12300"/>
                    <a:pt x="3926" y="15878"/>
                    <a:pt x="8371" y="15878"/>
                  </a:cubicBezTo>
                  <a:cubicBezTo>
                    <a:pt x="12816" y="15878"/>
                    <a:pt x="16494" y="12300"/>
                    <a:pt x="16494" y="797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75" name="Freeform: Shape 2074">
              <a:extLst>
                <a:ext uri="{FF2B5EF4-FFF2-40B4-BE49-F238E27FC236}">
                  <a16:creationId xmlns:a16="http://schemas.microsoft.com/office/drawing/2014/main" id="{B9B2923D-1A3D-1FD5-C5BD-99239AA2123B}"/>
                </a:ext>
              </a:extLst>
            </p:cNvPr>
            <p:cNvSpPr/>
            <p:nvPr>
              <p:custDataLst>
                <p:tags r:id="rId165"/>
              </p:custDataLst>
            </p:nvPr>
          </p:nvSpPr>
          <p:spPr>
            <a:xfrm>
              <a:off x="11122054" y="4816159"/>
              <a:ext cx="64525" cy="102571"/>
            </a:xfrm>
            <a:custGeom>
              <a:avLst/>
              <a:gdLst>
                <a:gd name="connsiteX0" fmla="*/ 64778 w 64525"/>
                <a:gd name="connsiteY0" fmla="*/ 51659 h 102571"/>
                <a:gd name="connsiteX1" fmla="*/ 58647 w 64525"/>
                <a:gd name="connsiteY1" fmla="*/ 16772 h 102571"/>
                <a:gd name="connsiteX2" fmla="*/ 32592 w 64525"/>
                <a:gd name="connsiteY2" fmla="*/ 75 h 102571"/>
                <a:gd name="connsiteX3" fmla="*/ 5924 w 64525"/>
                <a:gd name="connsiteY3" fmla="*/ 17816 h 102571"/>
                <a:gd name="connsiteX4" fmla="*/ 253 w 64525"/>
                <a:gd name="connsiteY4" fmla="*/ 51659 h 102571"/>
                <a:gd name="connsiteX5" fmla="*/ 7150 w 64525"/>
                <a:gd name="connsiteY5" fmla="*/ 87589 h 102571"/>
                <a:gd name="connsiteX6" fmla="*/ 32439 w 64525"/>
                <a:gd name="connsiteY6" fmla="*/ 102647 h 102571"/>
                <a:gd name="connsiteX7" fmla="*/ 59107 w 64525"/>
                <a:gd name="connsiteY7" fmla="*/ 85352 h 102571"/>
                <a:gd name="connsiteX8" fmla="*/ 64778 w 64525"/>
                <a:gd name="connsiteY8" fmla="*/ 51659 h 102571"/>
                <a:gd name="connsiteX9" fmla="*/ 32439 w 64525"/>
                <a:gd name="connsiteY9" fmla="*/ 99367 h 102571"/>
                <a:gd name="connsiteX10" fmla="*/ 14660 w 64525"/>
                <a:gd name="connsiteY10" fmla="*/ 81327 h 102571"/>
                <a:gd name="connsiteX11" fmla="*/ 12974 w 64525"/>
                <a:gd name="connsiteY11" fmla="*/ 49870 h 102571"/>
                <a:gd name="connsiteX12" fmla="*/ 14200 w 64525"/>
                <a:gd name="connsiteY12" fmla="*/ 22438 h 102571"/>
                <a:gd name="connsiteX13" fmla="*/ 32439 w 64525"/>
                <a:gd name="connsiteY13" fmla="*/ 3355 h 102571"/>
                <a:gd name="connsiteX14" fmla="*/ 50524 w 64525"/>
                <a:gd name="connsiteY14" fmla="*/ 20798 h 102571"/>
                <a:gd name="connsiteX15" fmla="*/ 52057 w 64525"/>
                <a:gd name="connsiteY15" fmla="*/ 49870 h 102571"/>
                <a:gd name="connsiteX16" fmla="*/ 50371 w 64525"/>
                <a:gd name="connsiteY16" fmla="*/ 80731 h 102571"/>
                <a:gd name="connsiteX17" fmla="*/ 32439 w 64525"/>
                <a:gd name="connsiteY17" fmla="*/ 99367 h 10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525" h="102571">
                  <a:moveTo>
                    <a:pt x="64778" y="51659"/>
                  </a:moveTo>
                  <a:cubicBezTo>
                    <a:pt x="64778" y="39732"/>
                    <a:pt x="64012" y="27805"/>
                    <a:pt x="58647" y="16772"/>
                  </a:cubicBezTo>
                  <a:cubicBezTo>
                    <a:pt x="51597" y="2460"/>
                    <a:pt x="39029" y="75"/>
                    <a:pt x="32592" y="75"/>
                  </a:cubicBezTo>
                  <a:cubicBezTo>
                    <a:pt x="23396" y="75"/>
                    <a:pt x="12208" y="3951"/>
                    <a:pt x="5924" y="17816"/>
                  </a:cubicBezTo>
                  <a:cubicBezTo>
                    <a:pt x="1019" y="28103"/>
                    <a:pt x="253" y="39732"/>
                    <a:pt x="253" y="51659"/>
                  </a:cubicBezTo>
                  <a:cubicBezTo>
                    <a:pt x="253" y="62840"/>
                    <a:pt x="866" y="76258"/>
                    <a:pt x="7150" y="87589"/>
                  </a:cubicBezTo>
                  <a:cubicBezTo>
                    <a:pt x="13740" y="99665"/>
                    <a:pt x="24929" y="102647"/>
                    <a:pt x="32439" y="102647"/>
                  </a:cubicBezTo>
                  <a:cubicBezTo>
                    <a:pt x="40715" y="102647"/>
                    <a:pt x="52363" y="99516"/>
                    <a:pt x="59107" y="85352"/>
                  </a:cubicBezTo>
                  <a:cubicBezTo>
                    <a:pt x="64012" y="75065"/>
                    <a:pt x="64778" y="63437"/>
                    <a:pt x="64778" y="51659"/>
                  </a:cubicBezTo>
                  <a:close/>
                  <a:moveTo>
                    <a:pt x="32439" y="99367"/>
                  </a:moveTo>
                  <a:cubicBezTo>
                    <a:pt x="26461" y="99367"/>
                    <a:pt x="17419" y="95639"/>
                    <a:pt x="14660" y="81327"/>
                  </a:cubicBezTo>
                  <a:cubicBezTo>
                    <a:pt x="12974" y="72382"/>
                    <a:pt x="12974" y="58666"/>
                    <a:pt x="12974" y="49870"/>
                  </a:cubicBezTo>
                  <a:cubicBezTo>
                    <a:pt x="12974" y="40328"/>
                    <a:pt x="12974" y="30488"/>
                    <a:pt x="14200" y="22438"/>
                  </a:cubicBezTo>
                  <a:cubicBezTo>
                    <a:pt x="17112" y="4696"/>
                    <a:pt x="28607" y="3355"/>
                    <a:pt x="32439" y="3355"/>
                  </a:cubicBezTo>
                  <a:cubicBezTo>
                    <a:pt x="37497" y="3355"/>
                    <a:pt x="47612" y="6038"/>
                    <a:pt x="50524" y="20798"/>
                  </a:cubicBezTo>
                  <a:cubicBezTo>
                    <a:pt x="52057" y="29147"/>
                    <a:pt x="52057" y="40477"/>
                    <a:pt x="52057" y="49870"/>
                  </a:cubicBezTo>
                  <a:cubicBezTo>
                    <a:pt x="52057" y="61051"/>
                    <a:pt x="52057" y="71189"/>
                    <a:pt x="50371" y="80731"/>
                  </a:cubicBezTo>
                  <a:cubicBezTo>
                    <a:pt x="48072" y="94894"/>
                    <a:pt x="39336" y="99367"/>
                    <a:pt x="32439" y="9936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76" name="Freeform: Shape 2075">
              <a:extLst>
                <a:ext uri="{FF2B5EF4-FFF2-40B4-BE49-F238E27FC236}">
                  <a16:creationId xmlns:a16="http://schemas.microsoft.com/office/drawing/2014/main" id="{0E2F7131-71E9-F2A9-7BD7-E0C73899FA75}"/>
                </a:ext>
              </a:extLst>
            </p:cNvPr>
            <p:cNvSpPr/>
            <p:nvPr>
              <p:custDataLst>
                <p:tags r:id="rId166"/>
              </p:custDataLst>
            </p:nvPr>
          </p:nvSpPr>
          <p:spPr>
            <a:xfrm>
              <a:off x="11235351" y="4828533"/>
              <a:ext cx="101922" cy="99291"/>
            </a:xfrm>
            <a:custGeom>
              <a:avLst/>
              <a:gdLst>
                <a:gd name="connsiteX0" fmla="*/ 54363 w 101922"/>
                <a:gd name="connsiteY0" fmla="*/ 52702 h 99291"/>
                <a:gd name="connsiteX1" fmla="*/ 97125 w 101922"/>
                <a:gd name="connsiteY1" fmla="*/ 52702 h 99291"/>
                <a:gd name="connsiteX2" fmla="*/ 102182 w 101922"/>
                <a:gd name="connsiteY2" fmla="*/ 49721 h 99291"/>
                <a:gd name="connsiteX3" fmla="*/ 97125 w 101922"/>
                <a:gd name="connsiteY3" fmla="*/ 46739 h 99291"/>
                <a:gd name="connsiteX4" fmla="*/ 54363 w 101922"/>
                <a:gd name="connsiteY4" fmla="*/ 46739 h 99291"/>
                <a:gd name="connsiteX5" fmla="*/ 54363 w 101922"/>
                <a:gd name="connsiteY5" fmla="*/ 4995 h 99291"/>
                <a:gd name="connsiteX6" fmla="*/ 51298 w 101922"/>
                <a:gd name="connsiteY6" fmla="*/ 75 h 99291"/>
                <a:gd name="connsiteX7" fmla="*/ 48232 w 101922"/>
                <a:gd name="connsiteY7" fmla="*/ 4995 h 99291"/>
                <a:gd name="connsiteX8" fmla="*/ 48232 w 101922"/>
                <a:gd name="connsiteY8" fmla="*/ 46739 h 99291"/>
                <a:gd name="connsiteX9" fmla="*/ 5318 w 101922"/>
                <a:gd name="connsiteY9" fmla="*/ 46739 h 99291"/>
                <a:gd name="connsiteX10" fmla="*/ 260 w 101922"/>
                <a:gd name="connsiteY10" fmla="*/ 49721 h 99291"/>
                <a:gd name="connsiteX11" fmla="*/ 5318 w 101922"/>
                <a:gd name="connsiteY11" fmla="*/ 52702 h 99291"/>
                <a:gd name="connsiteX12" fmla="*/ 48232 w 101922"/>
                <a:gd name="connsiteY12" fmla="*/ 52702 h 99291"/>
                <a:gd name="connsiteX13" fmla="*/ 48232 w 101922"/>
                <a:gd name="connsiteY13" fmla="*/ 94447 h 99291"/>
                <a:gd name="connsiteX14" fmla="*/ 51298 w 101922"/>
                <a:gd name="connsiteY14" fmla="*/ 99367 h 99291"/>
                <a:gd name="connsiteX15" fmla="*/ 54363 w 101922"/>
                <a:gd name="connsiteY15" fmla="*/ 94447 h 99291"/>
                <a:gd name="connsiteX16" fmla="*/ 54363 w 101922"/>
                <a:gd name="connsiteY16" fmla="*/ 52702 h 9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922" h="99291">
                  <a:moveTo>
                    <a:pt x="54363" y="52702"/>
                  </a:moveTo>
                  <a:lnTo>
                    <a:pt x="97125" y="52702"/>
                  </a:lnTo>
                  <a:cubicBezTo>
                    <a:pt x="99270" y="52702"/>
                    <a:pt x="102182" y="52702"/>
                    <a:pt x="102182" y="49721"/>
                  </a:cubicBezTo>
                  <a:cubicBezTo>
                    <a:pt x="102182" y="46739"/>
                    <a:pt x="99270" y="46739"/>
                    <a:pt x="97125" y="46739"/>
                  </a:cubicBezTo>
                  <a:lnTo>
                    <a:pt x="54363" y="46739"/>
                  </a:lnTo>
                  <a:lnTo>
                    <a:pt x="54363" y="4995"/>
                  </a:lnTo>
                  <a:cubicBezTo>
                    <a:pt x="54363" y="2907"/>
                    <a:pt x="54363" y="75"/>
                    <a:pt x="51298" y="75"/>
                  </a:cubicBezTo>
                  <a:cubicBezTo>
                    <a:pt x="48232" y="75"/>
                    <a:pt x="48232" y="2907"/>
                    <a:pt x="48232" y="4995"/>
                  </a:cubicBezTo>
                  <a:lnTo>
                    <a:pt x="48232" y="46739"/>
                  </a:lnTo>
                  <a:lnTo>
                    <a:pt x="5318" y="46739"/>
                  </a:lnTo>
                  <a:cubicBezTo>
                    <a:pt x="3172" y="46739"/>
                    <a:pt x="260" y="46739"/>
                    <a:pt x="260" y="49721"/>
                  </a:cubicBezTo>
                  <a:cubicBezTo>
                    <a:pt x="260" y="52702"/>
                    <a:pt x="3172" y="52702"/>
                    <a:pt x="5318" y="52702"/>
                  </a:cubicBezTo>
                  <a:lnTo>
                    <a:pt x="48232" y="52702"/>
                  </a:lnTo>
                  <a:lnTo>
                    <a:pt x="48232" y="94447"/>
                  </a:lnTo>
                  <a:cubicBezTo>
                    <a:pt x="48232" y="96534"/>
                    <a:pt x="48232" y="99367"/>
                    <a:pt x="51298" y="99367"/>
                  </a:cubicBezTo>
                  <a:cubicBezTo>
                    <a:pt x="54363" y="99367"/>
                    <a:pt x="54363" y="96534"/>
                    <a:pt x="54363" y="94447"/>
                  </a:cubicBezTo>
                  <a:lnTo>
                    <a:pt x="54363" y="527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77" name="Freeform: Shape 2076">
              <a:extLst>
                <a:ext uri="{FF2B5EF4-FFF2-40B4-BE49-F238E27FC236}">
                  <a16:creationId xmlns:a16="http://schemas.microsoft.com/office/drawing/2014/main" id="{CC340439-7E02-EE46-4968-B5331326CC6D}"/>
                </a:ext>
              </a:extLst>
            </p:cNvPr>
            <p:cNvSpPr/>
            <p:nvPr>
              <p:custDataLst>
                <p:tags r:id="rId167"/>
              </p:custDataLst>
            </p:nvPr>
          </p:nvSpPr>
          <p:spPr>
            <a:xfrm>
              <a:off x="11375130" y="4849554"/>
              <a:ext cx="80005" cy="94819"/>
            </a:xfrm>
            <a:custGeom>
              <a:avLst/>
              <a:gdLst>
                <a:gd name="connsiteX0" fmla="*/ 12072 w 80005"/>
                <a:gd name="connsiteY0" fmla="*/ 84160 h 94819"/>
                <a:gd name="connsiteX1" fmla="*/ 3795 w 80005"/>
                <a:gd name="connsiteY1" fmla="*/ 90272 h 94819"/>
                <a:gd name="connsiteX2" fmla="*/ 270 w 80005"/>
                <a:gd name="connsiteY2" fmla="*/ 93105 h 94819"/>
                <a:gd name="connsiteX3" fmla="*/ 2262 w 80005"/>
                <a:gd name="connsiteY3" fmla="*/ 94894 h 94819"/>
                <a:gd name="connsiteX4" fmla="*/ 15137 w 80005"/>
                <a:gd name="connsiteY4" fmla="*/ 94447 h 94819"/>
                <a:gd name="connsiteX5" fmla="*/ 30310 w 80005"/>
                <a:gd name="connsiteY5" fmla="*/ 94894 h 94819"/>
                <a:gd name="connsiteX6" fmla="*/ 33069 w 80005"/>
                <a:gd name="connsiteY6" fmla="*/ 91912 h 94819"/>
                <a:gd name="connsiteX7" fmla="*/ 29391 w 80005"/>
                <a:gd name="connsiteY7" fmla="*/ 90272 h 94819"/>
                <a:gd name="connsiteX8" fmla="*/ 21727 w 80005"/>
                <a:gd name="connsiteY8" fmla="*/ 87887 h 94819"/>
                <a:gd name="connsiteX9" fmla="*/ 29237 w 80005"/>
                <a:gd name="connsiteY9" fmla="*/ 58070 h 94819"/>
                <a:gd name="connsiteX10" fmla="*/ 43338 w 80005"/>
                <a:gd name="connsiteY10" fmla="*/ 67611 h 94819"/>
                <a:gd name="connsiteX11" fmla="*/ 80275 w 80005"/>
                <a:gd name="connsiteY11" fmla="*/ 23929 h 94819"/>
                <a:gd name="connsiteX12" fmla="*/ 59891 w 80005"/>
                <a:gd name="connsiteY12" fmla="*/ 75 h 94819"/>
                <a:gd name="connsiteX13" fmla="*/ 39813 w 80005"/>
                <a:gd name="connsiteY13" fmla="*/ 11256 h 94819"/>
                <a:gd name="connsiteX14" fmla="*/ 26019 w 80005"/>
                <a:gd name="connsiteY14" fmla="*/ 75 h 94819"/>
                <a:gd name="connsiteX15" fmla="*/ 14677 w 80005"/>
                <a:gd name="connsiteY15" fmla="*/ 8573 h 94819"/>
                <a:gd name="connsiteX16" fmla="*/ 9926 w 80005"/>
                <a:gd name="connsiteY16" fmla="*/ 23034 h 94819"/>
                <a:gd name="connsiteX17" fmla="*/ 11765 w 80005"/>
                <a:gd name="connsiteY17" fmla="*/ 24525 h 94819"/>
                <a:gd name="connsiteX18" fmla="*/ 14371 w 80005"/>
                <a:gd name="connsiteY18" fmla="*/ 21096 h 94819"/>
                <a:gd name="connsiteX19" fmla="*/ 25559 w 80005"/>
                <a:gd name="connsiteY19" fmla="*/ 3355 h 94819"/>
                <a:gd name="connsiteX20" fmla="*/ 30310 w 80005"/>
                <a:gd name="connsiteY20" fmla="*/ 10213 h 94819"/>
                <a:gd name="connsiteX21" fmla="*/ 29237 w 80005"/>
                <a:gd name="connsiteY21" fmla="*/ 17816 h 94819"/>
                <a:gd name="connsiteX22" fmla="*/ 12072 w 80005"/>
                <a:gd name="connsiteY22" fmla="*/ 84160 h 94819"/>
                <a:gd name="connsiteX23" fmla="*/ 39046 w 80005"/>
                <a:gd name="connsiteY23" fmla="*/ 19456 h 94819"/>
                <a:gd name="connsiteX24" fmla="*/ 47016 w 80005"/>
                <a:gd name="connsiteY24" fmla="*/ 9020 h 94819"/>
                <a:gd name="connsiteX25" fmla="*/ 59431 w 80005"/>
                <a:gd name="connsiteY25" fmla="*/ 3355 h 94819"/>
                <a:gd name="connsiteX26" fmla="*/ 69240 w 80005"/>
                <a:gd name="connsiteY26" fmla="*/ 17369 h 94819"/>
                <a:gd name="connsiteX27" fmla="*/ 61423 w 80005"/>
                <a:gd name="connsiteY27" fmla="*/ 48975 h 94819"/>
                <a:gd name="connsiteX28" fmla="*/ 43185 w 80005"/>
                <a:gd name="connsiteY28" fmla="*/ 64331 h 94819"/>
                <a:gd name="connsiteX29" fmla="*/ 31077 w 80005"/>
                <a:gd name="connsiteY29" fmla="*/ 51062 h 94819"/>
                <a:gd name="connsiteX30" fmla="*/ 31536 w 80005"/>
                <a:gd name="connsiteY30" fmla="*/ 48677 h 94819"/>
                <a:gd name="connsiteX31" fmla="*/ 39046 w 80005"/>
                <a:gd name="connsiteY31" fmla="*/ 19456 h 94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0005" h="94819">
                  <a:moveTo>
                    <a:pt x="12072" y="84160"/>
                  </a:moveTo>
                  <a:cubicBezTo>
                    <a:pt x="10845" y="89229"/>
                    <a:pt x="10539" y="90272"/>
                    <a:pt x="3795" y="90272"/>
                  </a:cubicBezTo>
                  <a:cubicBezTo>
                    <a:pt x="1956" y="90272"/>
                    <a:pt x="270" y="90272"/>
                    <a:pt x="270" y="93105"/>
                  </a:cubicBezTo>
                  <a:cubicBezTo>
                    <a:pt x="270" y="94298"/>
                    <a:pt x="1036" y="94894"/>
                    <a:pt x="2262" y="94894"/>
                  </a:cubicBezTo>
                  <a:cubicBezTo>
                    <a:pt x="6401" y="94894"/>
                    <a:pt x="10845" y="94447"/>
                    <a:pt x="15137" y="94447"/>
                  </a:cubicBezTo>
                  <a:cubicBezTo>
                    <a:pt x="20195" y="94447"/>
                    <a:pt x="25406" y="94894"/>
                    <a:pt x="30310" y="94894"/>
                  </a:cubicBezTo>
                  <a:cubicBezTo>
                    <a:pt x="31077" y="94894"/>
                    <a:pt x="33069" y="94894"/>
                    <a:pt x="33069" y="91912"/>
                  </a:cubicBezTo>
                  <a:cubicBezTo>
                    <a:pt x="33069" y="90272"/>
                    <a:pt x="31536" y="90272"/>
                    <a:pt x="29391" y="90272"/>
                  </a:cubicBezTo>
                  <a:cubicBezTo>
                    <a:pt x="21727" y="90272"/>
                    <a:pt x="21727" y="89229"/>
                    <a:pt x="21727" y="87887"/>
                  </a:cubicBezTo>
                  <a:cubicBezTo>
                    <a:pt x="21727" y="86098"/>
                    <a:pt x="28165" y="61797"/>
                    <a:pt x="29237" y="58070"/>
                  </a:cubicBezTo>
                  <a:cubicBezTo>
                    <a:pt x="31230" y="62393"/>
                    <a:pt x="35521" y="67611"/>
                    <a:pt x="43338" y="67611"/>
                  </a:cubicBezTo>
                  <a:cubicBezTo>
                    <a:pt x="61117" y="67611"/>
                    <a:pt x="80275" y="45844"/>
                    <a:pt x="80275" y="23929"/>
                  </a:cubicBezTo>
                  <a:cubicBezTo>
                    <a:pt x="80275" y="9914"/>
                    <a:pt x="71539" y="75"/>
                    <a:pt x="59891" y="75"/>
                  </a:cubicBezTo>
                  <a:cubicBezTo>
                    <a:pt x="52227" y="75"/>
                    <a:pt x="44871" y="5442"/>
                    <a:pt x="39813" y="11256"/>
                  </a:cubicBezTo>
                  <a:cubicBezTo>
                    <a:pt x="38280" y="3206"/>
                    <a:pt x="31690" y="75"/>
                    <a:pt x="26019" y="75"/>
                  </a:cubicBezTo>
                  <a:cubicBezTo>
                    <a:pt x="18969" y="75"/>
                    <a:pt x="16056" y="5889"/>
                    <a:pt x="14677" y="8573"/>
                  </a:cubicBezTo>
                  <a:cubicBezTo>
                    <a:pt x="11918" y="13642"/>
                    <a:pt x="9926" y="22587"/>
                    <a:pt x="9926" y="23034"/>
                  </a:cubicBezTo>
                  <a:cubicBezTo>
                    <a:pt x="9926" y="24525"/>
                    <a:pt x="11458" y="24525"/>
                    <a:pt x="11765" y="24525"/>
                  </a:cubicBezTo>
                  <a:cubicBezTo>
                    <a:pt x="13298" y="24525"/>
                    <a:pt x="13451" y="24376"/>
                    <a:pt x="14371" y="21096"/>
                  </a:cubicBezTo>
                  <a:cubicBezTo>
                    <a:pt x="16976" y="10511"/>
                    <a:pt x="20041" y="3355"/>
                    <a:pt x="25559" y="3355"/>
                  </a:cubicBezTo>
                  <a:cubicBezTo>
                    <a:pt x="28165" y="3355"/>
                    <a:pt x="30310" y="4547"/>
                    <a:pt x="30310" y="10213"/>
                  </a:cubicBezTo>
                  <a:cubicBezTo>
                    <a:pt x="30310" y="13642"/>
                    <a:pt x="29850" y="15282"/>
                    <a:pt x="29237" y="17816"/>
                  </a:cubicBezTo>
                  <a:lnTo>
                    <a:pt x="12072" y="84160"/>
                  </a:lnTo>
                  <a:close/>
                  <a:moveTo>
                    <a:pt x="39046" y="19456"/>
                  </a:moveTo>
                  <a:cubicBezTo>
                    <a:pt x="40119" y="15431"/>
                    <a:pt x="44257" y="11256"/>
                    <a:pt x="47016" y="9020"/>
                  </a:cubicBezTo>
                  <a:cubicBezTo>
                    <a:pt x="52381" y="4398"/>
                    <a:pt x="56825" y="3355"/>
                    <a:pt x="59431" y="3355"/>
                  </a:cubicBezTo>
                  <a:cubicBezTo>
                    <a:pt x="65562" y="3355"/>
                    <a:pt x="69240" y="8573"/>
                    <a:pt x="69240" y="17369"/>
                  </a:cubicBezTo>
                  <a:cubicBezTo>
                    <a:pt x="69240" y="26165"/>
                    <a:pt x="64182" y="43310"/>
                    <a:pt x="61423" y="48975"/>
                  </a:cubicBezTo>
                  <a:cubicBezTo>
                    <a:pt x="56212" y="59411"/>
                    <a:pt x="48855" y="64331"/>
                    <a:pt x="43185" y="64331"/>
                  </a:cubicBezTo>
                  <a:cubicBezTo>
                    <a:pt x="33069" y="64331"/>
                    <a:pt x="31077" y="51957"/>
                    <a:pt x="31077" y="51062"/>
                  </a:cubicBezTo>
                  <a:cubicBezTo>
                    <a:pt x="31077" y="50764"/>
                    <a:pt x="31077" y="50466"/>
                    <a:pt x="31536" y="48677"/>
                  </a:cubicBezTo>
                  <a:lnTo>
                    <a:pt x="39046" y="194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78" name="Freeform: Shape 2077">
              <a:extLst>
                <a:ext uri="{FF2B5EF4-FFF2-40B4-BE49-F238E27FC236}">
                  <a16:creationId xmlns:a16="http://schemas.microsoft.com/office/drawing/2014/main" id="{80AC2996-BD22-93AD-0EB1-08BCB0FE54FA}"/>
                </a:ext>
              </a:extLst>
            </p:cNvPr>
            <p:cNvSpPr/>
            <p:nvPr>
              <p:custDataLst>
                <p:tags r:id="rId168"/>
              </p:custDataLst>
            </p:nvPr>
          </p:nvSpPr>
          <p:spPr>
            <a:xfrm>
              <a:off x="11504386" y="4870277"/>
              <a:ext cx="16246" cy="15803"/>
            </a:xfrm>
            <a:custGeom>
              <a:avLst/>
              <a:gdLst>
                <a:gd name="connsiteX0" fmla="*/ 16523 w 16246"/>
                <a:gd name="connsiteY0" fmla="*/ 7976 h 15803"/>
                <a:gd name="connsiteX1" fmla="*/ 8400 w 16246"/>
                <a:gd name="connsiteY1" fmla="*/ 75 h 15803"/>
                <a:gd name="connsiteX2" fmla="*/ 277 w 16246"/>
                <a:gd name="connsiteY2" fmla="*/ 7976 h 15803"/>
                <a:gd name="connsiteX3" fmla="*/ 8400 w 16246"/>
                <a:gd name="connsiteY3" fmla="*/ 15878 h 15803"/>
                <a:gd name="connsiteX4" fmla="*/ 16523 w 16246"/>
                <a:gd name="connsiteY4" fmla="*/ 7976 h 15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46" h="15803">
                  <a:moveTo>
                    <a:pt x="16523" y="7976"/>
                  </a:moveTo>
                  <a:cubicBezTo>
                    <a:pt x="16523" y="3653"/>
                    <a:pt x="12845" y="75"/>
                    <a:pt x="8400" y="75"/>
                  </a:cubicBezTo>
                  <a:cubicBezTo>
                    <a:pt x="3956" y="75"/>
                    <a:pt x="277" y="3653"/>
                    <a:pt x="277" y="7976"/>
                  </a:cubicBezTo>
                  <a:cubicBezTo>
                    <a:pt x="277" y="12300"/>
                    <a:pt x="3956" y="15878"/>
                    <a:pt x="8400" y="15878"/>
                  </a:cubicBezTo>
                  <a:cubicBezTo>
                    <a:pt x="12845" y="15878"/>
                    <a:pt x="16523" y="12300"/>
                    <a:pt x="16523" y="797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79" name="Freeform: Shape 2078">
              <a:extLst>
                <a:ext uri="{FF2B5EF4-FFF2-40B4-BE49-F238E27FC236}">
                  <a16:creationId xmlns:a16="http://schemas.microsoft.com/office/drawing/2014/main" id="{5F71DC28-AFE2-9BB6-8F20-5CA9AF55B59E}"/>
                </a:ext>
              </a:extLst>
            </p:cNvPr>
            <p:cNvSpPr/>
            <p:nvPr>
              <p:custDataLst>
                <p:tags r:id="rId169"/>
              </p:custDataLst>
            </p:nvPr>
          </p:nvSpPr>
          <p:spPr>
            <a:xfrm>
              <a:off x="11581479" y="4816159"/>
              <a:ext cx="50577" cy="99291"/>
            </a:xfrm>
            <a:custGeom>
              <a:avLst/>
              <a:gdLst>
                <a:gd name="connsiteX0" fmla="*/ 31702 w 50577"/>
                <a:gd name="connsiteY0" fmla="*/ 3951 h 99291"/>
                <a:gd name="connsiteX1" fmla="*/ 28177 w 50577"/>
                <a:gd name="connsiteY1" fmla="*/ 75 h 99291"/>
                <a:gd name="connsiteX2" fmla="*/ 282 w 50577"/>
                <a:gd name="connsiteY2" fmla="*/ 9616 h 99291"/>
                <a:gd name="connsiteX3" fmla="*/ 282 w 50577"/>
                <a:gd name="connsiteY3" fmla="*/ 14238 h 99291"/>
                <a:gd name="connsiteX4" fmla="*/ 20360 w 50577"/>
                <a:gd name="connsiteY4" fmla="*/ 10362 h 99291"/>
                <a:gd name="connsiteX5" fmla="*/ 20360 w 50577"/>
                <a:gd name="connsiteY5" fmla="*/ 87589 h 99291"/>
                <a:gd name="connsiteX6" fmla="*/ 6106 w 50577"/>
                <a:gd name="connsiteY6" fmla="*/ 94745 h 99291"/>
                <a:gd name="connsiteX7" fmla="*/ 1202 w 50577"/>
                <a:gd name="connsiteY7" fmla="*/ 94745 h 99291"/>
                <a:gd name="connsiteX8" fmla="*/ 1202 w 50577"/>
                <a:gd name="connsiteY8" fmla="*/ 99367 h 99291"/>
                <a:gd name="connsiteX9" fmla="*/ 26031 w 50577"/>
                <a:gd name="connsiteY9" fmla="*/ 98919 h 99291"/>
                <a:gd name="connsiteX10" fmla="*/ 50860 w 50577"/>
                <a:gd name="connsiteY10" fmla="*/ 99367 h 99291"/>
                <a:gd name="connsiteX11" fmla="*/ 50860 w 50577"/>
                <a:gd name="connsiteY11" fmla="*/ 94745 h 99291"/>
                <a:gd name="connsiteX12" fmla="*/ 45956 w 50577"/>
                <a:gd name="connsiteY12" fmla="*/ 94745 h 99291"/>
                <a:gd name="connsiteX13" fmla="*/ 31702 w 50577"/>
                <a:gd name="connsiteY13" fmla="*/ 87589 h 99291"/>
                <a:gd name="connsiteX14" fmla="*/ 31702 w 50577"/>
                <a:gd name="connsiteY14" fmla="*/ 3951 h 9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577" h="99291">
                  <a:moveTo>
                    <a:pt x="31702" y="3951"/>
                  </a:moveTo>
                  <a:cubicBezTo>
                    <a:pt x="31702" y="373"/>
                    <a:pt x="31702" y="75"/>
                    <a:pt x="28177" y="75"/>
                  </a:cubicBezTo>
                  <a:cubicBezTo>
                    <a:pt x="18674" y="9616"/>
                    <a:pt x="5187" y="9616"/>
                    <a:pt x="282" y="9616"/>
                  </a:cubicBezTo>
                  <a:lnTo>
                    <a:pt x="282" y="14238"/>
                  </a:lnTo>
                  <a:cubicBezTo>
                    <a:pt x="3348" y="14238"/>
                    <a:pt x="12390" y="14238"/>
                    <a:pt x="20360" y="10362"/>
                  </a:cubicBezTo>
                  <a:lnTo>
                    <a:pt x="20360" y="87589"/>
                  </a:lnTo>
                  <a:cubicBezTo>
                    <a:pt x="20360" y="92956"/>
                    <a:pt x="19900" y="94745"/>
                    <a:pt x="6106" y="94745"/>
                  </a:cubicBezTo>
                  <a:lnTo>
                    <a:pt x="1202" y="94745"/>
                  </a:lnTo>
                  <a:lnTo>
                    <a:pt x="1202" y="99367"/>
                  </a:lnTo>
                  <a:cubicBezTo>
                    <a:pt x="6566" y="98919"/>
                    <a:pt x="19900" y="98919"/>
                    <a:pt x="26031" y="98919"/>
                  </a:cubicBezTo>
                  <a:cubicBezTo>
                    <a:pt x="32162" y="98919"/>
                    <a:pt x="45496" y="98919"/>
                    <a:pt x="50860" y="99367"/>
                  </a:cubicBezTo>
                  <a:lnTo>
                    <a:pt x="50860" y="94745"/>
                  </a:lnTo>
                  <a:lnTo>
                    <a:pt x="45956" y="94745"/>
                  </a:lnTo>
                  <a:cubicBezTo>
                    <a:pt x="32162" y="94745"/>
                    <a:pt x="31702" y="93105"/>
                    <a:pt x="31702" y="87589"/>
                  </a:cubicBezTo>
                  <a:lnTo>
                    <a:pt x="31702" y="395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385" name="Group 2384" descr="\documentclass{article}&#10;\usepackage{amsmath}&#10;\usepackage{amsfonts}&#10;\pagestyle{empty}&#10;\begin{document}&#10;&#10;&#10;\[&#10;\mathbb{E}(Y) = (1 - p) \cdot 0 + p \cdot 1 = \mu&#10;\]&#10;&#10;&#10;&#10;&#10;&#10;\end{document}" title="IguanaTex Shape Display">
            <a:extLst>
              <a:ext uri="{FF2B5EF4-FFF2-40B4-BE49-F238E27FC236}">
                <a16:creationId xmlns:a16="http://schemas.microsoft.com/office/drawing/2014/main" id="{410040CE-F671-515D-F218-7647611EC1E6}"/>
              </a:ext>
            </a:extLst>
          </p:cNvPr>
          <p:cNvGrpSpPr>
            <a:grpSpLocks noChangeAspect="1"/>
          </p:cNvGrpSpPr>
          <p:nvPr>
            <p:custDataLst>
              <p:tags r:id="rId2"/>
            </p:custDataLst>
          </p:nvPr>
        </p:nvGrpSpPr>
        <p:grpSpPr>
          <a:xfrm>
            <a:off x="7216109" y="4015931"/>
            <a:ext cx="1945011" cy="149086"/>
            <a:chOff x="9890068" y="5070335"/>
            <a:chExt cx="1945011" cy="149086"/>
          </a:xfrm>
        </p:grpSpPr>
        <p:sp>
          <p:nvSpPr>
            <p:cNvPr id="2175" name="Freeform: Shape 2174">
              <a:extLst>
                <a:ext uri="{FF2B5EF4-FFF2-40B4-BE49-F238E27FC236}">
                  <a16:creationId xmlns:a16="http://schemas.microsoft.com/office/drawing/2014/main" id="{6B251604-4284-D57B-7C66-49E4825C91B6}"/>
                </a:ext>
              </a:extLst>
            </p:cNvPr>
            <p:cNvSpPr/>
            <p:nvPr>
              <p:custDataLst>
                <p:tags r:id="rId136"/>
              </p:custDataLst>
            </p:nvPr>
          </p:nvSpPr>
          <p:spPr>
            <a:xfrm>
              <a:off x="9890068" y="5080026"/>
              <a:ext cx="96137" cy="102124"/>
            </a:xfrm>
            <a:custGeom>
              <a:avLst/>
              <a:gdLst>
                <a:gd name="connsiteX0" fmla="*/ 37856 w 96137"/>
                <a:gd name="connsiteY0" fmla="*/ 52106 h 102124"/>
                <a:gd name="connsiteX1" fmla="*/ 54469 w 96137"/>
                <a:gd name="connsiteY1" fmla="*/ 55237 h 102124"/>
                <a:gd name="connsiteX2" fmla="*/ 62467 w 96137"/>
                <a:gd name="connsiteY2" fmla="*/ 68804 h 102124"/>
                <a:gd name="connsiteX3" fmla="*/ 65236 w 96137"/>
                <a:gd name="connsiteY3" fmla="*/ 72829 h 102124"/>
                <a:gd name="connsiteX4" fmla="*/ 67851 w 96137"/>
                <a:gd name="connsiteY4" fmla="*/ 68058 h 102124"/>
                <a:gd name="connsiteX5" fmla="*/ 67851 w 96137"/>
                <a:gd name="connsiteY5" fmla="*/ 27656 h 102124"/>
                <a:gd name="connsiteX6" fmla="*/ 65236 w 96137"/>
                <a:gd name="connsiteY6" fmla="*/ 22885 h 102124"/>
                <a:gd name="connsiteX7" fmla="*/ 62467 w 96137"/>
                <a:gd name="connsiteY7" fmla="*/ 26314 h 102124"/>
                <a:gd name="connsiteX8" fmla="*/ 37856 w 96137"/>
                <a:gd name="connsiteY8" fmla="*/ 46739 h 102124"/>
                <a:gd name="connsiteX9" fmla="*/ 37856 w 96137"/>
                <a:gd name="connsiteY9" fmla="*/ 15282 h 102124"/>
                <a:gd name="connsiteX10" fmla="*/ 44470 w 96137"/>
                <a:gd name="connsiteY10" fmla="*/ 5293 h 102124"/>
                <a:gd name="connsiteX11" fmla="*/ 51854 w 96137"/>
                <a:gd name="connsiteY11" fmla="*/ 5293 h 102124"/>
                <a:gd name="connsiteX12" fmla="*/ 83848 w 96137"/>
                <a:gd name="connsiteY12" fmla="*/ 25867 h 102124"/>
                <a:gd name="connsiteX13" fmla="*/ 86617 w 96137"/>
                <a:gd name="connsiteY13" fmla="*/ 29296 h 102124"/>
                <a:gd name="connsiteX14" fmla="*/ 89232 w 96137"/>
                <a:gd name="connsiteY14" fmla="*/ 24376 h 102124"/>
                <a:gd name="connsiteX15" fmla="*/ 89232 w 96137"/>
                <a:gd name="connsiteY15" fmla="*/ 4995 h 102124"/>
                <a:gd name="connsiteX16" fmla="*/ 84156 w 96137"/>
                <a:gd name="connsiteY16" fmla="*/ 75 h 102124"/>
                <a:gd name="connsiteX17" fmla="*/ 5400 w 96137"/>
                <a:gd name="connsiteY17" fmla="*/ 75 h 102124"/>
                <a:gd name="connsiteX18" fmla="*/ 170 w 96137"/>
                <a:gd name="connsiteY18" fmla="*/ 2758 h 102124"/>
                <a:gd name="connsiteX19" fmla="*/ 4324 w 96137"/>
                <a:gd name="connsiteY19" fmla="*/ 5293 h 102124"/>
                <a:gd name="connsiteX20" fmla="*/ 13707 w 96137"/>
                <a:gd name="connsiteY20" fmla="*/ 13791 h 102124"/>
                <a:gd name="connsiteX21" fmla="*/ 13707 w 96137"/>
                <a:gd name="connsiteY21" fmla="*/ 88483 h 102124"/>
                <a:gd name="connsiteX22" fmla="*/ 5093 w 96137"/>
                <a:gd name="connsiteY22" fmla="*/ 96981 h 102124"/>
                <a:gd name="connsiteX23" fmla="*/ 170 w 96137"/>
                <a:gd name="connsiteY23" fmla="*/ 99516 h 102124"/>
                <a:gd name="connsiteX24" fmla="*/ 5400 w 96137"/>
                <a:gd name="connsiteY24" fmla="*/ 102199 h 102124"/>
                <a:gd name="connsiteX25" fmla="*/ 86925 w 96137"/>
                <a:gd name="connsiteY25" fmla="*/ 102199 h 102124"/>
                <a:gd name="connsiteX26" fmla="*/ 91847 w 96137"/>
                <a:gd name="connsiteY26" fmla="*/ 100112 h 102124"/>
                <a:gd name="connsiteX27" fmla="*/ 96308 w 96137"/>
                <a:gd name="connsiteY27" fmla="*/ 74320 h 102124"/>
                <a:gd name="connsiteX28" fmla="*/ 93693 w 96137"/>
                <a:gd name="connsiteY28" fmla="*/ 71636 h 102124"/>
                <a:gd name="connsiteX29" fmla="*/ 90924 w 96137"/>
                <a:gd name="connsiteY29" fmla="*/ 73724 h 102124"/>
                <a:gd name="connsiteX30" fmla="*/ 77234 w 96137"/>
                <a:gd name="connsiteY30" fmla="*/ 90272 h 102124"/>
                <a:gd name="connsiteX31" fmla="*/ 52930 w 96137"/>
                <a:gd name="connsiteY31" fmla="*/ 96981 h 102124"/>
                <a:gd name="connsiteX32" fmla="*/ 44470 w 96137"/>
                <a:gd name="connsiteY32" fmla="*/ 96981 h 102124"/>
                <a:gd name="connsiteX33" fmla="*/ 37856 w 96137"/>
                <a:gd name="connsiteY33" fmla="*/ 86992 h 102124"/>
                <a:gd name="connsiteX34" fmla="*/ 37856 w 96137"/>
                <a:gd name="connsiteY34" fmla="*/ 52106 h 102124"/>
                <a:gd name="connsiteX35" fmla="*/ 83848 w 96137"/>
                <a:gd name="connsiteY35" fmla="*/ 5293 h 102124"/>
                <a:gd name="connsiteX36" fmla="*/ 83848 w 96137"/>
                <a:gd name="connsiteY36" fmla="*/ 12449 h 102124"/>
                <a:gd name="connsiteX37" fmla="*/ 75080 w 96137"/>
                <a:gd name="connsiteY37" fmla="*/ 5293 h 102124"/>
                <a:gd name="connsiteX38" fmla="*/ 83848 w 96137"/>
                <a:gd name="connsiteY38" fmla="*/ 5293 h 102124"/>
                <a:gd name="connsiteX39" fmla="*/ 53853 w 96137"/>
                <a:gd name="connsiteY39" fmla="*/ 48975 h 102124"/>
                <a:gd name="connsiteX40" fmla="*/ 62467 w 96137"/>
                <a:gd name="connsiteY40" fmla="*/ 42564 h 102124"/>
                <a:gd name="connsiteX41" fmla="*/ 62467 w 96137"/>
                <a:gd name="connsiteY41" fmla="*/ 55088 h 102124"/>
                <a:gd name="connsiteX42" fmla="*/ 53853 w 96137"/>
                <a:gd name="connsiteY42" fmla="*/ 49124 h 102124"/>
                <a:gd name="connsiteX43" fmla="*/ 53853 w 96137"/>
                <a:gd name="connsiteY43" fmla="*/ 48975 h 102124"/>
                <a:gd name="connsiteX44" fmla="*/ 19090 w 96137"/>
                <a:gd name="connsiteY44" fmla="*/ 13493 h 102124"/>
                <a:gd name="connsiteX45" fmla="*/ 17860 w 96137"/>
                <a:gd name="connsiteY45" fmla="*/ 5293 h 102124"/>
                <a:gd name="connsiteX46" fmla="*/ 34165 w 96137"/>
                <a:gd name="connsiteY46" fmla="*/ 5293 h 102124"/>
                <a:gd name="connsiteX47" fmla="*/ 32472 w 96137"/>
                <a:gd name="connsiteY47" fmla="*/ 14983 h 102124"/>
                <a:gd name="connsiteX48" fmla="*/ 32472 w 96137"/>
                <a:gd name="connsiteY48" fmla="*/ 87291 h 102124"/>
                <a:gd name="connsiteX49" fmla="*/ 34165 w 96137"/>
                <a:gd name="connsiteY49" fmla="*/ 96981 h 102124"/>
                <a:gd name="connsiteX50" fmla="*/ 17860 w 96137"/>
                <a:gd name="connsiteY50" fmla="*/ 96981 h 102124"/>
                <a:gd name="connsiteX51" fmla="*/ 19090 w 96137"/>
                <a:gd name="connsiteY51" fmla="*/ 88781 h 102124"/>
                <a:gd name="connsiteX52" fmla="*/ 19090 w 96137"/>
                <a:gd name="connsiteY52" fmla="*/ 13493 h 102124"/>
                <a:gd name="connsiteX53" fmla="*/ 76311 w 96137"/>
                <a:gd name="connsiteY53" fmla="*/ 96981 h 102124"/>
                <a:gd name="connsiteX54" fmla="*/ 76311 w 96137"/>
                <a:gd name="connsiteY54" fmla="*/ 96832 h 102124"/>
                <a:gd name="connsiteX55" fmla="*/ 88463 w 96137"/>
                <a:gd name="connsiteY55" fmla="*/ 88632 h 102124"/>
                <a:gd name="connsiteX56" fmla="*/ 87078 w 96137"/>
                <a:gd name="connsiteY56" fmla="*/ 96981 h 102124"/>
                <a:gd name="connsiteX57" fmla="*/ 76311 w 96137"/>
                <a:gd name="connsiteY57" fmla="*/ 96981 h 10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6137" h="102124">
                  <a:moveTo>
                    <a:pt x="37856" y="52106"/>
                  </a:moveTo>
                  <a:cubicBezTo>
                    <a:pt x="41702" y="52106"/>
                    <a:pt x="49085" y="52106"/>
                    <a:pt x="54469" y="55237"/>
                  </a:cubicBezTo>
                  <a:cubicBezTo>
                    <a:pt x="61852" y="59859"/>
                    <a:pt x="62467" y="67909"/>
                    <a:pt x="62467" y="68804"/>
                  </a:cubicBezTo>
                  <a:cubicBezTo>
                    <a:pt x="62621" y="70891"/>
                    <a:pt x="62621" y="72829"/>
                    <a:pt x="65236" y="72829"/>
                  </a:cubicBezTo>
                  <a:cubicBezTo>
                    <a:pt x="67851" y="72829"/>
                    <a:pt x="67851" y="70742"/>
                    <a:pt x="67851" y="68058"/>
                  </a:cubicBezTo>
                  <a:lnTo>
                    <a:pt x="67851" y="27656"/>
                  </a:lnTo>
                  <a:cubicBezTo>
                    <a:pt x="67851" y="25270"/>
                    <a:pt x="67851" y="22885"/>
                    <a:pt x="65236" y="22885"/>
                  </a:cubicBezTo>
                  <a:cubicBezTo>
                    <a:pt x="62621" y="22885"/>
                    <a:pt x="62467" y="25121"/>
                    <a:pt x="62467" y="26314"/>
                  </a:cubicBezTo>
                  <a:cubicBezTo>
                    <a:pt x="61544" y="45546"/>
                    <a:pt x="45855" y="46590"/>
                    <a:pt x="37856" y="46739"/>
                  </a:cubicBezTo>
                  <a:lnTo>
                    <a:pt x="37856" y="15282"/>
                  </a:lnTo>
                  <a:cubicBezTo>
                    <a:pt x="37856" y="5293"/>
                    <a:pt x="40779" y="5293"/>
                    <a:pt x="44470" y="5293"/>
                  </a:cubicBezTo>
                  <a:lnTo>
                    <a:pt x="51854" y="5293"/>
                  </a:lnTo>
                  <a:cubicBezTo>
                    <a:pt x="72619" y="5293"/>
                    <a:pt x="82925" y="15580"/>
                    <a:pt x="83848" y="25867"/>
                  </a:cubicBezTo>
                  <a:cubicBezTo>
                    <a:pt x="84002" y="27059"/>
                    <a:pt x="84156" y="29296"/>
                    <a:pt x="86617" y="29296"/>
                  </a:cubicBezTo>
                  <a:cubicBezTo>
                    <a:pt x="89232" y="29296"/>
                    <a:pt x="89232" y="26910"/>
                    <a:pt x="89232" y="24376"/>
                  </a:cubicBezTo>
                  <a:lnTo>
                    <a:pt x="89232" y="4995"/>
                  </a:lnTo>
                  <a:cubicBezTo>
                    <a:pt x="89232" y="373"/>
                    <a:pt x="88924" y="75"/>
                    <a:pt x="84156" y="75"/>
                  </a:cubicBezTo>
                  <a:lnTo>
                    <a:pt x="5400" y="75"/>
                  </a:lnTo>
                  <a:cubicBezTo>
                    <a:pt x="2632" y="75"/>
                    <a:pt x="170" y="75"/>
                    <a:pt x="170" y="2758"/>
                  </a:cubicBezTo>
                  <a:cubicBezTo>
                    <a:pt x="170" y="5293"/>
                    <a:pt x="3093" y="5293"/>
                    <a:pt x="4324" y="5293"/>
                  </a:cubicBezTo>
                  <a:cubicBezTo>
                    <a:pt x="13091" y="5293"/>
                    <a:pt x="13707" y="6485"/>
                    <a:pt x="13707" y="13791"/>
                  </a:cubicBezTo>
                  <a:lnTo>
                    <a:pt x="13707" y="88483"/>
                  </a:lnTo>
                  <a:cubicBezTo>
                    <a:pt x="13707" y="95490"/>
                    <a:pt x="13245" y="96981"/>
                    <a:pt x="5093" y="96981"/>
                  </a:cubicBezTo>
                  <a:cubicBezTo>
                    <a:pt x="2785" y="96981"/>
                    <a:pt x="170" y="96981"/>
                    <a:pt x="170" y="99516"/>
                  </a:cubicBezTo>
                  <a:cubicBezTo>
                    <a:pt x="170" y="102199"/>
                    <a:pt x="2632" y="102199"/>
                    <a:pt x="5400" y="102199"/>
                  </a:cubicBezTo>
                  <a:lnTo>
                    <a:pt x="86925" y="102199"/>
                  </a:lnTo>
                  <a:cubicBezTo>
                    <a:pt x="89847" y="102199"/>
                    <a:pt x="91385" y="102199"/>
                    <a:pt x="91847" y="100112"/>
                  </a:cubicBezTo>
                  <a:cubicBezTo>
                    <a:pt x="92001" y="99963"/>
                    <a:pt x="96308" y="75065"/>
                    <a:pt x="96308" y="74320"/>
                  </a:cubicBezTo>
                  <a:cubicBezTo>
                    <a:pt x="96308" y="72680"/>
                    <a:pt x="94923" y="71636"/>
                    <a:pt x="93693" y="71636"/>
                  </a:cubicBezTo>
                  <a:cubicBezTo>
                    <a:pt x="91539" y="71636"/>
                    <a:pt x="90924" y="73575"/>
                    <a:pt x="90924" y="73724"/>
                  </a:cubicBezTo>
                  <a:cubicBezTo>
                    <a:pt x="90001" y="77600"/>
                    <a:pt x="88463" y="83862"/>
                    <a:pt x="77234" y="90272"/>
                  </a:cubicBezTo>
                  <a:cubicBezTo>
                    <a:pt x="69235" y="94894"/>
                    <a:pt x="61391" y="96981"/>
                    <a:pt x="52930" y="96981"/>
                  </a:cubicBezTo>
                  <a:lnTo>
                    <a:pt x="44470" y="96981"/>
                  </a:lnTo>
                  <a:cubicBezTo>
                    <a:pt x="40779" y="96981"/>
                    <a:pt x="37856" y="96981"/>
                    <a:pt x="37856" y="86992"/>
                  </a:cubicBezTo>
                  <a:lnTo>
                    <a:pt x="37856" y="52106"/>
                  </a:lnTo>
                  <a:close/>
                  <a:moveTo>
                    <a:pt x="83848" y="5293"/>
                  </a:moveTo>
                  <a:lnTo>
                    <a:pt x="83848" y="12449"/>
                  </a:lnTo>
                  <a:cubicBezTo>
                    <a:pt x="81233" y="9616"/>
                    <a:pt x="78311" y="7231"/>
                    <a:pt x="75080" y="5293"/>
                  </a:cubicBezTo>
                  <a:lnTo>
                    <a:pt x="83848" y="5293"/>
                  </a:lnTo>
                  <a:close/>
                  <a:moveTo>
                    <a:pt x="53853" y="48975"/>
                  </a:moveTo>
                  <a:cubicBezTo>
                    <a:pt x="56315" y="47932"/>
                    <a:pt x="59699" y="45695"/>
                    <a:pt x="62467" y="42564"/>
                  </a:cubicBezTo>
                  <a:lnTo>
                    <a:pt x="62467" y="55088"/>
                  </a:lnTo>
                  <a:cubicBezTo>
                    <a:pt x="58776" y="51062"/>
                    <a:pt x="54007" y="49124"/>
                    <a:pt x="53853" y="49124"/>
                  </a:cubicBezTo>
                  <a:lnTo>
                    <a:pt x="53853" y="48975"/>
                  </a:lnTo>
                  <a:close/>
                  <a:moveTo>
                    <a:pt x="19090" y="13493"/>
                  </a:moveTo>
                  <a:cubicBezTo>
                    <a:pt x="19090" y="11703"/>
                    <a:pt x="19090" y="7976"/>
                    <a:pt x="17860" y="5293"/>
                  </a:cubicBezTo>
                  <a:lnTo>
                    <a:pt x="34165" y="5293"/>
                  </a:lnTo>
                  <a:cubicBezTo>
                    <a:pt x="32472" y="8722"/>
                    <a:pt x="32472" y="13642"/>
                    <a:pt x="32472" y="14983"/>
                  </a:cubicBezTo>
                  <a:lnTo>
                    <a:pt x="32472" y="87291"/>
                  </a:lnTo>
                  <a:cubicBezTo>
                    <a:pt x="32472" y="92658"/>
                    <a:pt x="33549" y="95639"/>
                    <a:pt x="34165" y="96981"/>
                  </a:cubicBezTo>
                  <a:lnTo>
                    <a:pt x="17860" y="96981"/>
                  </a:lnTo>
                  <a:cubicBezTo>
                    <a:pt x="19090" y="94298"/>
                    <a:pt x="19090" y="90570"/>
                    <a:pt x="19090" y="88781"/>
                  </a:cubicBezTo>
                  <a:lnTo>
                    <a:pt x="19090" y="13493"/>
                  </a:lnTo>
                  <a:close/>
                  <a:moveTo>
                    <a:pt x="76311" y="96981"/>
                  </a:moveTo>
                  <a:lnTo>
                    <a:pt x="76311" y="96832"/>
                  </a:lnTo>
                  <a:cubicBezTo>
                    <a:pt x="81233" y="94447"/>
                    <a:pt x="85386" y="91316"/>
                    <a:pt x="88463" y="88632"/>
                  </a:cubicBezTo>
                  <a:cubicBezTo>
                    <a:pt x="88309" y="89229"/>
                    <a:pt x="87232" y="95789"/>
                    <a:pt x="87078" y="96981"/>
                  </a:cubicBezTo>
                  <a:lnTo>
                    <a:pt x="76311" y="9698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68" name="Freeform: Shape 2367">
              <a:extLst>
                <a:ext uri="{FF2B5EF4-FFF2-40B4-BE49-F238E27FC236}">
                  <a16:creationId xmlns:a16="http://schemas.microsoft.com/office/drawing/2014/main" id="{4DB307A6-2EB2-69B8-1EC6-4229F9C15CF7}"/>
                </a:ext>
              </a:extLst>
            </p:cNvPr>
            <p:cNvSpPr/>
            <p:nvPr>
              <p:custDataLst>
                <p:tags r:id="rId137"/>
              </p:custDataLst>
            </p:nvPr>
          </p:nvSpPr>
          <p:spPr>
            <a:xfrm>
              <a:off x="10005689" y="5070335"/>
              <a:ext cx="35686" cy="149086"/>
            </a:xfrm>
            <a:custGeom>
              <a:avLst/>
              <a:gdLst>
                <a:gd name="connsiteX0" fmla="*/ 35863 w 35686"/>
                <a:gd name="connsiteY0" fmla="*/ 147671 h 149086"/>
                <a:gd name="connsiteX1" fmla="*/ 33248 w 35686"/>
                <a:gd name="connsiteY1" fmla="*/ 144391 h 149086"/>
                <a:gd name="connsiteX2" fmla="*/ 9099 w 35686"/>
                <a:gd name="connsiteY2" fmla="*/ 74618 h 149086"/>
                <a:gd name="connsiteX3" fmla="*/ 33864 w 35686"/>
                <a:gd name="connsiteY3" fmla="*/ 4100 h 149086"/>
                <a:gd name="connsiteX4" fmla="*/ 35863 w 35686"/>
                <a:gd name="connsiteY4" fmla="*/ 1566 h 149086"/>
                <a:gd name="connsiteX5" fmla="*/ 34325 w 35686"/>
                <a:gd name="connsiteY5" fmla="*/ 75 h 149086"/>
                <a:gd name="connsiteX6" fmla="*/ 9868 w 35686"/>
                <a:gd name="connsiteY6" fmla="*/ 29147 h 149086"/>
                <a:gd name="connsiteX7" fmla="*/ 177 w 35686"/>
                <a:gd name="connsiteY7" fmla="*/ 74618 h 149086"/>
                <a:gd name="connsiteX8" fmla="*/ 10329 w 35686"/>
                <a:gd name="connsiteY8" fmla="*/ 121133 h 149086"/>
                <a:gd name="connsiteX9" fmla="*/ 34325 w 35686"/>
                <a:gd name="connsiteY9" fmla="*/ 149162 h 149086"/>
                <a:gd name="connsiteX10" fmla="*/ 35863 w 35686"/>
                <a:gd name="connsiteY10" fmla="*/ 147671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86" h="149086">
                  <a:moveTo>
                    <a:pt x="35863" y="147671"/>
                  </a:moveTo>
                  <a:cubicBezTo>
                    <a:pt x="35863" y="147224"/>
                    <a:pt x="35863" y="146925"/>
                    <a:pt x="33248" y="144391"/>
                  </a:cubicBezTo>
                  <a:cubicBezTo>
                    <a:pt x="14021" y="125606"/>
                    <a:pt x="9099" y="97428"/>
                    <a:pt x="9099" y="74618"/>
                  </a:cubicBezTo>
                  <a:cubicBezTo>
                    <a:pt x="9099" y="48677"/>
                    <a:pt x="14944" y="22736"/>
                    <a:pt x="33864" y="4100"/>
                  </a:cubicBezTo>
                  <a:cubicBezTo>
                    <a:pt x="35863" y="2311"/>
                    <a:pt x="35863" y="2013"/>
                    <a:pt x="35863" y="1566"/>
                  </a:cubicBezTo>
                  <a:cubicBezTo>
                    <a:pt x="35863" y="522"/>
                    <a:pt x="35248" y="75"/>
                    <a:pt x="34325" y="75"/>
                  </a:cubicBezTo>
                  <a:cubicBezTo>
                    <a:pt x="32787" y="75"/>
                    <a:pt x="18943" y="10213"/>
                    <a:pt x="9868" y="29147"/>
                  </a:cubicBezTo>
                  <a:cubicBezTo>
                    <a:pt x="2023" y="45546"/>
                    <a:pt x="177" y="62095"/>
                    <a:pt x="177" y="74618"/>
                  </a:cubicBezTo>
                  <a:cubicBezTo>
                    <a:pt x="177" y="86247"/>
                    <a:pt x="1869" y="104286"/>
                    <a:pt x="10329" y="121133"/>
                  </a:cubicBezTo>
                  <a:cubicBezTo>
                    <a:pt x="19558" y="139471"/>
                    <a:pt x="32787" y="149162"/>
                    <a:pt x="34325" y="149162"/>
                  </a:cubicBezTo>
                  <a:cubicBezTo>
                    <a:pt x="35248" y="149162"/>
                    <a:pt x="35863" y="148714"/>
                    <a:pt x="35863" y="1476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69" name="Freeform: Shape 2368">
              <a:extLst>
                <a:ext uri="{FF2B5EF4-FFF2-40B4-BE49-F238E27FC236}">
                  <a16:creationId xmlns:a16="http://schemas.microsoft.com/office/drawing/2014/main" id="{9DD08253-B8DD-7E2A-EE72-7F0958B86E4E}"/>
                </a:ext>
              </a:extLst>
            </p:cNvPr>
            <p:cNvSpPr/>
            <p:nvPr>
              <p:custDataLst>
                <p:tags r:id="rId138"/>
              </p:custDataLst>
            </p:nvPr>
          </p:nvSpPr>
          <p:spPr>
            <a:xfrm>
              <a:off x="10055664" y="5080324"/>
              <a:ext cx="111826" cy="101826"/>
            </a:xfrm>
            <a:custGeom>
              <a:avLst/>
              <a:gdLst>
                <a:gd name="connsiteX0" fmla="*/ 86627 w 111826"/>
                <a:gd name="connsiteY0" fmla="*/ 17071 h 101826"/>
                <a:gd name="connsiteX1" fmla="*/ 88781 w 111826"/>
                <a:gd name="connsiteY1" fmla="*/ 14983 h 101826"/>
                <a:gd name="connsiteX2" fmla="*/ 108931 w 111826"/>
                <a:gd name="connsiteY2" fmla="*/ 4696 h 101826"/>
                <a:gd name="connsiteX3" fmla="*/ 112008 w 111826"/>
                <a:gd name="connsiteY3" fmla="*/ 1864 h 101826"/>
                <a:gd name="connsiteX4" fmla="*/ 110008 w 111826"/>
                <a:gd name="connsiteY4" fmla="*/ 75 h 101826"/>
                <a:gd name="connsiteX5" fmla="*/ 97395 w 111826"/>
                <a:gd name="connsiteY5" fmla="*/ 522 h 101826"/>
                <a:gd name="connsiteX6" fmla="*/ 82013 w 111826"/>
                <a:gd name="connsiteY6" fmla="*/ 75 h 101826"/>
                <a:gd name="connsiteX7" fmla="*/ 79090 w 111826"/>
                <a:gd name="connsiteY7" fmla="*/ 2907 h 101826"/>
                <a:gd name="connsiteX8" fmla="*/ 81398 w 111826"/>
                <a:gd name="connsiteY8" fmla="*/ 4696 h 101826"/>
                <a:gd name="connsiteX9" fmla="*/ 86935 w 111826"/>
                <a:gd name="connsiteY9" fmla="*/ 8125 h 101826"/>
                <a:gd name="connsiteX10" fmla="*/ 82782 w 111826"/>
                <a:gd name="connsiteY10" fmla="*/ 15282 h 101826"/>
                <a:gd name="connsiteX11" fmla="*/ 47096 w 111826"/>
                <a:gd name="connsiteY11" fmla="*/ 55088 h 101826"/>
                <a:gd name="connsiteX12" fmla="*/ 30176 w 111826"/>
                <a:gd name="connsiteY12" fmla="*/ 10809 h 101826"/>
                <a:gd name="connsiteX13" fmla="*/ 29253 w 111826"/>
                <a:gd name="connsiteY13" fmla="*/ 8274 h 101826"/>
                <a:gd name="connsiteX14" fmla="*/ 38328 w 111826"/>
                <a:gd name="connsiteY14" fmla="*/ 4696 h 101826"/>
                <a:gd name="connsiteX15" fmla="*/ 42020 w 111826"/>
                <a:gd name="connsiteY15" fmla="*/ 1715 h 101826"/>
                <a:gd name="connsiteX16" fmla="*/ 39713 w 111826"/>
                <a:gd name="connsiteY16" fmla="*/ 75 h 101826"/>
                <a:gd name="connsiteX17" fmla="*/ 20331 w 111826"/>
                <a:gd name="connsiteY17" fmla="*/ 522 h 101826"/>
                <a:gd name="connsiteX18" fmla="*/ 3104 w 111826"/>
                <a:gd name="connsiteY18" fmla="*/ 75 h 101826"/>
                <a:gd name="connsiteX19" fmla="*/ 181 w 111826"/>
                <a:gd name="connsiteY19" fmla="*/ 3056 h 101826"/>
                <a:gd name="connsiteX20" fmla="*/ 3719 w 111826"/>
                <a:gd name="connsiteY20" fmla="*/ 4696 h 101826"/>
                <a:gd name="connsiteX21" fmla="*/ 14948 w 111826"/>
                <a:gd name="connsiteY21" fmla="*/ 9765 h 101826"/>
                <a:gd name="connsiteX22" fmla="*/ 33867 w 111826"/>
                <a:gd name="connsiteY22" fmla="*/ 58815 h 101826"/>
                <a:gd name="connsiteX23" fmla="*/ 34483 w 111826"/>
                <a:gd name="connsiteY23" fmla="*/ 61349 h 101826"/>
                <a:gd name="connsiteX24" fmla="*/ 27561 w 111826"/>
                <a:gd name="connsiteY24" fmla="*/ 88483 h 101826"/>
                <a:gd name="connsiteX25" fmla="*/ 13102 w 111826"/>
                <a:gd name="connsiteY25" fmla="*/ 97279 h 101826"/>
                <a:gd name="connsiteX26" fmla="*/ 8949 w 111826"/>
                <a:gd name="connsiteY26" fmla="*/ 100261 h 101826"/>
                <a:gd name="connsiteX27" fmla="*/ 11102 w 111826"/>
                <a:gd name="connsiteY27" fmla="*/ 101901 h 101826"/>
                <a:gd name="connsiteX28" fmla="*/ 30483 w 111826"/>
                <a:gd name="connsiteY28" fmla="*/ 101454 h 101826"/>
                <a:gd name="connsiteX29" fmla="*/ 50172 w 111826"/>
                <a:gd name="connsiteY29" fmla="*/ 101901 h 101826"/>
                <a:gd name="connsiteX30" fmla="*/ 53095 w 111826"/>
                <a:gd name="connsiteY30" fmla="*/ 98919 h 101826"/>
                <a:gd name="connsiteX31" fmla="*/ 48788 w 111826"/>
                <a:gd name="connsiteY31" fmla="*/ 97279 h 101826"/>
                <a:gd name="connsiteX32" fmla="*/ 42943 w 111826"/>
                <a:gd name="connsiteY32" fmla="*/ 96981 h 101826"/>
                <a:gd name="connsiteX33" fmla="*/ 38790 w 111826"/>
                <a:gd name="connsiteY33" fmla="*/ 94596 h 101826"/>
                <a:gd name="connsiteX34" fmla="*/ 40943 w 111826"/>
                <a:gd name="connsiteY34" fmla="*/ 85203 h 101826"/>
                <a:gd name="connsiteX35" fmla="*/ 46327 w 111826"/>
                <a:gd name="connsiteY35" fmla="*/ 64182 h 101826"/>
                <a:gd name="connsiteX36" fmla="*/ 48480 w 111826"/>
                <a:gd name="connsiteY36" fmla="*/ 59560 h 101826"/>
                <a:gd name="connsiteX37" fmla="*/ 86627 w 111826"/>
                <a:gd name="connsiteY37" fmla="*/ 17071 h 101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826" h="101826">
                  <a:moveTo>
                    <a:pt x="86627" y="17071"/>
                  </a:moveTo>
                  <a:lnTo>
                    <a:pt x="88781" y="14983"/>
                  </a:lnTo>
                  <a:cubicBezTo>
                    <a:pt x="93396" y="10511"/>
                    <a:pt x="98472" y="5442"/>
                    <a:pt x="108931" y="4696"/>
                  </a:cubicBezTo>
                  <a:cubicBezTo>
                    <a:pt x="110623" y="4547"/>
                    <a:pt x="112008" y="4547"/>
                    <a:pt x="112008" y="1864"/>
                  </a:cubicBezTo>
                  <a:cubicBezTo>
                    <a:pt x="112008" y="671"/>
                    <a:pt x="111239" y="75"/>
                    <a:pt x="110008" y="75"/>
                  </a:cubicBezTo>
                  <a:cubicBezTo>
                    <a:pt x="106009" y="75"/>
                    <a:pt x="101548" y="522"/>
                    <a:pt x="97395" y="522"/>
                  </a:cubicBezTo>
                  <a:cubicBezTo>
                    <a:pt x="92319" y="522"/>
                    <a:pt x="86935" y="75"/>
                    <a:pt x="82013" y="75"/>
                  </a:cubicBezTo>
                  <a:cubicBezTo>
                    <a:pt x="81090" y="75"/>
                    <a:pt x="79090" y="75"/>
                    <a:pt x="79090" y="2907"/>
                  </a:cubicBezTo>
                  <a:cubicBezTo>
                    <a:pt x="79090" y="4547"/>
                    <a:pt x="80629" y="4696"/>
                    <a:pt x="81398" y="4696"/>
                  </a:cubicBezTo>
                  <a:cubicBezTo>
                    <a:pt x="82474" y="4696"/>
                    <a:pt x="86935" y="4995"/>
                    <a:pt x="86935" y="8125"/>
                  </a:cubicBezTo>
                  <a:cubicBezTo>
                    <a:pt x="86935" y="10660"/>
                    <a:pt x="83397" y="14536"/>
                    <a:pt x="82782" y="15282"/>
                  </a:cubicBezTo>
                  <a:lnTo>
                    <a:pt x="47096" y="55088"/>
                  </a:lnTo>
                  <a:lnTo>
                    <a:pt x="30176" y="10809"/>
                  </a:lnTo>
                  <a:cubicBezTo>
                    <a:pt x="29253" y="8722"/>
                    <a:pt x="29253" y="8424"/>
                    <a:pt x="29253" y="8274"/>
                  </a:cubicBezTo>
                  <a:cubicBezTo>
                    <a:pt x="29253" y="4696"/>
                    <a:pt x="36790" y="4696"/>
                    <a:pt x="38328" y="4696"/>
                  </a:cubicBezTo>
                  <a:cubicBezTo>
                    <a:pt x="40482" y="4696"/>
                    <a:pt x="42020" y="4696"/>
                    <a:pt x="42020" y="1715"/>
                  </a:cubicBezTo>
                  <a:cubicBezTo>
                    <a:pt x="42020" y="75"/>
                    <a:pt x="40174" y="75"/>
                    <a:pt x="39713" y="75"/>
                  </a:cubicBezTo>
                  <a:cubicBezTo>
                    <a:pt x="35406" y="75"/>
                    <a:pt x="24638" y="522"/>
                    <a:pt x="20331" y="522"/>
                  </a:cubicBezTo>
                  <a:cubicBezTo>
                    <a:pt x="16486" y="522"/>
                    <a:pt x="6949" y="75"/>
                    <a:pt x="3104" y="75"/>
                  </a:cubicBezTo>
                  <a:cubicBezTo>
                    <a:pt x="2181" y="75"/>
                    <a:pt x="181" y="75"/>
                    <a:pt x="181" y="3056"/>
                  </a:cubicBezTo>
                  <a:cubicBezTo>
                    <a:pt x="181" y="4696"/>
                    <a:pt x="1719" y="4696"/>
                    <a:pt x="3719" y="4696"/>
                  </a:cubicBezTo>
                  <a:cubicBezTo>
                    <a:pt x="12948" y="4696"/>
                    <a:pt x="13563" y="6038"/>
                    <a:pt x="14948" y="9765"/>
                  </a:cubicBezTo>
                  <a:lnTo>
                    <a:pt x="33867" y="58815"/>
                  </a:lnTo>
                  <a:cubicBezTo>
                    <a:pt x="34021" y="59262"/>
                    <a:pt x="34483" y="60902"/>
                    <a:pt x="34483" y="61349"/>
                  </a:cubicBezTo>
                  <a:cubicBezTo>
                    <a:pt x="34483" y="61797"/>
                    <a:pt x="28330" y="85800"/>
                    <a:pt x="27561" y="88483"/>
                  </a:cubicBezTo>
                  <a:cubicBezTo>
                    <a:pt x="25561" y="96683"/>
                    <a:pt x="25407" y="97130"/>
                    <a:pt x="13102" y="97279"/>
                  </a:cubicBezTo>
                  <a:cubicBezTo>
                    <a:pt x="10179" y="97279"/>
                    <a:pt x="8949" y="97279"/>
                    <a:pt x="8949" y="100261"/>
                  </a:cubicBezTo>
                  <a:cubicBezTo>
                    <a:pt x="8949" y="101901"/>
                    <a:pt x="10794" y="101901"/>
                    <a:pt x="11102" y="101901"/>
                  </a:cubicBezTo>
                  <a:cubicBezTo>
                    <a:pt x="15409" y="101901"/>
                    <a:pt x="26176" y="101454"/>
                    <a:pt x="30483" y="101454"/>
                  </a:cubicBezTo>
                  <a:cubicBezTo>
                    <a:pt x="34790" y="101454"/>
                    <a:pt x="45865" y="101901"/>
                    <a:pt x="50172" y="101901"/>
                  </a:cubicBezTo>
                  <a:cubicBezTo>
                    <a:pt x="51249" y="101901"/>
                    <a:pt x="53095" y="101901"/>
                    <a:pt x="53095" y="98919"/>
                  </a:cubicBezTo>
                  <a:cubicBezTo>
                    <a:pt x="53095" y="97279"/>
                    <a:pt x="51710" y="97279"/>
                    <a:pt x="48788" y="97279"/>
                  </a:cubicBezTo>
                  <a:cubicBezTo>
                    <a:pt x="48480" y="97279"/>
                    <a:pt x="45558" y="97279"/>
                    <a:pt x="42943" y="96981"/>
                  </a:cubicBezTo>
                  <a:cubicBezTo>
                    <a:pt x="39713" y="96683"/>
                    <a:pt x="38790" y="96385"/>
                    <a:pt x="38790" y="94596"/>
                  </a:cubicBezTo>
                  <a:cubicBezTo>
                    <a:pt x="38790" y="93552"/>
                    <a:pt x="40174" y="88334"/>
                    <a:pt x="40943" y="85203"/>
                  </a:cubicBezTo>
                  <a:lnTo>
                    <a:pt x="46327" y="64182"/>
                  </a:lnTo>
                  <a:cubicBezTo>
                    <a:pt x="47096" y="61349"/>
                    <a:pt x="47250" y="60902"/>
                    <a:pt x="48480" y="59560"/>
                  </a:cubicBezTo>
                  <a:lnTo>
                    <a:pt x="86627" y="1707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70" name="Freeform: Shape 2369">
              <a:extLst>
                <a:ext uri="{FF2B5EF4-FFF2-40B4-BE49-F238E27FC236}">
                  <a16:creationId xmlns:a16="http://schemas.microsoft.com/office/drawing/2014/main" id="{7718A441-4900-1F14-52A2-F79C33BC2FA4}"/>
                </a:ext>
              </a:extLst>
            </p:cNvPr>
            <p:cNvSpPr/>
            <p:nvPr>
              <p:custDataLst>
                <p:tags r:id="rId139"/>
              </p:custDataLst>
            </p:nvPr>
          </p:nvSpPr>
          <p:spPr>
            <a:xfrm>
              <a:off x="10182531" y="5070335"/>
              <a:ext cx="35686" cy="149086"/>
            </a:xfrm>
            <a:custGeom>
              <a:avLst/>
              <a:gdLst>
                <a:gd name="connsiteX0" fmla="*/ 35875 w 35686"/>
                <a:gd name="connsiteY0" fmla="*/ 74618 h 149086"/>
                <a:gd name="connsiteX1" fmla="*/ 25723 w 35686"/>
                <a:gd name="connsiteY1" fmla="*/ 28103 h 149086"/>
                <a:gd name="connsiteX2" fmla="*/ 1727 w 35686"/>
                <a:gd name="connsiteY2" fmla="*/ 75 h 149086"/>
                <a:gd name="connsiteX3" fmla="*/ 189 w 35686"/>
                <a:gd name="connsiteY3" fmla="*/ 1566 h 149086"/>
                <a:gd name="connsiteX4" fmla="*/ 3112 w 35686"/>
                <a:gd name="connsiteY4" fmla="*/ 4995 h 149086"/>
                <a:gd name="connsiteX5" fmla="*/ 26954 w 35686"/>
                <a:gd name="connsiteY5" fmla="*/ 74618 h 149086"/>
                <a:gd name="connsiteX6" fmla="*/ 2189 w 35686"/>
                <a:gd name="connsiteY6" fmla="*/ 145136 h 149086"/>
                <a:gd name="connsiteX7" fmla="*/ 189 w 35686"/>
                <a:gd name="connsiteY7" fmla="*/ 147671 h 149086"/>
                <a:gd name="connsiteX8" fmla="*/ 1727 w 35686"/>
                <a:gd name="connsiteY8" fmla="*/ 149162 h 149086"/>
                <a:gd name="connsiteX9" fmla="*/ 26184 w 35686"/>
                <a:gd name="connsiteY9" fmla="*/ 120090 h 149086"/>
                <a:gd name="connsiteX10" fmla="*/ 35875 w 35686"/>
                <a:gd name="connsiteY10" fmla="*/ 74618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86" h="149086">
                  <a:moveTo>
                    <a:pt x="35875" y="74618"/>
                  </a:moveTo>
                  <a:cubicBezTo>
                    <a:pt x="35875" y="62989"/>
                    <a:pt x="34183" y="44950"/>
                    <a:pt x="25723" y="28103"/>
                  </a:cubicBezTo>
                  <a:cubicBezTo>
                    <a:pt x="16494" y="9765"/>
                    <a:pt x="3265" y="75"/>
                    <a:pt x="1727" y="75"/>
                  </a:cubicBezTo>
                  <a:cubicBezTo>
                    <a:pt x="804" y="75"/>
                    <a:pt x="189" y="671"/>
                    <a:pt x="189" y="1566"/>
                  </a:cubicBezTo>
                  <a:cubicBezTo>
                    <a:pt x="189" y="2013"/>
                    <a:pt x="189" y="2311"/>
                    <a:pt x="3112" y="4995"/>
                  </a:cubicBezTo>
                  <a:cubicBezTo>
                    <a:pt x="18186" y="19754"/>
                    <a:pt x="26954" y="43459"/>
                    <a:pt x="26954" y="74618"/>
                  </a:cubicBezTo>
                  <a:cubicBezTo>
                    <a:pt x="26954" y="100112"/>
                    <a:pt x="21262" y="126351"/>
                    <a:pt x="2189" y="145136"/>
                  </a:cubicBezTo>
                  <a:cubicBezTo>
                    <a:pt x="189" y="146925"/>
                    <a:pt x="189" y="147224"/>
                    <a:pt x="189" y="147671"/>
                  </a:cubicBezTo>
                  <a:cubicBezTo>
                    <a:pt x="189" y="148565"/>
                    <a:pt x="804" y="149162"/>
                    <a:pt x="1727" y="149162"/>
                  </a:cubicBezTo>
                  <a:cubicBezTo>
                    <a:pt x="3265" y="149162"/>
                    <a:pt x="17109" y="139024"/>
                    <a:pt x="26184" y="120090"/>
                  </a:cubicBezTo>
                  <a:cubicBezTo>
                    <a:pt x="34029" y="103690"/>
                    <a:pt x="35875" y="87141"/>
                    <a:pt x="35875" y="7461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71" name="Freeform: Shape 2370">
              <a:extLst>
                <a:ext uri="{FF2B5EF4-FFF2-40B4-BE49-F238E27FC236}">
                  <a16:creationId xmlns:a16="http://schemas.microsoft.com/office/drawing/2014/main" id="{62826F8C-49EC-88C5-FD2F-2A26A2736AD4}"/>
                </a:ext>
              </a:extLst>
            </p:cNvPr>
            <p:cNvSpPr/>
            <p:nvPr>
              <p:custDataLst>
                <p:tags r:id="rId140"/>
              </p:custDataLst>
            </p:nvPr>
          </p:nvSpPr>
          <p:spPr>
            <a:xfrm>
              <a:off x="10284922" y="5127436"/>
              <a:ext cx="102289" cy="34886"/>
            </a:xfrm>
            <a:custGeom>
              <a:avLst/>
              <a:gdLst>
                <a:gd name="connsiteX0" fmla="*/ 97256 w 102289"/>
                <a:gd name="connsiteY0" fmla="*/ 6038 h 34886"/>
                <a:gd name="connsiteX1" fmla="*/ 102486 w 102289"/>
                <a:gd name="connsiteY1" fmla="*/ 3056 h 34886"/>
                <a:gd name="connsiteX2" fmla="*/ 97409 w 102289"/>
                <a:gd name="connsiteY2" fmla="*/ 75 h 34886"/>
                <a:gd name="connsiteX3" fmla="*/ 5272 w 102289"/>
                <a:gd name="connsiteY3" fmla="*/ 75 h 34886"/>
                <a:gd name="connsiteX4" fmla="*/ 196 w 102289"/>
                <a:gd name="connsiteY4" fmla="*/ 3056 h 34886"/>
                <a:gd name="connsiteX5" fmla="*/ 5425 w 102289"/>
                <a:gd name="connsiteY5" fmla="*/ 6038 h 34886"/>
                <a:gd name="connsiteX6" fmla="*/ 97256 w 102289"/>
                <a:gd name="connsiteY6" fmla="*/ 6038 h 34886"/>
                <a:gd name="connsiteX7" fmla="*/ 97409 w 102289"/>
                <a:gd name="connsiteY7" fmla="*/ 34961 h 34886"/>
                <a:gd name="connsiteX8" fmla="*/ 102486 w 102289"/>
                <a:gd name="connsiteY8" fmla="*/ 31979 h 34886"/>
                <a:gd name="connsiteX9" fmla="*/ 97256 w 102289"/>
                <a:gd name="connsiteY9" fmla="*/ 28998 h 34886"/>
                <a:gd name="connsiteX10" fmla="*/ 5425 w 102289"/>
                <a:gd name="connsiteY10" fmla="*/ 28998 h 34886"/>
                <a:gd name="connsiteX11" fmla="*/ 196 w 102289"/>
                <a:gd name="connsiteY11" fmla="*/ 31979 h 34886"/>
                <a:gd name="connsiteX12" fmla="*/ 5272 w 102289"/>
                <a:gd name="connsiteY12" fmla="*/ 34961 h 34886"/>
                <a:gd name="connsiteX13" fmla="*/ 97409 w 102289"/>
                <a:gd name="connsiteY13" fmla="*/ 34961 h 3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2289" h="34886">
                  <a:moveTo>
                    <a:pt x="97256" y="6038"/>
                  </a:moveTo>
                  <a:cubicBezTo>
                    <a:pt x="99563" y="6038"/>
                    <a:pt x="102486" y="6038"/>
                    <a:pt x="102486" y="3056"/>
                  </a:cubicBezTo>
                  <a:cubicBezTo>
                    <a:pt x="102486" y="75"/>
                    <a:pt x="99563" y="75"/>
                    <a:pt x="97409" y="75"/>
                  </a:cubicBezTo>
                  <a:lnTo>
                    <a:pt x="5272" y="75"/>
                  </a:lnTo>
                  <a:cubicBezTo>
                    <a:pt x="3118" y="75"/>
                    <a:pt x="196" y="75"/>
                    <a:pt x="196" y="3056"/>
                  </a:cubicBezTo>
                  <a:cubicBezTo>
                    <a:pt x="196" y="6038"/>
                    <a:pt x="3118" y="6038"/>
                    <a:pt x="5425" y="6038"/>
                  </a:cubicBezTo>
                  <a:lnTo>
                    <a:pt x="97256" y="6038"/>
                  </a:lnTo>
                  <a:close/>
                  <a:moveTo>
                    <a:pt x="97409" y="34961"/>
                  </a:moveTo>
                  <a:cubicBezTo>
                    <a:pt x="99563" y="34961"/>
                    <a:pt x="102486" y="34961"/>
                    <a:pt x="102486" y="31979"/>
                  </a:cubicBezTo>
                  <a:cubicBezTo>
                    <a:pt x="102486" y="28998"/>
                    <a:pt x="99563" y="28998"/>
                    <a:pt x="97256" y="28998"/>
                  </a:cubicBezTo>
                  <a:lnTo>
                    <a:pt x="5425" y="28998"/>
                  </a:lnTo>
                  <a:cubicBezTo>
                    <a:pt x="3118" y="28998"/>
                    <a:pt x="196" y="28998"/>
                    <a:pt x="196" y="31979"/>
                  </a:cubicBezTo>
                  <a:cubicBezTo>
                    <a:pt x="196" y="34961"/>
                    <a:pt x="3118" y="34961"/>
                    <a:pt x="5272" y="34961"/>
                  </a:cubicBezTo>
                  <a:lnTo>
                    <a:pt x="97409" y="349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72" name="Freeform: Shape 2371">
              <a:extLst>
                <a:ext uri="{FF2B5EF4-FFF2-40B4-BE49-F238E27FC236}">
                  <a16:creationId xmlns:a16="http://schemas.microsoft.com/office/drawing/2014/main" id="{B36AC822-CEA7-AFA0-596D-DF61360ED024}"/>
                </a:ext>
              </a:extLst>
            </p:cNvPr>
            <p:cNvSpPr/>
            <p:nvPr>
              <p:custDataLst>
                <p:tags r:id="rId141"/>
              </p:custDataLst>
            </p:nvPr>
          </p:nvSpPr>
          <p:spPr>
            <a:xfrm>
              <a:off x="10453901" y="5070335"/>
              <a:ext cx="35686" cy="149086"/>
            </a:xfrm>
            <a:custGeom>
              <a:avLst/>
              <a:gdLst>
                <a:gd name="connsiteX0" fmla="*/ 35892 w 35686"/>
                <a:gd name="connsiteY0" fmla="*/ 147671 h 149086"/>
                <a:gd name="connsiteX1" fmla="*/ 33277 w 35686"/>
                <a:gd name="connsiteY1" fmla="*/ 144391 h 149086"/>
                <a:gd name="connsiteX2" fmla="*/ 9128 w 35686"/>
                <a:gd name="connsiteY2" fmla="*/ 74618 h 149086"/>
                <a:gd name="connsiteX3" fmla="*/ 33893 w 35686"/>
                <a:gd name="connsiteY3" fmla="*/ 4100 h 149086"/>
                <a:gd name="connsiteX4" fmla="*/ 35892 w 35686"/>
                <a:gd name="connsiteY4" fmla="*/ 1566 h 149086"/>
                <a:gd name="connsiteX5" fmla="*/ 34354 w 35686"/>
                <a:gd name="connsiteY5" fmla="*/ 75 h 149086"/>
                <a:gd name="connsiteX6" fmla="*/ 9897 w 35686"/>
                <a:gd name="connsiteY6" fmla="*/ 29147 h 149086"/>
                <a:gd name="connsiteX7" fmla="*/ 206 w 35686"/>
                <a:gd name="connsiteY7" fmla="*/ 74618 h 149086"/>
                <a:gd name="connsiteX8" fmla="*/ 10358 w 35686"/>
                <a:gd name="connsiteY8" fmla="*/ 121133 h 149086"/>
                <a:gd name="connsiteX9" fmla="*/ 34354 w 35686"/>
                <a:gd name="connsiteY9" fmla="*/ 149162 h 149086"/>
                <a:gd name="connsiteX10" fmla="*/ 35892 w 35686"/>
                <a:gd name="connsiteY10" fmla="*/ 147671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86" h="149086">
                  <a:moveTo>
                    <a:pt x="35892" y="147671"/>
                  </a:moveTo>
                  <a:cubicBezTo>
                    <a:pt x="35892" y="147224"/>
                    <a:pt x="35892" y="146925"/>
                    <a:pt x="33277" y="144391"/>
                  </a:cubicBezTo>
                  <a:cubicBezTo>
                    <a:pt x="14050" y="125606"/>
                    <a:pt x="9128" y="97428"/>
                    <a:pt x="9128" y="74618"/>
                  </a:cubicBezTo>
                  <a:cubicBezTo>
                    <a:pt x="9128" y="48677"/>
                    <a:pt x="14973" y="22736"/>
                    <a:pt x="33893" y="4100"/>
                  </a:cubicBezTo>
                  <a:cubicBezTo>
                    <a:pt x="35892" y="2311"/>
                    <a:pt x="35892" y="2013"/>
                    <a:pt x="35892" y="1566"/>
                  </a:cubicBezTo>
                  <a:cubicBezTo>
                    <a:pt x="35892" y="522"/>
                    <a:pt x="35277" y="75"/>
                    <a:pt x="34354" y="75"/>
                  </a:cubicBezTo>
                  <a:cubicBezTo>
                    <a:pt x="32816" y="75"/>
                    <a:pt x="18972" y="10213"/>
                    <a:pt x="9897" y="29147"/>
                  </a:cubicBezTo>
                  <a:cubicBezTo>
                    <a:pt x="2052" y="45546"/>
                    <a:pt x="206" y="62095"/>
                    <a:pt x="206" y="74618"/>
                  </a:cubicBezTo>
                  <a:cubicBezTo>
                    <a:pt x="206" y="86247"/>
                    <a:pt x="1898" y="104286"/>
                    <a:pt x="10358" y="121133"/>
                  </a:cubicBezTo>
                  <a:cubicBezTo>
                    <a:pt x="19587" y="139471"/>
                    <a:pt x="32816" y="149162"/>
                    <a:pt x="34354" y="149162"/>
                  </a:cubicBezTo>
                  <a:cubicBezTo>
                    <a:pt x="35277" y="149162"/>
                    <a:pt x="35892" y="148714"/>
                    <a:pt x="35892" y="1476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73" name="Freeform: Shape 2372">
              <a:extLst>
                <a:ext uri="{FF2B5EF4-FFF2-40B4-BE49-F238E27FC236}">
                  <a16:creationId xmlns:a16="http://schemas.microsoft.com/office/drawing/2014/main" id="{74F6661D-48C1-F61D-5FA4-0F73E8C5B057}"/>
                </a:ext>
              </a:extLst>
            </p:cNvPr>
            <p:cNvSpPr/>
            <p:nvPr>
              <p:custDataLst>
                <p:tags r:id="rId142"/>
              </p:custDataLst>
            </p:nvPr>
          </p:nvSpPr>
          <p:spPr>
            <a:xfrm>
              <a:off x="10512182" y="5082859"/>
              <a:ext cx="50760" cy="99291"/>
            </a:xfrm>
            <a:custGeom>
              <a:avLst/>
              <a:gdLst>
                <a:gd name="connsiteX0" fmla="*/ 31743 w 50760"/>
                <a:gd name="connsiteY0" fmla="*/ 3951 h 99291"/>
                <a:gd name="connsiteX1" fmla="*/ 28205 w 50760"/>
                <a:gd name="connsiteY1" fmla="*/ 75 h 99291"/>
                <a:gd name="connsiteX2" fmla="*/ 210 w 50760"/>
                <a:gd name="connsiteY2" fmla="*/ 9616 h 99291"/>
                <a:gd name="connsiteX3" fmla="*/ 210 w 50760"/>
                <a:gd name="connsiteY3" fmla="*/ 14238 h 99291"/>
                <a:gd name="connsiteX4" fmla="*/ 20360 w 50760"/>
                <a:gd name="connsiteY4" fmla="*/ 10362 h 99291"/>
                <a:gd name="connsiteX5" fmla="*/ 20360 w 50760"/>
                <a:gd name="connsiteY5" fmla="*/ 87589 h 99291"/>
                <a:gd name="connsiteX6" fmla="*/ 6055 w 50760"/>
                <a:gd name="connsiteY6" fmla="*/ 94745 h 99291"/>
                <a:gd name="connsiteX7" fmla="*/ 1133 w 50760"/>
                <a:gd name="connsiteY7" fmla="*/ 94745 h 99291"/>
                <a:gd name="connsiteX8" fmla="*/ 1133 w 50760"/>
                <a:gd name="connsiteY8" fmla="*/ 99367 h 99291"/>
                <a:gd name="connsiteX9" fmla="*/ 26052 w 50760"/>
                <a:gd name="connsiteY9" fmla="*/ 98919 h 99291"/>
                <a:gd name="connsiteX10" fmla="*/ 50970 w 50760"/>
                <a:gd name="connsiteY10" fmla="*/ 99367 h 99291"/>
                <a:gd name="connsiteX11" fmla="*/ 50970 w 50760"/>
                <a:gd name="connsiteY11" fmla="*/ 94745 h 99291"/>
                <a:gd name="connsiteX12" fmla="*/ 46048 w 50760"/>
                <a:gd name="connsiteY12" fmla="*/ 94745 h 99291"/>
                <a:gd name="connsiteX13" fmla="*/ 31743 w 50760"/>
                <a:gd name="connsiteY13" fmla="*/ 87589 h 99291"/>
                <a:gd name="connsiteX14" fmla="*/ 31743 w 50760"/>
                <a:gd name="connsiteY14" fmla="*/ 3951 h 9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60" h="99291">
                  <a:moveTo>
                    <a:pt x="31743" y="3951"/>
                  </a:moveTo>
                  <a:cubicBezTo>
                    <a:pt x="31743" y="373"/>
                    <a:pt x="31743" y="75"/>
                    <a:pt x="28205" y="75"/>
                  </a:cubicBezTo>
                  <a:cubicBezTo>
                    <a:pt x="18668" y="9616"/>
                    <a:pt x="5132" y="9616"/>
                    <a:pt x="210" y="9616"/>
                  </a:cubicBezTo>
                  <a:lnTo>
                    <a:pt x="210" y="14238"/>
                  </a:lnTo>
                  <a:cubicBezTo>
                    <a:pt x="3286" y="14238"/>
                    <a:pt x="12362" y="14238"/>
                    <a:pt x="20360" y="10362"/>
                  </a:cubicBezTo>
                  <a:lnTo>
                    <a:pt x="20360" y="87589"/>
                  </a:lnTo>
                  <a:cubicBezTo>
                    <a:pt x="20360" y="92956"/>
                    <a:pt x="19899" y="94745"/>
                    <a:pt x="6055" y="94745"/>
                  </a:cubicBezTo>
                  <a:lnTo>
                    <a:pt x="1133" y="94745"/>
                  </a:lnTo>
                  <a:lnTo>
                    <a:pt x="1133" y="99367"/>
                  </a:lnTo>
                  <a:cubicBezTo>
                    <a:pt x="6517" y="98919"/>
                    <a:pt x="19899" y="98919"/>
                    <a:pt x="26052" y="98919"/>
                  </a:cubicBezTo>
                  <a:cubicBezTo>
                    <a:pt x="32204" y="98919"/>
                    <a:pt x="45587" y="98919"/>
                    <a:pt x="50970" y="99367"/>
                  </a:cubicBezTo>
                  <a:lnTo>
                    <a:pt x="50970" y="94745"/>
                  </a:lnTo>
                  <a:lnTo>
                    <a:pt x="46048" y="94745"/>
                  </a:lnTo>
                  <a:cubicBezTo>
                    <a:pt x="32204" y="94745"/>
                    <a:pt x="31743" y="93105"/>
                    <a:pt x="31743" y="87589"/>
                  </a:cubicBezTo>
                  <a:lnTo>
                    <a:pt x="31743" y="395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74" name="Freeform: Shape 2373">
              <a:extLst>
                <a:ext uri="{FF2B5EF4-FFF2-40B4-BE49-F238E27FC236}">
                  <a16:creationId xmlns:a16="http://schemas.microsoft.com/office/drawing/2014/main" id="{E9C72675-5F72-0BC9-ACF0-FCBF8A2B7C1F}"/>
                </a:ext>
              </a:extLst>
            </p:cNvPr>
            <p:cNvSpPr/>
            <p:nvPr>
              <p:custDataLst>
                <p:tags r:id="rId143"/>
              </p:custDataLst>
            </p:nvPr>
          </p:nvSpPr>
          <p:spPr>
            <a:xfrm>
              <a:off x="10622350" y="5141897"/>
              <a:ext cx="93983" cy="5963"/>
            </a:xfrm>
            <a:custGeom>
              <a:avLst/>
              <a:gdLst>
                <a:gd name="connsiteX0" fmla="*/ 88817 w 93983"/>
                <a:gd name="connsiteY0" fmla="*/ 6038 h 5963"/>
                <a:gd name="connsiteX1" fmla="*/ 94201 w 93983"/>
                <a:gd name="connsiteY1" fmla="*/ 3056 h 5963"/>
                <a:gd name="connsiteX2" fmla="*/ 88817 w 93983"/>
                <a:gd name="connsiteY2" fmla="*/ 75 h 5963"/>
                <a:gd name="connsiteX3" fmla="*/ 5601 w 93983"/>
                <a:gd name="connsiteY3" fmla="*/ 75 h 5963"/>
                <a:gd name="connsiteX4" fmla="*/ 217 w 93983"/>
                <a:gd name="connsiteY4" fmla="*/ 3056 h 5963"/>
                <a:gd name="connsiteX5" fmla="*/ 5601 w 93983"/>
                <a:gd name="connsiteY5" fmla="*/ 6038 h 5963"/>
                <a:gd name="connsiteX6" fmla="*/ 88817 w 93983"/>
                <a:gd name="connsiteY6" fmla="*/ 6038 h 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983" h="5963">
                  <a:moveTo>
                    <a:pt x="88817" y="6038"/>
                  </a:moveTo>
                  <a:cubicBezTo>
                    <a:pt x="91432" y="6038"/>
                    <a:pt x="94201" y="6038"/>
                    <a:pt x="94201" y="3056"/>
                  </a:cubicBezTo>
                  <a:cubicBezTo>
                    <a:pt x="94201" y="75"/>
                    <a:pt x="91432" y="75"/>
                    <a:pt x="88817" y="75"/>
                  </a:cubicBezTo>
                  <a:lnTo>
                    <a:pt x="5601" y="75"/>
                  </a:lnTo>
                  <a:cubicBezTo>
                    <a:pt x="2986" y="75"/>
                    <a:pt x="217" y="75"/>
                    <a:pt x="217" y="3056"/>
                  </a:cubicBezTo>
                  <a:cubicBezTo>
                    <a:pt x="217" y="6038"/>
                    <a:pt x="2986" y="6038"/>
                    <a:pt x="5601" y="6038"/>
                  </a:cubicBezTo>
                  <a:lnTo>
                    <a:pt x="88817" y="603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75" name="Freeform: Shape 2374">
              <a:extLst>
                <a:ext uri="{FF2B5EF4-FFF2-40B4-BE49-F238E27FC236}">
                  <a16:creationId xmlns:a16="http://schemas.microsoft.com/office/drawing/2014/main" id="{259C9643-53B5-0654-40F5-F3573CC52663}"/>
                </a:ext>
              </a:extLst>
            </p:cNvPr>
            <p:cNvSpPr/>
            <p:nvPr>
              <p:custDataLst>
                <p:tags r:id="rId144"/>
              </p:custDataLst>
            </p:nvPr>
          </p:nvSpPr>
          <p:spPr>
            <a:xfrm>
              <a:off x="10758480" y="5116254"/>
              <a:ext cx="80293" cy="94819"/>
            </a:xfrm>
            <a:custGeom>
              <a:avLst/>
              <a:gdLst>
                <a:gd name="connsiteX0" fmla="*/ 12071 w 80293"/>
                <a:gd name="connsiteY0" fmla="*/ 84160 h 94819"/>
                <a:gd name="connsiteX1" fmla="*/ 3765 w 80293"/>
                <a:gd name="connsiteY1" fmla="*/ 90272 h 94819"/>
                <a:gd name="connsiteX2" fmla="*/ 227 w 80293"/>
                <a:gd name="connsiteY2" fmla="*/ 93105 h 94819"/>
                <a:gd name="connsiteX3" fmla="*/ 2227 w 80293"/>
                <a:gd name="connsiteY3" fmla="*/ 94894 h 94819"/>
                <a:gd name="connsiteX4" fmla="*/ 15148 w 80293"/>
                <a:gd name="connsiteY4" fmla="*/ 94447 h 94819"/>
                <a:gd name="connsiteX5" fmla="*/ 30376 w 80293"/>
                <a:gd name="connsiteY5" fmla="*/ 94894 h 94819"/>
                <a:gd name="connsiteX6" fmla="*/ 33144 w 80293"/>
                <a:gd name="connsiteY6" fmla="*/ 91912 h 94819"/>
                <a:gd name="connsiteX7" fmla="*/ 29453 w 80293"/>
                <a:gd name="connsiteY7" fmla="*/ 90272 h 94819"/>
                <a:gd name="connsiteX8" fmla="*/ 21762 w 80293"/>
                <a:gd name="connsiteY8" fmla="*/ 87887 h 94819"/>
                <a:gd name="connsiteX9" fmla="*/ 29299 w 80293"/>
                <a:gd name="connsiteY9" fmla="*/ 58070 h 94819"/>
                <a:gd name="connsiteX10" fmla="*/ 43450 w 80293"/>
                <a:gd name="connsiteY10" fmla="*/ 67611 h 94819"/>
                <a:gd name="connsiteX11" fmla="*/ 80521 w 80293"/>
                <a:gd name="connsiteY11" fmla="*/ 23929 h 94819"/>
                <a:gd name="connsiteX12" fmla="*/ 60063 w 80293"/>
                <a:gd name="connsiteY12" fmla="*/ 75 h 94819"/>
                <a:gd name="connsiteX13" fmla="*/ 39913 w 80293"/>
                <a:gd name="connsiteY13" fmla="*/ 11256 h 94819"/>
                <a:gd name="connsiteX14" fmla="*/ 26069 w 80293"/>
                <a:gd name="connsiteY14" fmla="*/ 75 h 94819"/>
                <a:gd name="connsiteX15" fmla="*/ 14686 w 80293"/>
                <a:gd name="connsiteY15" fmla="*/ 8573 h 94819"/>
                <a:gd name="connsiteX16" fmla="*/ 9918 w 80293"/>
                <a:gd name="connsiteY16" fmla="*/ 23034 h 94819"/>
                <a:gd name="connsiteX17" fmla="*/ 11764 w 80293"/>
                <a:gd name="connsiteY17" fmla="*/ 24525 h 94819"/>
                <a:gd name="connsiteX18" fmla="*/ 14378 w 80293"/>
                <a:gd name="connsiteY18" fmla="*/ 21096 h 94819"/>
                <a:gd name="connsiteX19" fmla="*/ 25607 w 80293"/>
                <a:gd name="connsiteY19" fmla="*/ 3355 h 94819"/>
                <a:gd name="connsiteX20" fmla="*/ 30376 w 80293"/>
                <a:gd name="connsiteY20" fmla="*/ 10213 h 94819"/>
                <a:gd name="connsiteX21" fmla="*/ 29299 w 80293"/>
                <a:gd name="connsiteY21" fmla="*/ 17816 h 94819"/>
                <a:gd name="connsiteX22" fmla="*/ 12071 w 80293"/>
                <a:gd name="connsiteY22" fmla="*/ 84160 h 94819"/>
                <a:gd name="connsiteX23" fmla="*/ 39143 w 80293"/>
                <a:gd name="connsiteY23" fmla="*/ 19456 h 94819"/>
                <a:gd name="connsiteX24" fmla="*/ 47142 w 80293"/>
                <a:gd name="connsiteY24" fmla="*/ 9020 h 94819"/>
                <a:gd name="connsiteX25" fmla="*/ 59601 w 80293"/>
                <a:gd name="connsiteY25" fmla="*/ 3355 h 94819"/>
                <a:gd name="connsiteX26" fmla="*/ 69446 w 80293"/>
                <a:gd name="connsiteY26" fmla="*/ 17369 h 94819"/>
                <a:gd name="connsiteX27" fmla="*/ 61601 w 80293"/>
                <a:gd name="connsiteY27" fmla="*/ 48975 h 94819"/>
                <a:gd name="connsiteX28" fmla="*/ 43297 w 80293"/>
                <a:gd name="connsiteY28" fmla="*/ 64331 h 94819"/>
                <a:gd name="connsiteX29" fmla="*/ 31145 w 80293"/>
                <a:gd name="connsiteY29" fmla="*/ 51062 h 94819"/>
                <a:gd name="connsiteX30" fmla="*/ 31606 w 80293"/>
                <a:gd name="connsiteY30" fmla="*/ 48677 h 94819"/>
                <a:gd name="connsiteX31" fmla="*/ 39143 w 80293"/>
                <a:gd name="connsiteY31" fmla="*/ 19456 h 94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0293" h="94819">
                  <a:moveTo>
                    <a:pt x="12071" y="84160"/>
                  </a:moveTo>
                  <a:cubicBezTo>
                    <a:pt x="10841" y="89229"/>
                    <a:pt x="10533" y="90272"/>
                    <a:pt x="3765" y="90272"/>
                  </a:cubicBezTo>
                  <a:cubicBezTo>
                    <a:pt x="1919" y="90272"/>
                    <a:pt x="227" y="90272"/>
                    <a:pt x="227" y="93105"/>
                  </a:cubicBezTo>
                  <a:cubicBezTo>
                    <a:pt x="227" y="94298"/>
                    <a:pt x="996" y="94894"/>
                    <a:pt x="2227" y="94894"/>
                  </a:cubicBezTo>
                  <a:cubicBezTo>
                    <a:pt x="6380" y="94894"/>
                    <a:pt x="10841" y="94447"/>
                    <a:pt x="15148" y="94447"/>
                  </a:cubicBezTo>
                  <a:cubicBezTo>
                    <a:pt x="20224" y="94447"/>
                    <a:pt x="25453" y="94894"/>
                    <a:pt x="30376" y="94894"/>
                  </a:cubicBezTo>
                  <a:cubicBezTo>
                    <a:pt x="31145" y="94894"/>
                    <a:pt x="33144" y="94894"/>
                    <a:pt x="33144" y="91912"/>
                  </a:cubicBezTo>
                  <a:cubicBezTo>
                    <a:pt x="33144" y="90272"/>
                    <a:pt x="31606" y="90272"/>
                    <a:pt x="29453" y="90272"/>
                  </a:cubicBezTo>
                  <a:cubicBezTo>
                    <a:pt x="21762" y="90272"/>
                    <a:pt x="21762" y="89229"/>
                    <a:pt x="21762" y="87887"/>
                  </a:cubicBezTo>
                  <a:cubicBezTo>
                    <a:pt x="21762" y="86098"/>
                    <a:pt x="28222" y="61797"/>
                    <a:pt x="29299" y="58070"/>
                  </a:cubicBezTo>
                  <a:cubicBezTo>
                    <a:pt x="31299" y="62393"/>
                    <a:pt x="35606" y="67611"/>
                    <a:pt x="43450" y="67611"/>
                  </a:cubicBezTo>
                  <a:cubicBezTo>
                    <a:pt x="61293" y="67611"/>
                    <a:pt x="80521" y="45844"/>
                    <a:pt x="80521" y="23929"/>
                  </a:cubicBezTo>
                  <a:cubicBezTo>
                    <a:pt x="80521" y="9914"/>
                    <a:pt x="71753" y="75"/>
                    <a:pt x="60063" y="75"/>
                  </a:cubicBezTo>
                  <a:cubicBezTo>
                    <a:pt x="52372" y="75"/>
                    <a:pt x="44989" y="5442"/>
                    <a:pt x="39913" y="11256"/>
                  </a:cubicBezTo>
                  <a:cubicBezTo>
                    <a:pt x="38374" y="3206"/>
                    <a:pt x="31760" y="75"/>
                    <a:pt x="26069" y="75"/>
                  </a:cubicBezTo>
                  <a:cubicBezTo>
                    <a:pt x="18993" y="75"/>
                    <a:pt x="16071" y="5889"/>
                    <a:pt x="14686" y="8573"/>
                  </a:cubicBezTo>
                  <a:cubicBezTo>
                    <a:pt x="11917" y="13642"/>
                    <a:pt x="9918" y="22587"/>
                    <a:pt x="9918" y="23034"/>
                  </a:cubicBezTo>
                  <a:cubicBezTo>
                    <a:pt x="9918" y="24525"/>
                    <a:pt x="11456" y="24525"/>
                    <a:pt x="11764" y="24525"/>
                  </a:cubicBezTo>
                  <a:cubicBezTo>
                    <a:pt x="13302" y="24525"/>
                    <a:pt x="13456" y="24376"/>
                    <a:pt x="14378" y="21096"/>
                  </a:cubicBezTo>
                  <a:cubicBezTo>
                    <a:pt x="16993" y="10511"/>
                    <a:pt x="20070" y="3355"/>
                    <a:pt x="25607" y="3355"/>
                  </a:cubicBezTo>
                  <a:cubicBezTo>
                    <a:pt x="28222" y="3355"/>
                    <a:pt x="30376" y="4547"/>
                    <a:pt x="30376" y="10213"/>
                  </a:cubicBezTo>
                  <a:cubicBezTo>
                    <a:pt x="30376" y="13642"/>
                    <a:pt x="29914" y="15282"/>
                    <a:pt x="29299" y="17816"/>
                  </a:cubicBezTo>
                  <a:lnTo>
                    <a:pt x="12071" y="84160"/>
                  </a:lnTo>
                  <a:close/>
                  <a:moveTo>
                    <a:pt x="39143" y="19456"/>
                  </a:moveTo>
                  <a:cubicBezTo>
                    <a:pt x="40220" y="15431"/>
                    <a:pt x="44373" y="11256"/>
                    <a:pt x="47142" y="9020"/>
                  </a:cubicBezTo>
                  <a:cubicBezTo>
                    <a:pt x="52526" y="4398"/>
                    <a:pt x="56986" y="3355"/>
                    <a:pt x="59601" y="3355"/>
                  </a:cubicBezTo>
                  <a:cubicBezTo>
                    <a:pt x="65754" y="3355"/>
                    <a:pt x="69446" y="8573"/>
                    <a:pt x="69446" y="17369"/>
                  </a:cubicBezTo>
                  <a:cubicBezTo>
                    <a:pt x="69446" y="26165"/>
                    <a:pt x="64370" y="43310"/>
                    <a:pt x="61601" y="48975"/>
                  </a:cubicBezTo>
                  <a:cubicBezTo>
                    <a:pt x="56371" y="59411"/>
                    <a:pt x="48988" y="64331"/>
                    <a:pt x="43297" y="64331"/>
                  </a:cubicBezTo>
                  <a:cubicBezTo>
                    <a:pt x="33144" y="64331"/>
                    <a:pt x="31145" y="51957"/>
                    <a:pt x="31145" y="51062"/>
                  </a:cubicBezTo>
                  <a:cubicBezTo>
                    <a:pt x="31145" y="50764"/>
                    <a:pt x="31145" y="50466"/>
                    <a:pt x="31606" y="48677"/>
                  </a:cubicBezTo>
                  <a:lnTo>
                    <a:pt x="39143" y="194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76" name="Freeform: Shape 2375">
              <a:extLst>
                <a:ext uri="{FF2B5EF4-FFF2-40B4-BE49-F238E27FC236}">
                  <a16:creationId xmlns:a16="http://schemas.microsoft.com/office/drawing/2014/main" id="{F0E764AC-C960-3318-F779-D7AAF8070522}"/>
                </a:ext>
              </a:extLst>
            </p:cNvPr>
            <p:cNvSpPr/>
            <p:nvPr>
              <p:custDataLst>
                <p:tags r:id="rId145"/>
              </p:custDataLst>
            </p:nvPr>
          </p:nvSpPr>
          <p:spPr>
            <a:xfrm>
              <a:off x="10849560" y="5070335"/>
              <a:ext cx="35686" cy="149086"/>
            </a:xfrm>
            <a:custGeom>
              <a:avLst/>
              <a:gdLst>
                <a:gd name="connsiteX0" fmla="*/ 35918 w 35686"/>
                <a:gd name="connsiteY0" fmla="*/ 74618 h 149086"/>
                <a:gd name="connsiteX1" fmla="*/ 25766 w 35686"/>
                <a:gd name="connsiteY1" fmla="*/ 28103 h 149086"/>
                <a:gd name="connsiteX2" fmla="*/ 1770 w 35686"/>
                <a:gd name="connsiteY2" fmla="*/ 75 h 149086"/>
                <a:gd name="connsiteX3" fmla="*/ 232 w 35686"/>
                <a:gd name="connsiteY3" fmla="*/ 1566 h 149086"/>
                <a:gd name="connsiteX4" fmla="*/ 3155 w 35686"/>
                <a:gd name="connsiteY4" fmla="*/ 4995 h 149086"/>
                <a:gd name="connsiteX5" fmla="*/ 26997 w 35686"/>
                <a:gd name="connsiteY5" fmla="*/ 74618 h 149086"/>
                <a:gd name="connsiteX6" fmla="*/ 2232 w 35686"/>
                <a:gd name="connsiteY6" fmla="*/ 145136 h 149086"/>
                <a:gd name="connsiteX7" fmla="*/ 232 w 35686"/>
                <a:gd name="connsiteY7" fmla="*/ 147671 h 149086"/>
                <a:gd name="connsiteX8" fmla="*/ 1770 w 35686"/>
                <a:gd name="connsiteY8" fmla="*/ 149162 h 149086"/>
                <a:gd name="connsiteX9" fmla="*/ 26228 w 35686"/>
                <a:gd name="connsiteY9" fmla="*/ 120090 h 149086"/>
                <a:gd name="connsiteX10" fmla="*/ 35918 w 35686"/>
                <a:gd name="connsiteY10" fmla="*/ 74618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86" h="149086">
                  <a:moveTo>
                    <a:pt x="35918" y="74618"/>
                  </a:moveTo>
                  <a:cubicBezTo>
                    <a:pt x="35918" y="62989"/>
                    <a:pt x="34226" y="44950"/>
                    <a:pt x="25766" y="28103"/>
                  </a:cubicBezTo>
                  <a:cubicBezTo>
                    <a:pt x="16537" y="9765"/>
                    <a:pt x="3309" y="75"/>
                    <a:pt x="1770" y="75"/>
                  </a:cubicBezTo>
                  <a:cubicBezTo>
                    <a:pt x="847" y="75"/>
                    <a:pt x="232" y="671"/>
                    <a:pt x="232" y="1566"/>
                  </a:cubicBezTo>
                  <a:cubicBezTo>
                    <a:pt x="232" y="2013"/>
                    <a:pt x="232" y="2311"/>
                    <a:pt x="3155" y="4995"/>
                  </a:cubicBezTo>
                  <a:cubicBezTo>
                    <a:pt x="18229" y="19754"/>
                    <a:pt x="26997" y="43459"/>
                    <a:pt x="26997" y="74618"/>
                  </a:cubicBezTo>
                  <a:cubicBezTo>
                    <a:pt x="26997" y="100112"/>
                    <a:pt x="21305" y="126351"/>
                    <a:pt x="2232" y="145136"/>
                  </a:cubicBezTo>
                  <a:cubicBezTo>
                    <a:pt x="232" y="146925"/>
                    <a:pt x="232" y="147224"/>
                    <a:pt x="232" y="147671"/>
                  </a:cubicBezTo>
                  <a:cubicBezTo>
                    <a:pt x="232" y="148565"/>
                    <a:pt x="847" y="149162"/>
                    <a:pt x="1770" y="149162"/>
                  </a:cubicBezTo>
                  <a:cubicBezTo>
                    <a:pt x="3309" y="149162"/>
                    <a:pt x="17152" y="139024"/>
                    <a:pt x="26228" y="120090"/>
                  </a:cubicBezTo>
                  <a:cubicBezTo>
                    <a:pt x="34072" y="103690"/>
                    <a:pt x="35918" y="87141"/>
                    <a:pt x="35918" y="7461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77" name="Freeform: Shape 2376">
              <a:extLst>
                <a:ext uri="{FF2B5EF4-FFF2-40B4-BE49-F238E27FC236}">
                  <a16:creationId xmlns:a16="http://schemas.microsoft.com/office/drawing/2014/main" id="{A5B3738C-C516-1839-44F0-F3B9790ADB72}"/>
                </a:ext>
              </a:extLst>
            </p:cNvPr>
            <p:cNvSpPr/>
            <p:nvPr>
              <p:custDataLst>
                <p:tags r:id="rId146"/>
              </p:custDataLst>
            </p:nvPr>
          </p:nvSpPr>
          <p:spPr>
            <a:xfrm>
              <a:off x="10948021" y="5136977"/>
              <a:ext cx="16304" cy="15803"/>
            </a:xfrm>
            <a:custGeom>
              <a:avLst/>
              <a:gdLst>
                <a:gd name="connsiteX0" fmla="*/ 16543 w 16304"/>
                <a:gd name="connsiteY0" fmla="*/ 7976 h 15803"/>
                <a:gd name="connsiteX1" fmla="*/ 8391 w 16304"/>
                <a:gd name="connsiteY1" fmla="*/ 75 h 15803"/>
                <a:gd name="connsiteX2" fmla="*/ 238 w 16304"/>
                <a:gd name="connsiteY2" fmla="*/ 7976 h 15803"/>
                <a:gd name="connsiteX3" fmla="*/ 8391 w 16304"/>
                <a:gd name="connsiteY3" fmla="*/ 15878 h 15803"/>
                <a:gd name="connsiteX4" fmla="*/ 16543 w 16304"/>
                <a:gd name="connsiteY4" fmla="*/ 7976 h 15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04" h="15803">
                  <a:moveTo>
                    <a:pt x="16543" y="7976"/>
                  </a:moveTo>
                  <a:cubicBezTo>
                    <a:pt x="16543" y="3653"/>
                    <a:pt x="12851" y="75"/>
                    <a:pt x="8391" y="75"/>
                  </a:cubicBezTo>
                  <a:cubicBezTo>
                    <a:pt x="3930" y="75"/>
                    <a:pt x="238" y="3653"/>
                    <a:pt x="238" y="7976"/>
                  </a:cubicBezTo>
                  <a:cubicBezTo>
                    <a:pt x="238" y="12300"/>
                    <a:pt x="3930" y="15878"/>
                    <a:pt x="8391" y="15878"/>
                  </a:cubicBezTo>
                  <a:cubicBezTo>
                    <a:pt x="12851" y="15878"/>
                    <a:pt x="16543" y="12300"/>
                    <a:pt x="16543" y="797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78" name="Freeform: Shape 2377">
              <a:extLst>
                <a:ext uri="{FF2B5EF4-FFF2-40B4-BE49-F238E27FC236}">
                  <a16:creationId xmlns:a16="http://schemas.microsoft.com/office/drawing/2014/main" id="{991A4AC3-F74B-0F6F-E780-419D2FB25BC4}"/>
                </a:ext>
              </a:extLst>
            </p:cNvPr>
            <p:cNvSpPr/>
            <p:nvPr>
              <p:custDataLst>
                <p:tags r:id="rId147"/>
              </p:custDataLst>
            </p:nvPr>
          </p:nvSpPr>
          <p:spPr>
            <a:xfrm>
              <a:off x="11017701" y="5082859"/>
              <a:ext cx="64757" cy="102571"/>
            </a:xfrm>
            <a:custGeom>
              <a:avLst/>
              <a:gdLst>
                <a:gd name="connsiteX0" fmla="*/ 65001 w 64757"/>
                <a:gd name="connsiteY0" fmla="*/ 51659 h 102571"/>
                <a:gd name="connsiteX1" fmla="*/ 58848 w 64757"/>
                <a:gd name="connsiteY1" fmla="*/ 16772 h 102571"/>
                <a:gd name="connsiteX2" fmla="*/ 32699 w 64757"/>
                <a:gd name="connsiteY2" fmla="*/ 75 h 102571"/>
                <a:gd name="connsiteX3" fmla="*/ 5935 w 64757"/>
                <a:gd name="connsiteY3" fmla="*/ 17816 h 102571"/>
                <a:gd name="connsiteX4" fmla="*/ 243 w 64757"/>
                <a:gd name="connsiteY4" fmla="*/ 51659 h 102571"/>
                <a:gd name="connsiteX5" fmla="*/ 7165 w 64757"/>
                <a:gd name="connsiteY5" fmla="*/ 87589 h 102571"/>
                <a:gd name="connsiteX6" fmla="*/ 32545 w 64757"/>
                <a:gd name="connsiteY6" fmla="*/ 102647 h 102571"/>
                <a:gd name="connsiteX7" fmla="*/ 59310 w 64757"/>
                <a:gd name="connsiteY7" fmla="*/ 85352 h 102571"/>
                <a:gd name="connsiteX8" fmla="*/ 65001 w 64757"/>
                <a:gd name="connsiteY8" fmla="*/ 51659 h 102571"/>
                <a:gd name="connsiteX9" fmla="*/ 32545 w 64757"/>
                <a:gd name="connsiteY9" fmla="*/ 99367 h 102571"/>
                <a:gd name="connsiteX10" fmla="*/ 14702 w 64757"/>
                <a:gd name="connsiteY10" fmla="*/ 81327 h 102571"/>
                <a:gd name="connsiteX11" fmla="*/ 13010 w 64757"/>
                <a:gd name="connsiteY11" fmla="*/ 49870 h 102571"/>
                <a:gd name="connsiteX12" fmla="*/ 14241 w 64757"/>
                <a:gd name="connsiteY12" fmla="*/ 22438 h 102571"/>
                <a:gd name="connsiteX13" fmla="*/ 32545 w 64757"/>
                <a:gd name="connsiteY13" fmla="*/ 3355 h 102571"/>
                <a:gd name="connsiteX14" fmla="*/ 50696 w 64757"/>
                <a:gd name="connsiteY14" fmla="*/ 20798 h 102571"/>
                <a:gd name="connsiteX15" fmla="*/ 52234 w 64757"/>
                <a:gd name="connsiteY15" fmla="*/ 49870 h 102571"/>
                <a:gd name="connsiteX16" fmla="*/ 50542 w 64757"/>
                <a:gd name="connsiteY16" fmla="*/ 80731 h 102571"/>
                <a:gd name="connsiteX17" fmla="*/ 32545 w 64757"/>
                <a:gd name="connsiteY17" fmla="*/ 99367 h 10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757" h="102571">
                  <a:moveTo>
                    <a:pt x="65001" y="51659"/>
                  </a:moveTo>
                  <a:cubicBezTo>
                    <a:pt x="65001" y="39732"/>
                    <a:pt x="64232" y="27805"/>
                    <a:pt x="58848" y="16772"/>
                  </a:cubicBezTo>
                  <a:cubicBezTo>
                    <a:pt x="51773" y="2460"/>
                    <a:pt x="39160" y="75"/>
                    <a:pt x="32699" y="75"/>
                  </a:cubicBezTo>
                  <a:cubicBezTo>
                    <a:pt x="23470" y="75"/>
                    <a:pt x="12241" y="3951"/>
                    <a:pt x="5935" y="17816"/>
                  </a:cubicBezTo>
                  <a:cubicBezTo>
                    <a:pt x="1012" y="28103"/>
                    <a:pt x="243" y="39732"/>
                    <a:pt x="243" y="51659"/>
                  </a:cubicBezTo>
                  <a:cubicBezTo>
                    <a:pt x="243" y="62840"/>
                    <a:pt x="858" y="76258"/>
                    <a:pt x="7165" y="87589"/>
                  </a:cubicBezTo>
                  <a:cubicBezTo>
                    <a:pt x="13779" y="99665"/>
                    <a:pt x="25008" y="102647"/>
                    <a:pt x="32545" y="102647"/>
                  </a:cubicBezTo>
                  <a:cubicBezTo>
                    <a:pt x="40852" y="102647"/>
                    <a:pt x="52542" y="99516"/>
                    <a:pt x="59310" y="85352"/>
                  </a:cubicBezTo>
                  <a:cubicBezTo>
                    <a:pt x="64232" y="75065"/>
                    <a:pt x="65001" y="63437"/>
                    <a:pt x="65001" y="51659"/>
                  </a:cubicBezTo>
                  <a:close/>
                  <a:moveTo>
                    <a:pt x="32545" y="99367"/>
                  </a:moveTo>
                  <a:cubicBezTo>
                    <a:pt x="26546" y="99367"/>
                    <a:pt x="17471" y="95639"/>
                    <a:pt x="14702" y="81327"/>
                  </a:cubicBezTo>
                  <a:cubicBezTo>
                    <a:pt x="13010" y="72382"/>
                    <a:pt x="13010" y="58666"/>
                    <a:pt x="13010" y="49870"/>
                  </a:cubicBezTo>
                  <a:cubicBezTo>
                    <a:pt x="13010" y="40328"/>
                    <a:pt x="13010" y="30488"/>
                    <a:pt x="14241" y="22438"/>
                  </a:cubicBezTo>
                  <a:cubicBezTo>
                    <a:pt x="17163" y="4696"/>
                    <a:pt x="28700" y="3355"/>
                    <a:pt x="32545" y="3355"/>
                  </a:cubicBezTo>
                  <a:cubicBezTo>
                    <a:pt x="37621" y="3355"/>
                    <a:pt x="47773" y="6038"/>
                    <a:pt x="50696" y="20798"/>
                  </a:cubicBezTo>
                  <a:cubicBezTo>
                    <a:pt x="52234" y="29147"/>
                    <a:pt x="52234" y="40477"/>
                    <a:pt x="52234" y="49870"/>
                  </a:cubicBezTo>
                  <a:cubicBezTo>
                    <a:pt x="52234" y="61051"/>
                    <a:pt x="52234" y="71189"/>
                    <a:pt x="50542" y="80731"/>
                  </a:cubicBezTo>
                  <a:cubicBezTo>
                    <a:pt x="48235" y="94894"/>
                    <a:pt x="39467" y="99367"/>
                    <a:pt x="32545" y="9936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79" name="Freeform: Shape 2378">
              <a:extLst>
                <a:ext uri="{FF2B5EF4-FFF2-40B4-BE49-F238E27FC236}">
                  <a16:creationId xmlns:a16="http://schemas.microsoft.com/office/drawing/2014/main" id="{B0DA5FC7-1140-47C5-7407-E5EA5E867BEC}"/>
                </a:ext>
              </a:extLst>
            </p:cNvPr>
            <p:cNvSpPr/>
            <p:nvPr>
              <p:custDataLst>
                <p:tags r:id="rId148"/>
              </p:custDataLst>
            </p:nvPr>
          </p:nvSpPr>
          <p:spPr>
            <a:xfrm>
              <a:off x="11131407" y="5095233"/>
              <a:ext cx="102289" cy="99291"/>
            </a:xfrm>
            <a:custGeom>
              <a:avLst/>
              <a:gdLst>
                <a:gd name="connsiteX0" fmla="*/ 54549 w 102289"/>
                <a:gd name="connsiteY0" fmla="*/ 52702 h 99291"/>
                <a:gd name="connsiteX1" fmla="*/ 97464 w 102289"/>
                <a:gd name="connsiteY1" fmla="*/ 52702 h 99291"/>
                <a:gd name="connsiteX2" fmla="*/ 102540 w 102289"/>
                <a:gd name="connsiteY2" fmla="*/ 49721 h 99291"/>
                <a:gd name="connsiteX3" fmla="*/ 97464 w 102289"/>
                <a:gd name="connsiteY3" fmla="*/ 46739 h 99291"/>
                <a:gd name="connsiteX4" fmla="*/ 54549 w 102289"/>
                <a:gd name="connsiteY4" fmla="*/ 46739 h 99291"/>
                <a:gd name="connsiteX5" fmla="*/ 54549 w 102289"/>
                <a:gd name="connsiteY5" fmla="*/ 4995 h 99291"/>
                <a:gd name="connsiteX6" fmla="*/ 51472 w 102289"/>
                <a:gd name="connsiteY6" fmla="*/ 75 h 99291"/>
                <a:gd name="connsiteX7" fmla="*/ 48396 w 102289"/>
                <a:gd name="connsiteY7" fmla="*/ 4995 h 99291"/>
                <a:gd name="connsiteX8" fmla="*/ 48396 w 102289"/>
                <a:gd name="connsiteY8" fmla="*/ 46739 h 99291"/>
                <a:gd name="connsiteX9" fmla="*/ 5326 w 102289"/>
                <a:gd name="connsiteY9" fmla="*/ 46739 h 99291"/>
                <a:gd name="connsiteX10" fmla="*/ 250 w 102289"/>
                <a:gd name="connsiteY10" fmla="*/ 49721 h 99291"/>
                <a:gd name="connsiteX11" fmla="*/ 5326 w 102289"/>
                <a:gd name="connsiteY11" fmla="*/ 52702 h 99291"/>
                <a:gd name="connsiteX12" fmla="*/ 48396 w 102289"/>
                <a:gd name="connsiteY12" fmla="*/ 52702 h 99291"/>
                <a:gd name="connsiteX13" fmla="*/ 48396 w 102289"/>
                <a:gd name="connsiteY13" fmla="*/ 94447 h 99291"/>
                <a:gd name="connsiteX14" fmla="*/ 51472 w 102289"/>
                <a:gd name="connsiteY14" fmla="*/ 99367 h 99291"/>
                <a:gd name="connsiteX15" fmla="*/ 54549 w 102289"/>
                <a:gd name="connsiteY15" fmla="*/ 94447 h 99291"/>
                <a:gd name="connsiteX16" fmla="*/ 54549 w 102289"/>
                <a:gd name="connsiteY16" fmla="*/ 52702 h 9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289" h="99291">
                  <a:moveTo>
                    <a:pt x="54549" y="52702"/>
                  </a:moveTo>
                  <a:lnTo>
                    <a:pt x="97464" y="52702"/>
                  </a:lnTo>
                  <a:cubicBezTo>
                    <a:pt x="99618" y="52702"/>
                    <a:pt x="102540" y="52702"/>
                    <a:pt x="102540" y="49721"/>
                  </a:cubicBezTo>
                  <a:cubicBezTo>
                    <a:pt x="102540" y="46739"/>
                    <a:pt x="99618" y="46739"/>
                    <a:pt x="97464" y="46739"/>
                  </a:cubicBezTo>
                  <a:lnTo>
                    <a:pt x="54549" y="46739"/>
                  </a:lnTo>
                  <a:lnTo>
                    <a:pt x="54549" y="4995"/>
                  </a:lnTo>
                  <a:cubicBezTo>
                    <a:pt x="54549" y="2907"/>
                    <a:pt x="54549" y="75"/>
                    <a:pt x="51472" y="75"/>
                  </a:cubicBezTo>
                  <a:cubicBezTo>
                    <a:pt x="48396" y="75"/>
                    <a:pt x="48396" y="2907"/>
                    <a:pt x="48396" y="4995"/>
                  </a:cubicBezTo>
                  <a:lnTo>
                    <a:pt x="48396" y="46739"/>
                  </a:lnTo>
                  <a:lnTo>
                    <a:pt x="5326" y="46739"/>
                  </a:lnTo>
                  <a:cubicBezTo>
                    <a:pt x="3173" y="46739"/>
                    <a:pt x="250" y="46739"/>
                    <a:pt x="250" y="49721"/>
                  </a:cubicBezTo>
                  <a:cubicBezTo>
                    <a:pt x="250" y="52702"/>
                    <a:pt x="3173" y="52702"/>
                    <a:pt x="5326" y="52702"/>
                  </a:cubicBezTo>
                  <a:lnTo>
                    <a:pt x="48396" y="52702"/>
                  </a:lnTo>
                  <a:lnTo>
                    <a:pt x="48396" y="94447"/>
                  </a:lnTo>
                  <a:cubicBezTo>
                    <a:pt x="48396" y="96534"/>
                    <a:pt x="48396" y="99367"/>
                    <a:pt x="51472" y="99367"/>
                  </a:cubicBezTo>
                  <a:cubicBezTo>
                    <a:pt x="54549" y="99367"/>
                    <a:pt x="54549" y="96534"/>
                    <a:pt x="54549" y="94447"/>
                  </a:cubicBezTo>
                  <a:lnTo>
                    <a:pt x="54549" y="527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80" name="Freeform: Shape 2379">
              <a:extLst>
                <a:ext uri="{FF2B5EF4-FFF2-40B4-BE49-F238E27FC236}">
                  <a16:creationId xmlns:a16="http://schemas.microsoft.com/office/drawing/2014/main" id="{67438D78-8B48-1C5B-1702-A1C947FA4F1D}"/>
                </a:ext>
              </a:extLst>
            </p:cNvPr>
            <p:cNvSpPr/>
            <p:nvPr>
              <p:custDataLst>
                <p:tags r:id="rId149"/>
              </p:custDataLst>
            </p:nvPr>
          </p:nvSpPr>
          <p:spPr>
            <a:xfrm>
              <a:off x="11271690" y="5116254"/>
              <a:ext cx="80293" cy="94819"/>
            </a:xfrm>
            <a:custGeom>
              <a:avLst/>
              <a:gdLst>
                <a:gd name="connsiteX0" fmla="*/ 12104 w 80293"/>
                <a:gd name="connsiteY0" fmla="*/ 84160 h 94819"/>
                <a:gd name="connsiteX1" fmla="*/ 3798 w 80293"/>
                <a:gd name="connsiteY1" fmla="*/ 90272 h 94819"/>
                <a:gd name="connsiteX2" fmla="*/ 260 w 80293"/>
                <a:gd name="connsiteY2" fmla="*/ 93105 h 94819"/>
                <a:gd name="connsiteX3" fmla="*/ 2260 w 80293"/>
                <a:gd name="connsiteY3" fmla="*/ 94894 h 94819"/>
                <a:gd name="connsiteX4" fmla="*/ 15181 w 80293"/>
                <a:gd name="connsiteY4" fmla="*/ 94447 h 94819"/>
                <a:gd name="connsiteX5" fmla="*/ 30409 w 80293"/>
                <a:gd name="connsiteY5" fmla="*/ 94894 h 94819"/>
                <a:gd name="connsiteX6" fmla="*/ 33178 w 80293"/>
                <a:gd name="connsiteY6" fmla="*/ 91912 h 94819"/>
                <a:gd name="connsiteX7" fmla="*/ 29486 w 80293"/>
                <a:gd name="connsiteY7" fmla="*/ 90272 h 94819"/>
                <a:gd name="connsiteX8" fmla="*/ 21795 w 80293"/>
                <a:gd name="connsiteY8" fmla="*/ 87887 h 94819"/>
                <a:gd name="connsiteX9" fmla="*/ 29332 w 80293"/>
                <a:gd name="connsiteY9" fmla="*/ 58070 h 94819"/>
                <a:gd name="connsiteX10" fmla="*/ 43484 w 80293"/>
                <a:gd name="connsiteY10" fmla="*/ 67611 h 94819"/>
                <a:gd name="connsiteX11" fmla="*/ 80554 w 80293"/>
                <a:gd name="connsiteY11" fmla="*/ 23929 h 94819"/>
                <a:gd name="connsiteX12" fmla="*/ 60096 w 80293"/>
                <a:gd name="connsiteY12" fmla="*/ 75 h 94819"/>
                <a:gd name="connsiteX13" fmla="*/ 39946 w 80293"/>
                <a:gd name="connsiteY13" fmla="*/ 11256 h 94819"/>
                <a:gd name="connsiteX14" fmla="*/ 26102 w 80293"/>
                <a:gd name="connsiteY14" fmla="*/ 75 h 94819"/>
                <a:gd name="connsiteX15" fmla="*/ 14719 w 80293"/>
                <a:gd name="connsiteY15" fmla="*/ 8573 h 94819"/>
                <a:gd name="connsiteX16" fmla="*/ 9951 w 80293"/>
                <a:gd name="connsiteY16" fmla="*/ 23034 h 94819"/>
                <a:gd name="connsiteX17" fmla="*/ 11797 w 80293"/>
                <a:gd name="connsiteY17" fmla="*/ 24525 h 94819"/>
                <a:gd name="connsiteX18" fmla="*/ 14412 w 80293"/>
                <a:gd name="connsiteY18" fmla="*/ 21096 h 94819"/>
                <a:gd name="connsiteX19" fmla="*/ 25641 w 80293"/>
                <a:gd name="connsiteY19" fmla="*/ 3355 h 94819"/>
                <a:gd name="connsiteX20" fmla="*/ 30409 w 80293"/>
                <a:gd name="connsiteY20" fmla="*/ 10213 h 94819"/>
                <a:gd name="connsiteX21" fmla="*/ 29332 w 80293"/>
                <a:gd name="connsiteY21" fmla="*/ 17816 h 94819"/>
                <a:gd name="connsiteX22" fmla="*/ 12104 w 80293"/>
                <a:gd name="connsiteY22" fmla="*/ 84160 h 94819"/>
                <a:gd name="connsiteX23" fmla="*/ 39177 w 80293"/>
                <a:gd name="connsiteY23" fmla="*/ 19456 h 94819"/>
                <a:gd name="connsiteX24" fmla="*/ 47175 w 80293"/>
                <a:gd name="connsiteY24" fmla="*/ 9020 h 94819"/>
                <a:gd name="connsiteX25" fmla="*/ 59635 w 80293"/>
                <a:gd name="connsiteY25" fmla="*/ 3355 h 94819"/>
                <a:gd name="connsiteX26" fmla="*/ 69479 w 80293"/>
                <a:gd name="connsiteY26" fmla="*/ 17369 h 94819"/>
                <a:gd name="connsiteX27" fmla="*/ 61634 w 80293"/>
                <a:gd name="connsiteY27" fmla="*/ 48975 h 94819"/>
                <a:gd name="connsiteX28" fmla="*/ 43330 w 80293"/>
                <a:gd name="connsiteY28" fmla="*/ 64331 h 94819"/>
                <a:gd name="connsiteX29" fmla="*/ 31178 w 80293"/>
                <a:gd name="connsiteY29" fmla="*/ 51062 h 94819"/>
                <a:gd name="connsiteX30" fmla="*/ 31640 w 80293"/>
                <a:gd name="connsiteY30" fmla="*/ 48677 h 94819"/>
                <a:gd name="connsiteX31" fmla="*/ 39177 w 80293"/>
                <a:gd name="connsiteY31" fmla="*/ 19456 h 94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0293" h="94819">
                  <a:moveTo>
                    <a:pt x="12104" y="84160"/>
                  </a:moveTo>
                  <a:cubicBezTo>
                    <a:pt x="10874" y="89229"/>
                    <a:pt x="10566" y="90272"/>
                    <a:pt x="3798" y="90272"/>
                  </a:cubicBezTo>
                  <a:cubicBezTo>
                    <a:pt x="1952" y="90272"/>
                    <a:pt x="260" y="90272"/>
                    <a:pt x="260" y="93105"/>
                  </a:cubicBezTo>
                  <a:cubicBezTo>
                    <a:pt x="260" y="94298"/>
                    <a:pt x="1029" y="94894"/>
                    <a:pt x="2260" y="94894"/>
                  </a:cubicBezTo>
                  <a:cubicBezTo>
                    <a:pt x="6413" y="94894"/>
                    <a:pt x="10874" y="94447"/>
                    <a:pt x="15181" y="94447"/>
                  </a:cubicBezTo>
                  <a:cubicBezTo>
                    <a:pt x="20257" y="94447"/>
                    <a:pt x="25487" y="94894"/>
                    <a:pt x="30409" y="94894"/>
                  </a:cubicBezTo>
                  <a:cubicBezTo>
                    <a:pt x="31178" y="94894"/>
                    <a:pt x="33178" y="94894"/>
                    <a:pt x="33178" y="91912"/>
                  </a:cubicBezTo>
                  <a:cubicBezTo>
                    <a:pt x="33178" y="90272"/>
                    <a:pt x="31640" y="90272"/>
                    <a:pt x="29486" y="90272"/>
                  </a:cubicBezTo>
                  <a:cubicBezTo>
                    <a:pt x="21795" y="90272"/>
                    <a:pt x="21795" y="89229"/>
                    <a:pt x="21795" y="87887"/>
                  </a:cubicBezTo>
                  <a:cubicBezTo>
                    <a:pt x="21795" y="86098"/>
                    <a:pt x="28255" y="61797"/>
                    <a:pt x="29332" y="58070"/>
                  </a:cubicBezTo>
                  <a:cubicBezTo>
                    <a:pt x="31332" y="62393"/>
                    <a:pt x="35639" y="67611"/>
                    <a:pt x="43484" y="67611"/>
                  </a:cubicBezTo>
                  <a:cubicBezTo>
                    <a:pt x="61327" y="67611"/>
                    <a:pt x="80554" y="45844"/>
                    <a:pt x="80554" y="23929"/>
                  </a:cubicBezTo>
                  <a:cubicBezTo>
                    <a:pt x="80554" y="9914"/>
                    <a:pt x="71786" y="75"/>
                    <a:pt x="60096" y="75"/>
                  </a:cubicBezTo>
                  <a:cubicBezTo>
                    <a:pt x="52405" y="75"/>
                    <a:pt x="45022" y="5442"/>
                    <a:pt x="39946" y="11256"/>
                  </a:cubicBezTo>
                  <a:cubicBezTo>
                    <a:pt x="38408" y="3206"/>
                    <a:pt x="31793" y="75"/>
                    <a:pt x="26102" y="75"/>
                  </a:cubicBezTo>
                  <a:cubicBezTo>
                    <a:pt x="19026" y="75"/>
                    <a:pt x="16104" y="5889"/>
                    <a:pt x="14719" y="8573"/>
                  </a:cubicBezTo>
                  <a:cubicBezTo>
                    <a:pt x="11951" y="13642"/>
                    <a:pt x="9951" y="22587"/>
                    <a:pt x="9951" y="23034"/>
                  </a:cubicBezTo>
                  <a:cubicBezTo>
                    <a:pt x="9951" y="24525"/>
                    <a:pt x="11489" y="24525"/>
                    <a:pt x="11797" y="24525"/>
                  </a:cubicBezTo>
                  <a:cubicBezTo>
                    <a:pt x="13335" y="24525"/>
                    <a:pt x="13489" y="24376"/>
                    <a:pt x="14412" y="21096"/>
                  </a:cubicBezTo>
                  <a:cubicBezTo>
                    <a:pt x="17027" y="10511"/>
                    <a:pt x="20103" y="3355"/>
                    <a:pt x="25641" y="3355"/>
                  </a:cubicBezTo>
                  <a:cubicBezTo>
                    <a:pt x="28255" y="3355"/>
                    <a:pt x="30409" y="4547"/>
                    <a:pt x="30409" y="10213"/>
                  </a:cubicBezTo>
                  <a:cubicBezTo>
                    <a:pt x="30409" y="13642"/>
                    <a:pt x="29948" y="15282"/>
                    <a:pt x="29332" y="17816"/>
                  </a:cubicBezTo>
                  <a:lnTo>
                    <a:pt x="12104" y="84160"/>
                  </a:lnTo>
                  <a:close/>
                  <a:moveTo>
                    <a:pt x="39177" y="19456"/>
                  </a:moveTo>
                  <a:cubicBezTo>
                    <a:pt x="40253" y="15431"/>
                    <a:pt x="44407" y="11256"/>
                    <a:pt x="47175" y="9020"/>
                  </a:cubicBezTo>
                  <a:cubicBezTo>
                    <a:pt x="52559" y="4398"/>
                    <a:pt x="57020" y="3355"/>
                    <a:pt x="59635" y="3355"/>
                  </a:cubicBezTo>
                  <a:cubicBezTo>
                    <a:pt x="65787" y="3355"/>
                    <a:pt x="69479" y="8573"/>
                    <a:pt x="69479" y="17369"/>
                  </a:cubicBezTo>
                  <a:cubicBezTo>
                    <a:pt x="69479" y="26165"/>
                    <a:pt x="64403" y="43310"/>
                    <a:pt x="61634" y="48975"/>
                  </a:cubicBezTo>
                  <a:cubicBezTo>
                    <a:pt x="56404" y="59411"/>
                    <a:pt x="49021" y="64331"/>
                    <a:pt x="43330" y="64331"/>
                  </a:cubicBezTo>
                  <a:cubicBezTo>
                    <a:pt x="33178" y="64331"/>
                    <a:pt x="31178" y="51957"/>
                    <a:pt x="31178" y="51062"/>
                  </a:cubicBezTo>
                  <a:cubicBezTo>
                    <a:pt x="31178" y="50764"/>
                    <a:pt x="31178" y="50466"/>
                    <a:pt x="31640" y="48677"/>
                  </a:cubicBezTo>
                  <a:lnTo>
                    <a:pt x="39177" y="194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81" name="Freeform: Shape 2380">
              <a:extLst>
                <a:ext uri="{FF2B5EF4-FFF2-40B4-BE49-F238E27FC236}">
                  <a16:creationId xmlns:a16="http://schemas.microsoft.com/office/drawing/2014/main" id="{15700B0F-978D-3142-B0EC-7DFAD2A7F5B8}"/>
                </a:ext>
              </a:extLst>
            </p:cNvPr>
            <p:cNvSpPr/>
            <p:nvPr>
              <p:custDataLst>
                <p:tags r:id="rId150"/>
              </p:custDataLst>
            </p:nvPr>
          </p:nvSpPr>
          <p:spPr>
            <a:xfrm>
              <a:off x="11401413" y="5136977"/>
              <a:ext cx="16304" cy="15803"/>
            </a:xfrm>
            <a:custGeom>
              <a:avLst/>
              <a:gdLst>
                <a:gd name="connsiteX0" fmla="*/ 16572 w 16304"/>
                <a:gd name="connsiteY0" fmla="*/ 7976 h 15803"/>
                <a:gd name="connsiteX1" fmla="*/ 8420 w 16304"/>
                <a:gd name="connsiteY1" fmla="*/ 75 h 15803"/>
                <a:gd name="connsiteX2" fmla="*/ 268 w 16304"/>
                <a:gd name="connsiteY2" fmla="*/ 7976 h 15803"/>
                <a:gd name="connsiteX3" fmla="*/ 8420 w 16304"/>
                <a:gd name="connsiteY3" fmla="*/ 15878 h 15803"/>
                <a:gd name="connsiteX4" fmla="*/ 16572 w 16304"/>
                <a:gd name="connsiteY4" fmla="*/ 7976 h 15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04" h="15803">
                  <a:moveTo>
                    <a:pt x="16572" y="7976"/>
                  </a:moveTo>
                  <a:cubicBezTo>
                    <a:pt x="16572" y="3653"/>
                    <a:pt x="12881" y="75"/>
                    <a:pt x="8420" y="75"/>
                  </a:cubicBezTo>
                  <a:cubicBezTo>
                    <a:pt x="3959" y="75"/>
                    <a:pt x="268" y="3653"/>
                    <a:pt x="268" y="7976"/>
                  </a:cubicBezTo>
                  <a:cubicBezTo>
                    <a:pt x="268" y="12300"/>
                    <a:pt x="3959" y="15878"/>
                    <a:pt x="8420" y="15878"/>
                  </a:cubicBezTo>
                  <a:cubicBezTo>
                    <a:pt x="12881" y="15878"/>
                    <a:pt x="16572" y="12300"/>
                    <a:pt x="16572" y="797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82" name="Freeform: Shape 2381">
              <a:extLst>
                <a:ext uri="{FF2B5EF4-FFF2-40B4-BE49-F238E27FC236}">
                  <a16:creationId xmlns:a16="http://schemas.microsoft.com/office/drawing/2014/main" id="{45B7A7CA-B286-C5B7-CC90-202A2AE2AA8F}"/>
                </a:ext>
              </a:extLst>
            </p:cNvPr>
            <p:cNvSpPr/>
            <p:nvPr>
              <p:custDataLst>
                <p:tags r:id="rId151"/>
              </p:custDataLst>
            </p:nvPr>
          </p:nvSpPr>
          <p:spPr>
            <a:xfrm>
              <a:off x="11478783" y="5082859"/>
              <a:ext cx="50760" cy="99291"/>
            </a:xfrm>
            <a:custGeom>
              <a:avLst/>
              <a:gdLst>
                <a:gd name="connsiteX0" fmla="*/ 31806 w 50760"/>
                <a:gd name="connsiteY0" fmla="*/ 3951 h 99291"/>
                <a:gd name="connsiteX1" fmla="*/ 28268 w 50760"/>
                <a:gd name="connsiteY1" fmla="*/ 75 h 99291"/>
                <a:gd name="connsiteX2" fmla="*/ 273 w 50760"/>
                <a:gd name="connsiteY2" fmla="*/ 9616 h 99291"/>
                <a:gd name="connsiteX3" fmla="*/ 273 w 50760"/>
                <a:gd name="connsiteY3" fmla="*/ 14238 h 99291"/>
                <a:gd name="connsiteX4" fmla="*/ 20423 w 50760"/>
                <a:gd name="connsiteY4" fmla="*/ 10362 h 99291"/>
                <a:gd name="connsiteX5" fmla="*/ 20423 w 50760"/>
                <a:gd name="connsiteY5" fmla="*/ 87589 h 99291"/>
                <a:gd name="connsiteX6" fmla="*/ 6118 w 50760"/>
                <a:gd name="connsiteY6" fmla="*/ 94745 h 99291"/>
                <a:gd name="connsiteX7" fmla="*/ 1195 w 50760"/>
                <a:gd name="connsiteY7" fmla="*/ 94745 h 99291"/>
                <a:gd name="connsiteX8" fmla="*/ 1195 w 50760"/>
                <a:gd name="connsiteY8" fmla="*/ 99367 h 99291"/>
                <a:gd name="connsiteX9" fmla="*/ 26114 w 50760"/>
                <a:gd name="connsiteY9" fmla="*/ 98919 h 99291"/>
                <a:gd name="connsiteX10" fmla="*/ 51033 w 50760"/>
                <a:gd name="connsiteY10" fmla="*/ 99367 h 99291"/>
                <a:gd name="connsiteX11" fmla="*/ 51033 w 50760"/>
                <a:gd name="connsiteY11" fmla="*/ 94745 h 99291"/>
                <a:gd name="connsiteX12" fmla="*/ 46111 w 50760"/>
                <a:gd name="connsiteY12" fmla="*/ 94745 h 99291"/>
                <a:gd name="connsiteX13" fmla="*/ 31806 w 50760"/>
                <a:gd name="connsiteY13" fmla="*/ 87589 h 99291"/>
                <a:gd name="connsiteX14" fmla="*/ 31806 w 50760"/>
                <a:gd name="connsiteY14" fmla="*/ 3951 h 9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60" h="99291">
                  <a:moveTo>
                    <a:pt x="31806" y="3951"/>
                  </a:moveTo>
                  <a:cubicBezTo>
                    <a:pt x="31806" y="373"/>
                    <a:pt x="31806" y="75"/>
                    <a:pt x="28268" y="75"/>
                  </a:cubicBezTo>
                  <a:cubicBezTo>
                    <a:pt x="18731" y="9616"/>
                    <a:pt x="5195" y="9616"/>
                    <a:pt x="273" y="9616"/>
                  </a:cubicBezTo>
                  <a:lnTo>
                    <a:pt x="273" y="14238"/>
                  </a:lnTo>
                  <a:cubicBezTo>
                    <a:pt x="3349" y="14238"/>
                    <a:pt x="12424" y="14238"/>
                    <a:pt x="20423" y="10362"/>
                  </a:cubicBezTo>
                  <a:lnTo>
                    <a:pt x="20423" y="87589"/>
                  </a:lnTo>
                  <a:cubicBezTo>
                    <a:pt x="20423" y="92956"/>
                    <a:pt x="19961" y="94745"/>
                    <a:pt x="6118" y="94745"/>
                  </a:cubicBezTo>
                  <a:lnTo>
                    <a:pt x="1195" y="94745"/>
                  </a:lnTo>
                  <a:lnTo>
                    <a:pt x="1195" y="99367"/>
                  </a:lnTo>
                  <a:cubicBezTo>
                    <a:pt x="6579" y="98919"/>
                    <a:pt x="19961" y="98919"/>
                    <a:pt x="26114" y="98919"/>
                  </a:cubicBezTo>
                  <a:cubicBezTo>
                    <a:pt x="32267" y="98919"/>
                    <a:pt x="45649" y="98919"/>
                    <a:pt x="51033" y="99367"/>
                  </a:cubicBezTo>
                  <a:lnTo>
                    <a:pt x="51033" y="94745"/>
                  </a:lnTo>
                  <a:lnTo>
                    <a:pt x="46111" y="94745"/>
                  </a:lnTo>
                  <a:cubicBezTo>
                    <a:pt x="32267" y="94745"/>
                    <a:pt x="31806" y="93105"/>
                    <a:pt x="31806" y="87589"/>
                  </a:cubicBezTo>
                  <a:lnTo>
                    <a:pt x="31806" y="395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83" name="Freeform: Shape 2382">
              <a:extLst>
                <a:ext uri="{FF2B5EF4-FFF2-40B4-BE49-F238E27FC236}">
                  <a16:creationId xmlns:a16="http://schemas.microsoft.com/office/drawing/2014/main" id="{ECBBFCA3-303D-9B0F-D05A-4BE32223E90B}"/>
                </a:ext>
              </a:extLst>
            </p:cNvPr>
            <p:cNvSpPr/>
            <p:nvPr>
              <p:custDataLst>
                <p:tags r:id="rId152"/>
              </p:custDataLst>
            </p:nvPr>
          </p:nvSpPr>
          <p:spPr>
            <a:xfrm>
              <a:off x="11593344" y="5127436"/>
              <a:ext cx="102289" cy="34886"/>
            </a:xfrm>
            <a:custGeom>
              <a:avLst/>
              <a:gdLst>
                <a:gd name="connsiteX0" fmla="*/ 97340 w 102289"/>
                <a:gd name="connsiteY0" fmla="*/ 6038 h 34886"/>
                <a:gd name="connsiteX1" fmla="*/ 102570 w 102289"/>
                <a:gd name="connsiteY1" fmla="*/ 3056 h 34886"/>
                <a:gd name="connsiteX2" fmla="*/ 97494 w 102289"/>
                <a:gd name="connsiteY2" fmla="*/ 75 h 34886"/>
                <a:gd name="connsiteX3" fmla="*/ 5356 w 102289"/>
                <a:gd name="connsiteY3" fmla="*/ 75 h 34886"/>
                <a:gd name="connsiteX4" fmla="*/ 280 w 102289"/>
                <a:gd name="connsiteY4" fmla="*/ 3056 h 34886"/>
                <a:gd name="connsiteX5" fmla="*/ 5510 w 102289"/>
                <a:gd name="connsiteY5" fmla="*/ 6038 h 34886"/>
                <a:gd name="connsiteX6" fmla="*/ 97340 w 102289"/>
                <a:gd name="connsiteY6" fmla="*/ 6038 h 34886"/>
                <a:gd name="connsiteX7" fmla="*/ 97494 w 102289"/>
                <a:gd name="connsiteY7" fmla="*/ 34961 h 34886"/>
                <a:gd name="connsiteX8" fmla="*/ 102570 w 102289"/>
                <a:gd name="connsiteY8" fmla="*/ 31979 h 34886"/>
                <a:gd name="connsiteX9" fmla="*/ 97340 w 102289"/>
                <a:gd name="connsiteY9" fmla="*/ 28998 h 34886"/>
                <a:gd name="connsiteX10" fmla="*/ 5510 w 102289"/>
                <a:gd name="connsiteY10" fmla="*/ 28998 h 34886"/>
                <a:gd name="connsiteX11" fmla="*/ 280 w 102289"/>
                <a:gd name="connsiteY11" fmla="*/ 31979 h 34886"/>
                <a:gd name="connsiteX12" fmla="*/ 5356 w 102289"/>
                <a:gd name="connsiteY12" fmla="*/ 34961 h 34886"/>
                <a:gd name="connsiteX13" fmla="*/ 97494 w 102289"/>
                <a:gd name="connsiteY13" fmla="*/ 34961 h 3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2289" h="34886">
                  <a:moveTo>
                    <a:pt x="97340" y="6038"/>
                  </a:moveTo>
                  <a:cubicBezTo>
                    <a:pt x="99648" y="6038"/>
                    <a:pt x="102570" y="6038"/>
                    <a:pt x="102570" y="3056"/>
                  </a:cubicBezTo>
                  <a:cubicBezTo>
                    <a:pt x="102570" y="75"/>
                    <a:pt x="99648" y="75"/>
                    <a:pt x="97494" y="75"/>
                  </a:cubicBezTo>
                  <a:lnTo>
                    <a:pt x="5356" y="75"/>
                  </a:lnTo>
                  <a:cubicBezTo>
                    <a:pt x="3203" y="75"/>
                    <a:pt x="280" y="75"/>
                    <a:pt x="280" y="3056"/>
                  </a:cubicBezTo>
                  <a:cubicBezTo>
                    <a:pt x="280" y="6038"/>
                    <a:pt x="3203" y="6038"/>
                    <a:pt x="5510" y="6038"/>
                  </a:cubicBezTo>
                  <a:lnTo>
                    <a:pt x="97340" y="6038"/>
                  </a:lnTo>
                  <a:close/>
                  <a:moveTo>
                    <a:pt x="97494" y="34961"/>
                  </a:moveTo>
                  <a:cubicBezTo>
                    <a:pt x="99648" y="34961"/>
                    <a:pt x="102570" y="34961"/>
                    <a:pt x="102570" y="31979"/>
                  </a:cubicBezTo>
                  <a:cubicBezTo>
                    <a:pt x="102570" y="28998"/>
                    <a:pt x="99648" y="28998"/>
                    <a:pt x="97340" y="28998"/>
                  </a:cubicBezTo>
                  <a:lnTo>
                    <a:pt x="5510" y="28998"/>
                  </a:lnTo>
                  <a:cubicBezTo>
                    <a:pt x="3203" y="28998"/>
                    <a:pt x="280" y="28998"/>
                    <a:pt x="280" y="31979"/>
                  </a:cubicBezTo>
                  <a:cubicBezTo>
                    <a:pt x="280" y="34961"/>
                    <a:pt x="3203" y="34961"/>
                    <a:pt x="5356" y="34961"/>
                  </a:cubicBezTo>
                  <a:lnTo>
                    <a:pt x="97494" y="349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84" name="Freeform: Shape 2383">
              <a:extLst>
                <a:ext uri="{FF2B5EF4-FFF2-40B4-BE49-F238E27FC236}">
                  <a16:creationId xmlns:a16="http://schemas.microsoft.com/office/drawing/2014/main" id="{CF369382-0A51-E942-C6C3-9562801123D2}"/>
                </a:ext>
              </a:extLst>
            </p:cNvPr>
            <p:cNvSpPr/>
            <p:nvPr>
              <p:custDataLst>
                <p:tags r:id="rId153"/>
              </p:custDataLst>
            </p:nvPr>
          </p:nvSpPr>
          <p:spPr>
            <a:xfrm>
              <a:off x="11751709" y="5116254"/>
              <a:ext cx="83370" cy="98099"/>
            </a:xfrm>
            <a:custGeom>
              <a:avLst/>
              <a:gdLst>
                <a:gd name="connsiteX0" fmla="*/ 31209 w 83370"/>
                <a:gd name="connsiteY0" fmla="*/ 13642 h 98099"/>
                <a:gd name="connsiteX1" fmla="*/ 33516 w 83370"/>
                <a:gd name="connsiteY1" fmla="*/ 4100 h 98099"/>
                <a:gd name="connsiteX2" fmla="*/ 29055 w 83370"/>
                <a:gd name="connsiteY2" fmla="*/ 75 h 98099"/>
                <a:gd name="connsiteX3" fmla="*/ 22902 w 83370"/>
                <a:gd name="connsiteY3" fmla="*/ 5442 h 98099"/>
                <a:gd name="connsiteX4" fmla="*/ 752 w 83370"/>
                <a:gd name="connsiteY4" fmla="*/ 91763 h 98099"/>
                <a:gd name="connsiteX5" fmla="*/ 291 w 83370"/>
                <a:gd name="connsiteY5" fmla="*/ 94149 h 98099"/>
                <a:gd name="connsiteX6" fmla="*/ 4598 w 83370"/>
                <a:gd name="connsiteY6" fmla="*/ 98174 h 98099"/>
                <a:gd name="connsiteX7" fmla="*/ 9981 w 83370"/>
                <a:gd name="connsiteY7" fmla="*/ 95043 h 98099"/>
                <a:gd name="connsiteX8" fmla="*/ 18442 w 83370"/>
                <a:gd name="connsiteY8" fmla="*/ 62989 h 98099"/>
                <a:gd name="connsiteX9" fmla="*/ 33362 w 83370"/>
                <a:gd name="connsiteY9" fmla="*/ 67611 h 98099"/>
                <a:gd name="connsiteX10" fmla="*/ 53820 w 83370"/>
                <a:gd name="connsiteY10" fmla="*/ 56728 h 98099"/>
                <a:gd name="connsiteX11" fmla="*/ 67664 w 83370"/>
                <a:gd name="connsiteY11" fmla="*/ 67611 h 98099"/>
                <a:gd name="connsiteX12" fmla="*/ 79046 w 83370"/>
                <a:gd name="connsiteY12" fmla="*/ 59411 h 98099"/>
                <a:gd name="connsiteX13" fmla="*/ 83661 w 83370"/>
                <a:gd name="connsiteY13" fmla="*/ 44652 h 98099"/>
                <a:gd name="connsiteX14" fmla="*/ 81815 w 83370"/>
                <a:gd name="connsiteY14" fmla="*/ 43161 h 98099"/>
                <a:gd name="connsiteX15" fmla="*/ 79662 w 83370"/>
                <a:gd name="connsiteY15" fmla="*/ 45844 h 98099"/>
                <a:gd name="connsiteX16" fmla="*/ 67971 w 83370"/>
                <a:gd name="connsiteY16" fmla="*/ 64331 h 98099"/>
                <a:gd name="connsiteX17" fmla="*/ 63357 w 83370"/>
                <a:gd name="connsiteY17" fmla="*/ 57473 h 98099"/>
                <a:gd name="connsiteX18" fmla="*/ 66433 w 83370"/>
                <a:gd name="connsiteY18" fmla="*/ 41968 h 98099"/>
                <a:gd name="connsiteX19" fmla="*/ 70740 w 83370"/>
                <a:gd name="connsiteY19" fmla="*/ 25867 h 98099"/>
                <a:gd name="connsiteX20" fmla="*/ 73355 w 83370"/>
                <a:gd name="connsiteY20" fmla="*/ 15729 h 98099"/>
                <a:gd name="connsiteX21" fmla="*/ 75662 w 83370"/>
                <a:gd name="connsiteY21" fmla="*/ 5740 h 98099"/>
                <a:gd name="connsiteX22" fmla="*/ 71202 w 83370"/>
                <a:gd name="connsiteY22" fmla="*/ 1715 h 98099"/>
                <a:gd name="connsiteX23" fmla="*/ 65203 w 83370"/>
                <a:gd name="connsiteY23" fmla="*/ 6933 h 98099"/>
                <a:gd name="connsiteX24" fmla="*/ 57973 w 83370"/>
                <a:gd name="connsiteY24" fmla="*/ 34812 h 98099"/>
                <a:gd name="connsiteX25" fmla="*/ 53974 w 83370"/>
                <a:gd name="connsiteY25" fmla="*/ 50019 h 98099"/>
                <a:gd name="connsiteX26" fmla="*/ 33977 w 83370"/>
                <a:gd name="connsiteY26" fmla="*/ 64331 h 98099"/>
                <a:gd name="connsiteX27" fmla="*/ 22595 w 83370"/>
                <a:gd name="connsiteY27" fmla="*/ 51361 h 98099"/>
                <a:gd name="connsiteX28" fmla="*/ 24748 w 83370"/>
                <a:gd name="connsiteY28" fmla="*/ 38688 h 98099"/>
                <a:gd name="connsiteX29" fmla="*/ 31209 w 83370"/>
                <a:gd name="connsiteY29" fmla="*/ 13642 h 9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3370" h="98099">
                  <a:moveTo>
                    <a:pt x="31209" y="13642"/>
                  </a:moveTo>
                  <a:cubicBezTo>
                    <a:pt x="31978" y="10511"/>
                    <a:pt x="33516" y="4846"/>
                    <a:pt x="33516" y="4100"/>
                  </a:cubicBezTo>
                  <a:cubicBezTo>
                    <a:pt x="33516" y="1566"/>
                    <a:pt x="31670" y="75"/>
                    <a:pt x="29055" y="75"/>
                  </a:cubicBezTo>
                  <a:cubicBezTo>
                    <a:pt x="28594" y="75"/>
                    <a:pt x="24287" y="224"/>
                    <a:pt x="22902" y="5442"/>
                  </a:cubicBezTo>
                  <a:lnTo>
                    <a:pt x="752" y="91763"/>
                  </a:lnTo>
                  <a:cubicBezTo>
                    <a:pt x="291" y="93552"/>
                    <a:pt x="291" y="93850"/>
                    <a:pt x="291" y="94149"/>
                  </a:cubicBezTo>
                  <a:cubicBezTo>
                    <a:pt x="291" y="96385"/>
                    <a:pt x="1983" y="98174"/>
                    <a:pt x="4598" y="98174"/>
                  </a:cubicBezTo>
                  <a:cubicBezTo>
                    <a:pt x="7828" y="98174"/>
                    <a:pt x="9674" y="95490"/>
                    <a:pt x="9981" y="95043"/>
                  </a:cubicBezTo>
                  <a:cubicBezTo>
                    <a:pt x="10597" y="93701"/>
                    <a:pt x="12596" y="85949"/>
                    <a:pt x="18442" y="62989"/>
                  </a:cubicBezTo>
                  <a:cubicBezTo>
                    <a:pt x="23364" y="67015"/>
                    <a:pt x="30286" y="67611"/>
                    <a:pt x="33362" y="67611"/>
                  </a:cubicBezTo>
                  <a:cubicBezTo>
                    <a:pt x="44129" y="67611"/>
                    <a:pt x="50128" y="60902"/>
                    <a:pt x="53820" y="56728"/>
                  </a:cubicBezTo>
                  <a:cubicBezTo>
                    <a:pt x="55204" y="63437"/>
                    <a:pt x="60896" y="67611"/>
                    <a:pt x="67664" y="67611"/>
                  </a:cubicBezTo>
                  <a:cubicBezTo>
                    <a:pt x="73047" y="67611"/>
                    <a:pt x="76585" y="64182"/>
                    <a:pt x="79046" y="59411"/>
                  </a:cubicBezTo>
                  <a:cubicBezTo>
                    <a:pt x="81661" y="54044"/>
                    <a:pt x="83661" y="44950"/>
                    <a:pt x="83661" y="44652"/>
                  </a:cubicBezTo>
                  <a:cubicBezTo>
                    <a:pt x="83661" y="43161"/>
                    <a:pt x="82277" y="43161"/>
                    <a:pt x="81815" y="43161"/>
                  </a:cubicBezTo>
                  <a:cubicBezTo>
                    <a:pt x="80277" y="43161"/>
                    <a:pt x="80123" y="43757"/>
                    <a:pt x="79662" y="45844"/>
                  </a:cubicBezTo>
                  <a:cubicBezTo>
                    <a:pt x="77047" y="55535"/>
                    <a:pt x="74278" y="64331"/>
                    <a:pt x="67971" y="64331"/>
                  </a:cubicBezTo>
                  <a:cubicBezTo>
                    <a:pt x="63818" y="64331"/>
                    <a:pt x="63357" y="60455"/>
                    <a:pt x="63357" y="57473"/>
                  </a:cubicBezTo>
                  <a:cubicBezTo>
                    <a:pt x="63357" y="54193"/>
                    <a:pt x="65203" y="47186"/>
                    <a:pt x="66433" y="41968"/>
                  </a:cubicBezTo>
                  <a:lnTo>
                    <a:pt x="70740" y="25867"/>
                  </a:lnTo>
                  <a:cubicBezTo>
                    <a:pt x="71202" y="23630"/>
                    <a:pt x="72740" y="17965"/>
                    <a:pt x="73355" y="15729"/>
                  </a:cubicBezTo>
                  <a:cubicBezTo>
                    <a:pt x="74124" y="12300"/>
                    <a:pt x="75662" y="6635"/>
                    <a:pt x="75662" y="5740"/>
                  </a:cubicBezTo>
                  <a:cubicBezTo>
                    <a:pt x="75662" y="3056"/>
                    <a:pt x="73509" y="1715"/>
                    <a:pt x="71202" y="1715"/>
                  </a:cubicBezTo>
                  <a:cubicBezTo>
                    <a:pt x="70433" y="1715"/>
                    <a:pt x="66433" y="1864"/>
                    <a:pt x="65203" y="6933"/>
                  </a:cubicBezTo>
                  <a:lnTo>
                    <a:pt x="57973" y="34812"/>
                  </a:lnTo>
                  <a:cubicBezTo>
                    <a:pt x="56127" y="42266"/>
                    <a:pt x="54435" y="48528"/>
                    <a:pt x="53974" y="50019"/>
                  </a:cubicBezTo>
                  <a:cubicBezTo>
                    <a:pt x="53820" y="50764"/>
                    <a:pt x="46437" y="64331"/>
                    <a:pt x="33977" y="64331"/>
                  </a:cubicBezTo>
                  <a:cubicBezTo>
                    <a:pt x="26286" y="64331"/>
                    <a:pt x="22595" y="59411"/>
                    <a:pt x="22595" y="51361"/>
                  </a:cubicBezTo>
                  <a:cubicBezTo>
                    <a:pt x="22595" y="47037"/>
                    <a:pt x="23671" y="42863"/>
                    <a:pt x="24748" y="38688"/>
                  </a:cubicBezTo>
                  <a:lnTo>
                    <a:pt x="31209" y="136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433" name="Group 2432" descr="\documentclass{article}&#10;\usepackage{amsmath}&#10;\usepackage{amsfonts}&#10;\pagestyle{empty}&#10;\begin{document}&#10;&#10;&#10;\[&#10;\mathbb{E}(Y) = p = \mu&#10;\]&#10;&#10;&#10;&#10;&#10;&#10;\end{document}" title="IguanaTex Shape Display">
            <a:extLst>
              <a:ext uri="{FF2B5EF4-FFF2-40B4-BE49-F238E27FC236}">
                <a16:creationId xmlns:a16="http://schemas.microsoft.com/office/drawing/2014/main" id="{B60724A0-04C3-A1E3-ED1D-CD3045DFF0FA}"/>
              </a:ext>
            </a:extLst>
          </p:cNvPr>
          <p:cNvGrpSpPr>
            <a:grpSpLocks noChangeAspect="1"/>
          </p:cNvGrpSpPr>
          <p:nvPr>
            <p:custDataLst>
              <p:tags r:id="rId3"/>
            </p:custDataLst>
          </p:nvPr>
        </p:nvGrpSpPr>
        <p:grpSpPr>
          <a:xfrm>
            <a:off x="7219949" y="4208750"/>
            <a:ext cx="913632" cy="149086"/>
            <a:chOff x="10367562" y="5322955"/>
            <a:chExt cx="913632" cy="149086"/>
          </a:xfrm>
        </p:grpSpPr>
        <p:sp>
          <p:nvSpPr>
            <p:cNvPr id="2425" name="Freeform: Shape 2424">
              <a:extLst>
                <a:ext uri="{FF2B5EF4-FFF2-40B4-BE49-F238E27FC236}">
                  <a16:creationId xmlns:a16="http://schemas.microsoft.com/office/drawing/2014/main" id="{6E978328-9B16-55AF-B0FB-E7D798B7B068}"/>
                </a:ext>
              </a:extLst>
            </p:cNvPr>
            <p:cNvSpPr/>
            <p:nvPr>
              <p:custDataLst>
                <p:tags r:id="rId128"/>
              </p:custDataLst>
            </p:nvPr>
          </p:nvSpPr>
          <p:spPr>
            <a:xfrm>
              <a:off x="10367562" y="5332646"/>
              <a:ext cx="95568" cy="102124"/>
            </a:xfrm>
            <a:custGeom>
              <a:avLst/>
              <a:gdLst>
                <a:gd name="connsiteX0" fmla="*/ 37666 w 95568"/>
                <a:gd name="connsiteY0" fmla="*/ 52106 h 102124"/>
                <a:gd name="connsiteX1" fmla="*/ 54181 w 95568"/>
                <a:gd name="connsiteY1" fmla="*/ 55237 h 102124"/>
                <a:gd name="connsiteX2" fmla="*/ 62132 w 95568"/>
                <a:gd name="connsiteY2" fmla="*/ 68804 h 102124"/>
                <a:gd name="connsiteX3" fmla="*/ 64884 w 95568"/>
                <a:gd name="connsiteY3" fmla="*/ 72829 h 102124"/>
                <a:gd name="connsiteX4" fmla="*/ 67484 w 95568"/>
                <a:gd name="connsiteY4" fmla="*/ 68058 h 102124"/>
                <a:gd name="connsiteX5" fmla="*/ 67484 w 95568"/>
                <a:gd name="connsiteY5" fmla="*/ 27656 h 102124"/>
                <a:gd name="connsiteX6" fmla="*/ 64884 w 95568"/>
                <a:gd name="connsiteY6" fmla="*/ 22885 h 102124"/>
                <a:gd name="connsiteX7" fmla="*/ 62132 w 95568"/>
                <a:gd name="connsiteY7" fmla="*/ 26314 h 102124"/>
                <a:gd name="connsiteX8" fmla="*/ 37666 w 95568"/>
                <a:gd name="connsiteY8" fmla="*/ 46739 h 102124"/>
                <a:gd name="connsiteX9" fmla="*/ 37666 w 95568"/>
                <a:gd name="connsiteY9" fmla="*/ 15282 h 102124"/>
                <a:gd name="connsiteX10" fmla="*/ 44242 w 95568"/>
                <a:gd name="connsiteY10" fmla="*/ 5293 h 102124"/>
                <a:gd name="connsiteX11" fmla="*/ 51581 w 95568"/>
                <a:gd name="connsiteY11" fmla="*/ 5293 h 102124"/>
                <a:gd name="connsiteX12" fmla="*/ 83386 w 95568"/>
                <a:gd name="connsiteY12" fmla="*/ 25867 h 102124"/>
                <a:gd name="connsiteX13" fmla="*/ 86139 w 95568"/>
                <a:gd name="connsiteY13" fmla="*/ 29296 h 102124"/>
                <a:gd name="connsiteX14" fmla="*/ 88738 w 95568"/>
                <a:gd name="connsiteY14" fmla="*/ 24376 h 102124"/>
                <a:gd name="connsiteX15" fmla="*/ 88738 w 95568"/>
                <a:gd name="connsiteY15" fmla="*/ 4995 h 102124"/>
                <a:gd name="connsiteX16" fmla="*/ 83692 w 95568"/>
                <a:gd name="connsiteY16" fmla="*/ 75 h 102124"/>
                <a:gd name="connsiteX17" fmla="*/ 5403 w 95568"/>
                <a:gd name="connsiteY17" fmla="*/ 75 h 102124"/>
                <a:gd name="connsiteX18" fmla="*/ 204 w 95568"/>
                <a:gd name="connsiteY18" fmla="*/ 2758 h 102124"/>
                <a:gd name="connsiteX19" fmla="*/ 4332 w 95568"/>
                <a:gd name="connsiteY19" fmla="*/ 5293 h 102124"/>
                <a:gd name="connsiteX20" fmla="*/ 13660 w 95568"/>
                <a:gd name="connsiteY20" fmla="*/ 13791 h 102124"/>
                <a:gd name="connsiteX21" fmla="*/ 13660 w 95568"/>
                <a:gd name="connsiteY21" fmla="*/ 88483 h 102124"/>
                <a:gd name="connsiteX22" fmla="*/ 5097 w 95568"/>
                <a:gd name="connsiteY22" fmla="*/ 96981 h 102124"/>
                <a:gd name="connsiteX23" fmla="*/ 204 w 95568"/>
                <a:gd name="connsiteY23" fmla="*/ 99516 h 102124"/>
                <a:gd name="connsiteX24" fmla="*/ 5403 w 95568"/>
                <a:gd name="connsiteY24" fmla="*/ 102199 h 102124"/>
                <a:gd name="connsiteX25" fmla="*/ 86444 w 95568"/>
                <a:gd name="connsiteY25" fmla="*/ 102199 h 102124"/>
                <a:gd name="connsiteX26" fmla="*/ 91338 w 95568"/>
                <a:gd name="connsiteY26" fmla="*/ 100112 h 102124"/>
                <a:gd name="connsiteX27" fmla="*/ 95772 w 95568"/>
                <a:gd name="connsiteY27" fmla="*/ 74320 h 102124"/>
                <a:gd name="connsiteX28" fmla="*/ 93172 w 95568"/>
                <a:gd name="connsiteY28" fmla="*/ 71636 h 102124"/>
                <a:gd name="connsiteX29" fmla="*/ 90420 w 95568"/>
                <a:gd name="connsiteY29" fmla="*/ 73724 h 102124"/>
                <a:gd name="connsiteX30" fmla="*/ 76811 w 95568"/>
                <a:gd name="connsiteY30" fmla="*/ 90272 h 102124"/>
                <a:gd name="connsiteX31" fmla="*/ 52652 w 95568"/>
                <a:gd name="connsiteY31" fmla="*/ 96981 h 102124"/>
                <a:gd name="connsiteX32" fmla="*/ 44242 w 95568"/>
                <a:gd name="connsiteY32" fmla="*/ 96981 h 102124"/>
                <a:gd name="connsiteX33" fmla="*/ 37666 w 95568"/>
                <a:gd name="connsiteY33" fmla="*/ 86992 h 102124"/>
                <a:gd name="connsiteX34" fmla="*/ 37666 w 95568"/>
                <a:gd name="connsiteY34" fmla="*/ 52106 h 102124"/>
                <a:gd name="connsiteX35" fmla="*/ 83386 w 95568"/>
                <a:gd name="connsiteY35" fmla="*/ 5293 h 102124"/>
                <a:gd name="connsiteX36" fmla="*/ 83386 w 95568"/>
                <a:gd name="connsiteY36" fmla="*/ 12449 h 102124"/>
                <a:gd name="connsiteX37" fmla="*/ 74670 w 95568"/>
                <a:gd name="connsiteY37" fmla="*/ 5293 h 102124"/>
                <a:gd name="connsiteX38" fmla="*/ 83386 w 95568"/>
                <a:gd name="connsiteY38" fmla="*/ 5293 h 102124"/>
                <a:gd name="connsiteX39" fmla="*/ 53569 w 95568"/>
                <a:gd name="connsiteY39" fmla="*/ 48975 h 102124"/>
                <a:gd name="connsiteX40" fmla="*/ 62132 w 95568"/>
                <a:gd name="connsiteY40" fmla="*/ 42564 h 102124"/>
                <a:gd name="connsiteX41" fmla="*/ 62132 w 95568"/>
                <a:gd name="connsiteY41" fmla="*/ 55088 h 102124"/>
                <a:gd name="connsiteX42" fmla="*/ 53569 w 95568"/>
                <a:gd name="connsiteY42" fmla="*/ 49124 h 102124"/>
                <a:gd name="connsiteX43" fmla="*/ 53569 w 95568"/>
                <a:gd name="connsiteY43" fmla="*/ 48975 h 102124"/>
                <a:gd name="connsiteX44" fmla="*/ 19011 w 95568"/>
                <a:gd name="connsiteY44" fmla="*/ 13493 h 102124"/>
                <a:gd name="connsiteX45" fmla="*/ 17788 w 95568"/>
                <a:gd name="connsiteY45" fmla="*/ 5293 h 102124"/>
                <a:gd name="connsiteX46" fmla="*/ 33997 w 95568"/>
                <a:gd name="connsiteY46" fmla="*/ 5293 h 102124"/>
                <a:gd name="connsiteX47" fmla="*/ 32315 w 95568"/>
                <a:gd name="connsiteY47" fmla="*/ 14983 h 102124"/>
                <a:gd name="connsiteX48" fmla="*/ 32315 w 95568"/>
                <a:gd name="connsiteY48" fmla="*/ 87291 h 102124"/>
                <a:gd name="connsiteX49" fmla="*/ 33997 w 95568"/>
                <a:gd name="connsiteY49" fmla="*/ 96981 h 102124"/>
                <a:gd name="connsiteX50" fmla="*/ 17788 w 95568"/>
                <a:gd name="connsiteY50" fmla="*/ 96981 h 102124"/>
                <a:gd name="connsiteX51" fmla="*/ 19011 w 95568"/>
                <a:gd name="connsiteY51" fmla="*/ 88781 h 102124"/>
                <a:gd name="connsiteX52" fmla="*/ 19011 w 95568"/>
                <a:gd name="connsiteY52" fmla="*/ 13493 h 102124"/>
                <a:gd name="connsiteX53" fmla="*/ 75894 w 95568"/>
                <a:gd name="connsiteY53" fmla="*/ 96981 h 102124"/>
                <a:gd name="connsiteX54" fmla="*/ 75894 w 95568"/>
                <a:gd name="connsiteY54" fmla="*/ 96832 h 102124"/>
                <a:gd name="connsiteX55" fmla="*/ 87974 w 95568"/>
                <a:gd name="connsiteY55" fmla="*/ 88632 h 102124"/>
                <a:gd name="connsiteX56" fmla="*/ 86597 w 95568"/>
                <a:gd name="connsiteY56" fmla="*/ 96981 h 102124"/>
                <a:gd name="connsiteX57" fmla="*/ 75894 w 95568"/>
                <a:gd name="connsiteY57" fmla="*/ 96981 h 10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5568" h="102124">
                  <a:moveTo>
                    <a:pt x="37666" y="52106"/>
                  </a:moveTo>
                  <a:cubicBezTo>
                    <a:pt x="41489" y="52106"/>
                    <a:pt x="48829" y="52106"/>
                    <a:pt x="54181" y="55237"/>
                  </a:cubicBezTo>
                  <a:cubicBezTo>
                    <a:pt x="61520" y="59859"/>
                    <a:pt x="62132" y="67909"/>
                    <a:pt x="62132" y="68804"/>
                  </a:cubicBezTo>
                  <a:cubicBezTo>
                    <a:pt x="62285" y="70891"/>
                    <a:pt x="62285" y="72829"/>
                    <a:pt x="64884" y="72829"/>
                  </a:cubicBezTo>
                  <a:cubicBezTo>
                    <a:pt x="67484" y="72829"/>
                    <a:pt x="67484" y="70742"/>
                    <a:pt x="67484" y="68058"/>
                  </a:cubicBezTo>
                  <a:lnTo>
                    <a:pt x="67484" y="27656"/>
                  </a:lnTo>
                  <a:cubicBezTo>
                    <a:pt x="67484" y="25270"/>
                    <a:pt x="67484" y="22885"/>
                    <a:pt x="64884" y="22885"/>
                  </a:cubicBezTo>
                  <a:cubicBezTo>
                    <a:pt x="62285" y="22885"/>
                    <a:pt x="62132" y="25121"/>
                    <a:pt x="62132" y="26314"/>
                  </a:cubicBezTo>
                  <a:cubicBezTo>
                    <a:pt x="61214" y="45546"/>
                    <a:pt x="45618" y="46590"/>
                    <a:pt x="37666" y="46739"/>
                  </a:cubicBezTo>
                  <a:lnTo>
                    <a:pt x="37666" y="15282"/>
                  </a:lnTo>
                  <a:cubicBezTo>
                    <a:pt x="37666" y="5293"/>
                    <a:pt x="40572" y="5293"/>
                    <a:pt x="44242" y="5293"/>
                  </a:cubicBezTo>
                  <a:lnTo>
                    <a:pt x="51581" y="5293"/>
                  </a:lnTo>
                  <a:cubicBezTo>
                    <a:pt x="72224" y="5293"/>
                    <a:pt x="82469" y="15580"/>
                    <a:pt x="83386" y="25867"/>
                  </a:cubicBezTo>
                  <a:cubicBezTo>
                    <a:pt x="83539" y="27059"/>
                    <a:pt x="83692" y="29296"/>
                    <a:pt x="86139" y="29296"/>
                  </a:cubicBezTo>
                  <a:cubicBezTo>
                    <a:pt x="88738" y="29296"/>
                    <a:pt x="88738" y="26910"/>
                    <a:pt x="88738" y="24376"/>
                  </a:cubicBezTo>
                  <a:lnTo>
                    <a:pt x="88738" y="4995"/>
                  </a:lnTo>
                  <a:cubicBezTo>
                    <a:pt x="88738" y="373"/>
                    <a:pt x="88432" y="75"/>
                    <a:pt x="83692" y="75"/>
                  </a:cubicBezTo>
                  <a:lnTo>
                    <a:pt x="5403" y="75"/>
                  </a:lnTo>
                  <a:cubicBezTo>
                    <a:pt x="2650" y="75"/>
                    <a:pt x="204" y="75"/>
                    <a:pt x="204" y="2758"/>
                  </a:cubicBezTo>
                  <a:cubicBezTo>
                    <a:pt x="204" y="5293"/>
                    <a:pt x="3109" y="5293"/>
                    <a:pt x="4332" y="5293"/>
                  </a:cubicBezTo>
                  <a:cubicBezTo>
                    <a:pt x="13048" y="5293"/>
                    <a:pt x="13660" y="6485"/>
                    <a:pt x="13660" y="13791"/>
                  </a:cubicBezTo>
                  <a:lnTo>
                    <a:pt x="13660" y="88483"/>
                  </a:lnTo>
                  <a:cubicBezTo>
                    <a:pt x="13660" y="95490"/>
                    <a:pt x="13201" y="96981"/>
                    <a:pt x="5097" y="96981"/>
                  </a:cubicBezTo>
                  <a:cubicBezTo>
                    <a:pt x="2803" y="96981"/>
                    <a:pt x="204" y="96981"/>
                    <a:pt x="204" y="99516"/>
                  </a:cubicBezTo>
                  <a:cubicBezTo>
                    <a:pt x="204" y="102199"/>
                    <a:pt x="2650" y="102199"/>
                    <a:pt x="5403" y="102199"/>
                  </a:cubicBezTo>
                  <a:lnTo>
                    <a:pt x="86444" y="102199"/>
                  </a:lnTo>
                  <a:cubicBezTo>
                    <a:pt x="89350" y="102199"/>
                    <a:pt x="90879" y="102199"/>
                    <a:pt x="91338" y="100112"/>
                  </a:cubicBezTo>
                  <a:cubicBezTo>
                    <a:pt x="91490" y="99963"/>
                    <a:pt x="95772" y="75065"/>
                    <a:pt x="95772" y="74320"/>
                  </a:cubicBezTo>
                  <a:cubicBezTo>
                    <a:pt x="95772" y="72680"/>
                    <a:pt x="94396" y="71636"/>
                    <a:pt x="93172" y="71636"/>
                  </a:cubicBezTo>
                  <a:cubicBezTo>
                    <a:pt x="91032" y="71636"/>
                    <a:pt x="90420" y="73575"/>
                    <a:pt x="90420" y="73724"/>
                  </a:cubicBezTo>
                  <a:cubicBezTo>
                    <a:pt x="89503" y="77600"/>
                    <a:pt x="87974" y="83862"/>
                    <a:pt x="76811" y="90272"/>
                  </a:cubicBezTo>
                  <a:cubicBezTo>
                    <a:pt x="68860" y="94894"/>
                    <a:pt x="61062" y="96981"/>
                    <a:pt x="52652" y="96981"/>
                  </a:cubicBezTo>
                  <a:lnTo>
                    <a:pt x="44242" y="96981"/>
                  </a:lnTo>
                  <a:cubicBezTo>
                    <a:pt x="40572" y="96981"/>
                    <a:pt x="37666" y="96981"/>
                    <a:pt x="37666" y="86992"/>
                  </a:cubicBezTo>
                  <a:lnTo>
                    <a:pt x="37666" y="52106"/>
                  </a:lnTo>
                  <a:close/>
                  <a:moveTo>
                    <a:pt x="83386" y="5293"/>
                  </a:moveTo>
                  <a:lnTo>
                    <a:pt x="83386" y="12449"/>
                  </a:lnTo>
                  <a:cubicBezTo>
                    <a:pt x="80787" y="9616"/>
                    <a:pt x="77882" y="7231"/>
                    <a:pt x="74670" y="5293"/>
                  </a:cubicBezTo>
                  <a:lnTo>
                    <a:pt x="83386" y="5293"/>
                  </a:lnTo>
                  <a:close/>
                  <a:moveTo>
                    <a:pt x="53569" y="48975"/>
                  </a:moveTo>
                  <a:cubicBezTo>
                    <a:pt x="56016" y="47932"/>
                    <a:pt x="59380" y="45695"/>
                    <a:pt x="62132" y="42564"/>
                  </a:cubicBezTo>
                  <a:lnTo>
                    <a:pt x="62132" y="55088"/>
                  </a:lnTo>
                  <a:cubicBezTo>
                    <a:pt x="58462" y="51062"/>
                    <a:pt x="53722" y="49124"/>
                    <a:pt x="53569" y="49124"/>
                  </a:cubicBezTo>
                  <a:lnTo>
                    <a:pt x="53569" y="48975"/>
                  </a:lnTo>
                  <a:close/>
                  <a:moveTo>
                    <a:pt x="19011" y="13493"/>
                  </a:moveTo>
                  <a:cubicBezTo>
                    <a:pt x="19011" y="11703"/>
                    <a:pt x="19011" y="7976"/>
                    <a:pt x="17788" y="5293"/>
                  </a:cubicBezTo>
                  <a:lnTo>
                    <a:pt x="33997" y="5293"/>
                  </a:lnTo>
                  <a:cubicBezTo>
                    <a:pt x="32315" y="8722"/>
                    <a:pt x="32315" y="13642"/>
                    <a:pt x="32315" y="14983"/>
                  </a:cubicBezTo>
                  <a:lnTo>
                    <a:pt x="32315" y="87291"/>
                  </a:lnTo>
                  <a:cubicBezTo>
                    <a:pt x="32315" y="92658"/>
                    <a:pt x="33385" y="95639"/>
                    <a:pt x="33997" y="96981"/>
                  </a:cubicBezTo>
                  <a:lnTo>
                    <a:pt x="17788" y="96981"/>
                  </a:lnTo>
                  <a:cubicBezTo>
                    <a:pt x="19011" y="94298"/>
                    <a:pt x="19011" y="90570"/>
                    <a:pt x="19011" y="88781"/>
                  </a:cubicBezTo>
                  <a:lnTo>
                    <a:pt x="19011" y="13493"/>
                  </a:lnTo>
                  <a:close/>
                  <a:moveTo>
                    <a:pt x="75894" y="96981"/>
                  </a:moveTo>
                  <a:lnTo>
                    <a:pt x="75894" y="96832"/>
                  </a:lnTo>
                  <a:cubicBezTo>
                    <a:pt x="80787" y="94447"/>
                    <a:pt x="84915" y="91316"/>
                    <a:pt x="87974" y="88632"/>
                  </a:cubicBezTo>
                  <a:cubicBezTo>
                    <a:pt x="87821" y="89229"/>
                    <a:pt x="86750" y="95789"/>
                    <a:pt x="86597" y="96981"/>
                  </a:cubicBezTo>
                  <a:lnTo>
                    <a:pt x="75894" y="9698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26" name="Freeform: Shape 2425">
              <a:extLst>
                <a:ext uri="{FF2B5EF4-FFF2-40B4-BE49-F238E27FC236}">
                  <a16:creationId xmlns:a16="http://schemas.microsoft.com/office/drawing/2014/main" id="{9FF62B17-3BD5-F978-63AB-57ED19B41CD3}"/>
                </a:ext>
              </a:extLst>
            </p:cNvPr>
            <p:cNvSpPr/>
            <p:nvPr>
              <p:custDataLst>
                <p:tags r:id="rId129"/>
              </p:custDataLst>
            </p:nvPr>
          </p:nvSpPr>
          <p:spPr>
            <a:xfrm>
              <a:off x="10482499" y="5322955"/>
              <a:ext cx="35474" cy="149086"/>
            </a:xfrm>
            <a:custGeom>
              <a:avLst/>
              <a:gdLst>
                <a:gd name="connsiteX0" fmla="*/ 35685 w 35474"/>
                <a:gd name="connsiteY0" fmla="*/ 147671 h 149086"/>
                <a:gd name="connsiteX1" fmla="*/ 33086 w 35474"/>
                <a:gd name="connsiteY1" fmla="*/ 144391 h 149086"/>
                <a:gd name="connsiteX2" fmla="*/ 9079 w 35474"/>
                <a:gd name="connsiteY2" fmla="*/ 74618 h 149086"/>
                <a:gd name="connsiteX3" fmla="*/ 33697 w 35474"/>
                <a:gd name="connsiteY3" fmla="*/ 4100 h 149086"/>
                <a:gd name="connsiteX4" fmla="*/ 35685 w 35474"/>
                <a:gd name="connsiteY4" fmla="*/ 1566 h 149086"/>
                <a:gd name="connsiteX5" fmla="*/ 34156 w 35474"/>
                <a:gd name="connsiteY5" fmla="*/ 75 h 149086"/>
                <a:gd name="connsiteX6" fmla="*/ 9844 w 35474"/>
                <a:gd name="connsiteY6" fmla="*/ 29147 h 149086"/>
                <a:gd name="connsiteX7" fmla="*/ 210 w 35474"/>
                <a:gd name="connsiteY7" fmla="*/ 74618 h 149086"/>
                <a:gd name="connsiteX8" fmla="*/ 10302 w 35474"/>
                <a:gd name="connsiteY8" fmla="*/ 121133 h 149086"/>
                <a:gd name="connsiteX9" fmla="*/ 34156 w 35474"/>
                <a:gd name="connsiteY9" fmla="*/ 149162 h 149086"/>
                <a:gd name="connsiteX10" fmla="*/ 35685 w 35474"/>
                <a:gd name="connsiteY10" fmla="*/ 147671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474" h="149086">
                  <a:moveTo>
                    <a:pt x="35685" y="147671"/>
                  </a:moveTo>
                  <a:cubicBezTo>
                    <a:pt x="35685" y="147224"/>
                    <a:pt x="35685" y="146925"/>
                    <a:pt x="33086" y="144391"/>
                  </a:cubicBezTo>
                  <a:cubicBezTo>
                    <a:pt x="13972" y="125606"/>
                    <a:pt x="9079" y="97428"/>
                    <a:pt x="9079" y="74618"/>
                  </a:cubicBezTo>
                  <a:cubicBezTo>
                    <a:pt x="9079" y="48677"/>
                    <a:pt x="14890" y="22736"/>
                    <a:pt x="33697" y="4100"/>
                  </a:cubicBezTo>
                  <a:cubicBezTo>
                    <a:pt x="35685" y="2311"/>
                    <a:pt x="35685" y="2013"/>
                    <a:pt x="35685" y="1566"/>
                  </a:cubicBezTo>
                  <a:cubicBezTo>
                    <a:pt x="35685" y="522"/>
                    <a:pt x="35074" y="75"/>
                    <a:pt x="34156" y="75"/>
                  </a:cubicBezTo>
                  <a:cubicBezTo>
                    <a:pt x="32627" y="75"/>
                    <a:pt x="18865" y="10213"/>
                    <a:pt x="9844" y="29147"/>
                  </a:cubicBezTo>
                  <a:cubicBezTo>
                    <a:pt x="2045" y="45546"/>
                    <a:pt x="210" y="62095"/>
                    <a:pt x="210" y="74618"/>
                  </a:cubicBezTo>
                  <a:cubicBezTo>
                    <a:pt x="210" y="86247"/>
                    <a:pt x="1892" y="104286"/>
                    <a:pt x="10302" y="121133"/>
                  </a:cubicBezTo>
                  <a:cubicBezTo>
                    <a:pt x="19477" y="139471"/>
                    <a:pt x="32627" y="149162"/>
                    <a:pt x="34156" y="149162"/>
                  </a:cubicBezTo>
                  <a:cubicBezTo>
                    <a:pt x="35074" y="149162"/>
                    <a:pt x="35685" y="148714"/>
                    <a:pt x="35685" y="1476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27" name="Freeform: Shape 2426">
              <a:extLst>
                <a:ext uri="{FF2B5EF4-FFF2-40B4-BE49-F238E27FC236}">
                  <a16:creationId xmlns:a16="http://schemas.microsoft.com/office/drawing/2014/main" id="{79818913-6104-7814-30BE-717830201A43}"/>
                </a:ext>
              </a:extLst>
            </p:cNvPr>
            <p:cNvSpPr/>
            <p:nvPr>
              <p:custDataLst>
                <p:tags r:id="rId130"/>
              </p:custDataLst>
            </p:nvPr>
          </p:nvSpPr>
          <p:spPr>
            <a:xfrm>
              <a:off x="10532178" y="5332944"/>
              <a:ext cx="111165" cy="101826"/>
            </a:xfrm>
            <a:custGeom>
              <a:avLst/>
              <a:gdLst>
                <a:gd name="connsiteX0" fmla="*/ 86149 w 111165"/>
                <a:gd name="connsiteY0" fmla="*/ 17071 h 101826"/>
                <a:gd name="connsiteX1" fmla="*/ 88290 w 111165"/>
                <a:gd name="connsiteY1" fmla="*/ 14983 h 101826"/>
                <a:gd name="connsiteX2" fmla="*/ 108321 w 111165"/>
                <a:gd name="connsiteY2" fmla="*/ 4696 h 101826"/>
                <a:gd name="connsiteX3" fmla="*/ 111379 w 111165"/>
                <a:gd name="connsiteY3" fmla="*/ 1864 h 101826"/>
                <a:gd name="connsiteX4" fmla="*/ 109391 w 111165"/>
                <a:gd name="connsiteY4" fmla="*/ 75 h 101826"/>
                <a:gd name="connsiteX5" fmla="*/ 96853 w 111165"/>
                <a:gd name="connsiteY5" fmla="*/ 522 h 101826"/>
                <a:gd name="connsiteX6" fmla="*/ 81562 w 111165"/>
                <a:gd name="connsiteY6" fmla="*/ 75 h 101826"/>
                <a:gd name="connsiteX7" fmla="*/ 78657 w 111165"/>
                <a:gd name="connsiteY7" fmla="*/ 2907 h 101826"/>
                <a:gd name="connsiteX8" fmla="*/ 80950 w 111165"/>
                <a:gd name="connsiteY8" fmla="*/ 4696 h 101826"/>
                <a:gd name="connsiteX9" fmla="*/ 86455 w 111165"/>
                <a:gd name="connsiteY9" fmla="*/ 8125 h 101826"/>
                <a:gd name="connsiteX10" fmla="*/ 82326 w 111165"/>
                <a:gd name="connsiteY10" fmla="*/ 15282 h 101826"/>
                <a:gd name="connsiteX11" fmla="*/ 46851 w 111165"/>
                <a:gd name="connsiteY11" fmla="*/ 55088 h 101826"/>
                <a:gd name="connsiteX12" fmla="*/ 30031 w 111165"/>
                <a:gd name="connsiteY12" fmla="*/ 10809 h 101826"/>
                <a:gd name="connsiteX13" fmla="*/ 29114 w 111165"/>
                <a:gd name="connsiteY13" fmla="*/ 8274 h 101826"/>
                <a:gd name="connsiteX14" fmla="*/ 38136 w 111165"/>
                <a:gd name="connsiteY14" fmla="*/ 4696 h 101826"/>
                <a:gd name="connsiteX15" fmla="*/ 41805 w 111165"/>
                <a:gd name="connsiteY15" fmla="*/ 1715 h 101826"/>
                <a:gd name="connsiteX16" fmla="*/ 39512 w 111165"/>
                <a:gd name="connsiteY16" fmla="*/ 75 h 101826"/>
                <a:gd name="connsiteX17" fmla="*/ 20245 w 111165"/>
                <a:gd name="connsiteY17" fmla="*/ 522 h 101826"/>
                <a:gd name="connsiteX18" fmla="*/ 3119 w 111165"/>
                <a:gd name="connsiteY18" fmla="*/ 75 h 101826"/>
                <a:gd name="connsiteX19" fmla="*/ 214 w 111165"/>
                <a:gd name="connsiteY19" fmla="*/ 3056 h 101826"/>
                <a:gd name="connsiteX20" fmla="*/ 3731 w 111165"/>
                <a:gd name="connsiteY20" fmla="*/ 4696 h 101826"/>
                <a:gd name="connsiteX21" fmla="*/ 14893 w 111165"/>
                <a:gd name="connsiteY21" fmla="*/ 9765 h 101826"/>
                <a:gd name="connsiteX22" fmla="*/ 33701 w 111165"/>
                <a:gd name="connsiteY22" fmla="*/ 58815 h 101826"/>
                <a:gd name="connsiteX23" fmla="*/ 34313 w 111165"/>
                <a:gd name="connsiteY23" fmla="*/ 61349 h 101826"/>
                <a:gd name="connsiteX24" fmla="*/ 27432 w 111165"/>
                <a:gd name="connsiteY24" fmla="*/ 88483 h 101826"/>
                <a:gd name="connsiteX25" fmla="*/ 13059 w 111165"/>
                <a:gd name="connsiteY25" fmla="*/ 97279 h 101826"/>
                <a:gd name="connsiteX26" fmla="*/ 8930 w 111165"/>
                <a:gd name="connsiteY26" fmla="*/ 100261 h 101826"/>
                <a:gd name="connsiteX27" fmla="*/ 11071 w 111165"/>
                <a:gd name="connsiteY27" fmla="*/ 101901 h 101826"/>
                <a:gd name="connsiteX28" fmla="*/ 30337 w 111165"/>
                <a:gd name="connsiteY28" fmla="*/ 101454 h 101826"/>
                <a:gd name="connsiteX29" fmla="*/ 49910 w 111165"/>
                <a:gd name="connsiteY29" fmla="*/ 101901 h 101826"/>
                <a:gd name="connsiteX30" fmla="*/ 52815 w 111165"/>
                <a:gd name="connsiteY30" fmla="*/ 98919 h 101826"/>
                <a:gd name="connsiteX31" fmla="*/ 48533 w 111165"/>
                <a:gd name="connsiteY31" fmla="*/ 97279 h 101826"/>
                <a:gd name="connsiteX32" fmla="*/ 42723 w 111165"/>
                <a:gd name="connsiteY32" fmla="*/ 96981 h 101826"/>
                <a:gd name="connsiteX33" fmla="*/ 38594 w 111165"/>
                <a:gd name="connsiteY33" fmla="*/ 94596 h 101826"/>
                <a:gd name="connsiteX34" fmla="*/ 40735 w 111165"/>
                <a:gd name="connsiteY34" fmla="*/ 85203 h 101826"/>
                <a:gd name="connsiteX35" fmla="*/ 46087 w 111165"/>
                <a:gd name="connsiteY35" fmla="*/ 64182 h 101826"/>
                <a:gd name="connsiteX36" fmla="*/ 48228 w 111165"/>
                <a:gd name="connsiteY36" fmla="*/ 59560 h 101826"/>
                <a:gd name="connsiteX37" fmla="*/ 86149 w 111165"/>
                <a:gd name="connsiteY37" fmla="*/ 17071 h 101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165" h="101826">
                  <a:moveTo>
                    <a:pt x="86149" y="17071"/>
                  </a:moveTo>
                  <a:lnTo>
                    <a:pt x="88290" y="14983"/>
                  </a:lnTo>
                  <a:cubicBezTo>
                    <a:pt x="92877" y="10511"/>
                    <a:pt x="97923" y="5442"/>
                    <a:pt x="108321" y="4696"/>
                  </a:cubicBezTo>
                  <a:cubicBezTo>
                    <a:pt x="110003" y="4547"/>
                    <a:pt x="111379" y="4547"/>
                    <a:pt x="111379" y="1864"/>
                  </a:cubicBezTo>
                  <a:cubicBezTo>
                    <a:pt x="111379" y="671"/>
                    <a:pt x="110615" y="75"/>
                    <a:pt x="109391" y="75"/>
                  </a:cubicBezTo>
                  <a:cubicBezTo>
                    <a:pt x="105416" y="75"/>
                    <a:pt x="100981" y="522"/>
                    <a:pt x="96853" y="522"/>
                  </a:cubicBezTo>
                  <a:cubicBezTo>
                    <a:pt x="91807" y="522"/>
                    <a:pt x="86455" y="75"/>
                    <a:pt x="81562" y="75"/>
                  </a:cubicBezTo>
                  <a:cubicBezTo>
                    <a:pt x="80644" y="75"/>
                    <a:pt x="78657" y="75"/>
                    <a:pt x="78657" y="2907"/>
                  </a:cubicBezTo>
                  <a:cubicBezTo>
                    <a:pt x="78657" y="4547"/>
                    <a:pt x="80186" y="4696"/>
                    <a:pt x="80950" y="4696"/>
                  </a:cubicBezTo>
                  <a:cubicBezTo>
                    <a:pt x="82021" y="4696"/>
                    <a:pt x="86455" y="4995"/>
                    <a:pt x="86455" y="8125"/>
                  </a:cubicBezTo>
                  <a:cubicBezTo>
                    <a:pt x="86455" y="10660"/>
                    <a:pt x="82938" y="14536"/>
                    <a:pt x="82326" y="15282"/>
                  </a:cubicBezTo>
                  <a:lnTo>
                    <a:pt x="46851" y="55088"/>
                  </a:lnTo>
                  <a:lnTo>
                    <a:pt x="30031" y="10809"/>
                  </a:lnTo>
                  <a:cubicBezTo>
                    <a:pt x="29114" y="8722"/>
                    <a:pt x="29114" y="8424"/>
                    <a:pt x="29114" y="8274"/>
                  </a:cubicBezTo>
                  <a:cubicBezTo>
                    <a:pt x="29114" y="4696"/>
                    <a:pt x="36607" y="4696"/>
                    <a:pt x="38136" y="4696"/>
                  </a:cubicBezTo>
                  <a:cubicBezTo>
                    <a:pt x="40276" y="4696"/>
                    <a:pt x="41805" y="4696"/>
                    <a:pt x="41805" y="1715"/>
                  </a:cubicBezTo>
                  <a:cubicBezTo>
                    <a:pt x="41805" y="75"/>
                    <a:pt x="39971" y="75"/>
                    <a:pt x="39512" y="75"/>
                  </a:cubicBezTo>
                  <a:cubicBezTo>
                    <a:pt x="35230" y="75"/>
                    <a:pt x="24527" y="522"/>
                    <a:pt x="20245" y="522"/>
                  </a:cubicBezTo>
                  <a:cubicBezTo>
                    <a:pt x="16423" y="522"/>
                    <a:pt x="6942" y="75"/>
                    <a:pt x="3119" y="75"/>
                  </a:cubicBezTo>
                  <a:cubicBezTo>
                    <a:pt x="2202" y="75"/>
                    <a:pt x="214" y="75"/>
                    <a:pt x="214" y="3056"/>
                  </a:cubicBezTo>
                  <a:cubicBezTo>
                    <a:pt x="214" y="4696"/>
                    <a:pt x="1743" y="4696"/>
                    <a:pt x="3731" y="4696"/>
                  </a:cubicBezTo>
                  <a:cubicBezTo>
                    <a:pt x="12906" y="4696"/>
                    <a:pt x="13517" y="6038"/>
                    <a:pt x="14893" y="9765"/>
                  </a:cubicBezTo>
                  <a:lnTo>
                    <a:pt x="33701" y="58815"/>
                  </a:lnTo>
                  <a:cubicBezTo>
                    <a:pt x="33854" y="59262"/>
                    <a:pt x="34313" y="60902"/>
                    <a:pt x="34313" y="61349"/>
                  </a:cubicBezTo>
                  <a:cubicBezTo>
                    <a:pt x="34313" y="61797"/>
                    <a:pt x="28197" y="85800"/>
                    <a:pt x="27432" y="88483"/>
                  </a:cubicBezTo>
                  <a:cubicBezTo>
                    <a:pt x="25444" y="96683"/>
                    <a:pt x="25291" y="97130"/>
                    <a:pt x="13059" y="97279"/>
                  </a:cubicBezTo>
                  <a:cubicBezTo>
                    <a:pt x="10153" y="97279"/>
                    <a:pt x="8930" y="97279"/>
                    <a:pt x="8930" y="100261"/>
                  </a:cubicBezTo>
                  <a:cubicBezTo>
                    <a:pt x="8930" y="101901"/>
                    <a:pt x="10765" y="101901"/>
                    <a:pt x="11071" y="101901"/>
                  </a:cubicBezTo>
                  <a:cubicBezTo>
                    <a:pt x="15352" y="101901"/>
                    <a:pt x="26056" y="101454"/>
                    <a:pt x="30337" y="101454"/>
                  </a:cubicBezTo>
                  <a:cubicBezTo>
                    <a:pt x="34619" y="101454"/>
                    <a:pt x="45628" y="101901"/>
                    <a:pt x="49910" y="101901"/>
                  </a:cubicBezTo>
                  <a:cubicBezTo>
                    <a:pt x="50980" y="101901"/>
                    <a:pt x="52815" y="101901"/>
                    <a:pt x="52815" y="98919"/>
                  </a:cubicBezTo>
                  <a:cubicBezTo>
                    <a:pt x="52815" y="97279"/>
                    <a:pt x="51439" y="97279"/>
                    <a:pt x="48533" y="97279"/>
                  </a:cubicBezTo>
                  <a:cubicBezTo>
                    <a:pt x="48228" y="97279"/>
                    <a:pt x="45322" y="97279"/>
                    <a:pt x="42723" y="96981"/>
                  </a:cubicBezTo>
                  <a:cubicBezTo>
                    <a:pt x="39512" y="96683"/>
                    <a:pt x="38594" y="96385"/>
                    <a:pt x="38594" y="94596"/>
                  </a:cubicBezTo>
                  <a:cubicBezTo>
                    <a:pt x="38594" y="93552"/>
                    <a:pt x="39971" y="88334"/>
                    <a:pt x="40735" y="85203"/>
                  </a:cubicBezTo>
                  <a:lnTo>
                    <a:pt x="46087" y="64182"/>
                  </a:lnTo>
                  <a:cubicBezTo>
                    <a:pt x="46851" y="61349"/>
                    <a:pt x="47004" y="60902"/>
                    <a:pt x="48228" y="59560"/>
                  </a:cubicBezTo>
                  <a:lnTo>
                    <a:pt x="86149" y="1707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28" name="Freeform: Shape 2427">
              <a:extLst>
                <a:ext uri="{FF2B5EF4-FFF2-40B4-BE49-F238E27FC236}">
                  <a16:creationId xmlns:a16="http://schemas.microsoft.com/office/drawing/2014/main" id="{C57B3041-7871-DE80-5929-263BD9B2CA9F}"/>
                </a:ext>
              </a:extLst>
            </p:cNvPr>
            <p:cNvSpPr/>
            <p:nvPr>
              <p:custDataLst>
                <p:tags r:id="rId131"/>
              </p:custDataLst>
            </p:nvPr>
          </p:nvSpPr>
          <p:spPr>
            <a:xfrm>
              <a:off x="10658295" y="5322955"/>
              <a:ext cx="35474" cy="149086"/>
            </a:xfrm>
            <a:custGeom>
              <a:avLst/>
              <a:gdLst>
                <a:gd name="connsiteX0" fmla="*/ 35697 w 35474"/>
                <a:gd name="connsiteY0" fmla="*/ 74618 h 149086"/>
                <a:gd name="connsiteX1" fmla="*/ 25605 w 35474"/>
                <a:gd name="connsiteY1" fmla="*/ 28103 h 149086"/>
                <a:gd name="connsiteX2" fmla="*/ 1751 w 35474"/>
                <a:gd name="connsiteY2" fmla="*/ 75 h 149086"/>
                <a:gd name="connsiteX3" fmla="*/ 222 w 35474"/>
                <a:gd name="connsiteY3" fmla="*/ 1566 h 149086"/>
                <a:gd name="connsiteX4" fmla="*/ 3127 w 35474"/>
                <a:gd name="connsiteY4" fmla="*/ 4995 h 149086"/>
                <a:gd name="connsiteX5" fmla="*/ 26828 w 35474"/>
                <a:gd name="connsiteY5" fmla="*/ 74618 h 149086"/>
                <a:gd name="connsiteX6" fmla="*/ 2210 w 35474"/>
                <a:gd name="connsiteY6" fmla="*/ 145136 h 149086"/>
                <a:gd name="connsiteX7" fmla="*/ 222 w 35474"/>
                <a:gd name="connsiteY7" fmla="*/ 147671 h 149086"/>
                <a:gd name="connsiteX8" fmla="*/ 1751 w 35474"/>
                <a:gd name="connsiteY8" fmla="*/ 149162 h 149086"/>
                <a:gd name="connsiteX9" fmla="*/ 26064 w 35474"/>
                <a:gd name="connsiteY9" fmla="*/ 120090 h 149086"/>
                <a:gd name="connsiteX10" fmla="*/ 35697 w 35474"/>
                <a:gd name="connsiteY10" fmla="*/ 74618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474" h="149086">
                  <a:moveTo>
                    <a:pt x="35697" y="74618"/>
                  </a:moveTo>
                  <a:cubicBezTo>
                    <a:pt x="35697" y="62989"/>
                    <a:pt x="34015" y="44950"/>
                    <a:pt x="25605" y="28103"/>
                  </a:cubicBezTo>
                  <a:cubicBezTo>
                    <a:pt x="16431" y="9765"/>
                    <a:pt x="3280" y="75"/>
                    <a:pt x="1751" y="75"/>
                  </a:cubicBezTo>
                  <a:cubicBezTo>
                    <a:pt x="834" y="75"/>
                    <a:pt x="222" y="671"/>
                    <a:pt x="222" y="1566"/>
                  </a:cubicBezTo>
                  <a:cubicBezTo>
                    <a:pt x="222" y="2013"/>
                    <a:pt x="222" y="2311"/>
                    <a:pt x="3127" y="4995"/>
                  </a:cubicBezTo>
                  <a:cubicBezTo>
                    <a:pt x="18113" y="19754"/>
                    <a:pt x="26828" y="43459"/>
                    <a:pt x="26828" y="74618"/>
                  </a:cubicBezTo>
                  <a:cubicBezTo>
                    <a:pt x="26828" y="100112"/>
                    <a:pt x="21171" y="126351"/>
                    <a:pt x="2210" y="145136"/>
                  </a:cubicBezTo>
                  <a:cubicBezTo>
                    <a:pt x="222" y="146925"/>
                    <a:pt x="222" y="147224"/>
                    <a:pt x="222" y="147671"/>
                  </a:cubicBezTo>
                  <a:cubicBezTo>
                    <a:pt x="222" y="148565"/>
                    <a:pt x="834" y="149162"/>
                    <a:pt x="1751" y="149162"/>
                  </a:cubicBezTo>
                  <a:cubicBezTo>
                    <a:pt x="3280" y="149162"/>
                    <a:pt x="17042" y="139024"/>
                    <a:pt x="26064" y="120090"/>
                  </a:cubicBezTo>
                  <a:cubicBezTo>
                    <a:pt x="33862" y="103690"/>
                    <a:pt x="35697" y="87141"/>
                    <a:pt x="35697" y="7461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29" name="Freeform: Shape 2428">
              <a:extLst>
                <a:ext uri="{FF2B5EF4-FFF2-40B4-BE49-F238E27FC236}">
                  <a16:creationId xmlns:a16="http://schemas.microsoft.com/office/drawing/2014/main" id="{DEDF93DF-8DDC-3EBC-D441-4D574513C196}"/>
                </a:ext>
              </a:extLst>
            </p:cNvPr>
            <p:cNvSpPr/>
            <p:nvPr>
              <p:custDataLst>
                <p:tags r:id="rId132"/>
              </p:custDataLst>
            </p:nvPr>
          </p:nvSpPr>
          <p:spPr>
            <a:xfrm>
              <a:off x="10760080" y="5380056"/>
              <a:ext cx="101684" cy="34886"/>
            </a:xfrm>
            <a:custGeom>
              <a:avLst/>
              <a:gdLst>
                <a:gd name="connsiteX0" fmla="*/ 96715 w 101684"/>
                <a:gd name="connsiteY0" fmla="*/ 6038 h 34886"/>
                <a:gd name="connsiteX1" fmla="*/ 101913 w 101684"/>
                <a:gd name="connsiteY1" fmla="*/ 3056 h 34886"/>
                <a:gd name="connsiteX2" fmla="*/ 96867 w 101684"/>
                <a:gd name="connsiteY2" fmla="*/ 75 h 34886"/>
                <a:gd name="connsiteX3" fmla="*/ 5275 w 101684"/>
                <a:gd name="connsiteY3" fmla="*/ 75 h 34886"/>
                <a:gd name="connsiteX4" fmla="*/ 229 w 101684"/>
                <a:gd name="connsiteY4" fmla="*/ 3056 h 34886"/>
                <a:gd name="connsiteX5" fmla="*/ 5428 w 101684"/>
                <a:gd name="connsiteY5" fmla="*/ 6038 h 34886"/>
                <a:gd name="connsiteX6" fmla="*/ 96715 w 101684"/>
                <a:gd name="connsiteY6" fmla="*/ 6038 h 34886"/>
                <a:gd name="connsiteX7" fmla="*/ 96867 w 101684"/>
                <a:gd name="connsiteY7" fmla="*/ 34961 h 34886"/>
                <a:gd name="connsiteX8" fmla="*/ 101913 w 101684"/>
                <a:gd name="connsiteY8" fmla="*/ 31979 h 34886"/>
                <a:gd name="connsiteX9" fmla="*/ 96715 w 101684"/>
                <a:gd name="connsiteY9" fmla="*/ 28998 h 34886"/>
                <a:gd name="connsiteX10" fmla="*/ 5428 w 101684"/>
                <a:gd name="connsiteY10" fmla="*/ 28998 h 34886"/>
                <a:gd name="connsiteX11" fmla="*/ 229 w 101684"/>
                <a:gd name="connsiteY11" fmla="*/ 31979 h 34886"/>
                <a:gd name="connsiteX12" fmla="*/ 5275 w 101684"/>
                <a:gd name="connsiteY12" fmla="*/ 34961 h 34886"/>
                <a:gd name="connsiteX13" fmla="*/ 96867 w 101684"/>
                <a:gd name="connsiteY13" fmla="*/ 34961 h 3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684" h="34886">
                  <a:moveTo>
                    <a:pt x="96715" y="6038"/>
                  </a:moveTo>
                  <a:cubicBezTo>
                    <a:pt x="99008" y="6038"/>
                    <a:pt x="101913" y="6038"/>
                    <a:pt x="101913" y="3056"/>
                  </a:cubicBezTo>
                  <a:cubicBezTo>
                    <a:pt x="101913" y="75"/>
                    <a:pt x="99008" y="75"/>
                    <a:pt x="96867" y="75"/>
                  </a:cubicBezTo>
                  <a:lnTo>
                    <a:pt x="5275" y="75"/>
                  </a:lnTo>
                  <a:cubicBezTo>
                    <a:pt x="3134" y="75"/>
                    <a:pt x="229" y="75"/>
                    <a:pt x="229" y="3056"/>
                  </a:cubicBezTo>
                  <a:cubicBezTo>
                    <a:pt x="229" y="6038"/>
                    <a:pt x="3134" y="6038"/>
                    <a:pt x="5428" y="6038"/>
                  </a:cubicBezTo>
                  <a:lnTo>
                    <a:pt x="96715" y="6038"/>
                  </a:lnTo>
                  <a:close/>
                  <a:moveTo>
                    <a:pt x="96867" y="34961"/>
                  </a:moveTo>
                  <a:cubicBezTo>
                    <a:pt x="99008" y="34961"/>
                    <a:pt x="101913" y="34961"/>
                    <a:pt x="101913" y="31979"/>
                  </a:cubicBezTo>
                  <a:cubicBezTo>
                    <a:pt x="101913" y="28998"/>
                    <a:pt x="99008" y="28998"/>
                    <a:pt x="96715" y="28998"/>
                  </a:cubicBezTo>
                  <a:lnTo>
                    <a:pt x="5428" y="28998"/>
                  </a:lnTo>
                  <a:cubicBezTo>
                    <a:pt x="3134" y="28998"/>
                    <a:pt x="229" y="28998"/>
                    <a:pt x="229" y="31979"/>
                  </a:cubicBezTo>
                  <a:cubicBezTo>
                    <a:pt x="229" y="34961"/>
                    <a:pt x="3134" y="34961"/>
                    <a:pt x="5275" y="34961"/>
                  </a:cubicBezTo>
                  <a:lnTo>
                    <a:pt x="96867" y="349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30" name="Freeform: Shape 2429">
              <a:extLst>
                <a:ext uri="{FF2B5EF4-FFF2-40B4-BE49-F238E27FC236}">
                  <a16:creationId xmlns:a16="http://schemas.microsoft.com/office/drawing/2014/main" id="{4E544992-D06D-9ADD-7AA2-00AF2DAC4B1D}"/>
                </a:ext>
              </a:extLst>
            </p:cNvPr>
            <p:cNvSpPr/>
            <p:nvPr>
              <p:custDataLst>
                <p:tags r:id="rId133"/>
              </p:custDataLst>
            </p:nvPr>
          </p:nvSpPr>
          <p:spPr>
            <a:xfrm>
              <a:off x="10908028" y="5368874"/>
              <a:ext cx="79818" cy="94819"/>
            </a:xfrm>
            <a:custGeom>
              <a:avLst/>
              <a:gdLst>
                <a:gd name="connsiteX0" fmla="*/ 12013 w 79818"/>
                <a:gd name="connsiteY0" fmla="*/ 84160 h 94819"/>
                <a:gd name="connsiteX1" fmla="*/ 3756 w 79818"/>
                <a:gd name="connsiteY1" fmla="*/ 90272 h 94819"/>
                <a:gd name="connsiteX2" fmla="*/ 239 w 79818"/>
                <a:gd name="connsiteY2" fmla="*/ 93105 h 94819"/>
                <a:gd name="connsiteX3" fmla="*/ 2227 w 79818"/>
                <a:gd name="connsiteY3" fmla="*/ 94894 h 94819"/>
                <a:gd name="connsiteX4" fmla="*/ 15072 w 79818"/>
                <a:gd name="connsiteY4" fmla="*/ 94447 h 94819"/>
                <a:gd name="connsiteX5" fmla="*/ 30210 w 79818"/>
                <a:gd name="connsiteY5" fmla="*/ 94894 h 94819"/>
                <a:gd name="connsiteX6" fmla="*/ 32962 w 79818"/>
                <a:gd name="connsiteY6" fmla="*/ 91912 h 94819"/>
                <a:gd name="connsiteX7" fmla="*/ 29292 w 79818"/>
                <a:gd name="connsiteY7" fmla="*/ 90272 h 94819"/>
                <a:gd name="connsiteX8" fmla="*/ 21647 w 79818"/>
                <a:gd name="connsiteY8" fmla="*/ 87887 h 94819"/>
                <a:gd name="connsiteX9" fmla="*/ 29139 w 79818"/>
                <a:gd name="connsiteY9" fmla="*/ 58070 h 94819"/>
                <a:gd name="connsiteX10" fmla="*/ 43207 w 79818"/>
                <a:gd name="connsiteY10" fmla="*/ 67611 h 94819"/>
                <a:gd name="connsiteX11" fmla="*/ 80058 w 79818"/>
                <a:gd name="connsiteY11" fmla="*/ 23929 h 94819"/>
                <a:gd name="connsiteX12" fmla="*/ 59721 w 79818"/>
                <a:gd name="connsiteY12" fmla="*/ 75 h 94819"/>
                <a:gd name="connsiteX13" fmla="*/ 39690 w 79818"/>
                <a:gd name="connsiteY13" fmla="*/ 11256 h 94819"/>
                <a:gd name="connsiteX14" fmla="*/ 25928 w 79818"/>
                <a:gd name="connsiteY14" fmla="*/ 75 h 94819"/>
                <a:gd name="connsiteX15" fmla="*/ 14613 w 79818"/>
                <a:gd name="connsiteY15" fmla="*/ 8573 h 94819"/>
                <a:gd name="connsiteX16" fmla="*/ 9873 w 79818"/>
                <a:gd name="connsiteY16" fmla="*/ 23034 h 94819"/>
                <a:gd name="connsiteX17" fmla="*/ 11708 w 79818"/>
                <a:gd name="connsiteY17" fmla="*/ 24525 h 94819"/>
                <a:gd name="connsiteX18" fmla="*/ 14307 w 79818"/>
                <a:gd name="connsiteY18" fmla="*/ 21096 h 94819"/>
                <a:gd name="connsiteX19" fmla="*/ 25469 w 79818"/>
                <a:gd name="connsiteY19" fmla="*/ 3355 h 94819"/>
                <a:gd name="connsiteX20" fmla="*/ 30210 w 79818"/>
                <a:gd name="connsiteY20" fmla="*/ 10213 h 94819"/>
                <a:gd name="connsiteX21" fmla="*/ 29139 w 79818"/>
                <a:gd name="connsiteY21" fmla="*/ 17816 h 94819"/>
                <a:gd name="connsiteX22" fmla="*/ 12013 w 79818"/>
                <a:gd name="connsiteY22" fmla="*/ 84160 h 94819"/>
                <a:gd name="connsiteX23" fmla="*/ 38925 w 79818"/>
                <a:gd name="connsiteY23" fmla="*/ 19456 h 94819"/>
                <a:gd name="connsiteX24" fmla="*/ 46877 w 79818"/>
                <a:gd name="connsiteY24" fmla="*/ 9020 h 94819"/>
                <a:gd name="connsiteX25" fmla="*/ 59262 w 79818"/>
                <a:gd name="connsiteY25" fmla="*/ 3355 h 94819"/>
                <a:gd name="connsiteX26" fmla="*/ 69048 w 79818"/>
                <a:gd name="connsiteY26" fmla="*/ 17369 h 94819"/>
                <a:gd name="connsiteX27" fmla="*/ 61250 w 79818"/>
                <a:gd name="connsiteY27" fmla="*/ 48975 h 94819"/>
                <a:gd name="connsiteX28" fmla="*/ 43054 w 79818"/>
                <a:gd name="connsiteY28" fmla="*/ 64331 h 94819"/>
                <a:gd name="connsiteX29" fmla="*/ 30974 w 79818"/>
                <a:gd name="connsiteY29" fmla="*/ 51062 h 94819"/>
                <a:gd name="connsiteX30" fmla="*/ 31433 w 79818"/>
                <a:gd name="connsiteY30" fmla="*/ 48677 h 94819"/>
                <a:gd name="connsiteX31" fmla="*/ 38925 w 79818"/>
                <a:gd name="connsiteY31" fmla="*/ 19456 h 94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818" h="94819">
                  <a:moveTo>
                    <a:pt x="12013" y="84160"/>
                  </a:moveTo>
                  <a:cubicBezTo>
                    <a:pt x="10790" y="89229"/>
                    <a:pt x="10484" y="90272"/>
                    <a:pt x="3756" y="90272"/>
                  </a:cubicBezTo>
                  <a:cubicBezTo>
                    <a:pt x="1921" y="90272"/>
                    <a:pt x="239" y="90272"/>
                    <a:pt x="239" y="93105"/>
                  </a:cubicBezTo>
                  <a:cubicBezTo>
                    <a:pt x="239" y="94298"/>
                    <a:pt x="1004" y="94894"/>
                    <a:pt x="2227" y="94894"/>
                  </a:cubicBezTo>
                  <a:cubicBezTo>
                    <a:pt x="6356" y="94894"/>
                    <a:pt x="10790" y="94447"/>
                    <a:pt x="15072" y="94447"/>
                  </a:cubicBezTo>
                  <a:cubicBezTo>
                    <a:pt x="20118" y="94447"/>
                    <a:pt x="25316" y="94894"/>
                    <a:pt x="30210" y="94894"/>
                  </a:cubicBezTo>
                  <a:cubicBezTo>
                    <a:pt x="30974" y="94894"/>
                    <a:pt x="32962" y="94894"/>
                    <a:pt x="32962" y="91912"/>
                  </a:cubicBezTo>
                  <a:cubicBezTo>
                    <a:pt x="32962" y="90272"/>
                    <a:pt x="31433" y="90272"/>
                    <a:pt x="29292" y="90272"/>
                  </a:cubicBezTo>
                  <a:cubicBezTo>
                    <a:pt x="21647" y="90272"/>
                    <a:pt x="21647" y="89229"/>
                    <a:pt x="21647" y="87887"/>
                  </a:cubicBezTo>
                  <a:cubicBezTo>
                    <a:pt x="21647" y="86098"/>
                    <a:pt x="28069" y="61797"/>
                    <a:pt x="29139" y="58070"/>
                  </a:cubicBezTo>
                  <a:cubicBezTo>
                    <a:pt x="31127" y="62393"/>
                    <a:pt x="35408" y="67611"/>
                    <a:pt x="43207" y="67611"/>
                  </a:cubicBezTo>
                  <a:cubicBezTo>
                    <a:pt x="60944" y="67611"/>
                    <a:pt x="80058" y="45844"/>
                    <a:pt x="80058" y="23929"/>
                  </a:cubicBezTo>
                  <a:cubicBezTo>
                    <a:pt x="80058" y="9914"/>
                    <a:pt x="71342" y="75"/>
                    <a:pt x="59721" y="75"/>
                  </a:cubicBezTo>
                  <a:cubicBezTo>
                    <a:pt x="52076" y="75"/>
                    <a:pt x="44736" y="5442"/>
                    <a:pt x="39690" y="11256"/>
                  </a:cubicBezTo>
                  <a:cubicBezTo>
                    <a:pt x="38161" y="3206"/>
                    <a:pt x="31586" y="75"/>
                    <a:pt x="25928" y="75"/>
                  </a:cubicBezTo>
                  <a:cubicBezTo>
                    <a:pt x="18894" y="75"/>
                    <a:pt x="15989" y="5889"/>
                    <a:pt x="14613" y="8573"/>
                  </a:cubicBezTo>
                  <a:cubicBezTo>
                    <a:pt x="11860" y="13642"/>
                    <a:pt x="9873" y="22587"/>
                    <a:pt x="9873" y="23034"/>
                  </a:cubicBezTo>
                  <a:cubicBezTo>
                    <a:pt x="9873" y="24525"/>
                    <a:pt x="11402" y="24525"/>
                    <a:pt x="11708" y="24525"/>
                  </a:cubicBezTo>
                  <a:cubicBezTo>
                    <a:pt x="13237" y="24525"/>
                    <a:pt x="13390" y="24376"/>
                    <a:pt x="14307" y="21096"/>
                  </a:cubicBezTo>
                  <a:cubicBezTo>
                    <a:pt x="16906" y="10511"/>
                    <a:pt x="19965" y="3355"/>
                    <a:pt x="25469" y="3355"/>
                  </a:cubicBezTo>
                  <a:cubicBezTo>
                    <a:pt x="28069" y="3355"/>
                    <a:pt x="30210" y="4547"/>
                    <a:pt x="30210" y="10213"/>
                  </a:cubicBezTo>
                  <a:cubicBezTo>
                    <a:pt x="30210" y="13642"/>
                    <a:pt x="29751" y="15282"/>
                    <a:pt x="29139" y="17816"/>
                  </a:cubicBezTo>
                  <a:lnTo>
                    <a:pt x="12013" y="84160"/>
                  </a:lnTo>
                  <a:close/>
                  <a:moveTo>
                    <a:pt x="38925" y="19456"/>
                  </a:moveTo>
                  <a:cubicBezTo>
                    <a:pt x="39996" y="15431"/>
                    <a:pt x="44124" y="11256"/>
                    <a:pt x="46877" y="9020"/>
                  </a:cubicBezTo>
                  <a:cubicBezTo>
                    <a:pt x="52228" y="4398"/>
                    <a:pt x="56663" y="3355"/>
                    <a:pt x="59262" y="3355"/>
                  </a:cubicBezTo>
                  <a:cubicBezTo>
                    <a:pt x="65379" y="3355"/>
                    <a:pt x="69048" y="8573"/>
                    <a:pt x="69048" y="17369"/>
                  </a:cubicBezTo>
                  <a:cubicBezTo>
                    <a:pt x="69048" y="26165"/>
                    <a:pt x="64002" y="43310"/>
                    <a:pt x="61250" y="48975"/>
                  </a:cubicBezTo>
                  <a:cubicBezTo>
                    <a:pt x="56051" y="59411"/>
                    <a:pt x="48712" y="64331"/>
                    <a:pt x="43054" y="64331"/>
                  </a:cubicBezTo>
                  <a:cubicBezTo>
                    <a:pt x="32962" y="64331"/>
                    <a:pt x="30974" y="51957"/>
                    <a:pt x="30974" y="51062"/>
                  </a:cubicBezTo>
                  <a:cubicBezTo>
                    <a:pt x="30974" y="50764"/>
                    <a:pt x="30974" y="50466"/>
                    <a:pt x="31433" y="48677"/>
                  </a:cubicBezTo>
                  <a:lnTo>
                    <a:pt x="38925" y="194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31" name="Freeform: Shape 2430">
              <a:extLst>
                <a:ext uri="{FF2B5EF4-FFF2-40B4-BE49-F238E27FC236}">
                  <a16:creationId xmlns:a16="http://schemas.microsoft.com/office/drawing/2014/main" id="{A2BA0A09-26A5-9076-F580-CEBE5A0FE339}"/>
                </a:ext>
              </a:extLst>
            </p:cNvPr>
            <p:cNvSpPr/>
            <p:nvPr>
              <p:custDataLst>
                <p:tags r:id="rId134"/>
              </p:custDataLst>
            </p:nvPr>
          </p:nvSpPr>
          <p:spPr>
            <a:xfrm>
              <a:off x="11040890" y="5380056"/>
              <a:ext cx="101684" cy="34886"/>
            </a:xfrm>
            <a:custGeom>
              <a:avLst/>
              <a:gdLst>
                <a:gd name="connsiteX0" fmla="*/ 96733 w 101684"/>
                <a:gd name="connsiteY0" fmla="*/ 6038 h 34886"/>
                <a:gd name="connsiteX1" fmla="*/ 101932 w 101684"/>
                <a:gd name="connsiteY1" fmla="*/ 3056 h 34886"/>
                <a:gd name="connsiteX2" fmla="*/ 96886 w 101684"/>
                <a:gd name="connsiteY2" fmla="*/ 75 h 34886"/>
                <a:gd name="connsiteX3" fmla="*/ 5293 w 101684"/>
                <a:gd name="connsiteY3" fmla="*/ 75 h 34886"/>
                <a:gd name="connsiteX4" fmla="*/ 247 w 101684"/>
                <a:gd name="connsiteY4" fmla="*/ 3056 h 34886"/>
                <a:gd name="connsiteX5" fmla="*/ 5446 w 101684"/>
                <a:gd name="connsiteY5" fmla="*/ 6038 h 34886"/>
                <a:gd name="connsiteX6" fmla="*/ 96733 w 101684"/>
                <a:gd name="connsiteY6" fmla="*/ 6038 h 34886"/>
                <a:gd name="connsiteX7" fmla="*/ 96886 w 101684"/>
                <a:gd name="connsiteY7" fmla="*/ 34961 h 34886"/>
                <a:gd name="connsiteX8" fmla="*/ 101932 w 101684"/>
                <a:gd name="connsiteY8" fmla="*/ 31979 h 34886"/>
                <a:gd name="connsiteX9" fmla="*/ 96733 w 101684"/>
                <a:gd name="connsiteY9" fmla="*/ 28998 h 34886"/>
                <a:gd name="connsiteX10" fmla="*/ 5446 w 101684"/>
                <a:gd name="connsiteY10" fmla="*/ 28998 h 34886"/>
                <a:gd name="connsiteX11" fmla="*/ 247 w 101684"/>
                <a:gd name="connsiteY11" fmla="*/ 31979 h 34886"/>
                <a:gd name="connsiteX12" fmla="*/ 5293 w 101684"/>
                <a:gd name="connsiteY12" fmla="*/ 34961 h 34886"/>
                <a:gd name="connsiteX13" fmla="*/ 96886 w 101684"/>
                <a:gd name="connsiteY13" fmla="*/ 34961 h 3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684" h="34886">
                  <a:moveTo>
                    <a:pt x="96733" y="6038"/>
                  </a:moveTo>
                  <a:cubicBezTo>
                    <a:pt x="99026" y="6038"/>
                    <a:pt x="101932" y="6038"/>
                    <a:pt x="101932" y="3056"/>
                  </a:cubicBezTo>
                  <a:cubicBezTo>
                    <a:pt x="101932" y="75"/>
                    <a:pt x="99026" y="75"/>
                    <a:pt x="96886" y="75"/>
                  </a:cubicBezTo>
                  <a:lnTo>
                    <a:pt x="5293" y="75"/>
                  </a:lnTo>
                  <a:cubicBezTo>
                    <a:pt x="3152" y="75"/>
                    <a:pt x="247" y="75"/>
                    <a:pt x="247" y="3056"/>
                  </a:cubicBezTo>
                  <a:cubicBezTo>
                    <a:pt x="247" y="6038"/>
                    <a:pt x="3152" y="6038"/>
                    <a:pt x="5446" y="6038"/>
                  </a:cubicBezTo>
                  <a:lnTo>
                    <a:pt x="96733" y="6038"/>
                  </a:lnTo>
                  <a:close/>
                  <a:moveTo>
                    <a:pt x="96886" y="34961"/>
                  </a:moveTo>
                  <a:cubicBezTo>
                    <a:pt x="99026" y="34961"/>
                    <a:pt x="101932" y="34961"/>
                    <a:pt x="101932" y="31979"/>
                  </a:cubicBezTo>
                  <a:cubicBezTo>
                    <a:pt x="101932" y="28998"/>
                    <a:pt x="99026" y="28998"/>
                    <a:pt x="96733" y="28998"/>
                  </a:cubicBezTo>
                  <a:lnTo>
                    <a:pt x="5446" y="28998"/>
                  </a:lnTo>
                  <a:cubicBezTo>
                    <a:pt x="3152" y="28998"/>
                    <a:pt x="247" y="28998"/>
                    <a:pt x="247" y="31979"/>
                  </a:cubicBezTo>
                  <a:cubicBezTo>
                    <a:pt x="247" y="34961"/>
                    <a:pt x="3152" y="34961"/>
                    <a:pt x="5293" y="34961"/>
                  </a:cubicBezTo>
                  <a:lnTo>
                    <a:pt x="96886" y="349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32" name="Freeform: Shape 2431">
              <a:extLst>
                <a:ext uri="{FF2B5EF4-FFF2-40B4-BE49-F238E27FC236}">
                  <a16:creationId xmlns:a16="http://schemas.microsoft.com/office/drawing/2014/main" id="{92686D43-E751-2478-412B-C99FF55658B5}"/>
                </a:ext>
              </a:extLst>
            </p:cNvPr>
            <p:cNvSpPr/>
            <p:nvPr>
              <p:custDataLst>
                <p:tags r:id="rId135"/>
              </p:custDataLst>
            </p:nvPr>
          </p:nvSpPr>
          <p:spPr>
            <a:xfrm>
              <a:off x="11198318" y="5368874"/>
              <a:ext cx="82876" cy="98099"/>
            </a:xfrm>
            <a:custGeom>
              <a:avLst/>
              <a:gdLst>
                <a:gd name="connsiteX0" fmla="*/ 30992 w 82876"/>
                <a:gd name="connsiteY0" fmla="*/ 13642 h 98099"/>
                <a:gd name="connsiteX1" fmla="*/ 33286 w 82876"/>
                <a:gd name="connsiteY1" fmla="*/ 4100 h 98099"/>
                <a:gd name="connsiteX2" fmla="*/ 28852 w 82876"/>
                <a:gd name="connsiteY2" fmla="*/ 75 h 98099"/>
                <a:gd name="connsiteX3" fmla="*/ 22735 w 82876"/>
                <a:gd name="connsiteY3" fmla="*/ 5442 h 98099"/>
                <a:gd name="connsiteX4" fmla="*/ 716 w 82876"/>
                <a:gd name="connsiteY4" fmla="*/ 91763 h 98099"/>
                <a:gd name="connsiteX5" fmla="*/ 258 w 82876"/>
                <a:gd name="connsiteY5" fmla="*/ 94149 h 98099"/>
                <a:gd name="connsiteX6" fmla="*/ 4539 w 82876"/>
                <a:gd name="connsiteY6" fmla="*/ 98174 h 98099"/>
                <a:gd name="connsiteX7" fmla="*/ 9891 w 82876"/>
                <a:gd name="connsiteY7" fmla="*/ 95043 h 98099"/>
                <a:gd name="connsiteX8" fmla="*/ 18301 w 82876"/>
                <a:gd name="connsiteY8" fmla="*/ 62989 h 98099"/>
                <a:gd name="connsiteX9" fmla="*/ 33133 w 82876"/>
                <a:gd name="connsiteY9" fmla="*/ 67611 h 98099"/>
                <a:gd name="connsiteX10" fmla="*/ 53470 w 82876"/>
                <a:gd name="connsiteY10" fmla="*/ 56728 h 98099"/>
                <a:gd name="connsiteX11" fmla="*/ 67232 w 82876"/>
                <a:gd name="connsiteY11" fmla="*/ 67611 h 98099"/>
                <a:gd name="connsiteX12" fmla="*/ 78547 w 82876"/>
                <a:gd name="connsiteY12" fmla="*/ 59411 h 98099"/>
                <a:gd name="connsiteX13" fmla="*/ 83134 w 82876"/>
                <a:gd name="connsiteY13" fmla="*/ 44652 h 98099"/>
                <a:gd name="connsiteX14" fmla="*/ 81300 w 82876"/>
                <a:gd name="connsiteY14" fmla="*/ 43161 h 98099"/>
                <a:gd name="connsiteX15" fmla="*/ 79159 w 82876"/>
                <a:gd name="connsiteY15" fmla="*/ 45844 h 98099"/>
                <a:gd name="connsiteX16" fmla="*/ 67538 w 82876"/>
                <a:gd name="connsiteY16" fmla="*/ 64331 h 98099"/>
                <a:gd name="connsiteX17" fmla="*/ 62950 w 82876"/>
                <a:gd name="connsiteY17" fmla="*/ 57473 h 98099"/>
                <a:gd name="connsiteX18" fmla="*/ 66009 w 82876"/>
                <a:gd name="connsiteY18" fmla="*/ 41968 h 98099"/>
                <a:gd name="connsiteX19" fmla="*/ 70290 w 82876"/>
                <a:gd name="connsiteY19" fmla="*/ 25867 h 98099"/>
                <a:gd name="connsiteX20" fmla="*/ 72890 w 82876"/>
                <a:gd name="connsiteY20" fmla="*/ 15729 h 98099"/>
                <a:gd name="connsiteX21" fmla="*/ 75183 w 82876"/>
                <a:gd name="connsiteY21" fmla="*/ 5740 h 98099"/>
                <a:gd name="connsiteX22" fmla="*/ 70749 w 82876"/>
                <a:gd name="connsiteY22" fmla="*/ 1715 h 98099"/>
                <a:gd name="connsiteX23" fmla="*/ 64785 w 82876"/>
                <a:gd name="connsiteY23" fmla="*/ 6933 h 98099"/>
                <a:gd name="connsiteX24" fmla="*/ 57599 w 82876"/>
                <a:gd name="connsiteY24" fmla="*/ 34812 h 98099"/>
                <a:gd name="connsiteX25" fmla="*/ 53623 w 82876"/>
                <a:gd name="connsiteY25" fmla="*/ 50019 h 98099"/>
                <a:gd name="connsiteX26" fmla="*/ 33745 w 82876"/>
                <a:gd name="connsiteY26" fmla="*/ 64331 h 98099"/>
                <a:gd name="connsiteX27" fmla="*/ 22429 w 82876"/>
                <a:gd name="connsiteY27" fmla="*/ 51361 h 98099"/>
                <a:gd name="connsiteX28" fmla="*/ 24570 w 82876"/>
                <a:gd name="connsiteY28" fmla="*/ 38688 h 98099"/>
                <a:gd name="connsiteX29" fmla="*/ 30992 w 82876"/>
                <a:gd name="connsiteY29" fmla="*/ 13642 h 9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2876" h="98099">
                  <a:moveTo>
                    <a:pt x="30992" y="13642"/>
                  </a:moveTo>
                  <a:cubicBezTo>
                    <a:pt x="31757" y="10511"/>
                    <a:pt x="33286" y="4846"/>
                    <a:pt x="33286" y="4100"/>
                  </a:cubicBezTo>
                  <a:cubicBezTo>
                    <a:pt x="33286" y="1566"/>
                    <a:pt x="31451" y="75"/>
                    <a:pt x="28852" y="75"/>
                  </a:cubicBezTo>
                  <a:cubicBezTo>
                    <a:pt x="28393" y="75"/>
                    <a:pt x="24111" y="224"/>
                    <a:pt x="22735" y="5442"/>
                  </a:cubicBezTo>
                  <a:lnTo>
                    <a:pt x="716" y="91763"/>
                  </a:lnTo>
                  <a:cubicBezTo>
                    <a:pt x="258" y="93552"/>
                    <a:pt x="258" y="93850"/>
                    <a:pt x="258" y="94149"/>
                  </a:cubicBezTo>
                  <a:cubicBezTo>
                    <a:pt x="258" y="96385"/>
                    <a:pt x="1940" y="98174"/>
                    <a:pt x="4539" y="98174"/>
                  </a:cubicBezTo>
                  <a:cubicBezTo>
                    <a:pt x="7750" y="98174"/>
                    <a:pt x="9585" y="95490"/>
                    <a:pt x="9891" y="95043"/>
                  </a:cubicBezTo>
                  <a:cubicBezTo>
                    <a:pt x="10503" y="93701"/>
                    <a:pt x="12490" y="85949"/>
                    <a:pt x="18301" y="62989"/>
                  </a:cubicBezTo>
                  <a:cubicBezTo>
                    <a:pt x="23194" y="67015"/>
                    <a:pt x="30075" y="67611"/>
                    <a:pt x="33133" y="67611"/>
                  </a:cubicBezTo>
                  <a:cubicBezTo>
                    <a:pt x="43837" y="67611"/>
                    <a:pt x="49800" y="60902"/>
                    <a:pt x="53470" y="56728"/>
                  </a:cubicBezTo>
                  <a:cubicBezTo>
                    <a:pt x="54846" y="63437"/>
                    <a:pt x="60504" y="67611"/>
                    <a:pt x="67232" y="67611"/>
                  </a:cubicBezTo>
                  <a:cubicBezTo>
                    <a:pt x="72584" y="67611"/>
                    <a:pt x="76101" y="64182"/>
                    <a:pt x="78547" y="59411"/>
                  </a:cubicBezTo>
                  <a:cubicBezTo>
                    <a:pt x="81147" y="54044"/>
                    <a:pt x="83134" y="44950"/>
                    <a:pt x="83134" y="44652"/>
                  </a:cubicBezTo>
                  <a:cubicBezTo>
                    <a:pt x="83134" y="43161"/>
                    <a:pt x="81758" y="43161"/>
                    <a:pt x="81300" y="43161"/>
                  </a:cubicBezTo>
                  <a:cubicBezTo>
                    <a:pt x="79770" y="43161"/>
                    <a:pt x="79618" y="43757"/>
                    <a:pt x="79159" y="45844"/>
                  </a:cubicBezTo>
                  <a:cubicBezTo>
                    <a:pt x="76559" y="55535"/>
                    <a:pt x="73807" y="64331"/>
                    <a:pt x="67538" y="64331"/>
                  </a:cubicBezTo>
                  <a:cubicBezTo>
                    <a:pt x="63409" y="64331"/>
                    <a:pt x="62950" y="60455"/>
                    <a:pt x="62950" y="57473"/>
                  </a:cubicBezTo>
                  <a:cubicBezTo>
                    <a:pt x="62950" y="54193"/>
                    <a:pt x="64785" y="47186"/>
                    <a:pt x="66009" y="41968"/>
                  </a:cubicBezTo>
                  <a:lnTo>
                    <a:pt x="70290" y="25867"/>
                  </a:lnTo>
                  <a:cubicBezTo>
                    <a:pt x="70749" y="23630"/>
                    <a:pt x="72278" y="17965"/>
                    <a:pt x="72890" y="15729"/>
                  </a:cubicBezTo>
                  <a:cubicBezTo>
                    <a:pt x="73654" y="12300"/>
                    <a:pt x="75183" y="6635"/>
                    <a:pt x="75183" y="5740"/>
                  </a:cubicBezTo>
                  <a:cubicBezTo>
                    <a:pt x="75183" y="3056"/>
                    <a:pt x="73042" y="1715"/>
                    <a:pt x="70749" y="1715"/>
                  </a:cubicBezTo>
                  <a:cubicBezTo>
                    <a:pt x="69984" y="1715"/>
                    <a:pt x="66009" y="1864"/>
                    <a:pt x="64785" y="6933"/>
                  </a:cubicBezTo>
                  <a:lnTo>
                    <a:pt x="57599" y="34812"/>
                  </a:lnTo>
                  <a:cubicBezTo>
                    <a:pt x="55764" y="42266"/>
                    <a:pt x="54082" y="48528"/>
                    <a:pt x="53623" y="50019"/>
                  </a:cubicBezTo>
                  <a:cubicBezTo>
                    <a:pt x="53470" y="50764"/>
                    <a:pt x="46130" y="64331"/>
                    <a:pt x="33745" y="64331"/>
                  </a:cubicBezTo>
                  <a:cubicBezTo>
                    <a:pt x="26099" y="64331"/>
                    <a:pt x="22429" y="59411"/>
                    <a:pt x="22429" y="51361"/>
                  </a:cubicBezTo>
                  <a:cubicBezTo>
                    <a:pt x="22429" y="47037"/>
                    <a:pt x="23500" y="42863"/>
                    <a:pt x="24570" y="38688"/>
                  </a:cubicBezTo>
                  <a:lnTo>
                    <a:pt x="30992" y="136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2456" name="TextBox 2455">
            <a:extLst>
              <a:ext uri="{FF2B5EF4-FFF2-40B4-BE49-F238E27FC236}">
                <a16:creationId xmlns:a16="http://schemas.microsoft.com/office/drawing/2014/main" id="{F3C83216-D099-FC3D-DF83-502DB2D1D8DF}"/>
              </a:ext>
            </a:extLst>
          </p:cNvPr>
          <p:cNvSpPr txBox="1"/>
          <p:nvPr/>
        </p:nvSpPr>
        <p:spPr>
          <a:xfrm>
            <a:off x="6096000" y="4583673"/>
            <a:ext cx="5095875" cy="307777"/>
          </a:xfrm>
          <a:prstGeom prst="rect">
            <a:avLst/>
          </a:prstGeom>
          <a:noFill/>
        </p:spPr>
        <p:txBody>
          <a:bodyPr wrap="square">
            <a:spAutoFit/>
          </a:bodyPr>
          <a:lstStyle/>
          <a:p>
            <a:pPr lvl="0">
              <a:defRPr/>
            </a:pPr>
            <a:r>
              <a:rPr lang="en-US" sz="1400" b="1">
                <a:solidFill>
                  <a:prstClr val="black"/>
                </a:solidFill>
                <a:highlight>
                  <a:srgbClr val="FFC000"/>
                </a:highlight>
              </a:rPr>
              <a:t>The variance </a:t>
            </a:r>
            <a:r>
              <a:rPr lang="en-US" sz="1400">
                <a:solidFill>
                  <a:prstClr val="black"/>
                </a:solidFill>
              </a:rPr>
              <a:t>of the binomial response is given by:</a:t>
            </a:r>
          </a:p>
        </p:txBody>
      </p:sp>
      <p:grpSp>
        <p:nvGrpSpPr>
          <p:cNvPr id="2546" name="Group 2545" descr="\documentclass{article}&#10;\usepackage{amsmath}&#10;\usepackage{amsfonts}&#10;\pagestyle{empty}&#10;\begin{document}&#10;&#10;&#10;\[&#10;\mathrm{Var}(Y) = \mathbb{E}(Y^2) - \left[\mathbb{E}(Y)\right]^2&#10;\]&#10;&#10;&#10;&#10;&#10;&#10;\end{document}" title="IguanaTex Shape Display">
            <a:extLst>
              <a:ext uri="{FF2B5EF4-FFF2-40B4-BE49-F238E27FC236}">
                <a16:creationId xmlns:a16="http://schemas.microsoft.com/office/drawing/2014/main" id="{1D78904D-02AB-3FBA-3DB8-9EDCB44B4BEB}"/>
              </a:ext>
            </a:extLst>
          </p:cNvPr>
          <p:cNvGrpSpPr>
            <a:grpSpLocks noChangeAspect="1"/>
          </p:cNvGrpSpPr>
          <p:nvPr>
            <p:custDataLst>
              <p:tags r:id="rId4"/>
            </p:custDataLst>
          </p:nvPr>
        </p:nvGrpSpPr>
        <p:grpSpPr>
          <a:xfrm>
            <a:off x="7218362" y="5025961"/>
            <a:ext cx="1770335" cy="186179"/>
            <a:chOff x="9962002" y="5850266"/>
            <a:chExt cx="1770335" cy="186179"/>
          </a:xfrm>
        </p:grpSpPr>
        <p:sp>
          <p:nvSpPr>
            <p:cNvPr id="2526" name="Freeform: Shape 2525">
              <a:extLst>
                <a:ext uri="{FF2B5EF4-FFF2-40B4-BE49-F238E27FC236}">
                  <a16:creationId xmlns:a16="http://schemas.microsoft.com/office/drawing/2014/main" id="{56974C0B-9726-4687-1693-7BC29EA6FE60}"/>
                </a:ext>
              </a:extLst>
            </p:cNvPr>
            <p:cNvSpPr/>
            <p:nvPr>
              <p:custDataLst>
                <p:tags r:id="rId108"/>
              </p:custDataLst>
            </p:nvPr>
          </p:nvSpPr>
          <p:spPr>
            <a:xfrm>
              <a:off x="9962002" y="5893781"/>
              <a:ext cx="109191" cy="107800"/>
            </a:xfrm>
            <a:custGeom>
              <a:avLst/>
              <a:gdLst>
                <a:gd name="connsiteX0" fmla="*/ 92627 w 109191"/>
                <a:gd name="connsiteY0" fmla="*/ 15060 h 107800"/>
                <a:gd name="connsiteX1" fmla="*/ 109367 w 109191"/>
                <a:gd name="connsiteY1" fmla="*/ 4815 h 107800"/>
                <a:gd name="connsiteX2" fmla="*/ 109367 w 109191"/>
                <a:gd name="connsiteY2" fmla="*/ 75 h 107800"/>
                <a:gd name="connsiteX3" fmla="*/ 94470 w 109191"/>
                <a:gd name="connsiteY3" fmla="*/ 533 h 107800"/>
                <a:gd name="connsiteX4" fmla="*/ 76963 w 109191"/>
                <a:gd name="connsiteY4" fmla="*/ 75 h 107800"/>
                <a:gd name="connsiteX5" fmla="*/ 76963 w 109191"/>
                <a:gd name="connsiteY5" fmla="*/ 4815 h 107800"/>
                <a:gd name="connsiteX6" fmla="*/ 88174 w 109191"/>
                <a:gd name="connsiteY6" fmla="*/ 12460 h 107800"/>
                <a:gd name="connsiteX7" fmla="*/ 87406 w 109191"/>
                <a:gd name="connsiteY7" fmla="*/ 15519 h 107800"/>
                <a:gd name="connsiteX8" fmla="*/ 59302 w 109191"/>
                <a:gd name="connsiteY8" fmla="*/ 89221 h 107800"/>
                <a:gd name="connsiteX9" fmla="*/ 29969 w 109191"/>
                <a:gd name="connsiteY9" fmla="*/ 12002 h 107800"/>
                <a:gd name="connsiteX10" fmla="*/ 29048 w 109191"/>
                <a:gd name="connsiteY10" fmla="*/ 9249 h 107800"/>
                <a:gd name="connsiteX11" fmla="*/ 41641 w 109191"/>
                <a:gd name="connsiteY11" fmla="*/ 4815 h 107800"/>
                <a:gd name="connsiteX12" fmla="*/ 41641 w 109191"/>
                <a:gd name="connsiteY12" fmla="*/ 75 h 107800"/>
                <a:gd name="connsiteX13" fmla="*/ 19680 w 109191"/>
                <a:gd name="connsiteY13" fmla="*/ 533 h 107800"/>
                <a:gd name="connsiteX14" fmla="*/ 176 w 109191"/>
                <a:gd name="connsiteY14" fmla="*/ 75 h 107800"/>
                <a:gd name="connsiteX15" fmla="*/ 176 w 109191"/>
                <a:gd name="connsiteY15" fmla="*/ 4815 h 107800"/>
                <a:gd name="connsiteX16" fmla="*/ 15226 w 109191"/>
                <a:gd name="connsiteY16" fmla="*/ 10625 h 107800"/>
                <a:gd name="connsiteX17" fmla="*/ 50855 w 109191"/>
                <a:gd name="connsiteY17" fmla="*/ 104512 h 107800"/>
                <a:gd name="connsiteX18" fmla="*/ 54694 w 109191"/>
                <a:gd name="connsiteY18" fmla="*/ 107876 h 107800"/>
                <a:gd name="connsiteX19" fmla="*/ 58380 w 109191"/>
                <a:gd name="connsiteY19" fmla="*/ 104970 h 107800"/>
                <a:gd name="connsiteX20" fmla="*/ 92627 w 109191"/>
                <a:gd name="connsiteY20" fmla="*/ 15060 h 10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9191" h="107800">
                  <a:moveTo>
                    <a:pt x="92627" y="15060"/>
                  </a:moveTo>
                  <a:cubicBezTo>
                    <a:pt x="94777" y="9402"/>
                    <a:pt x="98924" y="4968"/>
                    <a:pt x="109367" y="4815"/>
                  </a:cubicBezTo>
                  <a:lnTo>
                    <a:pt x="109367" y="75"/>
                  </a:lnTo>
                  <a:cubicBezTo>
                    <a:pt x="104606" y="381"/>
                    <a:pt x="98463" y="533"/>
                    <a:pt x="94470" y="533"/>
                  </a:cubicBezTo>
                  <a:cubicBezTo>
                    <a:pt x="89863" y="533"/>
                    <a:pt x="80956" y="228"/>
                    <a:pt x="76963" y="75"/>
                  </a:cubicBezTo>
                  <a:lnTo>
                    <a:pt x="76963" y="4815"/>
                  </a:lnTo>
                  <a:cubicBezTo>
                    <a:pt x="84949" y="4968"/>
                    <a:pt x="88174" y="8943"/>
                    <a:pt x="88174" y="12460"/>
                  </a:cubicBezTo>
                  <a:cubicBezTo>
                    <a:pt x="88174" y="13684"/>
                    <a:pt x="87713" y="14601"/>
                    <a:pt x="87406" y="15519"/>
                  </a:cubicBezTo>
                  <a:lnTo>
                    <a:pt x="59302" y="89221"/>
                  </a:lnTo>
                  <a:lnTo>
                    <a:pt x="29969" y="12002"/>
                  </a:lnTo>
                  <a:cubicBezTo>
                    <a:pt x="29048" y="9861"/>
                    <a:pt x="29048" y="9555"/>
                    <a:pt x="29048" y="9249"/>
                  </a:cubicBezTo>
                  <a:cubicBezTo>
                    <a:pt x="29048" y="4815"/>
                    <a:pt x="37801" y="4815"/>
                    <a:pt x="41641" y="4815"/>
                  </a:cubicBezTo>
                  <a:lnTo>
                    <a:pt x="41641" y="75"/>
                  </a:lnTo>
                  <a:cubicBezTo>
                    <a:pt x="36112" y="533"/>
                    <a:pt x="25515" y="533"/>
                    <a:pt x="19680" y="533"/>
                  </a:cubicBezTo>
                  <a:cubicBezTo>
                    <a:pt x="12308" y="533"/>
                    <a:pt x="5704" y="228"/>
                    <a:pt x="176" y="75"/>
                  </a:cubicBezTo>
                  <a:lnTo>
                    <a:pt x="176" y="4815"/>
                  </a:lnTo>
                  <a:cubicBezTo>
                    <a:pt x="10158" y="4815"/>
                    <a:pt x="13076" y="4815"/>
                    <a:pt x="15226" y="10625"/>
                  </a:cubicBezTo>
                  <a:lnTo>
                    <a:pt x="50855" y="104512"/>
                  </a:lnTo>
                  <a:cubicBezTo>
                    <a:pt x="51930" y="107417"/>
                    <a:pt x="52698" y="107876"/>
                    <a:pt x="54694" y="107876"/>
                  </a:cubicBezTo>
                  <a:cubicBezTo>
                    <a:pt x="57305" y="107876"/>
                    <a:pt x="57612" y="107111"/>
                    <a:pt x="58380" y="104970"/>
                  </a:cubicBezTo>
                  <a:lnTo>
                    <a:pt x="92627" y="1506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27" name="Freeform: Shape 2526">
              <a:extLst>
                <a:ext uri="{FF2B5EF4-FFF2-40B4-BE49-F238E27FC236}">
                  <a16:creationId xmlns:a16="http://schemas.microsoft.com/office/drawing/2014/main" id="{B1998CA9-667D-0355-5C66-593D9246900C}"/>
                </a:ext>
              </a:extLst>
            </p:cNvPr>
            <p:cNvSpPr/>
            <p:nvPr>
              <p:custDataLst>
                <p:tags r:id="rId109"/>
              </p:custDataLst>
            </p:nvPr>
          </p:nvSpPr>
          <p:spPr>
            <a:xfrm>
              <a:off x="10067917" y="5929714"/>
              <a:ext cx="69261" cy="70185"/>
            </a:xfrm>
            <a:custGeom>
              <a:avLst/>
              <a:gdLst>
                <a:gd name="connsiteX0" fmla="*/ 44872 w 69261"/>
                <a:gd name="connsiteY0" fmla="*/ 56957 h 70185"/>
                <a:gd name="connsiteX1" fmla="*/ 56851 w 69261"/>
                <a:gd name="connsiteY1" fmla="*/ 69495 h 70185"/>
                <a:gd name="connsiteX2" fmla="*/ 69444 w 69261"/>
                <a:gd name="connsiteY2" fmla="*/ 54969 h 70185"/>
                <a:gd name="connsiteX3" fmla="*/ 69444 w 69261"/>
                <a:gd name="connsiteY3" fmla="*/ 46406 h 70185"/>
                <a:gd name="connsiteX4" fmla="*/ 65605 w 69261"/>
                <a:gd name="connsiteY4" fmla="*/ 46406 h 70185"/>
                <a:gd name="connsiteX5" fmla="*/ 65605 w 69261"/>
                <a:gd name="connsiteY5" fmla="*/ 54969 h 70185"/>
                <a:gd name="connsiteX6" fmla="*/ 60076 w 69261"/>
                <a:gd name="connsiteY6" fmla="*/ 64755 h 70185"/>
                <a:gd name="connsiteX7" fmla="*/ 54394 w 69261"/>
                <a:gd name="connsiteY7" fmla="*/ 57110 h 70185"/>
                <a:gd name="connsiteX8" fmla="*/ 54394 w 69261"/>
                <a:gd name="connsiteY8" fmla="*/ 26528 h 70185"/>
                <a:gd name="connsiteX9" fmla="*/ 48865 w 69261"/>
                <a:gd name="connsiteY9" fmla="*/ 8485 h 70185"/>
                <a:gd name="connsiteX10" fmla="*/ 27826 w 69261"/>
                <a:gd name="connsiteY10" fmla="*/ 75 h 70185"/>
                <a:gd name="connsiteX11" fmla="*/ 4636 w 69261"/>
                <a:gd name="connsiteY11" fmla="*/ 17353 h 70185"/>
                <a:gd name="connsiteX12" fmla="*/ 11700 w 69261"/>
                <a:gd name="connsiteY12" fmla="*/ 24540 h 70185"/>
                <a:gd name="connsiteX13" fmla="*/ 18765 w 69261"/>
                <a:gd name="connsiteY13" fmla="*/ 17506 h 70185"/>
                <a:gd name="connsiteX14" fmla="*/ 10932 w 69261"/>
                <a:gd name="connsiteY14" fmla="*/ 10473 h 70185"/>
                <a:gd name="connsiteX15" fmla="*/ 27518 w 69261"/>
                <a:gd name="connsiteY15" fmla="*/ 3439 h 70185"/>
                <a:gd name="connsiteX16" fmla="*/ 43797 w 69261"/>
                <a:gd name="connsiteY16" fmla="*/ 23011 h 70185"/>
                <a:gd name="connsiteX17" fmla="*/ 43797 w 69261"/>
                <a:gd name="connsiteY17" fmla="*/ 28669 h 70185"/>
                <a:gd name="connsiteX18" fmla="*/ 15540 w 69261"/>
                <a:gd name="connsiteY18" fmla="*/ 34173 h 70185"/>
                <a:gd name="connsiteX19" fmla="*/ 182 w 69261"/>
                <a:gd name="connsiteY19" fmla="*/ 54052 h 70185"/>
                <a:gd name="connsiteX20" fmla="*/ 24754 w 69261"/>
                <a:gd name="connsiteY20" fmla="*/ 70260 h 70185"/>
                <a:gd name="connsiteX21" fmla="*/ 44872 w 69261"/>
                <a:gd name="connsiteY21" fmla="*/ 56957 h 70185"/>
                <a:gd name="connsiteX22" fmla="*/ 43797 w 69261"/>
                <a:gd name="connsiteY22" fmla="*/ 31880 h 70185"/>
                <a:gd name="connsiteX23" fmla="*/ 43797 w 69261"/>
                <a:gd name="connsiteY23" fmla="*/ 47171 h 70185"/>
                <a:gd name="connsiteX24" fmla="*/ 25829 w 69261"/>
                <a:gd name="connsiteY24" fmla="*/ 66896 h 70185"/>
                <a:gd name="connsiteX25" fmla="*/ 12007 w 69261"/>
                <a:gd name="connsiteY25" fmla="*/ 53899 h 70185"/>
                <a:gd name="connsiteX26" fmla="*/ 43797 w 69261"/>
                <a:gd name="connsiteY26" fmla="*/ 31880 h 70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9261" h="70185">
                  <a:moveTo>
                    <a:pt x="44872" y="56957"/>
                  </a:moveTo>
                  <a:cubicBezTo>
                    <a:pt x="45487" y="63073"/>
                    <a:pt x="49633" y="69495"/>
                    <a:pt x="56851" y="69495"/>
                  </a:cubicBezTo>
                  <a:cubicBezTo>
                    <a:pt x="60076" y="69495"/>
                    <a:pt x="69444" y="67355"/>
                    <a:pt x="69444" y="54969"/>
                  </a:cubicBezTo>
                  <a:lnTo>
                    <a:pt x="69444" y="46406"/>
                  </a:lnTo>
                  <a:lnTo>
                    <a:pt x="65605" y="46406"/>
                  </a:lnTo>
                  <a:lnTo>
                    <a:pt x="65605" y="54969"/>
                  </a:lnTo>
                  <a:cubicBezTo>
                    <a:pt x="65605" y="63838"/>
                    <a:pt x="61766" y="64755"/>
                    <a:pt x="60076" y="64755"/>
                  </a:cubicBezTo>
                  <a:cubicBezTo>
                    <a:pt x="55008" y="64755"/>
                    <a:pt x="54394" y="57874"/>
                    <a:pt x="54394" y="57110"/>
                  </a:cubicBezTo>
                  <a:lnTo>
                    <a:pt x="54394" y="26528"/>
                  </a:lnTo>
                  <a:cubicBezTo>
                    <a:pt x="54394" y="20106"/>
                    <a:pt x="54394" y="14142"/>
                    <a:pt x="48865" y="8485"/>
                  </a:cubicBezTo>
                  <a:cubicBezTo>
                    <a:pt x="42876" y="2521"/>
                    <a:pt x="35197" y="75"/>
                    <a:pt x="27826" y="75"/>
                  </a:cubicBezTo>
                  <a:cubicBezTo>
                    <a:pt x="15233" y="75"/>
                    <a:pt x="4636" y="7261"/>
                    <a:pt x="4636" y="17353"/>
                  </a:cubicBezTo>
                  <a:cubicBezTo>
                    <a:pt x="4636" y="21941"/>
                    <a:pt x="7707" y="24540"/>
                    <a:pt x="11700" y="24540"/>
                  </a:cubicBezTo>
                  <a:cubicBezTo>
                    <a:pt x="16000" y="24540"/>
                    <a:pt x="18765" y="21482"/>
                    <a:pt x="18765" y="17506"/>
                  </a:cubicBezTo>
                  <a:cubicBezTo>
                    <a:pt x="18765" y="15671"/>
                    <a:pt x="17997" y="10625"/>
                    <a:pt x="10932" y="10473"/>
                  </a:cubicBezTo>
                  <a:cubicBezTo>
                    <a:pt x="15079" y="5121"/>
                    <a:pt x="22604" y="3439"/>
                    <a:pt x="27518" y="3439"/>
                  </a:cubicBezTo>
                  <a:cubicBezTo>
                    <a:pt x="35044" y="3439"/>
                    <a:pt x="43797" y="9402"/>
                    <a:pt x="43797" y="23011"/>
                  </a:cubicBezTo>
                  <a:lnTo>
                    <a:pt x="43797" y="28669"/>
                  </a:lnTo>
                  <a:cubicBezTo>
                    <a:pt x="35965" y="29127"/>
                    <a:pt x="25215" y="29586"/>
                    <a:pt x="15540" y="34173"/>
                  </a:cubicBezTo>
                  <a:cubicBezTo>
                    <a:pt x="4022" y="39372"/>
                    <a:pt x="182" y="47324"/>
                    <a:pt x="182" y="54052"/>
                  </a:cubicBezTo>
                  <a:cubicBezTo>
                    <a:pt x="182" y="66437"/>
                    <a:pt x="15079" y="70260"/>
                    <a:pt x="24754" y="70260"/>
                  </a:cubicBezTo>
                  <a:cubicBezTo>
                    <a:pt x="34890" y="70260"/>
                    <a:pt x="41954" y="64144"/>
                    <a:pt x="44872" y="56957"/>
                  </a:cubicBezTo>
                  <a:close/>
                  <a:moveTo>
                    <a:pt x="43797" y="31880"/>
                  </a:moveTo>
                  <a:lnTo>
                    <a:pt x="43797" y="47171"/>
                  </a:lnTo>
                  <a:cubicBezTo>
                    <a:pt x="43797" y="61697"/>
                    <a:pt x="32740" y="66896"/>
                    <a:pt x="25829" y="66896"/>
                  </a:cubicBezTo>
                  <a:cubicBezTo>
                    <a:pt x="18304" y="66896"/>
                    <a:pt x="12007" y="61544"/>
                    <a:pt x="12007" y="53899"/>
                  </a:cubicBezTo>
                  <a:cubicBezTo>
                    <a:pt x="12007" y="45489"/>
                    <a:pt x="18458" y="32797"/>
                    <a:pt x="43797" y="3188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28" name="Freeform: Shape 2527">
              <a:extLst>
                <a:ext uri="{FF2B5EF4-FFF2-40B4-BE49-F238E27FC236}">
                  <a16:creationId xmlns:a16="http://schemas.microsoft.com/office/drawing/2014/main" id="{8F01E591-B5E9-C721-35A6-0E3EC2CB2547}"/>
                </a:ext>
              </a:extLst>
            </p:cNvPr>
            <p:cNvSpPr/>
            <p:nvPr>
              <p:custDataLst>
                <p:tags r:id="rId110"/>
              </p:custDataLst>
            </p:nvPr>
          </p:nvSpPr>
          <p:spPr>
            <a:xfrm>
              <a:off x="10142555" y="5930632"/>
              <a:ext cx="51600" cy="67585"/>
            </a:xfrm>
            <a:custGeom>
              <a:avLst/>
              <a:gdLst>
                <a:gd name="connsiteX0" fmla="*/ 21534 w 51600"/>
                <a:gd name="connsiteY0" fmla="*/ 16895 h 67585"/>
                <a:gd name="connsiteX1" fmla="*/ 21534 w 51600"/>
                <a:gd name="connsiteY1" fmla="*/ 75 h 67585"/>
                <a:gd name="connsiteX2" fmla="*/ 187 w 51600"/>
                <a:gd name="connsiteY2" fmla="*/ 1757 h 67585"/>
                <a:gd name="connsiteX3" fmla="*/ 187 w 51600"/>
                <a:gd name="connsiteY3" fmla="*/ 6497 h 67585"/>
                <a:gd name="connsiteX4" fmla="*/ 12166 w 51600"/>
                <a:gd name="connsiteY4" fmla="*/ 15060 h 67585"/>
                <a:gd name="connsiteX5" fmla="*/ 12166 w 51600"/>
                <a:gd name="connsiteY5" fmla="*/ 56039 h 67585"/>
                <a:gd name="connsiteX6" fmla="*/ 187 w 51600"/>
                <a:gd name="connsiteY6" fmla="*/ 62920 h 67585"/>
                <a:gd name="connsiteX7" fmla="*/ 187 w 51600"/>
                <a:gd name="connsiteY7" fmla="*/ 67661 h 67585"/>
                <a:gd name="connsiteX8" fmla="*/ 17695 w 51600"/>
                <a:gd name="connsiteY8" fmla="*/ 67202 h 67585"/>
                <a:gd name="connsiteX9" fmla="*/ 37199 w 51600"/>
                <a:gd name="connsiteY9" fmla="*/ 67661 h 67585"/>
                <a:gd name="connsiteX10" fmla="*/ 37199 w 51600"/>
                <a:gd name="connsiteY10" fmla="*/ 62920 h 67585"/>
                <a:gd name="connsiteX11" fmla="*/ 33974 w 51600"/>
                <a:gd name="connsiteY11" fmla="*/ 62920 h 67585"/>
                <a:gd name="connsiteX12" fmla="*/ 22302 w 51600"/>
                <a:gd name="connsiteY12" fmla="*/ 55734 h 67585"/>
                <a:gd name="connsiteX13" fmla="*/ 22302 w 51600"/>
                <a:gd name="connsiteY13" fmla="*/ 32186 h 67585"/>
                <a:gd name="connsiteX14" fmla="*/ 40424 w 51600"/>
                <a:gd name="connsiteY14" fmla="*/ 3439 h 67585"/>
                <a:gd name="connsiteX15" fmla="*/ 42113 w 51600"/>
                <a:gd name="connsiteY15" fmla="*/ 3592 h 67585"/>
                <a:gd name="connsiteX16" fmla="*/ 38581 w 51600"/>
                <a:gd name="connsiteY16" fmla="*/ 9555 h 67585"/>
                <a:gd name="connsiteX17" fmla="*/ 45184 w 51600"/>
                <a:gd name="connsiteY17" fmla="*/ 16130 h 67585"/>
                <a:gd name="connsiteX18" fmla="*/ 51788 w 51600"/>
                <a:gd name="connsiteY18" fmla="*/ 9402 h 67585"/>
                <a:gd name="connsiteX19" fmla="*/ 40424 w 51600"/>
                <a:gd name="connsiteY19" fmla="*/ 75 h 67585"/>
                <a:gd name="connsiteX20" fmla="*/ 21534 w 51600"/>
                <a:gd name="connsiteY20" fmla="*/ 16895 h 6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600" h="67585">
                  <a:moveTo>
                    <a:pt x="21534" y="16895"/>
                  </a:moveTo>
                  <a:lnTo>
                    <a:pt x="21534" y="75"/>
                  </a:lnTo>
                  <a:lnTo>
                    <a:pt x="187" y="1757"/>
                  </a:lnTo>
                  <a:lnTo>
                    <a:pt x="187" y="6497"/>
                  </a:lnTo>
                  <a:cubicBezTo>
                    <a:pt x="10937" y="6497"/>
                    <a:pt x="12166" y="7567"/>
                    <a:pt x="12166" y="15060"/>
                  </a:cubicBezTo>
                  <a:lnTo>
                    <a:pt x="12166" y="56039"/>
                  </a:lnTo>
                  <a:cubicBezTo>
                    <a:pt x="12166" y="62920"/>
                    <a:pt x="10477" y="62920"/>
                    <a:pt x="187" y="62920"/>
                  </a:cubicBezTo>
                  <a:lnTo>
                    <a:pt x="187" y="67661"/>
                  </a:lnTo>
                  <a:cubicBezTo>
                    <a:pt x="6177" y="67508"/>
                    <a:pt x="13395" y="67202"/>
                    <a:pt x="17695" y="67202"/>
                  </a:cubicBezTo>
                  <a:cubicBezTo>
                    <a:pt x="23838" y="67202"/>
                    <a:pt x="31056" y="67202"/>
                    <a:pt x="37199" y="67661"/>
                  </a:cubicBezTo>
                  <a:lnTo>
                    <a:pt x="37199" y="62920"/>
                  </a:lnTo>
                  <a:lnTo>
                    <a:pt x="33974" y="62920"/>
                  </a:lnTo>
                  <a:cubicBezTo>
                    <a:pt x="22609" y="62920"/>
                    <a:pt x="22302" y="61238"/>
                    <a:pt x="22302" y="55734"/>
                  </a:cubicBezTo>
                  <a:lnTo>
                    <a:pt x="22302" y="32186"/>
                  </a:lnTo>
                  <a:cubicBezTo>
                    <a:pt x="22302" y="17048"/>
                    <a:pt x="28752" y="3439"/>
                    <a:pt x="40424" y="3439"/>
                  </a:cubicBezTo>
                  <a:cubicBezTo>
                    <a:pt x="41499" y="3439"/>
                    <a:pt x="41806" y="3439"/>
                    <a:pt x="42113" y="3592"/>
                  </a:cubicBezTo>
                  <a:cubicBezTo>
                    <a:pt x="41652" y="3745"/>
                    <a:pt x="38581" y="5579"/>
                    <a:pt x="38581" y="9555"/>
                  </a:cubicBezTo>
                  <a:cubicBezTo>
                    <a:pt x="38581" y="13837"/>
                    <a:pt x="41806" y="16130"/>
                    <a:pt x="45184" y="16130"/>
                  </a:cubicBezTo>
                  <a:cubicBezTo>
                    <a:pt x="47949" y="16130"/>
                    <a:pt x="51788" y="14295"/>
                    <a:pt x="51788" y="9402"/>
                  </a:cubicBezTo>
                  <a:cubicBezTo>
                    <a:pt x="51788" y="4509"/>
                    <a:pt x="47027" y="75"/>
                    <a:pt x="40424" y="75"/>
                  </a:cubicBezTo>
                  <a:cubicBezTo>
                    <a:pt x="29213" y="75"/>
                    <a:pt x="23684" y="10320"/>
                    <a:pt x="21534" y="1689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29" name="Freeform: Shape 2528">
              <a:extLst>
                <a:ext uri="{FF2B5EF4-FFF2-40B4-BE49-F238E27FC236}">
                  <a16:creationId xmlns:a16="http://schemas.microsoft.com/office/drawing/2014/main" id="{94603F21-B607-9528-C16C-1C0F969044BB}"/>
                </a:ext>
              </a:extLst>
            </p:cNvPr>
            <p:cNvSpPr/>
            <p:nvPr>
              <p:custDataLst>
                <p:tags r:id="rId111"/>
              </p:custDataLst>
            </p:nvPr>
          </p:nvSpPr>
          <p:spPr>
            <a:xfrm>
              <a:off x="10213608" y="5883536"/>
              <a:ext cx="35629" cy="152909"/>
            </a:xfrm>
            <a:custGeom>
              <a:avLst/>
              <a:gdLst>
                <a:gd name="connsiteX0" fmla="*/ 35820 w 35629"/>
                <a:gd name="connsiteY0" fmla="*/ 151455 h 152909"/>
                <a:gd name="connsiteX1" fmla="*/ 33210 w 35629"/>
                <a:gd name="connsiteY1" fmla="*/ 148091 h 152909"/>
                <a:gd name="connsiteX2" fmla="*/ 9098 w 35629"/>
                <a:gd name="connsiteY2" fmla="*/ 76529 h 152909"/>
                <a:gd name="connsiteX3" fmla="*/ 33824 w 35629"/>
                <a:gd name="connsiteY3" fmla="*/ 4203 h 152909"/>
                <a:gd name="connsiteX4" fmla="*/ 35820 w 35629"/>
                <a:gd name="connsiteY4" fmla="*/ 1604 h 152909"/>
                <a:gd name="connsiteX5" fmla="*/ 34285 w 35629"/>
                <a:gd name="connsiteY5" fmla="*/ 75 h 152909"/>
                <a:gd name="connsiteX6" fmla="*/ 9866 w 35629"/>
                <a:gd name="connsiteY6" fmla="*/ 29892 h 152909"/>
                <a:gd name="connsiteX7" fmla="*/ 191 w 35629"/>
                <a:gd name="connsiteY7" fmla="*/ 76529 h 152909"/>
                <a:gd name="connsiteX8" fmla="*/ 10327 w 35629"/>
                <a:gd name="connsiteY8" fmla="*/ 124237 h 152909"/>
                <a:gd name="connsiteX9" fmla="*/ 34285 w 35629"/>
                <a:gd name="connsiteY9" fmla="*/ 152984 h 152909"/>
                <a:gd name="connsiteX10" fmla="*/ 35820 w 35629"/>
                <a:gd name="connsiteY10" fmla="*/ 151455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29" h="152909">
                  <a:moveTo>
                    <a:pt x="35820" y="151455"/>
                  </a:moveTo>
                  <a:cubicBezTo>
                    <a:pt x="35820" y="150996"/>
                    <a:pt x="35820" y="150690"/>
                    <a:pt x="33210" y="148091"/>
                  </a:cubicBezTo>
                  <a:cubicBezTo>
                    <a:pt x="14013" y="128824"/>
                    <a:pt x="9098" y="99924"/>
                    <a:pt x="9098" y="76529"/>
                  </a:cubicBezTo>
                  <a:cubicBezTo>
                    <a:pt x="9098" y="49923"/>
                    <a:pt x="14934" y="23317"/>
                    <a:pt x="33824" y="4203"/>
                  </a:cubicBezTo>
                  <a:cubicBezTo>
                    <a:pt x="35820" y="2368"/>
                    <a:pt x="35820" y="2063"/>
                    <a:pt x="35820" y="1604"/>
                  </a:cubicBezTo>
                  <a:cubicBezTo>
                    <a:pt x="35820" y="533"/>
                    <a:pt x="35206" y="75"/>
                    <a:pt x="34285" y="75"/>
                  </a:cubicBezTo>
                  <a:cubicBezTo>
                    <a:pt x="32749" y="75"/>
                    <a:pt x="18927" y="10473"/>
                    <a:pt x="9866" y="29892"/>
                  </a:cubicBezTo>
                  <a:cubicBezTo>
                    <a:pt x="2034" y="46712"/>
                    <a:pt x="191" y="63685"/>
                    <a:pt x="191" y="76529"/>
                  </a:cubicBezTo>
                  <a:cubicBezTo>
                    <a:pt x="191" y="88456"/>
                    <a:pt x="1880" y="106958"/>
                    <a:pt x="10327" y="124237"/>
                  </a:cubicBezTo>
                  <a:cubicBezTo>
                    <a:pt x="19542" y="143045"/>
                    <a:pt x="32749" y="152984"/>
                    <a:pt x="34285" y="152984"/>
                  </a:cubicBezTo>
                  <a:cubicBezTo>
                    <a:pt x="35206" y="152984"/>
                    <a:pt x="35820" y="152525"/>
                    <a:pt x="35820" y="15145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30" name="Freeform: Shape 2529">
              <a:extLst>
                <a:ext uri="{FF2B5EF4-FFF2-40B4-BE49-F238E27FC236}">
                  <a16:creationId xmlns:a16="http://schemas.microsoft.com/office/drawing/2014/main" id="{518BDFF8-F2BD-D7B3-AABE-C5569201A709}"/>
                </a:ext>
              </a:extLst>
            </p:cNvPr>
            <p:cNvSpPr/>
            <p:nvPr>
              <p:custDataLst>
                <p:tags r:id="rId112"/>
              </p:custDataLst>
            </p:nvPr>
          </p:nvSpPr>
          <p:spPr>
            <a:xfrm>
              <a:off x="10263503" y="5893781"/>
              <a:ext cx="111648" cy="104436"/>
            </a:xfrm>
            <a:custGeom>
              <a:avLst/>
              <a:gdLst>
                <a:gd name="connsiteX0" fmla="*/ 86504 w 111648"/>
                <a:gd name="connsiteY0" fmla="*/ 17506 h 104436"/>
                <a:gd name="connsiteX1" fmla="*/ 88654 w 111648"/>
                <a:gd name="connsiteY1" fmla="*/ 15366 h 104436"/>
                <a:gd name="connsiteX2" fmla="*/ 108772 w 111648"/>
                <a:gd name="connsiteY2" fmla="*/ 4815 h 104436"/>
                <a:gd name="connsiteX3" fmla="*/ 111843 w 111648"/>
                <a:gd name="connsiteY3" fmla="*/ 1910 h 104436"/>
                <a:gd name="connsiteX4" fmla="*/ 109847 w 111648"/>
                <a:gd name="connsiteY4" fmla="*/ 75 h 104436"/>
                <a:gd name="connsiteX5" fmla="*/ 97254 w 111648"/>
                <a:gd name="connsiteY5" fmla="*/ 533 h 104436"/>
                <a:gd name="connsiteX6" fmla="*/ 81897 w 111648"/>
                <a:gd name="connsiteY6" fmla="*/ 75 h 104436"/>
                <a:gd name="connsiteX7" fmla="*/ 78979 w 111648"/>
                <a:gd name="connsiteY7" fmla="*/ 2980 h 104436"/>
                <a:gd name="connsiteX8" fmla="*/ 81282 w 111648"/>
                <a:gd name="connsiteY8" fmla="*/ 4815 h 104436"/>
                <a:gd name="connsiteX9" fmla="*/ 86811 w 111648"/>
                <a:gd name="connsiteY9" fmla="*/ 8332 h 104436"/>
                <a:gd name="connsiteX10" fmla="*/ 82664 w 111648"/>
                <a:gd name="connsiteY10" fmla="*/ 15671 h 104436"/>
                <a:gd name="connsiteX11" fmla="*/ 47035 w 111648"/>
                <a:gd name="connsiteY11" fmla="*/ 56498 h 104436"/>
                <a:gd name="connsiteX12" fmla="*/ 30142 w 111648"/>
                <a:gd name="connsiteY12" fmla="*/ 11084 h 104436"/>
                <a:gd name="connsiteX13" fmla="*/ 29221 w 111648"/>
                <a:gd name="connsiteY13" fmla="*/ 8485 h 104436"/>
                <a:gd name="connsiteX14" fmla="*/ 38281 w 111648"/>
                <a:gd name="connsiteY14" fmla="*/ 4815 h 104436"/>
                <a:gd name="connsiteX15" fmla="*/ 41967 w 111648"/>
                <a:gd name="connsiteY15" fmla="*/ 1757 h 104436"/>
                <a:gd name="connsiteX16" fmla="*/ 39664 w 111648"/>
                <a:gd name="connsiteY16" fmla="*/ 75 h 104436"/>
                <a:gd name="connsiteX17" fmla="*/ 20313 w 111648"/>
                <a:gd name="connsiteY17" fmla="*/ 533 h 104436"/>
                <a:gd name="connsiteX18" fmla="*/ 3113 w 111648"/>
                <a:gd name="connsiteY18" fmla="*/ 75 h 104436"/>
                <a:gd name="connsiteX19" fmla="*/ 195 w 111648"/>
                <a:gd name="connsiteY19" fmla="*/ 3133 h 104436"/>
                <a:gd name="connsiteX20" fmla="*/ 3727 w 111648"/>
                <a:gd name="connsiteY20" fmla="*/ 4815 h 104436"/>
                <a:gd name="connsiteX21" fmla="*/ 14938 w 111648"/>
                <a:gd name="connsiteY21" fmla="*/ 10014 h 104436"/>
                <a:gd name="connsiteX22" fmla="*/ 33828 w 111648"/>
                <a:gd name="connsiteY22" fmla="*/ 60321 h 104436"/>
                <a:gd name="connsiteX23" fmla="*/ 34442 w 111648"/>
                <a:gd name="connsiteY23" fmla="*/ 62920 h 104436"/>
                <a:gd name="connsiteX24" fmla="*/ 27531 w 111648"/>
                <a:gd name="connsiteY24" fmla="*/ 90750 h 104436"/>
                <a:gd name="connsiteX25" fmla="*/ 13095 w 111648"/>
                <a:gd name="connsiteY25" fmla="*/ 99771 h 104436"/>
                <a:gd name="connsiteX26" fmla="*/ 8949 w 111648"/>
                <a:gd name="connsiteY26" fmla="*/ 102830 h 104436"/>
                <a:gd name="connsiteX27" fmla="*/ 11099 w 111648"/>
                <a:gd name="connsiteY27" fmla="*/ 104512 h 104436"/>
                <a:gd name="connsiteX28" fmla="*/ 30449 w 111648"/>
                <a:gd name="connsiteY28" fmla="*/ 104053 h 104436"/>
                <a:gd name="connsiteX29" fmla="*/ 50107 w 111648"/>
                <a:gd name="connsiteY29" fmla="*/ 104512 h 104436"/>
                <a:gd name="connsiteX30" fmla="*/ 53025 w 111648"/>
                <a:gd name="connsiteY30" fmla="*/ 101453 h 104436"/>
                <a:gd name="connsiteX31" fmla="*/ 48724 w 111648"/>
                <a:gd name="connsiteY31" fmla="*/ 99771 h 104436"/>
                <a:gd name="connsiteX32" fmla="*/ 42889 w 111648"/>
                <a:gd name="connsiteY32" fmla="*/ 99466 h 104436"/>
                <a:gd name="connsiteX33" fmla="*/ 38742 w 111648"/>
                <a:gd name="connsiteY33" fmla="*/ 97019 h 104436"/>
                <a:gd name="connsiteX34" fmla="*/ 40892 w 111648"/>
                <a:gd name="connsiteY34" fmla="*/ 87386 h 104436"/>
                <a:gd name="connsiteX35" fmla="*/ 46267 w 111648"/>
                <a:gd name="connsiteY35" fmla="*/ 65826 h 104436"/>
                <a:gd name="connsiteX36" fmla="*/ 48417 w 111648"/>
                <a:gd name="connsiteY36" fmla="*/ 61085 h 104436"/>
                <a:gd name="connsiteX37" fmla="*/ 86504 w 111648"/>
                <a:gd name="connsiteY37" fmla="*/ 17506 h 104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648" h="104436">
                  <a:moveTo>
                    <a:pt x="86504" y="17506"/>
                  </a:moveTo>
                  <a:lnTo>
                    <a:pt x="88654" y="15366"/>
                  </a:lnTo>
                  <a:cubicBezTo>
                    <a:pt x="93261" y="10778"/>
                    <a:pt x="98329" y="5579"/>
                    <a:pt x="108772" y="4815"/>
                  </a:cubicBezTo>
                  <a:cubicBezTo>
                    <a:pt x="110461" y="4662"/>
                    <a:pt x="111843" y="4662"/>
                    <a:pt x="111843" y="1910"/>
                  </a:cubicBezTo>
                  <a:cubicBezTo>
                    <a:pt x="111843" y="686"/>
                    <a:pt x="111076" y="75"/>
                    <a:pt x="109847" y="75"/>
                  </a:cubicBezTo>
                  <a:cubicBezTo>
                    <a:pt x="105854" y="75"/>
                    <a:pt x="101400" y="533"/>
                    <a:pt x="97254" y="533"/>
                  </a:cubicBezTo>
                  <a:cubicBezTo>
                    <a:pt x="92186" y="533"/>
                    <a:pt x="86811" y="75"/>
                    <a:pt x="81897" y="75"/>
                  </a:cubicBezTo>
                  <a:cubicBezTo>
                    <a:pt x="80975" y="75"/>
                    <a:pt x="78979" y="75"/>
                    <a:pt x="78979" y="2980"/>
                  </a:cubicBezTo>
                  <a:cubicBezTo>
                    <a:pt x="78979" y="4662"/>
                    <a:pt x="80514" y="4815"/>
                    <a:pt x="81282" y="4815"/>
                  </a:cubicBezTo>
                  <a:cubicBezTo>
                    <a:pt x="82357" y="4815"/>
                    <a:pt x="86811" y="5121"/>
                    <a:pt x="86811" y="8332"/>
                  </a:cubicBezTo>
                  <a:cubicBezTo>
                    <a:pt x="86811" y="10931"/>
                    <a:pt x="83279" y="14907"/>
                    <a:pt x="82664" y="15671"/>
                  </a:cubicBezTo>
                  <a:lnTo>
                    <a:pt x="47035" y="56498"/>
                  </a:lnTo>
                  <a:lnTo>
                    <a:pt x="30142" y="11084"/>
                  </a:lnTo>
                  <a:cubicBezTo>
                    <a:pt x="29221" y="8943"/>
                    <a:pt x="29221" y="8638"/>
                    <a:pt x="29221" y="8485"/>
                  </a:cubicBezTo>
                  <a:cubicBezTo>
                    <a:pt x="29221" y="4815"/>
                    <a:pt x="36746" y="4815"/>
                    <a:pt x="38281" y="4815"/>
                  </a:cubicBezTo>
                  <a:cubicBezTo>
                    <a:pt x="40431" y="4815"/>
                    <a:pt x="41967" y="4815"/>
                    <a:pt x="41967" y="1757"/>
                  </a:cubicBezTo>
                  <a:cubicBezTo>
                    <a:pt x="41967" y="75"/>
                    <a:pt x="40124" y="75"/>
                    <a:pt x="39664" y="75"/>
                  </a:cubicBezTo>
                  <a:cubicBezTo>
                    <a:pt x="35364" y="75"/>
                    <a:pt x="24613" y="533"/>
                    <a:pt x="20313" y="533"/>
                  </a:cubicBezTo>
                  <a:cubicBezTo>
                    <a:pt x="16474" y="533"/>
                    <a:pt x="6952" y="75"/>
                    <a:pt x="3113" y="75"/>
                  </a:cubicBezTo>
                  <a:cubicBezTo>
                    <a:pt x="2192" y="75"/>
                    <a:pt x="195" y="75"/>
                    <a:pt x="195" y="3133"/>
                  </a:cubicBezTo>
                  <a:cubicBezTo>
                    <a:pt x="195" y="4815"/>
                    <a:pt x="1731" y="4815"/>
                    <a:pt x="3727" y="4815"/>
                  </a:cubicBezTo>
                  <a:cubicBezTo>
                    <a:pt x="12942" y="4815"/>
                    <a:pt x="13556" y="6191"/>
                    <a:pt x="14938" y="10014"/>
                  </a:cubicBezTo>
                  <a:lnTo>
                    <a:pt x="33828" y="60321"/>
                  </a:lnTo>
                  <a:cubicBezTo>
                    <a:pt x="33981" y="60780"/>
                    <a:pt x="34442" y="62462"/>
                    <a:pt x="34442" y="62920"/>
                  </a:cubicBezTo>
                  <a:cubicBezTo>
                    <a:pt x="34442" y="63379"/>
                    <a:pt x="28299" y="87997"/>
                    <a:pt x="27531" y="90750"/>
                  </a:cubicBezTo>
                  <a:cubicBezTo>
                    <a:pt x="25535" y="99160"/>
                    <a:pt x="25381" y="99619"/>
                    <a:pt x="13095" y="99771"/>
                  </a:cubicBezTo>
                  <a:cubicBezTo>
                    <a:pt x="10177" y="99771"/>
                    <a:pt x="8949" y="99771"/>
                    <a:pt x="8949" y="102830"/>
                  </a:cubicBezTo>
                  <a:cubicBezTo>
                    <a:pt x="8949" y="104512"/>
                    <a:pt x="10792" y="104512"/>
                    <a:pt x="11099" y="104512"/>
                  </a:cubicBezTo>
                  <a:cubicBezTo>
                    <a:pt x="15399" y="104512"/>
                    <a:pt x="26149" y="104053"/>
                    <a:pt x="30449" y="104053"/>
                  </a:cubicBezTo>
                  <a:cubicBezTo>
                    <a:pt x="34749" y="104053"/>
                    <a:pt x="45807" y="104512"/>
                    <a:pt x="50107" y="104512"/>
                  </a:cubicBezTo>
                  <a:cubicBezTo>
                    <a:pt x="51182" y="104512"/>
                    <a:pt x="53025" y="104512"/>
                    <a:pt x="53025" y="101453"/>
                  </a:cubicBezTo>
                  <a:cubicBezTo>
                    <a:pt x="53025" y="99771"/>
                    <a:pt x="51642" y="99771"/>
                    <a:pt x="48724" y="99771"/>
                  </a:cubicBezTo>
                  <a:cubicBezTo>
                    <a:pt x="48417" y="99771"/>
                    <a:pt x="45499" y="99771"/>
                    <a:pt x="42889" y="99466"/>
                  </a:cubicBezTo>
                  <a:cubicBezTo>
                    <a:pt x="39664" y="99160"/>
                    <a:pt x="38742" y="98854"/>
                    <a:pt x="38742" y="97019"/>
                  </a:cubicBezTo>
                  <a:cubicBezTo>
                    <a:pt x="38742" y="95949"/>
                    <a:pt x="40124" y="90597"/>
                    <a:pt x="40892" y="87386"/>
                  </a:cubicBezTo>
                  <a:lnTo>
                    <a:pt x="46267" y="65826"/>
                  </a:lnTo>
                  <a:cubicBezTo>
                    <a:pt x="47035" y="62920"/>
                    <a:pt x="47189" y="62462"/>
                    <a:pt x="48417" y="61085"/>
                  </a:cubicBezTo>
                  <a:lnTo>
                    <a:pt x="86504" y="175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31" name="Freeform: Shape 2530">
              <a:extLst>
                <a:ext uri="{FF2B5EF4-FFF2-40B4-BE49-F238E27FC236}">
                  <a16:creationId xmlns:a16="http://schemas.microsoft.com/office/drawing/2014/main" id="{2460D0D6-BDC6-C437-7DEE-7018BD14BBE5}"/>
                </a:ext>
              </a:extLst>
            </p:cNvPr>
            <p:cNvSpPr/>
            <p:nvPr>
              <p:custDataLst>
                <p:tags r:id="rId113"/>
              </p:custDataLst>
            </p:nvPr>
          </p:nvSpPr>
          <p:spPr>
            <a:xfrm>
              <a:off x="10390168" y="5883536"/>
              <a:ext cx="35629" cy="152909"/>
            </a:xfrm>
            <a:custGeom>
              <a:avLst/>
              <a:gdLst>
                <a:gd name="connsiteX0" fmla="*/ 35832 w 35629"/>
                <a:gd name="connsiteY0" fmla="*/ 76529 h 152909"/>
                <a:gd name="connsiteX1" fmla="*/ 25696 w 35629"/>
                <a:gd name="connsiteY1" fmla="*/ 28822 h 152909"/>
                <a:gd name="connsiteX2" fmla="*/ 1739 w 35629"/>
                <a:gd name="connsiteY2" fmla="*/ 75 h 152909"/>
                <a:gd name="connsiteX3" fmla="*/ 203 w 35629"/>
                <a:gd name="connsiteY3" fmla="*/ 1604 h 152909"/>
                <a:gd name="connsiteX4" fmla="*/ 3121 w 35629"/>
                <a:gd name="connsiteY4" fmla="*/ 5121 h 152909"/>
                <a:gd name="connsiteX5" fmla="*/ 26925 w 35629"/>
                <a:gd name="connsiteY5" fmla="*/ 76529 h 152909"/>
                <a:gd name="connsiteX6" fmla="*/ 2200 w 35629"/>
                <a:gd name="connsiteY6" fmla="*/ 148855 h 152909"/>
                <a:gd name="connsiteX7" fmla="*/ 203 w 35629"/>
                <a:gd name="connsiteY7" fmla="*/ 151455 h 152909"/>
                <a:gd name="connsiteX8" fmla="*/ 1739 w 35629"/>
                <a:gd name="connsiteY8" fmla="*/ 152984 h 152909"/>
                <a:gd name="connsiteX9" fmla="*/ 26157 w 35629"/>
                <a:gd name="connsiteY9" fmla="*/ 123167 h 152909"/>
                <a:gd name="connsiteX10" fmla="*/ 35832 w 35629"/>
                <a:gd name="connsiteY10" fmla="*/ 76529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29" h="152909">
                  <a:moveTo>
                    <a:pt x="35832" y="76529"/>
                  </a:moveTo>
                  <a:cubicBezTo>
                    <a:pt x="35832" y="64602"/>
                    <a:pt x="34143" y="46100"/>
                    <a:pt x="25696" y="28822"/>
                  </a:cubicBezTo>
                  <a:cubicBezTo>
                    <a:pt x="16482" y="10014"/>
                    <a:pt x="3275" y="75"/>
                    <a:pt x="1739" y="75"/>
                  </a:cubicBezTo>
                  <a:cubicBezTo>
                    <a:pt x="817" y="75"/>
                    <a:pt x="203" y="686"/>
                    <a:pt x="203" y="1604"/>
                  </a:cubicBezTo>
                  <a:cubicBezTo>
                    <a:pt x="203" y="2063"/>
                    <a:pt x="203" y="2368"/>
                    <a:pt x="3121" y="5121"/>
                  </a:cubicBezTo>
                  <a:cubicBezTo>
                    <a:pt x="18171" y="20259"/>
                    <a:pt x="26925" y="44571"/>
                    <a:pt x="26925" y="76529"/>
                  </a:cubicBezTo>
                  <a:cubicBezTo>
                    <a:pt x="26925" y="102677"/>
                    <a:pt x="21243" y="129589"/>
                    <a:pt x="2200" y="148855"/>
                  </a:cubicBezTo>
                  <a:cubicBezTo>
                    <a:pt x="203" y="150690"/>
                    <a:pt x="203" y="150996"/>
                    <a:pt x="203" y="151455"/>
                  </a:cubicBezTo>
                  <a:cubicBezTo>
                    <a:pt x="203" y="152372"/>
                    <a:pt x="817" y="152984"/>
                    <a:pt x="1739" y="152984"/>
                  </a:cubicBezTo>
                  <a:cubicBezTo>
                    <a:pt x="3275" y="152984"/>
                    <a:pt x="17096" y="142586"/>
                    <a:pt x="26157" y="123167"/>
                  </a:cubicBezTo>
                  <a:cubicBezTo>
                    <a:pt x="33989" y="106347"/>
                    <a:pt x="35832" y="89374"/>
                    <a:pt x="35832" y="7652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32" name="Freeform: Shape 2531">
              <a:extLst>
                <a:ext uri="{FF2B5EF4-FFF2-40B4-BE49-F238E27FC236}">
                  <a16:creationId xmlns:a16="http://schemas.microsoft.com/office/drawing/2014/main" id="{6BDC09FA-B817-9BEC-264B-24A2E8E506BA}"/>
                </a:ext>
              </a:extLst>
            </p:cNvPr>
            <p:cNvSpPr/>
            <p:nvPr>
              <p:custDataLst>
                <p:tags r:id="rId114"/>
              </p:custDataLst>
            </p:nvPr>
          </p:nvSpPr>
          <p:spPr>
            <a:xfrm>
              <a:off x="10492396" y="5942100"/>
              <a:ext cx="102126" cy="35780"/>
            </a:xfrm>
            <a:custGeom>
              <a:avLst/>
              <a:gdLst>
                <a:gd name="connsiteX0" fmla="*/ 97115 w 102126"/>
                <a:gd name="connsiteY0" fmla="*/ 6191 h 35780"/>
                <a:gd name="connsiteX1" fmla="*/ 102337 w 102126"/>
                <a:gd name="connsiteY1" fmla="*/ 3133 h 35780"/>
                <a:gd name="connsiteX2" fmla="*/ 97269 w 102126"/>
                <a:gd name="connsiteY2" fmla="*/ 75 h 35780"/>
                <a:gd name="connsiteX3" fmla="*/ 5278 w 102126"/>
                <a:gd name="connsiteY3" fmla="*/ 75 h 35780"/>
                <a:gd name="connsiteX4" fmla="*/ 210 w 102126"/>
                <a:gd name="connsiteY4" fmla="*/ 3133 h 35780"/>
                <a:gd name="connsiteX5" fmla="*/ 5431 w 102126"/>
                <a:gd name="connsiteY5" fmla="*/ 6191 h 35780"/>
                <a:gd name="connsiteX6" fmla="*/ 97115 w 102126"/>
                <a:gd name="connsiteY6" fmla="*/ 6191 h 35780"/>
                <a:gd name="connsiteX7" fmla="*/ 97269 w 102126"/>
                <a:gd name="connsiteY7" fmla="*/ 35855 h 35780"/>
                <a:gd name="connsiteX8" fmla="*/ 102337 w 102126"/>
                <a:gd name="connsiteY8" fmla="*/ 32797 h 35780"/>
                <a:gd name="connsiteX9" fmla="*/ 97115 w 102126"/>
                <a:gd name="connsiteY9" fmla="*/ 29739 h 35780"/>
                <a:gd name="connsiteX10" fmla="*/ 5431 w 102126"/>
                <a:gd name="connsiteY10" fmla="*/ 29739 h 35780"/>
                <a:gd name="connsiteX11" fmla="*/ 210 w 102126"/>
                <a:gd name="connsiteY11" fmla="*/ 32797 h 35780"/>
                <a:gd name="connsiteX12" fmla="*/ 5278 w 102126"/>
                <a:gd name="connsiteY12" fmla="*/ 35855 h 35780"/>
                <a:gd name="connsiteX13" fmla="*/ 97269 w 102126"/>
                <a:gd name="connsiteY13" fmla="*/ 35855 h 35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2126" h="35780">
                  <a:moveTo>
                    <a:pt x="97115" y="6191"/>
                  </a:moveTo>
                  <a:cubicBezTo>
                    <a:pt x="99419" y="6191"/>
                    <a:pt x="102337" y="6191"/>
                    <a:pt x="102337" y="3133"/>
                  </a:cubicBezTo>
                  <a:cubicBezTo>
                    <a:pt x="102337" y="75"/>
                    <a:pt x="99419" y="75"/>
                    <a:pt x="97269" y="75"/>
                  </a:cubicBezTo>
                  <a:lnTo>
                    <a:pt x="5278" y="75"/>
                  </a:lnTo>
                  <a:cubicBezTo>
                    <a:pt x="3128" y="75"/>
                    <a:pt x="210" y="75"/>
                    <a:pt x="210" y="3133"/>
                  </a:cubicBezTo>
                  <a:cubicBezTo>
                    <a:pt x="210" y="6191"/>
                    <a:pt x="3128" y="6191"/>
                    <a:pt x="5431" y="6191"/>
                  </a:cubicBezTo>
                  <a:lnTo>
                    <a:pt x="97115" y="6191"/>
                  </a:lnTo>
                  <a:close/>
                  <a:moveTo>
                    <a:pt x="97269" y="35855"/>
                  </a:moveTo>
                  <a:cubicBezTo>
                    <a:pt x="99419" y="35855"/>
                    <a:pt x="102337" y="35855"/>
                    <a:pt x="102337" y="32797"/>
                  </a:cubicBezTo>
                  <a:cubicBezTo>
                    <a:pt x="102337" y="29739"/>
                    <a:pt x="99419" y="29739"/>
                    <a:pt x="97115" y="29739"/>
                  </a:cubicBezTo>
                  <a:lnTo>
                    <a:pt x="5431" y="29739"/>
                  </a:lnTo>
                  <a:cubicBezTo>
                    <a:pt x="3128" y="29739"/>
                    <a:pt x="210" y="29739"/>
                    <a:pt x="210" y="32797"/>
                  </a:cubicBezTo>
                  <a:cubicBezTo>
                    <a:pt x="210" y="35855"/>
                    <a:pt x="3128" y="35855"/>
                    <a:pt x="5278" y="35855"/>
                  </a:cubicBezTo>
                  <a:lnTo>
                    <a:pt x="97269" y="358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33" name="Freeform: Shape 2532">
              <a:extLst>
                <a:ext uri="{FF2B5EF4-FFF2-40B4-BE49-F238E27FC236}">
                  <a16:creationId xmlns:a16="http://schemas.microsoft.com/office/drawing/2014/main" id="{370FD83A-2C13-00DE-2467-DAE632F97E78}"/>
                </a:ext>
              </a:extLst>
            </p:cNvPr>
            <p:cNvSpPr/>
            <p:nvPr>
              <p:custDataLst>
                <p:tags r:id="rId115"/>
              </p:custDataLst>
            </p:nvPr>
          </p:nvSpPr>
          <p:spPr>
            <a:xfrm>
              <a:off x="10648052" y="5893475"/>
              <a:ext cx="95983" cy="104742"/>
            </a:xfrm>
            <a:custGeom>
              <a:avLst/>
              <a:gdLst>
                <a:gd name="connsiteX0" fmla="*/ 37846 w 95983"/>
                <a:gd name="connsiteY0" fmla="*/ 53440 h 104742"/>
                <a:gd name="connsiteX1" fmla="*/ 54432 w 95983"/>
                <a:gd name="connsiteY1" fmla="*/ 56651 h 104742"/>
                <a:gd name="connsiteX2" fmla="*/ 62418 w 95983"/>
                <a:gd name="connsiteY2" fmla="*/ 70566 h 104742"/>
                <a:gd name="connsiteX3" fmla="*/ 65182 w 95983"/>
                <a:gd name="connsiteY3" fmla="*/ 74694 h 104742"/>
                <a:gd name="connsiteX4" fmla="*/ 67793 w 95983"/>
                <a:gd name="connsiteY4" fmla="*/ 69801 h 104742"/>
                <a:gd name="connsiteX5" fmla="*/ 67793 w 95983"/>
                <a:gd name="connsiteY5" fmla="*/ 28363 h 104742"/>
                <a:gd name="connsiteX6" fmla="*/ 65182 w 95983"/>
                <a:gd name="connsiteY6" fmla="*/ 23470 h 104742"/>
                <a:gd name="connsiteX7" fmla="*/ 62418 w 95983"/>
                <a:gd name="connsiteY7" fmla="*/ 26987 h 104742"/>
                <a:gd name="connsiteX8" fmla="*/ 37846 w 95983"/>
                <a:gd name="connsiteY8" fmla="*/ 47935 h 104742"/>
                <a:gd name="connsiteX9" fmla="*/ 37846 w 95983"/>
                <a:gd name="connsiteY9" fmla="*/ 15671 h 104742"/>
                <a:gd name="connsiteX10" fmla="*/ 44450 w 95983"/>
                <a:gd name="connsiteY10" fmla="*/ 5427 h 104742"/>
                <a:gd name="connsiteX11" fmla="*/ 51821 w 95983"/>
                <a:gd name="connsiteY11" fmla="*/ 5427 h 104742"/>
                <a:gd name="connsiteX12" fmla="*/ 83765 w 95983"/>
                <a:gd name="connsiteY12" fmla="*/ 26528 h 104742"/>
                <a:gd name="connsiteX13" fmla="*/ 86529 w 95983"/>
                <a:gd name="connsiteY13" fmla="*/ 30045 h 104742"/>
                <a:gd name="connsiteX14" fmla="*/ 89140 w 95983"/>
                <a:gd name="connsiteY14" fmla="*/ 24999 h 104742"/>
                <a:gd name="connsiteX15" fmla="*/ 89140 w 95983"/>
                <a:gd name="connsiteY15" fmla="*/ 5121 h 104742"/>
                <a:gd name="connsiteX16" fmla="*/ 84072 w 95983"/>
                <a:gd name="connsiteY16" fmla="*/ 75 h 104742"/>
                <a:gd name="connsiteX17" fmla="*/ 5442 w 95983"/>
                <a:gd name="connsiteY17" fmla="*/ 75 h 104742"/>
                <a:gd name="connsiteX18" fmla="*/ 220 w 95983"/>
                <a:gd name="connsiteY18" fmla="*/ 2827 h 104742"/>
                <a:gd name="connsiteX19" fmla="*/ 4367 w 95983"/>
                <a:gd name="connsiteY19" fmla="*/ 5427 h 104742"/>
                <a:gd name="connsiteX20" fmla="*/ 13735 w 95983"/>
                <a:gd name="connsiteY20" fmla="*/ 14142 h 104742"/>
                <a:gd name="connsiteX21" fmla="*/ 13735 w 95983"/>
                <a:gd name="connsiteY21" fmla="*/ 90750 h 104742"/>
                <a:gd name="connsiteX22" fmla="*/ 5135 w 95983"/>
                <a:gd name="connsiteY22" fmla="*/ 99466 h 104742"/>
                <a:gd name="connsiteX23" fmla="*/ 220 w 95983"/>
                <a:gd name="connsiteY23" fmla="*/ 102065 h 104742"/>
                <a:gd name="connsiteX24" fmla="*/ 5442 w 95983"/>
                <a:gd name="connsiteY24" fmla="*/ 104817 h 104742"/>
                <a:gd name="connsiteX25" fmla="*/ 86836 w 95983"/>
                <a:gd name="connsiteY25" fmla="*/ 104817 h 104742"/>
                <a:gd name="connsiteX26" fmla="*/ 91750 w 95983"/>
                <a:gd name="connsiteY26" fmla="*/ 102677 h 104742"/>
                <a:gd name="connsiteX27" fmla="*/ 96204 w 95983"/>
                <a:gd name="connsiteY27" fmla="*/ 76223 h 104742"/>
                <a:gd name="connsiteX28" fmla="*/ 93593 w 95983"/>
                <a:gd name="connsiteY28" fmla="*/ 73471 h 104742"/>
                <a:gd name="connsiteX29" fmla="*/ 90829 w 95983"/>
                <a:gd name="connsiteY29" fmla="*/ 75612 h 104742"/>
                <a:gd name="connsiteX30" fmla="*/ 77161 w 95983"/>
                <a:gd name="connsiteY30" fmla="*/ 92585 h 104742"/>
                <a:gd name="connsiteX31" fmla="*/ 52896 w 95983"/>
                <a:gd name="connsiteY31" fmla="*/ 99466 h 104742"/>
                <a:gd name="connsiteX32" fmla="*/ 44450 w 95983"/>
                <a:gd name="connsiteY32" fmla="*/ 99466 h 104742"/>
                <a:gd name="connsiteX33" fmla="*/ 37846 w 95983"/>
                <a:gd name="connsiteY33" fmla="*/ 89221 h 104742"/>
                <a:gd name="connsiteX34" fmla="*/ 37846 w 95983"/>
                <a:gd name="connsiteY34" fmla="*/ 53440 h 104742"/>
                <a:gd name="connsiteX35" fmla="*/ 83765 w 95983"/>
                <a:gd name="connsiteY35" fmla="*/ 5427 h 104742"/>
                <a:gd name="connsiteX36" fmla="*/ 83765 w 95983"/>
                <a:gd name="connsiteY36" fmla="*/ 12766 h 104742"/>
                <a:gd name="connsiteX37" fmla="*/ 75011 w 95983"/>
                <a:gd name="connsiteY37" fmla="*/ 5427 h 104742"/>
                <a:gd name="connsiteX38" fmla="*/ 83765 w 95983"/>
                <a:gd name="connsiteY38" fmla="*/ 5427 h 104742"/>
                <a:gd name="connsiteX39" fmla="*/ 53818 w 95983"/>
                <a:gd name="connsiteY39" fmla="*/ 50229 h 104742"/>
                <a:gd name="connsiteX40" fmla="*/ 62418 w 95983"/>
                <a:gd name="connsiteY40" fmla="*/ 43654 h 104742"/>
                <a:gd name="connsiteX41" fmla="*/ 62418 w 95983"/>
                <a:gd name="connsiteY41" fmla="*/ 56498 h 104742"/>
                <a:gd name="connsiteX42" fmla="*/ 53818 w 95983"/>
                <a:gd name="connsiteY42" fmla="*/ 50382 h 104742"/>
                <a:gd name="connsiteX43" fmla="*/ 53818 w 95983"/>
                <a:gd name="connsiteY43" fmla="*/ 50229 h 104742"/>
                <a:gd name="connsiteX44" fmla="*/ 19110 w 95983"/>
                <a:gd name="connsiteY44" fmla="*/ 13837 h 104742"/>
                <a:gd name="connsiteX45" fmla="*/ 17881 w 95983"/>
                <a:gd name="connsiteY45" fmla="*/ 5427 h 104742"/>
                <a:gd name="connsiteX46" fmla="*/ 34160 w 95983"/>
                <a:gd name="connsiteY46" fmla="*/ 5427 h 104742"/>
                <a:gd name="connsiteX47" fmla="*/ 32471 w 95983"/>
                <a:gd name="connsiteY47" fmla="*/ 15366 h 104742"/>
                <a:gd name="connsiteX48" fmla="*/ 32471 w 95983"/>
                <a:gd name="connsiteY48" fmla="*/ 89527 h 104742"/>
                <a:gd name="connsiteX49" fmla="*/ 34160 w 95983"/>
                <a:gd name="connsiteY49" fmla="*/ 99466 h 104742"/>
                <a:gd name="connsiteX50" fmla="*/ 17881 w 95983"/>
                <a:gd name="connsiteY50" fmla="*/ 99466 h 104742"/>
                <a:gd name="connsiteX51" fmla="*/ 19110 w 95983"/>
                <a:gd name="connsiteY51" fmla="*/ 91056 h 104742"/>
                <a:gd name="connsiteX52" fmla="*/ 19110 w 95983"/>
                <a:gd name="connsiteY52" fmla="*/ 13837 h 104742"/>
                <a:gd name="connsiteX53" fmla="*/ 76239 w 95983"/>
                <a:gd name="connsiteY53" fmla="*/ 99466 h 104742"/>
                <a:gd name="connsiteX54" fmla="*/ 76239 w 95983"/>
                <a:gd name="connsiteY54" fmla="*/ 99313 h 104742"/>
                <a:gd name="connsiteX55" fmla="*/ 88372 w 95983"/>
                <a:gd name="connsiteY55" fmla="*/ 90903 h 104742"/>
                <a:gd name="connsiteX56" fmla="*/ 86990 w 95983"/>
                <a:gd name="connsiteY56" fmla="*/ 99466 h 104742"/>
                <a:gd name="connsiteX57" fmla="*/ 76239 w 95983"/>
                <a:gd name="connsiteY57" fmla="*/ 99466 h 104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5983" h="104742">
                  <a:moveTo>
                    <a:pt x="37846" y="53440"/>
                  </a:moveTo>
                  <a:cubicBezTo>
                    <a:pt x="41685" y="53440"/>
                    <a:pt x="49057" y="53440"/>
                    <a:pt x="54432" y="56651"/>
                  </a:cubicBezTo>
                  <a:cubicBezTo>
                    <a:pt x="61803" y="61391"/>
                    <a:pt x="62418" y="69648"/>
                    <a:pt x="62418" y="70566"/>
                  </a:cubicBezTo>
                  <a:cubicBezTo>
                    <a:pt x="62571" y="72707"/>
                    <a:pt x="62571" y="74694"/>
                    <a:pt x="65182" y="74694"/>
                  </a:cubicBezTo>
                  <a:cubicBezTo>
                    <a:pt x="67793" y="74694"/>
                    <a:pt x="67793" y="72554"/>
                    <a:pt x="67793" y="69801"/>
                  </a:cubicBezTo>
                  <a:lnTo>
                    <a:pt x="67793" y="28363"/>
                  </a:lnTo>
                  <a:cubicBezTo>
                    <a:pt x="67793" y="25916"/>
                    <a:pt x="67793" y="23470"/>
                    <a:pt x="65182" y="23470"/>
                  </a:cubicBezTo>
                  <a:cubicBezTo>
                    <a:pt x="62571" y="23470"/>
                    <a:pt x="62418" y="25763"/>
                    <a:pt x="62418" y="26987"/>
                  </a:cubicBezTo>
                  <a:cubicBezTo>
                    <a:pt x="61496" y="46712"/>
                    <a:pt x="45832" y="47782"/>
                    <a:pt x="37846" y="47935"/>
                  </a:cubicBezTo>
                  <a:lnTo>
                    <a:pt x="37846" y="15671"/>
                  </a:lnTo>
                  <a:cubicBezTo>
                    <a:pt x="37846" y="5427"/>
                    <a:pt x="40764" y="5427"/>
                    <a:pt x="44450" y="5427"/>
                  </a:cubicBezTo>
                  <a:lnTo>
                    <a:pt x="51821" y="5427"/>
                  </a:lnTo>
                  <a:cubicBezTo>
                    <a:pt x="72554" y="5427"/>
                    <a:pt x="82843" y="15977"/>
                    <a:pt x="83765" y="26528"/>
                  </a:cubicBezTo>
                  <a:cubicBezTo>
                    <a:pt x="83918" y="27751"/>
                    <a:pt x="84072" y="30045"/>
                    <a:pt x="86529" y="30045"/>
                  </a:cubicBezTo>
                  <a:cubicBezTo>
                    <a:pt x="89140" y="30045"/>
                    <a:pt x="89140" y="27598"/>
                    <a:pt x="89140" y="24999"/>
                  </a:cubicBezTo>
                  <a:lnTo>
                    <a:pt x="89140" y="5121"/>
                  </a:lnTo>
                  <a:cubicBezTo>
                    <a:pt x="89140" y="381"/>
                    <a:pt x="88832" y="75"/>
                    <a:pt x="84072" y="75"/>
                  </a:cubicBezTo>
                  <a:lnTo>
                    <a:pt x="5442" y="75"/>
                  </a:lnTo>
                  <a:cubicBezTo>
                    <a:pt x="2677" y="75"/>
                    <a:pt x="220" y="75"/>
                    <a:pt x="220" y="2827"/>
                  </a:cubicBezTo>
                  <a:cubicBezTo>
                    <a:pt x="220" y="5427"/>
                    <a:pt x="3138" y="5427"/>
                    <a:pt x="4367" y="5427"/>
                  </a:cubicBezTo>
                  <a:cubicBezTo>
                    <a:pt x="13120" y="5427"/>
                    <a:pt x="13735" y="6650"/>
                    <a:pt x="13735" y="14142"/>
                  </a:cubicBezTo>
                  <a:lnTo>
                    <a:pt x="13735" y="90750"/>
                  </a:lnTo>
                  <a:cubicBezTo>
                    <a:pt x="13735" y="97937"/>
                    <a:pt x="13274" y="99466"/>
                    <a:pt x="5135" y="99466"/>
                  </a:cubicBezTo>
                  <a:cubicBezTo>
                    <a:pt x="2831" y="99466"/>
                    <a:pt x="220" y="99466"/>
                    <a:pt x="220" y="102065"/>
                  </a:cubicBezTo>
                  <a:cubicBezTo>
                    <a:pt x="220" y="104817"/>
                    <a:pt x="2677" y="104817"/>
                    <a:pt x="5442" y="104817"/>
                  </a:cubicBezTo>
                  <a:lnTo>
                    <a:pt x="86836" y="104817"/>
                  </a:lnTo>
                  <a:cubicBezTo>
                    <a:pt x="89754" y="104817"/>
                    <a:pt x="91290" y="104817"/>
                    <a:pt x="91750" y="102677"/>
                  </a:cubicBezTo>
                  <a:cubicBezTo>
                    <a:pt x="91904" y="102524"/>
                    <a:pt x="96204" y="76988"/>
                    <a:pt x="96204" y="76223"/>
                  </a:cubicBezTo>
                  <a:cubicBezTo>
                    <a:pt x="96204" y="74541"/>
                    <a:pt x="94822" y="73471"/>
                    <a:pt x="93593" y="73471"/>
                  </a:cubicBezTo>
                  <a:cubicBezTo>
                    <a:pt x="91443" y="73471"/>
                    <a:pt x="90829" y="75459"/>
                    <a:pt x="90829" y="75612"/>
                  </a:cubicBezTo>
                  <a:cubicBezTo>
                    <a:pt x="89908" y="79587"/>
                    <a:pt x="88372" y="86010"/>
                    <a:pt x="77161" y="92585"/>
                  </a:cubicBezTo>
                  <a:cubicBezTo>
                    <a:pt x="69175" y="97325"/>
                    <a:pt x="61343" y="99466"/>
                    <a:pt x="52896" y="99466"/>
                  </a:cubicBezTo>
                  <a:lnTo>
                    <a:pt x="44450" y="99466"/>
                  </a:lnTo>
                  <a:cubicBezTo>
                    <a:pt x="40764" y="99466"/>
                    <a:pt x="37846" y="99466"/>
                    <a:pt x="37846" y="89221"/>
                  </a:cubicBezTo>
                  <a:lnTo>
                    <a:pt x="37846" y="53440"/>
                  </a:lnTo>
                  <a:close/>
                  <a:moveTo>
                    <a:pt x="83765" y="5427"/>
                  </a:moveTo>
                  <a:lnTo>
                    <a:pt x="83765" y="12766"/>
                  </a:lnTo>
                  <a:cubicBezTo>
                    <a:pt x="81154" y="9861"/>
                    <a:pt x="78236" y="7414"/>
                    <a:pt x="75011" y="5427"/>
                  </a:cubicBezTo>
                  <a:lnTo>
                    <a:pt x="83765" y="5427"/>
                  </a:lnTo>
                  <a:close/>
                  <a:moveTo>
                    <a:pt x="53818" y="50229"/>
                  </a:moveTo>
                  <a:cubicBezTo>
                    <a:pt x="56275" y="49159"/>
                    <a:pt x="59653" y="46865"/>
                    <a:pt x="62418" y="43654"/>
                  </a:cubicBezTo>
                  <a:lnTo>
                    <a:pt x="62418" y="56498"/>
                  </a:lnTo>
                  <a:cubicBezTo>
                    <a:pt x="58732" y="52370"/>
                    <a:pt x="53971" y="50382"/>
                    <a:pt x="53818" y="50382"/>
                  </a:cubicBezTo>
                  <a:lnTo>
                    <a:pt x="53818" y="50229"/>
                  </a:lnTo>
                  <a:close/>
                  <a:moveTo>
                    <a:pt x="19110" y="13837"/>
                  </a:moveTo>
                  <a:cubicBezTo>
                    <a:pt x="19110" y="12002"/>
                    <a:pt x="19110" y="8179"/>
                    <a:pt x="17881" y="5427"/>
                  </a:cubicBezTo>
                  <a:lnTo>
                    <a:pt x="34160" y="5427"/>
                  </a:lnTo>
                  <a:cubicBezTo>
                    <a:pt x="32471" y="8943"/>
                    <a:pt x="32471" y="13989"/>
                    <a:pt x="32471" y="15366"/>
                  </a:cubicBezTo>
                  <a:lnTo>
                    <a:pt x="32471" y="89527"/>
                  </a:lnTo>
                  <a:cubicBezTo>
                    <a:pt x="32471" y="95031"/>
                    <a:pt x="33546" y="98089"/>
                    <a:pt x="34160" y="99466"/>
                  </a:cubicBezTo>
                  <a:lnTo>
                    <a:pt x="17881" y="99466"/>
                  </a:lnTo>
                  <a:cubicBezTo>
                    <a:pt x="19110" y="96713"/>
                    <a:pt x="19110" y="92891"/>
                    <a:pt x="19110" y="91056"/>
                  </a:cubicBezTo>
                  <a:lnTo>
                    <a:pt x="19110" y="13837"/>
                  </a:lnTo>
                  <a:close/>
                  <a:moveTo>
                    <a:pt x="76239" y="99466"/>
                  </a:moveTo>
                  <a:lnTo>
                    <a:pt x="76239" y="99313"/>
                  </a:lnTo>
                  <a:cubicBezTo>
                    <a:pt x="81154" y="96866"/>
                    <a:pt x="85300" y="93655"/>
                    <a:pt x="88372" y="90903"/>
                  </a:cubicBezTo>
                  <a:cubicBezTo>
                    <a:pt x="88218" y="91514"/>
                    <a:pt x="87143" y="98242"/>
                    <a:pt x="86990" y="99466"/>
                  </a:cubicBezTo>
                  <a:lnTo>
                    <a:pt x="76239" y="9946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34" name="Freeform: Shape 2533">
              <a:extLst>
                <a:ext uri="{FF2B5EF4-FFF2-40B4-BE49-F238E27FC236}">
                  <a16:creationId xmlns:a16="http://schemas.microsoft.com/office/drawing/2014/main" id="{9039998E-E306-23DF-CB81-1DAC1E54F3AB}"/>
                </a:ext>
              </a:extLst>
            </p:cNvPr>
            <p:cNvSpPr/>
            <p:nvPr>
              <p:custDataLst>
                <p:tags r:id="rId116"/>
              </p:custDataLst>
            </p:nvPr>
          </p:nvSpPr>
          <p:spPr>
            <a:xfrm>
              <a:off x="10763489" y="5883536"/>
              <a:ext cx="35629" cy="152909"/>
            </a:xfrm>
            <a:custGeom>
              <a:avLst/>
              <a:gdLst>
                <a:gd name="connsiteX0" fmla="*/ 35856 w 35629"/>
                <a:gd name="connsiteY0" fmla="*/ 151455 h 152909"/>
                <a:gd name="connsiteX1" fmla="*/ 33245 w 35629"/>
                <a:gd name="connsiteY1" fmla="*/ 148091 h 152909"/>
                <a:gd name="connsiteX2" fmla="*/ 9134 w 35629"/>
                <a:gd name="connsiteY2" fmla="*/ 76529 h 152909"/>
                <a:gd name="connsiteX3" fmla="*/ 33860 w 35629"/>
                <a:gd name="connsiteY3" fmla="*/ 4203 h 152909"/>
                <a:gd name="connsiteX4" fmla="*/ 35856 w 35629"/>
                <a:gd name="connsiteY4" fmla="*/ 1604 h 152909"/>
                <a:gd name="connsiteX5" fmla="*/ 34320 w 35629"/>
                <a:gd name="connsiteY5" fmla="*/ 75 h 152909"/>
                <a:gd name="connsiteX6" fmla="*/ 9902 w 35629"/>
                <a:gd name="connsiteY6" fmla="*/ 29892 h 152909"/>
                <a:gd name="connsiteX7" fmla="*/ 227 w 35629"/>
                <a:gd name="connsiteY7" fmla="*/ 76529 h 152909"/>
                <a:gd name="connsiteX8" fmla="*/ 10363 w 35629"/>
                <a:gd name="connsiteY8" fmla="*/ 124237 h 152909"/>
                <a:gd name="connsiteX9" fmla="*/ 34320 w 35629"/>
                <a:gd name="connsiteY9" fmla="*/ 152984 h 152909"/>
                <a:gd name="connsiteX10" fmla="*/ 35856 w 35629"/>
                <a:gd name="connsiteY10" fmla="*/ 151455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29" h="152909">
                  <a:moveTo>
                    <a:pt x="35856" y="151455"/>
                  </a:moveTo>
                  <a:cubicBezTo>
                    <a:pt x="35856" y="150996"/>
                    <a:pt x="35856" y="150690"/>
                    <a:pt x="33245" y="148091"/>
                  </a:cubicBezTo>
                  <a:cubicBezTo>
                    <a:pt x="14049" y="128824"/>
                    <a:pt x="9134" y="99924"/>
                    <a:pt x="9134" y="76529"/>
                  </a:cubicBezTo>
                  <a:cubicBezTo>
                    <a:pt x="9134" y="49923"/>
                    <a:pt x="14970" y="23317"/>
                    <a:pt x="33860" y="4203"/>
                  </a:cubicBezTo>
                  <a:cubicBezTo>
                    <a:pt x="35856" y="2368"/>
                    <a:pt x="35856" y="2063"/>
                    <a:pt x="35856" y="1604"/>
                  </a:cubicBezTo>
                  <a:cubicBezTo>
                    <a:pt x="35856" y="533"/>
                    <a:pt x="35242" y="75"/>
                    <a:pt x="34320" y="75"/>
                  </a:cubicBezTo>
                  <a:cubicBezTo>
                    <a:pt x="32785" y="75"/>
                    <a:pt x="18963" y="10473"/>
                    <a:pt x="9902" y="29892"/>
                  </a:cubicBezTo>
                  <a:cubicBezTo>
                    <a:pt x="2070" y="46712"/>
                    <a:pt x="227" y="63685"/>
                    <a:pt x="227" y="76529"/>
                  </a:cubicBezTo>
                  <a:cubicBezTo>
                    <a:pt x="227" y="88456"/>
                    <a:pt x="1916" y="106958"/>
                    <a:pt x="10363" y="124237"/>
                  </a:cubicBezTo>
                  <a:cubicBezTo>
                    <a:pt x="19577" y="143045"/>
                    <a:pt x="32785" y="152984"/>
                    <a:pt x="34320" y="152984"/>
                  </a:cubicBezTo>
                  <a:cubicBezTo>
                    <a:pt x="35242" y="152984"/>
                    <a:pt x="35856" y="152525"/>
                    <a:pt x="35856" y="15145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35" name="Freeform: Shape 2534">
              <a:extLst>
                <a:ext uri="{FF2B5EF4-FFF2-40B4-BE49-F238E27FC236}">
                  <a16:creationId xmlns:a16="http://schemas.microsoft.com/office/drawing/2014/main" id="{68E0EC57-F57F-8746-C07E-31175FB62508}"/>
                </a:ext>
              </a:extLst>
            </p:cNvPr>
            <p:cNvSpPr/>
            <p:nvPr>
              <p:custDataLst>
                <p:tags r:id="rId117"/>
              </p:custDataLst>
            </p:nvPr>
          </p:nvSpPr>
          <p:spPr>
            <a:xfrm>
              <a:off x="10813383" y="5893781"/>
              <a:ext cx="111648" cy="104436"/>
            </a:xfrm>
            <a:custGeom>
              <a:avLst/>
              <a:gdLst>
                <a:gd name="connsiteX0" fmla="*/ 86539 w 111648"/>
                <a:gd name="connsiteY0" fmla="*/ 17506 h 104436"/>
                <a:gd name="connsiteX1" fmla="*/ 88689 w 111648"/>
                <a:gd name="connsiteY1" fmla="*/ 15366 h 104436"/>
                <a:gd name="connsiteX2" fmla="*/ 108808 w 111648"/>
                <a:gd name="connsiteY2" fmla="*/ 4815 h 104436"/>
                <a:gd name="connsiteX3" fmla="*/ 111879 w 111648"/>
                <a:gd name="connsiteY3" fmla="*/ 1910 h 104436"/>
                <a:gd name="connsiteX4" fmla="*/ 109883 w 111648"/>
                <a:gd name="connsiteY4" fmla="*/ 75 h 104436"/>
                <a:gd name="connsiteX5" fmla="*/ 97290 w 111648"/>
                <a:gd name="connsiteY5" fmla="*/ 533 h 104436"/>
                <a:gd name="connsiteX6" fmla="*/ 81932 w 111648"/>
                <a:gd name="connsiteY6" fmla="*/ 75 h 104436"/>
                <a:gd name="connsiteX7" fmla="*/ 79014 w 111648"/>
                <a:gd name="connsiteY7" fmla="*/ 2980 h 104436"/>
                <a:gd name="connsiteX8" fmla="*/ 81318 w 111648"/>
                <a:gd name="connsiteY8" fmla="*/ 4815 h 104436"/>
                <a:gd name="connsiteX9" fmla="*/ 86847 w 111648"/>
                <a:gd name="connsiteY9" fmla="*/ 8332 h 104436"/>
                <a:gd name="connsiteX10" fmla="*/ 82700 w 111648"/>
                <a:gd name="connsiteY10" fmla="*/ 15671 h 104436"/>
                <a:gd name="connsiteX11" fmla="*/ 47071 w 111648"/>
                <a:gd name="connsiteY11" fmla="*/ 56498 h 104436"/>
                <a:gd name="connsiteX12" fmla="*/ 30178 w 111648"/>
                <a:gd name="connsiteY12" fmla="*/ 11084 h 104436"/>
                <a:gd name="connsiteX13" fmla="*/ 29256 w 111648"/>
                <a:gd name="connsiteY13" fmla="*/ 8485 h 104436"/>
                <a:gd name="connsiteX14" fmla="*/ 38317 w 111648"/>
                <a:gd name="connsiteY14" fmla="*/ 4815 h 104436"/>
                <a:gd name="connsiteX15" fmla="*/ 42003 w 111648"/>
                <a:gd name="connsiteY15" fmla="*/ 1757 h 104436"/>
                <a:gd name="connsiteX16" fmla="*/ 39699 w 111648"/>
                <a:gd name="connsiteY16" fmla="*/ 75 h 104436"/>
                <a:gd name="connsiteX17" fmla="*/ 20349 w 111648"/>
                <a:gd name="connsiteY17" fmla="*/ 533 h 104436"/>
                <a:gd name="connsiteX18" fmla="*/ 3149 w 111648"/>
                <a:gd name="connsiteY18" fmla="*/ 75 h 104436"/>
                <a:gd name="connsiteX19" fmla="*/ 231 w 111648"/>
                <a:gd name="connsiteY19" fmla="*/ 3133 h 104436"/>
                <a:gd name="connsiteX20" fmla="*/ 3763 w 111648"/>
                <a:gd name="connsiteY20" fmla="*/ 4815 h 104436"/>
                <a:gd name="connsiteX21" fmla="*/ 14974 w 111648"/>
                <a:gd name="connsiteY21" fmla="*/ 10014 h 104436"/>
                <a:gd name="connsiteX22" fmla="*/ 33863 w 111648"/>
                <a:gd name="connsiteY22" fmla="*/ 60321 h 104436"/>
                <a:gd name="connsiteX23" fmla="*/ 34478 w 111648"/>
                <a:gd name="connsiteY23" fmla="*/ 62920 h 104436"/>
                <a:gd name="connsiteX24" fmla="*/ 27567 w 111648"/>
                <a:gd name="connsiteY24" fmla="*/ 90750 h 104436"/>
                <a:gd name="connsiteX25" fmla="*/ 13131 w 111648"/>
                <a:gd name="connsiteY25" fmla="*/ 99771 h 104436"/>
                <a:gd name="connsiteX26" fmla="*/ 8984 w 111648"/>
                <a:gd name="connsiteY26" fmla="*/ 102830 h 104436"/>
                <a:gd name="connsiteX27" fmla="*/ 11134 w 111648"/>
                <a:gd name="connsiteY27" fmla="*/ 104512 h 104436"/>
                <a:gd name="connsiteX28" fmla="*/ 30485 w 111648"/>
                <a:gd name="connsiteY28" fmla="*/ 104053 h 104436"/>
                <a:gd name="connsiteX29" fmla="*/ 50142 w 111648"/>
                <a:gd name="connsiteY29" fmla="*/ 104512 h 104436"/>
                <a:gd name="connsiteX30" fmla="*/ 53060 w 111648"/>
                <a:gd name="connsiteY30" fmla="*/ 101453 h 104436"/>
                <a:gd name="connsiteX31" fmla="*/ 48760 w 111648"/>
                <a:gd name="connsiteY31" fmla="*/ 99771 h 104436"/>
                <a:gd name="connsiteX32" fmla="*/ 42924 w 111648"/>
                <a:gd name="connsiteY32" fmla="*/ 99466 h 104436"/>
                <a:gd name="connsiteX33" fmla="*/ 38778 w 111648"/>
                <a:gd name="connsiteY33" fmla="*/ 97019 h 104436"/>
                <a:gd name="connsiteX34" fmla="*/ 40928 w 111648"/>
                <a:gd name="connsiteY34" fmla="*/ 87386 h 104436"/>
                <a:gd name="connsiteX35" fmla="*/ 46303 w 111648"/>
                <a:gd name="connsiteY35" fmla="*/ 65826 h 104436"/>
                <a:gd name="connsiteX36" fmla="*/ 48453 w 111648"/>
                <a:gd name="connsiteY36" fmla="*/ 61085 h 104436"/>
                <a:gd name="connsiteX37" fmla="*/ 86539 w 111648"/>
                <a:gd name="connsiteY37" fmla="*/ 17506 h 104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648" h="104436">
                  <a:moveTo>
                    <a:pt x="86539" y="17506"/>
                  </a:moveTo>
                  <a:lnTo>
                    <a:pt x="88689" y="15366"/>
                  </a:lnTo>
                  <a:cubicBezTo>
                    <a:pt x="93297" y="10778"/>
                    <a:pt x="98365" y="5579"/>
                    <a:pt x="108808" y="4815"/>
                  </a:cubicBezTo>
                  <a:cubicBezTo>
                    <a:pt x="110497" y="4662"/>
                    <a:pt x="111879" y="4662"/>
                    <a:pt x="111879" y="1910"/>
                  </a:cubicBezTo>
                  <a:cubicBezTo>
                    <a:pt x="111879" y="686"/>
                    <a:pt x="111111" y="75"/>
                    <a:pt x="109883" y="75"/>
                  </a:cubicBezTo>
                  <a:cubicBezTo>
                    <a:pt x="105890" y="75"/>
                    <a:pt x="101436" y="533"/>
                    <a:pt x="97290" y="533"/>
                  </a:cubicBezTo>
                  <a:cubicBezTo>
                    <a:pt x="92222" y="533"/>
                    <a:pt x="86847" y="75"/>
                    <a:pt x="81932" y="75"/>
                  </a:cubicBezTo>
                  <a:cubicBezTo>
                    <a:pt x="81011" y="75"/>
                    <a:pt x="79014" y="75"/>
                    <a:pt x="79014" y="2980"/>
                  </a:cubicBezTo>
                  <a:cubicBezTo>
                    <a:pt x="79014" y="4662"/>
                    <a:pt x="80550" y="4815"/>
                    <a:pt x="81318" y="4815"/>
                  </a:cubicBezTo>
                  <a:cubicBezTo>
                    <a:pt x="82393" y="4815"/>
                    <a:pt x="86847" y="5121"/>
                    <a:pt x="86847" y="8332"/>
                  </a:cubicBezTo>
                  <a:cubicBezTo>
                    <a:pt x="86847" y="10931"/>
                    <a:pt x="83314" y="14907"/>
                    <a:pt x="82700" y="15671"/>
                  </a:cubicBezTo>
                  <a:lnTo>
                    <a:pt x="47071" y="56498"/>
                  </a:lnTo>
                  <a:lnTo>
                    <a:pt x="30178" y="11084"/>
                  </a:lnTo>
                  <a:cubicBezTo>
                    <a:pt x="29256" y="8943"/>
                    <a:pt x="29256" y="8638"/>
                    <a:pt x="29256" y="8485"/>
                  </a:cubicBezTo>
                  <a:cubicBezTo>
                    <a:pt x="29256" y="4815"/>
                    <a:pt x="36781" y="4815"/>
                    <a:pt x="38317" y="4815"/>
                  </a:cubicBezTo>
                  <a:cubicBezTo>
                    <a:pt x="40467" y="4815"/>
                    <a:pt x="42003" y="4815"/>
                    <a:pt x="42003" y="1757"/>
                  </a:cubicBezTo>
                  <a:cubicBezTo>
                    <a:pt x="42003" y="75"/>
                    <a:pt x="40160" y="75"/>
                    <a:pt x="39699" y="75"/>
                  </a:cubicBezTo>
                  <a:cubicBezTo>
                    <a:pt x="35399" y="75"/>
                    <a:pt x="24649" y="533"/>
                    <a:pt x="20349" y="533"/>
                  </a:cubicBezTo>
                  <a:cubicBezTo>
                    <a:pt x="16510" y="533"/>
                    <a:pt x="6988" y="75"/>
                    <a:pt x="3149" y="75"/>
                  </a:cubicBezTo>
                  <a:cubicBezTo>
                    <a:pt x="2227" y="75"/>
                    <a:pt x="231" y="75"/>
                    <a:pt x="231" y="3133"/>
                  </a:cubicBezTo>
                  <a:cubicBezTo>
                    <a:pt x="231" y="4815"/>
                    <a:pt x="1766" y="4815"/>
                    <a:pt x="3763" y="4815"/>
                  </a:cubicBezTo>
                  <a:cubicBezTo>
                    <a:pt x="12977" y="4815"/>
                    <a:pt x="13592" y="6191"/>
                    <a:pt x="14974" y="10014"/>
                  </a:cubicBezTo>
                  <a:lnTo>
                    <a:pt x="33863" y="60321"/>
                  </a:lnTo>
                  <a:cubicBezTo>
                    <a:pt x="34017" y="60780"/>
                    <a:pt x="34478" y="62462"/>
                    <a:pt x="34478" y="62920"/>
                  </a:cubicBezTo>
                  <a:cubicBezTo>
                    <a:pt x="34478" y="63379"/>
                    <a:pt x="28335" y="87997"/>
                    <a:pt x="27567" y="90750"/>
                  </a:cubicBezTo>
                  <a:cubicBezTo>
                    <a:pt x="25570" y="99160"/>
                    <a:pt x="25417" y="99619"/>
                    <a:pt x="13131" y="99771"/>
                  </a:cubicBezTo>
                  <a:cubicBezTo>
                    <a:pt x="10213" y="99771"/>
                    <a:pt x="8984" y="99771"/>
                    <a:pt x="8984" y="102830"/>
                  </a:cubicBezTo>
                  <a:cubicBezTo>
                    <a:pt x="8984" y="104512"/>
                    <a:pt x="10827" y="104512"/>
                    <a:pt x="11134" y="104512"/>
                  </a:cubicBezTo>
                  <a:cubicBezTo>
                    <a:pt x="15435" y="104512"/>
                    <a:pt x="26185" y="104053"/>
                    <a:pt x="30485" y="104053"/>
                  </a:cubicBezTo>
                  <a:cubicBezTo>
                    <a:pt x="34785" y="104053"/>
                    <a:pt x="45842" y="104512"/>
                    <a:pt x="50142" y="104512"/>
                  </a:cubicBezTo>
                  <a:cubicBezTo>
                    <a:pt x="51217" y="104512"/>
                    <a:pt x="53060" y="104512"/>
                    <a:pt x="53060" y="101453"/>
                  </a:cubicBezTo>
                  <a:cubicBezTo>
                    <a:pt x="53060" y="99771"/>
                    <a:pt x="51678" y="99771"/>
                    <a:pt x="48760" y="99771"/>
                  </a:cubicBezTo>
                  <a:cubicBezTo>
                    <a:pt x="48453" y="99771"/>
                    <a:pt x="45535" y="99771"/>
                    <a:pt x="42924" y="99466"/>
                  </a:cubicBezTo>
                  <a:cubicBezTo>
                    <a:pt x="39699" y="99160"/>
                    <a:pt x="38778" y="98854"/>
                    <a:pt x="38778" y="97019"/>
                  </a:cubicBezTo>
                  <a:cubicBezTo>
                    <a:pt x="38778" y="95949"/>
                    <a:pt x="40160" y="90597"/>
                    <a:pt x="40928" y="87386"/>
                  </a:cubicBezTo>
                  <a:lnTo>
                    <a:pt x="46303" y="65826"/>
                  </a:lnTo>
                  <a:cubicBezTo>
                    <a:pt x="47071" y="62920"/>
                    <a:pt x="47224" y="62462"/>
                    <a:pt x="48453" y="61085"/>
                  </a:cubicBezTo>
                  <a:lnTo>
                    <a:pt x="86539" y="175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36" name="Freeform: Shape 2535">
              <a:extLst>
                <a:ext uri="{FF2B5EF4-FFF2-40B4-BE49-F238E27FC236}">
                  <a16:creationId xmlns:a16="http://schemas.microsoft.com/office/drawing/2014/main" id="{D6E2F4F9-6A38-920D-9346-C9752CD4F192}"/>
                </a:ext>
              </a:extLst>
            </p:cNvPr>
            <p:cNvSpPr/>
            <p:nvPr>
              <p:custDataLst>
                <p:tags r:id="rId118"/>
              </p:custDataLst>
            </p:nvPr>
          </p:nvSpPr>
          <p:spPr>
            <a:xfrm>
              <a:off x="10938067" y="5864011"/>
              <a:ext cx="47515" cy="71072"/>
            </a:xfrm>
            <a:custGeom>
              <a:avLst/>
              <a:gdLst>
                <a:gd name="connsiteX0" fmla="*/ 47755 w 47515"/>
                <a:gd name="connsiteY0" fmla="*/ 51662 h 71072"/>
                <a:gd name="connsiteX1" fmla="*/ 44099 w 47515"/>
                <a:gd name="connsiteY1" fmla="*/ 51662 h 71072"/>
                <a:gd name="connsiteX2" fmla="*/ 41304 w 47515"/>
                <a:gd name="connsiteY2" fmla="*/ 61402 h 71072"/>
                <a:gd name="connsiteX3" fmla="*/ 30662 w 47515"/>
                <a:gd name="connsiteY3" fmla="*/ 62045 h 71072"/>
                <a:gd name="connsiteX4" fmla="*/ 10881 w 47515"/>
                <a:gd name="connsiteY4" fmla="*/ 62045 h 71072"/>
                <a:gd name="connsiteX5" fmla="*/ 32382 w 47515"/>
                <a:gd name="connsiteY5" fmla="*/ 44063 h 71072"/>
                <a:gd name="connsiteX6" fmla="*/ 47755 w 47515"/>
                <a:gd name="connsiteY6" fmla="*/ 20943 h 71072"/>
                <a:gd name="connsiteX7" fmla="*/ 22599 w 47515"/>
                <a:gd name="connsiteY7" fmla="*/ 71 h 71072"/>
                <a:gd name="connsiteX8" fmla="*/ 239 w 47515"/>
                <a:gd name="connsiteY8" fmla="*/ 19230 h 71072"/>
                <a:gd name="connsiteX9" fmla="*/ 5936 w 47515"/>
                <a:gd name="connsiteY9" fmla="*/ 25224 h 71072"/>
                <a:gd name="connsiteX10" fmla="*/ 11634 w 47515"/>
                <a:gd name="connsiteY10" fmla="*/ 19551 h 71072"/>
                <a:gd name="connsiteX11" fmla="*/ 5291 w 47515"/>
                <a:gd name="connsiteY11" fmla="*/ 13878 h 71072"/>
                <a:gd name="connsiteX12" fmla="*/ 20987 w 47515"/>
                <a:gd name="connsiteY12" fmla="*/ 3924 h 71072"/>
                <a:gd name="connsiteX13" fmla="*/ 37327 w 47515"/>
                <a:gd name="connsiteY13" fmla="*/ 20943 h 71072"/>
                <a:gd name="connsiteX14" fmla="*/ 27222 w 47515"/>
                <a:gd name="connsiteY14" fmla="*/ 41494 h 71072"/>
                <a:gd name="connsiteX15" fmla="*/ 1314 w 47515"/>
                <a:gd name="connsiteY15" fmla="*/ 66968 h 71072"/>
                <a:gd name="connsiteX16" fmla="*/ 239 w 47515"/>
                <a:gd name="connsiteY16" fmla="*/ 71143 h 71072"/>
                <a:gd name="connsiteX17" fmla="*/ 44530 w 47515"/>
                <a:gd name="connsiteY17" fmla="*/ 71143 h 71072"/>
                <a:gd name="connsiteX18" fmla="*/ 47755 w 47515"/>
                <a:gd name="connsiteY18" fmla="*/ 51662 h 71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515" h="71072">
                  <a:moveTo>
                    <a:pt x="47755" y="51662"/>
                  </a:moveTo>
                  <a:lnTo>
                    <a:pt x="44099" y="51662"/>
                  </a:lnTo>
                  <a:cubicBezTo>
                    <a:pt x="43777" y="54017"/>
                    <a:pt x="42702" y="60332"/>
                    <a:pt x="41304" y="61402"/>
                  </a:cubicBezTo>
                  <a:cubicBezTo>
                    <a:pt x="40444" y="62045"/>
                    <a:pt x="32167" y="62045"/>
                    <a:pt x="30662" y="62045"/>
                  </a:cubicBezTo>
                  <a:lnTo>
                    <a:pt x="10881" y="62045"/>
                  </a:lnTo>
                  <a:cubicBezTo>
                    <a:pt x="22169" y="52090"/>
                    <a:pt x="25932" y="49093"/>
                    <a:pt x="32382" y="44063"/>
                  </a:cubicBezTo>
                  <a:cubicBezTo>
                    <a:pt x="40337" y="37747"/>
                    <a:pt x="47755" y="31111"/>
                    <a:pt x="47755" y="20943"/>
                  </a:cubicBezTo>
                  <a:cubicBezTo>
                    <a:pt x="47755" y="7991"/>
                    <a:pt x="36359" y="71"/>
                    <a:pt x="22599" y="71"/>
                  </a:cubicBezTo>
                  <a:cubicBezTo>
                    <a:pt x="9269" y="71"/>
                    <a:pt x="239" y="9383"/>
                    <a:pt x="239" y="19230"/>
                  </a:cubicBezTo>
                  <a:cubicBezTo>
                    <a:pt x="239" y="24689"/>
                    <a:pt x="4861" y="25224"/>
                    <a:pt x="5936" y="25224"/>
                  </a:cubicBezTo>
                  <a:cubicBezTo>
                    <a:pt x="8516" y="25224"/>
                    <a:pt x="11634" y="23405"/>
                    <a:pt x="11634" y="19551"/>
                  </a:cubicBezTo>
                  <a:cubicBezTo>
                    <a:pt x="11634" y="17625"/>
                    <a:pt x="10881" y="13878"/>
                    <a:pt x="5291" y="13878"/>
                  </a:cubicBezTo>
                  <a:cubicBezTo>
                    <a:pt x="8624" y="6279"/>
                    <a:pt x="15934" y="3924"/>
                    <a:pt x="20987" y="3924"/>
                  </a:cubicBezTo>
                  <a:cubicBezTo>
                    <a:pt x="31737" y="3924"/>
                    <a:pt x="37327" y="12273"/>
                    <a:pt x="37327" y="20943"/>
                  </a:cubicBezTo>
                  <a:cubicBezTo>
                    <a:pt x="37327" y="30255"/>
                    <a:pt x="30662" y="37640"/>
                    <a:pt x="27222" y="41494"/>
                  </a:cubicBezTo>
                  <a:lnTo>
                    <a:pt x="1314" y="66968"/>
                  </a:lnTo>
                  <a:cubicBezTo>
                    <a:pt x="239" y="67932"/>
                    <a:pt x="239" y="68146"/>
                    <a:pt x="239" y="71143"/>
                  </a:cubicBezTo>
                  <a:lnTo>
                    <a:pt x="44530" y="71143"/>
                  </a:lnTo>
                  <a:lnTo>
                    <a:pt x="47755" y="5166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37" name="Freeform: Shape 2536">
              <a:extLst>
                <a:ext uri="{FF2B5EF4-FFF2-40B4-BE49-F238E27FC236}">
                  <a16:creationId xmlns:a16="http://schemas.microsoft.com/office/drawing/2014/main" id="{2C0DB15D-EBC9-9E9B-05D6-5FECC377F916}"/>
                </a:ext>
              </a:extLst>
            </p:cNvPr>
            <p:cNvSpPr/>
            <p:nvPr>
              <p:custDataLst>
                <p:tags r:id="rId119"/>
              </p:custDataLst>
            </p:nvPr>
          </p:nvSpPr>
          <p:spPr>
            <a:xfrm>
              <a:off x="11008944" y="5883536"/>
              <a:ext cx="35629" cy="152909"/>
            </a:xfrm>
            <a:custGeom>
              <a:avLst/>
              <a:gdLst>
                <a:gd name="connsiteX0" fmla="*/ 35872 w 35629"/>
                <a:gd name="connsiteY0" fmla="*/ 76529 h 152909"/>
                <a:gd name="connsiteX1" fmla="*/ 25736 w 35629"/>
                <a:gd name="connsiteY1" fmla="*/ 28822 h 152909"/>
                <a:gd name="connsiteX2" fmla="*/ 1779 w 35629"/>
                <a:gd name="connsiteY2" fmla="*/ 75 h 152909"/>
                <a:gd name="connsiteX3" fmla="*/ 243 w 35629"/>
                <a:gd name="connsiteY3" fmla="*/ 1604 h 152909"/>
                <a:gd name="connsiteX4" fmla="*/ 3161 w 35629"/>
                <a:gd name="connsiteY4" fmla="*/ 5121 h 152909"/>
                <a:gd name="connsiteX5" fmla="*/ 26965 w 35629"/>
                <a:gd name="connsiteY5" fmla="*/ 76529 h 152909"/>
                <a:gd name="connsiteX6" fmla="*/ 2240 w 35629"/>
                <a:gd name="connsiteY6" fmla="*/ 148855 h 152909"/>
                <a:gd name="connsiteX7" fmla="*/ 243 w 35629"/>
                <a:gd name="connsiteY7" fmla="*/ 151455 h 152909"/>
                <a:gd name="connsiteX8" fmla="*/ 1779 w 35629"/>
                <a:gd name="connsiteY8" fmla="*/ 152984 h 152909"/>
                <a:gd name="connsiteX9" fmla="*/ 26197 w 35629"/>
                <a:gd name="connsiteY9" fmla="*/ 123167 h 152909"/>
                <a:gd name="connsiteX10" fmla="*/ 35872 w 35629"/>
                <a:gd name="connsiteY10" fmla="*/ 76529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29" h="152909">
                  <a:moveTo>
                    <a:pt x="35872" y="76529"/>
                  </a:moveTo>
                  <a:cubicBezTo>
                    <a:pt x="35872" y="64602"/>
                    <a:pt x="34183" y="46100"/>
                    <a:pt x="25736" y="28822"/>
                  </a:cubicBezTo>
                  <a:cubicBezTo>
                    <a:pt x="16522" y="10014"/>
                    <a:pt x="3315" y="75"/>
                    <a:pt x="1779" y="75"/>
                  </a:cubicBezTo>
                  <a:cubicBezTo>
                    <a:pt x="857" y="75"/>
                    <a:pt x="243" y="686"/>
                    <a:pt x="243" y="1604"/>
                  </a:cubicBezTo>
                  <a:cubicBezTo>
                    <a:pt x="243" y="2063"/>
                    <a:pt x="243" y="2368"/>
                    <a:pt x="3161" y="5121"/>
                  </a:cubicBezTo>
                  <a:cubicBezTo>
                    <a:pt x="18211" y="20259"/>
                    <a:pt x="26965" y="44571"/>
                    <a:pt x="26965" y="76529"/>
                  </a:cubicBezTo>
                  <a:cubicBezTo>
                    <a:pt x="26965" y="102677"/>
                    <a:pt x="21283" y="129589"/>
                    <a:pt x="2240" y="148855"/>
                  </a:cubicBezTo>
                  <a:cubicBezTo>
                    <a:pt x="243" y="150690"/>
                    <a:pt x="243" y="150996"/>
                    <a:pt x="243" y="151455"/>
                  </a:cubicBezTo>
                  <a:cubicBezTo>
                    <a:pt x="243" y="152372"/>
                    <a:pt x="857" y="152984"/>
                    <a:pt x="1779" y="152984"/>
                  </a:cubicBezTo>
                  <a:cubicBezTo>
                    <a:pt x="3315" y="152984"/>
                    <a:pt x="17136" y="142586"/>
                    <a:pt x="26197" y="123167"/>
                  </a:cubicBezTo>
                  <a:cubicBezTo>
                    <a:pt x="34029" y="106347"/>
                    <a:pt x="35872" y="89374"/>
                    <a:pt x="35872" y="7652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38" name="Freeform: Shape 2537">
              <a:extLst>
                <a:ext uri="{FF2B5EF4-FFF2-40B4-BE49-F238E27FC236}">
                  <a16:creationId xmlns:a16="http://schemas.microsoft.com/office/drawing/2014/main" id="{E3EB5920-7C41-0F30-3060-005A0F921AF3}"/>
                </a:ext>
              </a:extLst>
            </p:cNvPr>
            <p:cNvSpPr/>
            <p:nvPr>
              <p:custDataLst>
                <p:tags r:id="rId120"/>
              </p:custDataLst>
            </p:nvPr>
          </p:nvSpPr>
          <p:spPr>
            <a:xfrm>
              <a:off x="11106787" y="5956932"/>
              <a:ext cx="93833" cy="6116"/>
            </a:xfrm>
            <a:custGeom>
              <a:avLst/>
              <a:gdLst>
                <a:gd name="connsiteX0" fmla="*/ 88708 w 93833"/>
                <a:gd name="connsiteY0" fmla="*/ 6191 h 6116"/>
                <a:gd name="connsiteX1" fmla="*/ 94083 w 93833"/>
                <a:gd name="connsiteY1" fmla="*/ 3133 h 6116"/>
                <a:gd name="connsiteX2" fmla="*/ 88708 w 93833"/>
                <a:gd name="connsiteY2" fmla="*/ 75 h 6116"/>
                <a:gd name="connsiteX3" fmla="*/ 5624 w 93833"/>
                <a:gd name="connsiteY3" fmla="*/ 75 h 6116"/>
                <a:gd name="connsiteX4" fmla="*/ 249 w 93833"/>
                <a:gd name="connsiteY4" fmla="*/ 3133 h 6116"/>
                <a:gd name="connsiteX5" fmla="*/ 5624 w 93833"/>
                <a:gd name="connsiteY5" fmla="*/ 6191 h 6116"/>
                <a:gd name="connsiteX6" fmla="*/ 88708 w 93833"/>
                <a:gd name="connsiteY6" fmla="*/ 6191 h 6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833" h="6116">
                  <a:moveTo>
                    <a:pt x="88708" y="6191"/>
                  </a:moveTo>
                  <a:cubicBezTo>
                    <a:pt x="91319" y="6191"/>
                    <a:pt x="94083" y="6191"/>
                    <a:pt x="94083" y="3133"/>
                  </a:cubicBezTo>
                  <a:cubicBezTo>
                    <a:pt x="94083" y="75"/>
                    <a:pt x="91319" y="75"/>
                    <a:pt x="88708" y="75"/>
                  </a:cubicBezTo>
                  <a:lnTo>
                    <a:pt x="5624" y="75"/>
                  </a:lnTo>
                  <a:cubicBezTo>
                    <a:pt x="3014" y="75"/>
                    <a:pt x="249" y="75"/>
                    <a:pt x="249" y="3133"/>
                  </a:cubicBezTo>
                  <a:cubicBezTo>
                    <a:pt x="249" y="6191"/>
                    <a:pt x="3014" y="6191"/>
                    <a:pt x="5624" y="6191"/>
                  </a:cubicBezTo>
                  <a:lnTo>
                    <a:pt x="88708" y="619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39" name="Freeform: Shape 2538">
              <a:extLst>
                <a:ext uri="{FF2B5EF4-FFF2-40B4-BE49-F238E27FC236}">
                  <a16:creationId xmlns:a16="http://schemas.microsoft.com/office/drawing/2014/main" id="{2486A832-CD22-972D-496B-DA5C01237BD4}"/>
                </a:ext>
              </a:extLst>
            </p:cNvPr>
            <p:cNvSpPr/>
            <p:nvPr>
              <p:custDataLst>
                <p:tags r:id="rId121"/>
              </p:custDataLst>
            </p:nvPr>
          </p:nvSpPr>
          <p:spPr>
            <a:xfrm>
              <a:off x="11265736" y="5883536"/>
              <a:ext cx="21039" cy="152909"/>
            </a:xfrm>
            <a:custGeom>
              <a:avLst/>
              <a:gdLst>
                <a:gd name="connsiteX0" fmla="*/ 21299 w 21039"/>
                <a:gd name="connsiteY0" fmla="*/ 152984 h 152909"/>
                <a:gd name="connsiteX1" fmla="*/ 21299 w 21039"/>
                <a:gd name="connsiteY1" fmla="*/ 146867 h 152909"/>
                <a:gd name="connsiteX2" fmla="*/ 6402 w 21039"/>
                <a:gd name="connsiteY2" fmla="*/ 146867 h 152909"/>
                <a:gd name="connsiteX3" fmla="*/ 6402 w 21039"/>
                <a:gd name="connsiteY3" fmla="*/ 6191 h 152909"/>
                <a:gd name="connsiteX4" fmla="*/ 21299 w 21039"/>
                <a:gd name="connsiteY4" fmla="*/ 6191 h 152909"/>
                <a:gd name="connsiteX5" fmla="*/ 21299 w 21039"/>
                <a:gd name="connsiteY5" fmla="*/ 75 h 152909"/>
                <a:gd name="connsiteX6" fmla="*/ 259 w 21039"/>
                <a:gd name="connsiteY6" fmla="*/ 75 h 152909"/>
                <a:gd name="connsiteX7" fmla="*/ 259 w 21039"/>
                <a:gd name="connsiteY7" fmla="*/ 152984 h 152909"/>
                <a:gd name="connsiteX8" fmla="*/ 21299 w 21039"/>
                <a:gd name="connsiteY8" fmla="*/ 152984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39" h="152909">
                  <a:moveTo>
                    <a:pt x="21299" y="152984"/>
                  </a:moveTo>
                  <a:lnTo>
                    <a:pt x="21299" y="146867"/>
                  </a:lnTo>
                  <a:lnTo>
                    <a:pt x="6402" y="146867"/>
                  </a:lnTo>
                  <a:lnTo>
                    <a:pt x="6402" y="6191"/>
                  </a:lnTo>
                  <a:lnTo>
                    <a:pt x="21299" y="6191"/>
                  </a:lnTo>
                  <a:lnTo>
                    <a:pt x="21299" y="75"/>
                  </a:lnTo>
                  <a:lnTo>
                    <a:pt x="259" y="75"/>
                  </a:lnTo>
                  <a:lnTo>
                    <a:pt x="259" y="152984"/>
                  </a:lnTo>
                  <a:lnTo>
                    <a:pt x="21299" y="15298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40" name="Freeform: Shape 2539">
              <a:extLst>
                <a:ext uri="{FF2B5EF4-FFF2-40B4-BE49-F238E27FC236}">
                  <a16:creationId xmlns:a16="http://schemas.microsoft.com/office/drawing/2014/main" id="{ABF5576C-1A49-6490-D309-C025C661FDE8}"/>
                </a:ext>
              </a:extLst>
            </p:cNvPr>
            <p:cNvSpPr/>
            <p:nvPr>
              <p:custDataLst>
                <p:tags r:id="rId122"/>
              </p:custDataLst>
            </p:nvPr>
          </p:nvSpPr>
          <p:spPr>
            <a:xfrm>
              <a:off x="11292424" y="5893475"/>
              <a:ext cx="95983" cy="104742"/>
            </a:xfrm>
            <a:custGeom>
              <a:avLst/>
              <a:gdLst>
                <a:gd name="connsiteX0" fmla="*/ 37888 w 95983"/>
                <a:gd name="connsiteY0" fmla="*/ 53440 h 104742"/>
                <a:gd name="connsiteX1" fmla="*/ 54474 w 95983"/>
                <a:gd name="connsiteY1" fmla="*/ 56651 h 104742"/>
                <a:gd name="connsiteX2" fmla="*/ 62460 w 95983"/>
                <a:gd name="connsiteY2" fmla="*/ 70566 h 104742"/>
                <a:gd name="connsiteX3" fmla="*/ 65224 w 95983"/>
                <a:gd name="connsiteY3" fmla="*/ 74694 h 104742"/>
                <a:gd name="connsiteX4" fmla="*/ 67835 w 95983"/>
                <a:gd name="connsiteY4" fmla="*/ 69801 h 104742"/>
                <a:gd name="connsiteX5" fmla="*/ 67835 w 95983"/>
                <a:gd name="connsiteY5" fmla="*/ 28363 h 104742"/>
                <a:gd name="connsiteX6" fmla="*/ 65224 w 95983"/>
                <a:gd name="connsiteY6" fmla="*/ 23470 h 104742"/>
                <a:gd name="connsiteX7" fmla="*/ 62460 w 95983"/>
                <a:gd name="connsiteY7" fmla="*/ 26987 h 104742"/>
                <a:gd name="connsiteX8" fmla="*/ 37888 w 95983"/>
                <a:gd name="connsiteY8" fmla="*/ 47935 h 104742"/>
                <a:gd name="connsiteX9" fmla="*/ 37888 w 95983"/>
                <a:gd name="connsiteY9" fmla="*/ 15671 h 104742"/>
                <a:gd name="connsiteX10" fmla="*/ 44491 w 95983"/>
                <a:gd name="connsiteY10" fmla="*/ 5427 h 104742"/>
                <a:gd name="connsiteX11" fmla="*/ 51863 w 95983"/>
                <a:gd name="connsiteY11" fmla="*/ 5427 h 104742"/>
                <a:gd name="connsiteX12" fmla="*/ 83806 w 95983"/>
                <a:gd name="connsiteY12" fmla="*/ 26528 h 104742"/>
                <a:gd name="connsiteX13" fmla="*/ 86571 w 95983"/>
                <a:gd name="connsiteY13" fmla="*/ 30045 h 104742"/>
                <a:gd name="connsiteX14" fmla="*/ 89181 w 95983"/>
                <a:gd name="connsiteY14" fmla="*/ 24999 h 104742"/>
                <a:gd name="connsiteX15" fmla="*/ 89181 w 95983"/>
                <a:gd name="connsiteY15" fmla="*/ 5121 h 104742"/>
                <a:gd name="connsiteX16" fmla="*/ 84113 w 95983"/>
                <a:gd name="connsiteY16" fmla="*/ 75 h 104742"/>
                <a:gd name="connsiteX17" fmla="*/ 5484 w 95983"/>
                <a:gd name="connsiteY17" fmla="*/ 75 h 104742"/>
                <a:gd name="connsiteX18" fmla="*/ 262 w 95983"/>
                <a:gd name="connsiteY18" fmla="*/ 2827 h 104742"/>
                <a:gd name="connsiteX19" fmla="*/ 4408 w 95983"/>
                <a:gd name="connsiteY19" fmla="*/ 5427 h 104742"/>
                <a:gd name="connsiteX20" fmla="*/ 13777 w 95983"/>
                <a:gd name="connsiteY20" fmla="*/ 14142 h 104742"/>
                <a:gd name="connsiteX21" fmla="*/ 13777 w 95983"/>
                <a:gd name="connsiteY21" fmla="*/ 90750 h 104742"/>
                <a:gd name="connsiteX22" fmla="*/ 5176 w 95983"/>
                <a:gd name="connsiteY22" fmla="*/ 99466 h 104742"/>
                <a:gd name="connsiteX23" fmla="*/ 262 w 95983"/>
                <a:gd name="connsiteY23" fmla="*/ 102065 h 104742"/>
                <a:gd name="connsiteX24" fmla="*/ 5484 w 95983"/>
                <a:gd name="connsiteY24" fmla="*/ 104817 h 104742"/>
                <a:gd name="connsiteX25" fmla="*/ 86878 w 95983"/>
                <a:gd name="connsiteY25" fmla="*/ 104817 h 104742"/>
                <a:gd name="connsiteX26" fmla="*/ 91792 w 95983"/>
                <a:gd name="connsiteY26" fmla="*/ 102677 h 104742"/>
                <a:gd name="connsiteX27" fmla="*/ 96246 w 95983"/>
                <a:gd name="connsiteY27" fmla="*/ 76223 h 104742"/>
                <a:gd name="connsiteX28" fmla="*/ 93635 w 95983"/>
                <a:gd name="connsiteY28" fmla="*/ 73471 h 104742"/>
                <a:gd name="connsiteX29" fmla="*/ 90871 w 95983"/>
                <a:gd name="connsiteY29" fmla="*/ 75612 h 104742"/>
                <a:gd name="connsiteX30" fmla="*/ 77203 w 95983"/>
                <a:gd name="connsiteY30" fmla="*/ 92585 h 104742"/>
                <a:gd name="connsiteX31" fmla="*/ 52938 w 95983"/>
                <a:gd name="connsiteY31" fmla="*/ 99466 h 104742"/>
                <a:gd name="connsiteX32" fmla="*/ 44491 w 95983"/>
                <a:gd name="connsiteY32" fmla="*/ 99466 h 104742"/>
                <a:gd name="connsiteX33" fmla="*/ 37888 w 95983"/>
                <a:gd name="connsiteY33" fmla="*/ 89221 h 104742"/>
                <a:gd name="connsiteX34" fmla="*/ 37888 w 95983"/>
                <a:gd name="connsiteY34" fmla="*/ 53440 h 104742"/>
                <a:gd name="connsiteX35" fmla="*/ 83806 w 95983"/>
                <a:gd name="connsiteY35" fmla="*/ 5427 h 104742"/>
                <a:gd name="connsiteX36" fmla="*/ 83806 w 95983"/>
                <a:gd name="connsiteY36" fmla="*/ 12766 h 104742"/>
                <a:gd name="connsiteX37" fmla="*/ 75053 w 95983"/>
                <a:gd name="connsiteY37" fmla="*/ 5427 h 104742"/>
                <a:gd name="connsiteX38" fmla="*/ 83806 w 95983"/>
                <a:gd name="connsiteY38" fmla="*/ 5427 h 104742"/>
                <a:gd name="connsiteX39" fmla="*/ 53859 w 95983"/>
                <a:gd name="connsiteY39" fmla="*/ 50229 h 104742"/>
                <a:gd name="connsiteX40" fmla="*/ 62460 w 95983"/>
                <a:gd name="connsiteY40" fmla="*/ 43654 h 104742"/>
                <a:gd name="connsiteX41" fmla="*/ 62460 w 95983"/>
                <a:gd name="connsiteY41" fmla="*/ 56498 h 104742"/>
                <a:gd name="connsiteX42" fmla="*/ 53859 w 95983"/>
                <a:gd name="connsiteY42" fmla="*/ 50382 h 104742"/>
                <a:gd name="connsiteX43" fmla="*/ 53859 w 95983"/>
                <a:gd name="connsiteY43" fmla="*/ 50229 h 104742"/>
                <a:gd name="connsiteX44" fmla="*/ 19152 w 95983"/>
                <a:gd name="connsiteY44" fmla="*/ 13837 h 104742"/>
                <a:gd name="connsiteX45" fmla="*/ 17923 w 95983"/>
                <a:gd name="connsiteY45" fmla="*/ 5427 h 104742"/>
                <a:gd name="connsiteX46" fmla="*/ 34202 w 95983"/>
                <a:gd name="connsiteY46" fmla="*/ 5427 h 104742"/>
                <a:gd name="connsiteX47" fmla="*/ 32513 w 95983"/>
                <a:gd name="connsiteY47" fmla="*/ 15366 h 104742"/>
                <a:gd name="connsiteX48" fmla="*/ 32513 w 95983"/>
                <a:gd name="connsiteY48" fmla="*/ 89527 h 104742"/>
                <a:gd name="connsiteX49" fmla="*/ 34202 w 95983"/>
                <a:gd name="connsiteY49" fmla="*/ 99466 h 104742"/>
                <a:gd name="connsiteX50" fmla="*/ 17923 w 95983"/>
                <a:gd name="connsiteY50" fmla="*/ 99466 h 104742"/>
                <a:gd name="connsiteX51" fmla="*/ 19152 w 95983"/>
                <a:gd name="connsiteY51" fmla="*/ 91056 h 104742"/>
                <a:gd name="connsiteX52" fmla="*/ 19152 w 95983"/>
                <a:gd name="connsiteY52" fmla="*/ 13837 h 104742"/>
                <a:gd name="connsiteX53" fmla="*/ 76281 w 95983"/>
                <a:gd name="connsiteY53" fmla="*/ 99466 h 104742"/>
                <a:gd name="connsiteX54" fmla="*/ 76281 w 95983"/>
                <a:gd name="connsiteY54" fmla="*/ 99313 h 104742"/>
                <a:gd name="connsiteX55" fmla="*/ 88414 w 95983"/>
                <a:gd name="connsiteY55" fmla="*/ 90903 h 104742"/>
                <a:gd name="connsiteX56" fmla="*/ 87031 w 95983"/>
                <a:gd name="connsiteY56" fmla="*/ 99466 h 104742"/>
                <a:gd name="connsiteX57" fmla="*/ 76281 w 95983"/>
                <a:gd name="connsiteY57" fmla="*/ 99466 h 104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5983" h="104742">
                  <a:moveTo>
                    <a:pt x="37888" y="53440"/>
                  </a:moveTo>
                  <a:cubicBezTo>
                    <a:pt x="41727" y="53440"/>
                    <a:pt x="49099" y="53440"/>
                    <a:pt x="54474" y="56651"/>
                  </a:cubicBezTo>
                  <a:cubicBezTo>
                    <a:pt x="61845" y="61391"/>
                    <a:pt x="62460" y="69648"/>
                    <a:pt x="62460" y="70566"/>
                  </a:cubicBezTo>
                  <a:cubicBezTo>
                    <a:pt x="62613" y="72707"/>
                    <a:pt x="62613" y="74694"/>
                    <a:pt x="65224" y="74694"/>
                  </a:cubicBezTo>
                  <a:cubicBezTo>
                    <a:pt x="67835" y="74694"/>
                    <a:pt x="67835" y="72554"/>
                    <a:pt x="67835" y="69801"/>
                  </a:cubicBezTo>
                  <a:lnTo>
                    <a:pt x="67835" y="28363"/>
                  </a:lnTo>
                  <a:cubicBezTo>
                    <a:pt x="67835" y="25916"/>
                    <a:pt x="67835" y="23470"/>
                    <a:pt x="65224" y="23470"/>
                  </a:cubicBezTo>
                  <a:cubicBezTo>
                    <a:pt x="62613" y="23470"/>
                    <a:pt x="62460" y="25763"/>
                    <a:pt x="62460" y="26987"/>
                  </a:cubicBezTo>
                  <a:cubicBezTo>
                    <a:pt x="61538" y="46712"/>
                    <a:pt x="45874" y="47782"/>
                    <a:pt x="37888" y="47935"/>
                  </a:cubicBezTo>
                  <a:lnTo>
                    <a:pt x="37888" y="15671"/>
                  </a:lnTo>
                  <a:cubicBezTo>
                    <a:pt x="37888" y="5427"/>
                    <a:pt x="40806" y="5427"/>
                    <a:pt x="44491" y="5427"/>
                  </a:cubicBezTo>
                  <a:lnTo>
                    <a:pt x="51863" y="5427"/>
                  </a:lnTo>
                  <a:cubicBezTo>
                    <a:pt x="72595" y="5427"/>
                    <a:pt x="82885" y="15977"/>
                    <a:pt x="83806" y="26528"/>
                  </a:cubicBezTo>
                  <a:cubicBezTo>
                    <a:pt x="83960" y="27751"/>
                    <a:pt x="84113" y="30045"/>
                    <a:pt x="86571" y="30045"/>
                  </a:cubicBezTo>
                  <a:cubicBezTo>
                    <a:pt x="89181" y="30045"/>
                    <a:pt x="89181" y="27598"/>
                    <a:pt x="89181" y="24999"/>
                  </a:cubicBezTo>
                  <a:lnTo>
                    <a:pt x="89181" y="5121"/>
                  </a:lnTo>
                  <a:cubicBezTo>
                    <a:pt x="89181" y="381"/>
                    <a:pt x="88874" y="75"/>
                    <a:pt x="84113" y="75"/>
                  </a:cubicBezTo>
                  <a:lnTo>
                    <a:pt x="5484" y="75"/>
                  </a:lnTo>
                  <a:cubicBezTo>
                    <a:pt x="2719" y="75"/>
                    <a:pt x="262" y="75"/>
                    <a:pt x="262" y="2827"/>
                  </a:cubicBezTo>
                  <a:cubicBezTo>
                    <a:pt x="262" y="5427"/>
                    <a:pt x="3180" y="5427"/>
                    <a:pt x="4408" y="5427"/>
                  </a:cubicBezTo>
                  <a:cubicBezTo>
                    <a:pt x="13162" y="5427"/>
                    <a:pt x="13777" y="6650"/>
                    <a:pt x="13777" y="14142"/>
                  </a:cubicBezTo>
                  <a:lnTo>
                    <a:pt x="13777" y="90750"/>
                  </a:lnTo>
                  <a:cubicBezTo>
                    <a:pt x="13777" y="97937"/>
                    <a:pt x="13316" y="99466"/>
                    <a:pt x="5176" y="99466"/>
                  </a:cubicBezTo>
                  <a:cubicBezTo>
                    <a:pt x="2873" y="99466"/>
                    <a:pt x="262" y="99466"/>
                    <a:pt x="262" y="102065"/>
                  </a:cubicBezTo>
                  <a:cubicBezTo>
                    <a:pt x="262" y="104817"/>
                    <a:pt x="2719" y="104817"/>
                    <a:pt x="5484" y="104817"/>
                  </a:cubicBezTo>
                  <a:lnTo>
                    <a:pt x="86878" y="104817"/>
                  </a:lnTo>
                  <a:cubicBezTo>
                    <a:pt x="89796" y="104817"/>
                    <a:pt x="91331" y="104817"/>
                    <a:pt x="91792" y="102677"/>
                  </a:cubicBezTo>
                  <a:cubicBezTo>
                    <a:pt x="91946" y="102524"/>
                    <a:pt x="96246" y="76988"/>
                    <a:pt x="96246" y="76223"/>
                  </a:cubicBezTo>
                  <a:cubicBezTo>
                    <a:pt x="96246" y="74541"/>
                    <a:pt x="94864" y="73471"/>
                    <a:pt x="93635" y="73471"/>
                  </a:cubicBezTo>
                  <a:cubicBezTo>
                    <a:pt x="91485" y="73471"/>
                    <a:pt x="90871" y="75459"/>
                    <a:pt x="90871" y="75612"/>
                  </a:cubicBezTo>
                  <a:cubicBezTo>
                    <a:pt x="89949" y="79587"/>
                    <a:pt x="88414" y="86010"/>
                    <a:pt x="77203" y="92585"/>
                  </a:cubicBezTo>
                  <a:cubicBezTo>
                    <a:pt x="69217" y="97325"/>
                    <a:pt x="61385" y="99466"/>
                    <a:pt x="52938" y="99466"/>
                  </a:cubicBezTo>
                  <a:lnTo>
                    <a:pt x="44491" y="99466"/>
                  </a:lnTo>
                  <a:cubicBezTo>
                    <a:pt x="40806" y="99466"/>
                    <a:pt x="37888" y="99466"/>
                    <a:pt x="37888" y="89221"/>
                  </a:cubicBezTo>
                  <a:lnTo>
                    <a:pt x="37888" y="53440"/>
                  </a:lnTo>
                  <a:close/>
                  <a:moveTo>
                    <a:pt x="83806" y="5427"/>
                  </a:moveTo>
                  <a:lnTo>
                    <a:pt x="83806" y="12766"/>
                  </a:lnTo>
                  <a:cubicBezTo>
                    <a:pt x="81196" y="9861"/>
                    <a:pt x="78278" y="7414"/>
                    <a:pt x="75053" y="5427"/>
                  </a:cubicBezTo>
                  <a:lnTo>
                    <a:pt x="83806" y="5427"/>
                  </a:lnTo>
                  <a:close/>
                  <a:moveTo>
                    <a:pt x="53859" y="50229"/>
                  </a:moveTo>
                  <a:cubicBezTo>
                    <a:pt x="56317" y="49159"/>
                    <a:pt x="59695" y="46865"/>
                    <a:pt x="62460" y="43654"/>
                  </a:cubicBezTo>
                  <a:lnTo>
                    <a:pt x="62460" y="56498"/>
                  </a:lnTo>
                  <a:cubicBezTo>
                    <a:pt x="58774" y="52370"/>
                    <a:pt x="54013" y="50382"/>
                    <a:pt x="53859" y="50382"/>
                  </a:cubicBezTo>
                  <a:lnTo>
                    <a:pt x="53859" y="50229"/>
                  </a:lnTo>
                  <a:close/>
                  <a:moveTo>
                    <a:pt x="19152" y="13837"/>
                  </a:moveTo>
                  <a:cubicBezTo>
                    <a:pt x="19152" y="12002"/>
                    <a:pt x="19152" y="8179"/>
                    <a:pt x="17923" y="5427"/>
                  </a:cubicBezTo>
                  <a:lnTo>
                    <a:pt x="34202" y="5427"/>
                  </a:lnTo>
                  <a:cubicBezTo>
                    <a:pt x="32513" y="8943"/>
                    <a:pt x="32513" y="13989"/>
                    <a:pt x="32513" y="15366"/>
                  </a:cubicBezTo>
                  <a:lnTo>
                    <a:pt x="32513" y="89527"/>
                  </a:lnTo>
                  <a:cubicBezTo>
                    <a:pt x="32513" y="95031"/>
                    <a:pt x="33588" y="98089"/>
                    <a:pt x="34202" y="99466"/>
                  </a:cubicBezTo>
                  <a:lnTo>
                    <a:pt x="17923" y="99466"/>
                  </a:lnTo>
                  <a:cubicBezTo>
                    <a:pt x="19152" y="96713"/>
                    <a:pt x="19152" y="92891"/>
                    <a:pt x="19152" y="91056"/>
                  </a:cubicBezTo>
                  <a:lnTo>
                    <a:pt x="19152" y="13837"/>
                  </a:lnTo>
                  <a:close/>
                  <a:moveTo>
                    <a:pt x="76281" y="99466"/>
                  </a:moveTo>
                  <a:lnTo>
                    <a:pt x="76281" y="99313"/>
                  </a:lnTo>
                  <a:cubicBezTo>
                    <a:pt x="81196" y="96866"/>
                    <a:pt x="85342" y="93655"/>
                    <a:pt x="88414" y="90903"/>
                  </a:cubicBezTo>
                  <a:cubicBezTo>
                    <a:pt x="88260" y="91514"/>
                    <a:pt x="87185" y="98242"/>
                    <a:pt x="87031" y="99466"/>
                  </a:cubicBezTo>
                  <a:lnTo>
                    <a:pt x="76281" y="9946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41" name="Freeform: Shape 2540">
              <a:extLst>
                <a:ext uri="{FF2B5EF4-FFF2-40B4-BE49-F238E27FC236}">
                  <a16:creationId xmlns:a16="http://schemas.microsoft.com/office/drawing/2014/main" id="{7FE442EF-F368-EAE0-0B26-D2F015A4C9F2}"/>
                </a:ext>
              </a:extLst>
            </p:cNvPr>
            <p:cNvSpPr/>
            <p:nvPr>
              <p:custDataLst>
                <p:tags r:id="rId123"/>
              </p:custDataLst>
            </p:nvPr>
          </p:nvSpPr>
          <p:spPr>
            <a:xfrm>
              <a:off x="11407860" y="5883536"/>
              <a:ext cx="35629" cy="152909"/>
            </a:xfrm>
            <a:custGeom>
              <a:avLst/>
              <a:gdLst>
                <a:gd name="connsiteX0" fmla="*/ 35898 w 35629"/>
                <a:gd name="connsiteY0" fmla="*/ 151455 h 152909"/>
                <a:gd name="connsiteX1" fmla="*/ 33287 w 35629"/>
                <a:gd name="connsiteY1" fmla="*/ 148091 h 152909"/>
                <a:gd name="connsiteX2" fmla="*/ 9176 w 35629"/>
                <a:gd name="connsiteY2" fmla="*/ 76529 h 152909"/>
                <a:gd name="connsiteX3" fmla="*/ 33901 w 35629"/>
                <a:gd name="connsiteY3" fmla="*/ 4203 h 152909"/>
                <a:gd name="connsiteX4" fmla="*/ 35898 w 35629"/>
                <a:gd name="connsiteY4" fmla="*/ 1604 h 152909"/>
                <a:gd name="connsiteX5" fmla="*/ 34362 w 35629"/>
                <a:gd name="connsiteY5" fmla="*/ 75 h 152909"/>
                <a:gd name="connsiteX6" fmla="*/ 9944 w 35629"/>
                <a:gd name="connsiteY6" fmla="*/ 29892 h 152909"/>
                <a:gd name="connsiteX7" fmla="*/ 269 w 35629"/>
                <a:gd name="connsiteY7" fmla="*/ 76529 h 152909"/>
                <a:gd name="connsiteX8" fmla="*/ 10405 w 35629"/>
                <a:gd name="connsiteY8" fmla="*/ 124237 h 152909"/>
                <a:gd name="connsiteX9" fmla="*/ 34362 w 35629"/>
                <a:gd name="connsiteY9" fmla="*/ 152984 h 152909"/>
                <a:gd name="connsiteX10" fmla="*/ 35898 w 35629"/>
                <a:gd name="connsiteY10" fmla="*/ 151455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29" h="152909">
                  <a:moveTo>
                    <a:pt x="35898" y="151455"/>
                  </a:moveTo>
                  <a:cubicBezTo>
                    <a:pt x="35898" y="150996"/>
                    <a:pt x="35898" y="150690"/>
                    <a:pt x="33287" y="148091"/>
                  </a:cubicBezTo>
                  <a:cubicBezTo>
                    <a:pt x="14090" y="128824"/>
                    <a:pt x="9176" y="99924"/>
                    <a:pt x="9176" y="76529"/>
                  </a:cubicBezTo>
                  <a:cubicBezTo>
                    <a:pt x="9176" y="49923"/>
                    <a:pt x="15012" y="23317"/>
                    <a:pt x="33901" y="4203"/>
                  </a:cubicBezTo>
                  <a:cubicBezTo>
                    <a:pt x="35898" y="2368"/>
                    <a:pt x="35898" y="2063"/>
                    <a:pt x="35898" y="1604"/>
                  </a:cubicBezTo>
                  <a:cubicBezTo>
                    <a:pt x="35898" y="533"/>
                    <a:pt x="35284" y="75"/>
                    <a:pt x="34362" y="75"/>
                  </a:cubicBezTo>
                  <a:cubicBezTo>
                    <a:pt x="32826" y="75"/>
                    <a:pt x="19005" y="10473"/>
                    <a:pt x="9944" y="29892"/>
                  </a:cubicBezTo>
                  <a:cubicBezTo>
                    <a:pt x="2112" y="46712"/>
                    <a:pt x="269" y="63685"/>
                    <a:pt x="269" y="76529"/>
                  </a:cubicBezTo>
                  <a:cubicBezTo>
                    <a:pt x="269" y="88456"/>
                    <a:pt x="1958" y="106958"/>
                    <a:pt x="10405" y="124237"/>
                  </a:cubicBezTo>
                  <a:cubicBezTo>
                    <a:pt x="19619" y="143045"/>
                    <a:pt x="32826" y="152984"/>
                    <a:pt x="34362" y="152984"/>
                  </a:cubicBezTo>
                  <a:cubicBezTo>
                    <a:pt x="35284" y="152984"/>
                    <a:pt x="35898" y="152525"/>
                    <a:pt x="35898" y="15145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42" name="Freeform: Shape 2541">
              <a:extLst>
                <a:ext uri="{FF2B5EF4-FFF2-40B4-BE49-F238E27FC236}">
                  <a16:creationId xmlns:a16="http://schemas.microsoft.com/office/drawing/2014/main" id="{D392AB52-8DD9-A2BD-CCA7-1A9D2907D4A0}"/>
                </a:ext>
              </a:extLst>
            </p:cNvPr>
            <p:cNvSpPr/>
            <p:nvPr>
              <p:custDataLst>
                <p:tags r:id="rId124"/>
              </p:custDataLst>
            </p:nvPr>
          </p:nvSpPr>
          <p:spPr>
            <a:xfrm>
              <a:off x="11457755" y="5893781"/>
              <a:ext cx="111648" cy="104436"/>
            </a:xfrm>
            <a:custGeom>
              <a:avLst/>
              <a:gdLst>
                <a:gd name="connsiteX0" fmla="*/ 86581 w 111648"/>
                <a:gd name="connsiteY0" fmla="*/ 17506 h 104436"/>
                <a:gd name="connsiteX1" fmla="*/ 88731 w 111648"/>
                <a:gd name="connsiteY1" fmla="*/ 15366 h 104436"/>
                <a:gd name="connsiteX2" fmla="*/ 108849 w 111648"/>
                <a:gd name="connsiteY2" fmla="*/ 4815 h 104436"/>
                <a:gd name="connsiteX3" fmla="*/ 111921 w 111648"/>
                <a:gd name="connsiteY3" fmla="*/ 1910 h 104436"/>
                <a:gd name="connsiteX4" fmla="*/ 109924 w 111648"/>
                <a:gd name="connsiteY4" fmla="*/ 75 h 104436"/>
                <a:gd name="connsiteX5" fmla="*/ 97331 w 111648"/>
                <a:gd name="connsiteY5" fmla="*/ 533 h 104436"/>
                <a:gd name="connsiteX6" fmla="*/ 81974 w 111648"/>
                <a:gd name="connsiteY6" fmla="*/ 75 h 104436"/>
                <a:gd name="connsiteX7" fmla="*/ 79056 w 111648"/>
                <a:gd name="connsiteY7" fmla="*/ 2980 h 104436"/>
                <a:gd name="connsiteX8" fmla="*/ 81360 w 111648"/>
                <a:gd name="connsiteY8" fmla="*/ 4815 h 104436"/>
                <a:gd name="connsiteX9" fmla="*/ 86888 w 111648"/>
                <a:gd name="connsiteY9" fmla="*/ 8332 h 104436"/>
                <a:gd name="connsiteX10" fmla="*/ 82742 w 111648"/>
                <a:gd name="connsiteY10" fmla="*/ 15671 h 104436"/>
                <a:gd name="connsiteX11" fmla="*/ 47113 w 111648"/>
                <a:gd name="connsiteY11" fmla="*/ 56498 h 104436"/>
                <a:gd name="connsiteX12" fmla="*/ 30219 w 111648"/>
                <a:gd name="connsiteY12" fmla="*/ 11084 h 104436"/>
                <a:gd name="connsiteX13" fmla="*/ 29298 w 111648"/>
                <a:gd name="connsiteY13" fmla="*/ 8485 h 104436"/>
                <a:gd name="connsiteX14" fmla="*/ 38359 w 111648"/>
                <a:gd name="connsiteY14" fmla="*/ 4815 h 104436"/>
                <a:gd name="connsiteX15" fmla="*/ 42045 w 111648"/>
                <a:gd name="connsiteY15" fmla="*/ 1757 h 104436"/>
                <a:gd name="connsiteX16" fmla="*/ 39741 w 111648"/>
                <a:gd name="connsiteY16" fmla="*/ 75 h 104436"/>
                <a:gd name="connsiteX17" fmla="*/ 20391 w 111648"/>
                <a:gd name="connsiteY17" fmla="*/ 533 h 104436"/>
                <a:gd name="connsiteX18" fmla="*/ 3190 w 111648"/>
                <a:gd name="connsiteY18" fmla="*/ 75 h 104436"/>
                <a:gd name="connsiteX19" fmla="*/ 273 w 111648"/>
                <a:gd name="connsiteY19" fmla="*/ 3133 h 104436"/>
                <a:gd name="connsiteX20" fmla="*/ 3805 w 111648"/>
                <a:gd name="connsiteY20" fmla="*/ 4815 h 104436"/>
                <a:gd name="connsiteX21" fmla="*/ 15016 w 111648"/>
                <a:gd name="connsiteY21" fmla="*/ 10014 h 104436"/>
                <a:gd name="connsiteX22" fmla="*/ 33905 w 111648"/>
                <a:gd name="connsiteY22" fmla="*/ 60321 h 104436"/>
                <a:gd name="connsiteX23" fmla="*/ 34520 w 111648"/>
                <a:gd name="connsiteY23" fmla="*/ 62920 h 104436"/>
                <a:gd name="connsiteX24" fmla="*/ 27609 w 111648"/>
                <a:gd name="connsiteY24" fmla="*/ 90750 h 104436"/>
                <a:gd name="connsiteX25" fmla="*/ 13173 w 111648"/>
                <a:gd name="connsiteY25" fmla="*/ 99771 h 104436"/>
                <a:gd name="connsiteX26" fmla="*/ 9026 w 111648"/>
                <a:gd name="connsiteY26" fmla="*/ 102830 h 104436"/>
                <a:gd name="connsiteX27" fmla="*/ 11176 w 111648"/>
                <a:gd name="connsiteY27" fmla="*/ 104512 h 104436"/>
                <a:gd name="connsiteX28" fmla="*/ 30527 w 111648"/>
                <a:gd name="connsiteY28" fmla="*/ 104053 h 104436"/>
                <a:gd name="connsiteX29" fmla="*/ 50184 w 111648"/>
                <a:gd name="connsiteY29" fmla="*/ 104512 h 104436"/>
                <a:gd name="connsiteX30" fmla="*/ 53102 w 111648"/>
                <a:gd name="connsiteY30" fmla="*/ 101453 h 104436"/>
                <a:gd name="connsiteX31" fmla="*/ 48802 w 111648"/>
                <a:gd name="connsiteY31" fmla="*/ 99771 h 104436"/>
                <a:gd name="connsiteX32" fmla="*/ 42966 w 111648"/>
                <a:gd name="connsiteY32" fmla="*/ 99466 h 104436"/>
                <a:gd name="connsiteX33" fmla="*/ 38820 w 111648"/>
                <a:gd name="connsiteY33" fmla="*/ 97019 h 104436"/>
                <a:gd name="connsiteX34" fmla="*/ 40970 w 111648"/>
                <a:gd name="connsiteY34" fmla="*/ 87386 h 104436"/>
                <a:gd name="connsiteX35" fmla="*/ 46345 w 111648"/>
                <a:gd name="connsiteY35" fmla="*/ 65826 h 104436"/>
                <a:gd name="connsiteX36" fmla="*/ 48495 w 111648"/>
                <a:gd name="connsiteY36" fmla="*/ 61085 h 104436"/>
                <a:gd name="connsiteX37" fmla="*/ 86581 w 111648"/>
                <a:gd name="connsiteY37" fmla="*/ 17506 h 104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648" h="104436">
                  <a:moveTo>
                    <a:pt x="86581" y="17506"/>
                  </a:moveTo>
                  <a:lnTo>
                    <a:pt x="88731" y="15366"/>
                  </a:lnTo>
                  <a:cubicBezTo>
                    <a:pt x="93338" y="10778"/>
                    <a:pt x="98406" y="5579"/>
                    <a:pt x="108849" y="4815"/>
                  </a:cubicBezTo>
                  <a:cubicBezTo>
                    <a:pt x="110539" y="4662"/>
                    <a:pt x="111921" y="4662"/>
                    <a:pt x="111921" y="1910"/>
                  </a:cubicBezTo>
                  <a:cubicBezTo>
                    <a:pt x="111921" y="686"/>
                    <a:pt x="111153" y="75"/>
                    <a:pt x="109924" y="75"/>
                  </a:cubicBezTo>
                  <a:cubicBezTo>
                    <a:pt x="105932" y="75"/>
                    <a:pt x="101478" y="533"/>
                    <a:pt x="97331" y="533"/>
                  </a:cubicBezTo>
                  <a:cubicBezTo>
                    <a:pt x="92263" y="533"/>
                    <a:pt x="86888" y="75"/>
                    <a:pt x="81974" y="75"/>
                  </a:cubicBezTo>
                  <a:cubicBezTo>
                    <a:pt x="81053" y="75"/>
                    <a:pt x="79056" y="75"/>
                    <a:pt x="79056" y="2980"/>
                  </a:cubicBezTo>
                  <a:cubicBezTo>
                    <a:pt x="79056" y="4662"/>
                    <a:pt x="80592" y="4815"/>
                    <a:pt x="81360" y="4815"/>
                  </a:cubicBezTo>
                  <a:cubicBezTo>
                    <a:pt x="82435" y="4815"/>
                    <a:pt x="86888" y="5121"/>
                    <a:pt x="86888" y="8332"/>
                  </a:cubicBezTo>
                  <a:cubicBezTo>
                    <a:pt x="86888" y="10931"/>
                    <a:pt x="83356" y="14907"/>
                    <a:pt x="82742" y="15671"/>
                  </a:cubicBezTo>
                  <a:lnTo>
                    <a:pt x="47113" y="56498"/>
                  </a:lnTo>
                  <a:lnTo>
                    <a:pt x="30219" y="11084"/>
                  </a:lnTo>
                  <a:cubicBezTo>
                    <a:pt x="29298" y="8943"/>
                    <a:pt x="29298" y="8638"/>
                    <a:pt x="29298" y="8485"/>
                  </a:cubicBezTo>
                  <a:cubicBezTo>
                    <a:pt x="29298" y="4815"/>
                    <a:pt x="36823" y="4815"/>
                    <a:pt x="38359" y="4815"/>
                  </a:cubicBezTo>
                  <a:cubicBezTo>
                    <a:pt x="40509" y="4815"/>
                    <a:pt x="42045" y="4815"/>
                    <a:pt x="42045" y="1757"/>
                  </a:cubicBezTo>
                  <a:cubicBezTo>
                    <a:pt x="42045" y="75"/>
                    <a:pt x="40202" y="75"/>
                    <a:pt x="39741" y="75"/>
                  </a:cubicBezTo>
                  <a:cubicBezTo>
                    <a:pt x="35441" y="75"/>
                    <a:pt x="24691" y="533"/>
                    <a:pt x="20391" y="533"/>
                  </a:cubicBezTo>
                  <a:cubicBezTo>
                    <a:pt x="16551" y="533"/>
                    <a:pt x="7030" y="75"/>
                    <a:pt x="3190" y="75"/>
                  </a:cubicBezTo>
                  <a:cubicBezTo>
                    <a:pt x="2269" y="75"/>
                    <a:pt x="273" y="75"/>
                    <a:pt x="273" y="3133"/>
                  </a:cubicBezTo>
                  <a:cubicBezTo>
                    <a:pt x="273" y="4815"/>
                    <a:pt x="1808" y="4815"/>
                    <a:pt x="3805" y="4815"/>
                  </a:cubicBezTo>
                  <a:cubicBezTo>
                    <a:pt x="13019" y="4815"/>
                    <a:pt x="13633" y="6191"/>
                    <a:pt x="15016" y="10014"/>
                  </a:cubicBezTo>
                  <a:lnTo>
                    <a:pt x="33905" y="60321"/>
                  </a:lnTo>
                  <a:cubicBezTo>
                    <a:pt x="34059" y="60780"/>
                    <a:pt x="34520" y="62462"/>
                    <a:pt x="34520" y="62920"/>
                  </a:cubicBezTo>
                  <a:cubicBezTo>
                    <a:pt x="34520" y="63379"/>
                    <a:pt x="28377" y="87997"/>
                    <a:pt x="27609" y="90750"/>
                  </a:cubicBezTo>
                  <a:cubicBezTo>
                    <a:pt x="25612" y="99160"/>
                    <a:pt x="25459" y="99619"/>
                    <a:pt x="13173" y="99771"/>
                  </a:cubicBezTo>
                  <a:cubicBezTo>
                    <a:pt x="10255" y="99771"/>
                    <a:pt x="9026" y="99771"/>
                    <a:pt x="9026" y="102830"/>
                  </a:cubicBezTo>
                  <a:cubicBezTo>
                    <a:pt x="9026" y="104512"/>
                    <a:pt x="10869" y="104512"/>
                    <a:pt x="11176" y="104512"/>
                  </a:cubicBezTo>
                  <a:cubicBezTo>
                    <a:pt x="15476" y="104512"/>
                    <a:pt x="26227" y="104053"/>
                    <a:pt x="30527" y="104053"/>
                  </a:cubicBezTo>
                  <a:cubicBezTo>
                    <a:pt x="34827" y="104053"/>
                    <a:pt x="45884" y="104512"/>
                    <a:pt x="50184" y="104512"/>
                  </a:cubicBezTo>
                  <a:cubicBezTo>
                    <a:pt x="51259" y="104512"/>
                    <a:pt x="53102" y="104512"/>
                    <a:pt x="53102" y="101453"/>
                  </a:cubicBezTo>
                  <a:cubicBezTo>
                    <a:pt x="53102" y="99771"/>
                    <a:pt x="51720" y="99771"/>
                    <a:pt x="48802" y="99771"/>
                  </a:cubicBezTo>
                  <a:cubicBezTo>
                    <a:pt x="48495" y="99771"/>
                    <a:pt x="45577" y="99771"/>
                    <a:pt x="42966" y="99466"/>
                  </a:cubicBezTo>
                  <a:cubicBezTo>
                    <a:pt x="39741" y="99160"/>
                    <a:pt x="38820" y="98854"/>
                    <a:pt x="38820" y="97019"/>
                  </a:cubicBezTo>
                  <a:cubicBezTo>
                    <a:pt x="38820" y="95949"/>
                    <a:pt x="40202" y="90597"/>
                    <a:pt x="40970" y="87386"/>
                  </a:cubicBezTo>
                  <a:lnTo>
                    <a:pt x="46345" y="65826"/>
                  </a:lnTo>
                  <a:cubicBezTo>
                    <a:pt x="47113" y="62920"/>
                    <a:pt x="47266" y="62462"/>
                    <a:pt x="48495" y="61085"/>
                  </a:cubicBezTo>
                  <a:lnTo>
                    <a:pt x="86581" y="175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43" name="Freeform: Shape 2542">
              <a:extLst>
                <a:ext uri="{FF2B5EF4-FFF2-40B4-BE49-F238E27FC236}">
                  <a16:creationId xmlns:a16="http://schemas.microsoft.com/office/drawing/2014/main" id="{D63E432D-A66D-8A05-569A-7A0A0EAB879F}"/>
                </a:ext>
              </a:extLst>
            </p:cNvPr>
            <p:cNvSpPr/>
            <p:nvPr>
              <p:custDataLst>
                <p:tags r:id="rId125"/>
              </p:custDataLst>
            </p:nvPr>
          </p:nvSpPr>
          <p:spPr>
            <a:xfrm>
              <a:off x="11584420" y="5883536"/>
              <a:ext cx="35629" cy="152909"/>
            </a:xfrm>
            <a:custGeom>
              <a:avLst/>
              <a:gdLst>
                <a:gd name="connsiteX0" fmla="*/ 35910 w 35629"/>
                <a:gd name="connsiteY0" fmla="*/ 76529 h 152909"/>
                <a:gd name="connsiteX1" fmla="*/ 25774 w 35629"/>
                <a:gd name="connsiteY1" fmla="*/ 28822 h 152909"/>
                <a:gd name="connsiteX2" fmla="*/ 1816 w 35629"/>
                <a:gd name="connsiteY2" fmla="*/ 75 h 152909"/>
                <a:gd name="connsiteX3" fmla="*/ 281 w 35629"/>
                <a:gd name="connsiteY3" fmla="*/ 1604 h 152909"/>
                <a:gd name="connsiteX4" fmla="*/ 3198 w 35629"/>
                <a:gd name="connsiteY4" fmla="*/ 5121 h 152909"/>
                <a:gd name="connsiteX5" fmla="*/ 27002 w 35629"/>
                <a:gd name="connsiteY5" fmla="*/ 76529 h 152909"/>
                <a:gd name="connsiteX6" fmla="*/ 2277 w 35629"/>
                <a:gd name="connsiteY6" fmla="*/ 148855 h 152909"/>
                <a:gd name="connsiteX7" fmla="*/ 281 w 35629"/>
                <a:gd name="connsiteY7" fmla="*/ 151455 h 152909"/>
                <a:gd name="connsiteX8" fmla="*/ 1816 w 35629"/>
                <a:gd name="connsiteY8" fmla="*/ 152984 h 152909"/>
                <a:gd name="connsiteX9" fmla="*/ 26235 w 35629"/>
                <a:gd name="connsiteY9" fmla="*/ 123167 h 152909"/>
                <a:gd name="connsiteX10" fmla="*/ 35910 w 35629"/>
                <a:gd name="connsiteY10" fmla="*/ 76529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29" h="152909">
                  <a:moveTo>
                    <a:pt x="35910" y="76529"/>
                  </a:moveTo>
                  <a:cubicBezTo>
                    <a:pt x="35910" y="64602"/>
                    <a:pt x="34220" y="46100"/>
                    <a:pt x="25774" y="28822"/>
                  </a:cubicBezTo>
                  <a:cubicBezTo>
                    <a:pt x="16559" y="10014"/>
                    <a:pt x="3352" y="75"/>
                    <a:pt x="1816" y="75"/>
                  </a:cubicBezTo>
                  <a:cubicBezTo>
                    <a:pt x="895" y="75"/>
                    <a:pt x="281" y="686"/>
                    <a:pt x="281" y="1604"/>
                  </a:cubicBezTo>
                  <a:cubicBezTo>
                    <a:pt x="281" y="2063"/>
                    <a:pt x="281" y="2368"/>
                    <a:pt x="3198" y="5121"/>
                  </a:cubicBezTo>
                  <a:cubicBezTo>
                    <a:pt x="18249" y="20259"/>
                    <a:pt x="27002" y="44571"/>
                    <a:pt x="27002" y="76529"/>
                  </a:cubicBezTo>
                  <a:cubicBezTo>
                    <a:pt x="27002" y="102677"/>
                    <a:pt x="21320" y="129589"/>
                    <a:pt x="2277" y="148855"/>
                  </a:cubicBezTo>
                  <a:cubicBezTo>
                    <a:pt x="281" y="150690"/>
                    <a:pt x="281" y="150996"/>
                    <a:pt x="281" y="151455"/>
                  </a:cubicBezTo>
                  <a:cubicBezTo>
                    <a:pt x="281" y="152372"/>
                    <a:pt x="895" y="152984"/>
                    <a:pt x="1816" y="152984"/>
                  </a:cubicBezTo>
                  <a:cubicBezTo>
                    <a:pt x="3352" y="152984"/>
                    <a:pt x="17174" y="142586"/>
                    <a:pt x="26235" y="123167"/>
                  </a:cubicBezTo>
                  <a:cubicBezTo>
                    <a:pt x="34067" y="106347"/>
                    <a:pt x="35910" y="89374"/>
                    <a:pt x="35910" y="7652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44" name="Freeform: Shape 2543">
              <a:extLst>
                <a:ext uri="{FF2B5EF4-FFF2-40B4-BE49-F238E27FC236}">
                  <a16:creationId xmlns:a16="http://schemas.microsoft.com/office/drawing/2014/main" id="{9C70073F-DCE6-108A-751B-7A7B1AC3A459}"/>
                </a:ext>
              </a:extLst>
            </p:cNvPr>
            <p:cNvSpPr/>
            <p:nvPr>
              <p:custDataLst>
                <p:tags r:id="rId126"/>
              </p:custDataLst>
            </p:nvPr>
          </p:nvSpPr>
          <p:spPr>
            <a:xfrm>
              <a:off x="11638769" y="5883536"/>
              <a:ext cx="21039" cy="152909"/>
            </a:xfrm>
            <a:custGeom>
              <a:avLst/>
              <a:gdLst>
                <a:gd name="connsiteX0" fmla="*/ 21324 w 21039"/>
                <a:gd name="connsiteY0" fmla="*/ 75 h 152909"/>
                <a:gd name="connsiteX1" fmla="*/ 284 w 21039"/>
                <a:gd name="connsiteY1" fmla="*/ 75 h 152909"/>
                <a:gd name="connsiteX2" fmla="*/ 284 w 21039"/>
                <a:gd name="connsiteY2" fmla="*/ 6191 h 152909"/>
                <a:gd name="connsiteX3" fmla="*/ 15181 w 21039"/>
                <a:gd name="connsiteY3" fmla="*/ 6191 h 152909"/>
                <a:gd name="connsiteX4" fmla="*/ 15181 w 21039"/>
                <a:gd name="connsiteY4" fmla="*/ 146867 h 152909"/>
                <a:gd name="connsiteX5" fmla="*/ 284 w 21039"/>
                <a:gd name="connsiteY5" fmla="*/ 146867 h 152909"/>
                <a:gd name="connsiteX6" fmla="*/ 284 w 21039"/>
                <a:gd name="connsiteY6" fmla="*/ 152984 h 152909"/>
                <a:gd name="connsiteX7" fmla="*/ 21324 w 21039"/>
                <a:gd name="connsiteY7" fmla="*/ 152984 h 152909"/>
                <a:gd name="connsiteX8" fmla="*/ 21324 w 21039"/>
                <a:gd name="connsiteY8" fmla="*/ 75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39" h="152909">
                  <a:moveTo>
                    <a:pt x="21324" y="75"/>
                  </a:moveTo>
                  <a:lnTo>
                    <a:pt x="284" y="75"/>
                  </a:lnTo>
                  <a:lnTo>
                    <a:pt x="284" y="6191"/>
                  </a:lnTo>
                  <a:lnTo>
                    <a:pt x="15181" y="6191"/>
                  </a:lnTo>
                  <a:lnTo>
                    <a:pt x="15181" y="146867"/>
                  </a:lnTo>
                  <a:lnTo>
                    <a:pt x="284" y="146867"/>
                  </a:lnTo>
                  <a:lnTo>
                    <a:pt x="284" y="152984"/>
                  </a:lnTo>
                  <a:lnTo>
                    <a:pt x="21324" y="152984"/>
                  </a:lnTo>
                  <a:lnTo>
                    <a:pt x="21324" y="7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45" name="Freeform: Shape 2544">
              <a:extLst>
                <a:ext uri="{FF2B5EF4-FFF2-40B4-BE49-F238E27FC236}">
                  <a16:creationId xmlns:a16="http://schemas.microsoft.com/office/drawing/2014/main" id="{45CFFBC1-30E9-09E5-7C20-2F5A8AD13DCE}"/>
                </a:ext>
              </a:extLst>
            </p:cNvPr>
            <p:cNvSpPr/>
            <p:nvPr>
              <p:custDataLst>
                <p:tags r:id="rId127"/>
              </p:custDataLst>
            </p:nvPr>
          </p:nvSpPr>
          <p:spPr>
            <a:xfrm>
              <a:off x="11684822" y="5850266"/>
              <a:ext cx="47515" cy="71072"/>
            </a:xfrm>
            <a:custGeom>
              <a:avLst/>
              <a:gdLst>
                <a:gd name="connsiteX0" fmla="*/ 47803 w 47515"/>
                <a:gd name="connsiteY0" fmla="*/ 51661 h 71072"/>
                <a:gd name="connsiteX1" fmla="*/ 44148 w 47515"/>
                <a:gd name="connsiteY1" fmla="*/ 51661 h 71072"/>
                <a:gd name="connsiteX2" fmla="*/ 41353 w 47515"/>
                <a:gd name="connsiteY2" fmla="*/ 61402 h 71072"/>
                <a:gd name="connsiteX3" fmla="*/ 30710 w 47515"/>
                <a:gd name="connsiteY3" fmla="*/ 62044 h 71072"/>
                <a:gd name="connsiteX4" fmla="*/ 10930 w 47515"/>
                <a:gd name="connsiteY4" fmla="*/ 62044 h 71072"/>
                <a:gd name="connsiteX5" fmla="*/ 32430 w 47515"/>
                <a:gd name="connsiteY5" fmla="*/ 44062 h 71072"/>
                <a:gd name="connsiteX6" fmla="*/ 47803 w 47515"/>
                <a:gd name="connsiteY6" fmla="*/ 20942 h 71072"/>
                <a:gd name="connsiteX7" fmla="*/ 22648 w 47515"/>
                <a:gd name="connsiteY7" fmla="*/ 70 h 71072"/>
                <a:gd name="connsiteX8" fmla="*/ 287 w 47515"/>
                <a:gd name="connsiteY8" fmla="*/ 19229 h 71072"/>
                <a:gd name="connsiteX9" fmla="*/ 5985 w 47515"/>
                <a:gd name="connsiteY9" fmla="*/ 25223 h 71072"/>
                <a:gd name="connsiteX10" fmla="*/ 11682 w 47515"/>
                <a:gd name="connsiteY10" fmla="*/ 19550 h 71072"/>
                <a:gd name="connsiteX11" fmla="*/ 5340 w 47515"/>
                <a:gd name="connsiteY11" fmla="*/ 13877 h 71072"/>
                <a:gd name="connsiteX12" fmla="*/ 21035 w 47515"/>
                <a:gd name="connsiteY12" fmla="*/ 3923 h 71072"/>
                <a:gd name="connsiteX13" fmla="*/ 37375 w 47515"/>
                <a:gd name="connsiteY13" fmla="*/ 20942 h 71072"/>
                <a:gd name="connsiteX14" fmla="*/ 27270 w 47515"/>
                <a:gd name="connsiteY14" fmla="*/ 41493 h 71072"/>
                <a:gd name="connsiteX15" fmla="*/ 1362 w 47515"/>
                <a:gd name="connsiteY15" fmla="*/ 66967 h 71072"/>
                <a:gd name="connsiteX16" fmla="*/ 287 w 47515"/>
                <a:gd name="connsiteY16" fmla="*/ 71142 h 71072"/>
                <a:gd name="connsiteX17" fmla="*/ 44578 w 47515"/>
                <a:gd name="connsiteY17" fmla="*/ 71142 h 71072"/>
                <a:gd name="connsiteX18" fmla="*/ 47803 w 47515"/>
                <a:gd name="connsiteY18" fmla="*/ 51661 h 71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515" h="71072">
                  <a:moveTo>
                    <a:pt x="47803" y="51661"/>
                  </a:moveTo>
                  <a:lnTo>
                    <a:pt x="44148" y="51661"/>
                  </a:lnTo>
                  <a:cubicBezTo>
                    <a:pt x="43825" y="54016"/>
                    <a:pt x="42750" y="60331"/>
                    <a:pt x="41353" y="61402"/>
                  </a:cubicBezTo>
                  <a:cubicBezTo>
                    <a:pt x="40493" y="62044"/>
                    <a:pt x="32215" y="62044"/>
                    <a:pt x="30710" y="62044"/>
                  </a:cubicBezTo>
                  <a:lnTo>
                    <a:pt x="10930" y="62044"/>
                  </a:lnTo>
                  <a:cubicBezTo>
                    <a:pt x="22218" y="52089"/>
                    <a:pt x="25980" y="49092"/>
                    <a:pt x="32430" y="44062"/>
                  </a:cubicBezTo>
                  <a:cubicBezTo>
                    <a:pt x="40385" y="37747"/>
                    <a:pt x="47803" y="31110"/>
                    <a:pt x="47803" y="20942"/>
                  </a:cubicBezTo>
                  <a:cubicBezTo>
                    <a:pt x="47803" y="7990"/>
                    <a:pt x="36408" y="70"/>
                    <a:pt x="22648" y="70"/>
                  </a:cubicBezTo>
                  <a:cubicBezTo>
                    <a:pt x="9317" y="70"/>
                    <a:pt x="287" y="9382"/>
                    <a:pt x="287" y="19229"/>
                  </a:cubicBezTo>
                  <a:cubicBezTo>
                    <a:pt x="287" y="24688"/>
                    <a:pt x="4910" y="25223"/>
                    <a:pt x="5985" y="25223"/>
                  </a:cubicBezTo>
                  <a:cubicBezTo>
                    <a:pt x="8565" y="25223"/>
                    <a:pt x="11682" y="23404"/>
                    <a:pt x="11682" y="19550"/>
                  </a:cubicBezTo>
                  <a:cubicBezTo>
                    <a:pt x="11682" y="17624"/>
                    <a:pt x="10930" y="13877"/>
                    <a:pt x="5340" y="13877"/>
                  </a:cubicBezTo>
                  <a:cubicBezTo>
                    <a:pt x="8672" y="6278"/>
                    <a:pt x="15982" y="3923"/>
                    <a:pt x="21035" y="3923"/>
                  </a:cubicBezTo>
                  <a:cubicBezTo>
                    <a:pt x="31785" y="3923"/>
                    <a:pt x="37375" y="12272"/>
                    <a:pt x="37375" y="20942"/>
                  </a:cubicBezTo>
                  <a:cubicBezTo>
                    <a:pt x="37375" y="30254"/>
                    <a:pt x="30710" y="37639"/>
                    <a:pt x="27270" y="41493"/>
                  </a:cubicBezTo>
                  <a:lnTo>
                    <a:pt x="1362" y="66967"/>
                  </a:lnTo>
                  <a:cubicBezTo>
                    <a:pt x="287" y="67931"/>
                    <a:pt x="287" y="68145"/>
                    <a:pt x="287" y="71142"/>
                  </a:cubicBezTo>
                  <a:lnTo>
                    <a:pt x="44578" y="71142"/>
                  </a:lnTo>
                  <a:lnTo>
                    <a:pt x="47803" y="516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3157" name="Group 3156" descr="\documentclass{article}&#10;\usepackage{amsmath}&#10;\usepackage{amsfonts}&#10;\pagestyle{empty}&#10;\begin{document}&#10;&#10;&#10;\[&#10;\mathrm{Var}(Y) = \mathbb{E}(Y) - \mu^2&#10;\]&#10;&#10;&#10;&#10;&#10;&#10;\end{document}" title="IguanaTex Shape Display">
            <a:extLst>
              <a:ext uri="{FF2B5EF4-FFF2-40B4-BE49-F238E27FC236}">
                <a16:creationId xmlns:a16="http://schemas.microsoft.com/office/drawing/2014/main" id="{5ED1D3E6-7DDB-7E6E-5D07-E3BF50D355CA}"/>
              </a:ext>
            </a:extLst>
          </p:cNvPr>
          <p:cNvGrpSpPr>
            <a:grpSpLocks noChangeAspect="1"/>
          </p:cNvGrpSpPr>
          <p:nvPr>
            <p:custDataLst>
              <p:tags r:id="rId5"/>
            </p:custDataLst>
          </p:nvPr>
        </p:nvGrpSpPr>
        <p:grpSpPr>
          <a:xfrm>
            <a:off x="7218363" y="5253855"/>
            <a:ext cx="1361452" cy="176353"/>
            <a:chOff x="10160935" y="6133478"/>
            <a:chExt cx="1361452" cy="176353"/>
          </a:xfrm>
        </p:grpSpPr>
        <p:sp>
          <p:nvSpPr>
            <p:cNvPr id="3143" name="Freeform: Shape 3142">
              <a:extLst>
                <a:ext uri="{FF2B5EF4-FFF2-40B4-BE49-F238E27FC236}">
                  <a16:creationId xmlns:a16="http://schemas.microsoft.com/office/drawing/2014/main" id="{D48CD33F-60B7-41EB-DE49-66CBAFF9582C}"/>
                </a:ext>
              </a:extLst>
            </p:cNvPr>
            <p:cNvSpPr/>
            <p:nvPr>
              <p:custDataLst>
                <p:tags r:id="rId94"/>
              </p:custDataLst>
            </p:nvPr>
          </p:nvSpPr>
          <p:spPr>
            <a:xfrm>
              <a:off x="10160935" y="6163924"/>
              <a:ext cx="109023" cy="110251"/>
            </a:xfrm>
            <a:custGeom>
              <a:avLst/>
              <a:gdLst>
                <a:gd name="connsiteX0" fmla="*/ 92499 w 109023"/>
                <a:gd name="connsiteY0" fmla="*/ 15400 h 110251"/>
                <a:gd name="connsiteX1" fmla="*/ 109213 w 109023"/>
                <a:gd name="connsiteY1" fmla="*/ 4923 h 110251"/>
                <a:gd name="connsiteX2" fmla="*/ 109213 w 109023"/>
                <a:gd name="connsiteY2" fmla="*/ 75 h 110251"/>
                <a:gd name="connsiteX3" fmla="*/ 94339 w 109023"/>
                <a:gd name="connsiteY3" fmla="*/ 544 h 110251"/>
                <a:gd name="connsiteX4" fmla="*/ 76858 w 109023"/>
                <a:gd name="connsiteY4" fmla="*/ 75 h 110251"/>
                <a:gd name="connsiteX5" fmla="*/ 76858 w 109023"/>
                <a:gd name="connsiteY5" fmla="*/ 4923 h 110251"/>
                <a:gd name="connsiteX6" fmla="*/ 88052 w 109023"/>
                <a:gd name="connsiteY6" fmla="*/ 12742 h 110251"/>
                <a:gd name="connsiteX7" fmla="*/ 87285 w 109023"/>
                <a:gd name="connsiteY7" fmla="*/ 15870 h 110251"/>
                <a:gd name="connsiteX8" fmla="*/ 59224 w 109023"/>
                <a:gd name="connsiteY8" fmla="*/ 91247 h 110251"/>
                <a:gd name="connsiteX9" fmla="*/ 29937 w 109023"/>
                <a:gd name="connsiteY9" fmla="*/ 12273 h 110251"/>
                <a:gd name="connsiteX10" fmla="*/ 29017 w 109023"/>
                <a:gd name="connsiteY10" fmla="*/ 9458 h 110251"/>
                <a:gd name="connsiteX11" fmla="*/ 41590 w 109023"/>
                <a:gd name="connsiteY11" fmla="*/ 4923 h 110251"/>
                <a:gd name="connsiteX12" fmla="*/ 41590 w 109023"/>
                <a:gd name="connsiteY12" fmla="*/ 75 h 110251"/>
                <a:gd name="connsiteX13" fmla="*/ 19663 w 109023"/>
                <a:gd name="connsiteY13" fmla="*/ 544 h 110251"/>
                <a:gd name="connsiteX14" fmla="*/ 189 w 109023"/>
                <a:gd name="connsiteY14" fmla="*/ 75 h 110251"/>
                <a:gd name="connsiteX15" fmla="*/ 189 w 109023"/>
                <a:gd name="connsiteY15" fmla="*/ 4923 h 110251"/>
                <a:gd name="connsiteX16" fmla="*/ 15216 w 109023"/>
                <a:gd name="connsiteY16" fmla="*/ 10865 h 110251"/>
                <a:gd name="connsiteX17" fmla="*/ 50791 w 109023"/>
                <a:gd name="connsiteY17" fmla="*/ 106885 h 110251"/>
                <a:gd name="connsiteX18" fmla="*/ 54624 w 109023"/>
                <a:gd name="connsiteY18" fmla="*/ 110326 h 110251"/>
                <a:gd name="connsiteX19" fmla="*/ 58304 w 109023"/>
                <a:gd name="connsiteY19" fmla="*/ 107354 h 110251"/>
                <a:gd name="connsiteX20" fmla="*/ 92499 w 109023"/>
                <a:gd name="connsiteY20" fmla="*/ 15400 h 11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9023" h="110251">
                  <a:moveTo>
                    <a:pt x="92499" y="15400"/>
                  </a:moveTo>
                  <a:cubicBezTo>
                    <a:pt x="94646" y="9614"/>
                    <a:pt x="98786" y="5079"/>
                    <a:pt x="109213" y="4923"/>
                  </a:cubicBezTo>
                  <a:lnTo>
                    <a:pt x="109213" y="75"/>
                  </a:lnTo>
                  <a:cubicBezTo>
                    <a:pt x="104459" y="387"/>
                    <a:pt x="98326" y="544"/>
                    <a:pt x="94339" y="544"/>
                  </a:cubicBezTo>
                  <a:cubicBezTo>
                    <a:pt x="89739" y="544"/>
                    <a:pt x="80845" y="231"/>
                    <a:pt x="76858" y="75"/>
                  </a:cubicBezTo>
                  <a:lnTo>
                    <a:pt x="76858" y="4923"/>
                  </a:lnTo>
                  <a:cubicBezTo>
                    <a:pt x="84832" y="5079"/>
                    <a:pt x="88052" y="9145"/>
                    <a:pt x="88052" y="12742"/>
                  </a:cubicBezTo>
                  <a:cubicBezTo>
                    <a:pt x="88052" y="13993"/>
                    <a:pt x="87592" y="14931"/>
                    <a:pt x="87285" y="15870"/>
                  </a:cubicBezTo>
                  <a:lnTo>
                    <a:pt x="59224" y="91247"/>
                  </a:lnTo>
                  <a:lnTo>
                    <a:pt x="29937" y="12273"/>
                  </a:lnTo>
                  <a:cubicBezTo>
                    <a:pt x="29017" y="10083"/>
                    <a:pt x="29017" y="9771"/>
                    <a:pt x="29017" y="9458"/>
                  </a:cubicBezTo>
                  <a:cubicBezTo>
                    <a:pt x="29017" y="4923"/>
                    <a:pt x="37757" y="4923"/>
                    <a:pt x="41590" y="4923"/>
                  </a:cubicBezTo>
                  <a:lnTo>
                    <a:pt x="41590" y="75"/>
                  </a:lnTo>
                  <a:cubicBezTo>
                    <a:pt x="36070" y="544"/>
                    <a:pt x="25490" y="544"/>
                    <a:pt x="19663" y="544"/>
                  </a:cubicBezTo>
                  <a:cubicBezTo>
                    <a:pt x="12303" y="544"/>
                    <a:pt x="5709" y="231"/>
                    <a:pt x="189" y="75"/>
                  </a:cubicBezTo>
                  <a:lnTo>
                    <a:pt x="189" y="4923"/>
                  </a:lnTo>
                  <a:cubicBezTo>
                    <a:pt x="10156" y="4923"/>
                    <a:pt x="13069" y="4923"/>
                    <a:pt x="15216" y="10865"/>
                  </a:cubicBezTo>
                  <a:lnTo>
                    <a:pt x="50791" y="106885"/>
                  </a:lnTo>
                  <a:cubicBezTo>
                    <a:pt x="51864" y="109857"/>
                    <a:pt x="52631" y="110326"/>
                    <a:pt x="54624" y="110326"/>
                  </a:cubicBezTo>
                  <a:cubicBezTo>
                    <a:pt x="57231" y="110326"/>
                    <a:pt x="57538" y="109544"/>
                    <a:pt x="58304" y="107354"/>
                  </a:cubicBezTo>
                  <a:lnTo>
                    <a:pt x="92499" y="154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44" name="Freeform: Shape 3143">
              <a:extLst>
                <a:ext uri="{FF2B5EF4-FFF2-40B4-BE49-F238E27FC236}">
                  <a16:creationId xmlns:a16="http://schemas.microsoft.com/office/drawing/2014/main" id="{E0FDEEEF-1463-3108-3D73-B1BF56E562F5}"/>
                </a:ext>
              </a:extLst>
            </p:cNvPr>
            <p:cNvSpPr/>
            <p:nvPr>
              <p:custDataLst>
                <p:tags r:id="rId95"/>
              </p:custDataLst>
            </p:nvPr>
          </p:nvSpPr>
          <p:spPr>
            <a:xfrm>
              <a:off x="10266688" y="6200675"/>
              <a:ext cx="69155" cy="71780"/>
            </a:xfrm>
            <a:custGeom>
              <a:avLst/>
              <a:gdLst>
                <a:gd name="connsiteX0" fmla="*/ 44817 w 69155"/>
                <a:gd name="connsiteY0" fmla="*/ 58250 h 71780"/>
                <a:gd name="connsiteX1" fmla="*/ 56778 w 69155"/>
                <a:gd name="connsiteY1" fmla="*/ 71073 h 71780"/>
                <a:gd name="connsiteX2" fmla="*/ 69351 w 69155"/>
                <a:gd name="connsiteY2" fmla="*/ 56217 h 71780"/>
                <a:gd name="connsiteX3" fmla="*/ 69351 w 69155"/>
                <a:gd name="connsiteY3" fmla="*/ 47459 h 71780"/>
                <a:gd name="connsiteX4" fmla="*/ 65518 w 69155"/>
                <a:gd name="connsiteY4" fmla="*/ 47459 h 71780"/>
                <a:gd name="connsiteX5" fmla="*/ 65518 w 69155"/>
                <a:gd name="connsiteY5" fmla="*/ 56217 h 71780"/>
                <a:gd name="connsiteX6" fmla="*/ 59998 w 69155"/>
                <a:gd name="connsiteY6" fmla="*/ 66225 h 71780"/>
                <a:gd name="connsiteX7" fmla="*/ 54324 w 69155"/>
                <a:gd name="connsiteY7" fmla="*/ 58406 h 71780"/>
                <a:gd name="connsiteX8" fmla="*/ 54324 w 69155"/>
                <a:gd name="connsiteY8" fmla="*/ 27129 h 71780"/>
                <a:gd name="connsiteX9" fmla="*/ 48804 w 69155"/>
                <a:gd name="connsiteY9" fmla="*/ 8676 h 71780"/>
                <a:gd name="connsiteX10" fmla="*/ 27796 w 69155"/>
                <a:gd name="connsiteY10" fmla="*/ 75 h 71780"/>
                <a:gd name="connsiteX11" fmla="*/ 4642 w 69155"/>
                <a:gd name="connsiteY11" fmla="*/ 17746 h 71780"/>
                <a:gd name="connsiteX12" fmla="*/ 11696 w 69155"/>
                <a:gd name="connsiteY12" fmla="*/ 25096 h 71780"/>
                <a:gd name="connsiteX13" fmla="*/ 18749 w 69155"/>
                <a:gd name="connsiteY13" fmla="*/ 17903 h 71780"/>
                <a:gd name="connsiteX14" fmla="*/ 10929 w 69155"/>
                <a:gd name="connsiteY14" fmla="*/ 10709 h 71780"/>
                <a:gd name="connsiteX15" fmla="*/ 27490 w 69155"/>
                <a:gd name="connsiteY15" fmla="*/ 3515 h 71780"/>
                <a:gd name="connsiteX16" fmla="*/ 43744 w 69155"/>
                <a:gd name="connsiteY16" fmla="*/ 23532 h 71780"/>
                <a:gd name="connsiteX17" fmla="*/ 43744 w 69155"/>
                <a:gd name="connsiteY17" fmla="*/ 29319 h 71780"/>
                <a:gd name="connsiteX18" fmla="*/ 15529 w 69155"/>
                <a:gd name="connsiteY18" fmla="*/ 34948 h 71780"/>
                <a:gd name="connsiteX19" fmla="*/ 195 w 69155"/>
                <a:gd name="connsiteY19" fmla="*/ 55278 h 71780"/>
                <a:gd name="connsiteX20" fmla="*/ 24730 w 69155"/>
                <a:gd name="connsiteY20" fmla="*/ 71855 h 71780"/>
                <a:gd name="connsiteX21" fmla="*/ 44817 w 69155"/>
                <a:gd name="connsiteY21" fmla="*/ 58250 h 71780"/>
                <a:gd name="connsiteX22" fmla="*/ 43744 w 69155"/>
                <a:gd name="connsiteY22" fmla="*/ 32603 h 71780"/>
                <a:gd name="connsiteX23" fmla="*/ 43744 w 69155"/>
                <a:gd name="connsiteY23" fmla="*/ 48241 h 71780"/>
                <a:gd name="connsiteX24" fmla="*/ 25803 w 69155"/>
                <a:gd name="connsiteY24" fmla="*/ 68415 h 71780"/>
                <a:gd name="connsiteX25" fmla="*/ 12003 w 69155"/>
                <a:gd name="connsiteY25" fmla="*/ 55122 h 71780"/>
                <a:gd name="connsiteX26" fmla="*/ 43744 w 69155"/>
                <a:gd name="connsiteY26" fmla="*/ 32603 h 7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9155" h="71780">
                  <a:moveTo>
                    <a:pt x="44817" y="58250"/>
                  </a:moveTo>
                  <a:cubicBezTo>
                    <a:pt x="45430" y="64505"/>
                    <a:pt x="49571" y="71073"/>
                    <a:pt x="56778" y="71073"/>
                  </a:cubicBezTo>
                  <a:cubicBezTo>
                    <a:pt x="59998" y="71073"/>
                    <a:pt x="69351" y="68884"/>
                    <a:pt x="69351" y="56217"/>
                  </a:cubicBezTo>
                  <a:lnTo>
                    <a:pt x="69351" y="47459"/>
                  </a:lnTo>
                  <a:lnTo>
                    <a:pt x="65518" y="47459"/>
                  </a:lnTo>
                  <a:lnTo>
                    <a:pt x="65518" y="56217"/>
                  </a:lnTo>
                  <a:cubicBezTo>
                    <a:pt x="65518" y="65287"/>
                    <a:pt x="61684" y="66225"/>
                    <a:pt x="59998" y="66225"/>
                  </a:cubicBezTo>
                  <a:cubicBezTo>
                    <a:pt x="54937" y="66225"/>
                    <a:pt x="54324" y="59188"/>
                    <a:pt x="54324" y="58406"/>
                  </a:cubicBezTo>
                  <a:lnTo>
                    <a:pt x="54324" y="27129"/>
                  </a:lnTo>
                  <a:cubicBezTo>
                    <a:pt x="54324" y="20561"/>
                    <a:pt x="54324" y="14462"/>
                    <a:pt x="48804" y="8676"/>
                  </a:cubicBezTo>
                  <a:cubicBezTo>
                    <a:pt x="42824" y="2577"/>
                    <a:pt x="35157" y="75"/>
                    <a:pt x="27796" y="75"/>
                  </a:cubicBezTo>
                  <a:cubicBezTo>
                    <a:pt x="15223" y="75"/>
                    <a:pt x="4642" y="7425"/>
                    <a:pt x="4642" y="17746"/>
                  </a:cubicBezTo>
                  <a:cubicBezTo>
                    <a:pt x="4642" y="22438"/>
                    <a:pt x="7709" y="25096"/>
                    <a:pt x="11696" y="25096"/>
                  </a:cubicBezTo>
                  <a:cubicBezTo>
                    <a:pt x="15989" y="25096"/>
                    <a:pt x="18749" y="21969"/>
                    <a:pt x="18749" y="17903"/>
                  </a:cubicBezTo>
                  <a:cubicBezTo>
                    <a:pt x="18749" y="16026"/>
                    <a:pt x="17983" y="10865"/>
                    <a:pt x="10929" y="10709"/>
                  </a:cubicBezTo>
                  <a:cubicBezTo>
                    <a:pt x="15069" y="5235"/>
                    <a:pt x="22583" y="3515"/>
                    <a:pt x="27490" y="3515"/>
                  </a:cubicBezTo>
                  <a:cubicBezTo>
                    <a:pt x="35003" y="3515"/>
                    <a:pt x="43744" y="9614"/>
                    <a:pt x="43744" y="23532"/>
                  </a:cubicBezTo>
                  <a:lnTo>
                    <a:pt x="43744" y="29319"/>
                  </a:lnTo>
                  <a:cubicBezTo>
                    <a:pt x="35923" y="29788"/>
                    <a:pt x="25190" y="30257"/>
                    <a:pt x="15529" y="34948"/>
                  </a:cubicBezTo>
                  <a:cubicBezTo>
                    <a:pt x="4029" y="40266"/>
                    <a:pt x="195" y="48398"/>
                    <a:pt x="195" y="55278"/>
                  </a:cubicBezTo>
                  <a:cubicBezTo>
                    <a:pt x="195" y="67946"/>
                    <a:pt x="15069" y="71855"/>
                    <a:pt x="24730" y="71855"/>
                  </a:cubicBezTo>
                  <a:cubicBezTo>
                    <a:pt x="34850" y="71855"/>
                    <a:pt x="41904" y="65600"/>
                    <a:pt x="44817" y="58250"/>
                  </a:cubicBezTo>
                  <a:close/>
                  <a:moveTo>
                    <a:pt x="43744" y="32603"/>
                  </a:moveTo>
                  <a:lnTo>
                    <a:pt x="43744" y="48241"/>
                  </a:lnTo>
                  <a:cubicBezTo>
                    <a:pt x="43744" y="63098"/>
                    <a:pt x="32703" y="68415"/>
                    <a:pt x="25803" y="68415"/>
                  </a:cubicBezTo>
                  <a:cubicBezTo>
                    <a:pt x="18289" y="68415"/>
                    <a:pt x="12003" y="62941"/>
                    <a:pt x="12003" y="55122"/>
                  </a:cubicBezTo>
                  <a:cubicBezTo>
                    <a:pt x="12003" y="46521"/>
                    <a:pt x="18443" y="33541"/>
                    <a:pt x="43744" y="3260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45" name="Freeform: Shape 3144">
              <a:extLst>
                <a:ext uri="{FF2B5EF4-FFF2-40B4-BE49-F238E27FC236}">
                  <a16:creationId xmlns:a16="http://schemas.microsoft.com/office/drawing/2014/main" id="{10B5106C-C56D-66DB-A50C-C9493F0804BF}"/>
                </a:ext>
              </a:extLst>
            </p:cNvPr>
            <p:cNvSpPr/>
            <p:nvPr>
              <p:custDataLst>
                <p:tags r:id="rId96"/>
              </p:custDataLst>
            </p:nvPr>
          </p:nvSpPr>
          <p:spPr>
            <a:xfrm>
              <a:off x="10341211" y="6201613"/>
              <a:ext cx="51521" cy="69121"/>
            </a:xfrm>
            <a:custGeom>
              <a:avLst/>
              <a:gdLst>
                <a:gd name="connsiteX0" fmla="*/ 21515 w 51521"/>
                <a:gd name="connsiteY0" fmla="*/ 17277 h 69121"/>
                <a:gd name="connsiteX1" fmla="*/ 21515 w 51521"/>
                <a:gd name="connsiteY1" fmla="*/ 75 h 69121"/>
                <a:gd name="connsiteX2" fmla="*/ 200 w 51521"/>
                <a:gd name="connsiteY2" fmla="*/ 1795 h 69121"/>
                <a:gd name="connsiteX3" fmla="*/ 200 w 51521"/>
                <a:gd name="connsiteY3" fmla="*/ 6643 h 69121"/>
                <a:gd name="connsiteX4" fmla="*/ 12161 w 51521"/>
                <a:gd name="connsiteY4" fmla="*/ 15400 h 69121"/>
                <a:gd name="connsiteX5" fmla="*/ 12161 w 51521"/>
                <a:gd name="connsiteY5" fmla="*/ 57311 h 69121"/>
                <a:gd name="connsiteX6" fmla="*/ 200 w 51521"/>
                <a:gd name="connsiteY6" fmla="*/ 64349 h 69121"/>
                <a:gd name="connsiteX7" fmla="*/ 200 w 51521"/>
                <a:gd name="connsiteY7" fmla="*/ 69197 h 69121"/>
                <a:gd name="connsiteX8" fmla="*/ 17681 w 51521"/>
                <a:gd name="connsiteY8" fmla="*/ 68728 h 69121"/>
                <a:gd name="connsiteX9" fmla="*/ 37155 w 51521"/>
                <a:gd name="connsiteY9" fmla="*/ 69197 h 69121"/>
                <a:gd name="connsiteX10" fmla="*/ 37155 w 51521"/>
                <a:gd name="connsiteY10" fmla="*/ 64349 h 69121"/>
                <a:gd name="connsiteX11" fmla="*/ 33935 w 51521"/>
                <a:gd name="connsiteY11" fmla="*/ 64349 h 69121"/>
                <a:gd name="connsiteX12" fmla="*/ 22281 w 51521"/>
                <a:gd name="connsiteY12" fmla="*/ 56999 h 69121"/>
                <a:gd name="connsiteX13" fmla="*/ 22281 w 51521"/>
                <a:gd name="connsiteY13" fmla="*/ 32915 h 69121"/>
                <a:gd name="connsiteX14" fmla="*/ 40375 w 51521"/>
                <a:gd name="connsiteY14" fmla="*/ 3515 h 69121"/>
                <a:gd name="connsiteX15" fmla="*/ 42062 w 51521"/>
                <a:gd name="connsiteY15" fmla="*/ 3672 h 69121"/>
                <a:gd name="connsiteX16" fmla="*/ 38535 w 51521"/>
                <a:gd name="connsiteY16" fmla="*/ 9771 h 69121"/>
                <a:gd name="connsiteX17" fmla="*/ 45129 w 51521"/>
                <a:gd name="connsiteY17" fmla="*/ 16495 h 69121"/>
                <a:gd name="connsiteX18" fmla="*/ 51722 w 51521"/>
                <a:gd name="connsiteY18" fmla="*/ 9614 h 69121"/>
                <a:gd name="connsiteX19" fmla="*/ 40375 w 51521"/>
                <a:gd name="connsiteY19" fmla="*/ 75 h 69121"/>
                <a:gd name="connsiteX20" fmla="*/ 21515 w 51521"/>
                <a:gd name="connsiteY20" fmla="*/ 17277 h 6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521" h="69121">
                  <a:moveTo>
                    <a:pt x="21515" y="17277"/>
                  </a:moveTo>
                  <a:lnTo>
                    <a:pt x="21515" y="75"/>
                  </a:lnTo>
                  <a:lnTo>
                    <a:pt x="200" y="1795"/>
                  </a:lnTo>
                  <a:lnTo>
                    <a:pt x="200" y="6643"/>
                  </a:lnTo>
                  <a:cubicBezTo>
                    <a:pt x="10934" y="6643"/>
                    <a:pt x="12161" y="7738"/>
                    <a:pt x="12161" y="15400"/>
                  </a:cubicBezTo>
                  <a:lnTo>
                    <a:pt x="12161" y="57311"/>
                  </a:lnTo>
                  <a:cubicBezTo>
                    <a:pt x="12161" y="64349"/>
                    <a:pt x="10474" y="64349"/>
                    <a:pt x="200" y="64349"/>
                  </a:cubicBezTo>
                  <a:lnTo>
                    <a:pt x="200" y="69197"/>
                  </a:lnTo>
                  <a:cubicBezTo>
                    <a:pt x="6181" y="69040"/>
                    <a:pt x="13388" y="68728"/>
                    <a:pt x="17681" y="68728"/>
                  </a:cubicBezTo>
                  <a:cubicBezTo>
                    <a:pt x="23815" y="68728"/>
                    <a:pt x="31022" y="68728"/>
                    <a:pt x="37155" y="69197"/>
                  </a:cubicBezTo>
                  <a:lnTo>
                    <a:pt x="37155" y="64349"/>
                  </a:lnTo>
                  <a:lnTo>
                    <a:pt x="33935" y="64349"/>
                  </a:lnTo>
                  <a:cubicBezTo>
                    <a:pt x="22588" y="64349"/>
                    <a:pt x="22281" y="62629"/>
                    <a:pt x="22281" y="56999"/>
                  </a:cubicBezTo>
                  <a:lnTo>
                    <a:pt x="22281" y="32915"/>
                  </a:lnTo>
                  <a:cubicBezTo>
                    <a:pt x="22281" y="17433"/>
                    <a:pt x="28721" y="3515"/>
                    <a:pt x="40375" y="3515"/>
                  </a:cubicBezTo>
                  <a:cubicBezTo>
                    <a:pt x="41449" y="3515"/>
                    <a:pt x="41755" y="3515"/>
                    <a:pt x="42062" y="3672"/>
                  </a:cubicBezTo>
                  <a:cubicBezTo>
                    <a:pt x="41602" y="3828"/>
                    <a:pt x="38535" y="5705"/>
                    <a:pt x="38535" y="9771"/>
                  </a:cubicBezTo>
                  <a:cubicBezTo>
                    <a:pt x="38535" y="14149"/>
                    <a:pt x="41755" y="16495"/>
                    <a:pt x="45129" y="16495"/>
                  </a:cubicBezTo>
                  <a:cubicBezTo>
                    <a:pt x="47889" y="16495"/>
                    <a:pt x="51722" y="14618"/>
                    <a:pt x="51722" y="9614"/>
                  </a:cubicBezTo>
                  <a:cubicBezTo>
                    <a:pt x="51722" y="4610"/>
                    <a:pt x="46969" y="75"/>
                    <a:pt x="40375" y="75"/>
                  </a:cubicBezTo>
                  <a:cubicBezTo>
                    <a:pt x="29182" y="75"/>
                    <a:pt x="23661" y="10552"/>
                    <a:pt x="21515" y="1727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46" name="Freeform: Shape 3145">
              <a:extLst>
                <a:ext uri="{FF2B5EF4-FFF2-40B4-BE49-F238E27FC236}">
                  <a16:creationId xmlns:a16="http://schemas.microsoft.com/office/drawing/2014/main" id="{1ABB3F08-C276-E877-7683-9D32C0594938}"/>
                </a:ext>
              </a:extLst>
            </p:cNvPr>
            <p:cNvSpPr/>
            <p:nvPr>
              <p:custDataLst>
                <p:tags r:id="rId97"/>
              </p:custDataLst>
            </p:nvPr>
          </p:nvSpPr>
          <p:spPr>
            <a:xfrm>
              <a:off x="10412155" y="6153447"/>
              <a:ext cx="35574" cy="156384"/>
            </a:xfrm>
            <a:custGeom>
              <a:avLst/>
              <a:gdLst>
                <a:gd name="connsiteX0" fmla="*/ 35779 w 35574"/>
                <a:gd name="connsiteY0" fmla="*/ 154895 h 156384"/>
                <a:gd name="connsiteX1" fmla="*/ 33172 w 35574"/>
                <a:gd name="connsiteY1" fmla="*/ 151455 h 156384"/>
                <a:gd name="connsiteX2" fmla="*/ 9098 w 35574"/>
                <a:gd name="connsiteY2" fmla="*/ 78267 h 156384"/>
                <a:gd name="connsiteX3" fmla="*/ 33786 w 35574"/>
                <a:gd name="connsiteY3" fmla="*/ 4297 h 156384"/>
                <a:gd name="connsiteX4" fmla="*/ 35779 w 35574"/>
                <a:gd name="connsiteY4" fmla="*/ 1639 h 156384"/>
                <a:gd name="connsiteX5" fmla="*/ 34246 w 35574"/>
                <a:gd name="connsiteY5" fmla="*/ 75 h 156384"/>
                <a:gd name="connsiteX6" fmla="*/ 9865 w 35574"/>
                <a:gd name="connsiteY6" fmla="*/ 30570 h 156384"/>
                <a:gd name="connsiteX7" fmla="*/ 204 w 35574"/>
                <a:gd name="connsiteY7" fmla="*/ 78267 h 156384"/>
                <a:gd name="connsiteX8" fmla="*/ 10325 w 35574"/>
                <a:gd name="connsiteY8" fmla="*/ 127059 h 156384"/>
                <a:gd name="connsiteX9" fmla="*/ 34246 w 35574"/>
                <a:gd name="connsiteY9" fmla="*/ 156459 h 156384"/>
                <a:gd name="connsiteX10" fmla="*/ 35779 w 35574"/>
                <a:gd name="connsiteY10" fmla="*/ 154895 h 156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74" h="156384">
                  <a:moveTo>
                    <a:pt x="35779" y="154895"/>
                  </a:moveTo>
                  <a:cubicBezTo>
                    <a:pt x="35779" y="154426"/>
                    <a:pt x="35779" y="154113"/>
                    <a:pt x="33172" y="151455"/>
                  </a:cubicBezTo>
                  <a:cubicBezTo>
                    <a:pt x="14005" y="131750"/>
                    <a:pt x="9098" y="102194"/>
                    <a:pt x="9098" y="78267"/>
                  </a:cubicBezTo>
                  <a:cubicBezTo>
                    <a:pt x="9098" y="51056"/>
                    <a:pt x="14925" y="23845"/>
                    <a:pt x="33786" y="4297"/>
                  </a:cubicBezTo>
                  <a:cubicBezTo>
                    <a:pt x="35779" y="2420"/>
                    <a:pt x="35779" y="2108"/>
                    <a:pt x="35779" y="1639"/>
                  </a:cubicBezTo>
                  <a:cubicBezTo>
                    <a:pt x="35779" y="544"/>
                    <a:pt x="35166" y="75"/>
                    <a:pt x="34246" y="75"/>
                  </a:cubicBezTo>
                  <a:cubicBezTo>
                    <a:pt x="32712" y="75"/>
                    <a:pt x="18912" y="10709"/>
                    <a:pt x="9865" y="30570"/>
                  </a:cubicBezTo>
                  <a:cubicBezTo>
                    <a:pt x="2044" y="47772"/>
                    <a:pt x="204" y="65131"/>
                    <a:pt x="204" y="78267"/>
                  </a:cubicBezTo>
                  <a:cubicBezTo>
                    <a:pt x="204" y="90465"/>
                    <a:pt x="1891" y="109387"/>
                    <a:pt x="10325" y="127059"/>
                  </a:cubicBezTo>
                  <a:cubicBezTo>
                    <a:pt x="19525" y="146294"/>
                    <a:pt x="32712" y="156459"/>
                    <a:pt x="34246" y="156459"/>
                  </a:cubicBezTo>
                  <a:cubicBezTo>
                    <a:pt x="35166" y="156459"/>
                    <a:pt x="35779" y="155990"/>
                    <a:pt x="35779" y="15489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47" name="Freeform: Shape 3146">
              <a:extLst>
                <a:ext uri="{FF2B5EF4-FFF2-40B4-BE49-F238E27FC236}">
                  <a16:creationId xmlns:a16="http://schemas.microsoft.com/office/drawing/2014/main" id="{5235E164-199D-A14B-59DC-372D5326628E}"/>
                </a:ext>
              </a:extLst>
            </p:cNvPr>
            <p:cNvSpPr/>
            <p:nvPr>
              <p:custDataLst>
                <p:tags r:id="rId98"/>
              </p:custDataLst>
            </p:nvPr>
          </p:nvSpPr>
          <p:spPr>
            <a:xfrm>
              <a:off x="10461974" y="6163924"/>
              <a:ext cx="111477" cy="106810"/>
            </a:xfrm>
            <a:custGeom>
              <a:avLst/>
              <a:gdLst>
                <a:gd name="connsiteX0" fmla="*/ 86385 w 111477"/>
                <a:gd name="connsiteY0" fmla="*/ 17903 h 106810"/>
                <a:gd name="connsiteX1" fmla="*/ 88531 w 111477"/>
                <a:gd name="connsiteY1" fmla="*/ 15713 h 106810"/>
                <a:gd name="connsiteX2" fmla="*/ 108619 w 111477"/>
                <a:gd name="connsiteY2" fmla="*/ 4923 h 106810"/>
                <a:gd name="connsiteX3" fmla="*/ 111686 w 111477"/>
                <a:gd name="connsiteY3" fmla="*/ 1951 h 106810"/>
                <a:gd name="connsiteX4" fmla="*/ 109692 w 111477"/>
                <a:gd name="connsiteY4" fmla="*/ 75 h 106810"/>
                <a:gd name="connsiteX5" fmla="*/ 97118 w 111477"/>
                <a:gd name="connsiteY5" fmla="*/ 544 h 106810"/>
                <a:gd name="connsiteX6" fmla="*/ 81785 w 111477"/>
                <a:gd name="connsiteY6" fmla="*/ 75 h 106810"/>
                <a:gd name="connsiteX7" fmla="*/ 78871 w 111477"/>
                <a:gd name="connsiteY7" fmla="*/ 3046 h 106810"/>
                <a:gd name="connsiteX8" fmla="*/ 81171 w 111477"/>
                <a:gd name="connsiteY8" fmla="*/ 4923 h 106810"/>
                <a:gd name="connsiteX9" fmla="*/ 86691 w 111477"/>
                <a:gd name="connsiteY9" fmla="*/ 8519 h 106810"/>
                <a:gd name="connsiteX10" fmla="*/ 82551 w 111477"/>
                <a:gd name="connsiteY10" fmla="*/ 16026 h 106810"/>
                <a:gd name="connsiteX11" fmla="*/ 46977 w 111477"/>
                <a:gd name="connsiteY11" fmla="*/ 57781 h 106810"/>
                <a:gd name="connsiteX12" fmla="*/ 30109 w 111477"/>
                <a:gd name="connsiteY12" fmla="*/ 11334 h 106810"/>
                <a:gd name="connsiteX13" fmla="*/ 29189 w 111477"/>
                <a:gd name="connsiteY13" fmla="*/ 8676 h 106810"/>
                <a:gd name="connsiteX14" fmla="*/ 38236 w 111477"/>
                <a:gd name="connsiteY14" fmla="*/ 4923 h 106810"/>
                <a:gd name="connsiteX15" fmla="*/ 41916 w 111477"/>
                <a:gd name="connsiteY15" fmla="*/ 1795 h 106810"/>
                <a:gd name="connsiteX16" fmla="*/ 39616 w 111477"/>
                <a:gd name="connsiteY16" fmla="*/ 75 h 106810"/>
                <a:gd name="connsiteX17" fmla="*/ 20296 w 111477"/>
                <a:gd name="connsiteY17" fmla="*/ 544 h 106810"/>
                <a:gd name="connsiteX18" fmla="*/ 3122 w 111477"/>
                <a:gd name="connsiteY18" fmla="*/ 75 h 106810"/>
                <a:gd name="connsiteX19" fmla="*/ 208 w 111477"/>
                <a:gd name="connsiteY19" fmla="*/ 3202 h 106810"/>
                <a:gd name="connsiteX20" fmla="*/ 3735 w 111477"/>
                <a:gd name="connsiteY20" fmla="*/ 4923 h 106810"/>
                <a:gd name="connsiteX21" fmla="*/ 14929 w 111477"/>
                <a:gd name="connsiteY21" fmla="*/ 10240 h 106810"/>
                <a:gd name="connsiteX22" fmla="*/ 33789 w 111477"/>
                <a:gd name="connsiteY22" fmla="*/ 61690 h 106810"/>
                <a:gd name="connsiteX23" fmla="*/ 34403 w 111477"/>
                <a:gd name="connsiteY23" fmla="*/ 64349 h 106810"/>
                <a:gd name="connsiteX24" fmla="*/ 27503 w 111477"/>
                <a:gd name="connsiteY24" fmla="*/ 92811 h 106810"/>
                <a:gd name="connsiteX25" fmla="*/ 13089 w 111477"/>
                <a:gd name="connsiteY25" fmla="*/ 102037 h 106810"/>
                <a:gd name="connsiteX26" fmla="*/ 8949 w 111477"/>
                <a:gd name="connsiteY26" fmla="*/ 105165 h 106810"/>
                <a:gd name="connsiteX27" fmla="*/ 11095 w 111477"/>
                <a:gd name="connsiteY27" fmla="*/ 106885 h 106810"/>
                <a:gd name="connsiteX28" fmla="*/ 30416 w 111477"/>
                <a:gd name="connsiteY28" fmla="*/ 106416 h 106810"/>
                <a:gd name="connsiteX29" fmla="*/ 50043 w 111477"/>
                <a:gd name="connsiteY29" fmla="*/ 106885 h 106810"/>
                <a:gd name="connsiteX30" fmla="*/ 52957 w 111477"/>
                <a:gd name="connsiteY30" fmla="*/ 103758 h 106810"/>
                <a:gd name="connsiteX31" fmla="*/ 48663 w 111477"/>
                <a:gd name="connsiteY31" fmla="*/ 102037 h 106810"/>
                <a:gd name="connsiteX32" fmla="*/ 42836 w 111477"/>
                <a:gd name="connsiteY32" fmla="*/ 101725 h 106810"/>
                <a:gd name="connsiteX33" fmla="*/ 38696 w 111477"/>
                <a:gd name="connsiteY33" fmla="*/ 99222 h 106810"/>
                <a:gd name="connsiteX34" fmla="*/ 40843 w 111477"/>
                <a:gd name="connsiteY34" fmla="*/ 89370 h 106810"/>
                <a:gd name="connsiteX35" fmla="*/ 46210 w 111477"/>
                <a:gd name="connsiteY35" fmla="*/ 67320 h 106810"/>
                <a:gd name="connsiteX36" fmla="*/ 48357 w 111477"/>
                <a:gd name="connsiteY36" fmla="*/ 62472 h 106810"/>
                <a:gd name="connsiteX37" fmla="*/ 86385 w 111477"/>
                <a:gd name="connsiteY37" fmla="*/ 17903 h 106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477" h="106810">
                  <a:moveTo>
                    <a:pt x="86385" y="17903"/>
                  </a:moveTo>
                  <a:lnTo>
                    <a:pt x="88531" y="15713"/>
                  </a:lnTo>
                  <a:cubicBezTo>
                    <a:pt x="93132" y="11022"/>
                    <a:pt x="98192" y="5705"/>
                    <a:pt x="108619" y="4923"/>
                  </a:cubicBezTo>
                  <a:cubicBezTo>
                    <a:pt x="110306" y="4766"/>
                    <a:pt x="111686" y="4766"/>
                    <a:pt x="111686" y="1951"/>
                  </a:cubicBezTo>
                  <a:cubicBezTo>
                    <a:pt x="111686" y="700"/>
                    <a:pt x="110919" y="75"/>
                    <a:pt x="109692" y="75"/>
                  </a:cubicBezTo>
                  <a:cubicBezTo>
                    <a:pt x="105705" y="75"/>
                    <a:pt x="101259" y="544"/>
                    <a:pt x="97118" y="544"/>
                  </a:cubicBezTo>
                  <a:cubicBezTo>
                    <a:pt x="92058" y="544"/>
                    <a:pt x="86691" y="75"/>
                    <a:pt x="81785" y="75"/>
                  </a:cubicBezTo>
                  <a:cubicBezTo>
                    <a:pt x="80865" y="75"/>
                    <a:pt x="78871" y="75"/>
                    <a:pt x="78871" y="3046"/>
                  </a:cubicBezTo>
                  <a:cubicBezTo>
                    <a:pt x="78871" y="4766"/>
                    <a:pt x="80404" y="4923"/>
                    <a:pt x="81171" y="4923"/>
                  </a:cubicBezTo>
                  <a:cubicBezTo>
                    <a:pt x="82245" y="4923"/>
                    <a:pt x="86691" y="5235"/>
                    <a:pt x="86691" y="8519"/>
                  </a:cubicBezTo>
                  <a:cubicBezTo>
                    <a:pt x="86691" y="11178"/>
                    <a:pt x="83165" y="15244"/>
                    <a:pt x="82551" y="16026"/>
                  </a:cubicBezTo>
                  <a:lnTo>
                    <a:pt x="46977" y="57781"/>
                  </a:lnTo>
                  <a:lnTo>
                    <a:pt x="30109" y="11334"/>
                  </a:lnTo>
                  <a:cubicBezTo>
                    <a:pt x="29189" y="9145"/>
                    <a:pt x="29189" y="8832"/>
                    <a:pt x="29189" y="8676"/>
                  </a:cubicBezTo>
                  <a:cubicBezTo>
                    <a:pt x="29189" y="4923"/>
                    <a:pt x="36703" y="4923"/>
                    <a:pt x="38236" y="4923"/>
                  </a:cubicBezTo>
                  <a:cubicBezTo>
                    <a:pt x="40383" y="4923"/>
                    <a:pt x="41916" y="4923"/>
                    <a:pt x="41916" y="1795"/>
                  </a:cubicBezTo>
                  <a:cubicBezTo>
                    <a:pt x="41916" y="75"/>
                    <a:pt x="40076" y="75"/>
                    <a:pt x="39616" y="75"/>
                  </a:cubicBezTo>
                  <a:cubicBezTo>
                    <a:pt x="35323" y="75"/>
                    <a:pt x="24589" y="544"/>
                    <a:pt x="20296" y="544"/>
                  </a:cubicBezTo>
                  <a:cubicBezTo>
                    <a:pt x="16462" y="544"/>
                    <a:pt x="6955" y="75"/>
                    <a:pt x="3122" y="75"/>
                  </a:cubicBezTo>
                  <a:cubicBezTo>
                    <a:pt x="2202" y="75"/>
                    <a:pt x="208" y="75"/>
                    <a:pt x="208" y="3202"/>
                  </a:cubicBezTo>
                  <a:cubicBezTo>
                    <a:pt x="208" y="4923"/>
                    <a:pt x="1742" y="4923"/>
                    <a:pt x="3735" y="4923"/>
                  </a:cubicBezTo>
                  <a:cubicBezTo>
                    <a:pt x="12935" y="4923"/>
                    <a:pt x="13549" y="6330"/>
                    <a:pt x="14929" y="10240"/>
                  </a:cubicBezTo>
                  <a:lnTo>
                    <a:pt x="33789" y="61690"/>
                  </a:lnTo>
                  <a:cubicBezTo>
                    <a:pt x="33943" y="62159"/>
                    <a:pt x="34403" y="63880"/>
                    <a:pt x="34403" y="64349"/>
                  </a:cubicBezTo>
                  <a:cubicBezTo>
                    <a:pt x="34403" y="64818"/>
                    <a:pt x="28269" y="89996"/>
                    <a:pt x="27503" y="92811"/>
                  </a:cubicBezTo>
                  <a:cubicBezTo>
                    <a:pt x="25509" y="101412"/>
                    <a:pt x="25356" y="101881"/>
                    <a:pt x="13089" y="102037"/>
                  </a:cubicBezTo>
                  <a:cubicBezTo>
                    <a:pt x="10175" y="102037"/>
                    <a:pt x="8949" y="102037"/>
                    <a:pt x="8949" y="105165"/>
                  </a:cubicBezTo>
                  <a:cubicBezTo>
                    <a:pt x="8949" y="106885"/>
                    <a:pt x="10789" y="106885"/>
                    <a:pt x="11095" y="106885"/>
                  </a:cubicBezTo>
                  <a:cubicBezTo>
                    <a:pt x="15389" y="106885"/>
                    <a:pt x="26123" y="106416"/>
                    <a:pt x="30416" y="106416"/>
                  </a:cubicBezTo>
                  <a:cubicBezTo>
                    <a:pt x="34709" y="106416"/>
                    <a:pt x="45750" y="106885"/>
                    <a:pt x="50043" y="106885"/>
                  </a:cubicBezTo>
                  <a:cubicBezTo>
                    <a:pt x="51117" y="106885"/>
                    <a:pt x="52957" y="106885"/>
                    <a:pt x="52957" y="103758"/>
                  </a:cubicBezTo>
                  <a:cubicBezTo>
                    <a:pt x="52957" y="102037"/>
                    <a:pt x="51577" y="102037"/>
                    <a:pt x="48663" y="102037"/>
                  </a:cubicBezTo>
                  <a:cubicBezTo>
                    <a:pt x="48357" y="102037"/>
                    <a:pt x="45443" y="102037"/>
                    <a:pt x="42836" y="101725"/>
                  </a:cubicBezTo>
                  <a:cubicBezTo>
                    <a:pt x="39616" y="101412"/>
                    <a:pt x="38696" y="101099"/>
                    <a:pt x="38696" y="99222"/>
                  </a:cubicBezTo>
                  <a:cubicBezTo>
                    <a:pt x="38696" y="98128"/>
                    <a:pt x="40076" y="92654"/>
                    <a:pt x="40843" y="89370"/>
                  </a:cubicBezTo>
                  <a:lnTo>
                    <a:pt x="46210" y="67320"/>
                  </a:lnTo>
                  <a:cubicBezTo>
                    <a:pt x="46977" y="64349"/>
                    <a:pt x="47130" y="63880"/>
                    <a:pt x="48357" y="62472"/>
                  </a:cubicBezTo>
                  <a:lnTo>
                    <a:pt x="86385" y="1790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48" name="Freeform: Shape 3147">
              <a:extLst>
                <a:ext uri="{FF2B5EF4-FFF2-40B4-BE49-F238E27FC236}">
                  <a16:creationId xmlns:a16="http://schemas.microsoft.com/office/drawing/2014/main" id="{6BF396F8-0514-940E-74F5-AF06C101B39D}"/>
                </a:ext>
              </a:extLst>
            </p:cNvPr>
            <p:cNvSpPr/>
            <p:nvPr>
              <p:custDataLst>
                <p:tags r:id="rId99"/>
              </p:custDataLst>
            </p:nvPr>
          </p:nvSpPr>
          <p:spPr>
            <a:xfrm>
              <a:off x="10588445" y="6153447"/>
              <a:ext cx="35574" cy="156384"/>
            </a:xfrm>
            <a:custGeom>
              <a:avLst/>
              <a:gdLst>
                <a:gd name="connsiteX0" fmla="*/ 35791 w 35574"/>
                <a:gd name="connsiteY0" fmla="*/ 78267 h 156384"/>
                <a:gd name="connsiteX1" fmla="*/ 25670 w 35574"/>
                <a:gd name="connsiteY1" fmla="*/ 29475 h 156384"/>
                <a:gd name="connsiteX2" fmla="*/ 1750 w 35574"/>
                <a:gd name="connsiteY2" fmla="*/ 75 h 156384"/>
                <a:gd name="connsiteX3" fmla="*/ 216 w 35574"/>
                <a:gd name="connsiteY3" fmla="*/ 1639 h 156384"/>
                <a:gd name="connsiteX4" fmla="*/ 3130 w 35574"/>
                <a:gd name="connsiteY4" fmla="*/ 5235 h 156384"/>
                <a:gd name="connsiteX5" fmla="*/ 26897 w 35574"/>
                <a:gd name="connsiteY5" fmla="*/ 78267 h 156384"/>
                <a:gd name="connsiteX6" fmla="*/ 2210 w 35574"/>
                <a:gd name="connsiteY6" fmla="*/ 152237 h 156384"/>
                <a:gd name="connsiteX7" fmla="*/ 216 w 35574"/>
                <a:gd name="connsiteY7" fmla="*/ 154895 h 156384"/>
                <a:gd name="connsiteX8" fmla="*/ 1750 w 35574"/>
                <a:gd name="connsiteY8" fmla="*/ 156459 h 156384"/>
                <a:gd name="connsiteX9" fmla="*/ 26131 w 35574"/>
                <a:gd name="connsiteY9" fmla="*/ 125964 h 156384"/>
                <a:gd name="connsiteX10" fmla="*/ 35791 w 35574"/>
                <a:gd name="connsiteY10" fmla="*/ 78267 h 156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74" h="156384">
                  <a:moveTo>
                    <a:pt x="35791" y="78267"/>
                  </a:moveTo>
                  <a:cubicBezTo>
                    <a:pt x="35791" y="66069"/>
                    <a:pt x="34104" y="47146"/>
                    <a:pt x="25670" y="29475"/>
                  </a:cubicBezTo>
                  <a:cubicBezTo>
                    <a:pt x="16470" y="10240"/>
                    <a:pt x="3283" y="75"/>
                    <a:pt x="1750" y="75"/>
                  </a:cubicBezTo>
                  <a:cubicBezTo>
                    <a:pt x="830" y="75"/>
                    <a:pt x="216" y="700"/>
                    <a:pt x="216" y="1639"/>
                  </a:cubicBezTo>
                  <a:cubicBezTo>
                    <a:pt x="216" y="2108"/>
                    <a:pt x="216" y="2420"/>
                    <a:pt x="3130" y="5235"/>
                  </a:cubicBezTo>
                  <a:cubicBezTo>
                    <a:pt x="18157" y="20717"/>
                    <a:pt x="26897" y="45583"/>
                    <a:pt x="26897" y="78267"/>
                  </a:cubicBezTo>
                  <a:cubicBezTo>
                    <a:pt x="26897" y="105009"/>
                    <a:pt x="21224" y="132532"/>
                    <a:pt x="2210" y="152237"/>
                  </a:cubicBezTo>
                  <a:cubicBezTo>
                    <a:pt x="216" y="154113"/>
                    <a:pt x="216" y="154426"/>
                    <a:pt x="216" y="154895"/>
                  </a:cubicBezTo>
                  <a:cubicBezTo>
                    <a:pt x="216" y="155834"/>
                    <a:pt x="830" y="156459"/>
                    <a:pt x="1750" y="156459"/>
                  </a:cubicBezTo>
                  <a:cubicBezTo>
                    <a:pt x="3283" y="156459"/>
                    <a:pt x="17084" y="145825"/>
                    <a:pt x="26131" y="125964"/>
                  </a:cubicBezTo>
                  <a:cubicBezTo>
                    <a:pt x="33951" y="108762"/>
                    <a:pt x="35791" y="91403"/>
                    <a:pt x="35791" y="7826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49" name="Freeform: Shape 3148">
              <a:extLst>
                <a:ext uri="{FF2B5EF4-FFF2-40B4-BE49-F238E27FC236}">
                  <a16:creationId xmlns:a16="http://schemas.microsoft.com/office/drawing/2014/main" id="{FD09FAC2-528E-37DB-B870-C38D98C82034}"/>
                </a:ext>
              </a:extLst>
            </p:cNvPr>
            <p:cNvSpPr/>
            <p:nvPr>
              <p:custDataLst>
                <p:tags r:id="rId100"/>
              </p:custDataLst>
            </p:nvPr>
          </p:nvSpPr>
          <p:spPr>
            <a:xfrm>
              <a:off x="10690516" y="6213342"/>
              <a:ext cx="101970" cy="36593"/>
            </a:xfrm>
            <a:custGeom>
              <a:avLst/>
              <a:gdLst>
                <a:gd name="connsiteX0" fmla="*/ 96980 w 101970"/>
                <a:gd name="connsiteY0" fmla="*/ 6330 h 36593"/>
                <a:gd name="connsiteX1" fmla="*/ 102193 w 101970"/>
                <a:gd name="connsiteY1" fmla="*/ 3202 h 36593"/>
                <a:gd name="connsiteX2" fmla="*/ 97133 w 101970"/>
                <a:gd name="connsiteY2" fmla="*/ 75 h 36593"/>
                <a:gd name="connsiteX3" fmla="*/ 5283 w 101970"/>
                <a:gd name="connsiteY3" fmla="*/ 75 h 36593"/>
                <a:gd name="connsiteX4" fmla="*/ 223 w 101970"/>
                <a:gd name="connsiteY4" fmla="*/ 3202 h 36593"/>
                <a:gd name="connsiteX5" fmla="*/ 5436 w 101970"/>
                <a:gd name="connsiteY5" fmla="*/ 6330 h 36593"/>
                <a:gd name="connsiteX6" fmla="*/ 96980 w 101970"/>
                <a:gd name="connsiteY6" fmla="*/ 6330 h 36593"/>
                <a:gd name="connsiteX7" fmla="*/ 97133 w 101970"/>
                <a:gd name="connsiteY7" fmla="*/ 36669 h 36593"/>
                <a:gd name="connsiteX8" fmla="*/ 102193 w 101970"/>
                <a:gd name="connsiteY8" fmla="*/ 33541 h 36593"/>
                <a:gd name="connsiteX9" fmla="*/ 96980 w 101970"/>
                <a:gd name="connsiteY9" fmla="*/ 30413 h 36593"/>
                <a:gd name="connsiteX10" fmla="*/ 5436 w 101970"/>
                <a:gd name="connsiteY10" fmla="*/ 30413 h 36593"/>
                <a:gd name="connsiteX11" fmla="*/ 223 w 101970"/>
                <a:gd name="connsiteY11" fmla="*/ 33541 h 36593"/>
                <a:gd name="connsiteX12" fmla="*/ 5283 w 101970"/>
                <a:gd name="connsiteY12" fmla="*/ 36669 h 36593"/>
                <a:gd name="connsiteX13" fmla="*/ 97133 w 101970"/>
                <a:gd name="connsiteY13" fmla="*/ 36669 h 36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970" h="36593">
                  <a:moveTo>
                    <a:pt x="96980" y="6330"/>
                  </a:moveTo>
                  <a:cubicBezTo>
                    <a:pt x="99280" y="6330"/>
                    <a:pt x="102193" y="6330"/>
                    <a:pt x="102193" y="3202"/>
                  </a:cubicBezTo>
                  <a:cubicBezTo>
                    <a:pt x="102193" y="75"/>
                    <a:pt x="99280" y="75"/>
                    <a:pt x="97133" y="75"/>
                  </a:cubicBezTo>
                  <a:lnTo>
                    <a:pt x="5283" y="75"/>
                  </a:lnTo>
                  <a:cubicBezTo>
                    <a:pt x="3136" y="75"/>
                    <a:pt x="223" y="75"/>
                    <a:pt x="223" y="3202"/>
                  </a:cubicBezTo>
                  <a:cubicBezTo>
                    <a:pt x="223" y="6330"/>
                    <a:pt x="3136" y="6330"/>
                    <a:pt x="5436" y="6330"/>
                  </a:cubicBezTo>
                  <a:lnTo>
                    <a:pt x="96980" y="6330"/>
                  </a:lnTo>
                  <a:close/>
                  <a:moveTo>
                    <a:pt x="97133" y="36669"/>
                  </a:moveTo>
                  <a:cubicBezTo>
                    <a:pt x="99280" y="36669"/>
                    <a:pt x="102193" y="36669"/>
                    <a:pt x="102193" y="33541"/>
                  </a:cubicBezTo>
                  <a:cubicBezTo>
                    <a:pt x="102193" y="30413"/>
                    <a:pt x="99280" y="30413"/>
                    <a:pt x="96980" y="30413"/>
                  </a:cubicBezTo>
                  <a:lnTo>
                    <a:pt x="5436" y="30413"/>
                  </a:lnTo>
                  <a:cubicBezTo>
                    <a:pt x="3136" y="30413"/>
                    <a:pt x="223" y="30413"/>
                    <a:pt x="223" y="33541"/>
                  </a:cubicBezTo>
                  <a:cubicBezTo>
                    <a:pt x="223" y="36669"/>
                    <a:pt x="3136" y="36669"/>
                    <a:pt x="5283" y="36669"/>
                  </a:cubicBezTo>
                  <a:lnTo>
                    <a:pt x="97133" y="3666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50" name="Freeform: Shape 3149">
              <a:extLst>
                <a:ext uri="{FF2B5EF4-FFF2-40B4-BE49-F238E27FC236}">
                  <a16:creationId xmlns:a16="http://schemas.microsoft.com/office/drawing/2014/main" id="{28468E83-C26C-663D-C111-3A4CAFA6F4AA}"/>
                </a:ext>
              </a:extLst>
            </p:cNvPr>
            <p:cNvSpPr/>
            <p:nvPr>
              <p:custDataLst>
                <p:tags r:id="rId101"/>
              </p:custDataLst>
            </p:nvPr>
          </p:nvSpPr>
          <p:spPr>
            <a:xfrm>
              <a:off x="10845933" y="6163612"/>
              <a:ext cx="95836" cy="107123"/>
            </a:xfrm>
            <a:custGeom>
              <a:avLst/>
              <a:gdLst>
                <a:gd name="connsiteX0" fmla="*/ 37801 w 95836"/>
                <a:gd name="connsiteY0" fmla="*/ 54653 h 107123"/>
                <a:gd name="connsiteX1" fmla="*/ 54362 w 95836"/>
                <a:gd name="connsiteY1" fmla="*/ 57937 h 107123"/>
                <a:gd name="connsiteX2" fmla="*/ 62336 w 95836"/>
                <a:gd name="connsiteY2" fmla="*/ 72168 h 107123"/>
                <a:gd name="connsiteX3" fmla="*/ 65096 w 95836"/>
                <a:gd name="connsiteY3" fmla="*/ 76390 h 107123"/>
                <a:gd name="connsiteX4" fmla="*/ 67703 w 95836"/>
                <a:gd name="connsiteY4" fmla="*/ 71386 h 107123"/>
                <a:gd name="connsiteX5" fmla="*/ 67703 w 95836"/>
                <a:gd name="connsiteY5" fmla="*/ 29006 h 107123"/>
                <a:gd name="connsiteX6" fmla="*/ 65096 w 95836"/>
                <a:gd name="connsiteY6" fmla="*/ 24002 h 107123"/>
                <a:gd name="connsiteX7" fmla="*/ 62336 w 95836"/>
                <a:gd name="connsiteY7" fmla="*/ 27598 h 107123"/>
                <a:gd name="connsiteX8" fmla="*/ 37801 w 95836"/>
                <a:gd name="connsiteY8" fmla="*/ 49023 h 107123"/>
                <a:gd name="connsiteX9" fmla="*/ 37801 w 95836"/>
                <a:gd name="connsiteY9" fmla="*/ 16026 h 107123"/>
                <a:gd name="connsiteX10" fmla="*/ 44395 w 95836"/>
                <a:gd name="connsiteY10" fmla="*/ 5548 h 107123"/>
                <a:gd name="connsiteX11" fmla="*/ 51755 w 95836"/>
                <a:gd name="connsiteY11" fmla="*/ 5548 h 107123"/>
                <a:gd name="connsiteX12" fmla="*/ 83650 w 95836"/>
                <a:gd name="connsiteY12" fmla="*/ 27129 h 107123"/>
                <a:gd name="connsiteX13" fmla="*/ 86410 w 95836"/>
                <a:gd name="connsiteY13" fmla="*/ 30726 h 107123"/>
                <a:gd name="connsiteX14" fmla="*/ 89017 w 95836"/>
                <a:gd name="connsiteY14" fmla="*/ 25565 h 107123"/>
                <a:gd name="connsiteX15" fmla="*/ 89017 w 95836"/>
                <a:gd name="connsiteY15" fmla="*/ 5235 h 107123"/>
                <a:gd name="connsiteX16" fmla="*/ 83956 w 95836"/>
                <a:gd name="connsiteY16" fmla="*/ 75 h 107123"/>
                <a:gd name="connsiteX17" fmla="*/ 5447 w 95836"/>
                <a:gd name="connsiteY17" fmla="*/ 75 h 107123"/>
                <a:gd name="connsiteX18" fmla="*/ 233 w 95836"/>
                <a:gd name="connsiteY18" fmla="*/ 2890 h 107123"/>
                <a:gd name="connsiteX19" fmla="*/ 4374 w 95836"/>
                <a:gd name="connsiteY19" fmla="*/ 5548 h 107123"/>
                <a:gd name="connsiteX20" fmla="*/ 13727 w 95836"/>
                <a:gd name="connsiteY20" fmla="*/ 14462 h 107123"/>
                <a:gd name="connsiteX21" fmla="*/ 13727 w 95836"/>
                <a:gd name="connsiteY21" fmla="*/ 92811 h 107123"/>
                <a:gd name="connsiteX22" fmla="*/ 5140 w 95836"/>
                <a:gd name="connsiteY22" fmla="*/ 101725 h 107123"/>
                <a:gd name="connsiteX23" fmla="*/ 233 w 95836"/>
                <a:gd name="connsiteY23" fmla="*/ 104383 h 107123"/>
                <a:gd name="connsiteX24" fmla="*/ 5447 w 95836"/>
                <a:gd name="connsiteY24" fmla="*/ 107198 h 107123"/>
                <a:gd name="connsiteX25" fmla="*/ 86717 w 95836"/>
                <a:gd name="connsiteY25" fmla="*/ 107198 h 107123"/>
                <a:gd name="connsiteX26" fmla="*/ 91623 w 95836"/>
                <a:gd name="connsiteY26" fmla="*/ 105009 h 107123"/>
                <a:gd name="connsiteX27" fmla="*/ 96070 w 95836"/>
                <a:gd name="connsiteY27" fmla="*/ 77954 h 107123"/>
                <a:gd name="connsiteX28" fmla="*/ 93463 w 95836"/>
                <a:gd name="connsiteY28" fmla="*/ 75139 h 107123"/>
                <a:gd name="connsiteX29" fmla="*/ 90703 w 95836"/>
                <a:gd name="connsiteY29" fmla="*/ 77329 h 107123"/>
                <a:gd name="connsiteX30" fmla="*/ 77056 w 95836"/>
                <a:gd name="connsiteY30" fmla="*/ 94687 h 107123"/>
                <a:gd name="connsiteX31" fmla="*/ 52829 w 95836"/>
                <a:gd name="connsiteY31" fmla="*/ 101725 h 107123"/>
                <a:gd name="connsiteX32" fmla="*/ 44395 w 95836"/>
                <a:gd name="connsiteY32" fmla="*/ 101725 h 107123"/>
                <a:gd name="connsiteX33" fmla="*/ 37801 w 95836"/>
                <a:gd name="connsiteY33" fmla="*/ 91247 h 107123"/>
                <a:gd name="connsiteX34" fmla="*/ 37801 w 95836"/>
                <a:gd name="connsiteY34" fmla="*/ 54653 h 107123"/>
                <a:gd name="connsiteX35" fmla="*/ 83650 w 95836"/>
                <a:gd name="connsiteY35" fmla="*/ 5548 h 107123"/>
                <a:gd name="connsiteX36" fmla="*/ 83650 w 95836"/>
                <a:gd name="connsiteY36" fmla="*/ 13055 h 107123"/>
                <a:gd name="connsiteX37" fmla="*/ 74909 w 95836"/>
                <a:gd name="connsiteY37" fmla="*/ 5548 h 107123"/>
                <a:gd name="connsiteX38" fmla="*/ 83650 w 95836"/>
                <a:gd name="connsiteY38" fmla="*/ 5548 h 107123"/>
                <a:gd name="connsiteX39" fmla="*/ 53749 w 95836"/>
                <a:gd name="connsiteY39" fmla="*/ 51369 h 107123"/>
                <a:gd name="connsiteX40" fmla="*/ 62336 w 95836"/>
                <a:gd name="connsiteY40" fmla="*/ 44644 h 107123"/>
                <a:gd name="connsiteX41" fmla="*/ 62336 w 95836"/>
                <a:gd name="connsiteY41" fmla="*/ 57781 h 107123"/>
                <a:gd name="connsiteX42" fmla="*/ 53749 w 95836"/>
                <a:gd name="connsiteY42" fmla="*/ 51525 h 107123"/>
                <a:gd name="connsiteX43" fmla="*/ 53749 w 95836"/>
                <a:gd name="connsiteY43" fmla="*/ 51369 h 107123"/>
                <a:gd name="connsiteX44" fmla="*/ 19094 w 95836"/>
                <a:gd name="connsiteY44" fmla="*/ 14149 h 107123"/>
                <a:gd name="connsiteX45" fmla="*/ 17867 w 95836"/>
                <a:gd name="connsiteY45" fmla="*/ 5548 h 107123"/>
                <a:gd name="connsiteX46" fmla="*/ 34121 w 95836"/>
                <a:gd name="connsiteY46" fmla="*/ 5548 h 107123"/>
                <a:gd name="connsiteX47" fmla="*/ 32435 w 95836"/>
                <a:gd name="connsiteY47" fmla="*/ 15713 h 107123"/>
                <a:gd name="connsiteX48" fmla="*/ 32435 w 95836"/>
                <a:gd name="connsiteY48" fmla="*/ 91560 h 107123"/>
                <a:gd name="connsiteX49" fmla="*/ 34121 w 95836"/>
                <a:gd name="connsiteY49" fmla="*/ 101725 h 107123"/>
                <a:gd name="connsiteX50" fmla="*/ 17867 w 95836"/>
                <a:gd name="connsiteY50" fmla="*/ 101725 h 107123"/>
                <a:gd name="connsiteX51" fmla="*/ 19094 w 95836"/>
                <a:gd name="connsiteY51" fmla="*/ 93123 h 107123"/>
                <a:gd name="connsiteX52" fmla="*/ 19094 w 95836"/>
                <a:gd name="connsiteY52" fmla="*/ 14149 h 107123"/>
                <a:gd name="connsiteX53" fmla="*/ 76136 w 95836"/>
                <a:gd name="connsiteY53" fmla="*/ 101725 h 107123"/>
                <a:gd name="connsiteX54" fmla="*/ 76136 w 95836"/>
                <a:gd name="connsiteY54" fmla="*/ 101568 h 107123"/>
                <a:gd name="connsiteX55" fmla="*/ 88250 w 95836"/>
                <a:gd name="connsiteY55" fmla="*/ 92967 h 107123"/>
                <a:gd name="connsiteX56" fmla="*/ 86870 w 95836"/>
                <a:gd name="connsiteY56" fmla="*/ 101725 h 107123"/>
                <a:gd name="connsiteX57" fmla="*/ 76136 w 95836"/>
                <a:gd name="connsiteY57" fmla="*/ 101725 h 107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5836" h="107123">
                  <a:moveTo>
                    <a:pt x="37801" y="54653"/>
                  </a:moveTo>
                  <a:cubicBezTo>
                    <a:pt x="41635" y="54653"/>
                    <a:pt x="48995" y="54653"/>
                    <a:pt x="54362" y="57937"/>
                  </a:cubicBezTo>
                  <a:cubicBezTo>
                    <a:pt x="61722" y="62785"/>
                    <a:pt x="62336" y="71230"/>
                    <a:pt x="62336" y="72168"/>
                  </a:cubicBezTo>
                  <a:cubicBezTo>
                    <a:pt x="62489" y="74357"/>
                    <a:pt x="62489" y="76390"/>
                    <a:pt x="65096" y="76390"/>
                  </a:cubicBezTo>
                  <a:cubicBezTo>
                    <a:pt x="67703" y="76390"/>
                    <a:pt x="67703" y="74201"/>
                    <a:pt x="67703" y="71386"/>
                  </a:cubicBezTo>
                  <a:lnTo>
                    <a:pt x="67703" y="29006"/>
                  </a:lnTo>
                  <a:cubicBezTo>
                    <a:pt x="67703" y="26504"/>
                    <a:pt x="67703" y="24002"/>
                    <a:pt x="65096" y="24002"/>
                  </a:cubicBezTo>
                  <a:cubicBezTo>
                    <a:pt x="62489" y="24002"/>
                    <a:pt x="62336" y="26347"/>
                    <a:pt x="62336" y="27598"/>
                  </a:cubicBezTo>
                  <a:cubicBezTo>
                    <a:pt x="61416" y="47772"/>
                    <a:pt x="45775" y="48867"/>
                    <a:pt x="37801" y="49023"/>
                  </a:cubicBezTo>
                  <a:lnTo>
                    <a:pt x="37801" y="16026"/>
                  </a:lnTo>
                  <a:cubicBezTo>
                    <a:pt x="37801" y="5548"/>
                    <a:pt x="40715" y="5548"/>
                    <a:pt x="44395" y="5548"/>
                  </a:cubicBezTo>
                  <a:lnTo>
                    <a:pt x="51755" y="5548"/>
                  </a:lnTo>
                  <a:cubicBezTo>
                    <a:pt x="72456" y="5548"/>
                    <a:pt x="82730" y="16339"/>
                    <a:pt x="83650" y="27129"/>
                  </a:cubicBezTo>
                  <a:cubicBezTo>
                    <a:pt x="83803" y="28380"/>
                    <a:pt x="83956" y="30726"/>
                    <a:pt x="86410" y="30726"/>
                  </a:cubicBezTo>
                  <a:cubicBezTo>
                    <a:pt x="89017" y="30726"/>
                    <a:pt x="89017" y="28224"/>
                    <a:pt x="89017" y="25565"/>
                  </a:cubicBezTo>
                  <a:lnTo>
                    <a:pt x="89017" y="5235"/>
                  </a:lnTo>
                  <a:cubicBezTo>
                    <a:pt x="89017" y="387"/>
                    <a:pt x="88710" y="75"/>
                    <a:pt x="83956" y="75"/>
                  </a:cubicBezTo>
                  <a:lnTo>
                    <a:pt x="5447" y="75"/>
                  </a:lnTo>
                  <a:cubicBezTo>
                    <a:pt x="2687" y="75"/>
                    <a:pt x="233" y="75"/>
                    <a:pt x="233" y="2890"/>
                  </a:cubicBezTo>
                  <a:cubicBezTo>
                    <a:pt x="233" y="5548"/>
                    <a:pt x="3147" y="5548"/>
                    <a:pt x="4374" y="5548"/>
                  </a:cubicBezTo>
                  <a:cubicBezTo>
                    <a:pt x="13114" y="5548"/>
                    <a:pt x="13727" y="6799"/>
                    <a:pt x="13727" y="14462"/>
                  </a:cubicBezTo>
                  <a:lnTo>
                    <a:pt x="13727" y="92811"/>
                  </a:lnTo>
                  <a:cubicBezTo>
                    <a:pt x="13727" y="100161"/>
                    <a:pt x="13267" y="101725"/>
                    <a:pt x="5140" y="101725"/>
                  </a:cubicBezTo>
                  <a:cubicBezTo>
                    <a:pt x="2840" y="101725"/>
                    <a:pt x="233" y="101725"/>
                    <a:pt x="233" y="104383"/>
                  </a:cubicBezTo>
                  <a:cubicBezTo>
                    <a:pt x="233" y="107198"/>
                    <a:pt x="2687" y="107198"/>
                    <a:pt x="5447" y="107198"/>
                  </a:cubicBezTo>
                  <a:lnTo>
                    <a:pt x="86717" y="107198"/>
                  </a:lnTo>
                  <a:cubicBezTo>
                    <a:pt x="89630" y="107198"/>
                    <a:pt x="91163" y="107198"/>
                    <a:pt x="91623" y="105009"/>
                  </a:cubicBezTo>
                  <a:cubicBezTo>
                    <a:pt x="91777" y="104852"/>
                    <a:pt x="96070" y="78736"/>
                    <a:pt x="96070" y="77954"/>
                  </a:cubicBezTo>
                  <a:cubicBezTo>
                    <a:pt x="96070" y="76234"/>
                    <a:pt x="94690" y="75139"/>
                    <a:pt x="93463" y="75139"/>
                  </a:cubicBezTo>
                  <a:cubicBezTo>
                    <a:pt x="91317" y="75139"/>
                    <a:pt x="90703" y="77172"/>
                    <a:pt x="90703" y="77329"/>
                  </a:cubicBezTo>
                  <a:cubicBezTo>
                    <a:pt x="89783" y="81395"/>
                    <a:pt x="88250" y="87963"/>
                    <a:pt x="77056" y="94687"/>
                  </a:cubicBezTo>
                  <a:cubicBezTo>
                    <a:pt x="69083" y="99535"/>
                    <a:pt x="61262" y="101725"/>
                    <a:pt x="52829" y="101725"/>
                  </a:cubicBezTo>
                  <a:lnTo>
                    <a:pt x="44395" y="101725"/>
                  </a:lnTo>
                  <a:cubicBezTo>
                    <a:pt x="40715" y="101725"/>
                    <a:pt x="37801" y="101725"/>
                    <a:pt x="37801" y="91247"/>
                  </a:cubicBezTo>
                  <a:lnTo>
                    <a:pt x="37801" y="54653"/>
                  </a:lnTo>
                  <a:close/>
                  <a:moveTo>
                    <a:pt x="83650" y="5548"/>
                  </a:moveTo>
                  <a:lnTo>
                    <a:pt x="83650" y="13055"/>
                  </a:lnTo>
                  <a:cubicBezTo>
                    <a:pt x="81043" y="10083"/>
                    <a:pt x="78130" y="7581"/>
                    <a:pt x="74909" y="5548"/>
                  </a:cubicBezTo>
                  <a:lnTo>
                    <a:pt x="83650" y="5548"/>
                  </a:lnTo>
                  <a:close/>
                  <a:moveTo>
                    <a:pt x="53749" y="51369"/>
                  </a:moveTo>
                  <a:cubicBezTo>
                    <a:pt x="56202" y="50274"/>
                    <a:pt x="59576" y="47928"/>
                    <a:pt x="62336" y="44644"/>
                  </a:cubicBezTo>
                  <a:lnTo>
                    <a:pt x="62336" y="57781"/>
                  </a:lnTo>
                  <a:cubicBezTo>
                    <a:pt x="58656" y="53558"/>
                    <a:pt x="53902" y="51525"/>
                    <a:pt x="53749" y="51525"/>
                  </a:cubicBezTo>
                  <a:lnTo>
                    <a:pt x="53749" y="51369"/>
                  </a:lnTo>
                  <a:close/>
                  <a:moveTo>
                    <a:pt x="19094" y="14149"/>
                  </a:moveTo>
                  <a:cubicBezTo>
                    <a:pt x="19094" y="12273"/>
                    <a:pt x="19094" y="8363"/>
                    <a:pt x="17867" y="5548"/>
                  </a:cubicBezTo>
                  <a:lnTo>
                    <a:pt x="34121" y="5548"/>
                  </a:lnTo>
                  <a:cubicBezTo>
                    <a:pt x="32435" y="9145"/>
                    <a:pt x="32435" y="14306"/>
                    <a:pt x="32435" y="15713"/>
                  </a:cubicBezTo>
                  <a:lnTo>
                    <a:pt x="32435" y="91560"/>
                  </a:lnTo>
                  <a:cubicBezTo>
                    <a:pt x="32435" y="97189"/>
                    <a:pt x="33508" y="100317"/>
                    <a:pt x="34121" y="101725"/>
                  </a:cubicBezTo>
                  <a:lnTo>
                    <a:pt x="17867" y="101725"/>
                  </a:lnTo>
                  <a:cubicBezTo>
                    <a:pt x="19094" y="98910"/>
                    <a:pt x="19094" y="95000"/>
                    <a:pt x="19094" y="93123"/>
                  </a:cubicBezTo>
                  <a:lnTo>
                    <a:pt x="19094" y="14149"/>
                  </a:lnTo>
                  <a:close/>
                  <a:moveTo>
                    <a:pt x="76136" y="101725"/>
                  </a:moveTo>
                  <a:lnTo>
                    <a:pt x="76136" y="101568"/>
                  </a:lnTo>
                  <a:cubicBezTo>
                    <a:pt x="81043" y="99066"/>
                    <a:pt x="85183" y="95782"/>
                    <a:pt x="88250" y="92967"/>
                  </a:cubicBezTo>
                  <a:cubicBezTo>
                    <a:pt x="88097" y="93593"/>
                    <a:pt x="87023" y="100474"/>
                    <a:pt x="86870" y="101725"/>
                  </a:cubicBezTo>
                  <a:lnTo>
                    <a:pt x="76136" y="10172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51" name="Freeform: Shape 3150">
              <a:extLst>
                <a:ext uri="{FF2B5EF4-FFF2-40B4-BE49-F238E27FC236}">
                  <a16:creationId xmlns:a16="http://schemas.microsoft.com/office/drawing/2014/main" id="{96F23FFF-3ABE-5129-CCDF-E9E5A396F5C6}"/>
                </a:ext>
              </a:extLst>
            </p:cNvPr>
            <p:cNvSpPr/>
            <p:nvPr>
              <p:custDataLst>
                <p:tags r:id="rId102"/>
              </p:custDataLst>
            </p:nvPr>
          </p:nvSpPr>
          <p:spPr>
            <a:xfrm>
              <a:off x="10961193" y="6153447"/>
              <a:ext cx="35574" cy="156384"/>
            </a:xfrm>
            <a:custGeom>
              <a:avLst/>
              <a:gdLst>
                <a:gd name="connsiteX0" fmla="*/ 35815 w 35574"/>
                <a:gd name="connsiteY0" fmla="*/ 154895 h 156384"/>
                <a:gd name="connsiteX1" fmla="*/ 33208 w 35574"/>
                <a:gd name="connsiteY1" fmla="*/ 151455 h 156384"/>
                <a:gd name="connsiteX2" fmla="*/ 9134 w 35574"/>
                <a:gd name="connsiteY2" fmla="*/ 78267 h 156384"/>
                <a:gd name="connsiteX3" fmla="*/ 33821 w 35574"/>
                <a:gd name="connsiteY3" fmla="*/ 4297 h 156384"/>
                <a:gd name="connsiteX4" fmla="*/ 35815 w 35574"/>
                <a:gd name="connsiteY4" fmla="*/ 1639 h 156384"/>
                <a:gd name="connsiteX5" fmla="*/ 34281 w 35574"/>
                <a:gd name="connsiteY5" fmla="*/ 75 h 156384"/>
                <a:gd name="connsiteX6" fmla="*/ 9900 w 35574"/>
                <a:gd name="connsiteY6" fmla="*/ 30570 h 156384"/>
                <a:gd name="connsiteX7" fmla="*/ 240 w 35574"/>
                <a:gd name="connsiteY7" fmla="*/ 78267 h 156384"/>
                <a:gd name="connsiteX8" fmla="*/ 10360 w 35574"/>
                <a:gd name="connsiteY8" fmla="*/ 127059 h 156384"/>
                <a:gd name="connsiteX9" fmla="*/ 34281 w 35574"/>
                <a:gd name="connsiteY9" fmla="*/ 156459 h 156384"/>
                <a:gd name="connsiteX10" fmla="*/ 35815 w 35574"/>
                <a:gd name="connsiteY10" fmla="*/ 154895 h 156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74" h="156384">
                  <a:moveTo>
                    <a:pt x="35815" y="154895"/>
                  </a:moveTo>
                  <a:cubicBezTo>
                    <a:pt x="35815" y="154426"/>
                    <a:pt x="35815" y="154113"/>
                    <a:pt x="33208" y="151455"/>
                  </a:cubicBezTo>
                  <a:cubicBezTo>
                    <a:pt x="14041" y="131750"/>
                    <a:pt x="9134" y="102194"/>
                    <a:pt x="9134" y="78267"/>
                  </a:cubicBezTo>
                  <a:cubicBezTo>
                    <a:pt x="9134" y="51056"/>
                    <a:pt x="14961" y="23845"/>
                    <a:pt x="33821" y="4297"/>
                  </a:cubicBezTo>
                  <a:cubicBezTo>
                    <a:pt x="35815" y="2420"/>
                    <a:pt x="35815" y="2108"/>
                    <a:pt x="35815" y="1639"/>
                  </a:cubicBezTo>
                  <a:cubicBezTo>
                    <a:pt x="35815" y="544"/>
                    <a:pt x="35201" y="75"/>
                    <a:pt x="34281" y="75"/>
                  </a:cubicBezTo>
                  <a:cubicBezTo>
                    <a:pt x="32748" y="75"/>
                    <a:pt x="18947" y="10709"/>
                    <a:pt x="9900" y="30570"/>
                  </a:cubicBezTo>
                  <a:cubicBezTo>
                    <a:pt x="2080" y="47772"/>
                    <a:pt x="240" y="65131"/>
                    <a:pt x="240" y="78267"/>
                  </a:cubicBezTo>
                  <a:cubicBezTo>
                    <a:pt x="240" y="90465"/>
                    <a:pt x="1927" y="109387"/>
                    <a:pt x="10360" y="127059"/>
                  </a:cubicBezTo>
                  <a:cubicBezTo>
                    <a:pt x="19561" y="146294"/>
                    <a:pt x="32748" y="156459"/>
                    <a:pt x="34281" y="156459"/>
                  </a:cubicBezTo>
                  <a:cubicBezTo>
                    <a:pt x="35201" y="156459"/>
                    <a:pt x="35815" y="155990"/>
                    <a:pt x="35815" y="15489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52" name="Freeform: Shape 3151">
              <a:extLst>
                <a:ext uri="{FF2B5EF4-FFF2-40B4-BE49-F238E27FC236}">
                  <a16:creationId xmlns:a16="http://schemas.microsoft.com/office/drawing/2014/main" id="{7AA3CBAB-12AC-3B6C-7725-2D9500BE7259}"/>
                </a:ext>
              </a:extLst>
            </p:cNvPr>
            <p:cNvSpPr/>
            <p:nvPr>
              <p:custDataLst>
                <p:tags r:id="rId103"/>
              </p:custDataLst>
            </p:nvPr>
          </p:nvSpPr>
          <p:spPr>
            <a:xfrm>
              <a:off x="11011012" y="6163924"/>
              <a:ext cx="111477" cy="106810"/>
            </a:xfrm>
            <a:custGeom>
              <a:avLst/>
              <a:gdLst>
                <a:gd name="connsiteX0" fmla="*/ 86420 w 111477"/>
                <a:gd name="connsiteY0" fmla="*/ 17903 h 106810"/>
                <a:gd name="connsiteX1" fmla="*/ 88567 w 111477"/>
                <a:gd name="connsiteY1" fmla="*/ 15713 h 106810"/>
                <a:gd name="connsiteX2" fmla="*/ 108655 w 111477"/>
                <a:gd name="connsiteY2" fmla="*/ 4923 h 106810"/>
                <a:gd name="connsiteX3" fmla="*/ 111721 w 111477"/>
                <a:gd name="connsiteY3" fmla="*/ 1951 h 106810"/>
                <a:gd name="connsiteX4" fmla="*/ 109728 w 111477"/>
                <a:gd name="connsiteY4" fmla="*/ 75 h 106810"/>
                <a:gd name="connsiteX5" fmla="*/ 97154 w 111477"/>
                <a:gd name="connsiteY5" fmla="*/ 544 h 106810"/>
                <a:gd name="connsiteX6" fmla="*/ 81820 w 111477"/>
                <a:gd name="connsiteY6" fmla="*/ 75 h 106810"/>
                <a:gd name="connsiteX7" fmla="*/ 78907 w 111477"/>
                <a:gd name="connsiteY7" fmla="*/ 3046 h 106810"/>
                <a:gd name="connsiteX8" fmla="*/ 81207 w 111477"/>
                <a:gd name="connsiteY8" fmla="*/ 4923 h 106810"/>
                <a:gd name="connsiteX9" fmla="*/ 86727 w 111477"/>
                <a:gd name="connsiteY9" fmla="*/ 8519 h 106810"/>
                <a:gd name="connsiteX10" fmla="*/ 82587 w 111477"/>
                <a:gd name="connsiteY10" fmla="*/ 16026 h 106810"/>
                <a:gd name="connsiteX11" fmla="*/ 47012 w 111477"/>
                <a:gd name="connsiteY11" fmla="*/ 57781 h 106810"/>
                <a:gd name="connsiteX12" fmla="*/ 30145 w 111477"/>
                <a:gd name="connsiteY12" fmla="*/ 11334 h 106810"/>
                <a:gd name="connsiteX13" fmla="*/ 29225 w 111477"/>
                <a:gd name="connsiteY13" fmla="*/ 8676 h 106810"/>
                <a:gd name="connsiteX14" fmla="*/ 38272 w 111477"/>
                <a:gd name="connsiteY14" fmla="*/ 4923 h 106810"/>
                <a:gd name="connsiteX15" fmla="*/ 41952 w 111477"/>
                <a:gd name="connsiteY15" fmla="*/ 1795 h 106810"/>
                <a:gd name="connsiteX16" fmla="*/ 39652 w 111477"/>
                <a:gd name="connsiteY16" fmla="*/ 75 h 106810"/>
                <a:gd name="connsiteX17" fmla="*/ 20331 w 111477"/>
                <a:gd name="connsiteY17" fmla="*/ 544 h 106810"/>
                <a:gd name="connsiteX18" fmla="*/ 3157 w 111477"/>
                <a:gd name="connsiteY18" fmla="*/ 75 h 106810"/>
                <a:gd name="connsiteX19" fmla="*/ 244 w 111477"/>
                <a:gd name="connsiteY19" fmla="*/ 3202 h 106810"/>
                <a:gd name="connsiteX20" fmla="*/ 3771 w 111477"/>
                <a:gd name="connsiteY20" fmla="*/ 4923 h 106810"/>
                <a:gd name="connsiteX21" fmla="*/ 14964 w 111477"/>
                <a:gd name="connsiteY21" fmla="*/ 10240 h 106810"/>
                <a:gd name="connsiteX22" fmla="*/ 33825 w 111477"/>
                <a:gd name="connsiteY22" fmla="*/ 61690 h 106810"/>
                <a:gd name="connsiteX23" fmla="*/ 34438 w 111477"/>
                <a:gd name="connsiteY23" fmla="*/ 64349 h 106810"/>
                <a:gd name="connsiteX24" fmla="*/ 27538 w 111477"/>
                <a:gd name="connsiteY24" fmla="*/ 92811 h 106810"/>
                <a:gd name="connsiteX25" fmla="*/ 13124 w 111477"/>
                <a:gd name="connsiteY25" fmla="*/ 102037 h 106810"/>
                <a:gd name="connsiteX26" fmla="*/ 8984 w 111477"/>
                <a:gd name="connsiteY26" fmla="*/ 105165 h 106810"/>
                <a:gd name="connsiteX27" fmla="*/ 11131 w 111477"/>
                <a:gd name="connsiteY27" fmla="*/ 106885 h 106810"/>
                <a:gd name="connsiteX28" fmla="*/ 30452 w 111477"/>
                <a:gd name="connsiteY28" fmla="*/ 106416 h 106810"/>
                <a:gd name="connsiteX29" fmla="*/ 50079 w 111477"/>
                <a:gd name="connsiteY29" fmla="*/ 106885 h 106810"/>
                <a:gd name="connsiteX30" fmla="*/ 52992 w 111477"/>
                <a:gd name="connsiteY30" fmla="*/ 103758 h 106810"/>
                <a:gd name="connsiteX31" fmla="*/ 48699 w 111477"/>
                <a:gd name="connsiteY31" fmla="*/ 102037 h 106810"/>
                <a:gd name="connsiteX32" fmla="*/ 42872 w 111477"/>
                <a:gd name="connsiteY32" fmla="*/ 101725 h 106810"/>
                <a:gd name="connsiteX33" fmla="*/ 38732 w 111477"/>
                <a:gd name="connsiteY33" fmla="*/ 99222 h 106810"/>
                <a:gd name="connsiteX34" fmla="*/ 40879 w 111477"/>
                <a:gd name="connsiteY34" fmla="*/ 89370 h 106810"/>
                <a:gd name="connsiteX35" fmla="*/ 46246 w 111477"/>
                <a:gd name="connsiteY35" fmla="*/ 67320 h 106810"/>
                <a:gd name="connsiteX36" fmla="*/ 48392 w 111477"/>
                <a:gd name="connsiteY36" fmla="*/ 62472 h 106810"/>
                <a:gd name="connsiteX37" fmla="*/ 86420 w 111477"/>
                <a:gd name="connsiteY37" fmla="*/ 17903 h 106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477" h="106810">
                  <a:moveTo>
                    <a:pt x="86420" y="17903"/>
                  </a:moveTo>
                  <a:lnTo>
                    <a:pt x="88567" y="15713"/>
                  </a:lnTo>
                  <a:cubicBezTo>
                    <a:pt x="93167" y="11022"/>
                    <a:pt x="98227" y="5705"/>
                    <a:pt x="108655" y="4923"/>
                  </a:cubicBezTo>
                  <a:cubicBezTo>
                    <a:pt x="110341" y="4766"/>
                    <a:pt x="111721" y="4766"/>
                    <a:pt x="111721" y="1951"/>
                  </a:cubicBezTo>
                  <a:cubicBezTo>
                    <a:pt x="111721" y="700"/>
                    <a:pt x="110955" y="75"/>
                    <a:pt x="109728" y="75"/>
                  </a:cubicBezTo>
                  <a:cubicBezTo>
                    <a:pt x="105741" y="75"/>
                    <a:pt x="101294" y="544"/>
                    <a:pt x="97154" y="544"/>
                  </a:cubicBezTo>
                  <a:cubicBezTo>
                    <a:pt x="92094" y="544"/>
                    <a:pt x="86727" y="75"/>
                    <a:pt x="81820" y="75"/>
                  </a:cubicBezTo>
                  <a:cubicBezTo>
                    <a:pt x="80900" y="75"/>
                    <a:pt x="78907" y="75"/>
                    <a:pt x="78907" y="3046"/>
                  </a:cubicBezTo>
                  <a:cubicBezTo>
                    <a:pt x="78907" y="4766"/>
                    <a:pt x="80440" y="4923"/>
                    <a:pt x="81207" y="4923"/>
                  </a:cubicBezTo>
                  <a:cubicBezTo>
                    <a:pt x="82280" y="4923"/>
                    <a:pt x="86727" y="5235"/>
                    <a:pt x="86727" y="8519"/>
                  </a:cubicBezTo>
                  <a:cubicBezTo>
                    <a:pt x="86727" y="11178"/>
                    <a:pt x="83200" y="15244"/>
                    <a:pt x="82587" y="16026"/>
                  </a:cubicBezTo>
                  <a:lnTo>
                    <a:pt x="47012" y="57781"/>
                  </a:lnTo>
                  <a:lnTo>
                    <a:pt x="30145" y="11334"/>
                  </a:lnTo>
                  <a:cubicBezTo>
                    <a:pt x="29225" y="9145"/>
                    <a:pt x="29225" y="8832"/>
                    <a:pt x="29225" y="8676"/>
                  </a:cubicBezTo>
                  <a:cubicBezTo>
                    <a:pt x="29225" y="4923"/>
                    <a:pt x="36739" y="4923"/>
                    <a:pt x="38272" y="4923"/>
                  </a:cubicBezTo>
                  <a:cubicBezTo>
                    <a:pt x="40419" y="4923"/>
                    <a:pt x="41952" y="4923"/>
                    <a:pt x="41952" y="1795"/>
                  </a:cubicBezTo>
                  <a:cubicBezTo>
                    <a:pt x="41952" y="75"/>
                    <a:pt x="40112" y="75"/>
                    <a:pt x="39652" y="75"/>
                  </a:cubicBezTo>
                  <a:cubicBezTo>
                    <a:pt x="35359" y="75"/>
                    <a:pt x="24625" y="544"/>
                    <a:pt x="20331" y="544"/>
                  </a:cubicBezTo>
                  <a:cubicBezTo>
                    <a:pt x="16498" y="544"/>
                    <a:pt x="6991" y="75"/>
                    <a:pt x="3157" y="75"/>
                  </a:cubicBezTo>
                  <a:cubicBezTo>
                    <a:pt x="2237" y="75"/>
                    <a:pt x="244" y="75"/>
                    <a:pt x="244" y="3202"/>
                  </a:cubicBezTo>
                  <a:cubicBezTo>
                    <a:pt x="244" y="4923"/>
                    <a:pt x="1777" y="4923"/>
                    <a:pt x="3771" y="4923"/>
                  </a:cubicBezTo>
                  <a:cubicBezTo>
                    <a:pt x="12971" y="4923"/>
                    <a:pt x="13584" y="6330"/>
                    <a:pt x="14964" y="10240"/>
                  </a:cubicBezTo>
                  <a:lnTo>
                    <a:pt x="33825" y="61690"/>
                  </a:lnTo>
                  <a:cubicBezTo>
                    <a:pt x="33978" y="62159"/>
                    <a:pt x="34438" y="63880"/>
                    <a:pt x="34438" y="64349"/>
                  </a:cubicBezTo>
                  <a:cubicBezTo>
                    <a:pt x="34438" y="64818"/>
                    <a:pt x="28305" y="89996"/>
                    <a:pt x="27538" y="92811"/>
                  </a:cubicBezTo>
                  <a:cubicBezTo>
                    <a:pt x="25545" y="101412"/>
                    <a:pt x="25391" y="101881"/>
                    <a:pt x="13124" y="102037"/>
                  </a:cubicBezTo>
                  <a:cubicBezTo>
                    <a:pt x="10211" y="102037"/>
                    <a:pt x="8984" y="102037"/>
                    <a:pt x="8984" y="105165"/>
                  </a:cubicBezTo>
                  <a:cubicBezTo>
                    <a:pt x="8984" y="106885"/>
                    <a:pt x="10824" y="106885"/>
                    <a:pt x="11131" y="106885"/>
                  </a:cubicBezTo>
                  <a:cubicBezTo>
                    <a:pt x="15424" y="106885"/>
                    <a:pt x="26158" y="106416"/>
                    <a:pt x="30452" y="106416"/>
                  </a:cubicBezTo>
                  <a:cubicBezTo>
                    <a:pt x="34745" y="106416"/>
                    <a:pt x="45786" y="106885"/>
                    <a:pt x="50079" y="106885"/>
                  </a:cubicBezTo>
                  <a:cubicBezTo>
                    <a:pt x="51152" y="106885"/>
                    <a:pt x="52992" y="106885"/>
                    <a:pt x="52992" y="103758"/>
                  </a:cubicBezTo>
                  <a:cubicBezTo>
                    <a:pt x="52992" y="102037"/>
                    <a:pt x="51612" y="102037"/>
                    <a:pt x="48699" y="102037"/>
                  </a:cubicBezTo>
                  <a:cubicBezTo>
                    <a:pt x="48392" y="102037"/>
                    <a:pt x="45479" y="102037"/>
                    <a:pt x="42872" y="101725"/>
                  </a:cubicBezTo>
                  <a:cubicBezTo>
                    <a:pt x="39652" y="101412"/>
                    <a:pt x="38732" y="101099"/>
                    <a:pt x="38732" y="99222"/>
                  </a:cubicBezTo>
                  <a:cubicBezTo>
                    <a:pt x="38732" y="98128"/>
                    <a:pt x="40112" y="92654"/>
                    <a:pt x="40879" y="89370"/>
                  </a:cubicBezTo>
                  <a:lnTo>
                    <a:pt x="46246" y="67320"/>
                  </a:lnTo>
                  <a:cubicBezTo>
                    <a:pt x="47012" y="64349"/>
                    <a:pt x="47166" y="63880"/>
                    <a:pt x="48392" y="62472"/>
                  </a:cubicBezTo>
                  <a:lnTo>
                    <a:pt x="86420" y="1790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53" name="Freeform: Shape 3152">
              <a:extLst>
                <a:ext uri="{FF2B5EF4-FFF2-40B4-BE49-F238E27FC236}">
                  <a16:creationId xmlns:a16="http://schemas.microsoft.com/office/drawing/2014/main" id="{0F8713EA-C431-DDEC-20B4-1B5CAEC9A3F5}"/>
                </a:ext>
              </a:extLst>
            </p:cNvPr>
            <p:cNvSpPr/>
            <p:nvPr>
              <p:custDataLst>
                <p:tags r:id="rId104"/>
              </p:custDataLst>
            </p:nvPr>
          </p:nvSpPr>
          <p:spPr>
            <a:xfrm>
              <a:off x="11137483" y="6153447"/>
              <a:ext cx="35574" cy="156384"/>
            </a:xfrm>
            <a:custGeom>
              <a:avLst/>
              <a:gdLst>
                <a:gd name="connsiteX0" fmla="*/ 35827 w 35574"/>
                <a:gd name="connsiteY0" fmla="*/ 78267 h 156384"/>
                <a:gd name="connsiteX1" fmla="*/ 25706 w 35574"/>
                <a:gd name="connsiteY1" fmla="*/ 29475 h 156384"/>
                <a:gd name="connsiteX2" fmla="*/ 1785 w 35574"/>
                <a:gd name="connsiteY2" fmla="*/ 75 h 156384"/>
                <a:gd name="connsiteX3" fmla="*/ 252 w 35574"/>
                <a:gd name="connsiteY3" fmla="*/ 1639 h 156384"/>
                <a:gd name="connsiteX4" fmla="*/ 3165 w 35574"/>
                <a:gd name="connsiteY4" fmla="*/ 5235 h 156384"/>
                <a:gd name="connsiteX5" fmla="*/ 26933 w 35574"/>
                <a:gd name="connsiteY5" fmla="*/ 78267 h 156384"/>
                <a:gd name="connsiteX6" fmla="*/ 2245 w 35574"/>
                <a:gd name="connsiteY6" fmla="*/ 152237 h 156384"/>
                <a:gd name="connsiteX7" fmla="*/ 252 w 35574"/>
                <a:gd name="connsiteY7" fmla="*/ 154895 h 156384"/>
                <a:gd name="connsiteX8" fmla="*/ 1785 w 35574"/>
                <a:gd name="connsiteY8" fmla="*/ 156459 h 156384"/>
                <a:gd name="connsiteX9" fmla="*/ 26166 w 35574"/>
                <a:gd name="connsiteY9" fmla="*/ 125964 h 156384"/>
                <a:gd name="connsiteX10" fmla="*/ 35827 w 35574"/>
                <a:gd name="connsiteY10" fmla="*/ 78267 h 156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74" h="156384">
                  <a:moveTo>
                    <a:pt x="35827" y="78267"/>
                  </a:moveTo>
                  <a:cubicBezTo>
                    <a:pt x="35827" y="66069"/>
                    <a:pt x="34140" y="47146"/>
                    <a:pt x="25706" y="29475"/>
                  </a:cubicBezTo>
                  <a:cubicBezTo>
                    <a:pt x="16506" y="10240"/>
                    <a:pt x="3319" y="75"/>
                    <a:pt x="1785" y="75"/>
                  </a:cubicBezTo>
                  <a:cubicBezTo>
                    <a:pt x="865" y="75"/>
                    <a:pt x="252" y="700"/>
                    <a:pt x="252" y="1639"/>
                  </a:cubicBezTo>
                  <a:cubicBezTo>
                    <a:pt x="252" y="2108"/>
                    <a:pt x="252" y="2420"/>
                    <a:pt x="3165" y="5235"/>
                  </a:cubicBezTo>
                  <a:cubicBezTo>
                    <a:pt x="18193" y="20717"/>
                    <a:pt x="26933" y="45583"/>
                    <a:pt x="26933" y="78267"/>
                  </a:cubicBezTo>
                  <a:cubicBezTo>
                    <a:pt x="26933" y="105009"/>
                    <a:pt x="21259" y="132532"/>
                    <a:pt x="2245" y="152237"/>
                  </a:cubicBezTo>
                  <a:cubicBezTo>
                    <a:pt x="252" y="154113"/>
                    <a:pt x="252" y="154426"/>
                    <a:pt x="252" y="154895"/>
                  </a:cubicBezTo>
                  <a:cubicBezTo>
                    <a:pt x="252" y="155834"/>
                    <a:pt x="865" y="156459"/>
                    <a:pt x="1785" y="156459"/>
                  </a:cubicBezTo>
                  <a:cubicBezTo>
                    <a:pt x="3319" y="156459"/>
                    <a:pt x="17119" y="145825"/>
                    <a:pt x="26166" y="125964"/>
                  </a:cubicBezTo>
                  <a:cubicBezTo>
                    <a:pt x="33986" y="108762"/>
                    <a:pt x="35827" y="91403"/>
                    <a:pt x="35827" y="7826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54" name="Freeform: Shape 3153">
              <a:extLst>
                <a:ext uri="{FF2B5EF4-FFF2-40B4-BE49-F238E27FC236}">
                  <a16:creationId xmlns:a16="http://schemas.microsoft.com/office/drawing/2014/main" id="{55589CC1-A5ED-D15D-6A6E-1DC1FFC0630F}"/>
                </a:ext>
              </a:extLst>
            </p:cNvPr>
            <p:cNvSpPr/>
            <p:nvPr>
              <p:custDataLst>
                <p:tags r:id="rId105"/>
              </p:custDataLst>
            </p:nvPr>
          </p:nvSpPr>
          <p:spPr>
            <a:xfrm>
              <a:off x="11235176" y="6228511"/>
              <a:ext cx="93690" cy="6255"/>
            </a:xfrm>
            <a:custGeom>
              <a:avLst/>
              <a:gdLst>
                <a:gd name="connsiteX0" fmla="*/ 88581 w 93690"/>
                <a:gd name="connsiteY0" fmla="*/ 6330 h 6255"/>
                <a:gd name="connsiteX1" fmla="*/ 93948 w 93690"/>
                <a:gd name="connsiteY1" fmla="*/ 3202 h 6255"/>
                <a:gd name="connsiteX2" fmla="*/ 88581 w 93690"/>
                <a:gd name="connsiteY2" fmla="*/ 75 h 6255"/>
                <a:gd name="connsiteX3" fmla="*/ 5625 w 93690"/>
                <a:gd name="connsiteY3" fmla="*/ 75 h 6255"/>
                <a:gd name="connsiteX4" fmla="*/ 258 w 93690"/>
                <a:gd name="connsiteY4" fmla="*/ 3202 h 6255"/>
                <a:gd name="connsiteX5" fmla="*/ 5625 w 93690"/>
                <a:gd name="connsiteY5" fmla="*/ 6330 h 6255"/>
                <a:gd name="connsiteX6" fmla="*/ 88581 w 93690"/>
                <a:gd name="connsiteY6" fmla="*/ 6330 h 6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690" h="6255">
                  <a:moveTo>
                    <a:pt x="88581" y="6330"/>
                  </a:moveTo>
                  <a:cubicBezTo>
                    <a:pt x="91188" y="6330"/>
                    <a:pt x="93948" y="6330"/>
                    <a:pt x="93948" y="3202"/>
                  </a:cubicBezTo>
                  <a:cubicBezTo>
                    <a:pt x="93948" y="75"/>
                    <a:pt x="91188" y="75"/>
                    <a:pt x="88581" y="75"/>
                  </a:cubicBezTo>
                  <a:lnTo>
                    <a:pt x="5625" y="75"/>
                  </a:lnTo>
                  <a:cubicBezTo>
                    <a:pt x="3018" y="75"/>
                    <a:pt x="258" y="75"/>
                    <a:pt x="258" y="3202"/>
                  </a:cubicBezTo>
                  <a:cubicBezTo>
                    <a:pt x="258" y="6330"/>
                    <a:pt x="3018" y="6330"/>
                    <a:pt x="5625" y="6330"/>
                  </a:cubicBezTo>
                  <a:lnTo>
                    <a:pt x="88581" y="633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55" name="Freeform: Shape 3154">
              <a:extLst>
                <a:ext uri="{FF2B5EF4-FFF2-40B4-BE49-F238E27FC236}">
                  <a16:creationId xmlns:a16="http://schemas.microsoft.com/office/drawing/2014/main" id="{9125B0A8-805B-E877-2381-ED5F453581CA}"/>
                </a:ext>
              </a:extLst>
            </p:cNvPr>
            <p:cNvSpPr/>
            <p:nvPr>
              <p:custDataLst>
                <p:tags r:id="rId106"/>
              </p:custDataLst>
            </p:nvPr>
          </p:nvSpPr>
          <p:spPr>
            <a:xfrm>
              <a:off x="11380387" y="6201613"/>
              <a:ext cx="83109" cy="102900"/>
            </a:xfrm>
            <a:custGeom>
              <a:avLst/>
              <a:gdLst>
                <a:gd name="connsiteX0" fmla="*/ 31089 w 83109"/>
                <a:gd name="connsiteY0" fmla="*/ 14306 h 102900"/>
                <a:gd name="connsiteX1" fmla="*/ 33389 w 83109"/>
                <a:gd name="connsiteY1" fmla="*/ 4297 h 102900"/>
                <a:gd name="connsiteX2" fmla="*/ 28942 w 83109"/>
                <a:gd name="connsiteY2" fmla="*/ 75 h 102900"/>
                <a:gd name="connsiteX3" fmla="*/ 22809 w 83109"/>
                <a:gd name="connsiteY3" fmla="*/ 5705 h 102900"/>
                <a:gd name="connsiteX4" fmla="*/ 728 w 83109"/>
                <a:gd name="connsiteY4" fmla="*/ 96251 h 102900"/>
                <a:gd name="connsiteX5" fmla="*/ 268 w 83109"/>
                <a:gd name="connsiteY5" fmla="*/ 98753 h 102900"/>
                <a:gd name="connsiteX6" fmla="*/ 4561 w 83109"/>
                <a:gd name="connsiteY6" fmla="*/ 102976 h 102900"/>
                <a:gd name="connsiteX7" fmla="*/ 9928 w 83109"/>
                <a:gd name="connsiteY7" fmla="*/ 99692 h 102900"/>
                <a:gd name="connsiteX8" fmla="*/ 18362 w 83109"/>
                <a:gd name="connsiteY8" fmla="*/ 66069 h 102900"/>
                <a:gd name="connsiteX9" fmla="*/ 33236 w 83109"/>
                <a:gd name="connsiteY9" fmla="*/ 70917 h 102900"/>
                <a:gd name="connsiteX10" fmla="*/ 53630 w 83109"/>
                <a:gd name="connsiteY10" fmla="*/ 59501 h 102900"/>
                <a:gd name="connsiteX11" fmla="*/ 67430 w 83109"/>
                <a:gd name="connsiteY11" fmla="*/ 70917 h 102900"/>
                <a:gd name="connsiteX12" fmla="*/ 78777 w 83109"/>
                <a:gd name="connsiteY12" fmla="*/ 62316 h 102900"/>
                <a:gd name="connsiteX13" fmla="*/ 83378 w 83109"/>
                <a:gd name="connsiteY13" fmla="*/ 46834 h 102900"/>
                <a:gd name="connsiteX14" fmla="*/ 81538 w 83109"/>
                <a:gd name="connsiteY14" fmla="*/ 45270 h 102900"/>
                <a:gd name="connsiteX15" fmla="*/ 79391 w 83109"/>
                <a:gd name="connsiteY15" fmla="*/ 48085 h 102900"/>
                <a:gd name="connsiteX16" fmla="*/ 67737 w 83109"/>
                <a:gd name="connsiteY16" fmla="*/ 67476 h 102900"/>
                <a:gd name="connsiteX17" fmla="*/ 63137 w 83109"/>
                <a:gd name="connsiteY17" fmla="*/ 60283 h 102900"/>
                <a:gd name="connsiteX18" fmla="*/ 66204 w 83109"/>
                <a:gd name="connsiteY18" fmla="*/ 44019 h 102900"/>
                <a:gd name="connsiteX19" fmla="*/ 70497 w 83109"/>
                <a:gd name="connsiteY19" fmla="*/ 27129 h 102900"/>
                <a:gd name="connsiteX20" fmla="*/ 73104 w 83109"/>
                <a:gd name="connsiteY20" fmla="*/ 16495 h 102900"/>
                <a:gd name="connsiteX21" fmla="*/ 75404 w 83109"/>
                <a:gd name="connsiteY21" fmla="*/ 6017 h 102900"/>
                <a:gd name="connsiteX22" fmla="*/ 70957 w 83109"/>
                <a:gd name="connsiteY22" fmla="*/ 1795 h 102900"/>
                <a:gd name="connsiteX23" fmla="*/ 64977 w 83109"/>
                <a:gd name="connsiteY23" fmla="*/ 7268 h 102900"/>
                <a:gd name="connsiteX24" fmla="*/ 57770 w 83109"/>
                <a:gd name="connsiteY24" fmla="*/ 36512 h 102900"/>
                <a:gd name="connsiteX25" fmla="*/ 53783 w 83109"/>
                <a:gd name="connsiteY25" fmla="*/ 52464 h 102900"/>
                <a:gd name="connsiteX26" fmla="*/ 33849 w 83109"/>
                <a:gd name="connsiteY26" fmla="*/ 67476 h 102900"/>
                <a:gd name="connsiteX27" fmla="*/ 22502 w 83109"/>
                <a:gd name="connsiteY27" fmla="*/ 53871 h 102900"/>
                <a:gd name="connsiteX28" fmla="*/ 24649 w 83109"/>
                <a:gd name="connsiteY28" fmla="*/ 40578 h 102900"/>
                <a:gd name="connsiteX29" fmla="*/ 31089 w 83109"/>
                <a:gd name="connsiteY29" fmla="*/ 14306 h 10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3109" h="102900">
                  <a:moveTo>
                    <a:pt x="31089" y="14306"/>
                  </a:moveTo>
                  <a:cubicBezTo>
                    <a:pt x="31856" y="11022"/>
                    <a:pt x="33389" y="5079"/>
                    <a:pt x="33389" y="4297"/>
                  </a:cubicBezTo>
                  <a:cubicBezTo>
                    <a:pt x="33389" y="1639"/>
                    <a:pt x="31549" y="75"/>
                    <a:pt x="28942" y="75"/>
                  </a:cubicBezTo>
                  <a:cubicBezTo>
                    <a:pt x="28482" y="75"/>
                    <a:pt x="24189" y="231"/>
                    <a:pt x="22809" y="5705"/>
                  </a:cubicBezTo>
                  <a:lnTo>
                    <a:pt x="728" y="96251"/>
                  </a:lnTo>
                  <a:cubicBezTo>
                    <a:pt x="268" y="98128"/>
                    <a:pt x="268" y="98441"/>
                    <a:pt x="268" y="98753"/>
                  </a:cubicBezTo>
                  <a:cubicBezTo>
                    <a:pt x="268" y="101099"/>
                    <a:pt x="1955" y="102976"/>
                    <a:pt x="4561" y="102976"/>
                  </a:cubicBezTo>
                  <a:cubicBezTo>
                    <a:pt x="7782" y="102976"/>
                    <a:pt x="9622" y="100161"/>
                    <a:pt x="9928" y="99692"/>
                  </a:cubicBezTo>
                  <a:cubicBezTo>
                    <a:pt x="10542" y="98284"/>
                    <a:pt x="12535" y="90152"/>
                    <a:pt x="18362" y="66069"/>
                  </a:cubicBezTo>
                  <a:cubicBezTo>
                    <a:pt x="23269" y="70291"/>
                    <a:pt x="30169" y="70917"/>
                    <a:pt x="33236" y="70917"/>
                  </a:cubicBezTo>
                  <a:cubicBezTo>
                    <a:pt x="43970" y="70917"/>
                    <a:pt x="49950" y="63880"/>
                    <a:pt x="53630" y="59501"/>
                  </a:cubicBezTo>
                  <a:cubicBezTo>
                    <a:pt x="55010" y="66538"/>
                    <a:pt x="60683" y="70917"/>
                    <a:pt x="67430" y="70917"/>
                  </a:cubicBezTo>
                  <a:cubicBezTo>
                    <a:pt x="72797" y="70917"/>
                    <a:pt x="76324" y="67320"/>
                    <a:pt x="78777" y="62316"/>
                  </a:cubicBezTo>
                  <a:cubicBezTo>
                    <a:pt x="81384" y="56686"/>
                    <a:pt x="83378" y="47146"/>
                    <a:pt x="83378" y="46834"/>
                  </a:cubicBezTo>
                  <a:cubicBezTo>
                    <a:pt x="83378" y="45270"/>
                    <a:pt x="81998" y="45270"/>
                    <a:pt x="81538" y="45270"/>
                  </a:cubicBezTo>
                  <a:cubicBezTo>
                    <a:pt x="80004" y="45270"/>
                    <a:pt x="79851" y="45895"/>
                    <a:pt x="79391" y="48085"/>
                  </a:cubicBezTo>
                  <a:cubicBezTo>
                    <a:pt x="76784" y="58250"/>
                    <a:pt x="74024" y="67476"/>
                    <a:pt x="67737" y="67476"/>
                  </a:cubicBezTo>
                  <a:cubicBezTo>
                    <a:pt x="63597" y="67476"/>
                    <a:pt x="63137" y="63410"/>
                    <a:pt x="63137" y="60283"/>
                  </a:cubicBezTo>
                  <a:cubicBezTo>
                    <a:pt x="63137" y="56842"/>
                    <a:pt x="64977" y="49492"/>
                    <a:pt x="66204" y="44019"/>
                  </a:cubicBezTo>
                  <a:lnTo>
                    <a:pt x="70497" y="27129"/>
                  </a:lnTo>
                  <a:cubicBezTo>
                    <a:pt x="70957" y="24783"/>
                    <a:pt x="72491" y="18841"/>
                    <a:pt x="73104" y="16495"/>
                  </a:cubicBezTo>
                  <a:cubicBezTo>
                    <a:pt x="73871" y="12898"/>
                    <a:pt x="75404" y="6956"/>
                    <a:pt x="75404" y="6017"/>
                  </a:cubicBezTo>
                  <a:cubicBezTo>
                    <a:pt x="75404" y="3202"/>
                    <a:pt x="73257" y="1795"/>
                    <a:pt x="70957" y="1795"/>
                  </a:cubicBezTo>
                  <a:cubicBezTo>
                    <a:pt x="70190" y="1795"/>
                    <a:pt x="66204" y="1951"/>
                    <a:pt x="64977" y="7268"/>
                  </a:cubicBezTo>
                  <a:lnTo>
                    <a:pt x="57770" y="36512"/>
                  </a:lnTo>
                  <a:cubicBezTo>
                    <a:pt x="55930" y="44332"/>
                    <a:pt x="54243" y="50900"/>
                    <a:pt x="53783" y="52464"/>
                  </a:cubicBezTo>
                  <a:cubicBezTo>
                    <a:pt x="53630" y="53245"/>
                    <a:pt x="46270" y="67476"/>
                    <a:pt x="33849" y="67476"/>
                  </a:cubicBezTo>
                  <a:cubicBezTo>
                    <a:pt x="26182" y="67476"/>
                    <a:pt x="22502" y="62316"/>
                    <a:pt x="22502" y="53871"/>
                  </a:cubicBezTo>
                  <a:cubicBezTo>
                    <a:pt x="22502" y="49336"/>
                    <a:pt x="23575" y="44957"/>
                    <a:pt x="24649" y="40578"/>
                  </a:cubicBezTo>
                  <a:lnTo>
                    <a:pt x="31089" y="143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56" name="Freeform: Shape 3155">
              <a:extLst>
                <a:ext uri="{FF2B5EF4-FFF2-40B4-BE49-F238E27FC236}">
                  <a16:creationId xmlns:a16="http://schemas.microsoft.com/office/drawing/2014/main" id="{0AACA77C-8014-5232-F99A-E4030AE7D8B0}"/>
                </a:ext>
              </a:extLst>
            </p:cNvPr>
            <p:cNvSpPr/>
            <p:nvPr>
              <p:custDataLst>
                <p:tags r:id="rId107"/>
              </p:custDataLst>
            </p:nvPr>
          </p:nvSpPr>
          <p:spPr>
            <a:xfrm>
              <a:off x="11474944" y="6133478"/>
              <a:ext cx="47443" cy="72687"/>
            </a:xfrm>
            <a:custGeom>
              <a:avLst/>
              <a:gdLst>
                <a:gd name="connsiteX0" fmla="*/ 47717 w 47443"/>
                <a:gd name="connsiteY0" fmla="*/ 52835 h 72687"/>
                <a:gd name="connsiteX1" fmla="*/ 44068 w 47443"/>
                <a:gd name="connsiteY1" fmla="*/ 52835 h 72687"/>
                <a:gd name="connsiteX2" fmla="*/ 41277 w 47443"/>
                <a:gd name="connsiteY2" fmla="*/ 62796 h 72687"/>
                <a:gd name="connsiteX3" fmla="*/ 30650 w 47443"/>
                <a:gd name="connsiteY3" fmla="*/ 63453 h 72687"/>
                <a:gd name="connsiteX4" fmla="*/ 10900 w 47443"/>
                <a:gd name="connsiteY4" fmla="*/ 63453 h 72687"/>
                <a:gd name="connsiteX5" fmla="*/ 32368 w 47443"/>
                <a:gd name="connsiteY5" fmla="*/ 45062 h 72687"/>
                <a:gd name="connsiteX6" fmla="*/ 47717 w 47443"/>
                <a:gd name="connsiteY6" fmla="*/ 21417 h 72687"/>
                <a:gd name="connsiteX7" fmla="*/ 22600 w 47443"/>
                <a:gd name="connsiteY7" fmla="*/ 71 h 72687"/>
                <a:gd name="connsiteX8" fmla="*/ 274 w 47443"/>
                <a:gd name="connsiteY8" fmla="*/ 19666 h 72687"/>
                <a:gd name="connsiteX9" fmla="*/ 5963 w 47443"/>
                <a:gd name="connsiteY9" fmla="*/ 25796 h 72687"/>
                <a:gd name="connsiteX10" fmla="*/ 11652 w 47443"/>
                <a:gd name="connsiteY10" fmla="*/ 19994 h 72687"/>
                <a:gd name="connsiteX11" fmla="*/ 5319 w 47443"/>
                <a:gd name="connsiteY11" fmla="*/ 14192 h 72687"/>
                <a:gd name="connsiteX12" fmla="*/ 20990 w 47443"/>
                <a:gd name="connsiteY12" fmla="*/ 4011 h 72687"/>
                <a:gd name="connsiteX13" fmla="*/ 37305 w 47443"/>
                <a:gd name="connsiteY13" fmla="*/ 21417 h 72687"/>
                <a:gd name="connsiteX14" fmla="*/ 27216 w 47443"/>
                <a:gd name="connsiteY14" fmla="*/ 42435 h 72687"/>
                <a:gd name="connsiteX15" fmla="*/ 1347 w 47443"/>
                <a:gd name="connsiteY15" fmla="*/ 68489 h 72687"/>
                <a:gd name="connsiteX16" fmla="*/ 274 w 47443"/>
                <a:gd name="connsiteY16" fmla="*/ 72758 h 72687"/>
                <a:gd name="connsiteX17" fmla="*/ 44497 w 47443"/>
                <a:gd name="connsiteY17" fmla="*/ 72758 h 72687"/>
                <a:gd name="connsiteX18" fmla="*/ 47717 w 47443"/>
                <a:gd name="connsiteY18" fmla="*/ 52835 h 72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443" h="72687">
                  <a:moveTo>
                    <a:pt x="47717" y="52835"/>
                  </a:moveTo>
                  <a:lnTo>
                    <a:pt x="44068" y="52835"/>
                  </a:lnTo>
                  <a:cubicBezTo>
                    <a:pt x="43746" y="55243"/>
                    <a:pt x="42672" y="61702"/>
                    <a:pt x="41277" y="62796"/>
                  </a:cubicBezTo>
                  <a:cubicBezTo>
                    <a:pt x="40418" y="63453"/>
                    <a:pt x="32153" y="63453"/>
                    <a:pt x="30650" y="63453"/>
                  </a:cubicBezTo>
                  <a:lnTo>
                    <a:pt x="10900" y="63453"/>
                  </a:lnTo>
                  <a:cubicBezTo>
                    <a:pt x="22171" y="53273"/>
                    <a:pt x="25928" y="50207"/>
                    <a:pt x="32368" y="45062"/>
                  </a:cubicBezTo>
                  <a:cubicBezTo>
                    <a:pt x="40311" y="38604"/>
                    <a:pt x="47717" y="31817"/>
                    <a:pt x="47717" y="21417"/>
                  </a:cubicBezTo>
                  <a:cubicBezTo>
                    <a:pt x="47717" y="8171"/>
                    <a:pt x="36339" y="71"/>
                    <a:pt x="22600" y="71"/>
                  </a:cubicBezTo>
                  <a:cubicBezTo>
                    <a:pt x="9290" y="71"/>
                    <a:pt x="274" y="9594"/>
                    <a:pt x="274" y="19666"/>
                  </a:cubicBezTo>
                  <a:cubicBezTo>
                    <a:pt x="274" y="25249"/>
                    <a:pt x="4889" y="25796"/>
                    <a:pt x="5963" y="25796"/>
                  </a:cubicBezTo>
                  <a:cubicBezTo>
                    <a:pt x="8539" y="25796"/>
                    <a:pt x="11652" y="23935"/>
                    <a:pt x="11652" y="19994"/>
                  </a:cubicBezTo>
                  <a:cubicBezTo>
                    <a:pt x="11652" y="18024"/>
                    <a:pt x="10900" y="14192"/>
                    <a:pt x="5319" y="14192"/>
                  </a:cubicBezTo>
                  <a:cubicBezTo>
                    <a:pt x="8646" y="6420"/>
                    <a:pt x="15945" y="4011"/>
                    <a:pt x="20990" y="4011"/>
                  </a:cubicBezTo>
                  <a:cubicBezTo>
                    <a:pt x="31724" y="4011"/>
                    <a:pt x="37305" y="12550"/>
                    <a:pt x="37305" y="21417"/>
                  </a:cubicBezTo>
                  <a:cubicBezTo>
                    <a:pt x="37305" y="30941"/>
                    <a:pt x="30650" y="38494"/>
                    <a:pt x="27216" y="42435"/>
                  </a:cubicBezTo>
                  <a:lnTo>
                    <a:pt x="1347" y="68489"/>
                  </a:lnTo>
                  <a:cubicBezTo>
                    <a:pt x="274" y="69474"/>
                    <a:pt x="274" y="69693"/>
                    <a:pt x="274" y="72758"/>
                  </a:cubicBezTo>
                  <a:lnTo>
                    <a:pt x="44497" y="72758"/>
                  </a:lnTo>
                  <a:lnTo>
                    <a:pt x="47717" y="5283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3208" name="Group 3207" descr="\documentclass{article}&#10;\usepackage{amsmath}&#10;\usepackage{amsfonts}&#10;\pagestyle{empty}&#10;\begin{document}&#10;&#10;&#10;\[&#10;\mathrm{Var}(Y) = \mu - \mu^2&#10;\]&#10;&#10;&#10;&#10;&#10;&#10;\end{document}" title="IguanaTex Shape Display">
            <a:extLst>
              <a:ext uri="{FF2B5EF4-FFF2-40B4-BE49-F238E27FC236}">
                <a16:creationId xmlns:a16="http://schemas.microsoft.com/office/drawing/2014/main" id="{52E75E60-FB6A-A6AC-3E25-7777A47BB08D}"/>
              </a:ext>
            </a:extLst>
          </p:cNvPr>
          <p:cNvGrpSpPr>
            <a:grpSpLocks noChangeAspect="1"/>
          </p:cNvGrpSpPr>
          <p:nvPr>
            <p:custDataLst>
              <p:tags r:id="rId6"/>
            </p:custDataLst>
          </p:nvPr>
        </p:nvGrpSpPr>
        <p:grpSpPr>
          <a:xfrm>
            <a:off x="7219949" y="5470530"/>
            <a:ext cx="1102363" cy="176353"/>
            <a:chOff x="10298948" y="6328384"/>
            <a:chExt cx="1102363" cy="176353"/>
          </a:xfrm>
        </p:grpSpPr>
        <p:sp>
          <p:nvSpPr>
            <p:cNvPr id="3197" name="Freeform: Shape 3196">
              <a:extLst>
                <a:ext uri="{FF2B5EF4-FFF2-40B4-BE49-F238E27FC236}">
                  <a16:creationId xmlns:a16="http://schemas.microsoft.com/office/drawing/2014/main" id="{356916E8-309D-DBF8-2D63-BF02D6466458}"/>
                </a:ext>
              </a:extLst>
            </p:cNvPr>
            <p:cNvSpPr/>
            <p:nvPr>
              <p:custDataLst>
                <p:tags r:id="rId83"/>
              </p:custDataLst>
            </p:nvPr>
          </p:nvSpPr>
          <p:spPr>
            <a:xfrm>
              <a:off x="10298948" y="6358830"/>
              <a:ext cx="108346" cy="110251"/>
            </a:xfrm>
            <a:custGeom>
              <a:avLst/>
              <a:gdLst>
                <a:gd name="connsiteX0" fmla="*/ 91933 w 108346"/>
                <a:gd name="connsiteY0" fmla="*/ 15400 h 110251"/>
                <a:gd name="connsiteX1" fmla="*/ 108543 w 108346"/>
                <a:gd name="connsiteY1" fmla="*/ 4923 h 110251"/>
                <a:gd name="connsiteX2" fmla="*/ 108543 w 108346"/>
                <a:gd name="connsiteY2" fmla="*/ 75 h 110251"/>
                <a:gd name="connsiteX3" fmla="*/ 93762 w 108346"/>
                <a:gd name="connsiteY3" fmla="*/ 544 h 110251"/>
                <a:gd name="connsiteX4" fmla="*/ 76390 w 108346"/>
                <a:gd name="connsiteY4" fmla="*/ 75 h 110251"/>
                <a:gd name="connsiteX5" fmla="*/ 76390 w 108346"/>
                <a:gd name="connsiteY5" fmla="*/ 4923 h 110251"/>
                <a:gd name="connsiteX6" fmla="*/ 87514 w 108346"/>
                <a:gd name="connsiteY6" fmla="*/ 12742 h 110251"/>
                <a:gd name="connsiteX7" fmla="*/ 86752 w 108346"/>
                <a:gd name="connsiteY7" fmla="*/ 15870 h 110251"/>
                <a:gd name="connsiteX8" fmla="*/ 58866 w 108346"/>
                <a:gd name="connsiteY8" fmla="*/ 91247 h 110251"/>
                <a:gd name="connsiteX9" fmla="*/ 29760 w 108346"/>
                <a:gd name="connsiteY9" fmla="*/ 12273 h 110251"/>
                <a:gd name="connsiteX10" fmla="*/ 28846 w 108346"/>
                <a:gd name="connsiteY10" fmla="*/ 9458 h 110251"/>
                <a:gd name="connsiteX11" fmla="*/ 41341 w 108346"/>
                <a:gd name="connsiteY11" fmla="*/ 4923 h 110251"/>
                <a:gd name="connsiteX12" fmla="*/ 41341 w 108346"/>
                <a:gd name="connsiteY12" fmla="*/ 75 h 110251"/>
                <a:gd name="connsiteX13" fmla="*/ 19550 w 108346"/>
                <a:gd name="connsiteY13" fmla="*/ 544 h 110251"/>
                <a:gd name="connsiteX14" fmla="*/ 197 w 108346"/>
                <a:gd name="connsiteY14" fmla="*/ 75 h 110251"/>
                <a:gd name="connsiteX15" fmla="*/ 197 w 108346"/>
                <a:gd name="connsiteY15" fmla="*/ 4923 h 110251"/>
                <a:gd name="connsiteX16" fmla="*/ 15131 w 108346"/>
                <a:gd name="connsiteY16" fmla="*/ 10865 h 110251"/>
                <a:gd name="connsiteX17" fmla="*/ 50484 w 108346"/>
                <a:gd name="connsiteY17" fmla="*/ 106885 h 110251"/>
                <a:gd name="connsiteX18" fmla="*/ 54294 w 108346"/>
                <a:gd name="connsiteY18" fmla="*/ 110326 h 110251"/>
                <a:gd name="connsiteX19" fmla="*/ 57951 w 108346"/>
                <a:gd name="connsiteY19" fmla="*/ 107354 h 110251"/>
                <a:gd name="connsiteX20" fmla="*/ 91933 w 108346"/>
                <a:gd name="connsiteY20" fmla="*/ 15400 h 11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8346" h="110251">
                  <a:moveTo>
                    <a:pt x="91933" y="15400"/>
                  </a:moveTo>
                  <a:cubicBezTo>
                    <a:pt x="94067" y="9614"/>
                    <a:pt x="98181" y="5079"/>
                    <a:pt x="108543" y="4923"/>
                  </a:cubicBezTo>
                  <a:lnTo>
                    <a:pt x="108543" y="75"/>
                  </a:lnTo>
                  <a:cubicBezTo>
                    <a:pt x="103819" y="387"/>
                    <a:pt x="97724" y="544"/>
                    <a:pt x="93762" y="544"/>
                  </a:cubicBezTo>
                  <a:cubicBezTo>
                    <a:pt x="89190" y="544"/>
                    <a:pt x="80352" y="231"/>
                    <a:pt x="76390" y="75"/>
                  </a:cubicBezTo>
                  <a:lnTo>
                    <a:pt x="76390" y="4923"/>
                  </a:lnTo>
                  <a:cubicBezTo>
                    <a:pt x="84314" y="5079"/>
                    <a:pt x="87514" y="9145"/>
                    <a:pt x="87514" y="12742"/>
                  </a:cubicBezTo>
                  <a:cubicBezTo>
                    <a:pt x="87514" y="13993"/>
                    <a:pt x="87057" y="14931"/>
                    <a:pt x="86752" y="15870"/>
                  </a:cubicBezTo>
                  <a:lnTo>
                    <a:pt x="58866" y="91247"/>
                  </a:lnTo>
                  <a:lnTo>
                    <a:pt x="29760" y="12273"/>
                  </a:lnTo>
                  <a:cubicBezTo>
                    <a:pt x="28846" y="10083"/>
                    <a:pt x="28846" y="9771"/>
                    <a:pt x="28846" y="9458"/>
                  </a:cubicBezTo>
                  <a:cubicBezTo>
                    <a:pt x="28846" y="4923"/>
                    <a:pt x="37532" y="4923"/>
                    <a:pt x="41341" y="4923"/>
                  </a:cubicBezTo>
                  <a:lnTo>
                    <a:pt x="41341" y="75"/>
                  </a:lnTo>
                  <a:cubicBezTo>
                    <a:pt x="35855" y="544"/>
                    <a:pt x="25341" y="544"/>
                    <a:pt x="19550" y="544"/>
                  </a:cubicBezTo>
                  <a:cubicBezTo>
                    <a:pt x="12235" y="544"/>
                    <a:pt x="5683" y="231"/>
                    <a:pt x="197" y="75"/>
                  </a:cubicBezTo>
                  <a:lnTo>
                    <a:pt x="197" y="4923"/>
                  </a:lnTo>
                  <a:cubicBezTo>
                    <a:pt x="10102" y="4923"/>
                    <a:pt x="12997" y="4923"/>
                    <a:pt x="15131" y="10865"/>
                  </a:cubicBezTo>
                  <a:lnTo>
                    <a:pt x="50484" y="106885"/>
                  </a:lnTo>
                  <a:cubicBezTo>
                    <a:pt x="51551" y="109857"/>
                    <a:pt x="52313" y="110326"/>
                    <a:pt x="54294" y="110326"/>
                  </a:cubicBezTo>
                  <a:cubicBezTo>
                    <a:pt x="56884" y="110326"/>
                    <a:pt x="57189" y="109544"/>
                    <a:pt x="57951" y="107354"/>
                  </a:cubicBezTo>
                  <a:lnTo>
                    <a:pt x="91933" y="154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98" name="Freeform: Shape 3197">
              <a:extLst>
                <a:ext uri="{FF2B5EF4-FFF2-40B4-BE49-F238E27FC236}">
                  <a16:creationId xmlns:a16="http://schemas.microsoft.com/office/drawing/2014/main" id="{DFD2A98D-657E-AA6E-BC8F-BBE459C12846}"/>
                </a:ext>
              </a:extLst>
            </p:cNvPr>
            <p:cNvSpPr/>
            <p:nvPr>
              <p:custDataLst>
                <p:tags r:id="rId84"/>
              </p:custDataLst>
            </p:nvPr>
          </p:nvSpPr>
          <p:spPr>
            <a:xfrm>
              <a:off x="10404044" y="6395581"/>
              <a:ext cx="68725" cy="71780"/>
            </a:xfrm>
            <a:custGeom>
              <a:avLst/>
              <a:gdLst>
                <a:gd name="connsiteX0" fmla="*/ 44548 w 68725"/>
                <a:gd name="connsiteY0" fmla="*/ 58250 h 71780"/>
                <a:gd name="connsiteX1" fmla="*/ 56434 w 68725"/>
                <a:gd name="connsiteY1" fmla="*/ 71073 h 71780"/>
                <a:gd name="connsiteX2" fmla="*/ 68930 w 68725"/>
                <a:gd name="connsiteY2" fmla="*/ 56217 h 71780"/>
                <a:gd name="connsiteX3" fmla="*/ 68930 w 68725"/>
                <a:gd name="connsiteY3" fmla="*/ 47459 h 71780"/>
                <a:gd name="connsiteX4" fmla="*/ 65120 w 68725"/>
                <a:gd name="connsiteY4" fmla="*/ 47459 h 71780"/>
                <a:gd name="connsiteX5" fmla="*/ 65120 w 68725"/>
                <a:gd name="connsiteY5" fmla="*/ 56217 h 71780"/>
                <a:gd name="connsiteX6" fmla="*/ 59634 w 68725"/>
                <a:gd name="connsiteY6" fmla="*/ 66225 h 71780"/>
                <a:gd name="connsiteX7" fmla="*/ 53996 w 68725"/>
                <a:gd name="connsiteY7" fmla="*/ 58406 h 71780"/>
                <a:gd name="connsiteX8" fmla="*/ 53996 w 68725"/>
                <a:gd name="connsiteY8" fmla="*/ 27129 h 71780"/>
                <a:gd name="connsiteX9" fmla="*/ 48510 w 68725"/>
                <a:gd name="connsiteY9" fmla="*/ 8676 h 71780"/>
                <a:gd name="connsiteX10" fmla="*/ 27633 w 68725"/>
                <a:gd name="connsiteY10" fmla="*/ 75 h 71780"/>
                <a:gd name="connsiteX11" fmla="*/ 4623 w 68725"/>
                <a:gd name="connsiteY11" fmla="*/ 17746 h 71780"/>
                <a:gd name="connsiteX12" fmla="*/ 11633 w 68725"/>
                <a:gd name="connsiteY12" fmla="*/ 25096 h 71780"/>
                <a:gd name="connsiteX13" fmla="*/ 18642 w 68725"/>
                <a:gd name="connsiteY13" fmla="*/ 17903 h 71780"/>
                <a:gd name="connsiteX14" fmla="*/ 10871 w 68725"/>
                <a:gd name="connsiteY14" fmla="*/ 10709 h 71780"/>
                <a:gd name="connsiteX15" fmla="*/ 27328 w 68725"/>
                <a:gd name="connsiteY15" fmla="*/ 3515 h 71780"/>
                <a:gd name="connsiteX16" fmla="*/ 43481 w 68725"/>
                <a:gd name="connsiteY16" fmla="*/ 23532 h 71780"/>
                <a:gd name="connsiteX17" fmla="*/ 43481 w 68725"/>
                <a:gd name="connsiteY17" fmla="*/ 29319 h 71780"/>
                <a:gd name="connsiteX18" fmla="*/ 15442 w 68725"/>
                <a:gd name="connsiteY18" fmla="*/ 34948 h 71780"/>
                <a:gd name="connsiteX19" fmla="*/ 204 w 68725"/>
                <a:gd name="connsiteY19" fmla="*/ 55278 h 71780"/>
                <a:gd name="connsiteX20" fmla="*/ 24585 w 68725"/>
                <a:gd name="connsiteY20" fmla="*/ 71855 h 71780"/>
                <a:gd name="connsiteX21" fmla="*/ 44548 w 68725"/>
                <a:gd name="connsiteY21" fmla="*/ 58250 h 71780"/>
                <a:gd name="connsiteX22" fmla="*/ 43481 w 68725"/>
                <a:gd name="connsiteY22" fmla="*/ 32603 h 71780"/>
                <a:gd name="connsiteX23" fmla="*/ 43481 w 68725"/>
                <a:gd name="connsiteY23" fmla="*/ 48241 h 71780"/>
                <a:gd name="connsiteX24" fmla="*/ 25652 w 68725"/>
                <a:gd name="connsiteY24" fmla="*/ 68415 h 71780"/>
                <a:gd name="connsiteX25" fmla="*/ 11937 w 68725"/>
                <a:gd name="connsiteY25" fmla="*/ 55122 h 71780"/>
                <a:gd name="connsiteX26" fmla="*/ 43481 w 68725"/>
                <a:gd name="connsiteY26" fmla="*/ 32603 h 7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8725" h="71780">
                  <a:moveTo>
                    <a:pt x="44548" y="58250"/>
                  </a:moveTo>
                  <a:cubicBezTo>
                    <a:pt x="45157" y="64505"/>
                    <a:pt x="49272" y="71073"/>
                    <a:pt x="56434" y="71073"/>
                  </a:cubicBezTo>
                  <a:cubicBezTo>
                    <a:pt x="59634" y="71073"/>
                    <a:pt x="68930" y="68884"/>
                    <a:pt x="68930" y="56217"/>
                  </a:cubicBezTo>
                  <a:lnTo>
                    <a:pt x="68930" y="47459"/>
                  </a:lnTo>
                  <a:lnTo>
                    <a:pt x="65120" y="47459"/>
                  </a:lnTo>
                  <a:lnTo>
                    <a:pt x="65120" y="56217"/>
                  </a:lnTo>
                  <a:cubicBezTo>
                    <a:pt x="65120" y="65287"/>
                    <a:pt x="61310" y="66225"/>
                    <a:pt x="59634" y="66225"/>
                  </a:cubicBezTo>
                  <a:cubicBezTo>
                    <a:pt x="54605" y="66225"/>
                    <a:pt x="53996" y="59188"/>
                    <a:pt x="53996" y="58406"/>
                  </a:cubicBezTo>
                  <a:lnTo>
                    <a:pt x="53996" y="27129"/>
                  </a:lnTo>
                  <a:cubicBezTo>
                    <a:pt x="53996" y="20561"/>
                    <a:pt x="53996" y="14462"/>
                    <a:pt x="48510" y="8676"/>
                  </a:cubicBezTo>
                  <a:cubicBezTo>
                    <a:pt x="42567" y="2577"/>
                    <a:pt x="34948" y="75"/>
                    <a:pt x="27633" y="75"/>
                  </a:cubicBezTo>
                  <a:cubicBezTo>
                    <a:pt x="15137" y="75"/>
                    <a:pt x="4623" y="7425"/>
                    <a:pt x="4623" y="17746"/>
                  </a:cubicBezTo>
                  <a:cubicBezTo>
                    <a:pt x="4623" y="22438"/>
                    <a:pt x="7671" y="25096"/>
                    <a:pt x="11633" y="25096"/>
                  </a:cubicBezTo>
                  <a:cubicBezTo>
                    <a:pt x="15899" y="25096"/>
                    <a:pt x="18642" y="21969"/>
                    <a:pt x="18642" y="17903"/>
                  </a:cubicBezTo>
                  <a:cubicBezTo>
                    <a:pt x="18642" y="16026"/>
                    <a:pt x="17880" y="10865"/>
                    <a:pt x="10871" y="10709"/>
                  </a:cubicBezTo>
                  <a:cubicBezTo>
                    <a:pt x="14985" y="5235"/>
                    <a:pt x="22452" y="3515"/>
                    <a:pt x="27328" y="3515"/>
                  </a:cubicBezTo>
                  <a:cubicBezTo>
                    <a:pt x="34795" y="3515"/>
                    <a:pt x="43481" y="9614"/>
                    <a:pt x="43481" y="23532"/>
                  </a:cubicBezTo>
                  <a:lnTo>
                    <a:pt x="43481" y="29319"/>
                  </a:lnTo>
                  <a:cubicBezTo>
                    <a:pt x="35710" y="29788"/>
                    <a:pt x="25043" y="30257"/>
                    <a:pt x="15442" y="34948"/>
                  </a:cubicBezTo>
                  <a:cubicBezTo>
                    <a:pt x="4013" y="40266"/>
                    <a:pt x="204" y="48398"/>
                    <a:pt x="204" y="55278"/>
                  </a:cubicBezTo>
                  <a:cubicBezTo>
                    <a:pt x="204" y="67946"/>
                    <a:pt x="14985" y="71855"/>
                    <a:pt x="24585" y="71855"/>
                  </a:cubicBezTo>
                  <a:cubicBezTo>
                    <a:pt x="34643" y="71855"/>
                    <a:pt x="41653" y="65600"/>
                    <a:pt x="44548" y="58250"/>
                  </a:cubicBezTo>
                  <a:close/>
                  <a:moveTo>
                    <a:pt x="43481" y="32603"/>
                  </a:moveTo>
                  <a:lnTo>
                    <a:pt x="43481" y="48241"/>
                  </a:lnTo>
                  <a:cubicBezTo>
                    <a:pt x="43481" y="63098"/>
                    <a:pt x="32509" y="68415"/>
                    <a:pt x="25652" y="68415"/>
                  </a:cubicBezTo>
                  <a:cubicBezTo>
                    <a:pt x="18185" y="68415"/>
                    <a:pt x="11937" y="62941"/>
                    <a:pt x="11937" y="55122"/>
                  </a:cubicBezTo>
                  <a:cubicBezTo>
                    <a:pt x="11937" y="46521"/>
                    <a:pt x="18338" y="33541"/>
                    <a:pt x="43481" y="3260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99" name="Freeform: Shape 3198">
              <a:extLst>
                <a:ext uri="{FF2B5EF4-FFF2-40B4-BE49-F238E27FC236}">
                  <a16:creationId xmlns:a16="http://schemas.microsoft.com/office/drawing/2014/main" id="{9BCCCDED-5C58-F043-672E-4EDCF0995723}"/>
                </a:ext>
              </a:extLst>
            </p:cNvPr>
            <p:cNvSpPr/>
            <p:nvPr>
              <p:custDataLst>
                <p:tags r:id="rId85"/>
              </p:custDataLst>
            </p:nvPr>
          </p:nvSpPr>
          <p:spPr>
            <a:xfrm>
              <a:off x="10478104" y="6396519"/>
              <a:ext cx="51201" cy="69121"/>
            </a:xfrm>
            <a:custGeom>
              <a:avLst/>
              <a:gdLst>
                <a:gd name="connsiteX0" fmla="*/ 21390 w 51201"/>
                <a:gd name="connsiteY0" fmla="*/ 17277 h 69121"/>
                <a:gd name="connsiteX1" fmla="*/ 21390 w 51201"/>
                <a:gd name="connsiteY1" fmla="*/ 75 h 69121"/>
                <a:gd name="connsiteX2" fmla="*/ 209 w 51201"/>
                <a:gd name="connsiteY2" fmla="*/ 1795 h 69121"/>
                <a:gd name="connsiteX3" fmla="*/ 209 w 51201"/>
                <a:gd name="connsiteY3" fmla="*/ 6643 h 69121"/>
                <a:gd name="connsiteX4" fmla="*/ 12095 w 51201"/>
                <a:gd name="connsiteY4" fmla="*/ 15400 h 69121"/>
                <a:gd name="connsiteX5" fmla="*/ 12095 w 51201"/>
                <a:gd name="connsiteY5" fmla="*/ 57311 h 69121"/>
                <a:gd name="connsiteX6" fmla="*/ 209 w 51201"/>
                <a:gd name="connsiteY6" fmla="*/ 64349 h 69121"/>
                <a:gd name="connsiteX7" fmla="*/ 209 w 51201"/>
                <a:gd name="connsiteY7" fmla="*/ 69197 h 69121"/>
                <a:gd name="connsiteX8" fmla="*/ 17581 w 51201"/>
                <a:gd name="connsiteY8" fmla="*/ 68728 h 69121"/>
                <a:gd name="connsiteX9" fmla="*/ 36934 w 51201"/>
                <a:gd name="connsiteY9" fmla="*/ 69197 h 69121"/>
                <a:gd name="connsiteX10" fmla="*/ 36934 w 51201"/>
                <a:gd name="connsiteY10" fmla="*/ 64349 h 69121"/>
                <a:gd name="connsiteX11" fmla="*/ 33733 w 51201"/>
                <a:gd name="connsiteY11" fmla="*/ 64349 h 69121"/>
                <a:gd name="connsiteX12" fmla="*/ 22152 w 51201"/>
                <a:gd name="connsiteY12" fmla="*/ 56999 h 69121"/>
                <a:gd name="connsiteX13" fmla="*/ 22152 w 51201"/>
                <a:gd name="connsiteY13" fmla="*/ 32915 h 69121"/>
                <a:gd name="connsiteX14" fmla="*/ 40134 w 51201"/>
                <a:gd name="connsiteY14" fmla="*/ 3515 h 69121"/>
                <a:gd name="connsiteX15" fmla="*/ 41810 w 51201"/>
                <a:gd name="connsiteY15" fmla="*/ 3672 h 69121"/>
                <a:gd name="connsiteX16" fmla="*/ 38305 w 51201"/>
                <a:gd name="connsiteY16" fmla="*/ 9771 h 69121"/>
                <a:gd name="connsiteX17" fmla="*/ 44858 w 51201"/>
                <a:gd name="connsiteY17" fmla="*/ 16495 h 69121"/>
                <a:gd name="connsiteX18" fmla="*/ 51410 w 51201"/>
                <a:gd name="connsiteY18" fmla="*/ 9614 h 69121"/>
                <a:gd name="connsiteX19" fmla="*/ 40134 w 51201"/>
                <a:gd name="connsiteY19" fmla="*/ 75 h 69121"/>
                <a:gd name="connsiteX20" fmla="*/ 21390 w 51201"/>
                <a:gd name="connsiteY20" fmla="*/ 17277 h 6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201" h="69121">
                  <a:moveTo>
                    <a:pt x="21390" y="17277"/>
                  </a:moveTo>
                  <a:lnTo>
                    <a:pt x="21390" y="75"/>
                  </a:lnTo>
                  <a:lnTo>
                    <a:pt x="209" y="1795"/>
                  </a:lnTo>
                  <a:lnTo>
                    <a:pt x="209" y="6643"/>
                  </a:lnTo>
                  <a:cubicBezTo>
                    <a:pt x="10876" y="6643"/>
                    <a:pt x="12095" y="7738"/>
                    <a:pt x="12095" y="15400"/>
                  </a:cubicBezTo>
                  <a:lnTo>
                    <a:pt x="12095" y="57311"/>
                  </a:lnTo>
                  <a:cubicBezTo>
                    <a:pt x="12095" y="64349"/>
                    <a:pt x="10418" y="64349"/>
                    <a:pt x="209" y="64349"/>
                  </a:cubicBezTo>
                  <a:lnTo>
                    <a:pt x="209" y="69197"/>
                  </a:lnTo>
                  <a:cubicBezTo>
                    <a:pt x="6152" y="69040"/>
                    <a:pt x="13314" y="68728"/>
                    <a:pt x="17581" y="68728"/>
                  </a:cubicBezTo>
                  <a:cubicBezTo>
                    <a:pt x="23676" y="68728"/>
                    <a:pt x="30838" y="68728"/>
                    <a:pt x="36934" y="69197"/>
                  </a:cubicBezTo>
                  <a:lnTo>
                    <a:pt x="36934" y="64349"/>
                  </a:lnTo>
                  <a:lnTo>
                    <a:pt x="33733" y="64349"/>
                  </a:lnTo>
                  <a:cubicBezTo>
                    <a:pt x="22457" y="64349"/>
                    <a:pt x="22152" y="62629"/>
                    <a:pt x="22152" y="56999"/>
                  </a:cubicBezTo>
                  <a:lnTo>
                    <a:pt x="22152" y="32915"/>
                  </a:lnTo>
                  <a:cubicBezTo>
                    <a:pt x="22152" y="17433"/>
                    <a:pt x="28552" y="3515"/>
                    <a:pt x="40134" y="3515"/>
                  </a:cubicBezTo>
                  <a:cubicBezTo>
                    <a:pt x="41200" y="3515"/>
                    <a:pt x="41505" y="3515"/>
                    <a:pt x="41810" y="3672"/>
                  </a:cubicBezTo>
                  <a:cubicBezTo>
                    <a:pt x="41353" y="3828"/>
                    <a:pt x="38305" y="5705"/>
                    <a:pt x="38305" y="9771"/>
                  </a:cubicBezTo>
                  <a:cubicBezTo>
                    <a:pt x="38305" y="14149"/>
                    <a:pt x="41505" y="16495"/>
                    <a:pt x="44858" y="16495"/>
                  </a:cubicBezTo>
                  <a:cubicBezTo>
                    <a:pt x="47601" y="16495"/>
                    <a:pt x="51410" y="14618"/>
                    <a:pt x="51410" y="9614"/>
                  </a:cubicBezTo>
                  <a:cubicBezTo>
                    <a:pt x="51410" y="4610"/>
                    <a:pt x="46686" y="75"/>
                    <a:pt x="40134" y="75"/>
                  </a:cubicBezTo>
                  <a:cubicBezTo>
                    <a:pt x="29010" y="75"/>
                    <a:pt x="23524" y="10552"/>
                    <a:pt x="21390" y="1727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00" name="Freeform: Shape 3199">
              <a:extLst>
                <a:ext uri="{FF2B5EF4-FFF2-40B4-BE49-F238E27FC236}">
                  <a16:creationId xmlns:a16="http://schemas.microsoft.com/office/drawing/2014/main" id="{82DDAABD-C9AE-BD30-CD33-13A417870AAE}"/>
                </a:ext>
              </a:extLst>
            </p:cNvPr>
            <p:cNvSpPr/>
            <p:nvPr>
              <p:custDataLst>
                <p:tags r:id="rId86"/>
              </p:custDataLst>
            </p:nvPr>
          </p:nvSpPr>
          <p:spPr>
            <a:xfrm>
              <a:off x="10548607" y="6348353"/>
              <a:ext cx="35353" cy="156384"/>
            </a:xfrm>
            <a:custGeom>
              <a:avLst/>
              <a:gdLst>
                <a:gd name="connsiteX0" fmla="*/ 35566 w 35353"/>
                <a:gd name="connsiteY0" fmla="*/ 154895 h 156384"/>
                <a:gd name="connsiteX1" fmla="*/ 32975 w 35353"/>
                <a:gd name="connsiteY1" fmla="*/ 151455 h 156384"/>
                <a:gd name="connsiteX2" fmla="*/ 9051 w 35353"/>
                <a:gd name="connsiteY2" fmla="*/ 78267 h 156384"/>
                <a:gd name="connsiteX3" fmla="*/ 33585 w 35353"/>
                <a:gd name="connsiteY3" fmla="*/ 4297 h 156384"/>
                <a:gd name="connsiteX4" fmla="*/ 35566 w 35353"/>
                <a:gd name="connsiteY4" fmla="*/ 1639 h 156384"/>
                <a:gd name="connsiteX5" fmla="*/ 34042 w 35353"/>
                <a:gd name="connsiteY5" fmla="*/ 75 h 156384"/>
                <a:gd name="connsiteX6" fmla="*/ 9813 w 35353"/>
                <a:gd name="connsiteY6" fmla="*/ 30570 h 156384"/>
                <a:gd name="connsiteX7" fmla="*/ 213 w 35353"/>
                <a:gd name="connsiteY7" fmla="*/ 78267 h 156384"/>
                <a:gd name="connsiteX8" fmla="*/ 10270 w 35353"/>
                <a:gd name="connsiteY8" fmla="*/ 127059 h 156384"/>
                <a:gd name="connsiteX9" fmla="*/ 34042 w 35353"/>
                <a:gd name="connsiteY9" fmla="*/ 156459 h 156384"/>
                <a:gd name="connsiteX10" fmla="*/ 35566 w 35353"/>
                <a:gd name="connsiteY10" fmla="*/ 154895 h 156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353" h="156384">
                  <a:moveTo>
                    <a:pt x="35566" y="154895"/>
                  </a:moveTo>
                  <a:cubicBezTo>
                    <a:pt x="35566" y="154426"/>
                    <a:pt x="35566" y="154113"/>
                    <a:pt x="32975" y="151455"/>
                  </a:cubicBezTo>
                  <a:cubicBezTo>
                    <a:pt x="13927" y="131750"/>
                    <a:pt x="9051" y="102194"/>
                    <a:pt x="9051" y="78267"/>
                  </a:cubicBezTo>
                  <a:cubicBezTo>
                    <a:pt x="9051" y="51056"/>
                    <a:pt x="14842" y="23845"/>
                    <a:pt x="33585" y="4297"/>
                  </a:cubicBezTo>
                  <a:cubicBezTo>
                    <a:pt x="35566" y="2420"/>
                    <a:pt x="35566" y="2108"/>
                    <a:pt x="35566" y="1639"/>
                  </a:cubicBezTo>
                  <a:cubicBezTo>
                    <a:pt x="35566" y="544"/>
                    <a:pt x="34956" y="75"/>
                    <a:pt x="34042" y="75"/>
                  </a:cubicBezTo>
                  <a:cubicBezTo>
                    <a:pt x="32518" y="75"/>
                    <a:pt x="18804" y="10709"/>
                    <a:pt x="9813" y="30570"/>
                  </a:cubicBezTo>
                  <a:cubicBezTo>
                    <a:pt x="2041" y="47772"/>
                    <a:pt x="213" y="65131"/>
                    <a:pt x="213" y="78267"/>
                  </a:cubicBezTo>
                  <a:cubicBezTo>
                    <a:pt x="213" y="90465"/>
                    <a:pt x="1889" y="109387"/>
                    <a:pt x="10270" y="127059"/>
                  </a:cubicBezTo>
                  <a:cubicBezTo>
                    <a:pt x="19413" y="146294"/>
                    <a:pt x="32518" y="156459"/>
                    <a:pt x="34042" y="156459"/>
                  </a:cubicBezTo>
                  <a:cubicBezTo>
                    <a:pt x="34956" y="156459"/>
                    <a:pt x="35566" y="155990"/>
                    <a:pt x="35566" y="15489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01" name="Freeform: Shape 3200">
              <a:extLst>
                <a:ext uri="{FF2B5EF4-FFF2-40B4-BE49-F238E27FC236}">
                  <a16:creationId xmlns:a16="http://schemas.microsoft.com/office/drawing/2014/main" id="{4C3D4261-5062-2DC0-BCC8-8F34F61A86E2}"/>
                </a:ext>
              </a:extLst>
            </p:cNvPr>
            <p:cNvSpPr/>
            <p:nvPr>
              <p:custDataLst>
                <p:tags r:id="rId87"/>
              </p:custDataLst>
            </p:nvPr>
          </p:nvSpPr>
          <p:spPr>
            <a:xfrm>
              <a:off x="10598116" y="6358830"/>
              <a:ext cx="110784" cy="106810"/>
            </a:xfrm>
            <a:custGeom>
              <a:avLst/>
              <a:gdLst>
                <a:gd name="connsiteX0" fmla="*/ 85857 w 110784"/>
                <a:gd name="connsiteY0" fmla="*/ 17903 h 106810"/>
                <a:gd name="connsiteX1" fmla="*/ 87991 w 110784"/>
                <a:gd name="connsiteY1" fmla="*/ 15713 h 106810"/>
                <a:gd name="connsiteX2" fmla="*/ 107953 w 110784"/>
                <a:gd name="connsiteY2" fmla="*/ 4923 h 106810"/>
                <a:gd name="connsiteX3" fmla="*/ 111001 w 110784"/>
                <a:gd name="connsiteY3" fmla="*/ 1951 h 106810"/>
                <a:gd name="connsiteX4" fmla="*/ 109020 w 110784"/>
                <a:gd name="connsiteY4" fmla="*/ 75 h 106810"/>
                <a:gd name="connsiteX5" fmla="*/ 96524 w 110784"/>
                <a:gd name="connsiteY5" fmla="*/ 544 h 106810"/>
                <a:gd name="connsiteX6" fmla="*/ 81286 w 110784"/>
                <a:gd name="connsiteY6" fmla="*/ 75 h 106810"/>
                <a:gd name="connsiteX7" fmla="*/ 78390 w 110784"/>
                <a:gd name="connsiteY7" fmla="*/ 3046 h 106810"/>
                <a:gd name="connsiteX8" fmla="*/ 80676 w 110784"/>
                <a:gd name="connsiteY8" fmla="*/ 4923 h 106810"/>
                <a:gd name="connsiteX9" fmla="*/ 86162 w 110784"/>
                <a:gd name="connsiteY9" fmla="*/ 8519 h 106810"/>
                <a:gd name="connsiteX10" fmla="*/ 82048 w 110784"/>
                <a:gd name="connsiteY10" fmla="*/ 16026 h 106810"/>
                <a:gd name="connsiteX11" fmla="*/ 46694 w 110784"/>
                <a:gd name="connsiteY11" fmla="*/ 57781 h 106810"/>
                <a:gd name="connsiteX12" fmla="*/ 29932 w 110784"/>
                <a:gd name="connsiteY12" fmla="*/ 11334 h 106810"/>
                <a:gd name="connsiteX13" fmla="*/ 29017 w 110784"/>
                <a:gd name="connsiteY13" fmla="*/ 8676 h 106810"/>
                <a:gd name="connsiteX14" fmla="*/ 38008 w 110784"/>
                <a:gd name="connsiteY14" fmla="*/ 4923 h 106810"/>
                <a:gd name="connsiteX15" fmla="*/ 41665 w 110784"/>
                <a:gd name="connsiteY15" fmla="*/ 1795 h 106810"/>
                <a:gd name="connsiteX16" fmla="*/ 39380 w 110784"/>
                <a:gd name="connsiteY16" fmla="*/ 75 h 106810"/>
                <a:gd name="connsiteX17" fmla="*/ 20179 w 110784"/>
                <a:gd name="connsiteY17" fmla="*/ 544 h 106810"/>
                <a:gd name="connsiteX18" fmla="*/ 3112 w 110784"/>
                <a:gd name="connsiteY18" fmla="*/ 75 h 106810"/>
                <a:gd name="connsiteX19" fmla="*/ 216 w 110784"/>
                <a:gd name="connsiteY19" fmla="*/ 3202 h 106810"/>
                <a:gd name="connsiteX20" fmla="*/ 3721 w 110784"/>
                <a:gd name="connsiteY20" fmla="*/ 4923 h 106810"/>
                <a:gd name="connsiteX21" fmla="*/ 14845 w 110784"/>
                <a:gd name="connsiteY21" fmla="*/ 10240 h 106810"/>
                <a:gd name="connsiteX22" fmla="*/ 33589 w 110784"/>
                <a:gd name="connsiteY22" fmla="*/ 61690 h 106810"/>
                <a:gd name="connsiteX23" fmla="*/ 34198 w 110784"/>
                <a:gd name="connsiteY23" fmla="*/ 64349 h 106810"/>
                <a:gd name="connsiteX24" fmla="*/ 27341 w 110784"/>
                <a:gd name="connsiteY24" fmla="*/ 92811 h 106810"/>
                <a:gd name="connsiteX25" fmla="*/ 13017 w 110784"/>
                <a:gd name="connsiteY25" fmla="*/ 102037 h 106810"/>
                <a:gd name="connsiteX26" fmla="*/ 8902 w 110784"/>
                <a:gd name="connsiteY26" fmla="*/ 105165 h 106810"/>
                <a:gd name="connsiteX27" fmla="*/ 11036 w 110784"/>
                <a:gd name="connsiteY27" fmla="*/ 106885 h 106810"/>
                <a:gd name="connsiteX28" fmla="*/ 30236 w 110784"/>
                <a:gd name="connsiteY28" fmla="*/ 106416 h 106810"/>
                <a:gd name="connsiteX29" fmla="*/ 49742 w 110784"/>
                <a:gd name="connsiteY29" fmla="*/ 106885 h 106810"/>
                <a:gd name="connsiteX30" fmla="*/ 52637 w 110784"/>
                <a:gd name="connsiteY30" fmla="*/ 103758 h 106810"/>
                <a:gd name="connsiteX31" fmla="*/ 48370 w 110784"/>
                <a:gd name="connsiteY31" fmla="*/ 102037 h 106810"/>
                <a:gd name="connsiteX32" fmla="*/ 42580 w 110784"/>
                <a:gd name="connsiteY32" fmla="*/ 101725 h 106810"/>
                <a:gd name="connsiteX33" fmla="*/ 38465 w 110784"/>
                <a:gd name="connsiteY33" fmla="*/ 99222 h 106810"/>
                <a:gd name="connsiteX34" fmla="*/ 40599 w 110784"/>
                <a:gd name="connsiteY34" fmla="*/ 89370 h 106810"/>
                <a:gd name="connsiteX35" fmla="*/ 45932 w 110784"/>
                <a:gd name="connsiteY35" fmla="*/ 67320 h 106810"/>
                <a:gd name="connsiteX36" fmla="*/ 48066 w 110784"/>
                <a:gd name="connsiteY36" fmla="*/ 62472 h 106810"/>
                <a:gd name="connsiteX37" fmla="*/ 85857 w 110784"/>
                <a:gd name="connsiteY37" fmla="*/ 17903 h 106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0784" h="106810">
                  <a:moveTo>
                    <a:pt x="85857" y="17903"/>
                  </a:moveTo>
                  <a:lnTo>
                    <a:pt x="87991" y="15713"/>
                  </a:lnTo>
                  <a:cubicBezTo>
                    <a:pt x="92562" y="11022"/>
                    <a:pt x="97591" y="5705"/>
                    <a:pt x="107953" y="4923"/>
                  </a:cubicBezTo>
                  <a:cubicBezTo>
                    <a:pt x="109629" y="4766"/>
                    <a:pt x="111001" y="4766"/>
                    <a:pt x="111001" y="1951"/>
                  </a:cubicBezTo>
                  <a:cubicBezTo>
                    <a:pt x="111001" y="700"/>
                    <a:pt x="110239" y="75"/>
                    <a:pt x="109020" y="75"/>
                  </a:cubicBezTo>
                  <a:cubicBezTo>
                    <a:pt x="105058" y="75"/>
                    <a:pt x="100639" y="544"/>
                    <a:pt x="96524" y="544"/>
                  </a:cubicBezTo>
                  <a:cubicBezTo>
                    <a:pt x="91495" y="544"/>
                    <a:pt x="86162" y="75"/>
                    <a:pt x="81286" y="75"/>
                  </a:cubicBezTo>
                  <a:cubicBezTo>
                    <a:pt x="80371" y="75"/>
                    <a:pt x="78390" y="75"/>
                    <a:pt x="78390" y="3046"/>
                  </a:cubicBezTo>
                  <a:cubicBezTo>
                    <a:pt x="78390" y="4766"/>
                    <a:pt x="79914" y="4923"/>
                    <a:pt x="80676" y="4923"/>
                  </a:cubicBezTo>
                  <a:cubicBezTo>
                    <a:pt x="81743" y="4923"/>
                    <a:pt x="86162" y="5235"/>
                    <a:pt x="86162" y="8519"/>
                  </a:cubicBezTo>
                  <a:cubicBezTo>
                    <a:pt x="86162" y="11178"/>
                    <a:pt x="82657" y="15244"/>
                    <a:pt x="82048" y="16026"/>
                  </a:cubicBezTo>
                  <a:lnTo>
                    <a:pt x="46694" y="57781"/>
                  </a:lnTo>
                  <a:lnTo>
                    <a:pt x="29932" y="11334"/>
                  </a:lnTo>
                  <a:cubicBezTo>
                    <a:pt x="29017" y="9145"/>
                    <a:pt x="29017" y="8832"/>
                    <a:pt x="29017" y="8676"/>
                  </a:cubicBezTo>
                  <a:cubicBezTo>
                    <a:pt x="29017" y="4923"/>
                    <a:pt x="36484" y="4923"/>
                    <a:pt x="38008" y="4923"/>
                  </a:cubicBezTo>
                  <a:cubicBezTo>
                    <a:pt x="40141" y="4923"/>
                    <a:pt x="41665" y="4923"/>
                    <a:pt x="41665" y="1795"/>
                  </a:cubicBezTo>
                  <a:cubicBezTo>
                    <a:pt x="41665" y="75"/>
                    <a:pt x="39837" y="75"/>
                    <a:pt x="39380" y="75"/>
                  </a:cubicBezTo>
                  <a:cubicBezTo>
                    <a:pt x="35113" y="75"/>
                    <a:pt x="24446" y="544"/>
                    <a:pt x="20179" y="544"/>
                  </a:cubicBezTo>
                  <a:cubicBezTo>
                    <a:pt x="16369" y="544"/>
                    <a:pt x="6921" y="75"/>
                    <a:pt x="3112" y="75"/>
                  </a:cubicBezTo>
                  <a:cubicBezTo>
                    <a:pt x="2197" y="75"/>
                    <a:pt x="216" y="75"/>
                    <a:pt x="216" y="3202"/>
                  </a:cubicBezTo>
                  <a:cubicBezTo>
                    <a:pt x="216" y="4923"/>
                    <a:pt x="1740" y="4923"/>
                    <a:pt x="3721" y="4923"/>
                  </a:cubicBezTo>
                  <a:cubicBezTo>
                    <a:pt x="12864" y="4923"/>
                    <a:pt x="13474" y="6330"/>
                    <a:pt x="14845" y="10240"/>
                  </a:cubicBezTo>
                  <a:lnTo>
                    <a:pt x="33589" y="61690"/>
                  </a:lnTo>
                  <a:cubicBezTo>
                    <a:pt x="33741" y="62159"/>
                    <a:pt x="34198" y="63880"/>
                    <a:pt x="34198" y="64349"/>
                  </a:cubicBezTo>
                  <a:cubicBezTo>
                    <a:pt x="34198" y="64818"/>
                    <a:pt x="28103" y="89996"/>
                    <a:pt x="27341" y="92811"/>
                  </a:cubicBezTo>
                  <a:cubicBezTo>
                    <a:pt x="25360" y="101412"/>
                    <a:pt x="25208" y="101881"/>
                    <a:pt x="13017" y="102037"/>
                  </a:cubicBezTo>
                  <a:cubicBezTo>
                    <a:pt x="10121" y="102037"/>
                    <a:pt x="8902" y="102037"/>
                    <a:pt x="8902" y="105165"/>
                  </a:cubicBezTo>
                  <a:cubicBezTo>
                    <a:pt x="8902" y="106885"/>
                    <a:pt x="10731" y="106885"/>
                    <a:pt x="11036" y="106885"/>
                  </a:cubicBezTo>
                  <a:cubicBezTo>
                    <a:pt x="15303" y="106885"/>
                    <a:pt x="25970" y="106416"/>
                    <a:pt x="30236" y="106416"/>
                  </a:cubicBezTo>
                  <a:cubicBezTo>
                    <a:pt x="34503" y="106416"/>
                    <a:pt x="45475" y="106885"/>
                    <a:pt x="49742" y="106885"/>
                  </a:cubicBezTo>
                  <a:cubicBezTo>
                    <a:pt x="50808" y="106885"/>
                    <a:pt x="52637" y="106885"/>
                    <a:pt x="52637" y="103758"/>
                  </a:cubicBezTo>
                  <a:cubicBezTo>
                    <a:pt x="52637" y="102037"/>
                    <a:pt x="51266" y="102037"/>
                    <a:pt x="48370" y="102037"/>
                  </a:cubicBezTo>
                  <a:cubicBezTo>
                    <a:pt x="48066" y="102037"/>
                    <a:pt x="45170" y="102037"/>
                    <a:pt x="42580" y="101725"/>
                  </a:cubicBezTo>
                  <a:cubicBezTo>
                    <a:pt x="39380" y="101412"/>
                    <a:pt x="38465" y="101099"/>
                    <a:pt x="38465" y="99222"/>
                  </a:cubicBezTo>
                  <a:cubicBezTo>
                    <a:pt x="38465" y="98128"/>
                    <a:pt x="39837" y="92654"/>
                    <a:pt x="40599" y="89370"/>
                  </a:cubicBezTo>
                  <a:lnTo>
                    <a:pt x="45932" y="67320"/>
                  </a:lnTo>
                  <a:cubicBezTo>
                    <a:pt x="46694" y="64349"/>
                    <a:pt x="46846" y="63880"/>
                    <a:pt x="48066" y="62472"/>
                  </a:cubicBezTo>
                  <a:lnTo>
                    <a:pt x="85857" y="1790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02" name="Freeform: Shape 3201">
              <a:extLst>
                <a:ext uri="{FF2B5EF4-FFF2-40B4-BE49-F238E27FC236}">
                  <a16:creationId xmlns:a16="http://schemas.microsoft.com/office/drawing/2014/main" id="{9C913D8E-83BD-E88F-77EA-AA6D0FA2E5C7}"/>
                </a:ext>
              </a:extLst>
            </p:cNvPr>
            <p:cNvSpPr/>
            <p:nvPr>
              <p:custDataLst>
                <p:tags r:id="rId88"/>
              </p:custDataLst>
            </p:nvPr>
          </p:nvSpPr>
          <p:spPr>
            <a:xfrm>
              <a:off x="10723801" y="6348353"/>
              <a:ext cx="35353" cy="156384"/>
            </a:xfrm>
            <a:custGeom>
              <a:avLst/>
              <a:gdLst>
                <a:gd name="connsiteX0" fmla="*/ 35578 w 35353"/>
                <a:gd name="connsiteY0" fmla="*/ 78267 h 156384"/>
                <a:gd name="connsiteX1" fmla="*/ 25520 w 35353"/>
                <a:gd name="connsiteY1" fmla="*/ 29475 h 156384"/>
                <a:gd name="connsiteX2" fmla="*/ 1748 w 35353"/>
                <a:gd name="connsiteY2" fmla="*/ 75 h 156384"/>
                <a:gd name="connsiteX3" fmla="*/ 224 w 35353"/>
                <a:gd name="connsiteY3" fmla="*/ 1639 h 156384"/>
                <a:gd name="connsiteX4" fmla="*/ 3120 w 35353"/>
                <a:gd name="connsiteY4" fmla="*/ 5235 h 156384"/>
                <a:gd name="connsiteX5" fmla="*/ 26740 w 35353"/>
                <a:gd name="connsiteY5" fmla="*/ 78267 h 156384"/>
                <a:gd name="connsiteX6" fmla="*/ 2205 w 35353"/>
                <a:gd name="connsiteY6" fmla="*/ 152237 h 156384"/>
                <a:gd name="connsiteX7" fmla="*/ 224 w 35353"/>
                <a:gd name="connsiteY7" fmla="*/ 154895 h 156384"/>
                <a:gd name="connsiteX8" fmla="*/ 1748 w 35353"/>
                <a:gd name="connsiteY8" fmla="*/ 156459 h 156384"/>
                <a:gd name="connsiteX9" fmla="*/ 25978 w 35353"/>
                <a:gd name="connsiteY9" fmla="*/ 125964 h 156384"/>
                <a:gd name="connsiteX10" fmla="*/ 35578 w 35353"/>
                <a:gd name="connsiteY10" fmla="*/ 78267 h 156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353" h="156384">
                  <a:moveTo>
                    <a:pt x="35578" y="78267"/>
                  </a:moveTo>
                  <a:cubicBezTo>
                    <a:pt x="35578" y="66069"/>
                    <a:pt x="33902" y="47146"/>
                    <a:pt x="25520" y="29475"/>
                  </a:cubicBezTo>
                  <a:cubicBezTo>
                    <a:pt x="16377" y="10240"/>
                    <a:pt x="3272" y="75"/>
                    <a:pt x="1748" y="75"/>
                  </a:cubicBezTo>
                  <a:cubicBezTo>
                    <a:pt x="834" y="75"/>
                    <a:pt x="224" y="700"/>
                    <a:pt x="224" y="1639"/>
                  </a:cubicBezTo>
                  <a:cubicBezTo>
                    <a:pt x="224" y="2108"/>
                    <a:pt x="224" y="2420"/>
                    <a:pt x="3120" y="5235"/>
                  </a:cubicBezTo>
                  <a:cubicBezTo>
                    <a:pt x="18054" y="20717"/>
                    <a:pt x="26740" y="45583"/>
                    <a:pt x="26740" y="78267"/>
                  </a:cubicBezTo>
                  <a:cubicBezTo>
                    <a:pt x="26740" y="105009"/>
                    <a:pt x="21101" y="132532"/>
                    <a:pt x="2205" y="152237"/>
                  </a:cubicBezTo>
                  <a:cubicBezTo>
                    <a:pt x="224" y="154113"/>
                    <a:pt x="224" y="154426"/>
                    <a:pt x="224" y="154895"/>
                  </a:cubicBezTo>
                  <a:cubicBezTo>
                    <a:pt x="224" y="155834"/>
                    <a:pt x="834" y="156459"/>
                    <a:pt x="1748" y="156459"/>
                  </a:cubicBezTo>
                  <a:cubicBezTo>
                    <a:pt x="3272" y="156459"/>
                    <a:pt x="16987" y="145825"/>
                    <a:pt x="25978" y="125964"/>
                  </a:cubicBezTo>
                  <a:cubicBezTo>
                    <a:pt x="33749" y="108762"/>
                    <a:pt x="35578" y="91403"/>
                    <a:pt x="35578" y="7826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03" name="Freeform: Shape 3202">
              <a:extLst>
                <a:ext uri="{FF2B5EF4-FFF2-40B4-BE49-F238E27FC236}">
                  <a16:creationId xmlns:a16="http://schemas.microsoft.com/office/drawing/2014/main" id="{02698CB3-8A4B-B426-854A-26E9D5D40973}"/>
                </a:ext>
              </a:extLst>
            </p:cNvPr>
            <p:cNvSpPr/>
            <p:nvPr>
              <p:custDataLst>
                <p:tags r:id="rId89"/>
              </p:custDataLst>
            </p:nvPr>
          </p:nvSpPr>
          <p:spPr>
            <a:xfrm>
              <a:off x="10825238" y="6408248"/>
              <a:ext cx="101336" cy="36593"/>
            </a:xfrm>
            <a:custGeom>
              <a:avLst/>
              <a:gdLst>
                <a:gd name="connsiteX0" fmla="*/ 96386 w 101336"/>
                <a:gd name="connsiteY0" fmla="*/ 6330 h 36593"/>
                <a:gd name="connsiteX1" fmla="*/ 101568 w 101336"/>
                <a:gd name="connsiteY1" fmla="*/ 3202 h 36593"/>
                <a:gd name="connsiteX2" fmla="*/ 96539 w 101336"/>
                <a:gd name="connsiteY2" fmla="*/ 75 h 36593"/>
                <a:gd name="connsiteX3" fmla="*/ 5260 w 101336"/>
                <a:gd name="connsiteY3" fmla="*/ 75 h 36593"/>
                <a:gd name="connsiteX4" fmla="*/ 231 w 101336"/>
                <a:gd name="connsiteY4" fmla="*/ 3202 h 36593"/>
                <a:gd name="connsiteX5" fmla="*/ 5412 w 101336"/>
                <a:gd name="connsiteY5" fmla="*/ 6330 h 36593"/>
                <a:gd name="connsiteX6" fmla="*/ 96386 w 101336"/>
                <a:gd name="connsiteY6" fmla="*/ 6330 h 36593"/>
                <a:gd name="connsiteX7" fmla="*/ 96539 w 101336"/>
                <a:gd name="connsiteY7" fmla="*/ 36669 h 36593"/>
                <a:gd name="connsiteX8" fmla="*/ 101568 w 101336"/>
                <a:gd name="connsiteY8" fmla="*/ 33541 h 36593"/>
                <a:gd name="connsiteX9" fmla="*/ 96386 w 101336"/>
                <a:gd name="connsiteY9" fmla="*/ 30413 h 36593"/>
                <a:gd name="connsiteX10" fmla="*/ 5412 w 101336"/>
                <a:gd name="connsiteY10" fmla="*/ 30413 h 36593"/>
                <a:gd name="connsiteX11" fmla="*/ 231 w 101336"/>
                <a:gd name="connsiteY11" fmla="*/ 33541 h 36593"/>
                <a:gd name="connsiteX12" fmla="*/ 5260 w 101336"/>
                <a:gd name="connsiteY12" fmla="*/ 36669 h 36593"/>
                <a:gd name="connsiteX13" fmla="*/ 96539 w 101336"/>
                <a:gd name="connsiteY13" fmla="*/ 36669 h 36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336" h="36593">
                  <a:moveTo>
                    <a:pt x="96386" y="6330"/>
                  </a:moveTo>
                  <a:cubicBezTo>
                    <a:pt x="98672" y="6330"/>
                    <a:pt x="101568" y="6330"/>
                    <a:pt x="101568" y="3202"/>
                  </a:cubicBezTo>
                  <a:cubicBezTo>
                    <a:pt x="101568" y="75"/>
                    <a:pt x="98672" y="75"/>
                    <a:pt x="96539" y="75"/>
                  </a:cubicBezTo>
                  <a:lnTo>
                    <a:pt x="5260" y="75"/>
                  </a:lnTo>
                  <a:cubicBezTo>
                    <a:pt x="3126" y="75"/>
                    <a:pt x="231" y="75"/>
                    <a:pt x="231" y="3202"/>
                  </a:cubicBezTo>
                  <a:cubicBezTo>
                    <a:pt x="231" y="6330"/>
                    <a:pt x="3126" y="6330"/>
                    <a:pt x="5412" y="6330"/>
                  </a:cubicBezTo>
                  <a:lnTo>
                    <a:pt x="96386" y="6330"/>
                  </a:lnTo>
                  <a:close/>
                  <a:moveTo>
                    <a:pt x="96539" y="36669"/>
                  </a:moveTo>
                  <a:cubicBezTo>
                    <a:pt x="98672" y="36669"/>
                    <a:pt x="101568" y="36669"/>
                    <a:pt x="101568" y="33541"/>
                  </a:cubicBezTo>
                  <a:cubicBezTo>
                    <a:pt x="101568" y="30413"/>
                    <a:pt x="98672" y="30413"/>
                    <a:pt x="96386" y="30413"/>
                  </a:cubicBezTo>
                  <a:lnTo>
                    <a:pt x="5412" y="30413"/>
                  </a:lnTo>
                  <a:cubicBezTo>
                    <a:pt x="3126" y="30413"/>
                    <a:pt x="231" y="30413"/>
                    <a:pt x="231" y="33541"/>
                  </a:cubicBezTo>
                  <a:cubicBezTo>
                    <a:pt x="231" y="36669"/>
                    <a:pt x="3126" y="36669"/>
                    <a:pt x="5260" y="36669"/>
                  </a:cubicBezTo>
                  <a:lnTo>
                    <a:pt x="96539" y="3666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04" name="Freeform: Shape 3203">
              <a:extLst>
                <a:ext uri="{FF2B5EF4-FFF2-40B4-BE49-F238E27FC236}">
                  <a16:creationId xmlns:a16="http://schemas.microsoft.com/office/drawing/2014/main" id="{CA8DA4D9-B89B-0135-D74C-0DFFCEC93D5B}"/>
                </a:ext>
              </a:extLst>
            </p:cNvPr>
            <p:cNvSpPr/>
            <p:nvPr>
              <p:custDataLst>
                <p:tags r:id="rId90"/>
              </p:custDataLst>
            </p:nvPr>
          </p:nvSpPr>
          <p:spPr>
            <a:xfrm>
              <a:off x="10982127" y="6396519"/>
              <a:ext cx="82593" cy="102900"/>
            </a:xfrm>
            <a:custGeom>
              <a:avLst/>
              <a:gdLst>
                <a:gd name="connsiteX0" fmla="*/ 30871 w 82593"/>
                <a:gd name="connsiteY0" fmla="*/ 14306 h 102900"/>
                <a:gd name="connsiteX1" fmla="*/ 33157 w 82593"/>
                <a:gd name="connsiteY1" fmla="*/ 4297 h 102900"/>
                <a:gd name="connsiteX2" fmla="*/ 28738 w 82593"/>
                <a:gd name="connsiteY2" fmla="*/ 75 h 102900"/>
                <a:gd name="connsiteX3" fmla="*/ 22642 w 82593"/>
                <a:gd name="connsiteY3" fmla="*/ 5705 h 102900"/>
                <a:gd name="connsiteX4" fmla="*/ 699 w 82593"/>
                <a:gd name="connsiteY4" fmla="*/ 96251 h 102900"/>
                <a:gd name="connsiteX5" fmla="*/ 242 w 82593"/>
                <a:gd name="connsiteY5" fmla="*/ 98753 h 102900"/>
                <a:gd name="connsiteX6" fmla="*/ 4508 w 82593"/>
                <a:gd name="connsiteY6" fmla="*/ 102976 h 102900"/>
                <a:gd name="connsiteX7" fmla="*/ 9842 w 82593"/>
                <a:gd name="connsiteY7" fmla="*/ 99692 h 102900"/>
                <a:gd name="connsiteX8" fmla="*/ 18223 w 82593"/>
                <a:gd name="connsiteY8" fmla="*/ 66069 h 102900"/>
                <a:gd name="connsiteX9" fmla="*/ 33005 w 82593"/>
                <a:gd name="connsiteY9" fmla="*/ 70917 h 102900"/>
                <a:gd name="connsiteX10" fmla="*/ 53272 w 82593"/>
                <a:gd name="connsiteY10" fmla="*/ 59501 h 102900"/>
                <a:gd name="connsiteX11" fmla="*/ 66987 w 82593"/>
                <a:gd name="connsiteY11" fmla="*/ 70917 h 102900"/>
                <a:gd name="connsiteX12" fmla="*/ 78263 w 82593"/>
                <a:gd name="connsiteY12" fmla="*/ 62316 h 102900"/>
                <a:gd name="connsiteX13" fmla="*/ 82835 w 82593"/>
                <a:gd name="connsiteY13" fmla="*/ 46834 h 102900"/>
                <a:gd name="connsiteX14" fmla="*/ 81006 w 82593"/>
                <a:gd name="connsiteY14" fmla="*/ 45270 h 102900"/>
                <a:gd name="connsiteX15" fmla="*/ 78873 w 82593"/>
                <a:gd name="connsiteY15" fmla="*/ 48085 h 102900"/>
                <a:gd name="connsiteX16" fmla="*/ 67291 w 82593"/>
                <a:gd name="connsiteY16" fmla="*/ 67476 h 102900"/>
                <a:gd name="connsiteX17" fmla="*/ 62720 w 82593"/>
                <a:gd name="connsiteY17" fmla="*/ 60283 h 102900"/>
                <a:gd name="connsiteX18" fmla="*/ 65767 w 82593"/>
                <a:gd name="connsiteY18" fmla="*/ 44019 h 102900"/>
                <a:gd name="connsiteX19" fmla="*/ 70034 w 82593"/>
                <a:gd name="connsiteY19" fmla="*/ 27129 h 102900"/>
                <a:gd name="connsiteX20" fmla="*/ 72625 w 82593"/>
                <a:gd name="connsiteY20" fmla="*/ 16495 h 102900"/>
                <a:gd name="connsiteX21" fmla="*/ 74911 w 82593"/>
                <a:gd name="connsiteY21" fmla="*/ 6017 h 102900"/>
                <a:gd name="connsiteX22" fmla="*/ 70491 w 82593"/>
                <a:gd name="connsiteY22" fmla="*/ 1795 h 102900"/>
                <a:gd name="connsiteX23" fmla="*/ 64548 w 82593"/>
                <a:gd name="connsiteY23" fmla="*/ 7268 h 102900"/>
                <a:gd name="connsiteX24" fmla="*/ 57386 w 82593"/>
                <a:gd name="connsiteY24" fmla="*/ 36512 h 102900"/>
                <a:gd name="connsiteX25" fmla="*/ 53424 w 82593"/>
                <a:gd name="connsiteY25" fmla="*/ 52464 h 102900"/>
                <a:gd name="connsiteX26" fmla="*/ 33614 w 82593"/>
                <a:gd name="connsiteY26" fmla="*/ 67476 h 102900"/>
                <a:gd name="connsiteX27" fmla="*/ 22338 w 82593"/>
                <a:gd name="connsiteY27" fmla="*/ 53871 h 102900"/>
                <a:gd name="connsiteX28" fmla="*/ 24471 w 82593"/>
                <a:gd name="connsiteY28" fmla="*/ 40578 h 102900"/>
                <a:gd name="connsiteX29" fmla="*/ 30871 w 82593"/>
                <a:gd name="connsiteY29" fmla="*/ 14306 h 10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2593" h="102900">
                  <a:moveTo>
                    <a:pt x="30871" y="14306"/>
                  </a:moveTo>
                  <a:cubicBezTo>
                    <a:pt x="31633" y="11022"/>
                    <a:pt x="33157" y="5079"/>
                    <a:pt x="33157" y="4297"/>
                  </a:cubicBezTo>
                  <a:cubicBezTo>
                    <a:pt x="33157" y="1639"/>
                    <a:pt x="31328" y="75"/>
                    <a:pt x="28738" y="75"/>
                  </a:cubicBezTo>
                  <a:cubicBezTo>
                    <a:pt x="28281" y="75"/>
                    <a:pt x="24014" y="231"/>
                    <a:pt x="22642" y="5705"/>
                  </a:cubicBezTo>
                  <a:lnTo>
                    <a:pt x="699" y="96251"/>
                  </a:lnTo>
                  <a:cubicBezTo>
                    <a:pt x="242" y="98128"/>
                    <a:pt x="242" y="98441"/>
                    <a:pt x="242" y="98753"/>
                  </a:cubicBezTo>
                  <a:cubicBezTo>
                    <a:pt x="242" y="101099"/>
                    <a:pt x="1918" y="102976"/>
                    <a:pt x="4508" y="102976"/>
                  </a:cubicBezTo>
                  <a:cubicBezTo>
                    <a:pt x="7708" y="102976"/>
                    <a:pt x="9537" y="100161"/>
                    <a:pt x="9842" y="99692"/>
                  </a:cubicBezTo>
                  <a:cubicBezTo>
                    <a:pt x="10451" y="98284"/>
                    <a:pt x="12432" y="90152"/>
                    <a:pt x="18223" y="66069"/>
                  </a:cubicBezTo>
                  <a:cubicBezTo>
                    <a:pt x="23099" y="70291"/>
                    <a:pt x="29957" y="70917"/>
                    <a:pt x="33005" y="70917"/>
                  </a:cubicBezTo>
                  <a:cubicBezTo>
                    <a:pt x="43672" y="70917"/>
                    <a:pt x="49615" y="63880"/>
                    <a:pt x="53272" y="59501"/>
                  </a:cubicBezTo>
                  <a:cubicBezTo>
                    <a:pt x="54643" y="66538"/>
                    <a:pt x="60282" y="70917"/>
                    <a:pt x="66987" y="70917"/>
                  </a:cubicBezTo>
                  <a:cubicBezTo>
                    <a:pt x="72320" y="70917"/>
                    <a:pt x="75825" y="67320"/>
                    <a:pt x="78263" y="62316"/>
                  </a:cubicBezTo>
                  <a:cubicBezTo>
                    <a:pt x="80854" y="56686"/>
                    <a:pt x="82835" y="47146"/>
                    <a:pt x="82835" y="46834"/>
                  </a:cubicBezTo>
                  <a:cubicBezTo>
                    <a:pt x="82835" y="45270"/>
                    <a:pt x="81463" y="45270"/>
                    <a:pt x="81006" y="45270"/>
                  </a:cubicBezTo>
                  <a:cubicBezTo>
                    <a:pt x="79482" y="45270"/>
                    <a:pt x="79330" y="45895"/>
                    <a:pt x="78873" y="48085"/>
                  </a:cubicBezTo>
                  <a:cubicBezTo>
                    <a:pt x="76282" y="58250"/>
                    <a:pt x="73539" y="67476"/>
                    <a:pt x="67291" y="67476"/>
                  </a:cubicBezTo>
                  <a:cubicBezTo>
                    <a:pt x="63177" y="67476"/>
                    <a:pt x="62720" y="63410"/>
                    <a:pt x="62720" y="60283"/>
                  </a:cubicBezTo>
                  <a:cubicBezTo>
                    <a:pt x="62720" y="56842"/>
                    <a:pt x="64548" y="49492"/>
                    <a:pt x="65767" y="44019"/>
                  </a:cubicBezTo>
                  <a:lnTo>
                    <a:pt x="70034" y="27129"/>
                  </a:lnTo>
                  <a:cubicBezTo>
                    <a:pt x="70491" y="24783"/>
                    <a:pt x="72015" y="18841"/>
                    <a:pt x="72625" y="16495"/>
                  </a:cubicBezTo>
                  <a:cubicBezTo>
                    <a:pt x="73387" y="12898"/>
                    <a:pt x="74911" y="6956"/>
                    <a:pt x="74911" y="6017"/>
                  </a:cubicBezTo>
                  <a:cubicBezTo>
                    <a:pt x="74911" y="3202"/>
                    <a:pt x="72777" y="1795"/>
                    <a:pt x="70491" y="1795"/>
                  </a:cubicBezTo>
                  <a:cubicBezTo>
                    <a:pt x="69729" y="1795"/>
                    <a:pt x="65767" y="1951"/>
                    <a:pt x="64548" y="7268"/>
                  </a:cubicBezTo>
                  <a:lnTo>
                    <a:pt x="57386" y="36512"/>
                  </a:lnTo>
                  <a:cubicBezTo>
                    <a:pt x="55558" y="44332"/>
                    <a:pt x="53881" y="50900"/>
                    <a:pt x="53424" y="52464"/>
                  </a:cubicBezTo>
                  <a:cubicBezTo>
                    <a:pt x="53272" y="53245"/>
                    <a:pt x="45957" y="67476"/>
                    <a:pt x="33614" y="67476"/>
                  </a:cubicBezTo>
                  <a:cubicBezTo>
                    <a:pt x="25995" y="67476"/>
                    <a:pt x="22338" y="62316"/>
                    <a:pt x="22338" y="53871"/>
                  </a:cubicBezTo>
                  <a:cubicBezTo>
                    <a:pt x="22338" y="49336"/>
                    <a:pt x="23404" y="44957"/>
                    <a:pt x="24471" y="40578"/>
                  </a:cubicBezTo>
                  <a:lnTo>
                    <a:pt x="30871" y="143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05" name="Freeform: Shape 3204">
              <a:extLst>
                <a:ext uri="{FF2B5EF4-FFF2-40B4-BE49-F238E27FC236}">
                  <a16:creationId xmlns:a16="http://schemas.microsoft.com/office/drawing/2014/main" id="{C2E7E544-453F-3A38-9964-498F09B93C82}"/>
                </a:ext>
              </a:extLst>
            </p:cNvPr>
            <p:cNvSpPr/>
            <p:nvPr>
              <p:custDataLst>
                <p:tags r:id="rId91"/>
              </p:custDataLst>
            </p:nvPr>
          </p:nvSpPr>
          <p:spPr>
            <a:xfrm>
              <a:off x="11115886" y="6423417"/>
              <a:ext cx="93107" cy="6255"/>
            </a:xfrm>
            <a:custGeom>
              <a:avLst/>
              <a:gdLst>
                <a:gd name="connsiteX0" fmla="*/ 88024 w 93107"/>
                <a:gd name="connsiteY0" fmla="*/ 6330 h 6255"/>
                <a:gd name="connsiteX1" fmla="*/ 93357 w 93107"/>
                <a:gd name="connsiteY1" fmla="*/ 3202 h 6255"/>
                <a:gd name="connsiteX2" fmla="*/ 88024 w 93107"/>
                <a:gd name="connsiteY2" fmla="*/ 75 h 6255"/>
                <a:gd name="connsiteX3" fmla="*/ 5583 w 93107"/>
                <a:gd name="connsiteY3" fmla="*/ 75 h 6255"/>
                <a:gd name="connsiteX4" fmla="*/ 250 w 93107"/>
                <a:gd name="connsiteY4" fmla="*/ 3202 h 6255"/>
                <a:gd name="connsiteX5" fmla="*/ 5583 w 93107"/>
                <a:gd name="connsiteY5" fmla="*/ 6330 h 6255"/>
                <a:gd name="connsiteX6" fmla="*/ 88024 w 93107"/>
                <a:gd name="connsiteY6" fmla="*/ 6330 h 6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107" h="6255">
                  <a:moveTo>
                    <a:pt x="88024" y="6330"/>
                  </a:moveTo>
                  <a:cubicBezTo>
                    <a:pt x="90615" y="6330"/>
                    <a:pt x="93357" y="6330"/>
                    <a:pt x="93357" y="3202"/>
                  </a:cubicBezTo>
                  <a:cubicBezTo>
                    <a:pt x="93357" y="75"/>
                    <a:pt x="90615" y="75"/>
                    <a:pt x="88024" y="75"/>
                  </a:cubicBezTo>
                  <a:lnTo>
                    <a:pt x="5583" y="75"/>
                  </a:lnTo>
                  <a:cubicBezTo>
                    <a:pt x="2993" y="75"/>
                    <a:pt x="250" y="75"/>
                    <a:pt x="250" y="3202"/>
                  </a:cubicBezTo>
                  <a:cubicBezTo>
                    <a:pt x="250" y="6330"/>
                    <a:pt x="2993" y="6330"/>
                    <a:pt x="5583" y="6330"/>
                  </a:cubicBezTo>
                  <a:lnTo>
                    <a:pt x="88024" y="633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06" name="Freeform: Shape 3205">
              <a:extLst>
                <a:ext uri="{FF2B5EF4-FFF2-40B4-BE49-F238E27FC236}">
                  <a16:creationId xmlns:a16="http://schemas.microsoft.com/office/drawing/2014/main" id="{19DBBBA2-C3E7-F78E-E6C3-83A346291A5B}"/>
                </a:ext>
              </a:extLst>
            </p:cNvPr>
            <p:cNvSpPr/>
            <p:nvPr>
              <p:custDataLst>
                <p:tags r:id="rId92"/>
              </p:custDataLst>
            </p:nvPr>
          </p:nvSpPr>
          <p:spPr>
            <a:xfrm>
              <a:off x="11260195" y="6396519"/>
              <a:ext cx="82593" cy="102900"/>
            </a:xfrm>
            <a:custGeom>
              <a:avLst/>
              <a:gdLst>
                <a:gd name="connsiteX0" fmla="*/ 30889 w 82593"/>
                <a:gd name="connsiteY0" fmla="*/ 14306 h 102900"/>
                <a:gd name="connsiteX1" fmla="*/ 33175 w 82593"/>
                <a:gd name="connsiteY1" fmla="*/ 4297 h 102900"/>
                <a:gd name="connsiteX2" fmla="*/ 28756 w 82593"/>
                <a:gd name="connsiteY2" fmla="*/ 75 h 102900"/>
                <a:gd name="connsiteX3" fmla="*/ 22660 w 82593"/>
                <a:gd name="connsiteY3" fmla="*/ 5705 h 102900"/>
                <a:gd name="connsiteX4" fmla="*/ 717 w 82593"/>
                <a:gd name="connsiteY4" fmla="*/ 96251 h 102900"/>
                <a:gd name="connsiteX5" fmla="*/ 260 w 82593"/>
                <a:gd name="connsiteY5" fmla="*/ 98753 h 102900"/>
                <a:gd name="connsiteX6" fmla="*/ 4527 w 82593"/>
                <a:gd name="connsiteY6" fmla="*/ 102976 h 102900"/>
                <a:gd name="connsiteX7" fmla="*/ 9860 w 82593"/>
                <a:gd name="connsiteY7" fmla="*/ 99692 h 102900"/>
                <a:gd name="connsiteX8" fmla="*/ 18241 w 82593"/>
                <a:gd name="connsiteY8" fmla="*/ 66069 h 102900"/>
                <a:gd name="connsiteX9" fmla="*/ 33023 w 82593"/>
                <a:gd name="connsiteY9" fmla="*/ 70917 h 102900"/>
                <a:gd name="connsiteX10" fmla="*/ 53290 w 82593"/>
                <a:gd name="connsiteY10" fmla="*/ 59501 h 102900"/>
                <a:gd name="connsiteX11" fmla="*/ 67005 w 82593"/>
                <a:gd name="connsiteY11" fmla="*/ 70917 h 102900"/>
                <a:gd name="connsiteX12" fmla="*/ 78281 w 82593"/>
                <a:gd name="connsiteY12" fmla="*/ 62316 h 102900"/>
                <a:gd name="connsiteX13" fmla="*/ 82853 w 82593"/>
                <a:gd name="connsiteY13" fmla="*/ 46834 h 102900"/>
                <a:gd name="connsiteX14" fmla="*/ 81024 w 82593"/>
                <a:gd name="connsiteY14" fmla="*/ 45270 h 102900"/>
                <a:gd name="connsiteX15" fmla="*/ 78891 w 82593"/>
                <a:gd name="connsiteY15" fmla="*/ 48085 h 102900"/>
                <a:gd name="connsiteX16" fmla="*/ 67309 w 82593"/>
                <a:gd name="connsiteY16" fmla="*/ 67476 h 102900"/>
                <a:gd name="connsiteX17" fmla="*/ 62738 w 82593"/>
                <a:gd name="connsiteY17" fmla="*/ 60283 h 102900"/>
                <a:gd name="connsiteX18" fmla="*/ 65786 w 82593"/>
                <a:gd name="connsiteY18" fmla="*/ 44019 h 102900"/>
                <a:gd name="connsiteX19" fmla="*/ 70052 w 82593"/>
                <a:gd name="connsiteY19" fmla="*/ 27129 h 102900"/>
                <a:gd name="connsiteX20" fmla="*/ 72643 w 82593"/>
                <a:gd name="connsiteY20" fmla="*/ 16495 h 102900"/>
                <a:gd name="connsiteX21" fmla="*/ 74929 w 82593"/>
                <a:gd name="connsiteY21" fmla="*/ 6017 h 102900"/>
                <a:gd name="connsiteX22" fmla="*/ 70510 w 82593"/>
                <a:gd name="connsiteY22" fmla="*/ 1795 h 102900"/>
                <a:gd name="connsiteX23" fmla="*/ 64567 w 82593"/>
                <a:gd name="connsiteY23" fmla="*/ 7268 h 102900"/>
                <a:gd name="connsiteX24" fmla="*/ 57404 w 82593"/>
                <a:gd name="connsiteY24" fmla="*/ 36512 h 102900"/>
                <a:gd name="connsiteX25" fmla="*/ 53442 w 82593"/>
                <a:gd name="connsiteY25" fmla="*/ 52464 h 102900"/>
                <a:gd name="connsiteX26" fmla="*/ 33632 w 82593"/>
                <a:gd name="connsiteY26" fmla="*/ 67476 h 102900"/>
                <a:gd name="connsiteX27" fmla="*/ 22356 w 82593"/>
                <a:gd name="connsiteY27" fmla="*/ 53871 h 102900"/>
                <a:gd name="connsiteX28" fmla="*/ 24489 w 82593"/>
                <a:gd name="connsiteY28" fmla="*/ 40578 h 102900"/>
                <a:gd name="connsiteX29" fmla="*/ 30889 w 82593"/>
                <a:gd name="connsiteY29" fmla="*/ 14306 h 10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2593" h="102900">
                  <a:moveTo>
                    <a:pt x="30889" y="14306"/>
                  </a:moveTo>
                  <a:cubicBezTo>
                    <a:pt x="31651" y="11022"/>
                    <a:pt x="33175" y="5079"/>
                    <a:pt x="33175" y="4297"/>
                  </a:cubicBezTo>
                  <a:cubicBezTo>
                    <a:pt x="33175" y="1639"/>
                    <a:pt x="31346" y="75"/>
                    <a:pt x="28756" y="75"/>
                  </a:cubicBezTo>
                  <a:cubicBezTo>
                    <a:pt x="28299" y="75"/>
                    <a:pt x="24032" y="231"/>
                    <a:pt x="22660" y="5705"/>
                  </a:cubicBezTo>
                  <a:lnTo>
                    <a:pt x="717" y="96251"/>
                  </a:lnTo>
                  <a:cubicBezTo>
                    <a:pt x="260" y="98128"/>
                    <a:pt x="260" y="98441"/>
                    <a:pt x="260" y="98753"/>
                  </a:cubicBezTo>
                  <a:cubicBezTo>
                    <a:pt x="260" y="101099"/>
                    <a:pt x="1936" y="102976"/>
                    <a:pt x="4527" y="102976"/>
                  </a:cubicBezTo>
                  <a:cubicBezTo>
                    <a:pt x="7727" y="102976"/>
                    <a:pt x="9555" y="100161"/>
                    <a:pt x="9860" y="99692"/>
                  </a:cubicBezTo>
                  <a:cubicBezTo>
                    <a:pt x="10470" y="98284"/>
                    <a:pt x="12451" y="90152"/>
                    <a:pt x="18241" y="66069"/>
                  </a:cubicBezTo>
                  <a:cubicBezTo>
                    <a:pt x="23118" y="70291"/>
                    <a:pt x="29975" y="70917"/>
                    <a:pt x="33023" y="70917"/>
                  </a:cubicBezTo>
                  <a:cubicBezTo>
                    <a:pt x="43690" y="70917"/>
                    <a:pt x="49633" y="63880"/>
                    <a:pt x="53290" y="59501"/>
                  </a:cubicBezTo>
                  <a:cubicBezTo>
                    <a:pt x="54661" y="66538"/>
                    <a:pt x="60300" y="70917"/>
                    <a:pt x="67005" y="70917"/>
                  </a:cubicBezTo>
                  <a:cubicBezTo>
                    <a:pt x="72338" y="70917"/>
                    <a:pt x="75843" y="67320"/>
                    <a:pt x="78281" y="62316"/>
                  </a:cubicBezTo>
                  <a:cubicBezTo>
                    <a:pt x="80872" y="56686"/>
                    <a:pt x="82853" y="47146"/>
                    <a:pt x="82853" y="46834"/>
                  </a:cubicBezTo>
                  <a:cubicBezTo>
                    <a:pt x="82853" y="45270"/>
                    <a:pt x="81481" y="45270"/>
                    <a:pt x="81024" y="45270"/>
                  </a:cubicBezTo>
                  <a:cubicBezTo>
                    <a:pt x="79500" y="45270"/>
                    <a:pt x="79348" y="45895"/>
                    <a:pt x="78891" y="48085"/>
                  </a:cubicBezTo>
                  <a:cubicBezTo>
                    <a:pt x="76300" y="58250"/>
                    <a:pt x="73557" y="67476"/>
                    <a:pt x="67309" y="67476"/>
                  </a:cubicBezTo>
                  <a:cubicBezTo>
                    <a:pt x="63195" y="67476"/>
                    <a:pt x="62738" y="63410"/>
                    <a:pt x="62738" y="60283"/>
                  </a:cubicBezTo>
                  <a:cubicBezTo>
                    <a:pt x="62738" y="56842"/>
                    <a:pt x="64567" y="49492"/>
                    <a:pt x="65786" y="44019"/>
                  </a:cubicBezTo>
                  <a:lnTo>
                    <a:pt x="70052" y="27129"/>
                  </a:lnTo>
                  <a:cubicBezTo>
                    <a:pt x="70510" y="24783"/>
                    <a:pt x="72033" y="18841"/>
                    <a:pt x="72643" y="16495"/>
                  </a:cubicBezTo>
                  <a:cubicBezTo>
                    <a:pt x="73405" y="12898"/>
                    <a:pt x="74929" y="6956"/>
                    <a:pt x="74929" y="6017"/>
                  </a:cubicBezTo>
                  <a:cubicBezTo>
                    <a:pt x="74929" y="3202"/>
                    <a:pt x="72795" y="1795"/>
                    <a:pt x="70510" y="1795"/>
                  </a:cubicBezTo>
                  <a:cubicBezTo>
                    <a:pt x="69748" y="1795"/>
                    <a:pt x="65786" y="1951"/>
                    <a:pt x="64567" y="7268"/>
                  </a:cubicBezTo>
                  <a:lnTo>
                    <a:pt x="57404" y="36512"/>
                  </a:lnTo>
                  <a:cubicBezTo>
                    <a:pt x="55576" y="44332"/>
                    <a:pt x="53900" y="50900"/>
                    <a:pt x="53442" y="52464"/>
                  </a:cubicBezTo>
                  <a:cubicBezTo>
                    <a:pt x="53290" y="53245"/>
                    <a:pt x="45975" y="67476"/>
                    <a:pt x="33632" y="67476"/>
                  </a:cubicBezTo>
                  <a:cubicBezTo>
                    <a:pt x="26013" y="67476"/>
                    <a:pt x="22356" y="62316"/>
                    <a:pt x="22356" y="53871"/>
                  </a:cubicBezTo>
                  <a:cubicBezTo>
                    <a:pt x="22356" y="49336"/>
                    <a:pt x="23422" y="44957"/>
                    <a:pt x="24489" y="40578"/>
                  </a:cubicBezTo>
                  <a:lnTo>
                    <a:pt x="30889" y="143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07" name="Freeform: Shape 3206">
              <a:extLst>
                <a:ext uri="{FF2B5EF4-FFF2-40B4-BE49-F238E27FC236}">
                  <a16:creationId xmlns:a16="http://schemas.microsoft.com/office/drawing/2014/main" id="{91B1E737-1B57-701F-8510-26978EBDD9C4}"/>
                </a:ext>
              </a:extLst>
            </p:cNvPr>
            <p:cNvSpPr/>
            <p:nvPr>
              <p:custDataLst>
                <p:tags r:id="rId93"/>
              </p:custDataLst>
            </p:nvPr>
          </p:nvSpPr>
          <p:spPr>
            <a:xfrm>
              <a:off x="11354163" y="6328384"/>
              <a:ext cx="47148" cy="72687"/>
            </a:xfrm>
            <a:custGeom>
              <a:avLst/>
              <a:gdLst>
                <a:gd name="connsiteX0" fmla="*/ 47414 w 47148"/>
                <a:gd name="connsiteY0" fmla="*/ 52835 h 72687"/>
                <a:gd name="connsiteX1" fmla="*/ 43787 w 47148"/>
                <a:gd name="connsiteY1" fmla="*/ 52835 h 72687"/>
                <a:gd name="connsiteX2" fmla="*/ 41014 w 47148"/>
                <a:gd name="connsiteY2" fmla="*/ 62796 h 72687"/>
                <a:gd name="connsiteX3" fmla="*/ 30453 w 47148"/>
                <a:gd name="connsiteY3" fmla="*/ 63453 h 72687"/>
                <a:gd name="connsiteX4" fmla="*/ 10826 w 47148"/>
                <a:gd name="connsiteY4" fmla="*/ 63453 h 72687"/>
                <a:gd name="connsiteX5" fmla="*/ 32160 w 47148"/>
                <a:gd name="connsiteY5" fmla="*/ 45062 h 72687"/>
                <a:gd name="connsiteX6" fmla="*/ 47414 w 47148"/>
                <a:gd name="connsiteY6" fmla="*/ 21417 h 72687"/>
                <a:gd name="connsiteX7" fmla="*/ 22453 w 47148"/>
                <a:gd name="connsiteY7" fmla="*/ 71 h 72687"/>
                <a:gd name="connsiteX8" fmla="*/ 266 w 47148"/>
                <a:gd name="connsiteY8" fmla="*/ 19666 h 72687"/>
                <a:gd name="connsiteX9" fmla="*/ 5919 w 47148"/>
                <a:gd name="connsiteY9" fmla="*/ 25796 h 72687"/>
                <a:gd name="connsiteX10" fmla="*/ 11573 w 47148"/>
                <a:gd name="connsiteY10" fmla="*/ 19994 h 72687"/>
                <a:gd name="connsiteX11" fmla="*/ 5279 w 47148"/>
                <a:gd name="connsiteY11" fmla="*/ 14192 h 72687"/>
                <a:gd name="connsiteX12" fmla="*/ 20853 w 47148"/>
                <a:gd name="connsiteY12" fmla="*/ 4011 h 72687"/>
                <a:gd name="connsiteX13" fmla="*/ 37067 w 47148"/>
                <a:gd name="connsiteY13" fmla="*/ 21417 h 72687"/>
                <a:gd name="connsiteX14" fmla="*/ 27040 w 47148"/>
                <a:gd name="connsiteY14" fmla="*/ 42435 h 72687"/>
                <a:gd name="connsiteX15" fmla="*/ 1332 w 47148"/>
                <a:gd name="connsiteY15" fmla="*/ 68489 h 72687"/>
                <a:gd name="connsiteX16" fmla="*/ 266 w 47148"/>
                <a:gd name="connsiteY16" fmla="*/ 72758 h 72687"/>
                <a:gd name="connsiteX17" fmla="*/ 44214 w 47148"/>
                <a:gd name="connsiteY17" fmla="*/ 72758 h 72687"/>
                <a:gd name="connsiteX18" fmla="*/ 47414 w 47148"/>
                <a:gd name="connsiteY18" fmla="*/ 52835 h 72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148" h="72687">
                  <a:moveTo>
                    <a:pt x="47414" y="52835"/>
                  </a:moveTo>
                  <a:lnTo>
                    <a:pt x="43787" y="52835"/>
                  </a:lnTo>
                  <a:cubicBezTo>
                    <a:pt x="43467" y="55243"/>
                    <a:pt x="42400" y="61702"/>
                    <a:pt x="41014" y="62796"/>
                  </a:cubicBezTo>
                  <a:cubicBezTo>
                    <a:pt x="40160" y="63453"/>
                    <a:pt x="31947" y="63453"/>
                    <a:pt x="30453" y="63453"/>
                  </a:cubicBezTo>
                  <a:lnTo>
                    <a:pt x="10826" y="63453"/>
                  </a:lnTo>
                  <a:cubicBezTo>
                    <a:pt x="22026" y="53273"/>
                    <a:pt x="25760" y="50207"/>
                    <a:pt x="32160" y="45062"/>
                  </a:cubicBezTo>
                  <a:cubicBezTo>
                    <a:pt x="40054" y="38604"/>
                    <a:pt x="47414" y="31817"/>
                    <a:pt x="47414" y="21417"/>
                  </a:cubicBezTo>
                  <a:cubicBezTo>
                    <a:pt x="47414" y="8171"/>
                    <a:pt x="36107" y="71"/>
                    <a:pt x="22453" y="71"/>
                  </a:cubicBezTo>
                  <a:cubicBezTo>
                    <a:pt x="9226" y="71"/>
                    <a:pt x="266" y="9594"/>
                    <a:pt x="266" y="19666"/>
                  </a:cubicBezTo>
                  <a:cubicBezTo>
                    <a:pt x="266" y="25249"/>
                    <a:pt x="4853" y="25796"/>
                    <a:pt x="5919" y="25796"/>
                  </a:cubicBezTo>
                  <a:cubicBezTo>
                    <a:pt x="8479" y="25796"/>
                    <a:pt x="11573" y="23935"/>
                    <a:pt x="11573" y="19994"/>
                  </a:cubicBezTo>
                  <a:cubicBezTo>
                    <a:pt x="11573" y="18024"/>
                    <a:pt x="10826" y="14192"/>
                    <a:pt x="5279" y="14192"/>
                  </a:cubicBezTo>
                  <a:cubicBezTo>
                    <a:pt x="8586" y="6420"/>
                    <a:pt x="15840" y="4011"/>
                    <a:pt x="20853" y="4011"/>
                  </a:cubicBezTo>
                  <a:cubicBezTo>
                    <a:pt x="31520" y="4011"/>
                    <a:pt x="37067" y="12550"/>
                    <a:pt x="37067" y="21417"/>
                  </a:cubicBezTo>
                  <a:cubicBezTo>
                    <a:pt x="37067" y="30941"/>
                    <a:pt x="30453" y="38494"/>
                    <a:pt x="27040" y="42435"/>
                  </a:cubicBezTo>
                  <a:lnTo>
                    <a:pt x="1332" y="68489"/>
                  </a:lnTo>
                  <a:cubicBezTo>
                    <a:pt x="266" y="69474"/>
                    <a:pt x="266" y="69693"/>
                    <a:pt x="266" y="72758"/>
                  </a:cubicBezTo>
                  <a:lnTo>
                    <a:pt x="44214" y="72758"/>
                  </a:lnTo>
                  <a:lnTo>
                    <a:pt x="47414" y="5283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3253" name="Group 3252" descr="\documentclass{article}&#10;\usepackage{amsmath}&#10;\usepackage{amsfonts}&#10;\pagestyle{empty}&#10;\begin{document}&#10;&#10;&#10;\[&#10;\mathrm{Var}(Y) = \mu \cdot (1 - \mu)&#10;\]&#10;&#10;&#10;&#10;&#10;&#10;\end{document}" title="IguanaTex Shape Display">
            <a:extLst>
              <a:ext uri="{FF2B5EF4-FFF2-40B4-BE49-F238E27FC236}">
                <a16:creationId xmlns:a16="http://schemas.microsoft.com/office/drawing/2014/main" id="{E9F48B69-F366-0CCD-7925-F9FD2F3E6E53}"/>
              </a:ext>
            </a:extLst>
          </p:cNvPr>
          <p:cNvGrpSpPr>
            <a:grpSpLocks noChangeAspect="1"/>
          </p:cNvGrpSpPr>
          <p:nvPr>
            <p:custDataLst>
              <p:tags r:id="rId7"/>
            </p:custDataLst>
          </p:nvPr>
        </p:nvGrpSpPr>
        <p:grpSpPr>
          <a:xfrm>
            <a:off x="7221824" y="5681170"/>
            <a:ext cx="1335098" cy="149085"/>
            <a:chOff x="10181682" y="6557486"/>
            <a:chExt cx="1335098" cy="149085"/>
          </a:xfrm>
        </p:grpSpPr>
        <p:sp>
          <p:nvSpPr>
            <p:cNvPr id="3239" name="Freeform: Shape 3238">
              <a:extLst>
                <a:ext uri="{FF2B5EF4-FFF2-40B4-BE49-F238E27FC236}">
                  <a16:creationId xmlns:a16="http://schemas.microsoft.com/office/drawing/2014/main" id="{AAFA0FD7-FFAA-BDE1-B9CD-04AFDD398B88}"/>
                </a:ext>
              </a:extLst>
            </p:cNvPr>
            <p:cNvSpPr/>
            <p:nvPr>
              <p:custDataLst>
                <p:tags r:id="rId69"/>
              </p:custDataLst>
            </p:nvPr>
          </p:nvSpPr>
          <p:spPr>
            <a:xfrm>
              <a:off x="10181682" y="6567474"/>
              <a:ext cx="108107" cy="105105"/>
            </a:xfrm>
            <a:custGeom>
              <a:avLst/>
              <a:gdLst>
                <a:gd name="connsiteX0" fmla="*/ 91724 w 108107"/>
                <a:gd name="connsiteY0" fmla="*/ 14685 h 105105"/>
                <a:gd name="connsiteX1" fmla="*/ 108297 w 108107"/>
                <a:gd name="connsiteY1" fmla="*/ 4696 h 105105"/>
                <a:gd name="connsiteX2" fmla="*/ 108297 w 108107"/>
                <a:gd name="connsiteY2" fmla="*/ 75 h 105105"/>
                <a:gd name="connsiteX3" fmla="*/ 93548 w 108107"/>
                <a:gd name="connsiteY3" fmla="*/ 522 h 105105"/>
                <a:gd name="connsiteX4" fmla="*/ 76214 w 108107"/>
                <a:gd name="connsiteY4" fmla="*/ 75 h 105105"/>
                <a:gd name="connsiteX5" fmla="*/ 76214 w 108107"/>
                <a:gd name="connsiteY5" fmla="*/ 4696 h 105105"/>
                <a:gd name="connsiteX6" fmla="*/ 87314 w 108107"/>
                <a:gd name="connsiteY6" fmla="*/ 12151 h 105105"/>
                <a:gd name="connsiteX7" fmla="*/ 86554 w 108107"/>
                <a:gd name="connsiteY7" fmla="*/ 15132 h 105105"/>
                <a:gd name="connsiteX8" fmla="*/ 58729 w 108107"/>
                <a:gd name="connsiteY8" fmla="*/ 86992 h 105105"/>
                <a:gd name="connsiteX9" fmla="*/ 29687 w 108107"/>
                <a:gd name="connsiteY9" fmla="*/ 11703 h 105105"/>
                <a:gd name="connsiteX10" fmla="*/ 28775 w 108107"/>
                <a:gd name="connsiteY10" fmla="*/ 9020 h 105105"/>
                <a:gd name="connsiteX11" fmla="*/ 41243 w 108107"/>
                <a:gd name="connsiteY11" fmla="*/ 4696 h 105105"/>
                <a:gd name="connsiteX12" fmla="*/ 41243 w 108107"/>
                <a:gd name="connsiteY12" fmla="*/ 75 h 105105"/>
                <a:gd name="connsiteX13" fmla="*/ 19500 w 108107"/>
                <a:gd name="connsiteY13" fmla="*/ 522 h 105105"/>
                <a:gd name="connsiteX14" fmla="*/ 189 w 108107"/>
                <a:gd name="connsiteY14" fmla="*/ 75 h 105105"/>
                <a:gd name="connsiteX15" fmla="*/ 189 w 108107"/>
                <a:gd name="connsiteY15" fmla="*/ 4696 h 105105"/>
                <a:gd name="connsiteX16" fmla="*/ 15090 w 108107"/>
                <a:gd name="connsiteY16" fmla="*/ 10362 h 105105"/>
                <a:gd name="connsiteX17" fmla="*/ 50366 w 108107"/>
                <a:gd name="connsiteY17" fmla="*/ 101900 h 105105"/>
                <a:gd name="connsiteX18" fmla="*/ 54167 w 108107"/>
                <a:gd name="connsiteY18" fmla="*/ 105180 h 105105"/>
                <a:gd name="connsiteX19" fmla="*/ 57816 w 108107"/>
                <a:gd name="connsiteY19" fmla="*/ 102348 h 105105"/>
                <a:gd name="connsiteX20" fmla="*/ 91724 w 108107"/>
                <a:gd name="connsiteY20" fmla="*/ 14685 h 10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8107" h="105105">
                  <a:moveTo>
                    <a:pt x="91724" y="14685"/>
                  </a:moveTo>
                  <a:cubicBezTo>
                    <a:pt x="93852" y="9169"/>
                    <a:pt x="97958" y="4845"/>
                    <a:pt x="108297" y="4696"/>
                  </a:cubicBezTo>
                  <a:lnTo>
                    <a:pt x="108297" y="75"/>
                  </a:lnTo>
                  <a:cubicBezTo>
                    <a:pt x="103584" y="373"/>
                    <a:pt x="97502" y="522"/>
                    <a:pt x="93548" y="522"/>
                  </a:cubicBezTo>
                  <a:cubicBezTo>
                    <a:pt x="88987" y="522"/>
                    <a:pt x="80168" y="224"/>
                    <a:pt x="76214" y="75"/>
                  </a:cubicBezTo>
                  <a:lnTo>
                    <a:pt x="76214" y="4696"/>
                  </a:lnTo>
                  <a:cubicBezTo>
                    <a:pt x="84121" y="4845"/>
                    <a:pt x="87314" y="8722"/>
                    <a:pt x="87314" y="12151"/>
                  </a:cubicBezTo>
                  <a:cubicBezTo>
                    <a:pt x="87314" y="13343"/>
                    <a:pt x="86858" y="14238"/>
                    <a:pt x="86554" y="15132"/>
                  </a:cubicBezTo>
                  <a:lnTo>
                    <a:pt x="58729" y="86992"/>
                  </a:lnTo>
                  <a:lnTo>
                    <a:pt x="29687" y="11703"/>
                  </a:lnTo>
                  <a:cubicBezTo>
                    <a:pt x="28775" y="9616"/>
                    <a:pt x="28775" y="9318"/>
                    <a:pt x="28775" y="9020"/>
                  </a:cubicBezTo>
                  <a:cubicBezTo>
                    <a:pt x="28775" y="4696"/>
                    <a:pt x="37442" y="4696"/>
                    <a:pt x="41243" y="4696"/>
                  </a:cubicBezTo>
                  <a:lnTo>
                    <a:pt x="41243" y="75"/>
                  </a:lnTo>
                  <a:cubicBezTo>
                    <a:pt x="35769" y="522"/>
                    <a:pt x="25278" y="522"/>
                    <a:pt x="19500" y="522"/>
                  </a:cubicBezTo>
                  <a:cubicBezTo>
                    <a:pt x="12201" y="522"/>
                    <a:pt x="5663" y="224"/>
                    <a:pt x="189" y="75"/>
                  </a:cubicBezTo>
                  <a:lnTo>
                    <a:pt x="189" y="4696"/>
                  </a:lnTo>
                  <a:cubicBezTo>
                    <a:pt x="10073" y="4696"/>
                    <a:pt x="12962" y="4696"/>
                    <a:pt x="15090" y="10362"/>
                  </a:cubicBezTo>
                  <a:lnTo>
                    <a:pt x="50366" y="101900"/>
                  </a:lnTo>
                  <a:cubicBezTo>
                    <a:pt x="51430" y="104733"/>
                    <a:pt x="52191" y="105180"/>
                    <a:pt x="54167" y="105180"/>
                  </a:cubicBezTo>
                  <a:cubicBezTo>
                    <a:pt x="56752" y="105180"/>
                    <a:pt x="57056" y="104435"/>
                    <a:pt x="57816" y="102348"/>
                  </a:cubicBezTo>
                  <a:lnTo>
                    <a:pt x="91724" y="1468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40" name="Freeform: Shape 3239">
              <a:extLst>
                <a:ext uri="{FF2B5EF4-FFF2-40B4-BE49-F238E27FC236}">
                  <a16:creationId xmlns:a16="http://schemas.microsoft.com/office/drawing/2014/main" id="{FB0B8279-BC86-F4A5-EC95-537D27247871}"/>
                </a:ext>
              </a:extLst>
            </p:cNvPr>
            <p:cNvSpPr/>
            <p:nvPr>
              <p:custDataLst>
                <p:tags r:id="rId70"/>
              </p:custDataLst>
            </p:nvPr>
          </p:nvSpPr>
          <p:spPr>
            <a:xfrm>
              <a:off x="10286546" y="6602509"/>
              <a:ext cx="68574" cy="68430"/>
            </a:xfrm>
            <a:custGeom>
              <a:avLst/>
              <a:gdLst>
                <a:gd name="connsiteX0" fmla="*/ 44443 w 68574"/>
                <a:gd name="connsiteY0" fmla="*/ 55535 h 68430"/>
                <a:gd name="connsiteX1" fmla="*/ 56303 w 68574"/>
                <a:gd name="connsiteY1" fmla="*/ 67760 h 68430"/>
                <a:gd name="connsiteX2" fmla="*/ 68771 w 68574"/>
                <a:gd name="connsiteY2" fmla="*/ 53597 h 68430"/>
                <a:gd name="connsiteX3" fmla="*/ 68771 w 68574"/>
                <a:gd name="connsiteY3" fmla="*/ 45248 h 68430"/>
                <a:gd name="connsiteX4" fmla="*/ 64969 w 68574"/>
                <a:gd name="connsiteY4" fmla="*/ 45248 h 68430"/>
                <a:gd name="connsiteX5" fmla="*/ 64969 w 68574"/>
                <a:gd name="connsiteY5" fmla="*/ 53597 h 68430"/>
                <a:gd name="connsiteX6" fmla="*/ 59496 w 68574"/>
                <a:gd name="connsiteY6" fmla="*/ 63138 h 68430"/>
                <a:gd name="connsiteX7" fmla="*/ 53870 w 68574"/>
                <a:gd name="connsiteY7" fmla="*/ 55684 h 68430"/>
                <a:gd name="connsiteX8" fmla="*/ 53870 w 68574"/>
                <a:gd name="connsiteY8" fmla="*/ 25867 h 68430"/>
                <a:gd name="connsiteX9" fmla="*/ 48396 w 68574"/>
                <a:gd name="connsiteY9" fmla="*/ 8274 h 68430"/>
                <a:gd name="connsiteX10" fmla="*/ 27565 w 68574"/>
                <a:gd name="connsiteY10" fmla="*/ 75 h 68430"/>
                <a:gd name="connsiteX11" fmla="*/ 4605 w 68574"/>
                <a:gd name="connsiteY11" fmla="*/ 16921 h 68430"/>
                <a:gd name="connsiteX12" fmla="*/ 11600 w 68574"/>
                <a:gd name="connsiteY12" fmla="*/ 23928 h 68430"/>
                <a:gd name="connsiteX13" fmla="*/ 18594 w 68574"/>
                <a:gd name="connsiteY13" fmla="*/ 17071 h 68430"/>
                <a:gd name="connsiteX14" fmla="*/ 10839 w 68574"/>
                <a:gd name="connsiteY14" fmla="*/ 10213 h 68430"/>
                <a:gd name="connsiteX15" fmla="*/ 27261 w 68574"/>
                <a:gd name="connsiteY15" fmla="*/ 3355 h 68430"/>
                <a:gd name="connsiteX16" fmla="*/ 43378 w 68574"/>
                <a:gd name="connsiteY16" fmla="*/ 22438 h 68430"/>
                <a:gd name="connsiteX17" fmla="*/ 43378 w 68574"/>
                <a:gd name="connsiteY17" fmla="*/ 27954 h 68430"/>
                <a:gd name="connsiteX18" fmla="*/ 15401 w 68574"/>
                <a:gd name="connsiteY18" fmla="*/ 33321 h 68430"/>
                <a:gd name="connsiteX19" fmla="*/ 196 w 68574"/>
                <a:gd name="connsiteY19" fmla="*/ 52702 h 68430"/>
                <a:gd name="connsiteX20" fmla="*/ 24524 w 68574"/>
                <a:gd name="connsiteY20" fmla="*/ 68505 h 68430"/>
                <a:gd name="connsiteX21" fmla="*/ 44443 w 68574"/>
                <a:gd name="connsiteY21" fmla="*/ 55535 h 68430"/>
                <a:gd name="connsiteX22" fmla="*/ 43378 w 68574"/>
                <a:gd name="connsiteY22" fmla="*/ 31085 h 68430"/>
                <a:gd name="connsiteX23" fmla="*/ 43378 w 68574"/>
                <a:gd name="connsiteY23" fmla="*/ 45993 h 68430"/>
                <a:gd name="connsiteX24" fmla="*/ 25588 w 68574"/>
                <a:gd name="connsiteY24" fmla="*/ 65225 h 68430"/>
                <a:gd name="connsiteX25" fmla="*/ 11904 w 68574"/>
                <a:gd name="connsiteY25" fmla="*/ 52553 h 68430"/>
                <a:gd name="connsiteX26" fmla="*/ 43378 w 68574"/>
                <a:gd name="connsiteY26" fmla="*/ 31085 h 68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8574" h="68430">
                  <a:moveTo>
                    <a:pt x="44443" y="55535"/>
                  </a:moveTo>
                  <a:cubicBezTo>
                    <a:pt x="45051" y="61498"/>
                    <a:pt x="49156" y="67760"/>
                    <a:pt x="56303" y="67760"/>
                  </a:cubicBezTo>
                  <a:cubicBezTo>
                    <a:pt x="59496" y="67760"/>
                    <a:pt x="68771" y="65673"/>
                    <a:pt x="68771" y="53597"/>
                  </a:cubicBezTo>
                  <a:lnTo>
                    <a:pt x="68771" y="45248"/>
                  </a:lnTo>
                  <a:lnTo>
                    <a:pt x="64969" y="45248"/>
                  </a:lnTo>
                  <a:lnTo>
                    <a:pt x="64969" y="53597"/>
                  </a:lnTo>
                  <a:cubicBezTo>
                    <a:pt x="64969" y="62244"/>
                    <a:pt x="61168" y="63138"/>
                    <a:pt x="59496" y="63138"/>
                  </a:cubicBezTo>
                  <a:cubicBezTo>
                    <a:pt x="54478" y="63138"/>
                    <a:pt x="53870" y="56429"/>
                    <a:pt x="53870" y="55684"/>
                  </a:cubicBezTo>
                  <a:lnTo>
                    <a:pt x="53870" y="25867"/>
                  </a:lnTo>
                  <a:cubicBezTo>
                    <a:pt x="53870" y="19605"/>
                    <a:pt x="53870" y="13791"/>
                    <a:pt x="48396" y="8274"/>
                  </a:cubicBezTo>
                  <a:cubicBezTo>
                    <a:pt x="42466" y="2460"/>
                    <a:pt x="34863" y="75"/>
                    <a:pt x="27565" y="75"/>
                  </a:cubicBezTo>
                  <a:cubicBezTo>
                    <a:pt x="15097" y="75"/>
                    <a:pt x="4605" y="7082"/>
                    <a:pt x="4605" y="16921"/>
                  </a:cubicBezTo>
                  <a:cubicBezTo>
                    <a:pt x="4605" y="21394"/>
                    <a:pt x="7646" y="23928"/>
                    <a:pt x="11600" y="23928"/>
                  </a:cubicBezTo>
                  <a:cubicBezTo>
                    <a:pt x="15857" y="23928"/>
                    <a:pt x="18594" y="20947"/>
                    <a:pt x="18594" y="17071"/>
                  </a:cubicBezTo>
                  <a:cubicBezTo>
                    <a:pt x="18594" y="15281"/>
                    <a:pt x="17834" y="10362"/>
                    <a:pt x="10839" y="10213"/>
                  </a:cubicBezTo>
                  <a:cubicBezTo>
                    <a:pt x="14945" y="4995"/>
                    <a:pt x="22395" y="3355"/>
                    <a:pt x="27261" y="3355"/>
                  </a:cubicBezTo>
                  <a:cubicBezTo>
                    <a:pt x="34711" y="3355"/>
                    <a:pt x="43378" y="9169"/>
                    <a:pt x="43378" y="22438"/>
                  </a:cubicBezTo>
                  <a:lnTo>
                    <a:pt x="43378" y="27954"/>
                  </a:lnTo>
                  <a:cubicBezTo>
                    <a:pt x="35624" y="28401"/>
                    <a:pt x="24980" y="28848"/>
                    <a:pt x="15401" y="33321"/>
                  </a:cubicBezTo>
                  <a:cubicBezTo>
                    <a:pt x="3997" y="38390"/>
                    <a:pt x="196" y="46142"/>
                    <a:pt x="196" y="52702"/>
                  </a:cubicBezTo>
                  <a:cubicBezTo>
                    <a:pt x="196" y="64778"/>
                    <a:pt x="14945" y="68505"/>
                    <a:pt x="24524" y="68505"/>
                  </a:cubicBezTo>
                  <a:cubicBezTo>
                    <a:pt x="34559" y="68505"/>
                    <a:pt x="41554" y="62542"/>
                    <a:pt x="44443" y="55535"/>
                  </a:cubicBezTo>
                  <a:close/>
                  <a:moveTo>
                    <a:pt x="43378" y="31085"/>
                  </a:moveTo>
                  <a:lnTo>
                    <a:pt x="43378" y="45993"/>
                  </a:lnTo>
                  <a:cubicBezTo>
                    <a:pt x="43378" y="60156"/>
                    <a:pt x="32431" y="65225"/>
                    <a:pt x="25588" y="65225"/>
                  </a:cubicBezTo>
                  <a:cubicBezTo>
                    <a:pt x="18138" y="65225"/>
                    <a:pt x="11904" y="60007"/>
                    <a:pt x="11904" y="52553"/>
                  </a:cubicBezTo>
                  <a:cubicBezTo>
                    <a:pt x="11904" y="44353"/>
                    <a:pt x="18290" y="31979"/>
                    <a:pt x="43378" y="3108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41" name="Freeform: Shape 3240">
              <a:extLst>
                <a:ext uri="{FF2B5EF4-FFF2-40B4-BE49-F238E27FC236}">
                  <a16:creationId xmlns:a16="http://schemas.microsoft.com/office/drawing/2014/main" id="{73E36D37-BF0A-215C-DF4E-2D4D8CB89524}"/>
                </a:ext>
              </a:extLst>
            </p:cNvPr>
            <p:cNvSpPr/>
            <p:nvPr>
              <p:custDataLst>
                <p:tags r:id="rId71"/>
              </p:custDataLst>
            </p:nvPr>
          </p:nvSpPr>
          <p:spPr>
            <a:xfrm>
              <a:off x="10360443" y="6603404"/>
              <a:ext cx="51088" cy="65895"/>
            </a:xfrm>
            <a:custGeom>
              <a:avLst/>
              <a:gdLst>
                <a:gd name="connsiteX0" fmla="*/ 21336 w 51088"/>
                <a:gd name="connsiteY0" fmla="*/ 16474 h 65895"/>
                <a:gd name="connsiteX1" fmla="*/ 21336 w 51088"/>
                <a:gd name="connsiteY1" fmla="*/ 75 h 65895"/>
                <a:gd name="connsiteX2" fmla="*/ 201 w 51088"/>
                <a:gd name="connsiteY2" fmla="*/ 1715 h 65895"/>
                <a:gd name="connsiteX3" fmla="*/ 201 w 51088"/>
                <a:gd name="connsiteY3" fmla="*/ 6336 h 65895"/>
                <a:gd name="connsiteX4" fmla="*/ 12061 w 51088"/>
                <a:gd name="connsiteY4" fmla="*/ 14685 h 65895"/>
                <a:gd name="connsiteX5" fmla="*/ 12061 w 51088"/>
                <a:gd name="connsiteY5" fmla="*/ 54640 h 65895"/>
                <a:gd name="connsiteX6" fmla="*/ 201 w 51088"/>
                <a:gd name="connsiteY6" fmla="*/ 61349 h 65895"/>
                <a:gd name="connsiteX7" fmla="*/ 201 w 51088"/>
                <a:gd name="connsiteY7" fmla="*/ 65971 h 65895"/>
                <a:gd name="connsiteX8" fmla="*/ 17535 w 51088"/>
                <a:gd name="connsiteY8" fmla="*/ 65523 h 65895"/>
                <a:gd name="connsiteX9" fmla="*/ 36845 w 51088"/>
                <a:gd name="connsiteY9" fmla="*/ 65971 h 65895"/>
                <a:gd name="connsiteX10" fmla="*/ 36845 w 51088"/>
                <a:gd name="connsiteY10" fmla="*/ 61349 h 65895"/>
                <a:gd name="connsiteX11" fmla="*/ 33652 w 51088"/>
                <a:gd name="connsiteY11" fmla="*/ 61349 h 65895"/>
                <a:gd name="connsiteX12" fmla="*/ 22096 w 51088"/>
                <a:gd name="connsiteY12" fmla="*/ 54342 h 65895"/>
                <a:gd name="connsiteX13" fmla="*/ 22096 w 51088"/>
                <a:gd name="connsiteY13" fmla="*/ 31383 h 65895"/>
                <a:gd name="connsiteX14" fmla="*/ 40038 w 51088"/>
                <a:gd name="connsiteY14" fmla="*/ 3355 h 65895"/>
                <a:gd name="connsiteX15" fmla="*/ 41711 w 51088"/>
                <a:gd name="connsiteY15" fmla="*/ 3504 h 65895"/>
                <a:gd name="connsiteX16" fmla="*/ 38214 w 51088"/>
                <a:gd name="connsiteY16" fmla="*/ 9318 h 65895"/>
                <a:gd name="connsiteX17" fmla="*/ 44752 w 51088"/>
                <a:gd name="connsiteY17" fmla="*/ 15729 h 65895"/>
                <a:gd name="connsiteX18" fmla="*/ 51290 w 51088"/>
                <a:gd name="connsiteY18" fmla="*/ 9169 h 65895"/>
                <a:gd name="connsiteX19" fmla="*/ 40038 w 51088"/>
                <a:gd name="connsiteY19" fmla="*/ 75 h 65895"/>
                <a:gd name="connsiteX20" fmla="*/ 21336 w 51088"/>
                <a:gd name="connsiteY20" fmla="*/ 16474 h 6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088" h="65895">
                  <a:moveTo>
                    <a:pt x="21336" y="16474"/>
                  </a:moveTo>
                  <a:lnTo>
                    <a:pt x="21336" y="75"/>
                  </a:lnTo>
                  <a:lnTo>
                    <a:pt x="201" y="1715"/>
                  </a:lnTo>
                  <a:lnTo>
                    <a:pt x="201" y="6336"/>
                  </a:lnTo>
                  <a:cubicBezTo>
                    <a:pt x="10844" y="6336"/>
                    <a:pt x="12061" y="7380"/>
                    <a:pt x="12061" y="14685"/>
                  </a:cubicBezTo>
                  <a:lnTo>
                    <a:pt x="12061" y="54640"/>
                  </a:lnTo>
                  <a:cubicBezTo>
                    <a:pt x="12061" y="61349"/>
                    <a:pt x="10388" y="61349"/>
                    <a:pt x="201" y="61349"/>
                  </a:cubicBezTo>
                  <a:lnTo>
                    <a:pt x="201" y="65971"/>
                  </a:lnTo>
                  <a:cubicBezTo>
                    <a:pt x="6131" y="65822"/>
                    <a:pt x="13277" y="65523"/>
                    <a:pt x="17535" y="65523"/>
                  </a:cubicBezTo>
                  <a:cubicBezTo>
                    <a:pt x="23617" y="65523"/>
                    <a:pt x="30763" y="65523"/>
                    <a:pt x="36845" y="65971"/>
                  </a:cubicBezTo>
                  <a:lnTo>
                    <a:pt x="36845" y="61349"/>
                  </a:lnTo>
                  <a:lnTo>
                    <a:pt x="33652" y="61349"/>
                  </a:lnTo>
                  <a:cubicBezTo>
                    <a:pt x="22400" y="61349"/>
                    <a:pt x="22096" y="59709"/>
                    <a:pt x="22096" y="54342"/>
                  </a:cubicBezTo>
                  <a:lnTo>
                    <a:pt x="22096" y="31383"/>
                  </a:lnTo>
                  <a:cubicBezTo>
                    <a:pt x="22096" y="16623"/>
                    <a:pt x="28482" y="3355"/>
                    <a:pt x="40038" y="3355"/>
                  </a:cubicBezTo>
                  <a:cubicBezTo>
                    <a:pt x="41102" y="3355"/>
                    <a:pt x="41407" y="3355"/>
                    <a:pt x="41711" y="3504"/>
                  </a:cubicBezTo>
                  <a:cubicBezTo>
                    <a:pt x="41255" y="3653"/>
                    <a:pt x="38214" y="5442"/>
                    <a:pt x="38214" y="9318"/>
                  </a:cubicBezTo>
                  <a:cubicBezTo>
                    <a:pt x="38214" y="13492"/>
                    <a:pt x="41407" y="15729"/>
                    <a:pt x="44752" y="15729"/>
                  </a:cubicBezTo>
                  <a:cubicBezTo>
                    <a:pt x="47489" y="15729"/>
                    <a:pt x="51290" y="13940"/>
                    <a:pt x="51290" y="9169"/>
                  </a:cubicBezTo>
                  <a:cubicBezTo>
                    <a:pt x="51290" y="4398"/>
                    <a:pt x="46576" y="75"/>
                    <a:pt x="40038" y="75"/>
                  </a:cubicBezTo>
                  <a:cubicBezTo>
                    <a:pt x="28938" y="75"/>
                    <a:pt x="23465" y="10063"/>
                    <a:pt x="21336" y="1647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42" name="Freeform: Shape 3241">
              <a:extLst>
                <a:ext uri="{FF2B5EF4-FFF2-40B4-BE49-F238E27FC236}">
                  <a16:creationId xmlns:a16="http://schemas.microsoft.com/office/drawing/2014/main" id="{07945676-E60F-A6BA-8A1C-20EE4B42A66F}"/>
                </a:ext>
              </a:extLst>
            </p:cNvPr>
            <p:cNvSpPr/>
            <p:nvPr>
              <p:custDataLst>
                <p:tags r:id="rId72"/>
              </p:custDataLst>
            </p:nvPr>
          </p:nvSpPr>
          <p:spPr>
            <a:xfrm>
              <a:off x="10430792" y="6557486"/>
              <a:ext cx="35275" cy="149085"/>
            </a:xfrm>
            <a:custGeom>
              <a:avLst/>
              <a:gdLst>
                <a:gd name="connsiteX0" fmla="*/ 35481 w 35275"/>
                <a:gd name="connsiteY0" fmla="*/ 147670 h 149085"/>
                <a:gd name="connsiteX1" fmla="*/ 32896 w 35275"/>
                <a:gd name="connsiteY1" fmla="*/ 144390 h 149085"/>
                <a:gd name="connsiteX2" fmla="*/ 9024 w 35275"/>
                <a:gd name="connsiteY2" fmla="*/ 74618 h 149085"/>
                <a:gd name="connsiteX3" fmla="*/ 33504 w 35275"/>
                <a:gd name="connsiteY3" fmla="*/ 4100 h 149085"/>
                <a:gd name="connsiteX4" fmla="*/ 35481 w 35275"/>
                <a:gd name="connsiteY4" fmla="*/ 1566 h 149085"/>
                <a:gd name="connsiteX5" fmla="*/ 33960 w 35275"/>
                <a:gd name="connsiteY5" fmla="*/ 75 h 149085"/>
                <a:gd name="connsiteX6" fmla="*/ 9784 w 35275"/>
                <a:gd name="connsiteY6" fmla="*/ 29146 h 149085"/>
                <a:gd name="connsiteX7" fmla="*/ 205 w 35275"/>
                <a:gd name="connsiteY7" fmla="*/ 74618 h 149085"/>
                <a:gd name="connsiteX8" fmla="*/ 10240 w 35275"/>
                <a:gd name="connsiteY8" fmla="*/ 121133 h 149085"/>
                <a:gd name="connsiteX9" fmla="*/ 33960 w 35275"/>
                <a:gd name="connsiteY9" fmla="*/ 149161 h 149085"/>
                <a:gd name="connsiteX10" fmla="*/ 35481 w 35275"/>
                <a:gd name="connsiteY10" fmla="*/ 147670 h 14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275" h="149085">
                  <a:moveTo>
                    <a:pt x="35481" y="147670"/>
                  </a:moveTo>
                  <a:cubicBezTo>
                    <a:pt x="35481" y="147223"/>
                    <a:pt x="35481" y="146924"/>
                    <a:pt x="32896" y="144390"/>
                  </a:cubicBezTo>
                  <a:cubicBezTo>
                    <a:pt x="13889" y="125605"/>
                    <a:pt x="9024" y="97428"/>
                    <a:pt x="9024" y="74618"/>
                  </a:cubicBezTo>
                  <a:cubicBezTo>
                    <a:pt x="9024" y="48677"/>
                    <a:pt x="14802" y="22736"/>
                    <a:pt x="33504" y="4100"/>
                  </a:cubicBezTo>
                  <a:cubicBezTo>
                    <a:pt x="35481" y="2311"/>
                    <a:pt x="35481" y="2013"/>
                    <a:pt x="35481" y="1566"/>
                  </a:cubicBezTo>
                  <a:cubicBezTo>
                    <a:pt x="35481" y="522"/>
                    <a:pt x="34872" y="75"/>
                    <a:pt x="33960" y="75"/>
                  </a:cubicBezTo>
                  <a:cubicBezTo>
                    <a:pt x="32440" y="75"/>
                    <a:pt x="18755" y="10213"/>
                    <a:pt x="9784" y="29146"/>
                  </a:cubicBezTo>
                  <a:cubicBezTo>
                    <a:pt x="2029" y="45546"/>
                    <a:pt x="205" y="62094"/>
                    <a:pt x="205" y="74618"/>
                  </a:cubicBezTo>
                  <a:cubicBezTo>
                    <a:pt x="205" y="86246"/>
                    <a:pt x="1877" y="104286"/>
                    <a:pt x="10240" y="121133"/>
                  </a:cubicBezTo>
                  <a:cubicBezTo>
                    <a:pt x="19363" y="139470"/>
                    <a:pt x="32440" y="149161"/>
                    <a:pt x="33960" y="149161"/>
                  </a:cubicBezTo>
                  <a:cubicBezTo>
                    <a:pt x="34872" y="149161"/>
                    <a:pt x="35481" y="148713"/>
                    <a:pt x="35481" y="14767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43" name="Freeform: Shape 3242">
              <a:extLst>
                <a:ext uri="{FF2B5EF4-FFF2-40B4-BE49-F238E27FC236}">
                  <a16:creationId xmlns:a16="http://schemas.microsoft.com/office/drawing/2014/main" id="{AAC2AF58-2D7A-E485-5A22-692791E5DD61}"/>
                </a:ext>
              </a:extLst>
            </p:cNvPr>
            <p:cNvSpPr/>
            <p:nvPr>
              <p:custDataLst>
                <p:tags r:id="rId73"/>
              </p:custDataLst>
            </p:nvPr>
          </p:nvSpPr>
          <p:spPr>
            <a:xfrm>
              <a:off x="10480191" y="6567474"/>
              <a:ext cx="110540" cy="101825"/>
            </a:xfrm>
            <a:custGeom>
              <a:avLst/>
              <a:gdLst>
                <a:gd name="connsiteX0" fmla="*/ 85661 w 110540"/>
                <a:gd name="connsiteY0" fmla="*/ 17071 h 101825"/>
                <a:gd name="connsiteX1" fmla="*/ 87790 w 110540"/>
                <a:gd name="connsiteY1" fmla="*/ 14983 h 101825"/>
                <a:gd name="connsiteX2" fmla="*/ 107708 w 110540"/>
                <a:gd name="connsiteY2" fmla="*/ 4696 h 101825"/>
                <a:gd name="connsiteX3" fmla="*/ 110749 w 110540"/>
                <a:gd name="connsiteY3" fmla="*/ 1864 h 101825"/>
                <a:gd name="connsiteX4" fmla="*/ 108773 w 110540"/>
                <a:gd name="connsiteY4" fmla="*/ 75 h 101825"/>
                <a:gd name="connsiteX5" fmla="*/ 96305 w 110540"/>
                <a:gd name="connsiteY5" fmla="*/ 522 h 101825"/>
                <a:gd name="connsiteX6" fmla="*/ 81100 w 110540"/>
                <a:gd name="connsiteY6" fmla="*/ 75 h 101825"/>
                <a:gd name="connsiteX7" fmla="*/ 78211 w 110540"/>
                <a:gd name="connsiteY7" fmla="*/ 2907 h 101825"/>
                <a:gd name="connsiteX8" fmla="*/ 80491 w 110540"/>
                <a:gd name="connsiteY8" fmla="*/ 4696 h 101825"/>
                <a:gd name="connsiteX9" fmla="*/ 85965 w 110540"/>
                <a:gd name="connsiteY9" fmla="*/ 8125 h 101825"/>
                <a:gd name="connsiteX10" fmla="*/ 81860 w 110540"/>
                <a:gd name="connsiteY10" fmla="*/ 15281 h 101825"/>
                <a:gd name="connsiteX11" fmla="*/ 46584 w 110540"/>
                <a:gd name="connsiteY11" fmla="*/ 55087 h 101825"/>
                <a:gd name="connsiteX12" fmla="*/ 29859 w 110540"/>
                <a:gd name="connsiteY12" fmla="*/ 10809 h 101825"/>
                <a:gd name="connsiteX13" fmla="*/ 28946 w 110540"/>
                <a:gd name="connsiteY13" fmla="*/ 8274 h 101825"/>
                <a:gd name="connsiteX14" fmla="*/ 37917 w 110540"/>
                <a:gd name="connsiteY14" fmla="*/ 4696 h 101825"/>
                <a:gd name="connsiteX15" fmla="*/ 41566 w 110540"/>
                <a:gd name="connsiteY15" fmla="*/ 1715 h 101825"/>
                <a:gd name="connsiteX16" fmla="*/ 39286 w 110540"/>
                <a:gd name="connsiteY16" fmla="*/ 75 h 101825"/>
                <a:gd name="connsiteX17" fmla="*/ 20127 w 110540"/>
                <a:gd name="connsiteY17" fmla="*/ 522 h 101825"/>
                <a:gd name="connsiteX18" fmla="*/ 3098 w 110540"/>
                <a:gd name="connsiteY18" fmla="*/ 75 h 101825"/>
                <a:gd name="connsiteX19" fmla="*/ 209 w 110540"/>
                <a:gd name="connsiteY19" fmla="*/ 3056 h 101825"/>
                <a:gd name="connsiteX20" fmla="*/ 3706 w 110540"/>
                <a:gd name="connsiteY20" fmla="*/ 4696 h 101825"/>
                <a:gd name="connsiteX21" fmla="*/ 14806 w 110540"/>
                <a:gd name="connsiteY21" fmla="*/ 9765 h 101825"/>
                <a:gd name="connsiteX22" fmla="*/ 33508 w 110540"/>
                <a:gd name="connsiteY22" fmla="*/ 58815 h 101825"/>
                <a:gd name="connsiteX23" fmla="*/ 34116 w 110540"/>
                <a:gd name="connsiteY23" fmla="*/ 61349 h 101825"/>
                <a:gd name="connsiteX24" fmla="*/ 27274 w 110540"/>
                <a:gd name="connsiteY24" fmla="*/ 88483 h 101825"/>
                <a:gd name="connsiteX25" fmla="*/ 12981 w 110540"/>
                <a:gd name="connsiteY25" fmla="*/ 97279 h 101825"/>
                <a:gd name="connsiteX26" fmla="*/ 8876 w 110540"/>
                <a:gd name="connsiteY26" fmla="*/ 100260 h 101825"/>
                <a:gd name="connsiteX27" fmla="*/ 11004 w 110540"/>
                <a:gd name="connsiteY27" fmla="*/ 101900 h 101825"/>
                <a:gd name="connsiteX28" fmla="*/ 30163 w 110540"/>
                <a:gd name="connsiteY28" fmla="*/ 101453 h 101825"/>
                <a:gd name="connsiteX29" fmla="*/ 49625 w 110540"/>
                <a:gd name="connsiteY29" fmla="*/ 101900 h 101825"/>
                <a:gd name="connsiteX30" fmla="*/ 52514 w 110540"/>
                <a:gd name="connsiteY30" fmla="*/ 98919 h 101825"/>
                <a:gd name="connsiteX31" fmla="*/ 48257 w 110540"/>
                <a:gd name="connsiteY31" fmla="*/ 97279 h 101825"/>
                <a:gd name="connsiteX32" fmla="*/ 42479 w 110540"/>
                <a:gd name="connsiteY32" fmla="*/ 96981 h 101825"/>
                <a:gd name="connsiteX33" fmla="*/ 38373 w 110540"/>
                <a:gd name="connsiteY33" fmla="*/ 94595 h 101825"/>
                <a:gd name="connsiteX34" fmla="*/ 40502 w 110540"/>
                <a:gd name="connsiteY34" fmla="*/ 85203 h 101825"/>
                <a:gd name="connsiteX35" fmla="*/ 45824 w 110540"/>
                <a:gd name="connsiteY35" fmla="*/ 64182 h 101825"/>
                <a:gd name="connsiteX36" fmla="*/ 47953 w 110540"/>
                <a:gd name="connsiteY36" fmla="*/ 59560 h 101825"/>
                <a:gd name="connsiteX37" fmla="*/ 85661 w 110540"/>
                <a:gd name="connsiteY37" fmla="*/ 17071 h 101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0540" h="101825">
                  <a:moveTo>
                    <a:pt x="85661" y="17071"/>
                  </a:moveTo>
                  <a:lnTo>
                    <a:pt x="87790" y="14983"/>
                  </a:lnTo>
                  <a:cubicBezTo>
                    <a:pt x="92351" y="10511"/>
                    <a:pt x="97369" y="5442"/>
                    <a:pt x="107708" y="4696"/>
                  </a:cubicBezTo>
                  <a:cubicBezTo>
                    <a:pt x="109381" y="4547"/>
                    <a:pt x="110749" y="4547"/>
                    <a:pt x="110749" y="1864"/>
                  </a:cubicBezTo>
                  <a:cubicBezTo>
                    <a:pt x="110749" y="671"/>
                    <a:pt x="109989" y="75"/>
                    <a:pt x="108773" y="75"/>
                  </a:cubicBezTo>
                  <a:cubicBezTo>
                    <a:pt x="104819" y="75"/>
                    <a:pt x="100410" y="522"/>
                    <a:pt x="96305" y="522"/>
                  </a:cubicBezTo>
                  <a:cubicBezTo>
                    <a:pt x="91287" y="522"/>
                    <a:pt x="85965" y="75"/>
                    <a:pt x="81100" y="75"/>
                  </a:cubicBezTo>
                  <a:cubicBezTo>
                    <a:pt x="80187" y="75"/>
                    <a:pt x="78211" y="75"/>
                    <a:pt x="78211" y="2907"/>
                  </a:cubicBezTo>
                  <a:cubicBezTo>
                    <a:pt x="78211" y="4547"/>
                    <a:pt x="79731" y="4696"/>
                    <a:pt x="80491" y="4696"/>
                  </a:cubicBezTo>
                  <a:cubicBezTo>
                    <a:pt x="81556" y="4696"/>
                    <a:pt x="85965" y="4995"/>
                    <a:pt x="85965" y="8125"/>
                  </a:cubicBezTo>
                  <a:cubicBezTo>
                    <a:pt x="85965" y="10660"/>
                    <a:pt x="82468" y="14536"/>
                    <a:pt x="81860" y="15281"/>
                  </a:cubicBezTo>
                  <a:lnTo>
                    <a:pt x="46584" y="55087"/>
                  </a:lnTo>
                  <a:lnTo>
                    <a:pt x="29859" y="10809"/>
                  </a:lnTo>
                  <a:cubicBezTo>
                    <a:pt x="28946" y="8722"/>
                    <a:pt x="28946" y="8424"/>
                    <a:pt x="28946" y="8274"/>
                  </a:cubicBezTo>
                  <a:cubicBezTo>
                    <a:pt x="28946" y="4696"/>
                    <a:pt x="36397" y="4696"/>
                    <a:pt x="37917" y="4696"/>
                  </a:cubicBezTo>
                  <a:cubicBezTo>
                    <a:pt x="40046" y="4696"/>
                    <a:pt x="41566" y="4696"/>
                    <a:pt x="41566" y="1715"/>
                  </a:cubicBezTo>
                  <a:cubicBezTo>
                    <a:pt x="41566" y="75"/>
                    <a:pt x="39742" y="75"/>
                    <a:pt x="39286" y="75"/>
                  </a:cubicBezTo>
                  <a:cubicBezTo>
                    <a:pt x="35028" y="75"/>
                    <a:pt x="24385" y="522"/>
                    <a:pt x="20127" y="522"/>
                  </a:cubicBezTo>
                  <a:cubicBezTo>
                    <a:pt x="16326" y="522"/>
                    <a:pt x="6899" y="75"/>
                    <a:pt x="3098" y="75"/>
                  </a:cubicBezTo>
                  <a:cubicBezTo>
                    <a:pt x="2185" y="75"/>
                    <a:pt x="209" y="75"/>
                    <a:pt x="209" y="3056"/>
                  </a:cubicBezTo>
                  <a:cubicBezTo>
                    <a:pt x="209" y="4696"/>
                    <a:pt x="1729" y="4696"/>
                    <a:pt x="3706" y="4696"/>
                  </a:cubicBezTo>
                  <a:cubicBezTo>
                    <a:pt x="12829" y="4696"/>
                    <a:pt x="13437" y="6038"/>
                    <a:pt x="14806" y="9765"/>
                  </a:cubicBezTo>
                  <a:lnTo>
                    <a:pt x="33508" y="58815"/>
                  </a:lnTo>
                  <a:cubicBezTo>
                    <a:pt x="33660" y="59262"/>
                    <a:pt x="34116" y="60902"/>
                    <a:pt x="34116" y="61349"/>
                  </a:cubicBezTo>
                  <a:cubicBezTo>
                    <a:pt x="34116" y="61796"/>
                    <a:pt x="28034" y="85799"/>
                    <a:pt x="27274" y="88483"/>
                  </a:cubicBezTo>
                  <a:cubicBezTo>
                    <a:pt x="25297" y="96682"/>
                    <a:pt x="25145" y="97130"/>
                    <a:pt x="12981" y="97279"/>
                  </a:cubicBezTo>
                  <a:cubicBezTo>
                    <a:pt x="10092" y="97279"/>
                    <a:pt x="8876" y="97279"/>
                    <a:pt x="8876" y="100260"/>
                  </a:cubicBezTo>
                  <a:cubicBezTo>
                    <a:pt x="8876" y="101900"/>
                    <a:pt x="10700" y="101900"/>
                    <a:pt x="11004" y="101900"/>
                  </a:cubicBezTo>
                  <a:cubicBezTo>
                    <a:pt x="15262" y="101900"/>
                    <a:pt x="25905" y="101453"/>
                    <a:pt x="30163" y="101453"/>
                  </a:cubicBezTo>
                  <a:cubicBezTo>
                    <a:pt x="34420" y="101453"/>
                    <a:pt x="45368" y="101900"/>
                    <a:pt x="49625" y="101900"/>
                  </a:cubicBezTo>
                  <a:cubicBezTo>
                    <a:pt x="50689" y="101900"/>
                    <a:pt x="52514" y="101900"/>
                    <a:pt x="52514" y="98919"/>
                  </a:cubicBezTo>
                  <a:cubicBezTo>
                    <a:pt x="52514" y="97279"/>
                    <a:pt x="51146" y="97279"/>
                    <a:pt x="48257" y="97279"/>
                  </a:cubicBezTo>
                  <a:cubicBezTo>
                    <a:pt x="47953" y="97279"/>
                    <a:pt x="45064" y="97279"/>
                    <a:pt x="42479" y="96981"/>
                  </a:cubicBezTo>
                  <a:cubicBezTo>
                    <a:pt x="39286" y="96682"/>
                    <a:pt x="38373" y="96384"/>
                    <a:pt x="38373" y="94595"/>
                  </a:cubicBezTo>
                  <a:cubicBezTo>
                    <a:pt x="38373" y="93552"/>
                    <a:pt x="39742" y="88334"/>
                    <a:pt x="40502" y="85203"/>
                  </a:cubicBezTo>
                  <a:lnTo>
                    <a:pt x="45824" y="64182"/>
                  </a:lnTo>
                  <a:cubicBezTo>
                    <a:pt x="46584" y="61349"/>
                    <a:pt x="46736" y="60902"/>
                    <a:pt x="47953" y="59560"/>
                  </a:cubicBezTo>
                  <a:lnTo>
                    <a:pt x="85661" y="1707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44" name="Freeform: Shape 3243">
              <a:extLst>
                <a:ext uri="{FF2B5EF4-FFF2-40B4-BE49-F238E27FC236}">
                  <a16:creationId xmlns:a16="http://schemas.microsoft.com/office/drawing/2014/main" id="{F40D9196-37BD-E24D-FC60-2CB372974582}"/>
                </a:ext>
              </a:extLst>
            </p:cNvPr>
            <p:cNvSpPr/>
            <p:nvPr>
              <p:custDataLst>
                <p:tags r:id="rId74"/>
              </p:custDataLst>
            </p:nvPr>
          </p:nvSpPr>
          <p:spPr>
            <a:xfrm>
              <a:off x="10605599" y="6557486"/>
              <a:ext cx="35275" cy="149085"/>
            </a:xfrm>
            <a:custGeom>
              <a:avLst/>
              <a:gdLst>
                <a:gd name="connsiteX0" fmla="*/ 35492 w 35275"/>
                <a:gd name="connsiteY0" fmla="*/ 74618 h 149085"/>
                <a:gd name="connsiteX1" fmla="*/ 25457 w 35275"/>
                <a:gd name="connsiteY1" fmla="*/ 28103 h 149085"/>
                <a:gd name="connsiteX2" fmla="*/ 1737 w 35275"/>
                <a:gd name="connsiteY2" fmla="*/ 75 h 149085"/>
                <a:gd name="connsiteX3" fmla="*/ 217 w 35275"/>
                <a:gd name="connsiteY3" fmla="*/ 1566 h 149085"/>
                <a:gd name="connsiteX4" fmla="*/ 3106 w 35275"/>
                <a:gd name="connsiteY4" fmla="*/ 4995 h 149085"/>
                <a:gd name="connsiteX5" fmla="*/ 26673 w 35275"/>
                <a:gd name="connsiteY5" fmla="*/ 74618 h 149085"/>
                <a:gd name="connsiteX6" fmla="*/ 2193 w 35275"/>
                <a:gd name="connsiteY6" fmla="*/ 145135 h 149085"/>
                <a:gd name="connsiteX7" fmla="*/ 217 w 35275"/>
                <a:gd name="connsiteY7" fmla="*/ 147670 h 149085"/>
                <a:gd name="connsiteX8" fmla="*/ 1737 w 35275"/>
                <a:gd name="connsiteY8" fmla="*/ 149161 h 149085"/>
                <a:gd name="connsiteX9" fmla="*/ 25913 w 35275"/>
                <a:gd name="connsiteY9" fmla="*/ 120089 h 149085"/>
                <a:gd name="connsiteX10" fmla="*/ 35492 w 35275"/>
                <a:gd name="connsiteY10" fmla="*/ 74618 h 14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275" h="149085">
                  <a:moveTo>
                    <a:pt x="35492" y="74618"/>
                  </a:moveTo>
                  <a:cubicBezTo>
                    <a:pt x="35492" y="62989"/>
                    <a:pt x="33820" y="44950"/>
                    <a:pt x="25457" y="28103"/>
                  </a:cubicBezTo>
                  <a:cubicBezTo>
                    <a:pt x="16334" y="9765"/>
                    <a:pt x="3258" y="75"/>
                    <a:pt x="1737" y="75"/>
                  </a:cubicBezTo>
                  <a:cubicBezTo>
                    <a:pt x="825" y="75"/>
                    <a:pt x="217" y="671"/>
                    <a:pt x="217" y="1566"/>
                  </a:cubicBezTo>
                  <a:cubicBezTo>
                    <a:pt x="217" y="2013"/>
                    <a:pt x="217" y="2311"/>
                    <a:pt x="3106" y="4995"/>
                  </a:cubicBezTo>
                  <a:cubicBezTo>
                    <a:pt x="18007" y="19754"/>
                    <a:pt x="26673" y="43459"/>
                    <a:pt x="26673" y="74618"/>
                  </a:cubicBezTo>
                  <a:cubicBezTo>
                    <a:pt x="26673" y="100111"/>
                    <a:pt x="21048" y="126351"/>
                    <a:pt x="2193" y="145135"/>
                  </a:cubicBezTo>
                  <a:cubicBezTo>
                    <a:pt x="217" y="146924"/>
                    <a:pt x="217" y="147223"/>
                    <a:pt x="217" y="147670"/>
                  </a:cubicBezTo>
                  <a:cubicBezTo>
                    <a:pt x="217" y="148564"/>
                    <a:pt x="825" y="149161"/>
                    <a:pt x="1737" y="149161"/>
                  </a:cubicBezTo>
                  <a:cubicBezTo>
                    <a:pt x="3258" y="149161"/>
                    <a:pt x="16942" y="139023"/>
                    <a:pt x="25913" y="120089"/>
                  </a:cubicBezTo>
                  <a:cubicBezTo>
                    <a:pt x="33668" y="103689"/>
                    <a:pt x="35492" y="87141"/>
                    <a:pt x="35492" y="7461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45" name="Freeform: Shape 3244">
              <a:extLst>
                <a:ext uri="{FF2B5EF4-FFF2-40B4-BE49-F238E27FC236}">
                  <a16:creationId xmlns:a16="http://schemas.microsoft.com/office/drawing/2014/main" id="{87794248-BCD0-7CC5-47C5-50D0789CF26B}"/>
                </a:ext>
              </a:extLst>
            </p:cNvPr>
            <p:cNvSpPr/>
            <p:nvPr>
              <p:custDataLst>
                <p:tags r:id="rId75"/>
              </p:custDataLst>
            </p:nvPr>
          </p:nvSpPr>
          <p:spPr>
            <a:xfrm>
              <a:off x="10706813" y="6614585"/>
              <a:ext cx="101113" cy="34886"/>
            </a:xfrm>
            <a:custGeom>
              <a:avLst/>
              <a:gdLst>
                <a:gd name="connsiteX0" fmla="*/ 96167 w 101113"/>
                <a:gd name="connsiteY0" fmla="*/ 6038 h 34886"/>
                <a:gd name="connsiteX1" fmla="*/ 101337 w 101113"/>
                <a:gd name="connsiteY1" fmla="*/ 3056 h 34886"/>
                <a:gd name="connsiteX2" fmla="*/ 96319 w 101113"/>
                <a:gd name="connsiteY2" fmla="*/ 75 h 34886"/>
                <a:gd name="connsiteX3" fmla="*/ 5241 w 101113"/>
                <a:gd name="connsiteY3" fmla="*/ 75 h 34886"/>
                <a:gd name="connsiteX4" fmla="*/ 223 w 101113"/>
                <a:gd name="connsiteY4" fmla="*/ 3056 h 34886"/>
                <a:gd name="connsiteX5" fmla="*/ 5393 w 101113"/>
                <a:gd name="connsiteY5" fmla="*/ 6038 h 34886"/>
                <a:gd name="connsiteX6" fmla="*/ 96167 w 101113"/>
                <a:gd name="connsiteY6" fmla="*/ 6038 h 34886"/>
                <a:gd name="connsiteX7" fmla="*/ 96319 w 101113"/>
                <a:gd name="connsiteY7" fmla="*/ 34961 h 34886"/>
                <a:gd name="connsiteX8" fmla="*/ 101337 w 101113"/>
                <a:gd name="connsiteY8" fmla="*/ 31979 h 34886"/>
                <a:gd name="connsiteX9" fmla="*/ 96167 w 101113"/>
                <a:gd name="connsiteY9" fmla="*/ 28997 h 34886"/>
                <a:gd name="connsiteX10" fmla="*/ 5393 w 101113"/>
                <a:gd name="connsiteY10" fmla="*/ 28997 h 34886"/>
                <a:gd name="connsiteX11" fmla="*/ 223 w 101113"/>
                <a:gd name="connsiteY11" fmla="*/ 31979 h 34886"/>
                <a:gd name="connsiteX12" fmla="*/ 5241 w 101113"/>
                <a:gd name="connsiteY12" fmla="*/ 34961 h 34886"/>
                <a:gd name="connsiteX13" fmla="*/ 96319 w 101113"/>
                <a:gd name="connsiteY13" fmla="*/ 34961 h 3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113" h="34886">
                  <a:moveTo>
                    <a:pt x="96167" y="6038"/>
                  </a:moveTo>
                  <a:cubicBezTo>
                    <a:pt x="98448" y="6038"/>
                    <a:pt x="101337" y="6038"/>
                    <a:pt x="101337" y="3056"/>
                  </a:cubicBezTo>
                  <a:cubicBezTo>
                    <a:pt x="101337" y="75"/>
                    <a:pt x="98448" y="75"/>
                    <a:pt x="96319" y="75"/>
                  </a:cubicBezTo>
                  <a:lnTo>
                    <a:pt x="5241" y="75"/>
                  </a:lnTo>
                  <a:cubicBezTo>
                    <a:pt x="3112" y="75"/>
                    <a:pt x="223" y="75"/>
                    <a:pt x="223" y="3056"/>
                  </a:cubicBezTo>
                  <a:cubicBezTo>
                    <a:pt x="223" y="6038"/>
                    <a:pt x="3112" y="6038"/>
                    <a:pt x="5393" y="6038"/>
                  </a:cubicBezTo>
                  <a:lnTo>
                    <a:pt x="96167" y="6038"/>
                  </a:lnTo>
                  <a:close/>
                  <a:moveTo>
                    <a:pt x="96319" y="34961"/>
                  </a:moveTo>
                  <a:cubicBezTo>
                    <a:pt x="98448" y="34961"/>
                    <a:pt x="101337" y="34961"/>
                    <a:pt x="101337" y="31979"/>
                  </a:cubicBezTo>
                  <a:cubicBezTo>
                    <a:pt x="101337" y="28997"/>
                    <a:pt x="98448" y="28997"/>
                    <a:pt x="96167" y="28997"/>
                  </a:cubicBezTo>
                  <a:lnTo>
                    <a:pt x="5393" y="28997"/>
                  </a:lnTo>
                  <a:cubicBezTo>
                    <a:pt x="3112" y="28997"/>
                    <a:pt x="223" y="28997"/>
                    <a:pt x="223" y="31979"/>
                  </a:cubicBezTo>
                  <a:cubicBezTo>
                    <a:pt x="223" y="34961"/>
                    <a:pt x="3112" y="34961"/>
                    <a:pt x="5241" y="34961"/>
                  </a:cubicBezTo>
                  <a:lnTo>
                    <a:pt x="96319" y="349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46" name="Freeform: Shape 3245">
              <a:extLst>
                <a:ext uri="{FF2B5EF4-FFF2-40B4-BE49-F238E27FC236}">
                  <a16:creationId xmlns:a16="http://schemas.microsoft.com/office/drawing/2014/main" id="{88E25DAA-8249-76A4-8DF7-E67E1D42252D}"/>
                </a:ext>
              </a:extLst>
            </p:cNvPr>
            <p:cNvSpPr/>
            <p:nvPr>
              <p:custDataLst>
                <p:tags r:id="rId76"/>
              </p:custDataLst>
            </p:nvPr>
          </p:nvSpPr>
          <p:spPr>
            <a:xfrm>
              <a:off x="10863357" y="6603404"/>
              <a:ext cx="82411" cy="98098"/>
            </a:xfrm>
            <a:custGeom>
              <a:avLst/>
              <a:gdLst>
                <a:gd name="connsiteX0" fmla="*/ 30796 w 82411"/>
                <a:gd name="connsiteY0" fmla="*/ 13642 h 98098"/>
                <a:gd name="connsiteX1" fmla="*/ 33077 w 82411"/>
                <a:gd name="connsiteY1" fmla="*/ 4100 h 98098"/>
                <a:gd name="connsiteX2" fmla="*/ 28667 w 82411"/>
                <a:gd name="connsiteY2" fmla="*/ 75 h 98098"/>
                <a:gd name="connsiteX3" fmla="*/ 22585 w 82411"/>
                <a:gd name="connsiteY3" fmla="*/ 5442 h 98098"/>
                <a:gd name="connsiteX4" fmla="*/ 690 w 82411"/>
                <a:gd name="connsiteY4" fmla="*/ 91763 h 98098"/>
                <a:gd name="connsiteX5" fmla="*/ 234 w 82411"/>
                <a:gd name="connsiteY5" fmla="*/ 94148 h 98098"/>
                <a:gd name="connsiteX6" fmla="*/ 4491 w 82411"/>
                <a:gd name="connsiteY6" fmla="*/ 98173 h 98098"/>
                <a:gd name="connsiteX7" fmla="*/ 9813 w 82411"/>
                <a:gd name="connsiteY7" fmla="*/ 95042 h 98098"/>
                <a:gd name="connsiteX8" fmla="*/ 18176 w 82411"/>
                <a:gd name="connsiteY8" fmla="*/ 62989 h 98098"/>
                <a:gd name="connsiteX9" fmla="*/ 32925 w 82411"/>
                <a:gd name="connsiteY9" fmla="*/ 67611 h 98098"/>
                <a:gd name="connsiteX10" fmla="*/ 53147 w 82411"/>
                <a:gd name="connsiteY10" fmla="*/ 56727 h 98098"/>
                <a:gd name="connsiteX11" fmla="*/ 66832 w 82411"/>
                <a:gd name="connsiteY11" fmla="*/ 67611 h 98098"/>
                <a:gd name="connsiteX12" fmla="*/ 78084 w 82411"/>
                <a:gd name="connsiteY12" fmla="*/ 59411 h 98098"/>
                <a:gd name="connsiteX13" fmla="*/ 82645 w 82411"/>
                <a:gd name="connsiteY13" fmla="*/ 44651 h 98098"/>
                <a:gd name="connsiteX14" fmla="*/ 80821 w 82411"/>
                <a:gd name="connsiteY14" fmla="*/ 43161 h 98098"/>
                <a:gd name="connsiteX15" fmla="*/ 78692 w 82411"/>
                <a:gd name="connsiteY15" fmla="*/ 45844 h 98098"/>
                <a:gd name="connsiteX16" fmla="*/ 67136 w 82411"/>
                <a:gd name="connsiteY16" fmla="*/ 64331 h 98098"/>
                <a:gd name="connsiteX17" fmla="*/ 62575 w 82411"/>
                <a:gd name="connsiteY17" fmla="*/ 57473 h 98098"/>
                <a:gd name="connsiteX18" fmla="*/ 65616 w 82411"/>
                <a:gd name="connsiteY18" fmla="*/ 41968 h 98098"/>
                <a:gd name="connsiteX19" fmla="*/ 69873 w 82411"/>
                <a:gd name="connsiteY19" fmla="*/ 25867 h 98098"/>
                <a:gd name="connsiteX20" fmla="*/ 72458 w 82411"/>
                <a:gd name="connsiteY20" fmla="*/ 15729 h 98098"/>
                <a:gd name="connsiteX21" fmla="*/ 74739 w 82411"/>
                <a:gd name="connsiteY21" fmla="*/ 5740 h 98098"/>
                <a:gd name="connsiteX22" fmla="*/ 70329 w 82411"/>
                <a:gd name="connsiteY22" fmla="*/ 1715 h 98098"/>
                <a:gd name="connsiteX23" fmla="*/ 64399 w 82411"/>
                <a:gd name="connsiteY23" fmla="*/ 6933 h 98098"/>
                <a:gd name="connsiteX24" fmla="*/ 57253 w 82411"/>
                <a:gd name="connsiteY24" fmla="*/ 34812 h 98098"/>
                <a:gd name="connsiteX25" fmla="*/ 53299 w 82411"/>
                <a:gd name="connsiteY25" fmla="*/ 50019 h 98098"/>
                <a:gd name="connsiteX26" fmla="*/ 33533 w 82411"/>
                <a:gd name="connsiteY26" fmla="*/ 64331 h 98098"/>
                <a:gd name="connsiteX27" fmla="*/ 22281 w 82411"/>
                <a:gd name="connsiteY27" fmla="*/ 51360 h 98098"/>
                <a:gd name="connsiteX28" fmla="*/ 24410 w 82411"/>
                <a:gd name="connsiteY28" fmla="*/ 38688 h 98098"/>
                <a:gd name="connsiteX29" fmla="*/ 30796 w 82411"/>
                <a:gd name="connsiteY29" fmla="*/ 13642 h 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2411" h="98098">
                  <a:moveTo>
                    <a:pt x="30796" y="13642"/>
                  </a:moveTo>
                  <a:cubicBezTo>
                    <a:pt x="31556" y="10511"/>
                    <a:pt x="33077" y="4845"/>
                    <a:pt x="33077" y="4100"/>
                  </a:cubicBezTo>
                  <a:cubicBezTo>
                    <a:pt x="33077" y="1566"/>
                    <a:pt x="31252" y="75"/>
                    <a:pt x="28667" y="75"/>
                  </a:cubicBezTo>
                  <a:cubicBezTo>
                    <a:pt x="28211" y="75"/>
                    <a:pt x="23954" y="224"/>
                    <a:pt x="22585" y="5442"/>
                  </a:cubicBezTo>
                  <a:lnTo>
                    <a:pt x="690" y="91763"/>
                  </a:lnTo>
                  <a:cubicBezTo>
                    <a:pt x="234" y="93552"/>
                    <a:pt x="234" y="93850"/>
                    <a:pt x="234" y="94148"/>
                  </a:cubicBezTo>
                  <a:cubicBezTo>
                    <a:pt x="234" y="96384"/>
                    <a:pt x="1906" y="98173"/>
                    <a:pt x="4491" y="98173"/>
                  </a:cubicBezTo>
                  <a:cubicBezTo>
                    <a:pt x="7684" y="98173"/>
                    <a:pt x="9509" y="95490"/>
                    <a:pt x="9813" y="95042"/>
                  </a:cubicBezTo>
                  <a:cubicBezTo>
                    <a:pt x="10421" y="93701"/>
                    <a:pt x="12398" y="85948"/>
                    <a:pt x="18176" y="62989"/>
                  </a:cubicBezTo>
                  <a:cubicBezTo>
                    <a:pt x="23041" y="67014"/>
                    <a:pt x="29884" y="67611"/>
                    <a:pt x="32925" y="67611"/>
                  </a:cubicBezTo>
                  <a:cubicBezTo>
                    <a:pt x="43568" y="67611"/>
                    <a:pt x="49498" y="60902"/>
                    <a:pt x="53147" y="56727"/>
                  </a:cubicBezTo>
                  <a:cubicBezTo>
                    <a:pt x="54516" y="63436"/>
                    <a:pt x="60142" y="67611"/>
                    <a:pt x="66832" y="67611"/>
                  </a:cubicBezTo>
                  <a:cubicBezTo>
                    <a:pt x="72154" y="67611"/>
                    <a:pt x="75651" y="64182"/>
                    <a:pt x="78084" y="59411"/>
                  </a:cubicBezTo>
                  <a:cubicBezTo>
                    <a:pt x="80669" y="54044"/>
                    <a:pt x="82645" y="44950"/>
                    <a:pt x="82645" y="44651"/>
                  </a:cubicBezTo>
                  <a:cubicBezTo>
                    <a:pt x="82645" y="43161"/>
                    <a:pt x="81277" y="43161"/>
                    <a:pt x="80821" y="43161"/>
                  </a:cubicBezTo>
                  <a:cubicBezTo>
                    <a:pt x="79300" y="43161"/>
                    <a:pt x="79148" y="43757"/>
                    <a:pt x="78692" y="45844"/>
                  </a:cubicBezTo>
                  <a:cubicBezTo>
                    <a:pt x="76107" y="55535"/>
                    <a:pt x="73370" y="64331"/>
                    <a:pt x="67136" y="64331"/>
                  </a:cubicBezTo>
                  <a:cubicBezTo>
                    <a:pt x="63031" y="64331"/>
                    <a:pt x="62575" y="60455"/>
                    <a:pt x="62575" y="57473"/>
                  </a:cubicBezTo>
                  <a:cubicBezTo>
                    <a:pt x="62575" y="54193"/>
                    <a:pt x="64399" y="47186"/>
                    <a:pt x="65616" y="41968"/>
                  </a:cubicBezTo>
                  <a:lnTo>
                    <a:pt x="69873" y="25867"/>
                  </a:lnTo>
                  <a:cubicBezTo>
                    <a:pt x="70329" y="23630"/>
                    <a:pt x="71850" y="17965"/>
                    <a:pt x="72458" y="15729"/>
                  </a:cubicBezTo>
                  <a:cubicBezTo>
                    <a:pt x="73218" y="12300"/>
                    <a:pt x="74739" y="6635"/>
                    <a:pt x="74739" y="5740"/>
                  </a:cubicBezTo>
                  <a:cubicBezTo>
                    <a:pt x="74739" y="3056"/>
                    <a:pt x="72610" y="1715"/>
                    <a:pt x="70329" y="1715"/>
                  </a:cubicBezTo>
                  <a:cubicBezTo>
                    <a:pt x="69569" y="1715"/>
                    <a:pt x="65616" y="1864"/>
                    <a:pt x="64399" y="6933"/>
                  </a:cubicBezTo>
                  <a:lnTo>
                    <a:pt x="57253" y="34812"/>
                  </a:lnTo>
                  <a:cubicBezTo>
                    <a:pt x="55428" y="42266"/>
                    <a:pt x="53756" y="48528"/>
                    <a:pt x="53299" y="50019"/>
                  </a:cubicBezTo>
                  <a:cubicBezTo>
                    <a:pt x="53147" y="50764"/>
                    <a:pt x="45849" y="64331"/>
                    <a:pt x="33533" y="64331"/>
                  </a:cubicBezTo>
                  <a:cubicBezTo>
                    <a:pt x="25930" y="64331"/>
                    <a:pt x="22281" y="59411"/>
                    <a:pt x="22281" y="51360"/>
                  </a:cubicBezTo>
                  <a:cubicBezTo>
                    <a:pt x="22281" y="47037"/>
                    <a:pt x="23346" y="42862"/>
                    <a:pt x="24410" y="38688"/>
                  </a:cubicBezTo>
                  <a:lnTo>
                    <a:pt x="30796" y="136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47" name="Freeform: Shape 3246">
              <a:extLst>
                <a:ext uri="{FF2B5EF4-FFF2-40B4-BE49-F238E27FC236}">
                  <a16:creationId xmlns:a16="http://schemas.microsoft.com/office/drawing/2014/main" id="{1B1292DC-8F56-0166-9CCA-9060F73B4422}"/>
                </a:ext>
              </a:extLst>
            </p:cNvPr>
            <p:cNvSpPr/>
            <p:nvPr>
              <p:custDataLst>
                <p:tags r:id="rId77"/>
              </p:custDataLst>
            </p:nvPr>
          </p:nvSpPr>
          <p:spPr>
            <a:xfrm>
              <a:off x="10997278" y="6624127"/>
              <a:ext cx="16117" cy="15803"/>
            </a:xfrm>
            <a:custGeom>
              <a:avLst/>
              <a:gdLst>
                <a:gd name="connsiteX0" fmla="*/ 16359 w 16117"/>
                <a:gd name="connsiteY0" fmla="*/ 7976 h 15803"/>
                <a:gd name="connsiteX1" fmla="*/ 8301 w 16117"/>
                <a:gd name="connsiteY1" fmla="*/ 75 h 15803"/>
                <a:gd name="connsiteX2" fmla="*/ 242 w 16117"/>
                <a:gd name="connsiteY2" fmla="*/ 7976 h 15803"/>
                <a:gd name="connsiteX3" fmla="*/ 8301 w 16117"/>
                <a:gd name="connsiteY3" fmla="*/ 15878 h 15803"/>
                <a:gd name="connsiteX4" fmla="*/ 16359 w 16117"/>
                <a:gd name="connsiteY4" fmla="*/ 7976 h 15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7" h="15803">
                  <a:moveTo>
                    <a:pt x="16359" y="7976"/>
                  </a:moveTo>
                  <a:cubicBezTo>
                    <a:pt x="16359" y="3653"/>
                    <a:pt x="12710" y="75"/>
                    <a:pt x="8301" y="75"/>
                  </a:cubicBezTo>
                  <a:cubicBezTo>
                    <a:pt x="3891" y="75"/>
                    <a:pt x="242" y="3653"/>
                    <a:pt x="242" y="7976"/>
                  </a:cubicBezTo>
                  <a:cubicBezTo>
                    <a:pt x="242" y="12300"/>
                    <a:pt x="3891" y="15878"/>
                    <a:pt x="8301" y="15878"/>
                  </a:cubicBezTo>
                  <a:cubicBezTo>
                    <a:pt x="12710" y="15878"/>
                    <a:pt x="16359" y="12300"/>
                    <a:pt x="16359" y="797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48" name="Freeform: Shape 3247">
              <a:extLst>
                <a:ext uri="{FF2B5EF4-FFF2-40B4-BE49-F238E27FC236}">
                  <a16:creationId xmlns:a16="http://schemas.microsoft.com/office/drawing/2014/main" id="{A699AE4B-207F-058F-753E-FD15BEC70E01}"/>
                </a:ext>
              </a:extLst>
            </p:cNvPr>
            <p:cNvSpPr/>
            <p:nvPr>
              <p:custDataLst>
                <p:tags r:id="rId78"/>
              </p:custDataLst>
            </p:nvPr>
          </p:nvSpPr>
          <p:spPr>
            <a:xfrm>
              <a:off x="11075279" y="6557486"/>
              <a:ext cx="35275" cy="149085"/>
            </a:xfrm>
            <a:custGeom>
              <a:avLst/>
              <a:gdLst>
                <a:gd name="connsiteX0" fmla="*/ 35523 w 35275"/>
                <a:gd name="connsiteY0" fmla="*/ 147670 h 149085"/>
                <a:gd name="connsiteX1" fmla="*/ 32938 w 35275"/>
                <a:gd name="connsiteY1" fmla="*/ 144390 h 149085"/>
                <a:gd name="connsiteX2" fmla="*/ 9066 w 35275"/>
                <a:gd name="connsiteY2" fmla="*/ 74618 h 149085"/>
                <a:gd name="connsiteX3" fmla="*/ 33546 w 35275"/>
                <a:gd name="connsiteY3" fmla="*/ 4100 h 149085"/>
                <a:gd name="connsiteX4" fmla="*/ 35523 w 35275"/>
                <a:gd name="connsiteY4" fmla="*/ 1566 h 149085"/>
                <a:gd name="connsiteX5" fmla="*/ 34002 w 35275"/>
                <a:gd name="connsiteY5" fmla="*/ 75 h 149085"/>
                <a:gd name="connsiteX6" fmla="*/ 9826 w 35275"/>
                <a:gd name="connsiteY6" fmla="*/ 29146 h 149085"/>
                <a:gd name="connsiteX7" fmla="*/ 247 w 35275"/>
                <a:gd name="connsiteY7" fmla="*/ 74618 h 149085"/>
                <a:gd name="connsiteX8" fmla="*/ 10282 w 35275"/>
                <a:gd name="connsiteY8" fmla="*/ 121133 h 149085"/>
                <a:gd name="connsiteX9" fmla="*/ 34002 w 35275"/>
                <a:gd name="connsiteY9" fmla="*/ 149161 h 149085"/>
                <a:gd name="connsiteX10" fmla="*/ 35523 w 35275"/>
                <a:gd name="connsiteY10" fmla="*/ 147670 h 14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275" h="149085">
                  <a:moveTo>
                    <a:pt x="35523" y="147670"/>
                  </a:moveTo>
                  <a:cubicBezTo>
                    <a:pt x="35523" y="147223"/>
                    <a:pt x="35523" y="146924"/>
                    <a:pt x="32938" y="144390"/>
                  </a:cubicBezTo>
                  <a:cubicBezTo>
                    <a:pt x="13932" y="125605"/>
                    <a:pt x="9066" y="97428"/>
                    <a:pt x="9066" y="74618"/>
                  </a:cubicBezTo>
                  <a:cubicBezTo>
                    <a:pt x="9066" y="48677"/>
                    <a:pt x="14844" y="22736"/>
                    <a:pt x="33546" y="4100"/>
                  </a:cubicBezTo>
                  <a:cubicBezTo>
                    <a:pt x="35523" y="2311"/>
                    <a:pt x="35523" y="2013"/>
                    <a:pt x="35523" y="1566"/>
                  </a:cubicBezTo>
                  <a:cubicBezTo>
                    <a:pt x="35523" y="522"/>
                    <a:pt x="34915" y="75"/>
                    <a:pt x="34002" y="75"/>
                  </a:cubicBezTo>
                  <a:cubicBezTo>
                    <a:pt x="32482" y="75"/>
                    <a:pt x="18797" y="10213"/>
                    <a:pt x="9826" y="29146"/>
                  </a:cubicBezTo>
                  <a:cubicBezTo>
                    <a:pt x="2072" y="45546"/>
                    <a:pt x="247" y="62094"/>
                    <a:pt x="247" y="74618"/>
                  </a:cubicBezTo>
                  <a:cubicBezTo>
                    <a:pt x="247" y="86246"/>
                    <a:pt x="1920" y="104286"/>
                    <a:pt x="10282" y="121133"/>
                  </a:cubicBezTo>
                  <a:cubicBezTo>
                    <a:pt x="19405" y="139470"/>
                    <a:pt x="32482" y="149161"/>
                    <a:pt x="34002" y="149161"/>
                  </a:cubicBezTo>
                  <a:cubicBezTo>
                    <a:pt x="34915" y="149161"/>
                    <a:pt x="35523" y="148713"/>
                    <a:pt x="35523" y="14767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49" name="Freeform: Shape 3248">
              <a:extLst>
                <a:ext uri="{FF2B5EF4-FFF2-40B4-BE49-F238E27FC236}">
                  <a16:creationId xmlns:a16="http://schemas.microsoft.com/office/drawing/2014/main" id="{29342673-9AB0-C7BA-1EC2-8E766BEF5333}"/>
                </a:ext>
              </a:extLst>
            </p:cNvPr>
            <p:cNvSpPr/>
            <p:nvPr>
              <p:custDataLst>
                <p:tags r:id="rId79"/>
              </p:custDataLst>
            </p:nvPr>
          </p:nvSpPr>
          <p:spPr>
            <a:xfrm>
              <a:off x="11132889" y="6570009"/>
              <a:ext cx="50176" cy="99291"/>
            </a:xfrm>
            <a:custGeom>
              <a:avLst/>
              <a:gdLst>
                <a:gd name="connsiteX0" fmla="*/ 31421 w 50176"/>
                <a:gd name="connsiteY0" fmla="*/ 3951 h 99291"/>
                <a:gd name="connsiteX1" fmla="*/ 27924 w 50176"/>
                <a:gd name="connsiteY1" fmla="*/ 75 h 99291"/>
                <a:gd name="connsiteX2" fmla="*/ 251 w 50176"/>
                <a:gd name="connsiteY2" fmla="*/ 9616 h 99291"/>
                <a:gd name="connsiteX3" fmla="*/ 251 w 50176"/>
                <a:gd name="connsiteY3" fmla="*/ 14238 h 99291"/>
                <a:gd name="connsiteX4" fmla="*/ 20170 w 50176"/>
                <a:gd name="connsiteY4" fmla="*/ 10362 h 99291"/>
                <a:gd name="connsiteX5" fmla="*/ 20170 w 50176"/>
                <a:gd name="connsiteY5" fmla="*/ 87588 h 99291"/>
                <a:gd name="connsiteX6" fmla="*/ 6029 w 50176"/>
                <a:gd name="connsiteY6" fmla="*/ 94744 h 99291"/>
                <a:gd name="connsiteX7" fmla="*/ 1163 w 50176"/>
                <a:gd name="connsiteY7" fmla="*/ 94744 h 99291"/>
                <a:gd name="connsiteX8" fmla="*/ 1163 w 50176"/>
                <a:gd name="connsiteY8" fmla="*/ 99366 h 99291"/>
                <a:gd name="connsiteX9" fmla="*/ 25795 w 50176"/>
                <a:gd name="connsiteY9" fmla="*/ 98919 h 99291"/>
                <a:gd name="connsiteX10" fmla="*/ 50428 w 50176"/>
                <a:gd name="connsiteY10" fmla="*/ 99366 h 99291"/>
                <a:gd name="connsiteX11" fmla="*/ 50428 w 50176"/>
                <a:gd name="connsiteY11" fmla="*/ 94744 h 99291"/>
                <a:gd name="connsiteX12" fmla="*/ 45562 w 50176"/>
                <a:gd name="connsiteY12" fmla="*/ 94744 h 99291"/>
                <a:gd name="connsiteX13" fmla="*/ 31421 w 50176"/>
                <a:gd name="connsiteY13" fmla="*/ 87588 h 99291"/>
                <a:gd name="connsiteX14" fmla="*/ 31421 w 50176"/>
                <a:gd name="connsiteY14" fmla="*/ 3951 h 9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176" h="99291">
                  <a:moveTo>
                    <a:pt x="31421" y="3951"/>
                  </a:moveTo>
                  <a:cubicBezTo>
                    <a:pt x="31421" y="373"/>
                    <a:pt x="31421" y="75"/>
                    <a:pt x="27924" y="75"/>
                  </a:cubicBezTo>
                  <a:cubicBezTo>
                    <a:pt x="18497" y="9616"/>
                    <a:pt x="5117" y="9616"/>
                    <a:pt x="251" y="9616"/>
                  </a:cubicBezTo>
                  <a:lnTo>
                    <a:pt x="251" y="14238"/>
                  </a:lnTo>
                  <a:cubicBezTo>
                    <a:pt x="3292" y="14238"/>
                    <a:pt x="12263" y="14238"/>
                    <a:pt x="20170" y="10362"/>
                  </a:cubicBezTo>
                  <a:lnTo>
                    <a:pt x="20170" y="87588"/>
                  </a:lnTo>
                  <a:cubicBezTo>
                    <a:pt x="20170" y="92955"/>
                    <a:pt x="19713" y="94744"/>
                    <a:pt x="6029" y="94744"/>
                  </a:cubicBezTo>
                  <a:lnTo>
                    <a:pt x="1163" y="94744"/>
                  </a:lnTo>
                  <a:lnTo>
                    <a:pt x="1163" y="99366"/>
                  </a:lnTo>
                  <a:cubicBezTo>
                    <a:pt x="6485" y="98919"/>
                    <a:pt x="19713" y="98919"/>
                    <a:pt x="25795" y="98919"/>
                  </a:cubicBezTo>
                  <a:cubicBezTo>
                    <a:pt x="31877" y="98919"/>
                    <a:pt x="45106" y="98919"/>
                    <a:pt x="50428" y="99366"/>
                  </a:cubicBezTo>
                  <a:lnTo>
                    <a:pt x="50428" y="94744"/>
                  </a:lnTo>
                  <a:lnTo>
                    <a:pt x="45562" y="94744"/>
                  </a:lnTo>
                  <a:cubicBezTo>
                    <a:pt x="31877" y="94744"/>
                    <a:pt x="31421" y="93104"/>
                    <a:pt x="31421" y="87588"/>
                  </a:cubicBezTo>
                  <a:lnTo>
                    <a:pt x="31421" y="395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0" name="Freeform: Shape 3249">
              <a:extLst>
                <a:ext uri="{FF2B5EF4-FFF2-40B4-BE49-F238E27FC236}">
                  <a16:creationId xmlns:a16="http://schemas.microsoft.com/office/drawing/2014/main" id="{EF891C17-309F-5254-0CCB-0BF4A4A5A5EB}"/>
                </a:ext>
              </a:extLst>
            </p:cNvPr>
            <p:cNvSpPr/>
            <p:nvPr>
              <p:custDataLst>
                <p:tags r:id="rId80"/>
              </p:custDataLst>
            </p:nvPr>
          </p:nvSpPr>
          <p:spPr>
            <a:xfrm>
              <a:off x="11241791" y="6629047"/>
              <a:ext cx="92902" cy="5963"/>
            </a:xfrm>
            <a:custGeom>
              <a:avLst/>
              <a:gdLst>
                <a:gd name="connsiteX0" fmla="*/ 87839 w 92902"/>
                <a:gd name="connsiteY0" fmla="*/ 6038 h 5963"/>
                <a:gd name="connsiteX1" fmla="*/ 93161 w 92902"/>
                <a:gd name="connsiteY1" fmla="*/ 3056 h 5963"/>
                <a:gd name="connsiteX2" fmla="*/ 87839 w 92902"/>
                <a:gd name="connsiteY2" fmla="*/ 75 h 5963"/>
                <a:gd name="connsiteX3" fmla="*/ 5580 w 92902"/>
                <a:gd name="connsiteY3" fmla="*/ 75 h 5963"/>
                <a:gd name="connsiteX4" fmla="*/ 258 w 92902"/>
                <a:gd name="connsiteY4" fmla="*/ 3056 h 5963"/>
                <a:gd name="connsiteX5" fmla="*/ 5580 w 92902"/>
                <a:gd name="connsiteY5" fmla="*/ 6038 h 5963"/>
                <a:gd name="connsiteX6" fmla="*/ 87839 w 92902"/>
                <a:gd name="connsiteY6" fmla="*/ 6038 h 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902" h="5963">
                  <a:moveTo>
                    <a:pt x="87839" y="6038"/>
                  </a:moveTo>
                  <a:cubicBezTo>
                    <a:pt x="90424" y="6038"/>
                    <a:pt x="93161" y="6038"/>
                    <a:pt x="93161" y="3056"/>
                  </a:cubicBezTo>
                  <a:cubicBezTo>
                    <a:pt x="93161" y="75"/>
                    <a:pt x="90424" y="75"/>
                    <a:pt x="87839" y="75"/>
                  </a:cubicBezTo>
                  <a:lnTo>
                    <a:pt x="5580" y="75"/>
                  </a:lnTo>
                  <a:cubicBezTo>
                    <a:pt x="2995" y="75"/>
                    <a:pt x="258" y="75"/>
                    <a:pt x="258" y="3056"/>
                  </a:cubicBezTo>
                  <a:cubicBezTo>
                    <a:pt x="258" y="6038"/>
                    <a:pt x="2995" y="6038"/>
                    <a:pt x="5580" y="6038"/>
                  </a:cubicBezTo>
                  <a:lnTo>
                    <a:pt x="87839" y="603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1" name="Freeform: Shape 3250">
              <a:extLst>
                <a:ext uri="{FF2B5EF4-FFF2-40B4-BE49-F238E27FC236}">
                  <a16:creationId xmlns:a16="http://schemas.microsoft.com/office/drawing/2014/main" id="{C170E876-5822-D3D6-E762-F32C13C74124}"/>
                </a:ext>
              </a:extLst>
            </p:cNvPr>
            <p:cNvSpPr/>
            <p:nvPr>
              <p:custDataLst>
                <p:tags r:id="rId81"/>
              </p:custDataLst>
            </p:nvPr>
          </p:nvSpPr>
          <p:spPr>
            <a:xfrm>
              <a:off x="11385782" y="6603404"/>
              <a:ext cx="82411" cy="98098"/>
            </a:xfrm>
            <a:custGeom>
              <a:avLst/>
              <a:gdLst>
                <a:gd name="connsiteX0" fmla="*/ 30830 w 82411"/>
                <a:gd name="connsiteY0" fmla="*/ 13642 h 98098"/>
                <a:gd name="connsiteX1" fmla="*/ 33111 w 82411"/>
                <a:gd name="connsiteY1" fmla="*/ 4100 h 98098"/>
                <a:gd name="connsiteX2" fmla="*/ 28702 w 82411"/>
                <a:gd name="connsiteY2" fmla="*/ 75 h 98098"/>
                <a:gd name="connsiteX3" fmla="*/ 22619 w 82411"/>
                <a:gd name="connsiteY3" fmla="*/ 5442 h 98098"/>
                <a:gd name="connsiteX4" fmla="*/ 724 w 82411"/>
                <a:gd name="connsiteY4" fmla="*/ 91763 h 98098"/>
                <a:gd name="connsiteX5" fmla="*/ 268 w 82411"/>
                <a:gd name="connsiteY5" fmla="*/ 94148 h 98098"/>
                <a:gd name="connsiteX6" fmla="*/ 4525 w 82411"/>
                <a:gd name="connsiteY6" fmla="*/ 98173 h 98098"/>
                <a:gd name="connsiteX7" fmla="*/ 9847 w 82411"/>
                <a:gd name="connsiteY7" fmla="*/ 95042 h 98098"/>
                <a:gd name="connsiteX8" fmla="*/ 18210 w 82411"/>
                <a:gd name="connsiteY8" fmla="*/ 62989 h 98098"/>
                <a:gd name="connsiteX9" fmla="*/ 32959 w 82411"/>
                <a:gd name="connsiteY9" fmla="*/ 67611 h 98098"/>
                <a:gd name="connsiteX10" fmla="*/ 53182 w 82411"/>
                <a:gd name="connsiteY10" fmla="*/ 56727 h 98098"/>
                <a:gd name="connsiteX11" fmla="*/ 66866 w 82411"/>
                <a:gd name="connsiteY11" fmla="*/ 67611 h 98098"/>
                <a:gd name="connsiteX12" fmla="*/ 78118 w 82411"/>
                <a:gd name="connsiteY12" fmla="*/ 59411 h 98098"/>
                <a:gd name="connsiteX13" fmla="*/ 82679 w 82411"/>
                <a:gd name="connsiteY13" fmla="*/ 44651 h 98098"/>
                <a:gd name="connsiteX14" fmla="*/ 80855 w 82411"/>
                <a:gd name="connsiteY14" fmla="*/ 43161 h 98098"/>
                <a:gd name="connsiteX15" fmla="*/ 78726 w 82411"/>
                <a:gd name="connsiteY15" fmla="*/ 45844 h 98098"/>
                <a:gd name="connsiteX16" fmla="*/ 67170 w 82411"/>
                <a:gd name="connsiteY16" fmla="*/ 64331 h 98098"/>
                <a:gd name="connsiteX17" fmla="*/ 62609 w 82411"/>
                <a:gd name="connsiteY17" fmla="*/ 57473 h 98098"/>
                <a:gd name="connsiteX18" fmla="*/ 65650 w 82411"/>
                <a:gd name="connsiteY18" fmla="*/ 41968 h 98098"/>
                <a:gd name="connsiteX19" fmla="*/ 69907 w 82411"/>
                <a:gd name="connsiteY19" fmla="*/ 25867 h 98098"/>
                <a:gd name="connsiteX20" fmla="*/ 72492 w 82411"/>
                <a:gd name="connsiteY20" fmla="*/ 15729 h 98098"/>
                <a:gd name="connsiteX21" fmla="*/ 74773 w 82411"/>
                <a:gd name="connsiteY21" fmla="*/ 5740 h 98098"/>
                <a:gd name="connsiteX22" fmla="*/ 70363 w 82411"/>
                <a:gd name="connsiteY22" fmla="*/ 1715 h 98098"/>
                <a:gd name="connsiteX23" fmla="*/ 64433 w 82411"/>
                <a:gd name="connsiteY23" fmla="*/ 6933 h 98098"/>
                <a:gd name="connsiteX24" fmla="*/ 57287 w 82411"/>
                <a:gd name="connsiteY24" fmla="*/ 34812 h 98098"/>
                <a:gd name="connsiteX25" fmla="*/ 53334 w 82411"/>
                <a:gd name="connsiteY25" fmla="*/ 50019 h 98098"/>
                <a:gd name="connsiteX26" fmla="*/ 33567 w 82411"/>
                <a:gd name="connsiteY26" fmla="*/ 64331 h 98098"/>
                <a:gd name="connsiteX27" fmla="*/ 22315 w 82411"/>
                <a:gd name="connsiteY27" fmla="*/ 51360 h 98098"/>
                <a:gd name="connsiteX28" fmla="*/ 24444 w 82411"/>
                <a:gd name="connsiteY28" fmla="*/ 38688 h 98098"/>
                <a:gd name="connsiteX29" fmla="*/ 30830 w 82411"/>
                <a:gd name="connsiteY29" fmla="*/ 13642 h 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2411" h="98098">
                  <a:moveTo>
                    <a:pt x="30830" y="13642"/>
                  </a:moveTo>
                  <a:cubicBezTo>
                    <a:pt x="31590" y="10511"/>
                    <a:pt x="33111" y="4845"/>
                    <a:pt x="33111" y="4100"/>
                  </a:cubicBezTo>
                  <a:cubicBezTo>
                    <a:pt x="33111" y="1566"/>
                    <a:pt x="31286" y="75"/>
                    <a:pt x="28702" y="75"/>
                  </a:cubicBezTo>
                  <a:cubicBezTo>
                    <a:pt x="28245" y="75"/>
                    <a:pt x="23988" y="224"/>
                    <a:pt x="22619" y="5442"/>
                  </a:cubicBezTo>
                  <a:lnTo>
                    <a:pt x="724" y="91763"/>
                  </a:lnTo>
                  <a:cubicBezTo>
                    <a:pt x="268" y="93552"/>
                    <a:pt x="268" y="93850"/>
                    <a:pt x="268" y="94148"/>
                  </a:cubicBezTo>
                  <a:cubicBezTo>
                    <a:pt x="268" y="96384"/>
                    <a:pt x="1941" y="98173"/>
                    <a:pt x="4525" y="98173"/>
                  </a:cubicBezTo>
                  <a:cubicBezTo>
                    <a:pt x="7719" y="98173"/>
                    <a:pt x="9543" y="95490"/>
                    <a:pt x="9847" y="95042"/>
                  </a:cubicBezTo>
                  <a:cubicBezTo>
                    <a:pt x="10455" y="93701"/>
                    <a:pt x="12432" y="85948"/>
                    <a:pt x="18210" y="62989"/>
                  </a:cubicBezTo>
                  <a:cubicBezTo>
                    <a:pt x="23076" y="67014"/>
                    <a:pt x="29918" y="67611"/>
                    <a:pt x="32959" y="67611"/>
                  </a:cubicBezTo>
                  <a:cubicBezTo>
                    <a:pt x="43602" y="67611"/>
                    <a:pt x="49532" y="60902"/>
                    <a:pt x="53182" y="56727"/>
                  </a:cubicBezTo>
                  <a:cubicBezTo>
                    <a:pt x="54550" y="63436"/>
                    <a:pt x="60176" y="67611"/>
                    <a:pt x="66866" y="67611"/>
                  </a:cubicBezTo>
                  <a:cubicBezTo>
                    <a:pt x="72188" y="67611"/>
                    <a:pt x="75685" y="64182"/>
                    <a:pt x="78118" y="59411"/>
                  </a:cubicBezTo>
                  <a:cubicBezTo>
                    <a:pt x="80703" y="54044"/>
                    <a:pt x="82679" y="44950"/>
                    <a:pt x="82679" y="44651"/>
                  </a:cubicBezTo>
                  <a:cubicBezTo>
                    <a:pt x="82679" y="43161"/>
                    <a:pt x="81311" y="43161"/>
                    <a:pt x="80855" y="43161"/>
                  </a:cubicBezTo>
                  <a:cubicBezTo>
                    <a:pt x="79334" y="43161"/>
                    <a:pt x="79182" y="43757"/>
                    <a:pt x="78726" y="45844"/>
                  </a:cubicBezTo>
                  <a:cubicBezTo>
                    <a:pt x="76141" y="55535"/>
                    <a:pt x="73404" y="64331"/>
                    <a:pt x="67170" y="64331"/>
                  </a:cubicBezTo>
                  <a:cubicBezTo>
                    <a:pt x="63065" y="64331"/>
                    <a:pt x="62609" y="60455"/>
                    <a:pt x="62609" y="57473"/>
                  </a:cubicBezTo>
                  <a:cubicBezTo>
                    <a:pt x="62609" y="54193"/>
                    <a:pt x="64433" y="47186"/>
                    <a:pt x="65650" y="41968"/>
                  </a:cubicBezTo>
                  <a:lnTo>
                    <a:pt x="69907" y="25867"/>
                  </a:lnTo>
                  <a:cubicBezTo>
                    <a:pt x="70363" y="23630"/>
                    <a:pt x="71884" y="17965"/>
                    <a:pt x="72492" y="15729"/>
                  </a:cubicBezTo>
                  <a:cubicBezTo>
                    <a:pt x="73252" y="12300"/>
                    <a:pt x="74773" y="6635"/>
                    <a:pt x="74773" y="5740"/>
                  </a:cubicBezTo>
                  <a:cubicBezTo>
                    <a:pt x="74773" y="3056"/>
                    <a:pt x="72644" y="1715"/>
                    <a:pt x="70363" y="1715"/>
                  </a:cubicBezTo>
                  <a:cubicBezTo>
                    <a:pt x="69603" y="1715"/>
                    <a:pt x="65650" y="1864"/>
                    <a:pt x="64433" y="6933"/>
                  </a:cubicBezTo>
                  <a:lnTo>
                    <a:pt x="57287" y="34812"/>
                  </a:lnTo>
                  <a:cubicBezTo>
                    <a:pt x="55462" y="42266"/>
                    <a:pt x="53790" y="48528"/>
                    <a:pt x="53334" y="50019"/>
                  </a:cubicBezTo>
                  <a:cubicBezTo>
                    <a:pt x="53182" y="50764"/>
                    <a:pt x="45883" y="64331"/>
                    <a:pt x="33567" y="64331"/>
                  </a:cubicBezTo>
                  <a:cubicBezTo>
                    <a:pt x="25965" y="64331"/>
                    <a:pt x="22315" y="59411"/>
                    <a:pt x="22315" y="51360"/>
                  </a:cubicBezTo>
                  <a:cubicBezTo>
                    <a:pt x="22315" y="47037"/>
                    <a:pt x="23380" y="42862"/>
                    <a:pt x="24444" y="38688"/>
                  </a:cubicBezTo>
                  <a:lnTo>
                    <a:pt x="30830" y="136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2" name="Freeform: Shape 3251">
              <a:extLst>
                <a:ext uri="{FF2B5EF4-FFF2-40B4-BE49-F238E27FC236}">
                  <a16:creationId xmlns:a16="http://schemas.microsoft.com/office/drawing/2014/main" id="{5BCE770D-F171-A4F3-3402-E031B0B0567F}"/>
                </a:ext>
              </a:extLst>
            </p:cNvPr>
            <p:cNvSpPr/>
            <p:nvPr>
              <p:custDataLst>
                <p:tags r:id="rId82"/>
              </p:custDataLst>
            </p:nvPr>
          </p:nvSpPr>
          <p:spPr>
            <a:xfrm>
              <a:off x="11481505" y="6557486"/>
              <a:ext cx="35275" cy="149085"/>
            </a:xfrm>
            <a:custGeom>
              <a:avLst/>
              <a:gdLst>
                <a:gd name="connsiteX0" fmla="*/ 35550 w 35275"/>
                <a:gd name="connsiteY0" fmla="*/ 74618 h 149085"/>
                <a:gd name="connsiteX1" fmla="*/ 25514 w 35275"/>
                <a:gd name="connsiteY1" fmla="*/ 28103 h 149085"/>
                <a:gd name="connsiteX2" fmla="*/ 1795 w 35275"/>
                <a:gd name="connsiteY2" fmla="*/ 75 h 149085"/>
                <a:gd name="connsiteX3" fmla="*/ 274 w 35275"/>
                <a:gd name="connsiteY3" fmla="*/ 1566 h 149085"/>
                <a:gd name="connsiteX4" fmla="*/ 3163 w 35275"/>
                <a:gd name="connsiteY4" fmla="*/ 4995 h 149085"/>
                <a:gd name="connsiteX5" fmla="*/ 26731 w 35275"/>
                <a:gd name="connsiteY5" fmla="*/ 74618 h 149085"/>
                <a:gd name="connsiteX6" fmla="*/ 2251 w 35275"/>
                <a:gd name="connsiteY6" fmla="*/ 145135 h 149085"/>
                <a:gd name="connsiteX7" fmla="*/ 274 w 35275"/>
                <a:gd name="connsiteY7" fmla="*/ 147670 h 149085"/>
                <a:gd name="connsiteX8" fmla="*/ 1795 w 35275"/>
                <a:gd name="connsiteY8" fmla="*/ 149161 h 149085"/>
                <a:gd name="connsiteX9" fmla="*/ 25971 w 35275"/>
                <a:gd name="connsiteY9" fmla="*/ 120089 h 149085"/>
                <a:gd name="connsiteX10" fmla="*/ 35550 w 35275"/>
                <a:gd name="connsiteY10" fmla="*/ 74618 h 14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275" h="149085">
                  <a:moveTo>
                    <a:pt x="35550" y="74618"/>
                  </a:moveTo>
                  <a:cubicBezTo>
                    <a:pt x="35550" y="62989"/>
                    <a:pt x="33877" y="44950"/>
                    <a:pt x="25514" y="28103"/>
                  </a:cubicBezTo>
                  <a:cubicBezTo>
                    <a:pt x="16391" y="9765"/>
                    <a:pt x="3315" y="75"/>
                    <a:pt x="1795" y="75"/>
                  </a:cubicBezTo>
                  <a:cubicBezTo>
                    <a:pt x="882" y="75"/>
                    <a:pt x="274" y="671"/>
                    <a:pt x="274" y="1566"/>
                  </a:cubicBezTo>
                  <a:cubicBezTo>
                    <a:pt x="274" y="2013"/>
                    <a:pt x="274" y="2311"/>
                    <a:pt x="3163" y="4995"/>
                  </a:cubicBezTo>
                  <a:cubicBezTo>
                    <a:pt x="18064" y="19754"/>
                    <a:pt x="26731" y="43459"/>
                    <a:pt x="26731" y="74618"/>
                  </a:cubicBezTo>
                  <a:cubicBezTo>
                    <a:pt x="26731" y="100111"/>
                    <a:pt x="21105" y="126351"/>
                    <a:pt x="2251" y="145135"/>
                  </a:cubicBezTo>
                  <a:cubicBezTo>
                    <a:pt x="274" y="146924"/>
                    <a:pt x="274" y="147223"/>
                    <a:pt x="274" y="147670"/>
                  </a:cubicBezTo>
                  <a:cubicBezTo>
                    <a:pt x="274" y="148564"/>
                    <a:pt x="882" y="149161"/>
                    <a:pt x="1795" y="149161"/>
                  </a:cubicBezTo>
                  <a:cubicBezTo>
                    <a:pt x="3315" y="149161"/>
                    <a:pt x="17000" y="139023"/>
                    <a:pt x="25971" y="120089"/>
                  </a:cubicBezTo>
                  <a:cubicBezTo>
                    <a:pt x="33725" y="103689"/>
                    <a:pt x="35550" y="87141"/>
                    <a:pt x="35550" y="7461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3268" name="TextBox 3267">
            <a:extLst>
              <a:ext uri="{FF2B5EF4-FFF2-40B4-BE49-F238E27FC236}">
                <a16:creationId xmlns:a16="http://schemas.microsoft.com/office/drawing/2014/main" id="{D223D8AF-0AB2-4288-C5B2-5356C810E514}"/>
              </a:ext>
            </a:extLst>
          </p:cNvPr>
          <p:cNvSpPr txBox="1"/>
          <p:nvPr/>
        </p:nvSpPr>
        <p:spPr>
          <a:xfrm>
            <a:off x="891590" y="1667057"/>
            <a:ext cx="4442410" cy="523220"/>
          </a:xfrm>
          <a:prstGeom prst="rect">
            <a:avLst/>
          </a:prstGeom>
          <a:noFill/>
        </p:spPr>
        <p:txBody>
          <a:bodyPr wrap="square">
            <a:spAutoFit/>
          </a:bodyPr>
          <a:lstStyle/>
          <a:p>
            <a:pPr lvl="0">
              <a:defRPr/>
            </a:pPr>
            <a:r>
              <a:rPr lang="en-US" sz="1400">
                <a:solidFill>
                  <a:prstClr val="black"/>
                </a:solidFill>
              </a:rPr>
              <a:t>A binomial response variable can take only two mutually exclusive values, typically coded as 0 and 1.</a:t>
            </a:r>
            <a:endParaRPr lang="en-GB" sz="1400" b="1" u="sng">
              <a:solidFill>
                <a:prstClr val="black"/>
              </a:solidFill>
            </a:endParaRPr>
          </a:p>
        </p:txBody>
      </p:sp>
      <p:sp>
        <p:nvSpPr>
          <p:cNvPr id="3269" name="TextBox 3268">
            <a:extLst>
              <a:ext uri="{FF2B5EF4-FFF2-40B4-BE49-F238E27FC236}">
                <a16:creationId xmlns:a16="http://schemas.microsoft.com/office/drawing/2014/main" id="{EF3F32F6-7EDF-0745-4448-C4EEBA7B1B62}"/>
              </a:ext>
            </a:extLst>
          </p:cNvPr>
          <p:cNvSpPr txBox="1"/>
          <p:nvPr/>
        </p:nvSpPr>
        <p:spPr>
          <a:xfrm>
            <a:off x="891589" y="3429000"/>
            <a:ext cx="4442410" cy="523220"/>
          </a:xfrm>
          <a:prstGeom prst="rect">
            <a:avLst/>
          </a:prstGeom>
          <a:noFill/>
        </p:spPr>
        <p:txBody>
          <a:bodyPr wrap="square">
            <a:spAutoFit/>
          </a:bodyPr>
          <a:lstStyle/>
          <a:p>
            <a:pPr lvl="0">
              <a:defRPr/>
            </a:pPr>
            <a:r>
              <a:rPr lang="en-US" sz="1400">
                <a:solidFill>
                  <a:prstClr val="black"/>
                </a:solidFill>
              </a:rPr>
              <a:t>For such variables, the relevant statistical distribution is a </a:t>
            </a:r>
            <a:r>
              <a:rPr lang="en-US" sz="1400" b="1">
                <a:solidFill>
                  <a:prstClr val="black"/>
                </a:solidFill>
                <a:highlight>
                  <a:srgbClr val="FFC000"/>
                </a:highlight>
              </a:rPr>
              <a:t>binomial distribution with a single trial</a:t>
            </a:r>
            <a:r>
              <a:rPr lang="en-US" sz="1400">
                <a:solidFill>
                  <a:prstClr val="black"/>
                </a:solidFill>
              </a:rPr>
              <a:t>.</a:t>
            </a:r>
            <a:endParaRPr lang="en-GB" sz="1400" b="1">
              <a:solidFill>
                <a:prstClr val="black"/>
              </a:solidFill>
              <a:highlight>
                <a:srgbClr val="FFC000"/>
              </a:highlight>
            </a:endParaRPr>
          </a:p>
        </p:txBody>
      </p:sp>
      <p:cxnSp>
        <p:nvCxnSpPr>
          <p:cNvPr id="3270" name="Straight Connector 3269">
            <a:extLst>
              <a:ext uri="{FF2B5EF4-FFF2-40B4-BE49-F238E27FC236}">
                <a16:creationId xmlns:a16="http://schemas.microsoft.com/office/drawing/2014/main" id="{61C0E630-781F-4E7A-E19A-C836420D422B}"/>
              </a:ext>
            </a:extLst>
          </p:cNvPr>
          <p:cNvCxnSpPr/>
          <p:nvPr/>
        </p:nvCxnSpPr>
        <p:spPr>
          <a:xfrm>
            <a:off x="5618717" y="1735644"/>
            <a:ext cx="0" cy="402336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271" name="TextBox 3270">
            <a:extLst>
              <a:ext uri="{FF2B5EF4-FFF2-40B4-BE49-F238E27FC236}">
                <a16:creationId xmlns:a16="http://schemas.microsoft.com/office/drawing/2014/main" id="{1A444302-F19B-5894-E71E-0F691B6FBD40}"/>
              </a:ext>
            </a:extLst>
          </p:cNvPr>
          <p:cNvSpPr txBox="1"/>
          <p:nvPr/>
        </p:nvSpPr>
        <p:spPr>
          <a:xfrm>
            <a:off x="891589" y="4857716"/>
            <a:ext cx="4442406" cy="738664"/>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lvl="0">
              <a:defRPr/>
            </a:pPr>
            <a:r>
              <a:rPr lang="en-US"/>
              <a:t>Therefore, in this context, one should not assume the distribution of the response variable; rather, the </a:t>
            </a:r>
            <a:r>
              <a:rPr lang="en-US" b="1">
                <a:highlight>
                  <a:srgbClr val="FFC000"/>
                </a:highlight>
              </a:rPr>
              <a:t>binomial framework inherently defines it</a:t>
            </a:r>
            <a:r>
              <a:rPr lang="en-US"/>
              <a:t>.</a:t>
            </a:r>
            <a:endParaRPr lang="en-GB" sz="1100"/>
          </a:p>
        </p:txBody>
      </p:sp>
      <p:grpSp>
        <p:nvGrpSpPr>
          <p:cNvPr id="48" name="Group 47" descr="\documentclass{article}&#10;\usepackage{amsmath}&#10;\pagestyle{empty}&#10;\begin{document}&#10;&#10;&#10;\[&#10;\text{Familias en acción}(y) =&#10;\begin{cases}&#10; 1 &amp; \text{if } y = \text{in} \\&#10; 0 &amp; \text{if } y = \text{out} \\&#10;\end{cases}&#10;\]&#10;&#10;&#10;&#10;&#10;\end{document}" title="IguanaTex Shape Display">
            <a:extLst>
              <a:ext uri="{FF2B5EF4-FFF2-40B4-BE49-F238E27FC236}">
                <a16:creationId xmlns:a16="http://schemas.microsoft.com/office/drawing/2014/main" id="{1BC4E410-FAB6-2675-0E05-3ABF8E96ADFF}"/>
              </a:ext>
            </a:extLst>
          </p:cNvPr>
          <p:cNvGrpSpPr>
            <a:grpSpLocks noChangeAspect="1"/>
          </p:cNvGrpSpPr>
          <p:nvPr>
            <p:custDataLst>
              <p:tags r:id="rId8"/>
            </p:custDataLst>
          </p:nvPr>
        </p:nvGrpSpPr>
        <p:grpSpPr>
          <a:xfrm>
            <a:off x="1079500" y="2641600"/>
            <a:ext cx="2613677" cy="458574"/>
            <a:chOff x="3344208" y="3615817"/>
            <a:chExt cx="2613677" cy="458574"/>
          </a:xfrm>
        </p:grpSpPr>
        <p:sp>
          <p:nvSpPr>
            <p:cNvPr id="8" name="Freeform: Shape 7">
              <a:extLst>
                <a:ext uri="{FF2B5EF4-FFF2-40B4-BE49-F238E27FC236}">
                  <a16:creationId xmlns:a16="http://schemas.microsoft.com/office/drawing/2014/main" id="{86214920-423B-EBF0-87EB-5BF2EDD78FD7}"/>
                </a:ext>
              </a:extLst>
            </p:cNvPr>
            <p:cNvSpPr/>
            <p:nvPr>
              <p:custDataLst>
                <p:tags r:id="rId32"/>
              </p:custDataLst>
            </p:nvPr>
          </p:nvSpPr>
          <p:spPr>
            <a:xfrm>
              <a:off x="3344208" y="3779433"/>
              <a:ext cx="88228" cy="103978"/>
            </a:xfrm>
            <a:custGeom>
              <a:avLst/>
              <a:gdLst>
                <a:gd name="csX0" fmla="*/ 84095 w 88228"/>
                <a:gd name="csY0" fmla="*/ 81 h 103978"/>
                <a:gd name="csX1" fmla="*/ 147 w 88228"/>
                <a:gd name="csY1" fmla="*/ 81 h 103978"/>
                <a:gd name="csX2" fmla="*/ 147 w 88228"/>
                <a:gd name="csY2" fmla="*/ 4821 h 103978"/>
                <a:gd name="csX3" fmla="*/ 3817 w 88228"/>
                <a:gd name="csY3" fmla="*/ 4821 h 103978"/>
                <a:gd name="csX4" fmla="*/ 15897 w 88228"/>
                <a:gd name="csY4" fmla="*/ 12008 h 103978"/>
                <a:gd name="csX5" fmla="*/ 15897 w 88228"/>
                <a:gd name="csY5" fmla="*/ 92133 h 103978"/>
                <a:gd name="csX6" fmla="*/ 3817 w 88228"/>
                <a:gd name="csY6" fmla="*/ 99319 h 103978"/>
                <a:gd name="csX7" fmla="*/ 147 w 88228"/>
                <a:gd name="csY7" fmla="*/ 99319 h 103978"/>
                <a:gd name="csX8" fmla="*/ 147 w 88228"/>
                <a:gd name="csY8" fmla="*/ 104059 h 103978"/>
                <a:gd name="csX9" fmla="*/ 23390 w 88228"/>
                <a:gd name="csY9" fmla="*/ 103601 h 103978"/>
                <a:gd name="csX10" fmla="*/ 49078 w 88228"/>
                <a:gd name="csY10" fmla="*/ 104059 h 103978"/>
                <a:gd name="csX11" fmla="*/ 49078 w 88228"/>
                <a:gd name="csY11" fmla="*/ 99319 h 103978"/>
                <a:gd name="csX12" fmla="*/ 44032 w 88228"/>
                <a:gd name="csY12" fmla="*/ 99319 h 103978"/>
                <a:gd name="csX13" fmla="*/ 29506 w 88228"/>
                <a:gd name="csY13" fmla="*/ 91980 h 103978"/>
                <a:gd name="csX14" fmla="*/ 29506 w 88228"/>
                <a:gd name="csY14" fmla="*/ 54364 h 103978"/>
                <a:gd name="csX15" fmla="*/ 42656 w 88228"/>
                <a:gd name="csY15" fmla="*/ 54364 h 103978"/>
                <a:gd name="csX16" fmla="*/ 58865 w 88228"/>
                <a:gd name="csY16" fmla="*/ 72254 h 103978"/>
                <a:gd name="csX17" fmla="*/ 62687 w 88228"/>
                <a:gd name="csY17" fmla="*/ 72254 h 103978"/>
                <a:gd name="csX18" fmla="*/ 62687 w 88228"/>
                <a:gd name="csY18" fmla="*/ 31733 h 103978"/>
                <a:gd name="csX19" fmla="*/ 58865 w 88228"/>
                <a:gd name="csY19" fmla="*/ 31733 h 103978"/>
                <a:gd name="csX20" fmla="*/ 42656 w 88228"/>
                <a:gd name="csY20" fmla="*/ 49624 h 103978"/>
                <a:gd name="csX21" fmla="*/ 29506 w 88228"/>
                <a:gd name="csY21" fmla="*/ 49624 h 103978"/>
                <a:gd name="csX22" fmla="*/ 29506 w 88228"/>
                <a:gd name="csY22" fmla="*/ 10938 h 103978"/>
                <a:gd name="csX23" fmla="*/ 36999 w 88228"/>
                <a:gd name="csY23" fmla="*/ 4821 h 103978"/>
                <a:gd name="csX24" fmla="*/ 55348 w 88228"/>
                <a:gd name="csY24" fmla="*/ 4821 h 103978"/>
                <a:gd name="csX25" fmla="*/ 84553 w 88228"/>
                <a:gd name="csY25" fmla="*/ 34486 h 103978"/>
                <a:gd name="csX26" fmla="*/ 88376 w 88228"/>
                <a:gd name="csY26" fmla="*/ 34486 h 103978"/>
                <a:gd name="csX27" fmla="*/ 84095 w 88228"/>
                <a:gd name="csY27" fmla="*/ 81 h 10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88228" h="103978">
                  <a:moveTo>
                    <a:pt x="84095" y="81"/>
                  </a:moveTo>
                  <a:lnTo>
                    <a:pt x="147" y="81"/>
                  </a:lnTo>
                  <a:lnTo>
                    <a:pt x="147" y="4821"/>
                  </a:lnTo>
                  <a:lnTo>
                    <a:pt x="3817" y="4821"/>
                  </a:lnTo>
                  <a:cubicBezTo>
                    <a:pt x="15591" y="4821"/>
                    <a:pt x="15897" y="6503"/>
                    <a:pt x="15897" y="12008"/>
                  </a:cubicBezTo>
                  <a:lnTo>
                    <a:pt x="15897" y="92133"/>
                  </a:lnTo>
                  <a:cubicBezTo>
                    <a:pt x="15897" y="97637"/>
                    <a:pt x="15591" y="99319"/>
                    <a:pt x="3817" y="99319"/>
                  </a:cubicBezTo>
                  <a:lnTo>
                    <a:pt x="147" y="99319"/>
                  </a:lnTo>
                  <a:lnTo>
                    <a:pt x="147" y="104059"/>
                  </a:lnTo>
                  <a:cubicBezTo>
                    <a:pt x="5499" y="103601"/>
                    <a:pt x="17426" y="103601"/>
                    <a:pt x="23390" y="103601"/>
                  </a:cubicBezTo>
                  <a:cubicBezTo>
                    <a:pt x="29659" y="103601"/>
                    <a:pt x="43574" y="103601"/>
                    <a:pt x="49078" y="104059"/>
                  </a:cubicBezTo>
                  <a:lnTo>
                    <a:pt x="49078" y="99319"/>
                  </a:lnTo>
                  <a:lnTo>
                    <a:pt x="44032" y="99319"/>
                  </a:lnTo>
                  <a:cubicBezTo>
                    <a:pt x="29506" y="99319"/>
                    <a:pt x="29506" y="97331"/>
                    <a:pt x="29506" y="91980"/>
                  </a:cubicBezTo>
                  <a:lnTo>
                    <a:pt x="29506" y="54364"/>
                  </a:lnTo>
                  <a:lnTo>
                    <a:pt x="42656" y="54364"/>
                  </a:lnTo>
                  <a:cubicBezTo>
                    <a:pt x="57336" y="54364"/>
                    <a:pt x="58865" y="59257"/>
                    <a:pt x="58865" y="72254"/>
                  </a:cubicBezTo>
                  <a:lnTo>
                    <a:pt x="62687" y="72254"/>
                  </a:lnTo>
                  <a:lnTo>
                    <a:pt x="62687" y="31733"/>
                  </a:lnTo>
                  <a:lnTo>
                    <a:pt x="58865" y="31733"/>
                  </a:lnTo>
                  <a:cubicBezTo>
                    <a:pt x="58865" y="44578"/>
                    <a:pt x="57336" y="49624"/>
                    <a:pt x="42656" y="49624"/>
                  </a:cubicBezTo>
                  <a:lnTo>
                    <a:pt x="29506" y="49624"/>
                  </a:lnTo>
                  <a:lnTo>
                    <a:pt x="29506" y="10938"/>
                  </a:lnTo>
                  <a:cubicBezTo>
                    <a:pt x="29506" y="5892"/>
                    <a:pt x="29812" y="4821"/>
                    <a:pt x="36999" y="4821"/>
                  </a:cubicBezTo>
                  <a:lnTo>
                    <a:pt x="55348" y="4821"/>
                  </a:lnTo>
                  <a:cubicBezTo>
                    <a:pt x="78284" y="4821"/>
                    <a:pt x="82107" y="13384"/>
                    <a:pt x="84553" y="34486"/>
                  </a:cubicBezTo>
                  <a:lnTo>
                    <a:pt x="88376" y="34486"/>
                  </a:lnTo>
                  <a:lnTo>
                    <a:pt x="84095" y="81"/>
                  </a:lnTo>
                  <a:close/>
                </a:path>
              </a:pathLst>
            </a:custGeom>
            <a:solidFill>
              <a:srgbClr val="000000"/>
            </a:solidFill>
            <a:ln w="25400" cap="flat">
              <a:noFill/>
              <a:prstDash val="solid"/>
              <a:miter/>
            </a:ln>
          </p:spPr>
          <p:txBody>
            <a:bodyPr/>
            <a:lstStyle/>
            <a:p>
              <a:endParaRPr lang="en-US"/>
            </a:p>
          </p:txBody>
        </p:sp>
        <p:sp>
          <p:nvSpPr>
            <p:cNvPr id="9" name="Freeform: Shape 8">
              <a:extLst>
                <a:ext uri="{FF2B5EF4-FFF2-40B4-BE49-F238E27FC236}">
                  <a16:creationId xmlns:a16="http://schemas.microsoft.com/office/drawing/2014/main" id="{D12CD350-5BFD-1ACF-5FB0-33ED01B4C6FA}"/>
                </a:ext>
              </a:extLst>
            </p:cNvPr>
            <p:cNvSpPr/>
            <p:nvPr>
              <p:custDataLst>
                <p:tags r:id="rId33"/>
              </p:custDataLst>
            </p:nvPr>
          </p:nvSpPr>
          <p:spPr>
            <a:xfrm>
              <a:off x="3432657" y="3814908"/>
              <a:ext cx="68962" cy="70185"/>
            </a:xfrm>
            <a:custGeom>
              <a:avLst/>
              <a:gdLst>
                <a:gd name="csX0" fmla="*/ 44650 w 68962"/>
                <a:gd name="csY0" fmla="*/ 56963 h 70185"/>
                <a:gd name="csX1" fmla="*/ 56577 w 68962"/>
                <a:gd name="csY1" fmla="*/ 69502 h 70185"/>
                <a:gd name="csX2" fmla="*/ 69115 w 68962"/>
                <a:gd name="csY2" fmla="*/ 54976 h 70185"/>
                <a:gd name="csX3" fmla="*/ 69115 w 68962"/>
                <a:gd name="csY3" fmla="*/ 46413 h 70185"/>
                <a:gd name="csX4" fmla="*/ 65292 w 68962"/>
                <a:gd name="csY4" fmla="*/ 46413 h 70185"/>
                <a:gd name="csX5" fmla="*/ 65292 w 68962"/>
                <a:gd name="csY5" fmla="*/ 54976 h 70185"/>
                <a:gd name="csX6" fmla="*/ 59788 w 68962"/>
                <a:gd name="csY6" fmla="*/ 64762 h 70185"/>
                <a:gd name="csX7" fmla="*/ 54130 w 68962"/>
                <a:gd name="csY7" fmla="*/ 57116 h 70185"/>
                <a:gd name="csX8" fmla="*/ 54130 w 68962"/>
                <a:gd name="csY8" fmla="*/ 26535 h 70185"/>
                <a:gd name="csX9" fmla="*/ 48625 w 68962"/>
                <a:gd name="csY9" fmla="*/ 8491 h 70185"/>
                <a:gd name="csX10" fmla="*/ 27677 w 68962"/>
                <a:gd name="csY10" fmla="*/ 81 h 70185"/>
                <a:gd name="csX11" fmla="*/ 4587 w 68962"/>
                <a:gd name="csY11" fmla="*/ 17360 h 70185"/>
                <a:gd name="csX12" fmla="*/ 11621 w 68962"/>
                <a:gd name="csY12" fmla="*/ 24547 h 70185"/>
                <a:gd name="csX13" fmla="*/ 18655 w 68962"/>
                <a:gd name="csY13" fmla="*/ 17513 h 70185"/>
                <a:gd name="csX14" fmla="*/ 10857 w 68962"/>
                <a:gd name="csY14" fmla="*/ 10479 h 70185"/>
                <a:gd name="csX15" fmla="*/ 27371 w 68962"/>
                <a:gd name="csY15" fmla="*/ 3445 h 70185"/>
                <a:gd name="csX16" fmla="*/ 43579 w 68962"/>
                <a:gd name="csY16" fmla="*/ 23018 h 70185"/>
                <a:gd name="csX17" fmla="*/ 43579 w 68962"/>
                <a:gd name="csY17" fmla="*/ 28675 h 70185"/>
                <a:gd name="csX18" fmla="*/ 15444 w 68962"/>
                <a:gd name="csY18" fmla="*/ 34180 h 70185"/>
                <a:gd name="csX19" fmla="*/ 153 w 68962"/>
                <a:gd name="csY19" fmla="*/ 54058 h 70185"/>
                <a:gd name="csX20" fmla="*/ 24619 w 68962"/>
                <a:gd name="csY20" fmla="*/ 70267 h 70185"/>
                <a:gd name="csX21" fmla="*/ 44650 w 68962"/>
                <a:gd name="csY21" fmla="*/ 56963 h 70185"/>
                <a:gd name="csX22" fmla="*/ 43579 w 68962"/>
                <a:gd name="csY22" fmla="*/ 31886 h 70185"/>
                <a:gd name="csX23" fmla="*/ 43579 w 68962"/>
                <a:gd name="csY23" fmla="*/ 47177 h 70185"/>
                <a:gd name="csX24" fmla="*/ 25689 w 68962"/>
                <a:gd name="csY24" fmla="*/ 66903 h 70185"/>
                <a:gd name="csX25" fmla="*/ 11927 w 68962"/>
                <a:gd name="csY25" fmla="*/ 53905 h 70185"/>
                <a:gd name="csX26" fmla="*/ 43579 w 68962"/>
                <a:gd name="csY26" fmla="*/ 31886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8962" h="70185">
                  <a:moveTo>
                    <a:pt x="44650" y="56963"/>
                  </a:moveTo>
                  <a:cubicBezTo>
                    <a:pt x="45261" y="63080"/>
                    <a:pt x="49390" y="69502"/>
                    <a:pt x="56577" y="69502"/>
                  </a:cubicBezTo>
                  <a:cubicBezTo>
                    <a:pt x="59788" y="69502"/>
                    <a:pt x="69115" y="67361"/>
                    <a:pt x="69115" y="54976"/>
                  </a:cubicBezTo>
                  <a:lnTo>
                    <a:pt x="69115" y="46413"/>
                  </a:lnTo>
                  <a:lnTo>
                    <a:pt x="65292" y="46413"/>
                  </a:lnTo>
                  <a:lnTo>
                    <a:pt x="65292" y="54976"/>
                  </a:lnTo>
                  <a:cubicBezTo>
                    <a:pt x="65292" y="63844"/>
                    <a:pt x="61470" y="64762"/>
                    <a:pt x="59788" y="64762"/>
                  </a:cubicBezTo>
                  <a:cubicBezTo>
                    <a:pt x="54742" y="64762"/>
                    <a:pt x="54130" y="57881"/>
                    <a:pt x="54130" y="57116"/>
                  </a:cubicBezTo>
                  <a:lnTo>
                    <a:pt x="54130" y="26535"/>
                  </a:lnTo>
                  <a:cubicBezTo>
                    <a:pt x="54130" y="20112"/>
                    <a:pt x="54130" y="14149"/>
                    <a:pt x="48625" y="8491"/>
                  </a:cubicBezTo>
                  <a:cubicBezTo>
                    <a:pt x="42662" y="2528"/>
                    <a:pt x="35016" y="81"/>
                    <a:pt x="27677" y="81"/>
                  </a:cubicBezTo>
                  <a:cubicBezTo>
                    <a:pt x="15138" y="81"/>
                    <a:pt x="4587" y="7268"/>
                    <a:pt x="4587" y="17360"/>
                  </a:cubicBezTo>
                  <a:cubicBezTo>
                    <a:pt x="4587" y="21947"/>
                    <a:pt x="7646" y="24547"/>
                    <a:pt x="11621" y="24547"/>
                  </a:cubicBezTo>
                  <a:cubicBezTo>
                    <a:pt x="15903" y="24547"/>
                    <a:pt x="18655" y="21489"/>
                    <a:pt x="18655" y="17513"/>
                  </a:cubicBezTo>
                  <a:cubicBezTo>
                    <a:pt x="18655" y="15678"/>
                    <a:pt x="17891" y="10632"/>
                    <a:pt x="10857" y="10479"/>
                  </a:cubicBezTo>
                  <a:cubicBezTo>
                    <a:pt x="14985" y="5127"/>
                    <a:pt x="22478" y="3445"/>
                    <a:pt x="27371" y="3445"/>
                  </a:cubicBezTo>
                  <a:cubicBezTo>
                    <a:pt x="34864" y="3445"/>
                    <a:pt x="43579" y="9409"/>
                    <a:pt x="43579" y="23018"/>
                  </a:cubicBezTo>
                  <a:lnTo>
                    <a:pt x="43579" y="28675"/>
                  </a:lnTo>
                  <a:cubicBezTo>
                    <a:pt x="35781" y="29134"/>
                    <a:pt x="25077" y="29593"/>
                    <a:pt x="15444" y="34180"/>
                  </a:cubicBezTo>
                  <a:cubicBezTo>
                    <a:pt x="3976" y="39379"/>
                    <a:pt x="153" y="47330"/>
                    <a:pt x="153" y="54058"/>
                  </a:cubicBezTo>
                  <a:cubicBezTo>
                    <a:pt x="153" y="66444"/>
                    <a:pt x="14985" y="70267"/>
                    <a:pt x="24619" y="70267"/>
                  </a:cubicBezTo>
                  <a:cubicBezTo>
                    <a:pt x="34711" y="70267"/>
                    <a:pt x="41744" y="64150"/>
                    <a:pt x="44650" y="56963"/>
                  </a:cubicBezTo>
                  <a:close/>
                  <a:moveTo>
                    <a:pt x="43579" y="31886"/>
                  </a:moveTo>
                  <a:lnTo>
                    <a:pt x="43579" y="47177"/>
                  </a:lnTo>
                  <a:cubicBezTo>
                    <a:pt x="43579" y="61704"/>
                    <a:pt x="32570" y="66903"/>
                    <a:pt x="25689" y="66903"/>
                  </a:cubicBezTo>
                  <a:cubicBezTo>
                    <a:pt x="18196" y="66903"/>
                    <a:pt x="11927" y="61551"/>
                    <a:pt x="11927" y="53905"/>
                  </a:cubicBezTo>
                  <a:cubicBezTo>
                    <a:pt x="11927" y="45495"/>
                    <a:pt x="18349" y="32804"/>
                    <a:pt x="43579" y="31886"/>
                  </a:cubicBezTo>
                  <a:close/>
                </a:path>
              </a:pathLst>
            </a:custGeom>
            <a:solidFill>
              <a:srgbClr val="000000"/>
            </a:solidFill>
            <a:ln w="25400" cap="flat">
              <a:noFill/>
              <a:prstDash val="solid"/>
              <a:miter/>
            </a:ln>
          </p:spPr>
          <p:txBody>
            <a:bodyPr/>
            <a:lstStyle/>
            <a:p>
              <a:endParaRPr lang="en-US"/>
            </a:p>
          </p:txBody>
        </p:sp>
        <p:sp>
          <p:nvSpPr>
            <p:cNvPr id="12" name="Freeform: Shape 11">
              <a:extLst>
                <a:ext uri="{FF2B5EF4-FFF2-40B4-BE49-F238E27FC236}">
                  <a16:creationId xmlns:a16="http://schemas.microsoft.com/office/drawing/2014/main" id="{942AF5E5-5D10-D3C9-1767-12BB33BADC1F}"/>
                </a:ext>
              </a:extLst>
            </p:cNvPr>
            <p:cNvSpPr/>
            <p:nvPr>
              <p:custDataLst>
                <p:tags r:id="rId34"/>
              </p:custDataLst>
            </p:nvPr>
          </p:nvSpPr>
          <p:spPr>
            <a:xfrm>
              <a:off x="3507583" y="3815825"/>
              <a:ext cx="119422" cy="67585"/>
            </a:xfrm>
            <a:custGeom>
              <a:avLst/>
              <a:gdLst>
                <a:gd name="csX0" fmla="*/ 12085 w 119422"/>
                <a:gd name="csY0" fmla="*/ 15066 h 67585"/>
                <a:gd name="csX1" fmla="*/ 12085 w 119422"/>
                <a:gd name="csY1" fmla="*/ 56046 h 67585"/>
                <a:gd name="csX2" fmla="*/ 158 w 119422"/>
                <a:gd name="csY2" fmla="*/ 62927 h 67585"/>
                <a:gd name="csX3" fmla="*/ 158 w 119422"/>
                <a:gd name="csY3" fmla="*/ 67667 h 67585"/>
                <a:gd name="csX4" fmla="*/ 17437 w 119422"/>
                <a:gd name="csY4" fmla="*/ 67208 h 67585"/>
                <a:gd name="csX5" fmla="*/ 34563 w 119422"/>
                <a:gd name="csY5" fmla="*/ 67667 h 67585"/>
                <a:gd name="csX6" fmla="*/ 34563 w 119422"/>
                <a:gd name="csY6" fmla="*/ 62927 h 67585"/>
                <a:gd name="csX7" fmla="*/ 22636 w 119422"/>
                <a:gd name="csY7" fmla="*/ 56046 h 67585"/>
                <a:gd name="csX8" fmla="*/ 22636 w 119422"/>
                <a:gd name="csY8" fmla="*/ 27911 h 67585"/>
                <a:gd name="csX9" fmla="*/ 43279 w 119422"/>
                <a:gd name="csY9" fmla="*/ 3445 h 67585"/>
                <a:gd name="csX10" fmla="*/ 54594 w 119422"/>
                <a:gd name="csY10" fmla="*/ 20418 h 67585"/>
                <a:gd name="csX11" fmla="*/ 54594 w 119422"/>
                <a:gd name="csY11" fmla="*/ 56046 h 67585"/>
                <a:gd name="csX12" fmla="*/ 42667 w 119422"/>
                <a:gd name="csY12" fmla="*/ 62927 h 67585"/>
                <a:gd name="csX13" fmla="*/ 42667 w 119422"/>
                <a:gd name="csY13" fmla="*/ 67667 h 67585"/>
                <a:gd name="csX14" fmla="*/ 59946 w 119422"/>
                <a:gd name="csY14" fmla="*/ 67208 h 67585"/>
                <a:gd name="csX15" fmla="*/ 77071 w 119422"/>
                <a:gd name="csY15" fmla="*/ 67667 h 67585"/>
                <a:gd name="csX16" fmla="*/ 77071 w 119422"/>
                <a:gd name="csY16" fmla="*/ 62927 h 67585"/>
                <a:gd name="csX17" fmla="*/ 65145 w 119422"/>
                <a:gd name="csY17" fmla="*/ 56046 h 67585"/>
                <a:gd name="csX18" fmla="*/ 65145 w 119422"/>
                <a:gd name="csY18" fmla="*/ 27911 h 67585"/>
                <a:gd name="csX19" fmla="*/ 85787 w 119422"/>
                <a:gd name="csY19" fmla="*/ 3445 h 67585"/>
                <a:gd name="csX20" fmla="*/ 97103 w 119422"/>
                <a:gd name="csY20" fmla="*/ 20418 h 67585"/>
                <a:gd name="csX21" fmla="*/ 97103 w 119422"/>
                <a:gd name="csY21" fmla="*/ 56046 h 67585"/>
                <a:gd name="csX22" fmla="*/ 85176 w 119422"/>
                <a:gd name="csY22" fmla="*/ 62927 h 67585"/>
                <a:gd name="csX23" fmla="*/ 85176 w 119422"/>
                <a:gd name="csY23" fmla="*/ 67667 h 67585"/>
                <a:gd name="csX24" fmla="*/ 102454 w 119422"/>
                <a:gd name="csY24" fmla="*/ 67208 h 67585"/>
                <a:gd name="csX25" fmla="*/ 119580 w 119422"/>
                <a:gd name="csY25" fmla="*/ 67667 h 67585"/>
                <a:gd name="csX26" fmla="*/ 119580 w 119422"/>
                <a:gd name="csY26" fmla="*/ 62927 h 67585"/>
                <a:gd name="csX27" fmla="*/ 107653 w 119422"/>
                <a:gd name="csY27" fmla="*/ 58340 h 67585"/>
                <a:gd name="csX28" fmla="*/ 107653 w 119422"/>
                <a:gd name="csY28" fmla="*/ 29134 h 67585"/>
                <a:gd name="csX29" fmla="*/ 102913 w 119422"/>
                <a:gd name="csY29" fmla="*/ 5739 h 67585"/>
                <a:gd name="csX30" fmla="*/ 86858 w 119422"/>
                <a:gd name="csY30" fmla="*/ 81 h 67585"/>
                <a:gd name="csX31" fmla="*/ 64686 w 119422"/>
                <a:gd name="csY31" fmla="*/ 15066 h 67585"/>
                <a:gd name="csX32" fmla="*/ 44349 w 119422"/>
                <a:gd name="csY32" fmla="*/ 81 h 67585"/>
                <a:gd name="csX33" fmla="*/ 21718 w 119422"/>
                <a:gd name="csY33" fmla="*/ 16137 h 67585"/>
                <a:gd name="csX34" fmla="*/ 21718 w 119422"/>
                <a:gd name="csY34" fmla="*/ 81 h 67585"/>
                <a:gd name="csX35" fmla="*/ 158 w 119422"/>
                <a:gd name="csY35" fmla="*/ 1763 h 67585"/>
                <a:gd name="csX36" fmla="*/ 158 w 119422"/>
                <a:gd name="csY36" fmla="*/ 6503 h 67585"/>
                <a:gd name="csX37" fmla="*/ 12085 w 119422"/>
                <a:gd name="csY37" fmla="*/ 15066 h 67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19422" h="67585">
                  <a:moveTo>
                    <a:pt x="12085" y="15066"/>
                  </a:moveTo>
                  <a:lnTo>
                    <a:pt x="12085" y="56046"/>
                  </a:lnTo>
                  <a:cubicBezTo>
                    <a:pt x="12085" y="62927"/>
                    <a:pt x="10403" y="62927"/>
                    <a:pt x="158" y="62927"/>
                  </a:cubicBezTo>
                  <a:lnTo>
                    <a:pt x="158" y="67667"/>
                  </a:lnTo>
                  <a:cubicBezTo>
                    <a:pt x="5510" y="67514"/>
                    <a:pt x="13308" y="67208"/>
                    <a:pt x="17437" y="67208"/>
                  </a:cubicBezTo>
                  <a:cubicBezTo>
                    <a:pt x="21412" y="67208"/>
                    <a:pt x="29364" y="67514"/>
                    <a:pt x="34563" y="67667"/>
                  </a:cubicBezTo>
                  <a:lnTo>
                    <a:pt x="34563" y="62927"/>
                  </a:lnTo>
                  <a:cubicBezTo>
                    <a:pt x="24318" y="62927"/>
                    <a:pt x="22636" y="62927"/>
                    <a:pt x="22636" y="56046"/>
                  </a:cubicBezTo>
                  <a:lnTo>
                    <a:pt x="22636" y="27911"/>
                  </a:lnTo>
                  <a:cubicBezTo>
                    <a:pt x="22636" y="12008"/>
                    <a:pt x="33492" y="3445"/>
                    <a:pt x="43279" y="3445"/>
                  </a:cubicBezTo>
                  <a:cubicBezTo>
                    <a:pt x="52912" y="3445"/>
                    <a:pt x="54594" y="11702"/>
                    <a:pt x="54594" y="20418"/>
                  </a:cubicBezTo>
                  <a:lnTo>
                    <a:pt x="54594" y="56046"/>
                  </a:lnTo>
                  <a:cubicBezTo>
                    <a:pt x="54594" y="62927"/>
                    <a:pt x="52912" y="62927"/>
                    <a:pt x="42667" y="62927"/>
                  </a:cubicBezTo>
                  <a:lnTo>
                    <a:pt x="42667" y="67667"/>
                  </a:lnTo>
                  <a:cubicBezTo>
                    <a:pt x="48019" y="67514"/>
                    <a:pt x="55817" y="67208"/>
                    <a:pt x="59946" y="67208"/>
                  </a:cubicBezTo>
                  <a:cubicBezTo>
                    <a:pt x="63921" y="67208"/>
                    <a:pt x="71873" y="67514"/>
                    <a:pt x="77071" y="67667"/>
                  </a:cubicBezTo>
                  <a:lnTo>
                    <a:pt x="77071" y="62927"/>
                  </a:lnTo>
                  <a:cubicBezTo>
                    <a:pt x="66827" y="62927"/>
                    <a:pt x="65145" y="62927"/>
                    <a:pt x="65145" y="56046"/>
                  </a:cubicBezTo>
                  <a:lnTo>
                    <a:pt x="65145" y="27911"/>
                  </a:lnTo>
                  <a:cubicBezTo>
                    <a:pt x="65145" y="12008"/>
                    <a:pt x="76001" y="3445"/>
                    <a:pt x="85787" y="3445"/>
                  </a:cubicBezTo>
                  <a:cubicBezTo>
                    <a:pt x="95421" y="3445"/>
                    <a:pt x="97103" y="11702"/>
                    <a:pt x="97103" y="20418"/>
                  </a:cubicBezTo>
                  <a:lnTo>
                    <a:pt x="97103" y="56046"/>
                  </a:lnTo>
                  <a:cubicBezTo>
                    <a:pt x="97103" y="62927"/>
                    <a:pt x="95421" y="62927"/>
                    <a:pt x="85176" y="62927"/>
                  </a:cubicBezTo>
                  <a:lnTo>
                    <a:pt x="85176" y="67667"/>
                  </a:lnTo>
                  <a:cubicBezTo>
                    <a:pt x="90527" y="67514"/>
                    <a:pt x="98326" y="67208"/>
                    <a:pt x="102454" y="67208"/>
                  </a:cubicBezTo>
                  <a:cubicBezTo>
                    <a:pt x="106430" y="67208"/>
                    <a:pt x="114381" y="67514"/>
                    <a:pt x="119580" y="67667"/>
                  </a:cubicBezTo>
                  <a:lnTo>
                    <a:pt x="119580" y="62927"/>
                  </a:lnTo>
                  <a:cubicBezTo>
                    <a:pt x="111629" y="62927"/>
                    <a:pt x="107806" y="62927"/>
                    <a:pt x="107653" y="58340"/>
                  </a:cubicBezTo>
                  <a:lnTo>
                    <a:pt x="107653" y="29134"/>
                  </a:lnTo>
                  <a:cubicBezTo>
                    <a:pt x="107653" y="15984"/>
                    <a:pt x="107653" y="11244"/>
                    <a:pt x="102913" y="5739"/>
                  </a:cubicBezTo>
                  <a:cubicBezTo>
                    <a:pt x="100772" y="3139"/>
                    <a:pt x="95726" y="81"/>
                    <a:pt x="86858" y="81"/>
                  </a:cubicBezTo>
                  <a:cubicBezTo>
                    <a:pt x="74013" y="81"/>
                    <a:pt x="67285" y="9256"/>
                    <a:pt x="64686" y="15066"/>
                  </a:cubicBezTo>
                  <a:cubicBezTo>
                    <a:pt x="62545" y="1763"/>
                    <a:pt x="51230" y="81"/>
                    <a:pt x="44349" y="81"/>
                  </a:cubicBezTo>
                  <a:cubicBezTo>
                    <a:pt x="33187" y="81"/>
                    <a:pt x="26000" y="6656"/>
                    <a:pt x="21718" y="16137"/>
                  </a:cubicBezTo>
                  <a:lnTo>
                    <a:pt x="21718" y="81"/>
                  </a:lnTo>
                  <a:lnTo>
                    <a:pt x="158" y="1763"/>
                  </a:lnTo>
                  <a:lnTo>
                    <a:pt x="158" y="6503"/>
                  </a:lnTo>
                  <a:cubicBezTo>
                    <a:pt x="10862" y="6503"/>
                    <a:pt x="12085" y="7574"/>
                    <a:pt x="12085" y="15066"/>
                  </a:cubicBezTo>
                  <a:close/>
                </a:path>
              </a:pathLst>
            </a:custGeom>
            <a:solidFill>
              <a:srgbClr val="000000"/>
            </a:solidFill>
            <a:ln w="25400" cap="flat">
              <a:noFill/>
              <a:prstDash val="solid"/>
              <a:miter/>
            </a:ln>
          </p:spPr>
          <p:txBody>
            <a:bodyPr/>
            <a:lstStyle/>
            <a:p>
              <a:endParaRPr lang="en-US"/>
            </a:p>
          </p:txBody>
        </p:sp>
        <p:sp>
          <p:nvSpPr>
            <p:cNvPr id="13" name="Freeform: Shape 12">
              <a:extLst>
                <a:ext uri="{FF2B5EF4-FFF2-40B4-BE49-F238E27FC236}">
                  <a16:creationId xmlns:a16="http://schemas.microsoft.com/office/drawing/2014/main" id="{330410E3-0861-21B2-5DC3-B598FA5E61D2}"/>
                </a:ext>
              </a:extLst>
            </p:cNvPr>
            <p:cNvSpPr/>
            <p:nvPr>
              <p:custDataLst>
                <p:tags r:id="rId35"/>
              </p:custDataLst>
            </p:nvPr>
          </p:nvSpPr>
          <p:spPr>
            <a:xfrm>
              <a:off x="3635161" y="3781115"/>
              <a:ext cx="32722" cy="102296"/>
            </a:xfrm>
            <a:custGeom>
              <a:avLst/>
              <a:gdLst>
                <a:gd name="csX0" fmla="*/ 22185 w 32722"/>
                <a:gd name="csY0" fmla="*/ 34792 h 102296"/>
                <a:gd name="csX1" fmla="*/ 778 w 32722"/>
                <a:gd name="csY1" fmla="*/ 36474 h 102296"/>
                <a:gd name="csX2" fmla="*/ 778 w 32722"/>
                <a:gd name="csY2" fmla="*/ 41214 h 102296"/>
                <a:gd name="csX3" fmla="*/ 12093 w 32722"/>
                <a:gd name="csY3" fmla="*/ 49624 h 102296"/>
                <a:gd name="csX4" fmla="*/ 12093 w 32722"/>
                <a:gd name="csY4" fmla="*/ 90756 h 102296"/>
                <a:gd name="csX5" fmla="*/ 166 w 32722"/>
                <a:gd name="csY5" fmla="*/ 97637 h 102296"/>
                <a:gd name="csX6" fmla="*/ 166 w 32722"/>
                <a:gd name="csY6" fmla="*/ 102377 h 102296"/>
                <a:gd name="csX7" fmla="*/ 16986 w 32722"/>
                <a:gd name="csY7" fmla="*/ 101919 h 102296"/>
                <a:gd name="csX8" fmla="*/ 32889 w 32722"/>
                <a:gd name="csY8" fmla="*/ 102377 h 102296"/>
                <a:gd name="csX9" fmla="*/ 32889 w 32722"/>
                <a:gd name="csY9" fmla="*/ 97637 h 102296"/>
                <a:gd name="csX10" fmla="*/ 22185 w 32722"/>
                <a:gd name="csY10" fmla="*/ 90909 h 102296"/>
                <a:gd name="csX11" fmla="*/ 22185 w 32722"/>
                <a:gd name="csY11" fmla="*/ 34792 h 102296"/>
                <a:gd name="csX12" fmla="*/ 22797 w 32722"/>
                <a:gd name="csY12" fmla="*/ 8185 h 102296"/>
                <a:gd name="csX13" fmla="*/ 14693 w 32722"/>
                <a:gd name="csY13" fmla="*/ 81 h 102296"/>
                <a:gd name="csX14" fmla="*/ 6589 w 32722"/>
                <a:gd name="csY14" fmla="*/ 8185 h 102296"/>
                <a:gd name="csX15" fmla="*/ 14693 w 32722"/>
                <a:gd name="csY15" fmla="*/ 16290 h 102296"/>
                <a:gd name="csX16" fmla="*/ 22797 w 32722"/>
                <a:gd name="csY16" fmla="*/ 8185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22" h="102296">
                  <a:moveTo>
                    <a:pt x="22185" y="34792"/>
                  </a:moveTo>
                  <a:lnTo>
                    <a:pt x="778" y="36474"/>
                  </a:lnTo>
                  <a:lnTo>
                    <a:pt x="778" y="41214"/>
                  </a:lnTo>
                  <a:cubicBezTo>
                    <a:pt x="10717" y="41214"/>
                    <a:pt x="12093" y="42131"/>
                    <a:pt x="12093" y="49624"/>
                  </a:cubicBezTo>
                  <a:lnTo>
                    <a:pt x="12093" y="90756"/>
                  </a:lnTo>
                  <a:cubicBezTo>
                    <a:pt x="12093" y="97637"/>
                    <a:pt x="10411" y="97637"/>
                    <a:pt x="166" y="97637"/>
                  </a:cubicBezTo>
                  <a:lnTo>
                    <a:pt x="166" y="102377"/>
                  </a:lnTo>
                  <a:cubicBezTo>
                    <a:pt x="5059" y="102225"/>
                    <a:pt x="13317" y="101919"/>
                    <a:pt x="16986" y="101919"/>
                  </a:cubicBezTo>
                  <a:cubicBezTo>
                    <a:pt x="22338" y="101919"/>
                    <a:pt x="27690" y="102225"/>
                    <a:pt x="32889" y="102377"/>
                  </a:cubicBezTo>
                  <a:lnTo>
                    <a:pt x="32889" y="97637"/>
                  </a:lnTo>
                  <a:cubicBezTo>
                    <a:pt x="22797" y="97637"/>
                    <a:pt x="22185" y="96873"/>
                    <a:pt x="22185" y="90909"/>
                  </a:cubicBezTo>
                  <a:lnTo>
                    <a:pt x="22185" y="34792"/>
                  </a:lnTo>
                  <a:close/>
                  <a:moveTo>
                    <a:pt x="22797" y="8185"/>
                  </a:moveTo>
                  <a:cubicBezTo>
                    <a:pt x="22797" y="3292"/>
                    <a:pt x="18974" y="81"/>
                    <a:pt x="14693" y="81"/>
                  </a:cubicBezTo>
                  <a:cubicBezTo>
                    <a:pt x="9953" y="81"/>
                    <a:pt x="6589" y="4210"/>
                    <a:pt x="6589" y="8185"/>
                  </a:cubicBezTo>
                  <a:cubicBezTo>
                    <a:pt x="6589" y="12314"/>
                    <a:pt x="9953" y="16290"/>
                    <a:pt x="14693" y="16290"/>
                  </a:cubicBezTo>
                  <a:cubicBezTo>
                    <a:pt x="18974" y="16290"/>
                    <a:pt x="22797" y="13078"/>
                    <a:pt x="22797" y="8185"/>
                  </a:cubicBezTo>
                  <a:close/>
                </a:path>
              </a:pathLst>
            </a:custGeom>
            <a:solidFill>
              <a:srgbClr val="000000"/>
            </a:solidFill>
            <a:ln w="25400" cap="flat">
              <a:noFill/>
              <a:prstDash val="solid"/>
              <a:miter/>
            </a:ln>
          </p:spPr>
          <p:txBody>
            <a:bodyPr/>
            <a:lstStyle/>
            <a:p>
              <a:endParaRPr lang="en-US"/>
            </a:p>
          </p:txBody>
        </p:sp>
        <p:sp>
          <p:nvSpPr>
            <p:cNvPr id="14" name="Freeform: Shape 13">
              <a:extLst>
                <a:ext uri="{FF2B5EF4-FFF2-40B4-BE49-F238E27FC236}">
                  <a16:creationId xmlns:a16="http://schemas.microsoft.com/office/drawing/2014/main" id="{9561E047-6DB3-9558-19D4-1DC72DCD52B9}"/>
                </a:ext>
              </a:extLst>
            </p:cNvPr>
            <p:cNvSpPr/>
            <p:nvPr>
              <p:custDataLst>
                <p:tags r:id="rId36"/>
              </p:custDataLst>
            </p:nvPr>
          </p:nvSpPr>
          <p:spPr>
            <a:xfrm>
              <a:off x="3677636" y="3777292"/>
              <a:ext cx="33945" cy="106119"/>
            </a:xfrm>
            <a:custGeom>
              <a:avLst/>
              <a:gdLst>
                <a:gd name="csX0" fmla="*/ 22188 w 33945"/>
                <a:gd name="csY0" fmla="*/ 81 h 106119"/>
                <a:gd name="csX1" fmla="*/ 169 w 33945"/>
                <a:gd name="csY1" fmla="*/ 1763 h 106119"/>
                <a:gd name="csX2" fmla="*/ 169 w 33945"/>
                <a:gd name="csY2" fmla="*/ 6503 h 106119"/>
                <a:gd name="csX3" fmla="*/ 12096 w 33945"/>
                <a:gd name="csY3" fmla="*/ 15066 h 106119"/>
                <a:gd name="csX4" fmla="*/ 12096 w 33945"/>
                <a:gd name="csY4" fmla="*/ 94579 h 106119"/>
                <a:gd name="csX5" fmla="*/ 169 w 33945"/>
                <a:gd name="csY5" fmla="*/ 101460 h 106119"/>
                <a:gd name="csX6" fmla="*/ 169 w 33945"/>
                <a:gd name="csY6" fmla="*/ 106200 h 106119"/>
                <a:gd name="csX7" fmla="*/ 17142 w 33945"/>
                <a:gd name="csY7" fmla="*/ 105741 h 106119"/>
                <a:gd name="csX8" fmla="*/ 34115 w 33945"/>
                <a:gd name="csY8" fmla="*/ 106200 h 106119"/>
                <a:gd name="csX9" fmla="*/ 34115 w 33945"/>
                <a:gd name="csY9" fmla="*/ 101460 h 106119"/>
                <a:gd name="csX10" fmla="*/ 22188 w 33945"/>
                <a:gd name="csY10" fmla="*/ 94579 h 106119"/>
                <a:gd name="csX11" fmla="*/ 22188 w 33945"/>
                <a:gd name="csY11" fmla="*/ 81 h 106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3945" h="106119">
                  <a:moveTo>
                    <a:pt x="22188" y="81"/>
                  </a:moveTo>
                  <a:lnTo>
                    <a:pt x="169" y="1763"/>
                  </a:lnTo>
                  <a:lnTo>
                    <a:pt x="169" y="6503"/>
                  </a:lnTo>
                  <a:cubicBezTo>
                    <a:pt x="10873" y="6503"/>
                    <a:pt x="12096" y="7574"/>
                    <a:pt x="12096" y="15066"/>
                  </a:cubicBezTo>
                  <a:lnTo>
                    <a:pt x="12096" y="94579"/>
                  </a:lnTo>
                  <a:cubicBezTo>
                    <a:pt x="12096" y="101460"/>
                    <a:pt x="10414" y="101460"/>
                    <a:pt x="169" y="101460"/>
                  </a:cubicBezTo>
                  <a:lnTo>
                    <a:pt x="169" y="106200"/>
                  </a:lnTo>
                  <a:cubicBezTo>
                    <a:pt x="5215" y="106047"/>
                    <a:pt x="13319" y="105741"/>
                    <a:pt x="17142" y="105741"/>
                  </a:cubicBezTo>
                  <a:cubicBezTo>
                    <a:pt x="20965" y="105741"/>
                    <a:pt x="28457" y="106047"/>
                    <a:pt x="34115" y="106200"/>
                  </a:cubicBezTo>
                  <a:lnTo>
                    <a:pt x="34115" y="101460"/>
                  </a:lnTo>
                  <a:cubicBezTo>
                    <a:pt x="23870" y="101460"/>
                    <a:pt x="22188" y="101460"/>
                    <a:pt x="22188" y="94579"/>
                  </a:cubicBezTo>
                  <a:lnTo>
                    <a:pt x="22188" y="81"/>
                  </a:lnTo>
                  <a:close/>
                </a:path>
              </a:pathLst>
            </a:custGeom>
            <a:solidFill>
              <a:srgbClr val="000000"/>
            </a:solidFill>
            <a:ln w="25400" cap="flat">
              <a:noFill/>
              <a:prstDash val="solid"/>
              <a:miter/>
            </a:ln>
          </p:spPr>
          <p:txBody>
            <a:bodyPr/>
            <a:lstStyle/>
            <a:p>
              <a:endParaRPr lang="en-US"/>
            </a:p>
          </p:txBody>
        </p:sp>
        <p:sp>
          <p:nvSpPr>
            <p:cNvPr id="15" name="Freeform: Shape 14">
              <a:extLst>
                <a:ext uri="{FF2B5EF4-FFF2-40B4-BE49-F238E27FC236}">
                  <a16:creationId xmlns:a16="http://schemas.microsoft.com/office/drawing/2014/main" id="{9036D798-BDDF-F262-B0B1-BFF2BE9F755B}"/>
                </a:ext>
              </a:extLst>
            </p:cNvPr>
            <p:cNvSpPr/>
            <p:nvPr>
              <p:custDataLst>
                <p:tags r:id="rId37"/>
              </p:custDataLst>
            </p:nvPr>
          </p:nvSpPr>
          <p:spPr>
            <a:xfrm>
              <a:off x="3720111" y="3781115"/>
              <a:ext cx="32722" cy="102296"/>
            </a:xfrm>
            <a:custGeom>
              <a:avLst/>
              <a:gdLst>
                <a:gd name="csX0" fmla="*/ 22191 w 32722"/>
                <a:gd name="csY0" fmla="*/ 34792 h 102296"/>
                <a:gd name="csX1" fmla="*/ 784 w 32722"/>
                <a:gd name="csY1" fmla="*/ 36474 h 102296"/>
                <a:gd name="csX2" fmla="*/ 784 w 32722"/>
                <a:gd name="csY2" fmla="*/ 41214 h 102296"/>
                <a:gd name="csX3" fmla="*/ 12099 w 32722"/>
                <a:gd name="csY3" fmla="*/ 49624 h 102296"/>
                <a:gd name="csX4" fmla="*/ 12099 w 32722"/>
                <a:gd name="csY4" fmla="*/ 90756 h 102296"/>
                <a:gd name="csX5" fmla="*/ 172 w 32722"/>
                <a:gd name="csY5" fmla="*/ 97637 h 102296"/>
                <a:gd name="csX6" fmla="*/ 172 w 32722"/>
                <a:gd name="csY6" fmla="*/ 102377 h 102296"/>
                <a:gd name="csX7" fmla="*/ 16992 w 32722"/>
                <a:gd name="csY7" fmla="*/ 101919 h 102296"/>
                <a:gd name="csX8" fmla="*/ 32895 w 32722"/>
                <a:gd name="csY8" fmla="*/ 102377 h 102296"/>
                <a:gd name="csX9" fmla="*/ 32895 w 32722"/>
                <a:gd name="csY9" fmla="*/ 97637 h 102296"/>
                <a:gd name="csX10" fmla="*/ 22191 w 32722"/>
                <a:gd name="csY10" fmla="*/ 90909 h 102296"/>
                <a:gd name="csX11" fmla="*/ 22191 w 32722"/>
                <a:gd name="csY11" fmla="*/ 34792 h 102296"/>
                <a:gd name="csX12" fmla="*/ 22803 w 32722"/>
                <a:gd name="csY12" fmla="*/ 8185 h 102296"/>
                <a:gd name="csX13" fmla="*/ 14698 w 32722"/>
                <a:gd name="csY13" fmla="*/ 81 h 102296"/>
                <a:gd name="csX14" fmla="*/ 6594 w 32722"/>
                <a:gd name="csY14" fmla="*/ 8185 h 102296"/>
                <a:gd name="csX15" fmla="*/ 14698 w 32722"/>
                <a:gd name="csY15" fmla="*/ 16290 h 102296"/>
                <a:gd name="csX16" fmla="*/ 22803 w 32722"/>
                <a:gd name="csY16" fmla="*/ 8185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22" h="102296">
                  <a:moveTo>
                    <a:pt x="22191" y="34792"/>
                  </a:moveTo>
                  <a:lnTo>
                    <a:pt x="784" y="36474"/>
                  </a:lnTo>
                  <a:lnTo>
                    <a:pt x="784" y="41214"/>
                  </a:lnTo>
                  <a:cubicBezTo>
                    <a:pt x="10723" y="41214"/>
                    <a:pt x="12099" y="42131"/>
                    <a:pt x="12099" y="49624"/>
                  </a:cubicBezTo>
                  <a:lnTo>
                    <a:pt x="12099" y="90756"/>
                  </a:lnTo>
                  <a:cubicBezTo>
                    <a:pt x="12099" y="97637"/>
                    <a:pt x="10417" y="97637"/>
                    <a:pt x="172" y="97637"/>
                  </a:cubicBezTo>
                  <a:lnTo>
                    <a:pt x="172" y="102377"/>
                  </a:lnTo>
                  <a:cubicBezTo>
                    <a:pt x="5065" y="102225"/>
                    <a:pt x="13322" y="101919"/>
                    <a:pt x="16992" y="101919"/>
                  </a:cubicBezTo>
                  <a:cubicBezTo>
                    <a:pt x="22344" y="101919"/>
                    <a:pt x="27696" y="102225"/>
                    <a:pt x="32895" y="102377"/>
                  </a:cubicBezTo>
                  <a:lnTo>
                    <a:pt x="32895" y="97637"/>
                  </a:lnTo>
                  <a:cubicBezTo>
                    <a:pt x="22803" y="97637"/>
                    <a:pt x="22191" y="96873"/>
                    <a:pt x="22191" y="90909"/>
                  </a:cubicBezTo>
                  <a:lnTo>
                    <a:pt x="22191" y="34792"/>
                  </a:lnTo>
                  <a:close/>
                  <a:moveTo>
                    <a:pt x="22803" y="8185"/>
                  </a:moveTo>
                  <a:cubicBezTo>
                    <a:pt x="22803" y="3292"/>
                    <a:pt x="18980" y="81"/>
                    <a:pt x="14698" y="81"/>
                  </a:cubicBezTo>
                  <a:cubicBezTo>
                    <a:pt x="9958" y="81"/>
                    <a:pt x="6594" y="4210"/>
                    <a:pt x="6594" y="8185"/>
                  </a:cubicBezTo>
                  <a:cubicBezTo>
                    <a:pt x="6594" y="12314"/>
                    <a:pt x="9958" y="16290"/>
                    <a:pt x="14698" y="16290"/>
                  </a:cubicBezTo>
                  <a:cubicBezTo>
                    <a:pt x="18980" y="16290"/>
                    <a:pt x="22803" y="13078"/>
                    <a:pt x="22803" y="8185"/>
                  </a:cubicBezTo>
                  <a:close/>
                </a:path>
              </a:pathLst>
            </a:custGeom>
            <a:solidFill>
              <a:srgbClr val="000000"/>
            </a:solidFill>
            <a:ln w="25400" cap="flat">
              <a:noFill/>
              <a:prstDash val="solid"/>
              <a:miter/>
            </a:ln>
          </p:spPr>
          <p:txBody>
            <a:bodyPr/>
            <a:lstStyle/>
            <a:p>
              <a:endParaRPr lang="en-US"/>
            </a:p>
          </p:txBody>
        </p:sp>
        <p:sp>
          <p:nvSpPr>
            <p:cNvPr id="16" name="Freeform: Shape 15">
              <a:extLst>
                <a:ext uri="{FF2B5EF4-FFF2-40B4-BE49-F238E27FC236}">
                  <a16:creationId xmlns:a16="http://schemas.microsoft.com/office/drawing/2014/main" id="{7169723C-411A-ED1D-F261-8073E2F0DD9D}"/>
                </a:ext>
              </a:extLst>
            </p:cNvPr>
            <p:cNvSpPr/>
            <p:nvPr>
              <p:custDataLst>
                <p:tags r:id="rId38"/>
              </p:custDataLst>
            </p:nvPr>
          </p:nvSpPr>
          <p:spPr>
            <a:xfrm>
              <a:off x="3763962" y="3814908"/>
              <a:ext cx="68962" cy="70185"/>
            </a:xfrm>
            <a:custGeom>
              <a:avLst/>
              <a:gdLst>
                <a:gd name="csX0" fmla="*/ 44671 w 68962"/>
                <a:gd name="csY0" fmla="*/ 56963 h 70185"/>
                <a:gd name="csX1" fmla="*/ 56598 w 68962"/>
                <a:gd name="csY1" fmla="*/ 69502 h 70185"/>
                <a:gd name="csX2" fmla="*/ 69137 w 68962"/>
                <a:gd name="csY2" fmla="*/ 54976 h 70185"/>
                <a:gd name="csX3" fmla="*/ 69137 w 68962"/>
                <a:gd name="csY3" fmla="*/ 46413 h 70185"/>
                <a:gd name="csX4" fmla="*/ 65314 w 68962"/>
                <a:gd name="csY4" fmla="*/ 46413 h 70185"/>
                <a:gd name="csX5" fmla="*/ 65314 w 68962"/>
                <a:gd name="csY5" fmla="*/ 54976 h 70185"/>
                <a:gd name="csX6" fmla="*/ 59809 w 68962"/>
                <a:gd name="csY6" fmla="*/ 64762 h 70185"/>
                <a:gd name="csX7" fmla="*/ 54152 w 68962"/>
                <a:gd name="csY7" fmla="*/ 57116 h 70185"/>
                <a:gd name="csX8" fmla="*/ 54152 w 68962"/>
                <a:gd name="csY8" fmla="*/ 26535 h 70185"/>
                <a:gd name="csX9" fmla="*/ 48647 w 68962"/>
                <a:gd name="csY9" fmla="*/ 8491 h 70185"/>
                <a:gd name="csX10" fmla="*/ 27698 w 68962"/>
                <a:gd name="csY10" fmla="*/ 81 h 70185"/>
                <a:gd name="csX11" fmla="*/ 4609 w 68962"/>
                <a:gd name="csY11" fmla="*/ 17360 h 70185"/>
                <a:gd name="csX12" fmla="*/ 11643 w 68962"/>
                <a:gd name="csY12" fmla="*/ 24547 h 70185"/>
                <a:gd name="csX13" fmla="*/ 18677 w 68962"/>
                <a:gd name="csY13" fmla="*/ 17513 h 70185"/>
                <a:gd name="csX14" fmla="*/ 10878 w 68962"/>
                <a:gd name="csY14" fmla="*/ 10479 h 70185"/>
                <a:gd name="csX15" fmla="*/ 27393 w 68962"/>
                <a:gd name="csY15" fmla="*/ 3445 h 70185"/>
                <a:gd name="csX16" fmla="*/ 43601 w 68962"/>
                <a:gd name="csY16" fmla="*/ 23018 h 70185"/>
                <a:gd name="csX17" fmla="*/ 43601 w 68962"/>
                <a:gd name="csY17" fmla="*/ 28675 h 70185"/>
                <a:gd name="csX18" fmla="*/ 15466 w 68962"/>
                <a:gd name="csY18" fmla="*/ 34180 h 70185"/>
                <a:gd name="csX19" fmla="*/ 175 w 68962"/>
                <a:gd name="csY19" fmla="*/ 54058 h 70185"/>
                <a:gd name="csX20" fmla="*/ 24640 w 68962"/>
                <a:gd name="csY20" fmla="*/ 70267 h 70185"/>
                <a:gd name="csX21" fmla="*/ 44671 w 68962"/>
                <a:gd name="csY21" fmla="*/ 56963 h 70185"/>
                <a:gd name="csX22" fmla="*/ 43601 w 68962"/>
                <a:gd name="csY22" fmla="*/ 31886 h 70185"/>
                <a:gd name="csX23" fmla="*/ 43601 w 68962"/>
                <a:gd name="csY23" fmla="*/ 47177 h 70185"/>
                <a:gd name="csX24" fmla="*/ 25711 w 68962"/>
                <a:gd name="csY24" fmla="*/ 66903 h 70185"/>
                <a:gd name="csX25" fmla="*/ 11949 w 68962"/>
                <a:gd name="csY25" fmla="*/ 53905 h 70185"/>
                <a:gd name="csX26" fmla="*/ 43601 w 68962"/>
                <a:gd name="csY26" fmla="*/ 31886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8962" h="70185">
                  <a:moveTo>
                    <a:pt x="44671" y="56963"/>
                  </a:moveTo>
                  <a:cubicBezTo>
                    <a:pt x="45283" y="63080"/>
                    <a:pt x="49411" y="69502"/>
                    <a:pt x="56598" y="69502"/>
                  </a:cubicBezTo>
                  <a:cubicBezTo>
                    <a:pt x="59809" y="69502"/>
                    <a:pt x="69137" y="67361"/>
                    <a:pt x="69137" y="54976"/>
                  </a:cubicBezTo>
                  <a:lnTo>
                    <a:pt x="69137" y="46413"/>
                  </a:lnTo>
                  <a:lnTo>
                    <a:pt x="65314" y="46413"/>
                  </a:lnTo>
                  <a:lnTo>
                    <a:pt x="65314" y="54976"/>
                  </a:lnTo>
                  <a:cubicBezTo>
                    <a:pt x="65314" y="63844"/>
                    <a:pt x="61491" y="64762"/>
                    <a:pt x="59809" y="64762"/>
                  </a:cubicBezTo>
                  <a:cubicBezTo>
                    <a:pt x="54763" y="64762"/>
                    <a:pt x="54152" y="57881"/>
                    <a:pt x="54152" y="57116"/>
                  </a:cubicBezTo>
                  <a:lnTo>
                    <a:pt x="54152" y="26535"/>
                  </a:lnTo>
                  <a:cubicBezTo>
                    <a:pt x="54152" y="20112"/>
                    <a:pt x="54152" y="14149"/>
                    <a:pt x="48647" y="8491"/>
                  </a:cubicBezTo>
                  <a:cubicBezTo>
                    <a:pt x="42683" y="2528"/>
                    <a:pt x="35038" y="81"/>
                    <a:pt x="27698" y="81"/>
                  </a:cubicBezTo>
                  <a:cubicBezTo>
                    <a:pt x="15160" y="81"/>
                    <a:pt x="4609" y="7268"/>
                    <a:pt x="4609" y="17360"/>
                  </a:cubicBezTo>
                  <a:cubicBezTo>
                    <a:pt x="4609" y="21947"/>
                    <a:pt x="7667" y="24547"/>
                    <a:pt x="11643" y="24547"/>
                  </a:cubicBezTo>
                  <a:cubicBezTo>
                    <a:pt x="15924" y="24547"/>
                    <a:pt x="18677" y="21489"/>
                    <a:pt x="18677" y="17513"/>
                  </a:cubicBezTo>
                  <a:cubicBezTo>
                    <a:pt x="18677" y="15678"/>
                    <a:pt x="17912" y="10632"/>
                    <a:pt x="10878" y="10479"/>
                  </a:cubicBezTo>
                  <a:cubicBezTo>
                    <a:pt x="15007" y="5127"/>
                    <a:pt x="22499" y="3445"/>
                    <a:pt x="27393" y="3445"/>
                  </a:cubicBezTo>
                  <a:cubicBezTo>
                    <a:pt x="34885" y="3445"/>
                    <a:pt x="43601" y="9409"/>
                    <a:pt x="43601" y="23018"/>
                  </a:cubicBezTo>
                  <a:lnTo>
                    <a:pt x="43601" y="28675"/>
                  </a:lnTo>
                  <a:cubicBezTo>
                    <a:pt x="35803" y="29134"/>
                    <a:pt x="25099" y="29593"/>
                    <a:pt x="15466" y="34180"/>
                  </a:cubicBezTo>
                  <a:cubicBezTo>
                    <a:pt x="3997" y="39379"/>
                    <a:pt x="175" y="47330"/>
                    <a:pt x="175" y="54058"/>
                  </a:cubicBezTo>
                  <a:cubicBezTo>
                    <a:pt x="175" y="66444"/>
                    <a:pt x="15007" y="70267"/>
                    <a:pt x="24640" y="70267"/>
                  </a:cubicBezTo>
                  <a:cubicBezTo>
                    <a:pt x="34732" y="70267"/>
                    <a:pt x="41766" y="64150"/>
                    <a:pt x="44671" y="56963"/>
                  </a:cubicBezTo>
                  <a:close/>
                  <a:moveTo>
                    <a:pt x="43601" y="31886"/>
                  </a:moveTo>
                  <a:lnTo>
                    <a:pt x="43601" y="47177"/>
                  </a:lnTo>
                  <a:cubicBezTo>
                    <a:pt x="43601" y="61704"/>
                    <a:pt x="32591" y="66903"/>
                    <a:pt x="25711" y="66903"/>
                  </a:cubicBezTo>
                  <a:cubicBezTo>
                    <a:pt x="18218" y="66903"/>
                    <a:pt x="11949" y="61551"/>
                    <a:pt x="11949" y="53905"/>
                  </a:cubicBezTo>
                  <a:cubicBezTo>
                    <a:pt x="11949" y="45495"/>
                    <a:pt x="18371" y="32804"/>
                    <a:pt x="43601" y="31886"/>
                  </a:cubicBezTo>
                  <a:close/>
                </a:path>
              </a:pathLst>
            </a:custGeom>
            <a:solidFill>
              <a:srgbClr val="000000"/>
            </a:solidFill>
            <a:ln w="25400" cap="flat">
              <a:noFill/>
              <a:prstDash val="solid"/>
              <a:miter/>
            </a:ln>
          </p:spPr>
          <p:txBody>
            <a:bodyPr/>
            <a:lstStyle/>
            <a:p>
              <a:endParaRPr lang="en-US"/>
            </a:p>
          </p:txBody>
        </p:sp>
        <p:sp>
          <p:nvSpPr>
            <p:cNvPr id="17" name="Freeform: Shape 16">
              <a:extLst>
                <a:ext uri="{FF2B5EF4-FFF2-40B4-BE49-F238E27FC236}">
                  <a16:creationId xmlns:a16="http://schemas.microsoft.com/office/drawing/2014/main" id="{0A12FAE7-E7EF-CDBD-1B1C-4CC8000374E4}"/>
                </a:ext>
              </a:extLst>
            </p:cNvPr>
            <p:cNvSpPr/>
            <p:nvPr>
              <p:custDataLst>
                <p:tags r:id="rId39"/>
              </p:custDataLst>
            </p:nvPr>
          </p:nvSpPr>
          <p:spPr>
            <a:xfrm>
              <a:off x="3839041" y="3814908"/>
              <a:ext cx="50001" cy="70185"/>
            </a:xfrm>
            <a:custGeom>
              <a:avLst/>
              <a:gdLst>
                <a:gd name="csX0" fmla="*/ 26939 w 50001"/>
                <a:gd name="csY0" fmla="*/ 38920 h 70185"/>
                <a:gd name="csX1" fmla="*/ 42841 w 50001"/>
                <a:gd name="csY1" fmla="*/ 52988 h 70185"/>
                <a:gd name="csX2" fmla="*/ 25563 w 50001"/>
                <a:gd name="csY2" fmla="*/ 66903 h 70185"/>
                <a:gd name="csX3" fmla="*/ 4308 w 50001"/>
                <a:gd name="csY3" fmla="*/ 45189 h 70185"/>
                <a:gd name="csX4" fmla="*/ 2167 w 50001"/>
                <a:gd name="csY4" fmla="*/ 42590 h 70185"/>
                <a:gd name="csX5" fmla="*/ 180 w 50001"/>
                <a:gd name="csY5" fmla="*/ 46413 h 70185"/>
                <a:gd name="csX6" fmla="*/ 180 w 50001"/>
                <a:gd name="csY6" fmla="*/ 66597 h 70185"/>
                <a:gd name="csX7" fmla="*/ 1862 w 50001"/>
                <a:gd name="csY7" fmla="*/ 70267 h 70185"/>
                <a:gd name="csX8" fmla="*/ 5684 w 50001"/>
                <a:gd name="csY8" fmla="*/ 67208 h 70185"/>
                <a:gd name="csX9" fmla="*/ 8743 w 50001"/>
                <a:gd name="csY9" fmla="*/ 63691 h 70185"/>
                <a:gd name="csX10" fmla="*/ 25563 w 50001"/>
                <a:gd name="csY10" fmla="*/ 70267 h 70185"/>
                <a:gd name="csX11" fmla="*/ 50181 w 50001"/>
                <a:gd name="csY11" fmla="*/ 49012 h 70185"/>
                <a:gd name="csX12" fmla="*/ 43759 w 50001"/>
                <a:gd name="csY12" fmla="*/ 34486 h 70185"/>
                <a:gd name="csX13" fmla="*/ 26327 w 50001"/>
                <a:gd name="csY13" fmla="*/ 27146 h 70185"/>
                <a:gd name="csX14" fmla="*/ 7519 w 50001"/>
                <a:gd name="csY14" fmla="*/ 14608 h 70185"/>
                <a:gd name="csX15" fmla="*/ 24645 w 50001"/>
                <a:gd name="csY15" fmla="*/ 2986 h 70185"/>
                <a:gd name="csX16" fmla="*/ 42536 w 50001"/>
                <a:gd name="csY16" fmla="*/ 21489 h 70185"/>
                <a:gd name="csX17" fmla="*/ 44370 w 50001"/>
                <a:gd name="csY17" fmla="*/ 22865 h 70185"/>
                <a:gd name="csX18" fmla="*/ 46358 w 50001"/>
                <a:gd name="csY18" fmla="*/ 19195 h 70185"/>
                <a:gd name="csX19" fmla="*/ 46358 w 50001"/>
                <a:gd name="csY19" fmla="*/ 3751 h 70185"/>
                <a:gd name="csX20" fmla="*/ 44676 w 50001"/>
                <a:gd name="csY20" fmla="*/ 81 h 70185"/>
                <a:gd name="csX21" fmla="*/ 41618 w 50001"/>
                <a:gd name="csY21" fmla="*/ 1916 h 70185"/>
                <a:gd name="csX22" fmla="*/ 39019 w 50001"/>
                <a:gd name="csY22" fmla="*/ 4363 h 70185"/>
                <a:gd name="csX23" fmla="*/ 24645 w 50001"/>
                <a:gd name="csY23" fmla="*/ 81 h 70185"/>
                <a:gd name="csX24" fmla="*/ 180 w 50001"/>
                <a:gd name="csY24" fmla="*/ 18889 h 70185"/>
                <a:gd name="csX25" fmla="*/ 6755 w 50001"/>
                <a:gd name="csY25" fmla="*/ 31886 h 70185"/>
                <a:gd name="csX26" fmla="*/ 26939 w 50001"/>
                <a:gd name="csY26" fmla="*/ 38920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0001" h="70185">
                  <a:moveTo>
                    <a:pt x="26939" y="38920"/>
                  </a:moveTo>
                  <a:cubicBezTo>
                    <a:pt x="30303" y="39532"/>
                    <a:pt x="42841" y="41978"/>
                    <a:pt x="42841" y="52988"/>
                  </a:cubicBezTo>
                  <a:cubicBezTo>
                    <a:pt x="42841" y="60786"/>
                    <a:pt x="37490" y="66903"/>
                    <a:pt x="25563" y="66903"/>
                  </a:cubicBezTo>
                  <a:cubicBezTo>
                    <a:pt x="12718" y="66903"/>
                    <a:pt x="7214" y="58187"/>
                    <a:pt x="4308" y="45189"/>
                  </a:cubicBezTo>
                  <a:cubicBezTo>
                    <a:pt x="3849" y="43202"/>
                    <a:pt x="3697" y="42590"/>
                    <a:pt x="2167" y="42590"/>
                  </a:cubicBezTo>
                  <a:cubicBezTo>
                    <a:pt x="180" y="42590"/>
                    <a:pt x="180" y="43660"/>
                    <a:pt x="180" y="46413"/>
                  </a:cubicBezTo>
                  <a:lnTo>
                    <a:pt x="180" y="66597"/>
                  </a:lnTo>
                  <a:cubicBezTo>
                    <a:pt x="180" y="69196"/>
                    <a:pt x="180" y="70267"/>
                    <a:pt x="1862" y="70267"/>
                  </a:cubicBezTo>
                  <a:cubicBezTo>
                    <a:pt x="2626" y="70267"/>
                    <a:pt x="2779" y="70114"/>
                    <a:pt x="5684" y="67208"/>
                  </a:cubicBezTo>
                  <a:cubicBezTo>
                    <a:pt x="5990" y="66903"/>
                    <a:pt x="5990" y="66597"/>
                    <a:pt x="8743" y="63691"/>
                  </a:cubicBezTo>
                  <a:cubicBezTo>
                    <a:pt x="15471" y="70114"/>
                    <a:pt x="22352" y="70267"/>
                    <a:pt x="25563" y="70267"/>
                  </a:cubicBezTo>
                  <a:cubicBezTo>
                    <a:pt x="43147" y="70267"/>
                    <a:pt x="50181" y="60022"/>
                    <a:pt x="50181" y="49012"/>
                  </a:cubicBezTo>
                  <a:cubicBezTo>
                    <a:pt x="50181" y="40908"/>
                    <a:pt x="45594" y="36321"/>
                    <a:pt x="43759" y="34486"/>
                  </a:cubicBezTo>
                  <a:cubicBezTo>
                    <a:pt x="38713" y="29593"/>
                    <a:pt x="32749" y="28369"/>
                    <a:pt x="26327" y="27146"/>
                  </a:cubicBezTo>
                  <a:cubicBezTo>
                    <a:pt x="17764" y="25464"/>
                    <a:pt x="7519" y="23476"/>
                    <a:pt x="7519" y="14608"/>
                  </a:cubicBezTo>
                  <a:cubicBezTo>
                    <a:pt x="7519" y="9256"/>
                    <a:pt x="11495" y="2986"/>
                    <a:pt x="24645" y="2986"/>
                  </a:cubicBezTo>
                  <a:cubicBezTo>
                    <a:pt x="41465" y="2986"/>
                    <a:pt x="42230" y="16748"/>
                    <a:pt x="42536" y="21489"/>
                  </a:cubicBezTo>
                  <a:cubicBezTo>
                    <a:pt x="42688" y="22865"/>
                    <a:pt x="44065" y="22865"/>
                    <a:pt x="44370" y="22865"/>
                  </a:cubicBezTo>
                  <a:cubicBezTo>
                    <a:pt x="46358" y="22865"/>
                    <a:pt x="46358" y="22100"/>
                    <a:pt x="46358" y="19195"/>
                  </a:cubicBezTo>
                  <a:lnTo>
                    <a:pt x="46358" y="3751"/>
                  </a:lnTo>
                  <a:cubicBezTo>
                    <a:pt x="46358" y="1152"/>
                    <a:pt x="46358" y="81"/>
                    <a:pt x="44676" y="81"/>
                  </a:cubicBezTo>
                  <a:cubicBezTo>
                    <a:pt x="43912" y="81"/>
                    <a:pt x="43606" y="81"/>
                    <a:pt x="41618" y="1916"/>
                  </a:cubicBezTo>
                  <a:cubicBezTo>
                    <a:pt x="41159" y="2528"/>
                    <a:pt x="39630" y="3904"/>
                    <a:pt x="39019" y="4363"/>
                  </a:cubicBezTo>
                  <a:cubicBezTo>
                    <a:pt x="33208" y="81"/>
                    <a:pt x="26939" y="81"/>
                    <a:pt x="24645" y="81"/>
                  </a:cubicBezTo>
                  <a:cubicBezTo>
                    <a:pt x="5990" y="81"/>
                    <a:pt x="180" y="10326"/>
                    <a:pt x="180" y="18889"/>
                  </a:cubicBezTo>
                  <a:cubicBezTo>
                    <a:pt x="180" y="24241"/>
                    <a:pt x="2626" y="28522"/>
                    <a:pt x="6755" y="31886"/>
                  </a:cubicBezTo>
                  <a:cubicBezTo>
                    <a:pt x="11648" y="35862"/>
                    <a:pt x="15929" y="36779"/>
                    <a:pt x="26939" y="38920"/>
                  </a:cubicBezTo>
                  <a:close/>
                </a:path>
              </a:pathLst>
            </a:custGeom>
            <a:solidFill>
              <a:srgbClr val="000000"/>
            </a:solidFill>
            <a:ln w="25400" cap="flat">
              <a:noFill/>
              <a:prstDash val="solid"/>
              <a:miter/>
            </a:ln>
          </p:spPr>
          <p:txBody>
            <a:bodyPr/>
            <a:lstStyle/>
            <a:p>
              <a:endParaRPr lang="en-US"/>
            </a:p>
          </p:txBody>
        </p:sp>
        <p:sp>
          <p:nvSpPr>
            <p:cNvPr id="18" name="Freeform: Shape 17">
              <a:extLst>
                <a:ext uri="{FF2B5EF4-FFF2-40B4-BE49-F238E27FC236}">
                  <a16:creationId xmlns:a16="http://schemas.microsoft.com/office/drawing/2014/main" id="{668793BA-DBCB-6D06-127A-E5E4BA162C24}"/>
                </a:ext>
              </a:extLst>
            </p:cNvPr>
            <p:cNvSpPr/>
            <p:nvPr>
              <p:custDataLst>
                <p:tags r:id="rId40"/>
              </p:custDataLst>
            </p:nvPr>
          </p:nvSpPr>
          <p:spPr>
            <a:xfrm>
              <a:off x="3949560" y="3814908"/>
              <a:ext cx="59175" cy="70185"/>
            </a:xfrm>
            <a:custGeom>
              <a:avLst/>
              <a:gdLst>
                <a:gd name="csX0" fmla="*/ 13031 w 59175"/>
                <a:gd name="csY0" fmla="*/ 30051 h 70185"/>
                <a:gd name="csX1" fmla="*/ 31992 w 59175"/>
                <a:gd name="csY1" fmla="*/ 3445 h 70185"/>
                <a:gd name="csX2" fmla="*/ 49271 w 59175"/>
                <a:gd name="csY2" fmla="*/ 30051 h 70185"/>
                <a:gd name="csX3" fmla="*/ 13031 w 59175"/>
                <a:gd name="csY3" fmla="*/ 30051 h 70185"/>
                <a:gd name="csX4" fmla="*/ 12878 w 59175"/>
                <a:gd name="csY4" fmla="*/ 33263 h 70185"/>
                <a:gd name="csX5" fmla="*/ 55540 w 59175"/>
                <a:gd name="csY5" fmla="*/ 33263 h 70185"/>
                <a:gd name="csX6" fmla="*/ 59363 w 59175"/>
                <a:gd name="csY6" fmla="*/ 30051 h 70185"/>
                <a:gd name="csX7" fmla="*/ 31992 w 59175"/>
                <a:gd name="csY7" fmla="*/ 81 h 70185"/>
                <a:gd name="csX8" fmla="*/ 187 w 59175"/>
                <a:gd name="csY8" fmla="*/ 34945 h 70185"/>
                <a:gd name="csX9" fmla="*/ 33827 w 59175"/>
                <a:gd name="csY9" fmla="*/ 70267 h 70185"/>
                <a:gd name="csX10" fmla="*/ 59363 w 59175"/>
                <a:gd name="csY10" fmla="*/ 50388 h 70185"/>
                <a:gd name="csX11" fmla="*/ 57375 w 59175"/>
                <a:gd name="csY11" fmla="*/ 48553 h 70185"/>
                <a:gd name="csX12" fmla="*/ 55387 w 59175"/>
                <a:gd name="csY12" fmla="*/ 50694 h 70185"/>
                <a:gd name="csX13" fmla="*/ 34744 w 59175"/>
                <a:gd name="csY13" fmla="*/ 66444 h 70185"/>
                <a:gd name="csX14" fmla="*/ 17466 w 59175"/>
                <a:gd name="csY14" fmla="*/ 56199 h 70185"/>
                <a:gd name="csX15" fmla="*/ 12878 w 59175"/>
                <a:gd name="csY15" fmla="*/ 33263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59175" h="70185">
                  <a:moveTo>
                    <a:pt x="13031" y="30051"/>
                  </a:moveTo>
                  <a:cubicBezTo>
                    <a:pt x="13949" y="7268"/>
                    <a:pt x="26793" y="3445"/>
                    <a:pt x="31992" y="3445"/>
                  </a:cubicBezTo>
                  <a:cubicBezTo>
                    <a:pt x="47742" y="3445"/>
                    <a:pt x="49271" y="24088"/>
                    <a:pt x="49271" y="30051"/>
                  </a:cubicBezTo>
                  <a:lnTo>
                    <a:pt x="13031" y="30051"/>
                  </a:lnTo>
                  <a:close/>
                  <a:moveTo>
                    <a:pt x="12878" y="33263"/>
                  </a:moveTo>
                  <a:lnTo>
                    <a:pt x="55540" y="33263"/>
                  </a:lnTo>
                  <a:cubicBezTo>
                    <a:pt x="58904" y="33263"/>
                    <a:pt x="59363" y="33263"/>
                    <a:pt x="59363" y="30051"/>
                  </a:cubicBezTo>
                  <a:cubicBezTo>
                    <a:pt x="59363" y="14913"/>
                    <a:pt x="51106" y="81"/>
                    <a:pt x="31992" y="81"/>
                  </a:cubicBezTo>
                  <a:cubicBezTo>
                    <a:pt x="14255" y="81"/>
                    <a:pt x="187" y="15831"/>
                    <a:pt x="187" y="34945"/>
                  </a:cubicBezTo>
                  <a:cubicBezTo>
                    <a:pt x="187" y="55434"/>
                    <a:pt x="16242" y="70267"/>
                    <a:pt x="33827" y="70267"/>
                  </a:cubicBezTo>
                  <a:cubicBezTo>
                    <a:pt x="52482" y="70267"/>
                    <a:pt x="59363" y="53294"/>
                    <a:pt x="59363" y="50388"/>
                  </a:cubicBezTo>
                  <a:cubicBezTo>
                    <a:pt x="59363" y="48859"/>
                    <a:pt x="58140" y="48553"/>
                    <a:pt x="57375" y="48553"/>
                  </a:cubicBezTo>
                  <a:cubicBezTo>
                    <a:pt x="55999" y="48553"/>
                    <a:pt x="55693" y="49471"/>
                    <a:pt x="55387" y="50694"/>
                  </a:cubicBezTo>
                  <a:cubicBezTo>
                    <a:pt x="50035" y="66444"/>
                    <a:pt x="36274" y="66444"/>
                    <a:pt x="34744" y="66444"/>
                  </a:cubicBezTo>
                  <a:cubicBezTo>
                    <a:pt x="27099" y="66444"/>
                    <a:pt x="20983" y="61857"/>
                    <a:pt x="17466" y="56199"/>
                  </a:cubicBezTo>
                  <a:cubicBezTo>
                    <a:pt x="12878" y="48859"/>
                    <a:pt x="12878" y="38767"/>
                    <a:pt x="12878" y="33263"/>
                  </a:cubicBezTo>
                  <a:close/>
                </a:path>
              </a:pathLst>
            </a:custGeom>
            <a:solidFill>
              <a:srgbClr val="000000"/>
            </a:solidFill>
            <a:ln w="25400" cap="flat">
              <a:noFill/>
              <a:prstDash val="solid"/>
              <a:miter/>
            </a:ln>
          </p:spPr>
          <p:txBody>
            <a:bodyPr/>
            <a:lstStyle/>
            <a:p>
              <a:endParaRPr lang="en-US"/>
            </a:p>
          </p:txBody>
        </p:sp>
        <p:sp>
          <p:nvSpPr>
            <p:cNvPr id="19" name="Freeform: Shape 18">
              <a:extLst>
                <a:ext uri="{FF2B5EF4-FFF2-40B4-BE49-F238E27FC236}">
                  <a16:creationId xmlns:a16="http://schemas.microsoft.com/office/drawing/2014/main" id="{76A37B0B-5DA5-33C8-AE72-F1A5DF49B868}"/>
                </a:ext>
              </a:extLst>
            </p:cNvPr>
            <p:cNvSpPr/>
            <p:nvPr>
              <p:custDataLst>
                <p:tags r:id="rId41"/>
              </p:custDataLst>
            </p:nvPr>
          </p:nvSpPr>
          <p:spPr>
            <a:xfrm>
              <a:off x="4018132" y="3815825"/>
              <a:ext cx="76913" cy="67585"/>
            </a:xfrm>
            <a:custGeom>
              <a:avLst/>
              <a:gdLst>
                <a:gd name="csX0" fmla="*/ 12118 w 76913"/>
                <a:gd name="csY0" fmla="*/ 15066 h 67585"/>
                <a:gd name="csX1" fmla="*/ 12118 w 76913"/>
                <a:gd name="csY1" fmla="*/ 56046 h 67585"/>
                <a:gd name="csX2" fmla="*/ 191 w 76913"/>
                <a:gd name="csY2" fmla="*/ 62927 h 67585"/>
                <a:gd name="csX3" fmla="*/ 191 w 76913"/>
                <a:gd name="csY3" fmla="*/ 67667 h 67585"/>
                <a:gd name="csX4" fmla="*/ 17470 w 76913"/>
                <a:gd name="csY4" fmla="*/ 67208 h 67585"/>
                <a:gd name="csX5" fmla="*/ 34596 w 76913"/>
                <a:gd name="csY5" fmla="*/ 67667 h 67585"/>
                <a:gd name="csX6" fmla="*/ 34596 w 76913"/>
                <a:gd name="csY6" fmla="*/ 62927 h 67585"/>
                <a:gd name="csX7" fmla="*/ 22669 w 76913"/>
                <a:gd name="csY7" fmla="*/ 56046 h 67585"/>
                <a:gd name="csX8" fmla="*/ 22669 w 76913"/>
                <a:gd name="csY8" fmla="*/ 27911 h 67585"/>
                <a:gd name="csX9" fmla="*/ 43312 w 76913"/>
                <a:gd name="csY9" fmla="*/ 3445 h 67585"/>
                <a:gd name="csX10" fmla="*/ 54627 w 76913"/>
                <a:gd name="csY10" fmla="*/ 20418 h 67585"/>
                <a:gd name="csX11" fmla="*/ 54627 w 76913"/>
                <a:gd name="csY11" fmla="*/ 56046 h 67585"/>
                <a:gd name="csX12" fmla="*/ 42700 w 76913"/>
                <a:gd name="csY12" fmla="*/ 62927 h 67585"/>
                <a:gd name="csX13" fmla="*/ 42700 w 76913"/>
                <a:gd name="csY13" fmla="*/ 67667 h 67585"/>
                <a:gd name="csX14" fmla="*/ 59979 w 76913"/>
                <a:gd name="csY14" fmla="*/ 67208 h 67585"/>
                <a:gd name="csX15" fmla="*/ 77105 w 76913"/>
                <a:gd name="csY15" fmla="*/ 67667 h 67585"/>
                <a:gd name="csX16" fmla="*/ 77105 w 76913"/>
                <a:gd name="csY16" fmla="*/ 62927 h 67585"/>
                <a:gd name="csX17" fmla="*/ 65178 w 76913"/>
                <a:gd name="csY17" fmla="*/ 58340 h 67585"/>
                <a:gd name="csX18" fmla="*/ 65178 w 76913"/>
                <a:gd name="csY18" fmla="*/ 29134 h 67585"/>
                <a:gd name="csX19" fmla="*/ 60438 w 76913"/>
                <a:gd name="csY19" fmla="*/ 5739 h 67585"/>
                <a:gd name="csX20" fmla="*/ 44382 w 76913"/>
                <a:gd name="csY20" fmla="*/ 81 h 67585"/>
                <a:gd name="csX21" fmla="*/ 21752 w 76913"/>
                <a:gd name="csY21" fmla="*/ 16137 h 67585"/>
                <a:gd name="csX22" fmla="*/ 21752 w 76913"/>
                <a:gd name="csY22" fmla="*/ 81 h 67585"/>
                <a:gd name="csX23" fmla="*/ 191 w 76913"/>
                <a:gd name="csY23" fmla="*/ 1763 h 67585"/>
                <a:gd name="csX24" fmla="*/ 191 w 76913"/>
                <a:gd name="csY24" fmla="*/ 6503 h 67585"/>
                <a:gd name="csX25" fmla="*/ 12118 w 76913"/>
                <a:gd name="csY25" fmla="*/ 15066 h 67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6913" h="67585">
                  <a:moveTo>
                    <a:pt x="12118" y="15066"/>
                  </a:moveTo>
                  <a:lnTo>
                    <a:pt x="12118" y="56046"/>
                  </a:lnTo>
                  <a:cubicBezTo>
                    <a:pt x="12118" y="62927"/>
                    <a:pt x="10436" y="62927"/>
                    <a:pt x="191" y="62927"/>
                  </a:cubicBezTo>
                  <a:lnTo>
                    <a:pt x="191" y="67667"/>
                  </a:lnTo>
                  <a:cubicBezTo>
                    <a:pt x="5543" y="67514"/>
                    <a:pt x="13342" y="67208"/>
                    <a:pt x="17470" y="67208"/>
                  </a:cubicBezTo>
                  <a:cubicBezTo>
                    <a:pt x="21446" y="67208"/>
                    <a:pt x="29397" y="67514"/>
                    <a:pt x="34596" y="67667"/>
                  </a:cubicBezTo>
                  <a:lnTo>
                    <a:pt x="34596" y="62927"/>
                  </a:lnTo>
                  <a:cubicBezTo>
                    <a:pt x="24351" y="62927"/>
                    <a:pt x="22669" y="62927"/>
                    <a:pt x="22669" y="56046"/>
                  </a:cubicBezTo>
                  <a:lnTo>
                    <a:pt x="22669" y="27911"/>
                  </a:lnTo>
                  <a:cubicBezTo>
                    <a:pt x="22669" y="12008"/>
                    <a:pt x="33526" y="3445"/>
                    <a:pt x="43312" y="3445"/>
                  </a:cubicBezTo>
                  <a:cubicBezTo>
                    <a:pt x="52945" y="3445"/>
                    <a:pt x="54627" y="11702"/>
                    <a:pt x="54627" y="20418"/>
                  </a:cubicBezTo>
                  <a:lnTo>
                    <a:pt x="54627" y="56046"/>
                  </a:lnTo>
                  <a:cubicBezTo>
                    <a:pt x="54627" y="62927"/>
                    <a:pt x="52945" y="62927"/>
                    <a:pt x="42700" y="62927"/>
                  </a:cubicBezTo>
                  <a:lnTo>
                    <a:pt x="42700" y="67667"/>
                  </a:lnTo>
                  <a:cubicBezTo>
                    <a:pt x="48052" y="67514"/>
                    <a:pt x="55850" y="67208"/>
                    <a:pt x="59979" y="67208"/>
                  </a:cubicBezTo>
                  <a:cubicBezTo>
                    <a:pt x="63955" y="67208"/>
                    <a:pt x="71906" y="67514"/>
                    <a:pt x="77105" y="67667"/>
                  </a:cubicBezTo>
                  <a:lnTo>
                    <a:pt x="77105" y="62927"/>
                  </a:lnTo>
                  <a:cubicBezTo>
                    <a:pt x="69153" y="62927"/>
                    <a:pt x="65331" y="62927"/>
                    <a:pt x="65178" y="58340"/>
                  </a:cubicBezTo>
                  <a:lnTo>
                    <a:pt x="65178" y="29134"/>
                  </a:lnTo>
                  <a:cubicBezTo>
                    <a:pt x="65178" y="15984"/>
                    <a:pt x="65178" y="11244"/>
                    <a:pt x="60438" y="5739"/>
                  </a:cubicBezTo>
                  <a:cubicBezTo>
                    <a:pt x="58297" y="3139"/>
                    <a:pt x="53251" y="81"/>
                    <a:pt x="44382" y="81"/>
                  </a:cubicBezTo>
                  <a:cubicBezTo>
                    <a:pt x="33220" y="81"/>
                    <a:pt x="26033" y="6656"/>
                    <a:pt x="21752" y="16137"/>
                  </a:cubicBezTo>
                  <a:lnTo>
                    <a:pt x="21752" y="81"/>
                  </a:lnTo>
                  <a:lnTo>
                    <a:pt x="191" y="1763"/>
                  </a:lnTo>
                  <a:lnTo>
                    <a:pt x="191" y="6503"/>
                  </a:lnTo>
                  <a:cubicBezTo>
                    <a:pt x="10895" y="6503"/>
                    <a:pt x="12118" y="7574"/>
                    <a:pt x="12118" y="15066"/>
                  </a:cubicBezTo>
                  <a:close/>
                </a:path>
              </a:pathLst>
            </a:custGeom>
            <a:solidFill>
              <a:srgbClr val="000000"/>
            </a:solidFill>
            <a:ln w="25400" cap="flat">
              <a:noFill/>
              <a:prstDash val="solid"/>
              <a:miter/>
            </a:ln>
          </p:spPr>
          <p:txBody>
            <a:bodyPr/>
            <a:lstStyle/>
            <a:p>
              <a:endParaRPr lang="en-US"/>
            </a:p>
          </p:txBody>
        </p:sp>
        <p:sp>
          <p:nvSpPr>
            <p:cNvPr id="20" name="Freeform: Shape 19">
              <a:extLst>
                <a:ext uri="{FF2B5EF4-FFF2-40B4-BE49-F238E27FC236}">
                  <a16:creationId xmlns:a16="http://schemas.microsoft.com/office/drawing/2014/main" id="{F35DF223-6652-DA60-35F8-694A5C25F7A4}"/>
                </a:ext>
              </a:extLst>
            </p:cNvPr>
            <p:cNvSpPr/>
            <p:nvPr>
              <p:custDataLst>
                <p:tags r:id="rId42"/>
              </p:custDataLst>
            </p:nvPr>
          </p:nvSpPr>
          <p:spPr>
            <a:xfrm>
              <a:off x="4155580" y="3814908"/>
              <a:ext cx="68962" cy="70185"/>
            </a:xfrm>
            <a:custGeom>
              <a:avLst/>
              <a:gdLst>
                <a:gd name="csX0" fmla="*/ 44697 w 68962"/>
                <a:gd name="csY0" fmla="*/ 56963 h 70185"/>
                <a:gd name="csX1" fmla="*/ 56624 w 68962"/>
                <a:gd name="csY1" fmla="*/ 69502 h 70185"/>
                <a:gd name="csX2" fmla="*/ 69162 w 68962"/>
                <a:gd name="csY2" fmla="*/ 54976 h 70185"/>
                <a:gd name="csX3" fmla="*/ 69162 w 68962"/>
                <a:gd name="csY3" fmla="*/ 46413 h 70185"/>
                <a:gd name="csX4" fmla="*/ 65340 w 68962"/>
                <a:gd name="csY4" fmla="*/ 46413 h 70185"/>
                <a:gd name="csX5" fmla="*/ 65340 w 68962"/>
                <a:gd name="csY5" fmla="*/ 54976 h 70185"/>
                <a:gd name="csX6" fmla="*/ 59835 w 68962"/>
                <a:gd name="csY6" fmla="*/ 64762 h 70185"/>
                <a:gd name="csX7" fmla="*/ 54177 w 68962"/>
                <a:gd name="csY7" fmla="*/ 57116 h 70185"/>
                <a:gd name="csX8" fmla="*/ 54177 w 68962"/>
                <a:gd name="csY8" fmla="*/ 26535 h 70185"/>
                <a:gd name="csX9" fmla="*/ 48672 w 68962"/>
                <a:gd name="csY9" fmla="*/ 8491 h 70185"/>
                <a:gd name="csX10" fmla="*/ 27724 w 68962"/>
                <a:gd name="csY10" fmla="*/ 81 h 70185"/>
                <a:gd name="csX11" fmla="*/ 4635 w 68962"/>
                <a:gd name="csY11" fmla="*/ 17360 h 70185"/>
                <a:gd name="csX12" fmla="*/ 11668 w 68962"/>
                <a:gd name="csY12" fmla="*/ 24547 h 70185"/>
                <a:gd name="csX13" fmla="*/ 18702 w 68962"/>
                <a:gd name="csY13" fmla="*/ 17513 h 70185"/>
                <a:gd name="csX14" fmla="*/ 10904 w 68962"/>
                <a:gd name="csY14" fmla="*/ 10479 h 70185"/>
                <a:gd name="csX15" fmla="*/ 27418 w 68962"/>
                <a:gd name="csY15" fmla="*/ 3445 h 70185"/>
                <a:gd name="csX16" fmla="*/ 43626 w 68962"/>
                <a:gd name="csY16" fmla="*/ 23018 h 70185"/>
                <a:gd name="csX17" fmla="*/ 43626 w 68962"/>
                <a:gd name="csY17" fmla="*/ 28675 h 70185"/>
                <a:gd name="csX18" fmla="*/ 15491 w 68962"/>
                <a:gd name="csY18" fmla="*/ 34180 h 70185"/>
                <a:gd name="csX19" fmla="*/ 200 w 68962"/>
                <a:gd name="csY19" fmla="*/ 54058 h 70185"/>
                <a:gd name="csX20" fmla="*/ 24666 w 68962"/>
                <a:gd name="csY20" fmla="*/ 70267 h 70185"/>
                <a:gd name="csX21" fmla="*/ 44697 w 68962"/>
                <a:gd name="csY21" fmla="*/ 56963 h 70185"/>
                <a:gd name="csX22" fmla="*/ 43626 w 68962"/>
                <a:gd name="csY22" fmla="*/ 31886 h 70185"/>
                <a:gd name="csX23" fmla="*/ 43626 w 68962"/>
                <a:gd name="csY23" fmla="*/ 47177 h 70185"/>
                <a:gd name="csX24" fmla="*/ 25736 w 68962"/>
                <a:gd name="csY24" fmla="*/ 66903 h 70185"/>
                <a:gd name="csX25" fmla="*/ 11974 w 68962"/>
                <a:gd name="csY25" fmla="*/ 53905 h 70185"/>
                <a:gd name="csX26" fmla="*/ 43626 w 68962"/>
                <a:gd name="csY26" fmla="*/ 31886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8962" h="70185">
                  <a:moveTo>
                    <a:pt x="44697" y="56963"/>
                  </a:moveTo>
                  <a:cubicBezTo>
                    <a:pt x="45308" y="63080"/>
                    <a:pt x="49437" y="69502"/>
                    <a:pt x="56624" y="69502"/>
                  </a:cubicBezTo>
                  <a:cubicBezTo>
                    <a:pt x="59835" y="69502"/>
                    <a:pt x="69162" y="67361"/>
                    <a:pt x="69162" y="54976"/>
                  </a:cubicBezTo>
                  <a:lnTo>
                    <a:pt x="69162" y="46413"/>
                  </a:lnTo>
                  <a:lnTo>
                    <a:pt x="65340" y="46413"/>
                  </a:lnTo>
                  <a:lnTo>
                    <a:pt x="65340" y="54976"/>
                  </a:lnTo>
                  <a:cubicBezTo>
                    <a:pt x="65340" y="63844"/>
                    <a:pt x="61517" y="64762"/>
                    <a:pt x="59835" y="64762"/>
                  </a:cubicBezTo>
                  <a:cubicBezTo>
                    <a:pt x="54789" y="64762"/>
                    <a:pt x="54177" y="57881"/>
                    <a:pt x="54177" y="57116"/>
                  </a:cubicBezTo>
                  <a:lnTo>
                    <a:pt x="54177" y="26535"/>
                  </a:lnTo>
                  <a:cubicBezTo>
                    <a:pt x="54177" y="20112"/>
                    <a:pt x="54177" y="14149"/>
                    <a:pt x="48672" y="8491"/>
                  </a:cubicBezTo>
                  <a:cubicBezTo>
                    <a:pt x="42709" y="2528"/>
                    <a:pt x="35064" y="81"/>
                    <a:pt x="27724" y="81"/>
                  </a:cubicBezTo>
                  <a:cubicBezTo>
                    <a:pt x="15185" y="81"/>
                    <a:pt x="4635" y="7268"/>
                    <a:pt x="4635" y="17360"/>
                  </a:cubicBezTo>
                  <a:cubicBezTo>
                    <a:pt x="4635" y="21947"/>
                    <a:pt x="7693" y="24547"/>
                    <a:pt x="11668" y="24547"/>
                  </a:cubicBezTo>
                  <a:cubicBezTo>
                    <a:pt x="15950" y="24547"/>
                    <a:pt x="18702" y="21489"/>
                    <a:pt x="18702" y="17513"/>
                  </a:cubicBezTo>
                  <a:cubicBezTo>
                    <a:pt x="18702" y="15678"/>
                    <a:pt x="17938" y="10632"/>
                    <a:pt x="10904" y="10479"/>
                  </a:cubicBezTo>
                  <a:cubicBezTo>
                    <a:pt x="15032" y="5127"/>
                    <a:pt x="22525" y="3445"/>
                    <a:pt x="27418" y="3445"/>
                  </a:cubicBezTo>
                  <a:cubicBezTo>
                    <a:pt x="34911" y="3445"/>
                    <a:pt x="43626" y="9409"/>
                    <a:pt x="43626" y="23018"/>
                  </a:cubicBezTo>
                  <a:lnTo>
                    <a:pt x="43626" y="28675"/>
                  </a:lnTo>
                  <a:cubicBezTo>
                    <a:pt x="35828" y="29134"/>
                    <a:pt x="25124" y="29593"/>
                    <a:pt x="15491" y="34180"/>
                  </a:cubicBezTo>
                  <a:cubicBezTo>
                    <a:pt x="4023" y="39379"/>
                    <a:pt x="200" y="47330"/>
                    <a:pt x="200" y="54058"/>
                  </a:cubicBezTo>
                  <a:cubicBezTo>
                    <a:pt x="200" y="66444"/>
                    <a:pt x="15032" y="70267"/>
                    <a:pt x="24666" y="70267"/>
                  </a:cubicBezTo>
                  <a:cubicBezTo>
                    <a:pt x="34758" y="70267"/>
                    <a:pt x="41792" y="64150"/>
                    <a:pt x="44697" y="56963"/>
                  </a:cubicBezTo>
                  <a:close/>
                  <a:moveTo>
                    <a:pt x="43626" y="31886"/>
                  </a:moveTo>
                  <a:lnTo>
                    <a:pt x="43626" y="47177"/>
                  </a:lnTo>
                  <a:cubicBezTo>
                    <a:pt x="43626" y="61704"/>
                    <a:pt x="32617" y="66903"/>
                    <a:pt x="25736" y="66903"/>
                  </a:cubicBezTo>
                  <a:cubicBezTo>
                    <a:pt x="18243" y="66903"/>
                    <a:pt x="11974" y="61551"/>
                    <a:pt x="11974" y="53905"/>
                  </a:cubicBezTo>
                  <a:cubicBezTo>
                    <a:pt x="11974" y="45495"/>
                    <a:pt x="18396" y="32804"/>
                    <a:pt x="43626" y="31886"/>
                  </a:cubicBezTo>
                  <a:close/>
                </a:path>
              </a:pathLst>
            </a:custGeom>
            <a:solidFill>
              <a:srgbClr val="000000"/>
            </a:solidFill>
            <a:ln w="25400" cap="flat">
              <a:noFill/>
              <a:prstDash val="solid"/>
              <a:miter/>
            </a:ln>
          </p:spPr>
          <p:txBody>
            <a:bodyPr/>
            <a:lstStyle/>
            <a:p>
              <a:endParaRPr lang="en-US"/>
            </a:p>
          </p:txBody>
        </p:sp>
        <p:sp>
          <p:nvSpPr>
            <p:cNvPr id="21" name="Freeform: Shape 20">
              <a:extLst>
                <a:ext uri="{FF2B5EF4-FFF2-40B4-BE49-F238E27FC236}">
                  <a16:creationId xmlns:a16="http://schemas.microsoft.com/office/drawing/2014/main" id="{44A12D4E-7711-B1D9-7E2E-C726234129DE}"/>
                </a:ext>
              </a:extLst>
            </p:cNvPr>
            <p:cNvSpPr/>
            <p:nvPr>
              <p:custDataLst>
                <p:tags r:id="rId43"/>
              </p:custDataLst>
            </p:nvPr>
          </p:nvSpPr>
          <p:spPr>
            <a:xfrm>
              <a:off x="4230812" y="3814908"/>
              <a:ext cx="58258" cy="70185"/>
            </a:xfrm>
            <a:custGeom>
              <a:avLst/>
              <a:gdLst>
                <a:gd name="csX0" fmla="*/ 12897 w 58258"/>
                <a:gd name="csY0" fmla="*/ 35250 h 70185"/>
                <a:gd name="csX1" fmla="*/ 33539 w 58258"/>
                <a:gd name="csY1" fmla="*/ 3904 h 70185"/>
                <a:gd name="csX2" fmla="*/ 49901 w 58258"/>
                <a:gd name="csY2" fmla="*/ 9562 h 70185"/>
                <a:gd name="csX3" fmla="*/ 42714 w 58258"/>
                <a:gd name="csY3" fmla="*/ 16595 h 70185"/>
                <a:gd name="csX4" fmla="*/ 49748 w 58258"/>
                <a:gd name="csY4" fmla="*/ 23629 h 70185"/>
                <a:gd name="csX5" fmla="*/ 56782 w 58258"/>
                <a:gd name="csY5" fmla="*/ 16442 h 70185"/>
                <a:gd name="csX6" fmla="*/ 33387 w 58258"/>
                <a:gd name="csY6" fmla="*/ 81 h 70185"/>
                <a:gd name="csX7" fmla="*/ 205 w 58258"/>
                <a:gd name="csY7" fmla="*/ 35556 h 70185"/>
                <a:gd name="csX8" fmla="*/ 33081 w 58258"/>
                <a:gd name="csY8" fmla="*/ 70267 h 70185"/>
                <a:gd name="csX9" fmla="*/ 58464 w 58258"/>
                <a:gd name="csY9" fmla="*/ 50388 h 70185"/>
                <a:gd name="csX10" fmla="*/ 56476 w 58258"/>
                <a:gd name="csY10" fmla="*/ 48859 h 70185"/>
                <a:gd name="csX11" fmla="*/ 54488 w 58258"/>
                <a:gd name="csY11" fmla="*/ 50388 h 70185"/>
                <a:gd name="csX12" fmla="*/ 34457 w 58258"/>
                <a:gd name="csY12" fmla="*/ 66444 h 70185"/>
                <a:gd name="csX13" fmla="*/ 12897 w 58258"/>
                <a:gd name="csY13" fmla="*/ 35250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8258" h="70185">
                  <a:moveTo>
                    <a:pt x="12897" y="35250"/>
                  </a:moveTo>
                  <a:cubicBezTo>
                    <a:pt x="12897" y="10326"/>
                    <a:pt x="25435" y="3904"/>
                    <a:pt x="33539" y="3904"/>
                  </a:cubicBezTo>
                  <a:cubicBezTo>
                    <a:pt x="34916" y="3904"/>
                    <a:pt x="44549" y="4057"/>
                    <a:pt x="49901" y="9562"/>
                  </a:cubicBezTo>
                  <a:cubicBezTo>
                    <a:pt x="43631" y="10020"/>
                    <a:pt x="42714" y="14608"/>
                    <a:pt x="42714" y="16595"/>
                  </a:cubicBezTo>
                  <a:cubicBezTo>
                    <a:pt x="42714" y="20571"/>
                    <a:pt x="45466" y="23629"/>
                    <a:pt x="49748" y="23629"/>
                  </a:cubicBezTo>
                  <a:cubicBezTo>
                    <a:pt x="53723" y="23629"/>
                    <a:pt x="56782" y="21030"/>
                    <a:pt x="56782" y="16442"/>
                  </a:cubicBezTo>
                  <a:cubicBezTo>
                    <a:pt x="56782" y="6045"/>
                    <a:pt x="45161" y="81"/>
                    <a:pt x="33387" y="81"/>
                  </a:cubicBezTo>
                  <a:cubicBezTo>
                    <a:pt x="14273" y="81"/>
                    <a:pt x="205" y="16595"/>
                    <a:pt x="205" y="35556"/>
                  </a:cubicBezTo>
                  <a:cubicBezTo>
                    <a:pt x="205" y="55129"/>
                    <a:pt x="15343" y="70267"/>
                    <a:pt x="33081" y="70267"/>
                  </a:cubicBezTo>
                  <a:cubicBezTo>
                    <a:pt x="53571" y="70267"/>
                    <a:pt x="58464" y="51917"/>
                    <a:pt x="58464" y="50388"/>
                  </a:cubicBezTo>
                  <a:cubicBezTo>
                    <a:pt x="58464" y="48859"/>
                    <a:pt x="56935" y="48859"/>
                    <a:pt x="56476" y="48859"/>
                  </a:cubicBezTo>
                  <a:cubicBezTo>
                    <a:pt x="55100" y="48859"/>
                    <a:pt x="54794" y="49471"/>
                    <a:pt x="54488" y="50388"/>
                  </a:cubicBezTo>
                  <a:cubicBezTo>
                    <a:pt x="50054" y="64609"/>
                    <a:pt x="40115" y="66444"/>
                    <a:pt x="34457" y="66444"/>
                  </a:cubicBezTo>
                  <a:cubicBezTo>
                    <a:pt x="26353" y="66444"/>
                    <a:pt x="12897" y="59869"/>
                    <a:pt x="12897" y="35250"/>
                  </a:cubicBezTo>
                  <a:close/>
                </a:path>
              </a:pathLst>
            </a:custGeom>
            <a:solidFill>
              <a:srgbClr val="000000"/>
            </a:solidFill>
            <a:ln w="25400" cap="flat">
              <a:noFill/>
              <a:prstDash val="solid"/>
              <a:miter/>
            </a:ln>
          </p:spPr>
          <p:txBody>
            <a:bodyPr/>
            <a:lstStyle/>
            <a:p>
              <a:endParaRPr lang="en-US"/>
            </a:p>
          </p:txBody>
        </p:sp>
        <p:sp>
          <p:nvSpPr>
            <p:cNvPr id="22" name="Freeform: Shape 21">
              <a:extLst>
                <a:ext uri="{FF2B5EF4-FFF2-40B4-BE49-F238E27FC236}">
                  <a16:creationId xmlns:a16="http://schemas.microsoft.com/office/drawing/2014/main" id="{E6C30C84-58D5-83F3-370A-EC4B7C5E4535}"/>
                </a:ext>
              </a:extLst>
            </p:cNvPr>
            <p:cNvSpPr/>
            <p:nvPr>
              <p:custDataLst>
                <p:tags r:id="rId44"/>
              </p:custDataLst>
            </p:nvPr>
          </p:nvSpPr>
          <p:spPr>
            <a:xfrm>
              <a:off x="4298772" y="3814908"/>
              <a:ext cx="58258" cy="70185"/>
            </a:xfrm>
            <a:custGeom>
              <a:avLst/>
              <a:gdLst>
                <a:gd name="csX0" fmla="*/ 12901 w 58258"/>
                <a:gd name="csY0" fmla="*/ 35250 h 70185"/>
                <a:gd name="csX1" fmla="*/ 33544 w 58258"/>
                <a:gd name="csY1" fmla="*/ 3904 h 70185"/>
                <a:gd name="csX2" fmla="*/ 49905 w 58258"/>
                <a:gd name="csY2" fmla="*/ 9562 h 70185"/>
                <a:gd name="csX3" fmla="*/ 42718 w 58258"/>
                <a:gd name="csY3" fmla="*/ 16595 h 70185"/>
                <a:gd name="csX4" fmla="*/ 49752 w 58258"/>
                <a:gd name="csY4" fmla="*/ 23629 h 70185"/>
                <a:gd name="csX5" fmla="*/ 56786 w 58258"/>
                <a:gd name="csY5" fmla="*/ 16442 h 70185"/>
                <a:gd name="csX6" fmla="*/ 33391 w 58258"/>
                <a:gd name="csY6" fmla="*/ 81 h 70185"/>
                <a:gd name="csX7" fmla="*/ 210 w 58258"/>
                <a:gd name="csY7" fmla="*/ 35556 h 70185"/>
                <a:gd name="csX8" fmla="*/ 33085 w 58258"/>
                <a:gd name="csY8" fmla="*/ 70267 h 70185"/>
                <a:gd name="csX9" fmla="*/ 58468 w 58258"/>
                <a:gd name="csY9" fmla="*/ 50388 h 70185"/>
                <a:gd name="csX10" fmla="*/ 56480 w 58258"/>
                <a:gd name="csY10" fmla="*/ 48859 h 70185"/>
                <a:gd name="csX11" fmla="*/ 54492 w 58258"/>
                <a:gd name="csY11" fmla="*/ 50388 h 70185"/>
                <a:gd name="csX12" fmla="*/ 34461 w 58258"/>
                <a:gd name="csY12" fmla="*/ 66444 h 70185"/>
                <a:gd name="csX13" fmla="*/ 12901 w 58258"/>
                <a:gd name="csY13" fmla="*/ 35250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8258" h="70185">
                  <a:moveTo>
                    <a:pt x="12901" y="35250"/>
                  </a:moveTo>
                  <a:cubicBezTo>
                    <a:pt x="12901" y="10326"/>
                    <a:pt x="25440" y="3904"/>
                    <a:pt x="33544" y="3904"/>
                  </a:cubicBezTo>
                  <a:cubicBezTo>
                    <a:pt x="34920" y="3904"/>
                    <a:pt x="44553" y="4057"/>
                    <a:pt x="49905" y="9562"/>
                  </a:cubicBezTo>
                  <a:cubicBezTo>
                    <a:pt x="43636" y="10020"/>
                    <a:pt x="42718" y="14608"/>
                    <a:pt x="42718" y="16595"/>
                  </a:cubicBezTo>
                  <a:cubicBezTo>
                    <a:pt x="42718" y="20571"/>
                    <a:pt x="45471" y="23629"/>
                    <a:pt x="49752" y="23629"/>
                  </a:cubicBezTo>
                  <a:cubicBezTo>
                    <a:pt x="53728" y="23629"/>
                    <a:pt x="56786" y="21030"/>
                    <a:pt x="56786" y="16442"/>
                  </a:cubicBezTo>
                  <a:cubicBezTo>
                    <a:pt x="56786" y="6045"/>
                    <a:pt x="45165" y="81"/>
                    <a:pt x="33391" y="81"/>
                  </a:cubicBezTo>
                  <a:cubicBezTo>
                    <a:pt x="14277" y="81"/>
                    <a:pt x="210" y="16595"/>
                    <a:pt x="210" y="35556"/>
                  </a:cubicBezTo>
                  <a:cubicBezTo>
                    <a:pt x="210" y="55129"/>
                    <a:pt x="15348" y="70267"/>
                    <a:pt x="33085" y="70267"/>
                  </a:cubicBezTo>
                  <a:cubicBezTo>
                    <a:pt x="53575" y="70267"/>
                    <a:pt x="58468" y="51917"/>
                    <a:pt x="58468" y="50388"/>
                  </a:cubicBezTo>
                  <a:cubicBezTo>
                    <a:pt x="58468" y="48859"/>
                    <a:pt x="56939" y="48859"/>
                    <a:pt x="56480" y="48859"/>
                  </a:cubicBezTo>
                  <a:cubicBezTo>
                    <a:pt x="55104" y="48859"/>
                    <a:pt x="54798" y="49471"/>
                    <a:pt x="54492" y="50388"/>
                  </a:cubicBezTo>
                  <a:cubicBezTo>
                    <a:pt x="50058" y="64609"/>
                    <a:pt x="40119" y="66444"/>
                    <a:pt x="34461" y="66444"/>
                  </a:cubicBezTo>
                  <a:cubicBezTo>
                    <a:pt x="26357" y="66444"/>
                    <a:pt x="12901" y="59869"/>
                    <a:pt x="12901" y="35250"/>
                  </a:cubicBezTo>
                  <a:close/>
                </a:path>
              </a:pathLst>
            </a:custGeom>
            <a:solidFill>
              <a:srgbClr val="000000"/>
            </a:solidFill>
            <a:ln w="25400" cap="flat">
              <a:noFill/>
              <a:prstDash val="solid"/>
              <a:miter/>
            </a:ln>
          </p:spPr>
          <p:txBody>
            <a:bodyPr/>
            <a:lstStyle/>
            <a:p>
              <a:endParaRPr lang="en-US"/>
            </a:p>
          </p:txBody>
        </p:sp>
        <p:sp>
          <p:nvSpPr>
            <p:cNvPr id="23" name="Freeform: Shape 22">
              <a:extLst>
                <a:ext uri="{FF2B5EF4-FFF2-40B4-BE49-F238E27FC236}">
                  <a16:creationId xmlns:a16="http://schemas.microsoft.com/office/drawing/2014/main" id="{C334AFB1-4B09-689E-4A9C-5A1D90AC2A4F}"/>
                </a:ext>
              </a:extLst>
            </p:cNvPr>
            <p:cNvSpPr/>
            <p:nvPr>
              <p:custDataLst>
                <p:tags r:id="rId45"/>
              </p:custDataLst>
            </p:nvPr>
          </p:nvSpPr>
          <p:spPr>
            <a:xfrm>
              <a:off x="4366579" y="3781115"/>
              <a:ext cx="32722" cy="102296"/>
            </a:xfrm>
            <a:custGeom>
              <a:avLst/>
              <a:gdLst>
                <a:gd name="csX0" fmla="*/ 22233 w 32722"/>
                <a:gd name="csY0" fmla="*/ 34792 h 102296"/>
                <a:gd name="csX1" fmla="*/ 826 w 32722"/>
                <a:gd name="csY1" fmla="*/ 36474 h 102296"/>
                <a:gd name="csX2" fmla="*/ 826 w 32722"/>
                <a:gd name="csY2" fmla="*/ 41214 h 102296"/>
                <a:gd name="csX3" fmla="*/ 12141 w 32722"/>
                <a:gd name="csY3" fmla="*/ 49624 h 102296"/>
                <a:gd name="csX4" fmla="*/ 12141 w 32722"/>
                <a:gd name="csY4" fmla="*/ 90756 h 102296"/>
                <a:gd name="csX5" fmla="*/ 214 w 32722"/>
                <a:gd name="csY5" fmla="*/ 97637 h 102296"/>
                <a:gd name="csX6" fmla="*/ 214 w 32722"/>
                <a:gd name="csY6" fmla="*/ 102377 h 102296"/>
                <a:gd name="csX7" fmla="*/ 17034 w 32722"/>
                <a:gd name="csY7" fmla="*/ 101919 h 102296"/>
                <a:gd name="csX8" fmla="*/ 32937 w 32722"/>
                <a:gd name="csY8" fmla="*/ 102377 h 102296"/>
                <a:gd name="csX9" fmla="*/ 32937 w 32722"/>
                <a:gd name="csY9" fmla="*/ 97637 h 102296"/>
                <a:gd name="csX10" fmla="*/ 22233 w 32722"/>
                <a:gd name="csY10" fmla="*/ 90909 h 102296"/>
                <a:gd name="csX11" fmla="*/ 22233 w 32722"/>
                <a:gd name="csY11" fmla="*/ 34792 h 102296"/>
                <a:gd name="csX12" fmla="*/ 22845 w 32722"/>
                <a:gd name="csY12" fmla="*/ 8185 h 102296"/>
                <a:gd name="csX13" fmla="*/ 14740 w 32722"/>
                <a:gd name="csY13" fmla="*/ 81 h 102296"/>
                <a:gd name="csX14" fmla="*/ 6636 w 32722"/>
                <a:gd name="csY14" fmla="*/ 8185 h 102296"/>
                <a:gd name="csX15" fmla="*/ 14740 w 32722"/>
                <a:gd name="csY15" fmla="*/ 16290 h 102296"/>
                <a:gd name="csX16" fmla="*/ 22845 w 32722"/>
                <a:gd name="csY16" fmla="*/ 8185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22" h="102296">
                  <a:moveTo>
                    <a:pt x="22233" y="34792"/>
                  </a:moveTo>
                  <a:lnTo>
                    <a:pt x="826" y="36474"/>
                  </a:lnTo>
                  <a:lnTo>
                    <a:pt x="826" y="41214"/>
                  </a:lnTo>
                  <a:cubicBezTo>
                    <a:pt x="10765" y="41214"/>
                    <a:pt x="12141" y="42131"/>
                    <a:pt x="12141" y="49624"/>
                  </a:cubicBezTo>
                  <a:lnTo>
                    <a:pt x="12141" y="90756"/>
                  </a:lnTo>
                  <a:cubicBezTo>
                    <a:pt x="12141" y="97637"/>
                    <a:pt x="10459" y="97637"/>
                    <a:pt x="214" y="97637"/>
                  </a:cubicBezTo>
                  <a:lnTo>
                    <a:pt x="214" y="102377"/>
                  </a:lnTo>
                  <a:cubicBezTo>
                    <a:pt x="5107" y="102225"/>
                    <a:pt x="13364" y="101919"/>
                    <a:pt x="17034" y="101919"/>
                  </a:cubicBezTo>
                  <a:cubicBezTo>
                    <a:pt x="22386" y="101919"/>
                    <a:pt x="27738" y="102225"/>
                    <a:pt x="32937" y="102377"/>
                  </a:cubicBezTo>
                  <a:lnTo>
                    <a:pt x="32937" y="97637"/>
                  </a:lnTo>
                  <a:cubicBezTo>
                    <a:pt x="22845" y="97637"/>
                    <a:pt x="22233" y="96873"/>
                    <a:pt x="22233" y="90909"/>
                  </a:cubicBezTo>
                  <a:lnTo>
                    <a:pt x="22233" y="34792"/>
                  </a:lnTo>
                  <a:close/>
                  <a:moveTo>
                    <a:pt x="22845" y="8185"/>
                  </a:moveTo>
                  <a:cubicBezTo>
                    <a:pt x="22845" y="3292"/>
                    <a:pt x="19022" y="81"/>
                    <a:pt x="14740" y="81"/>
                  </a:cubicBezTo>
                  <a:cubicBezTo>
                    <a:pt x="10000" y="81"/>
                    <a:pt x="6636" y="4210"/>
                    <a:pt x="6636" y="8185"/>
                  </a:cubicBezTo>
                  <a:cubicBezTo>
                    <a:pt x="6636" y="12314"/>
                    <a:pt x="10000" y="16290"/>
                    <a:pt x="14740" y="16290"/>
                  </a:cubicBezTo>
                  <a:cubicBezTo>
                    <a:pt x="19022" y="16290"/>
                    <a:pt x="22845" y="13078"/>
                    <a:pt x="22845" y="8185"/>
                  </a:cubicBezTo>
                  <a:close/>
                </a:path>
              </a:pathLst>
            </a:custGeom>
            <a:solidFill>
              <a:srgbClr val="000000"/>
            </a:solidFill>
            <a:ln w="25400" cap="flat">
              <a:noFill/>
              <a:prstDash val="solid"/>
              <a:miter/>
            </a:ln>
          </p:spPr>
          <p:txBody>
            <a:bodyPr/>
            <a:lstStyle/>
            <a:p>
              <a:endParaRPr lang="en-US"/>
            </a:p>
          </p:txBody>
        </p:sp>
        <p:sp>
          <p:nvSpPr>
            <p:cNvPr id="24" name="Freeform: Shape 23">
              <a:extLst>
                <a:ext uri="{FF2B5EF4-FFF2-40B4-BE49-F238E27FC236}">
                  <a16:creationId xmlns:a16="http://schemas.microsoft.com/office/drawing/2014/main" id="{1D59EC8A-834C-06BA-CDD2-2BAFFF419CA7}"/>
                </a:ext>
              </a:extLst>
            </p:cNvPr>
            <p:cNvSpPr/>
            <p:nvPr>
              <p:custDataLst>
                <p:tags r:id="rId46"/>
              </p:custDataLst>
            </p:nvPr>
          </p:nvSpPr>
          <p:spPr>
            <a:xfrm>
              <a:off x="4435507" y="3776680"/>
              <a:ext cx="28441" cy="28746"/>
            </a:xfrm>
            <a:custGeom>
              <a:avLst/>
              <a:gdLst>
                <a:gd name="csX0" fmla="*/ 26058 w 28441"/>
                <a:gd name="csY0" fmla="*/ 10173 h 28746"/>
                <a:gd name="csX1" fmla="*/ 28658 w 28441"/>
                <a:gd name="csY1" fmla="*/ 5586 h 28746"/>
                <a:gd name="csX2" fmla="*/ 23153 w 28441"/>
                <a:gd name="csY2" fmla="*/ 81 h 28746"/>
                <a:gd name="csX3" fmla="*/ 18566 w 28441"/>
                <a:gd name="csY3" fmla="*/ 2681 h 28746"/>
                <a:gd name="csX4" fmla="*/ 217 w 28441"/>
                <a:gd name="csY4" fmla="*/ 26076 h 28746"/>
                <a:gd name="csX5" fmla="*/ 2816 w 28441"/>
                <a:gd name="csY5" fmla="*/ 28828 h 28746"/>
                <a:gd name="csX6" fmla="*/ 26058 w 28441"/>
                <a:gd name="csY6" fmla="*/ 10173 h 287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8441" h="28746">
                  <a:moveTo>
                    <a:pt x="26058" y="10173"/>
                  </a:moveTo>
                  <a:cubicBezTo>
                    <a:pt x="27435" y="9103"/>
                    <a:pt x="28658" y="7421"/>
                    <a:pt x="28658" y="5586"/>
                  </a:cubicBezTo>
                  <a:cubicBezTo>
                    <a:pt x="28658" y="2834"/>
                    <a:pt x="25906" y="81"/>
                    <a:pt x="23153" y="81"/>
                  </a:cubicBezTo>
                  <a:cubicBezTo>
                    <a:pt x="20860" y="81"/>
                    <a:pt x="19178" y="1763"/>
                    <a:pt x="18566" y="2681"/>
                  </a:cubicBezTo>
                  <a:lnTo>
                    <a:pt x="217" y="26076"/>
                  </a:lnTo>
                  <a:lnTo>
                    <a:pt x="2816" y="28828"/>
                  </a:lnTo>
                  <a:lnTo>
                    <a:pt x="26058" y="10173"/>
                  </a:lnTo>
                  <a:close/>
                </a:path>
              </a:pathLst>
            </a:custGeom>
            <a:solidFill>
              <a:srgbClr val="000000"/>
            </a:solidFill>
            <a:ln w="25400" cap="flat">
              <a:noFill/>
              <a:prstDash val="solid"/>
              <a:miter/>
            </a:ln>
          </p:spPr>
          <p:txBody>
            <a:bodyPr/>
            <a:lstStyle/>
            <a:p>
              <a:endParaRPr lang="en-US"/>
            </a:p>
          </p:txBody>
        </p:sp>
        <p:sp>
          <p:nvSpPr>
            <p:cNvPr id="25" name="Freeform: Shape 24">
              <a:extLst>
                <a:ext uri="{FF2B5EF4-FFF2-40B4-BE49-F238E27FC236}">
                  <a16:creationId xmlns:a16="http://schemas.microsoft.com/office/drawing/2014/main" id="{D0CF0BB3-19A1-B9DA-6607-AC39EB086450}"/>
                </a:ext>
              </a:extLst>
            </p:cNvPr>
            <p:cNvSpPr/>
            <p:nvPr>
              <p:custDataLst>
                <p:tags r:id="rId47"/>
              </p:custDataLst>
            </p:nvPr>
          </p:nvSpPr>
          <p:spPr>
            <a:xfrm>
              <a:off x="4408289" y="3814908"/>
              <a:ext cx="67738" cy="70185"/>
            </a:xfrm>
            <a:custGeom>
              <a:avLst/>
              <a:gdLst>
                <a:gd name="csX0" fmla="*/ 67956 w 67738"/>
                <a:gd name="csY0" fmla="*/ 35862 h 70185"/>
                <a:gd name="csX1" fmla="*/ 34163 w 67738"/>
                <a:gd name="csY1" fmla="*/ 81 h 70185"/>
                <a:gd name="csX2" fmla="*/ 217 w 67738"/>
                <a:gd name="csY2" fmla="*/ 35862 h 70185"/>
                <a:gd name="csX3" fmla="*/ 34010 w 67738"/>
                <a:gd name="csY3" fmla="*/ 70267 h 70185"/>
                <a:gd name="csX4" fmla="*/ 67956 w 67738"/>
                <a:gd name="csY4" fmla="*/ 35862 h 70185"/>
                <a:gd name="csX5" fmla="*/ 34163 w 67738"/>
                <a:gd name="csY5" fmla="*/ 66444 h 70185"/>
                <a:gd name="csX6" fmla="*/ 16731 w 67738"/>
                <a:gd name="csY6" fmla="*/ 56199 h 70185"/>
                <a:gd name="csX7" fmla="*/ 12908 w 67738"/>
                <a:gd name="csY7" fmla="*/ 34639 h 70185"/>
                <a:gd name="csX8" fmla="*/ 16578 w 67738"/>
                <a:gd name="csY8" fmla="*/ 13690 h 70185"/>
                <a:gd name="csX9" fmla="*/ 34010 w 67738"/>
                <a:gd name="csY9" fmla="*/ 3445 h 70185"/>
                <a:gd name="csX10" fmla="*/ 51289 w 67738"/>
                <a:gd name="csY10" fmla="*/ 13384 h 70185"/>
                <a:gd name="csX11" fmla="*/ 55264 w 67738"/>
                <a:gd name="csY11" fmla="*/ 34639 h 70185"/>
                <a:gd name="csX12" fmla="*/ 51900 w 67738"/>
                <a:gd name="csY12" fmla="*/ 55129 h 70185"/>
                <a:gd name="csX13" fmla="*/ 34163 w 67738"/>
                <a:gd name="csY13" fmla="*/ 66444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7738" h="70185">
                  <a:moveTo>
                    <a:pt x="67956" y="35862"/>
                  </a:moveTo>
                  <a:cubicBezTo>
                    <a:pt x="67956" y="16290"/>
                    <a:pt x="52665" y="81"/>
                    <a:pt x="34163" y="81"/>
                  </a:cubicBezTo>
                  <a:cubicBezTo>
                    <a:pt x="15049" y="81"/>
                    <a:pt x="217" y="16748"/>
                    <a:pt x="217" y="35862"/>
                  </a:cubicBezTo>
                  <a:cubicBezTo>
                    <a:pt x="217" y="55587"/>
                    <a:pt x="16119" y="70267"/>
                    <a:pt x="34010" y="70267"/>
                  </a:cubicBezTo>
                  <a:cubicBezTo>
                    <a:pt x="52512" y="70267"/>
                    <a:pt x="67956" y="55281"/>
                    <a:pt x="67956" y="35862"/>
                  </a:cubicBezTo>
                  <a:close/>
                  <a:moveTo>
                    <a:pt x="34163" y="66444"/>
                  </a:moveTo>
                  <a:cubicBezTo>
                    <a:pt x="27588" y="66444"/>
                    <a:pt x="20860" y="63233"/>
                    <a:pt x="16731" y="56199"/>
                  </a:cubicBezTo>
                  <a:cubicBezTo>
                    <a:pt x="12908" y="49471"/>
                    <a:pt x="12908" y="40143"/>
                    <a:pt x="12908" y="34639"/>
                  </a:cubicBezTo>
                  <a:cubicBezTo>
                    <a:pt x="12908" y="28675"/>
                    <a:pt x="12908" y="20418"/>
                    <a:pt x="16578" y="13690"/>
                  </a:cubicBezTo>
                  <a:cubicBezTo>
                    <a:pt x="20707" y="6656"/>
                    <a:pt x="27893" y="3445"/>
                    <a:pt x="34010" y="3445"/>
                  </a:cubicBezTo>
                  <a:cubicBezTo>
                    <a:pt x="40738" y="3445"/>
                    <a:pt x="47313" y="6809"/>
                    <a:pt x="51289" y="13384"/>
                  </a:cubicBezTo>
                  <a:cubicBezTo>
                    <a:pt x="55264" y="19959"/>
                    <a:pt x="55264" y="28828"/>
                    <a:pt x="55264" y="34639"/>
                  </a:cubicBezTo>
                  <a:cubicBezTo>
                    <a:pt x="55264" y="40143"/>
                    <a:pt x="55264" y="48401"/>
                    <a:pt x="51900" y="55129"/>
                  </a:cubicBezTo>
                  <a:cubicBezTo>
                    <a:pt x="48536" y="62009"/>
                    <a:pt x="41808" y="66444"/>
                    <a:pt x="34163" y="66444"/>
                  </a:cubicBezTo>
                  <a:close/>
                </a:path>
              </a:pathLst>
            </a:custGeom>
            <a:solidFill>
              <a:srgbClr val="000000"/>
            </a:solidFill>
            <a:ln w="25400" cap="flat">
              <a:noFill/>
              <a:prstDash val="solid"/>
              <a:miter/>
            </a:ln>
          </p:spPr>
          <p:txBody>
            <a:bodyPr/>
            <a:lstStyle/>
            <a:p>
              <a:endParaRPr lang="en-US"/>
            </a:p>
          </p:txBody>
        </p:sp>
        <p:sp>
          <p:nvSpPr>
            <p:cNvPr id="26" name="Freeform: Shape 25">
              <a:extLst>
                <a:ext uri="{FF2B5EF4-FFF2-40B4-BE49-F238E27FC236}">
                  <a16:creationId xmlns:a16="http://schemas.microsoft.com/office/drawing/2014/main" id="{8EA7E9D2-C4C6-8DC8-603E-9F8A73059B4B}"/>
                </a:ext>
              </a:extLst>
            </p:cNvPr>
            <p:cNvSpPr/>
            <p:nvPr>
              <p:custDataLst>
                <p:tags r:id="rId48"/>
              </p:custDataLst>
            </p:nvPr>
          </p:nvSpPr>
          <p:spPr>
            <a:xfrm>
              <a:off x="4485356" y="3815825"/>
              <a:ext cx="76913" cy="67585"/>
            </a:xfrm>
            <a:custGeom>
              <a:avLst/>
              <a:gdLst>
                <a:gd name="csX0" fmla="*/ 12149 w 76913"/>
                <a:gd name="csY0" fmla="*/ 15066 h 67585"/>
                <a:gd name="csX1" fmla="*/ 12149 w 76913"/>
                <a:gd name="csY1" fmla="*/ 56046 h 67585"/>
                <a:gd name="csX2" fmla="*/ 222 w 76913"/>
                <a:gd name="csY2" fmla="*/ 62927 h 67585"/>
                <a:gd name="csX3" fmla="*/ 222 w 76913"/>
                <a:gd name="csY3" fmla="*/ 67667 h 67585"/>
                <a:gd name="csX4" fmla="*/ 17501 w 76913"/>
                <a:gd name="csY4" fmla="*/ 67208 h 67585"/>
                <a:gd name="csX5" fmla="*/ 34626 w 76913"/>
                <a:gd name="csY5" fmla="*/ 67667 h 67585"/>
                <a:gd name="csX6" fmla="*/ 34626 w 76913"/>
                <a:gd name="csY6" fmla="*/ 62927 h 67585"/>
                <a:gd name="csX7" fmla="*/ 22699 w 76913"/>
                <a:gd name="csY7" fmla="*/ 56046 h 67585"/>
                <a:gd name="csX8" fmla="*/ 22699 w 76913"/>
                <a:gd name="csY8" fmla="*/ 27911 h 67585"/>
                <a:gd name="csX9" fmla="*/ 43342 w 76913"/>
                <a:gd name="csY9" fmla="*/ 3445 h 67585"/>
                <a:gd name="csX10" fmla="*/ 54658 w 76913"/>
                <a:gd name="csY10" fmla="*/ 20418 h 67585"/>
                <a:gd name="csX11" fmla="*/ 54658 w 76913"/>
                <a:gd name="csY11" fmla="*/ 56046 h 67585"/>
                <a:gd name="csX12" fmla="*/ 42731 w 76913"/>
                <a:gd name="csY12" fmla="*/ 62927 h 67585"/>
                <a:gd name="csX13" fmla="*/ 42731 w 76913"/>
                <a:gd name="csY13" fmla="*/ 67667 h 67585"/>
                <a:gd name="csX14" fmla="*/ 60009 w 76913"/>
                <a:gd name="csY14" fmla="*/ 67208 h 67585"/>
                <a:gd name="csX15" fmla="*/ 77135 w 76913"/>
                <a:gd name="csY15" fmla="*/ 67667 h 67585"/>
                <a:gd name="csX16" fmla="*/ 77135 w 76913"/>
                <a:gd name="csY16" fmla="*/ 62927 h 67585"/>
                <a:gd name="csX17" fmla="*/ 65208 w 76913"/>
                <a:gd name="csY17" fmla="*/ 58340 h 67585"/>
                <a:gd name="csX18" fmla="*/ 65208 w 76913"/>
                <a:gd name="csY18" fmla="*/ 29134 h 67585"/>
                <a:gd name="csX19" fmla="*/ 60468 w 76913"/>
                <a:gd name="csY19" fmla="*/ 5739 h 67585"/>
                <a:gd name="csX20" fmla="*/ 44413 w 76913"/>
                <a:gd name="csY20" fmla="*/ 81 h 67585"/>
                <a:gd name="csX21" fmla="*/ 21782 w 76913"/>
                <a:gd name="csY21" fmla="*/ 16137 h 67585"/>
                <a:gd name="csX22" fmla="*/ 21782 w 76913"/>
                <a:gd name="csY22" fmla="*/ 81 h 67585"/>
                <a:gd name="csX23" fmla="*/ 222 w 76913"/>
                <a:gd name="csY23" fmla="*/ 1763 h 67585"/>
                <a:gd name="csX24" fmla="*/ 222 w 76913"/>
                <a:gd name="csY24" fmla="*/ 6503 h 67585"/>
                <a:gd name="csX25" fmla="*/ 12149 w 76913"/>
                <a:gd name="csY25" fmla="*/ 15066 h 67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6913" h="67585">
                  <a:moveTo>
                    <a:pt x="12149" y="15066"/>
                  </a:moveTo>
                  <a:lnTo>
                    <a:pt x="12149" y="56046"/>
                  </a:lnTo>
                  <a:cubicBezTo>
                    <a:pt x="12149" y="62927"/>
                    <a:pt x="10467" y="62927"/>
                    <a:pt x="222" y="62927"/>
                  </a:cubicBezTo>
                  <a:lnTo>
                    <a:pt x="222" y="67667"/>
                  </a:lnTo>
                  <a:cubicBezTo>
                    <a:pt x="5574" y="67514"/>
                    <a:pt x="13372" y="67208"/>
                    <a:pt x="17501" y="67208"/>
                  </a:cubicBezTo>
                  <a:cubicBezTo>
                    <a:pt x="21476" y="67208"/>
                    <a:pt x="29427" y="67514"/>
                    <a:pt x="34626" y="67667"/>
                  </a:cubicBezTo>
                  <a:lnTo>
                    <a:pt x="34626" y="62927"/>
                  </a:lnTo>
                  <a:cubicBezTo>
                    <a:pt x="24381" y="62927"/>
                    <a:pt x="22699" y="62927"/>
                    <a:pt x="22699" y="56046"/>
                  </a:cubicBezTo>
                  <a:lnTo>
                    <a:pt x="22699" y="27911"/>
                  </a:lnTo>
                  <a:cubicBezTo>
                    <a:pt x="22699" y="12008"/>
                    <a:pt x="33556" y="3445"/>
                    <a:pt x="43342" y="3445"/>
                  </a:cubicBezTo>
                  <a:cubicBezTo>
                    <a:pt x="52975" y="3445"/>
                    <a:pt x="54658" y="11702"/>
                    <a:pt x="54658" y="20418"/>
                  </a:cubicBezTo>
                  <a:lnTo>
                    <a:pt x="54658" y="56046"/>
                  </a:lnTo>
                  <a:cubicBezTo>
                    <a:pt x="54658" y="62927"/>
                    <a:pt x="52975" y="62927"/>
                    <a:pt x="42731" y="62927"/>
                  </a:cubicBezTo>
                  <a:lnTo>
                    <a:pt x="42731" y="67667"/>
                  </a:lnTo>
                  <a:cubicBezTo>
                    <a:pt x="48082" y="67514"/>
                    <a:pt x="55881" y="67208"/>
                    <a:pt x="60009" y="67208"/>
                  </a:cubicBezTo>
                  <a:cubicBezTo>
                    <a:pt x="63985" y="67208"/>
                    <a:pt x="71936" y="67514"/>
                    <a:pt x="77135" y="67667"/>
                  </a:cubicBezTo>
                  <a:lnTo>
                    <a:pt x="77135" y="62927"/>
                  </a:lnTo>
                  <a:cubicBezTo>
                    <a:pt x="69184" y="62927"/>
                    <a:pt x="65361" y="62927"/>
                    <a:pt x="65208" y="58340"/>
                  </a:cubicBezTo>
                  <a:lnTo>
                    <a:pt x="65208" y="29134"/>
                  </a:lnTo>
                  <a:cubicBezTo>
                    <a:pt x="65208" y="15984"/>
                    <a:pt x="65208" y="11244"/>
                    <a:pt x="60468" y="5739"/>
                  </a:cubicBezTo>
                  <a:cubicBezTo>
                    <a:pt x="58327" y="3139"/>
                    <a:pt x="53281" y="81"/>
                    <a:pt x="44413" y="81"/>
                  </a:cubicBezTo>
                  <a:cubicBezTo>
                    <a:pt x="33250" y="81"/>
                    <a:pt x="26063" y="6656"/>
                    <a:pt x="21782" y="16137"/>
                  </a:cubicBezTo>
                  <a:lnTo>
                    <a:pt x="21782" y="81"/>
                  </a:lnTo>
                  <a:lnTo>
                    <a:pt x="222" y="1763"/>
                  </a:lnTo>
                  <a:lnTo>
                    <a:pt x="222" y="6503"/>
                  </a:lnTo>
                  <a:cubicBezTo>
                    <a:pt x="10925" y="6503"/>
                    <a:pt x="12149" y="7574"/>
                    <a:pt x="12149" y="15066"/>
                  </a:cubicBezTo>
                  <a:close/>
                </a:path>
              </a:pathLst>
            </a:custGeom>
            <a:solidFill>
              <a:srgbClr val="000000"/>
            </a:solidFill>
            <a:ln w="25400" cap="flat">
              <a:noFill/>
              <a:prstDash val="solid"/>
              <a:miter/>
            </a:ln>
          </p:spPr>
          <p:txBody>
            <a:bodyPr/>
            <a:lstStyle/>
            <a:p>
              <a:endParaRPr lang="en-US"/>
            </a:p>
          </p:txBody>
        </p:sp>
        <p:sp>
          <p:nvSpPr>
            <p:cNvPr id="27" name="Freeform: Shape 26">
              <a:extLst>
                <a:ext uri="{FF2B5EF4-FFF2-40B4-BE49-F238E27FC236}">
                  <a16:creationId xmlns:a16="http://schemas.microsoft.com/office/drawing/2014/main" id="{9BEAF0A0-B622-6F3C-7357-28A4B6640C29}"/>
                </a:ext>
              </a:extLst>
            </p:cNvPr>
            <p:cNvSpPr/>
            <p:nvPr>
              <p:custDataLst>
                <p:tags r:id="rId49"/>
              </p:custDataLst>
            </p:nvPr>
          </p:nvSpPr>
          <p:spPr>
            <a:xfrm>
              <a:off x="4580549" y="3768729"/>
              <a:ext cx="35474" cy="152909"/>
            </a:xfrm>
            <a:custGeom>
              <a:avLst/>
              <a:gdLst>
                <a:gd name="csX0" fmla="*/ 35702 w 35474"/>
                <a:gd name="csY0" fmla="*/ 151461 h 152909"/>
                <a:gd name="csX1" fmla="*/ 33103 w 35474"/>
                <a:gd name="csY1" fmla="*/ 148097 h 152909"/>
                <a:gd name="csX2" fmla="*/ 9096 w 35474"/>
                <a:gd name="csY2" fmla="*/ 76536 h 152909"/>
                <a:gd name="csX3" fmla="*/ 33714 w 35474"/>
                <a:gd name="csY3" fmla="*/ 4210 h 152909"/>
                <a:gd name="csX4" fmla="*/ 35702 w 35474"/>
                <a:gd name="csY4" fmla="*/ 1610 h 152909"/>
                <a:gd name="csX5" fmla="*/ 34173 w 35474"/>
                <a:gd name="csY5" fmla="*/ 81 h 152909"/>
                <a:gd name="csX6" fmla="*/ 9861 w 35474"/>
                <a:gd name="csY6" fmla="*/ 29899 h 152909"/>
                <a:gd name="csX7" fmla="*/ 227 w 35474"/>
                <a:gd name="csY7" fmla="*/ 76536 h 152909"/>
                <a:gd name="csX8" fmla="*/ 10319 w 35474"/>
                <a:gd name="csY8" fmla="*/ 124244 h 152909"/>
                <a:gd name="csX9" fmla="*/ 34173 w 35474"/>
                <a:gd name="csY9" fmla="*/ 152990 h 152909"/>
                <a:gd name="csX10" fmla="*/ 35702 w 35474"/>
                <a:gd name="csY10" fmla="*/ 151461 h 152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4" h="152909">
                  <a:moveTo>
                    <a:pt x="35702" y="151461"/>
                  </a:moveTo>
                  <a:cubicBezTo>
                    <a:pt x="35702" y="151003"/>
                    <a:pt x="35702" y="150697"/>
                    <a:pt x="33103" y="148097"/>
                  </a:cubicBezTo>
                  <a:cubicBezTo>
                    <a:pt x="13989" y="128831"/>
                    <a:pt x="9096" y="99931"/>
                    <a:pt x="9096" y="76536"/>
                  </a:cubicBezTo>
                  <a:cubicBezTo>
                    <a:pt x="9096" y="49930"/>
                    <a:pt x="14907" y="23323"/>
                    <a:pt x="33714" y="4210"/>
                  </a:cubicBezTo>
                  <a:cubicBezTo>
                    <a:pt x="35702" y="2375"/>
                    <a:pt x="35702" y="2069"/>
                    <a:pt x="35702" y="1610"/>
                  </a:cubicBezTo>
                  <a:cubicBezTo>
                    <a:pt x="35702" y="540"/>
                    <a:pt x="35091" y="81"/>
                    <a:pt x="34173" y="81"/>
                  </a:cubicBezTo>
                  <a:cubicBezTo>
                    <a:pt x="32644" y="81"/>
                    <a:pt x="18882" y="10479"/>
                    <a:pt x="9861" y="29899"/>
                  </a:cubicBezTo>
                  <a:cubicBezTo>
                    <a:pt x="2062" y="46719"/>
                    <a:pt x="227" y="63691"/>
                    <a:pt x="227" y="76536"/>
                  </a:cubicBezTo>
                  <a:cubicBezTo>
                    <a:pt x="227" y="88463"/>
                    <a:pt x="1909" y="106965"/>
                    <a:pt x="10319" y="124244"/>
                  </a:cubicBezTo>
                  <a:cubicBezTo>
                    <a:pt x="19494" y="143051"/>
                    <a:pt x="32644" y="152990"/>
                    <a:pt x="34173" y="152990"/>
                  </a:cubicBezTo>
                  <a:cubicBezTo>
                    <a:pt x="35091" y="152990"/>
                    <a:pt x="35702" y="152532"/>
                    <a:pt x="35702" y="151461"/>
                  </a:cubicBezTo>
                  <a:close/>
                </a:path>
              </a:pathLst>
            </a:custGeom>
            <a:solidFill>
              <a:srgbClr val="000000"/>
            </a:solidFill>
            <a:ln w="25400" cap="flat">
              <a:noFill/>
              <a:prstDash val="solid"/>
              <a:miter/>
            </a:ln>
          </p:spPr>
          <p:txBody>
            <a:bodyPr/>
            <a:lstStyle/>
            <a:p>
              <a:endParaRPr lang="en-US"/>
            </a:p>
          </p:txBody>
        </p:sp>
        <p:sp>
          <p:nvSpPr>
            <p:cNvPr id="28" name="Freeform: Shape 27">
              <a:extLst>
                <a:ext uri="{FF2B5EF4-FFF2-40B4-BE49-F238E27FC236}">
                  <a16:creationId xmlns:a16="http://schemas.microsoft.com/office/drawing/2014/main" id="{3A5A9E25-A8FE-3D1C-D0E5-E43B0C981D4F}"/>
                </a:ext>
              </a:extLst>
            </p:cNvPr>
            <p:cNvSpPr/>
            <p:nvPr>
              <p:custDataLst>
                <p:tags r:id="rId50"/>
              </p:custDataLst>
            </p:nvPr>
          </p:nvSpPr>
          <p:spPr>
            <a:xfrm>
              <a:off x="4629311" y="3815825"/>
              <a:ext cx="70491" cy="98932"/>
            </a:xfrm>
            <a:custGeom>
              <a:avLst/>
              <a:gdLst>
                <a:gd name="csX0" fmla="*/ 70111 w 70491"/>
                <a:gd name="csY0" fmla="*/ 9409 h 98932"/>
                <a:gd name="csX1" fmla="*/ 70722 w 70491"/>
                <a:gd name="csY1" fmla="*/ 5892 h 98932"/>
                <a:gd name="csX2" fmla="*/ 66288 w 70491"/>
                <a:gd name="csY2" fmla="*/ 1763 h 98932"/>
                <a:gd name="csX3" fmla="*/ 60936 w 70491"/>
                <a:gd name="csY3" fmla="*/ 4974 h 98932"/>
                <a:gd name="csX4" fmla="*/ 58795 w 70491"/>
                <a:gd name="csY4" fmla="*/ 13231 h 98932"/>
                <a:gd name="csX5" fmla="*/ 55737 w 70491"/>
                <a:gd name="csY5" fmla="*/ 25464 h 98932"/>
                <a:gd name="csX6" fmla="*/ 48856 w 70491"/>
                <a:gd name="csY6" fmla="*/ 52988 h 98932"/>
                <a:gd name="csX7" fmla="*/ 31578 w 70491"/>
                <a:gd name="csY7" fmla="*/ 65985 h 98932"/>
                <a:gd name="csX8" fmla="*/ 22097 w 70491"/>
                <a:gd name="csY8" fmla="*/ 53599 h 98932"/>
                <a:gd name="csX9" fmla="*/ 29896 w 70491"/>
                <a:gd name="csY9" fmla="*/ 23629 h 98932"/>
                <a:gd name="csX10" fmla="*/ 32954 w 70491"/>
                <a:gd name="csY10" fmla="*/ 12620 h 98932"/>
                <a:gd name="csX11" fmla="*/ 20415 w 70491"/>
                <a:gd name="csY11" fmla="*/ 81 h 98932"/>
                <a:gd name="csX12" fmla="*/ 231 w 70491"/>
                <a:gd name="csY12" fmla="*/ 23629 h 98932"/>
                <a:gd name="csX13" fmla="*/ 2066 w 70491"/>
                <a:gd name="csY13" fmla="*/ 25158 h 98932"/>
                <a:gd name="csX14" fmla="*/ 4513 w 70491"/>
                <a:gd name="csY14" fmla="*/ 22406 h 98932"/>
                <a:gd name="csX15" fmla="*/ 19956 w 70491"/>
                <a:gd name="csY15" fmla="*/ 3445 h 98932"/>
                <a:gd name="csX16" fmla="*/ 23779 w 70491"/>
                <a:gd name="csY16" fmla="*/ 8338 h 98932"/>
                <a:gd name="csX17" fmla="*/ 21180 w 70491"/>
                <a:gd name="csY17" fmla="*/ 19042 h 98932"/>
                <a:gd name="csX18" fmla="*/ 12311 w 70491"/>
                <a:gd name="csY18" fmla="*/ 51153 h 98932"/>
                <a:gd name="csX19" fmla="*/ 30966 w 70491"/>
                <a:gd name="csY19" fmla="*/ 69349 h 98932"/>
                <a:gd name="csX20" fmla="*/ 46410 w 70491"/>
                <a:gd name="csY20" fmla="*/ 62468 h 98932"/>
                <a:gd name="csX21" fmla="*/ 36471 w 70491"/>
                <a:gd name="csY21" fmla="*/ 86016 h 98932"/>
                <a:gd name="csX22" fmla="*/ 19651 w 70491"/>
                <a:gd name="csY22" fmla="*/ 95649 h 98932"/>
                <a:gd name="csX23" fmla="*/ 8030 w 70491"/>
                <a:gd name="csY23" fmla="*/ 89227 h 98932"/>
                <a:gd name="csX24" fmla="*/ 14605 w 70491"/>
                <a:gd name="csY24" fmla="*/ 87392 h 98932"/>
                <a:gd name="csX25" fmla="*/ 17663 w 70491"/>
                <a:gd name="csY25" fmla="*/ 81123 h 98932"/>
                <a:gd name="csX26" fmla="*/ 12005 w 70491"/>
                <a:gd name="csY26" fmla="*/ 75771 h 98932"/>
                <a:gd name="csX27" fmla="*/ 3442 w 70491"/>
                <a:gd name="csY27" fmla="*/ 85710 h 98932"/>
                <a:gd name="csX28" fmla="*/ 19651 w 70491"/>
                <a:gd name="csY28" fmla="*/ 99013 h 98932"/>
                <a:gd name="csX29" fmla="*/ 55431 w 70491"/>
                <a:gd name="csY29" fmla="*/ 67820 h 98932"/>
                <a:gd name="csX30" fmla="*/ 70111 w 70491"/>
                <a:gd name="csY30" fmla="*/ 9409 h 98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70491" h="98932">
                  <a:moveTo>
                    <a:pt x="70111" y="9409"/>
                  </a:moveTo>
                  <a:cubicBezTo>
                    <a:pt x="70722" y="7268"/>
                    <a:pt x="70722" y="6962"/>
                    <a:pt x="70722" y="5892"/>
                  </a:cubicBezTo>
                  <a:cubicBezTo>
                    <a:pt x="70722" y="3139"/>
                    <a:pt x="68582" y="1763"/>
                    <a:pt x="66288" y="1763"/>
                  </a:cubicBezTo>
                  <a:cubicBezTo>
                    <a:pt x="64759" y="1763"/>
                    <a:pt x="62312" y="2681"/>
                    <a:pt x="60936" y="4974"/>
                  </a:cubicBezTo>
                  <a:cubicBezTo>
                    <a:pt x="60630" y="5739"/>
                    <a:pt x="59407" y="10479"/>
                    <a:pt x="58795" y="13231"/>
                  </a:cubicBezTo>
                  <a:cubicBezTo>
                    <a:pt x="57725" y="17207"/>
                    <a:pt x="56655" y="21336"/>
                    <a:pt x="55737" y="25464"/>
                  </a:cubicBezTo>
                  <a:lnTo>
                    <a:pt x="48856" y="52988"/>
                  </a:lnTo>
                  <a:cubicBezTo>
                    <a:pt x="48245" y="55281"/>
                    <a:pt x="41670" y="65985"/>
                    <a:pt x="31578" y="65985"/>
                  </a:cubicBezTo>
                  <a:cubicBezTo>
                    <a:pt x="23779" y="65985"/>
                    <a:pt x="22097" y="59257"/>
                    <a:pt x="22097" y="53599"/>
                  </a:cubicBezTo>
                  <a:cubicBezTo>
                    <a:pt x="22097" y="46566"/>
                    <a:pt x="24697" y="37085"/>
                    <a:pt x="29896" y="23629"/>
                  </a:cubicBezTo>
                  <a:cubicBezTo>
                    <a:pt x="32342" y="17360"/>
                    <a:pt x="32954" y="15678"/>
                    <a:pt x="32954" y="12620"/>
                  </a:cubicBezTo>
                  <a:cubicBezTo>
                    <a:pt x="32954" y="5739"/>
                    <a:pt x="28061" y="81"/>
                    <a:pt x="20415" y="81"/>
                  </a:cubicBezTo>
                  <a:cubicBezTo>
                    <a:pt x="5889" y="81"/>
                    <a:pt x="231" y="22253"/>
                    <a:pt x="231" y="23629"/>
                  </a:cubicBezTo>
                  <a:cubicBezTo>
                    <a:pt x="231" y="25158"/>
                    <a:pt x="1760" y="25158"/>
                    <a:pt x="2066" y="25158"/>
                  </a:cubicBezTo>
                  <a:cubicBezTo>
                    <a:pt x="3595" y="25158"/>
                    <a:pt x="3748" y="24853"/>
                    <a:pt x="4513" y="22406"/>
                  </a:cubicBezTo>
                  <a:cubicBezTo>
                    <a:pt x="8641" y="8032"/>
                    <a:pt x="14758" y="3445"/>
                    <a:pt x="19956" y="3445"/>
                  </a:cubicBezTo>
                  <a:cubicBezTo>
                    <a:pt x="21180" y="3445"/>
                    <a:pt x="23779" y="3445"/>
                    <a:pt x="23779" y="8338"/>
                  </a:cubicBezTo>
                  <a:cubicBezTo>
                    <a:pt x="23779" y="12161"/>
                    <a:pt x="22250" y="16137"/>
                    <a:pt x="21180" y="19042"/>
                  </a:cubicBezTo>
                  <a:cubicBezTo>
                    <a:pt x="15063" y="35250"/>
                    <a:pt x="12311" y="43966"/>
                    <a:pt x="12311" y="51153"/>
                  </a:cubicBezTo>
                  <a:cubicBezTo>
                    <a:pt x="12311" y="64762"/>
                    <a:pt x="21944" y="69349"/>
                    <a:pt x="30966" y="69349"/>
                  </a:cubicBezTo>
                  <a:cubicBezTo>
                    <a:pt x="36929" y="69349"/>
                    <a:pt x="42128" y="66750"/>
                    <a:pt x="46410" y="62468"/>
                  </a:cubicBezTo>
                  <a:cubicBezTo>
                    <a:pt x="44422" y="70419"/>
                    <a:pt x="42587" y="77912"/>
                    <a:pt x="36471" y="86016"/>
                  </a:cubicBezTo>
                  <a:cubicBezTo>
                    <a:pt x="32495" y="91215"/>
                    <a:pt x="26684" y="95649"/>
                    <a:pt x="19651" y="95649"/>
                  </a:cubicBezTo>
                  <a:cubicBezTo>
                    <a:pt x="17510" y="95649"/>
                    <a:pt x="10629" y="95191"/>
                    <a:pt x="8030" y="89227"/>
                  </a:cubicBezTo>
                  <a:cubicBezTo>
                    <a:pt x="10476" y="89227"/>
                    <a:pt x="12464" y="89227"/>
                    <a:pt x="14605" y="87392"/>
                  </a:cubicBezTo>
                  <a:cubicBezTo>
                    <a:pt x="16134" y="86016"/>
                    <a:pt x="17663" y="84028"/>
                    <a:pt x="17663" y="81123"/>
                  </a:cubicBezTo>
                  <a:cubicBezTo>
                    <a:pt x="17663" y="76383"/>
                    <a:pt x="13534" y="75771"/>
                    <a:pt x="12005" y="75771"/>
                  </a:cubicBezTo>
                  <a:cubicBezTo>
                    <a:pt x="8488" y="75771"/>
                    <a:pt x="3442" y="78218"/>
                    <a:pt x="3442" y="85710"/>
                  </a:cubicBezTo>
                  <a:cubicBezTo>
                    <a:pt x="3442" y="93356"/>
                    <a:pt x="10170" y="99013"/>
                    <a:pt x="19651" y="99013"/>
                  </a:cubicBezTo>
                  <a:cubicBezTo>
                    <a:pt x="35400" y="99013"/>
                    <a:pt x="51150" y="85099"/>
                    <a:pt x="55431" y="67820"/>
                  </a:cubicBezTo>
                  <a:lnTo>
                    <a:pt x="70111" y="9409"/>
                  </a:lnTo>
                  <a:close/>
                </a:path>
              </a:pathLst>
            </a:custGeom>
            <a:solidFill>
              <a:srgbClr val="000000"/>
            </a:solidFill>
            <a:ln w="25400" cap="flat">
              <a:noFill/>
              <a:prstDash val="solid"/>
              <a:miter/>
            </a:ln>
          </p:spPr>
          <p:txBody>
            <a:bodyPr/>
            <a:lstStyle/>
            <a:p>
              <a:endParaRPr lang="en-US"/>
            </a:p>
          </p:txBody>
        </p:sp>
        <p:sp>
          <p:nvSpPr>
            <p:cNvPr id="29" name="Freeform: Shape 28">
              <a:extLst>
                <a:ext uri="{FF2B5EF4-FFF2-40B4-BE49-F238E27FC236}">
                  <a16:creationId xmlns:a16="http://schemas.microsoft.com/office/drawing/2014/main" id="{1641A385-D434-D692-0710-6C8A5CA1A2C6}"/>
                </a:ext>
              </a:extLst>
            </p:cNvPr>
            <p:cNvSpPr/>
            <p:nvPr>
              <p:custDataLst>
                <p:tags r:id="rId51"/>
              </p:custDataLst>
            </p:nvPr>
          </p:nvSpPr>
          <p:spPr>
            <a:xfrm>
              <a:off x="4714047" y="3768729"/>
              <a:ext cx="35474" cy="152909"/>
            </a:xfrm>
            <a:custGeom>
              <a:avLst/>
              <a:gdLst>
                <a:gd name="csX0" fmla="*/ 35711 w 35474"/>
                <a:gd name="csY0" fmla="*/ 76536 h 152909"/>
                <a:gd name="csX1" fmla="*/ 25619 w 35474"/>
                <a:gd name="csY1" fmla="*/ 28828 h 152909"/>
                <a:gd name="csX2" fmla="*/ 1766 w 35474"/>
                <a:gd name="csY2" fmla="*/ 81 h 152909"/>
                <a:gd name="csX3" fmla="*/ 236 w 35474"/>
                <a:gd name="csY3" fmla="*/ 1610 h 152909"/>
                <a:gd name="csX4" fmla="*/ 3142 w 35474"/>
                <a:gd name="csY4" fmla="*/ 5127 h 152909"/>
                <a:gd name="csX5" fmla="*/ 26843 w 35474"/>
                <a:gd name="csY5" fmla="*/ 76536 h 152909"/>
                <a:gd name="csX6" fmla="*/ 2224 w 35474"/>
                <a:gd name="csY6" fmla="*/ 148862 h 152909"/>
                <a:gd name="csX7" fmla="*/ 236 w 35474"/>
                <a:gd name="csY7" fmla="*/ 151461 h 152909"/>
                <a:gd name="csX8" fmla="*/ 1766 w 35474"/>
                <a:gd name="csY8" fmla="*/ 152990 h 152909"/>
                <a:gd name="csX9" fmla="*/ 26078 w 35474"/>
                <a:gd name="csY9" fmla="*/ 123173 h 152909"/>
                <a:gd name="csX10" fmla="*/ 35711 w 35474"/>
                <a:gd name="csY10" fmla="*/ 76536 h 152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4" h="152909">
                  <a:moveTo>
                    <a:pt x="35711" y="76536"/>
                  </a:moveTo>
                  <a:cubicBezTo>
                    <a:pt x="35711" y="64609"/>
                    <a:pt x="34029" y="46107"/>
                    <a:pt x="25619" y="28828"/>
                  </a:cubicBezTo>
                  <a:cubicBezTo>
                    <a:pt x="16445" y="10020"/>
                    <a:pt x="3295" y="81"/>
                    <a:pt x="1766" y="81"/>
                  </a:cubicBezTo>
                  <a:cubicBezTo>
                    <a:pt x="848" y="81"/>
                    <a:pt x="236" y="693"/>
                    <a:pt x="236" y="1610"/>
                  </a:cubicBezTo>
                  <a:cubicBezTo>
                    <a:pt x="236" y="2069"/>
                    <a:pt x="236" y="2375"/>
                    <a:pt x="3142" y="5127"/>
                  </a:cubicBezTo>
                  <a:cubicBezTo>
                    <a:pt x="18127" y="20265"/>
                    <a:pt x="26843" y="44578"/>
                    <a:pt x="26843" y="76536"/>
                  </a:cubicBezTo>
                  <a:cubicBezTo>
                    <a:pt x="26843" y="102683"/>
                    <a:pt x="21185" y="129595"/>
                    <a:pt x="2224" y="148862"/>
                  </a:cubicBezTo>
                  <a:cubicBezTo>
                    <a:pt x="236" y="150697"/>
                    <a:pt x="236" y="151003"/>
                    <a:pt x="236" y="151461"/>
                  </a:cubicBezTo>
                  <a:cubicBezTo>
                    <a:pt x="236" y="152379"/>
                    <a:pt x="848" y="152990"/>
                    <a:pt x="1766" y="152990"/>
                  </a:cubicBezTo>
                  <a:cubicBezTo>
                    <a:pt x="3295" y="152990"/>
                    <a:pt x="17056" y="142593"/>
                    <a:pt x="26078" y="123173"/>
                  </a:cubicBezTo>
                  <a:cubicBezTo>
                    <a:pt x="33876" y="106353"/>
                    <a:pt x="35711" y="89380"/>
                    <a:pt x="35711" y="76536"/>
                  </a:cubicBezTo>
                  <a:close/>
                </a:path>
              </a:pathLst>
            </a:custGeom>
            <a:solidFill>
              <a:srgbClr val="000000"/>
            </a:solidFill>
            <a:ln w="25400" cap="flat">
              <a:noFill/>
              <a:prstDash val="solid"/>
              <a:miter/>
            </a:ln>
          </p:spPr>
          <p:txBody>
            <a:bodyPr/>
            <a:lstStyle/>
            <a:p>
              <a:endParaRPr lang="en-US"/>
            </a:p>
          </p:txBody>
        </p:sp>
        <p:sp>
          <p:nvSpPr>
            <p:cNvPr id="30" name="Freeform: Shape 29">
              <a:extLst>
                <a:ext uri="{FF2B5EF4-FFF2-40B4-BE49-F238E27FC236}">
                  <a16:creationId xmlns:a16="http://schemas.microsoft.com/office/drawing/2014/main" id="{D7A68257-C7DB-2643-9F24-81B238AA7869}"/>
                </a:ext>
              </a:extLst>
            </p:cNvPr>
            <p:cNvSpPr/>
            <p:nvPr>
              <p:custDataLst>
                <p:tags r:id="rId52"/>
              </p:custDataLst>
            </p:nvPr>
          </p:nvSpPr>
          <p:spPr>
            <a:xfrm>
              <a:off x="4815833" y="3827293"/>
              <a:ext cx="101684" cy="35780"/>
            </a:xfrm>
            <a:custGeom>
              <a:avLst/>
              <a:gdLst>
                <a:gd name="csX0" fmla="*/ 96729 w 101684"/>
                <a:gd name="csY0" fmla="*/ 6198 h 35780"/>
                <a:gd name="csX1" fmla="*/ 101928 w 101684"/>
                <a:gd name="csY1" fmla="*/ 3139 h 35780"/>
                <a:gd name="csX2" fmla="*/ 96882 w 101684"/>
                <a:gd name="csY2" fmla="*/ 81 h 35780"/>
                <a:gd name="csX3" fmla="*/ 5289 w 101684"/>
                <a:gd name="csY3" fmla="*/ 81 h 35780"/>
                <a:gd name="csX4" fmla="*/ 243 w 101684"/>
                <a:gd name="csY4" fmla="*/ 3139 h 35780"/>
                <a:gd name="csX5" fmla="*/ 5442 w 101684"/>
                <a:gd name="csY5" fmla="*/ 6198 h 35780"/>
                <a:gd name="csX6" fmla="*/ 96729 w 101684"/>
                <a:gd name="csY6" fmla="*/ 6198 h 35780"/>
                <a:gd name="csX7" fmla="*/ 96882 w 101684"/>
                <a:gd name="csY7" fmla="*/ 35862 h 35780"/>
                <a:gd name="csX8" fmla="*/ 101928 w 101684"/>
                <a:gd name="csY8" fmla="*/ 32804 h 35780"/>
                <a:gd name="csX9" fmla="*/ 96729 w 101684"/>
                <a:gd name="csY9" fmla="*/ 29746 h 35780"/>
                <a:gd name="csX10" fmla="*/ 5442 w 101684"/>
                <a:gd name="csY10" fmla="*/ 29746 h 35780"/>
                <a:gd name="csX11" fmla="*/ 243 w 101684"/>
                <a:gd name="csY11" fmla="*/ 32804 h 35780"/>
                <a:gd name="csX12" fmla="*/ 5289 w 101684"/>
                <a:gd name="csY12" fmla="*/ 35862 h 35780"/>
                <a:gd name="csX13" fmla="*/ 96882 w 101684"/>
                <a:gd name="csY13" fmla="*/ 35862 h 35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01684" h="35780">
                  <a:moveTo>
                    <a:pt x="96729" y="6198"/>
                  </a:moveTo>
                  <a:cubicBezTo>
                    <a:pt x="99022" y="6198"/>
                    <a:pt x="101928" y="6198"/>
                    <a:pt x="101928" y="3139"/>
                  </a:cubicBezTo>
                  <a:cubicBezTo>
                    <a:pt x="101928" y="81"/>
                    <a:pt x="99022" y="81"/>
                    <a:pt x="96882" y="81"/>
                  </a:cubicBezTo>
                  <a:lnTo>
                    <a:pt x="5289" y="81"/>
                  </a:lnTo>
                  <a:cubicBezTo>
                    <a:pt x="3148" y="81"/>
                    <a:pt x="243" y="81"/>
                    <a:pt x="243" y="3139"/>
                  </a:cubicBezTo>
                  <a:cubicBezTo>
                    <a:pt x="243" y="6198"/>
                    <a:pt x="3148" y="6198"/>
                    <a:pt x="5442" y="6198"/>
                  </a:cubicBezTo>
                  <a:lnTo>
                    <a:pt x="96729" y="6198"/>
                  </a:lnTo>
                  <a:close/>
                  <a:moveTo>
                    <a:pt x="96882" y="35862"/>
                  </a:moveTo>
                  <a:cubicBezTo>
                    <a:pt x="99022" y="35862"/>
                    <a:pt x="101928" y="35862"/>
                    <a:pt x="101928" y="32804"/>
                  </a:cubicBezTo>
                  <a:cubicBezTo>
                    <a:pt x="101928" y="29746"/>
                    <a:pt x="99022" y="29746"/>
                    <a:pt x="96729" y="29746"/>
                  </a:cubicBezTo>
                  <a:lnTo>
                    <a:pt x="5442" y="29746"/>
                  </a:lnTo>
                  <a:cubicBezTo>
                    <a:pt x="3148" y="29746"/>
                    <a:pt x="243" y="29746"/>
                    <a:pt x="243" y="32804"/>
                  </a:cubicBezTo>
                  <a:cubicBezTo>
                    <a:pt x="243" y="35862"/>
                    <a:pt x="3148" y="35862"/>
                    <a:pt x="5289" y="35862"/>
                  </a:cubicBezTo>
                  <a:lnTo>
                    <a:pt x="96882" y="35862"/>
                  </a:lnTo>
                  <a:close/>
                </a:path>
              </a:pathLst>
            </a:custGeom>
            <a:solidFill>
              <a:srgbClr val="000000"/>
            </a:solidFill>
            <a:ln w="25400" cap="flat">
              <a:noFill/>
              <a:prstDash val="solid"/>
              <a:miter/>
            </a:ln>
          </p:spPr>
          <p:txBody>
            <a:bodyPr/>
            <a:lstStyle/>
            <a:p>
              <a:endParaRPr lang="en-US"/>
            </a:p>
          </p:txBody>
        </p:sp>
        <p:sp>
          <p:nvSpPr>
            <p:cNvPr id="31" name="Freeform: Shape 30">
              <a:extLst>
                <a:ext uri="{FF2B5EF4-FFF2-40B4-BE49-F238E27FC236}">
                  <a16:creationId xmlns:a16="http://schemas.microsoft.com/office/drawing/2014/main" id="{CDB8813A-A4F9-99AF-D7C4-215F8EA14993}"/>
                </a:ext>
              </a:extLst>
            </p:cNvPr>
            <p:cNvSpPr/>
            <p:nvPr>
              <p:custDataLst>
                <p:tags r:id="rId53"/>
              </p:custDataLst>
            </p:nvPr>
          </p:nvSpPr>
          <p:spPr>
            <a:xfrm>
              <a:off x="4990692" y="3615817"/>
              <a:ext cx="79054" cy="458574"/>
            </a:xfrm>
            <a:custGeom>
              <a:avLst/>
              <a:gdLst>
                <a:gd name="csX0" fmla="*/ 47197 w 79054"/>
                <a:gd name="csY0" fmla="*/ 285546 h 458574"/>
                <a:gd name="csX1" fmla="*/ 8969 w 79054"/>
                <a:gd name="csY1" fmla="*/ 229428 h 458574"/>
                <a:gd name="csX2" fmla="*/ 47044 w 79054"/>
                <a:gd name="csY2" fmla="*/ 174075 h 458574"/>
                <a:gd name="csX3" fmla="*/ 47197 w 79054"/>
                <a:gd name="csY3" fmla="*/ 173157 h 458574"/>
                <a:gd name="csX4" fmla="*/ 47197 w 79054"/>
                <a:gd name="csY4" fmla="*/ 67191 h 458574"/>
                <a:gd name="csX5" fmla="*/ 48420 w 79054"/>
                <a:gd name="csY5" fmla="*/ 46090 h 458574"/>
                <a:gd name="csX6" fmla="*/ 77932 w 79054"/>
                <a:gd name="csY6" fmla="*/ 7251 h 458574"/>
                <a:gd name="csX7" fmla="*/ 79308 w 79054"/>
                <a:gd name="csY7" fmla="*/ 3581 h 458574"/>
                <a:gd name="csX8" fmla="*/ 75791 w 79054"/>
                <a:gd name="csY8" fmla="*/ 64 h 458574"/>
                <a:gd name="csX9" fmla="*/ 68604 w 79054"/>
                <a:gd name="csY9" fmla="*/ 2511 h 458574"/>
                <a:gd name="csX10" fmla="*/ 32365 w 79054"/>
                <a:gd name="csY10" fmla="*/ 55723 h 458574"/>
                <a:gd name="csX11" fmla="*/ 32365 w 79054"/>
                <a:gd name="csY11" fmla="*/ 164442 h 458574"/>
                <a:gd name="csX12" fmla="*/ 24413 w 79054"/>
                <a:gd name="csY12" fmla="*/ 201904 h 458574"/>
                <a:gd name="csX13" fmla="*/ 2547 w 79054"/>
                <a:gd name="csY13" fmla="*/ 225147 h 458574"/>
                <a:gd name="csX14" fmla="*/ 254 w 79054"/>
                <a:gd name="csY14" fmla="*/ 229275 h 458574"/>
                <a:gd name="csX15" fmla="*/ 1630 w 79054"/>
                <a:gd name="csY15" fmla="*/ 232945 h 458574"/>
                <a:gd name="csX16" fmla="*/ 31906 w 79054"/>
                <a:gd name="csY16" fmla="*/ 280041 h 458574"/>
                <a:gd name="csX17" fmla="*/ 32365 w 79054"/>
                <a:gd name="csY17" fmla="*/ 285546 h 458574"/>
                <a:gd name="csX18" fmla="*/ 32365 w 79054"/>
                <a:gd name="csY18" fmla="*/ 402980 h 458574"/>
                <a:gd name="csX19" fmla="*/ 69522 w 79054"/>
                <a:gd name="csY19" fmla="*/ 456651 h 458574"/>
                <a:gd name="csX20" fmla="*/ 75791 w 79054"/>
                <a:gd name="csY20" fmla="*/ 458639 h 458574"/>
                <a:gd name="csX21" fmla="*/ 79308 w 79054"/>
                <a:gd name="csY21" fmla="*/ 455122 h 458574"/>
                <a:gd name="csX22" fmla="*/ 78543 w 79054"/>
                <a:gd name="csY22" fmla="*/ 451911 h 458574"/>
                <a:gd name="csX23" fmla="*/ 47808 w 79054"/>
                <a:gd name="csY23" fmla="*/ 409096 h 458574"/>
                <a:gd name="csX24" fmla="*/ 47197 w 79054"/>
                <a:gd name="csY24" fmla="*/ 402827 h 458574"/>
                <a:gd name="csX25" fmla="*/ 47197 w 79054"/>
                <a:gd name="csY25" fmla="*/ 285546 h 4585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9054" h="458574">
                  <a:moveTo>
                    <a:pt x="47197" y="285546"/>
                  </a:moveTo>
                  <a:cubicBezTo>
                    <a:pt x="47197" y="268726"/>
                    <a:pt x="35576" y="242884"/>
                    <a:pt x="8969" y="229428"/>
                  </a:cubicBezTo>
                  <a:cubicBezTo>
                    <a:pt x="25484" y="220559"/>
                    <a:pt x="45209" y="202669"/>
                    <a:pt x="47044" y="174075"/>
                  </a:cubicBezTo>
                  <a:lnTo>
                    <a:pt x="47197" y="173157"/>
                  </a:lnTo>
                  <a:lnTo>
                    <a:pt x="47197" y="67191"/>
                  </a:lnTo>
                  <a:cubicBezTo>
                    <a:pt x="47197" y="54653"/>
                    <a:pt x="47197" y="51900"/>
                    <a:pt x="48420" y="46090"/>
                  </a:cubicBezTo>
                  <a:cubicBezTo>
                    <a:pt x="51172" y="33857"/>
                    <a:pt x="58512" y="18719"/>
                    <a:pt x="77932" y="7251"/>
                  </a:cubicBezTo>
                  <a:cubicBezTo>
                    <a:pt x="79155" y="6486"/>
                    <a:pt x="79308" y="6333"/>
                    <a:pt x="79308" y="3581"/>
                  </a:cubicBezTo>
                  <a:cubicBezTo>
                    <a:pt x="79308" y="217"/>
                    <a:pt x="79155" y="64"/>
                    <a:pt x="75791" y="64"/>
                  </a:cubicBezTo>
                  <a:cubicBezTo>
                    <a:pt x="73038" y="64"/>
                    <a:pt x="72733" y="64"/>
                    <a:pt x="68604" y="2511"/>
                  </a:cubicBezTo>
                  <a:cubicBezTo>
                    <a:pt x="34352" y="21930"/>
                    <a:pt x="32365" y="50371"/>
                    <a:pt x="32365" y="55723"/>
                  </a:cubicBezTo>
                  <a:lnTo>
                    <a:pt x="32365" y="164442"/>
                  </a:lnTo>
                  <a:cubicBezTo>
                    <a:pt x="32365" y="175451"/>
                    <a:pt x="32365" y="187837"/>
                    <a:pt x="24413" y="201904"/>
                  </a:cubicBezTo>
                  <a:cubicBezTo>
                    <a:pt x="17379" y="214443"/>
                    <a:pt x="9122" y="220712"/>
                    <a:pt x="2547" y="225147"/>
                  </a:cubicBezTo>
                  <a:cubicBezTo>
                    <a:pt x="407" y="226523"/>
                    <a:pt x="254" y="226676"/>
                    <a:pt x="254" y="229275"/>
                  </a:cubicBezTo>
                  <a:cubicBezTo>
                    <a:pt x="254" y="232028"/>
                    <a:pt x="407" y="232180"/>
                    <a:pt x="1630" y="232945"/>
                  </a:cubicBezTo>
                  <a:cubicBezTo>
                    <a:pt x="14627" y="241508"/>
                    <a:pt x="28542" y="255117"/>
                    <a:pt x="31906" y="280041"/>
                  </a:cubicBezTo>
                  <a:cubicBezTo>
                    <a:pt x="32365" y="283405"/>
                    <a:pt x="32365" y="283711"/>
                    <a:pt x="32365" y="285546"/>
                  </a:cubicBezTo>
                  <a:lnTo>
                    <a:pt x="32365" y="402980"/>
                  </a:lnTo>
                  <a:cubicBezTo>
                    <a:pt x="32365" y="415366"/>
                    <a:pt x="40010" y="441054"/>
                    <a:pt x="69522" y="456651"/>
                  </a:cubicBezTo>
                  <a:cubicBezTo>
                    <a:pt x="73038" y="458639"/>
                    <a:pt x="73344" y="458639"/>
                    <a:pt x="75791" y="458639"/>
                  </a:cubicBezTo>
                  <a:cubicBezTo>
                    <a:pt x="79155" y="458639"/>
                    <a:pt x="79308" y="458486"/>
                    <a:pt x="79308" y="455122"/>
                  </a:cubicBezTo>
                  <a:cubicBezTo>
                    <a:pt x="79308" y="452370"/>
                    <a:pt x="79155" y="452217"/>
                    <a:pt x="78543" y="451911"/>
                  </a:cubicBezTo>
                  <a:cubicBezTo>
                    <a:pt x="71968" y="447782"/>
                    <a:pt x="51937" y="435703"/>
                    <a:pt x="47808" y="409096"/>
                  </a:cubicBezTo>
                  <a:cubicBezTo>
                    <a:pt x="47197" y="405121"/>
                    <a:pt x="47197" y="404815"/>
                    <a:pt x="47197" y="402827"/>
                  </a:cubicBezTo>
                  <a:lnTo>
                    <a:pt x="47197" y="285546"/>
                  </a:lnTo>
                  <a:close/>
                </a:path>
              </a:pathLst>
            </a:custGeom>
            <a:solidFill>
              <a:srgbClr val="000000"/>
            </a:solidFill>
            <a:ln w="25400" cap="flat">
              <a:noFill/>
              <a:prstDash val="solid"/>
              <a:miter/>
            </a:ln>
          </p:spPr>
          <p:txBody>
            <a:bodyPr/>
            <a:lstStyle/>
            <a:p>
              <a:endParaRPr lang="en-US"/>
            </a:p>
          </p:txBody>
        </p:sp>
        <p:sp>
          <p:nvSpPr>
            <p:cNvPr id="32" name="Freeform: Shape 31">
              <a:extLst>
                <a:ext uri="{FF2B5EF4-FFF2-40B4-BE49-F238E27FC236}">
                  <a16:creationId xmlns:a16="http://schemas.microsoft.com/office/drawing/2014/main" id="{C05FAFF3-7515-A0B3-55DE-51646625E676}"/>
                </a:ext>
              </a:extLst>
            </p:cNvPr>
            <p:cNvSpPr/>
            <p:nvPr>
              <p:custDataLst>
                <p:tags r:id="rId54"/>
              </p:custDataLst>
            </p:nvPr>
          </p:nvSpPr>
          <p:spPr>
            <a:xfrm>
              <a:off x="5105460" y="3677289"/>
              <a:ext cx="50460" cy="101837"/>
            </a:xfrm>
            <a:custGeom>
              <a:avLst/>
              <a:gdLst>
                <a:gd name="csX0" fmla="*/ 31608 w 50460"/>
                <a:gd name="csY0" fmla="*/ 4050 h 101837"/>
                <a:gd name="csX1" fmla="*/ 28091 w 50460"/>
                <a:gd name="csY1" fmla="*/ 74 h 101837"/>
                <a:gd name="csX2" fmla="*/ 262 w 50460"/>
                <a:gd name="csY2" fmla="*/ 9861 h 101837"/>
                <a:gd name="csX3" fmla="*/ 262 w 50460"/>
                <a:gd name="csY3" fmla="*/ 14601 h 101837"/>
                <a:gd name="csX4" fmla="*/ 20293 w 50460"/>
                <a:gd name="csY4" fmla="*/ 10625 h 101837"/>
                <a:gd name="csX5" fmla="*/ 20293 w 50460"/>
                <a:gd name="csY5" fmla="*/ 89832 h 101837"/>
                <a:gd name="csX6" fmla="*/ 6072 w 50460"/>
                <a:gd name="csY6" fmla="*/ 97172 h 101837"/>
                <a:gd name="csX7" fmla="*/ 1179 w 50460"/>
                <a:gd name="csY7" fmla="*/ 97172 h 101837"/>
                <a:gd name="csX8" fmla="*/ 1179 w 50460"/>
                <a:gd name="csY8" fmla="*/ 101912 h 101837"/>
                <a:gd name="csX9" fmla="*/ 25950 w 50460"/>
                <a:gd name="csY9" fmla="*/ 101453 h 101837"/>
                <a:gd name="csX10" fmla="*/ 50722 w 50460"/>
                <a:gd name="csY10" fmla="*/ 101912 h 101837"/>
                <a:gd name="csX11" fmla="*/ 50722 w 50460"/>
                <a:gd name="csY11" fmla="*/ 97172 h 101837"/>
                <a:gd name="csX12" fmla="*/ 45829 w 50460"/>
                <a:gd name="csY12" fmla="*/ 97172 h 101837"/>
                <a:gd name="csX13" fmla="*/ 31608 w 50460"/>
                <a:gd name="csY13" fmla="*/ 89832 h 101837"/>
                <a:gd name="csX14" fmla="*/ 31608 w 50460"/>
                <a:gd name="csY14" fmla="*/ 4050 h 101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460" h="101837">
                  <a:moveTo>
                    <a:pt x="31608" y="4050"/>
                  </a:moveTo>
                  <a:cubicBezTo>
                    <a:pt x="31608" y="380"/>
                    <a:pt x="31608" y="74"/>
                    <a:pt x="28091" y="74"/>
                  </a:cubicBezTo>
                  <a:cubicBezTo>
                    <a:pt x="18611" y="9861"/>
                    <a:pt x="5155" y="9861"/>
                    <a:pt x="262" y="9861"/>
                  </a:cubicBezTo>
                  <a:lnTo>
                    <a:pt x="262" y="14601"/>
                  </a:lnTo>
                  <a:cubicBezTo>
                    <a:pt x="3320" y="14601"/>
                    <a:pt x="12341" y="14601"/>
                    <a:pt x="20293" y="10625"/>
                  </a:cubicBezTo>
                  <a:lnTo>
                    <a:pt x="20293" y="89832"/>
                  </a:lnTo>
                  <a:cubicBezTo>
                    <a:pt x="20293" y="95337"/>
                    <a:pt x="19834" y="97172"/>
                    <a:pt x="6072" y="97172"/>
                  </a:cubicBezTo>
                  <a:lnTo>
                    <a:pt x="1179" y="97172"/>
                  </a:lnTo>
                  <a:lnTo>
                    <a:pt x="1179" y="101912"/>
                  </a:lnTo>
                  <a:cubicBezTo>
                    <a:pt x="6531" y="101453"/>
                    <a:pt x="19834" y="101453"/>
                    <a:pt x="25950" y="101453"/>
                  </a:cubicBezTo>
                  <a:cubicBezTo>
                    <a:pt x="32067" y="101453"/>
                    <a:pt x="45370" y="101453"/>
                    <a:pt x="50722" y="101912"/>
                  </a:cubicBezTo>
                  <a:lnTo>
                    <a:pt x="50722" y="97172"/>
                  </a:lnTo>
                  <a:lnTo>
                    <a:pt x="45829" y="97172"/>
                  </a:lnTo>
                  <a:cubicBezTo>
                    <a:pt x="32067" y="97172"/>
                    <a:pt x="31608" y="95490"/>
                    <a:pt x="31608" y="89832"/>
                  </a:cubicBezTo>
                  <a:lnTo>
                    <a:pt x="31608" y="4050"/>
                  </a:lnTo>
                  <a:close/>
                </a:path>
              </a:pathLst>
            </a:custGeom>
            <a:solidFill>
              <a:srgbClr val="000000"/>
            </a:solidFill>
            <a:ln w="25400" cap="flat">
              <a:noFill/>
              <a:prstDash val="solid"/>
              <a:miter/>
            </a:ln>
          </p:spPr>
          <p:txBody>
            <a:bodyPr/>
            <a:lstStyle/>
            <a:p>
              <a:endParaRPr lang="en-US"/>
            </a:p>
          </p:txBody>
        </p:sp>
        <p:sp>
          <p:nvSpPr>
            <p:cNvPr id="33" name="Freeform: Shape 32">
              <a:extLst>
                <a:ext uri="{FF2B5EF4-FFF2-40B4-BE49-F238E27FC236}">
                  <a16:creationId xmlns:a16="http://schemas.microsoft.com/office/drawing/2014/main" id="{AE8116F3-4AEF-BA56-E372-65EF795C8656}"/>
                </a:ext>
              </a:extLst>
            </p:cNvPr>
            <p:cNvSpPr/>
            <p:nvPr>
              <p:custDataLst>
                <p:tags r:id="rId55"/>
              </p:custDataLst>
            </p:nvPr>
          </p:nvSpPr>
          <p:spPr>
            <a:xfrm>
              <a:off x="5326261" y="3676830"/>
              <a:ext cx="32722" cy="102296"/>
            </a:xfrm>
            <a:custGeom>
              <a:avLst/>
              <a:gdLst>
                <a:gd name="csX0" fmla="*/ 22296 w 32722"/>
                <a:gd name="csY0" fmla="*/ 34785 h 102296"/>
                <a:gd name="csX1" fmla="*/ 888 w 32722"/>
                <a:gd name="csY1" fmla="*/ 36467 h 102296"/>
                <a:gd name="csX2" fmla="*/ 888 w 32722"/>
                <a:gd name="csY2" fmla="*/ 41207 h 102296"/>
                <a:gd name="csX3" fmla="*/ 12203 w 32722"/>
                <a:gd name="csY3" fmla="*/ 49617 h 102296"/>
                <a:gd name="csX4" fmla="*/ 12203 w 32722"/>
                <a:gd name="csY4" fmla="*/ 90750 h 102296"/>
                <a:gd name="csX5" fmla="*/ 277 w 32722"/>
                <a:gd name="csY5" fmla="*/ 97631 h 102296"/>
                <a:gd name="csX6" fmla="*/ 277 w 32722"/>
                <a:gd name="csY6" fmla="*/ 102371 h 102296"/>
                <a:gd name="csX7" fmla="*/ 17097 w 32722"/>
                <a:gd name="csY7" fmla="*/ 101912 h 102296"/>
                <a:gd name="csX8" fmla="*/ 32999 w 32722"/>
                <a:gd name="csY8" fmla="*/ 102371 h 102296"/>
                <a:gd name="csX9" fmla="*/ 32999 w 32722"/>
                <a:gd name="csY9" fmla="*/ 97631 h 102296"/>
                <a:gd name="csX10" fmla="*/ 22296 w 32722"/>
                <a:gd name="csY10" fmla="*/ 90903 h 102296"/>
                <a:gd name="csX11" fmla="*/ 22296 w 32722"/>
                <a:gd name="csY11" fmla="*/ 34785 h 102296"/>
                <a:gd name="csX12" fmla="*/ 22907 w 32722"/>
                <a:gd name="csY12" fmla="*/ 8179 h 102296"/>
                <a:gd name="csX13" fmla="*/ 14803 w 32722"/>
                <a:gd name="csY13" fmla="*/ 74 h 102296"/>
                <a:gd name="csX14" fmla="*/ 6699 w 32722"/>
                <a:gd name="csY14" fmla="*/ 8179 h 102296"/>
                <a:gd name="csX15" fmla="*/ 14803 w 32722"/>
                <a:gd name="csY15" fmla="*/ 16283 h 102296"/>
                <a:gd name="csX16" fmla="*/ 22907 w 32722"/>
                <a:gd name="csY16" fmla="*/ 8179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22" h="102296">
                  <a:moveTo>
                    <a:pt x="22296" y="34785"/>
                  </a:moveTo>
                  <a:lnTo>
                    <a:pt x="888" y="36467"/>
                  </a:lnTo>
                  <a:lnTo>
                    <a:pt x="888" y="41207"/>
                  </a:lnTo>
                  <a:cubicBezTo>
                    <a:pt x="10827" y="41207"/>
                    <a:pt x="12203" y="42124"/>
                    <a:pt x="12203" y="49617"/>
                  </a:cubicBezTo>
                  <a:lnTo>
                    <a:pt x="12203" y="90750"/>
                  </a:lnTo>
                  <a:cubicBezTo>
                    <a:pt x="12203" y="97631"/>
                    <a:pt x="10521" y="97631"/>
                    <a:pt x="277" y="97631"/>
                  </a:cubicBezTo>
                  <a:lnTo>
                    <a:pt x="277" y="102371"/>
                  </a:lnTo>
                  <a:cubicBezTo>
                    <a:pt x="5170" y="102218"/>
                    <a:pt x="13427" y="101912"/>
                    <a:pt x="17097" y="101912"/>
                  </a:cubicBezTo>
                  <a:cubicBezTo>
                    <a:pt x="22448" y="101912"/>
                    <a:pt x="27800" y="102218"/>
                    <a:pt x="32999" y="102371"/>
                  </a:cubicBezTo>
                  <a:lnTo>
                    <a:pt x="32999" y="97631"/>
                  </a:lnTo>
                  <a:cubicBezTo>
                    <a:pt x="22907" y="97631"/>
                    <a:pt x="22296" y="96866"/>
                    <a:pt x="22296" y="90903"/>
                  </a:cubicBezTo>
                  <a:lnTo>
                    <a:pt x="22296" y="34785"/>
                  </a:lnTo>
                  <a:close/>
                  <a:moveTo>
                    <a:pt x="22907" y="8179"/>
                  </a:moveTo>
                  <a:cubicBezTo>
                    <a:pt x="22907" y="3285"/>
                    <a:pt x="19084" y="74"/>
                    <a:pt x="14803" y="74"/>
                  </a:cubicBezTo>
                  <a:cubicBezTo>
                    <a:pt x="10063" y="74"/>
                    <a:pt x="6699" y="4203"/>
                    <a:pt x="6699" y="8179"/>
                  </a:cubicBezTo>
                  <a:cubicBezTo>
                    <a:pt x="6699" y="12307"/>
                    <a:pt x="10063" y="16283"/>
                    <a:pt x="14803" y="16283"/>
                  </a:cubicBezTo>
                  <a:cubicBezTo>
                    <a:pt x="19084" y="16283"/>
                    <a:pt x="22907" y="13072"/>
                    <a:pt x="22907" y="8179"/>
                  </a:cubicBezTo>
                  <a:close/>
                </a:path>
              </a:pathLst>
            </a:custGeom>
            <a:solidFill>
              <a:srgbClr val="000000"/>
            </a:solidFill>
            <a:ln w="25400" cap="flat">
              <a:noFill/>
              <a:prstDash val="solid"/>
              <a:miter/>
            </a:ln>
          </p:spPr>
          <p:txBody>
            <a:bodyPr/>
            <a:lstStyle/>
            <a:p>
              <a:endParaRPr lang="en-US"/>
            </a:p>
          </p:txBody>
        </p:sp>
        <p:sp>
          <p:nvSpPr>
            <p:cNvPr id="34" name="Freeform: Shape 33">
              <a:extLst>
                <a:ext uri="{FF2B5EF4-FFF2-40B4-BE49-F238E27FC236}">
                  <a16:creationId xmlns:a16="http://schemas.microsoft.com/office/drawing/2014/main" id="{8AD3440A-7057-FB2C-2D8D-5591F89F693F}"/>
                </a:ext>
              </a:extLst>
            </p:cNvPr>
            <p:cNvSpPr/>
            <p:nvPr>
              <p:custDataLst>
                <p:tags r:id="rId56"/>
              </p:custDataLst>
            </p:nvPr>
          </p:nvSpPr>
          <p:spPr>
            <a:xfrm>
              <a:off x="5368736" y="3671326"/>
              <a:ext cx="49542" cy="107801"/>
            </a:xfrm>
            <a:custGeom>
              <a:avLst/>
              <a:gdLst>
                <a:gd name="csX0" fmla="*/ 21992 w 49542"/>
                <a:gd name="csY0" fmla="*/ 41972 h 107801"/>
                <a:gd name="csX1" fmla="*/ 21992 w 49542"/>
                <a:gd name="csY1" fmla="*/ 24234 h 107801"/>
                <a:gd name="csX2" fmla="*/ 36060 w 49542"/>
                <a:gd name="csY2" fmla="*/ 3438 h 107801"/>
                <a:gd name="csX3" fmla="*/ 41106 w 49542"/>
                <a:gd name="csY3" fmla="*/ 4509 h 107801"/>
                <a:gd name="csX4" fmla="*/ 36519 w 49542"/>
                <a:gd name="csY4" fmla="*/ 10931 h 107801"/>
                <a:gd name="csX5" fmla="*/ 43094 w 49542"/>
                <a:gd name="csY5" fmla="*/ 17506 h 107801"/>
                <a:gd name="csX6" fmla="*/ 49822 w 49542"/>
                <a:gd name="csY6" fmla="*/ 10778 h 107801"/>
                <a:gd name="csX7" fmla="*/ 36060 w 49542"/>
                <a:gd name="csY7" fmla="*/ 74 h 107801"/>
                <a:gd name="csX8" fmla="*/ 12359 w 49542"/>
                <a:gd name="csY8" fmla="*/ 24387 h 107801"/>
                <a:gd name="csX9" fmla="*/ 12359 w 49542"/>
                <a:gd name="csY9" fmla="*/ 41972 h 107801"/>
                <a:gd name="csX10" fmla="*/ 279 w 49542"/>
                <a:gd name="csY10" fmla="*/ 41972 h 107801"/>
                <a:gd name="csX11" fmla="*/ 279 w 49542"/>
                <a:gd name="csY11" fmla="*/ 46712 h 107801"/>
                <a:gd name="csX12" fmla="*/ 12359 w 49542"/>
                <a:gd name="csY12" fmla="*/ 46712 h 107801"/>
                <a:gd name="csX13" fmla="*/ 12359 w 49542"/>
                <a:gd name="csY13" fmla="*/ 96254 h 107801"/>
                <a:gd name="csX14" fmla="*/ 432 w 49542"/>
                <a:gd name="csY14" fmla="*/ 103135 h 107801"/>
                <a:gd name="csX15" fmla="*/ 432 w 49542"/>
                <a:gd name="csY15" fmla="*/ 107875 h 107801"/>
                <a:gd name="csX16" fmla="*/ 17864 w 49542"/>
                <a:gd name="csY16" fmla="*/ 107417 h 107801"/>
                <a:gd name="csX17" fmla="*/ 37283 w 49542"/>
                <a:gd name="csY17" fmla="*/ 107875 h 107801"/>
                <a:gd name="csX18" fmla="*/ 37283 w 49542"/>
                <a:gd name="csY18" fmla="*/ 103135 h 107801"/>
                <a:gd name="csX19" fmla="*/ 34072 w 49542"/>
                <a:gd name="csY19" fmla="*/ 103135 h 107801"/>
                <a:gd name="csX20" fmla="*/ 22451 w 49542"/>
                <a:gd name="csY20" fmla="*/ 95949 h 107801"/>
                <a:gd name="csX21" fmla="*/ 22451 w 49542"/>
                <a:gd name="csY21" fmla="*/ 46712 h 107801"/>
                <a:gd name="csX22" fmla="*/ 39883 w 49542"/>
                <a:gd name="csY22" fmla="*/ 46712 h 107801"/>
                <a:gd name="csX23" fmla="*/ 39883 w 49542"/>
                <a:gd name="csY23" fmla="*/ 41972 h 107801"/>
                <a:gd name="csX24" fmla="*/ 21992 w 49542"/>
                <a:gd name="csY24" fmla="*/ 41972 h 1078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49542" h="107801">
                  <a:moveTo>
                    <a:pt x="21992" y="41972"/>
                  </a:moveTo>
                  <a:lnTo>
                    <a:pt x="21992" y="24234"/>
                  </a:lnTo>
                  <a:cubicBezTo>
                    <a:pt x="21992" y="10778"/>
                    <a:pt x="29332" y="3438"/>
                    <a:pt x="36060" y="3438"/>
                  </a:cubicBezTo>
                  <a:cubicBezTo>
                    <a:pt x="36519" y="3438"/>
                    <a:pt x="38812" y="3438"/>
                    <a:pt x="41106" y="4509"/>
                  </a:cubicBezTo>
                  <a:cubicBezTo>
                    <a:pt x="39271" y="5120"/>
                    <a:pt x="36519" y="7108"/>
                    <a:pt x="36519" y="10931"/>
                  </a:cubicBezTo>
                  <a:cubicBezTo>
                    <a:pt x="36519" y="14448"/>
                    <a:pt x="38965" y="17506"/>
                    <a:pt x="43094" y="17506"/>
                  </a:cubicBezTo>
                  <a:cubicBezTo>
                    <a:pt x="47528" y="17506"/>
                    <a:pt x="49822" y="14448"/>
                    <a:pt x="49822" y="10778"/>
                  </a:cubicBezTo>
                  <a:cubicBezTo>
                    <a:pt x="49822" y="5120"/>
                    <a:pt x="44164" y="74"/>
                    <a:pt x="36060" y="74"/>
                  </a:cubicBezTo>
                  <a:cubicBezTo>
                    <a:pt x="25356" y="74"/>
                    <a:pt x="12359" y="8179"/>
                    <a:pt x="12359" y="24387"/>
                  </a:cubicBezTo>
                  <a:lnTo>
                    <a:pt x="12359" y="41972"/>
                  </a:lnTo>
                  <a:lnTo>
                    <a:pt x="279" y="41972"/>
                  </a:lnTo>
                  <a:lnTo>
                    <a:pt x="279" y="46712"/>
                  </a:lnTo>
                  <a:lnTo>
                    <a:pt x="12359" y="46712"/>
                  </a:lnTo>
                  <a:lnTo>
                    <a:pt x="12359" y="96254"/>
                  </a:lnTo>
                  <a:cubicBezTo>
                    <a:pt x="12359" y="103135"/>
                    <a:pt x="10677" y="103135"/>
                    <a:pt x="432" y="103135"/>
                  </a:cubicBezTo>
                  <a:lnTo>
                    <a:pt x="432" y="107875"/>
                  </a:lnTo>
                  <a:cubicBezTo>
                    <a:pt x="6396" y="107723"/>
                    <a:pt x="13582" y="107417"/>
                    <a:pt x="17864" y="107417"/>
                  </a:cubicBezTo>
                  <a:cubicBezTo>
                    <a:pt x="23980" y="107417"/>
                    <a:pt x="31167" y="107417"/>
                    <a:pt x="37283" y="107875"/>
                  </a:cubicBezTo>
                  <a:lnTo>
                    <a:pt x="37283" y="103135"/>
                  </a:lnTo>
                  <a:lnTo>
                    <a:pt x="34072" y="103135"/>
                  </a:lnTo>
                  <a:cubicBezTo>
                    <a:pt x="22757" y="103135"/>
                    <a:pt x="22451" y="101453"/>
                    <a:pt x="22451" y="95949"/>
                  </a:cubicBezTo>
                  <a:lnTo>
                    <a:pt x="22451" y="46712"/>
                  </a:lnTo>
                  <a:lnTo>
                    <a:pt x="39883" y="46712"/>
                  </a:lnTo>
                  <a:lnTo>
                    <a:pt x="39883" y="41972"/>
                  </a:lnTo>
                  <a:lnTo>
                    <a:pt x="21992" y="41972"/>
                  </a:lnTo>
                  <a:close/>
                </a:path>
              </a:pathLst>
            </a:custGeom>
            <a:solidFill>
              <a:srgbClr val="000000"/>
            </a:solidFill>
            <a:ln w="25400" cap="flat">
              <a:noFill/>
              <a:prstDash val="solid"/>
              <a:miter/>
            </a:ln>
          </p:spPr>
          <p:txBody>
            <a:bodyPr/>
            <a:lstStyle/>
            <a:p>
              <a:endParaRPr lang="en-US"/>
            </a:p>
          </p:txBody>
        </p:sp>
        <p:sp>
          <p:nvSpPr>
            <p:cNvPr id="35" name="Freeform: Shape 34">
              <a:extLst>
                <a:ext uri="{FF2B5EF4-FFF2-40B4-BE49-F238E27FC236}">
                  <a16:creationId xmlns:a16="http://schemas.microsoft.com/office/drawing/2014/main" id="{EA66691B-3CD1-F252-5BEC-2A121AEEC200}"/>
                </a:ext>
              </a:extLst>
            </p:cNvPr>
            <p:cNvSpPr/>
            <p:nvPr>
              <p:custDataLst>
                <p:tags r:id="rId57"/>
              </p:custDataLst>
            </p:nvPr>
          </p:nvSpPr>
          <p:spPr>
            <a:xfrm>
              <a:off x="5465817" y="3711541"/>
              <a:ext cx="70491" cy="98932"/>
            </a:xfrm>
            <a:custGeom>
              <a:avLst/>
              <a:gdLst>
                <a:gd name="csX0" fmla="*/ 70165 w 70491"/>
                <a:gd name="csY0" fmla="*/ 9402 h 98932"/>
                <a:gd name="csX1" fmla="*/ 70777 w 70491"/>
                <a:gd name="csY1" fmla="*/ 5885 h 98932"/>
                <a:gd name="csX2" fmla="*/ 66343 w 70491"/>
                <a:gd name="csY2" fmla="*/ 1756 h 98932"/>
                <a:gd name="csX3" fmla="*/ 60991 w 70491"/>
                <a:gd name="csY3" fmla="*/ 4968 h 98932"/>
                <a:gd name="csX4" fmla="*/ 58850 w 70491"/>
                <a:gd name="csY4" fmla="*/ 13225 h 98932"/>
                <a:gd name="csX5" fmla="*/ 55792 w 70491"/>
                <a:gd name="csY5" fmla="*/ 25457 h 98932"/>
                <a:gd name="csX6" fmla="*/ 48911 w 70491"/>
                <a:gd name="csY6" fmla="*/ 52981 h 98932"/>
                <a:gd name="csX7" fmla="*/ 31632 w 70491"/>
                <a:gd name="csY7" fmla="*/ 65978 h 98932"/>
                <a:gd name="csX8" fmla="*/ 22152 w 70491"/>
                <a:gd name="csY8" fmla="*/ 53593 h 98932"/>
                <a:gd name="csX9" fmla="*/ 29950 w 70491"/>
                <a:gd name="csY9" fmla="*/ 23622 h 98932"/>
                <a:gd name="csX10" fmla="*/ 33008 w 70491"/>
                <a:gd name="csY10" fmla="*/ 12613 h 98932"/>
                <a:gd name="csX11" fmla="*/ 20470 w 70491"/>
                <a:gd name="csY11" fmla="*/ 74 h 98932"/>
                <a:gd name="csX12" fmla="*/ 286 w 70491"/>
                <a:gd name="csY12" fmla="*/ 23622 h 98932"/>
                <a:gd name="csX13" fmla="*/ 2121 w 70491"/>
                <a:gd name="csY13" fmla="*/ 25152 h 98932"/>
                <a:gd name="csX14" fmla="*/ 4567 w 70491"/>
                <a:gd name="csY14" fmla="*/ 22399 h 98932"/>
                <a:gd name="csX15" fmla="*/ 20011 w 70491"/>
                <a:gd name="csY15" fmla="*/ 3438 h 98932"/>
                <a:gd name="csX16" fmla="*/ 23834 w 70491"/>
                <a:gd name="csY16" fmla="*/ 8332 h 98932"/>
                <a:gd name="csX17" fmla="*/ 21234 w 70491"/>
                <a:gd name="csY17" fmla="*/ 19035 h 98932"/>
                <a:gd name="csX18" fmla="*/ 12366 w 70491"/>
                <a:gd name="csY18" fmla="*/ 51146 h 98932"/>
                <a:gd name="csX19" fmla="*/ 31020 w 70491"/>
                <a:gd name="csY19" fmla="*/ 69342 h 98932"/>
                <a:gd name="csX20" fmla="*/ 46464 w 70491"/>
                <a:gd name="csY20" fmla="*/ 62461 h 98932"/>
                <a:gd name="csX21" fmla="*/ 36525 w 70491"/>
                <a:gd name="csY21" fmla="*/ 86009 h 98932"/>
                <a:gd name="csX22" fmla="*/ 19705 w 70491"/>
                <a:gd name="csY22" fmla="*/ 95643 h 98932"/>
                <a:gd name="csX23" fmla="*/ 8084 w 70491"/>
                <a:gd name="csY23" fmla="*/ 89221 h 98932"/>
                <a:gd name="csX24" fmla="*/ 14659 w 70491"/>
                <a:gd name="csY24" fmla="*/ 87386 h 98932"/>
                <a:gd name="csX25" fmla="*/ 17717 w 70491"/>
                <a:gd name="csY25" fmla="*/ 81116 h 98932"/>
                <a:gd name="csX26" fmla="*/ 12060 w 70491"/>
                <a:gd name="csY26" fmla="*/ 75764 h 98932"/>
                <a:gd name="csX27" fmla="*/ 3497 w 70491"/>
                <a:gd name="csY27" fmla="*/ 85704 h 98932"/>
                <a:gd name="csX28" fmla="*/ 19705 w 70491"/>
                <a:gd name="csY28" fmla="*/ 99007 h 98932"/>
                <a:gd name="csX29" fmla="*/ 55486 w 70491"/>
                <a:gd name="csY29" fmla="*/ 67813 h 98932"/>
                <a:gd name="csX30" fmla="*/ 70165 w 70491"/>
                <a:gd name="csY30" fmla="*/ 9402 h 98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70491" h="98932">
                  <a:moveTo>
                    <a:pt x="70165" y="9402"/>
                  </a:moveTo>
                  <a:cubicBezTo>
                    <a:pt x="70777" y="7261"/>
                    <a:pt x="70777" y="6955"/>
                    <a:pt x="70777" y="5885"/>
                  </a:cubicBezTo>
                  <a:cubicBezTo>
                    <a:pt x="70777" y="3133"/>
                    <a:pt x="68636" y="1756"/>
                    <a:pt x="66343" y="1756"/>
                  </a:cubicBezTo>
                  <a:cubicBezTo>
                    <a:pt x="64813" y="1756"/>
                    <a:pt x="62367" y="2674"/>
                    <a:pt x="60991" y="4968"/>
                  </a:cubicBezTo>
                  <a:cubicBezTo>
                    <a:pt x="60685" y="5732"/>
                    <a:pt x="59462" y="10472"/>
                    <a:pt x="58850" y="13225"/>
                  </a:cubicBezTo>
                  <a:cubicBezTo>
                    <a:pt x="57780" y="17200"/>
                    <a:pt x="56709" y="21329"/>
                    <a:pt x="55792" y="25457"/>
                  </a:cubicBezTo>
                  <a:lnTo>
                    <a:pt x="48911" y="52981"/>
                  </a:lnTo>
                  <a:cubicBezTo>
                    <a:pt x="48299" y="55275"/>
                    <a:pt x="41724" y="65978"/>
                    <a:pt x="31632" y="65978"/>
                  </a:cubicBezTo>
                  <a:cubicBezTo>
                    <a:pt x="23834" y="65978"/>
                    <a:pt x="22152" y="59250"/>
                    <a:pt x="22152" y="53593"/>
                  </a:cubicBezTo>
                  <a:cubicBezTo>
                    <a:pt x="22152" y="46559"/>
                    <a:pt x="24751" y="37078"/>
                    <a:pt x="29950" y="23622"/>
                  </a:cubicBezTo>
                  <a:cubicBezTo>
                    <a:pt x="32397" y="17353"/>
                    <a:pt x="33008" y="15671"/>
                    <a:pt x="33008" y="12613"/>
                  </a:cubicBezTo>
                  <a:cubicBezTo>
                    <a:pt x="33008" y="5732"/>
                    <a:pt x="28115" y="74"/>
                    <a:pt x="20470" y="74"/>
                  </a:cubicBezTo>
                  <a:cubicBezTo>
                    <a:pt x="5943" y="74"/>
                    <a:pt x="286" y="22246"/>
                    <a:pt x="286" y="23622"/>
                  </a:cubicBezTo>
                  <a:cubicBezTo>
                    <a:pt x="286" y="25152"/>
                    <a:pt x="1815" y="25152"/>
                    <a:pt x="2121" y="25152"/>
                  </a:cubicBezTo>
                  <a:cubicBezTo>
                    <a:pt x="3650" y="25152"/>
                    <a:pt x="3803" y="24846"/>
                    <a:pt x="4567" y="22399"/>
                  </a:cubicBezTo>
                  <a:cubicBezTo>
                    <a:pt x="8696" y="8026"/>
                    <a:pt x="14812" y="3438"/>
                    <a:pt x="20011" y="3438"/>
                  </a:cubicBezTo>
                  <a:cubicBezTo>
                    <a:pt x="21234" y="3438"/>
                    <a:pt x="23834" y="3438"/>
                    <a:pt x="23834" y="8332"/>
                  </a:cubicBezTo>
                  <a:cubicBezTo>
                    <a:pt x="23834" y="12154"/>
                    <a:pt x="22305" y="16130"/>
                    <a:pt x="21234" y="19035"/>
                  </a:cubicBezTo>
                  <a:cubicBezTo>
                    <a:pt x="15118" y="35244"/>
                    <a:pt x="12366" y="43959"/>
                    <a:pt x="12366" y="51146"/>
                  </a:cubicBezTo>
                  <a:cubicBezTo>
                    <a:pt x="12366" y="64755"/>
                    <a:pt x="21999" y="69342"/>
                    <a:pt x="31020" y="69342"/>
                  </a:cubicBezTo>
                  <a:cubicBezTo>
                    <a:pt x="36984" y="69342"/>
                    <a:pt x="42183" y="66743"/>
                    <a:pt x="46464" y="62461"/>
                  </a:cubicBezTo>
                  <a:cubicBezTo>
                    <a:pt x="44476" y="70413"/>
                    <a:pt x="42642" y="77905"/>
                    <a:pt x="36525" y="86009"/>
                  </a:cubicBezTo>
                  <a:cubicBezTo>
                    <a:pt x="32550" y="91208"/>
                    <a:pt x="26739" y="95643"/>
                    <a:pt x="19705" y="95643"/>
                  </a:cubicBezTo>
                  <a:cubicBezTo>
                    <a:pt x="17564" y="95643"/>
                    <a:pt x="10684" y="95184"/>
                    <a:pt x="8084" y="89221"/>
                  </a:cubicBezTo>
                  <a:cubicBezTo>
                    <a:pt x="10531" y="89221"/>
                    <a:pt x="12518" y="89221"/>
                    <a:pt x="14659" y="87386"/>
                  </a:cubicBezTo>
                  <a:cubicBezTo>
                    <a:pt x="16188" y="86009"/>
                    <a:pt x="17717" y="84022"/>
                    <a:pt x="17717" y="81116"/>
                  </a:cubicBezTo>
                  <a:cubicBezTo>
                    <a:pt x="17717" y="76376"/>
                    <a:pt x="13589" y="75764"/>
                    <a:pt x="12060" y="75764"/>
                  </a:cubicBezTo>
                  <a:cubicBezTo>
                    <a:pt x="8543" y="75764"/>
                    <a:pt x="3497" y="78211"/>
                    <a:pt x="3497" y="85704"/>
                  </a:cubicBezTo>
                  <a:cubicBezTo>
                    <a:pt x="3497" y="93349"/>
                    <a:pt x="10225" y="99007"/>
                    <a:pt x="19705" y="99007"/>
                  </a:cubicBezTo>
                  <a:cubicBezTo>
                    <a:pt x="35455" y="99007"/>
                    <a:pt x="51204" y="85092"/>
                    <a:pt x="55486" y="67813"/>
                  </a:cubicBezTo>
                  <a:lnTo>
                    <a:pt x="70165" y="9402"/>
                  </a:lnTo>
                  <a:close/>
                </a:path>
              </a:pathLst>
            </a:custGeom>
            <a:solidFill>
              <a:srgbClr val="000000"/>
            </a:solidFill>
            <a:ln w="25400" cap="flat">
              <a:noFill/>
              <a:prstDash val="solid"/>
              <a:miter/>
            </a:ln>
          </p:spPr>
          <p:txBody>
            <a:bodyPr/>
            <a:lstStyle/>
            <a:p>
              <a:endParaRPr lang="en-US"/>
            </a:p>
          </p:txBody>
        </p:sp>
        <p:sp>
          <p:nvSpPr>
            <p:cNvPr id="37" name="Freeform: Shape 36">
              <a:extLst>
                <a:ext uri="{FF2B5EF4-FFF2-40B4-BE49-F238E27FC236}">
                  <a16:creationId xmlns:a16="http://schemas.microsoft.com/office/drawing/2014/main" id="{49D1F4E6-7506-2BE2-EF13-90C205BAE3D7}"/>
                </a:ext>
              </a:extLst>
            </p:cNvPr>
            <p:cNvSpPr/>
            <p:nvPr>
              <p:custDataLst>
                <p:tags r:id="rId58"/>
              </p:custDataLst>
            </p:nvPr>
          </p:nvSpPr>
          <p:spPr>
            <a:xfrm>
              <a:off x="5592874" y="3723009"/>
              <a:ext cx="101684" cy="35780"/>
            </a:xfrm>
            <a:custGeom>
              <a:avLst/>
              <a:gdLst>
                <a:gd name="csX0" fmla="*/ 96779 w 101684"/>
                <a:gd name="csY0" fmla="*/ 6191 h 35780"/>
                <a:gd name="csX1" fmla="*/ 101978 w 101684"/>
                <a:gd name="csY1" fmla="*/ 3133 h 35780"/>
                <a:gd name="csX2" fmla="*/ 96932 w 101684"/>
                <a:gd name="csY2" fmla="*/ 74 h 35780"/>
                <a:gd name="csX3" fmla="*/ 5340 w 101684"/>
                <a:gd name="csY3" fmla="*/ 74 h 35780"/>
                <a:gd name="csX4" fmla="*/ 294 w 101684"/>
                <a:gd name="csY4" fmla="*/ 3133 h 35780"/>
                <a:gd name="csX5" fmla="*/ 5493 w 101684"/>
                <a:gd name="csY5" fmla="*/ 6191 h 35780"/>
                <a:gd name="csX6" fmla="*/ 96779 w 101684"/>
                <a:gd name="csY6" fmla="*/ 6191 h 35780"/>
                <a:gd name="csX7" fmla="*/ 96932 w 101684"/>
                <a:gd name="csY7" fmla="*/ 35855 h 35780"/>
                <a:gd name="csX8" fmla="*/ 101978 w 101684"/>
                <a:gd name="csY8" fmla="*/ 32797 h 35780"/>
                <a:gd name="csX9" fmla="*/ 96779 w 101684"/>
                <a:gd name="csY9" fmla="*/ 29739 h 35780"/>
                <a:gd name="csX10" fmla="*/ 5493 w 101684"/>
                <a:gd name="csY10" fmla="*/ 29739 h 35780"/>
                <a:gd name="csX11" fmla="*/ 294 w 101684"/>
                <a:gd name="csY11" fmla="*/ 32797 h 35780"/>
                <a:gd name="csX12" fmla="*/ 5340 w 101684"/>
                <a:gd name="csY12" fmla="*/ 35855 h 35780"/>
                <a:gd name="csX13" fmla="*/ 96932 w 101684"/>
                <a:gd name="csY13" fmla="*/ 35855 h 35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01684" h="35780">
                  <a:moveTo>
                    <a:pt x="96779" y="6191"/>
                  </a:moveTo>
                  <a:cubicBezTo>
                    <a:pt x="99073" y="6191"/>
                    <a:pt x="101978" y="6191"/>
                    <a:pt x="101978" y="3133"/>
                  </a:cubicBezTo>
                  <a:cubicBezTo>
                    <a:pt x="101978" y="74"/>
                    <a:pt x="99073" y="74"/>
                    <a:pt x="96932" y="74"/>
                  </a:cubicBezTo>
                  <a:lnTo>
                    <a:pt x="5340" y="74"/>
                  </a:lnTo>
                  <a:cubicBezTo>
                    <a:pt x="3199" y="74"/>
                    <a:pt x="294" y="74"/>
                    <a:pt x="294" y="3133"/>
                  </a:cubicBezTo>
                  <a:cubicBezTo>
                    <a:pt x="294" y="6191"/>
                    <a:pt x="3199" y="6191"/>
                    <a:pt x="5493" y="6191"/>
                  </a:cubicBezTo>
                  <a:lnTo>
                    <a:pt x="96779" y="6191"/>
                  </a:lnTo>
                  <a:close/>
                  <a:moveTo>
                    <a:pt x="96932" y="35855"/>
                  </a:moveTo>
                  <a:cubicBezTo>
                    <a:pt x="99073" y="35855"/>
                    <a:pt x="101978" y="35855"/>
                    <a:pt x="101978" y="32797"/>
                  </a:cubicBezTo>
                  <a:cubicBezTo>
                    <a:pt x="101978" y="29739"/>
                    <a:pt x="99073" y="29739"/>
                    <a:pt x="96779" y="29739"/>
                  </a:cubicBezTo>
                  <a:lnTo>
                    <a:pt x="5493" y="29739"/>
                  </a:lnTo>
                  <a:cubicBezTo>
                    <a:pt x="3199" y="29739"/>
                    <a:pt x="294" y="29739"/>
                    <a:pt x="294" y="32797"/>
                  </a:cubicBezTo>
                  <a:cubicBezTo>
                    <a:pt x="294" y="35855"/>
                    <a:pt x="3199" y="35855"/>
                    <a:pt x="5340" y="35855"/>
                  </a:cubicBezTo>
                  <a:lnTo>
                    <a:pt x="96932" y="35855"/>
                  </a:lnTo>
                  <a:close/>
                </a:path>
              </a:pathLst>
            </a:custGeom>
            <a:solidFill>
              <a:srgbClr val="000000"/>
            </a:solidFill>
            <a:ln w="25400" cap="flat">
              <a:noFill/>
              <a:prstDash val="solid"/>
              <a:miter/>
            </a:ln>
          </p:spPr>
          <p:txBody>
            <a:bodyPr/>
            <a:lstStyle/>
            <a:p>
              <a:endParaRPr lang="en-US"/>
            </a:p>
          </p:txBody>
        </p:sp>
        <p:sp>
          <p:nvSpPr>
            <p:cNvPr id="38" name="Freeform: Shape 37">
              <a:extLst>
                <a:ext uri="{FF2B5EF4-FFF2-40B4-BE49-F238E27FC236}">
                  <a16:creationId xmlns:a16="http://schemas.microsoft.com/office/drawing/2014/main" id="{7E56939C-F1B8-CD89-B606-4C7053017D2E}"/>
                </a:ext>
              </a:extLst>
            </p:cNvPr>
            <p:cNvSpPr/>
            <p:nvPr>
              <p:custDataLst>
                <p:tags r:id="rId59"/>
              </p:custDataLst>
            </p:nvPr>
          </p:nvSpPr>
          <p:spPr>
            <a:xfrm>
              <a:off x="5750760" y="3676830"/>
              <a:ext cx="32722" cy="102296"/>
            </a:xfrm>
            <a:custGeom>
              <a:avLst/>
              <a:gdLst>
                <a:gd name="csX0" fmla="*/ 22323 w 32722"/>
                <a:gd name="csY0" fmla="*/ 34785 h 102296"/>
                <a:gd name="csX1" fmla="*/ 916 w 32722"/>
                <a:gd name="csY1" fmla="*/ 36467 h 102296"/>
                <a:gd name="csX2" fmla="*/ 916 w 32722"/>
                <a:gd name="csY2" fmla="*/ 41207 h 102296"/>
                <a:gd name="csX3" fmla="*/ 12231 w 32722"/>
                <a:gd name="csY3" fmla="*/ 49617 h 102296"/>
                <a:gd name="csX4" fmla="*/ 12231 w 32722"/>
                <a:gd name="csY4" fmla="*/ 90750 h 102296"/>
                <a:gd name="csX5" fmla="*/ 304 w 32722"/>
                <a:gd name="csY5" fmla="*/ 97631 h 102296"/>
                <a:gd name="csX6" fmla="*/ 304 w 32722"/>
                <a:gd name="csY6" fmla="*/ 102371 h 102296"/>
                <a:gd name="csX7" fmla="*/ 17124 w 32722"/>
                <a:gd name="csY7" fmla="*/ 101912 h 102296"/>
                <a:gd name="csX8" fmla="*/ 33027 w 32722"/>
                <a:gd name="csY8" fmla="*/ 102371 h 102296"/>
                <a:gd name="csX9" fmla="*/ 33027 w 32722"/>
                <a:gd name="csY9" fmla="*/ 97631 h 102296"/>
                <a:gd name="csX10" fmla="*/ 22323 w 32722"/>
                <a:gd name="csY10" fmla="*/ 90903 h 102296"/>
                <a:gd name="csX11" fmla="*/ 22323 w 32722"/>
                <a:gd name="csY11" fmla="*/ 34785 h 102296"/>
                <a:gd name="csX12" fmla="*/ 22935 w 32722"/>
                <a:gd name="csY12" fmla="*/ 8179 h 102296"/>
                <a:gd name="csX13" fmla="*/ 14831 w 32722"/>
                <a:gd name="csY13" fmla="*/ 74 h 102296"/>
                <a:gd name="csX14" fmla="*/ 6726 w 32722"/>
                <a:gd name="csY14" fmla="*/ 8179 h 102296"/>
                <a:gd name="csX15" fmla="*/ 14831 w 32722"/>
                <a:gd name="csY15" fmla="*/ 16283 h 102296"/>
                <a:gd name="csX16" fmla="*/ 22935 w 32722"/>
                <a:gd name="csY16" fmla="*/ 8179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22" h="102296">
                  <a:moveTo>
                    <a:pt x="22323" y="34785"/>
                  </a:moveTo>
                  <a:lnTo>
                    <a:pt x="916" y="36467"/>
                  </a:lnTo>
                  <a:lnTo>
                    <a:pt x="916" y="41207"/>
                  </a:lnTo>
                  <a:cubicBezTo>
                    <a:pt x="10855" y="41207"/>
                    <a:pt x="12231" y="42124"/>
                    <a:pt x="12231" y="49617"/>
                  </a:cubicBezTo>
                  <a:lnTo>
                    <a:pt x="12231" y="90750"/>
                  </a:lnTo>
                  <a:cubicBezTo>
                    <a:pt x="12231" y="97631"/>
                    <a:pt x="10549" y="97631"/>
                    <a:pt x="304" y="97631"/>
                  </a:cubicBezTo>
                  <a:lnTo>
                    <a:pt x="304" y="102371"/>
                  </a:lnTo>
                  <a:cubicBezTo>
                    <a:pt x="5197" y="102218"/>
                    <a:pt x="13454" y="101912"/>
                    <a:pt x="17124" y="101912"/>
                  </a:cubicBezTo>
                  <a:cubicBezTo>
                    <a:pt x="22476" y="101912"/>
                    <a:pt x="27828" y="102218"/>
                    <a:pt x="33027" y="102371"/>
                  </a:cubicBezTo>
                  <a:lnTo>
                    <a:pt x="33027" y="97631"/>
                  </a:lnTo>
                  <a:cubicBezTo>
                    <a:pt x="22935" y="97631"/>
                    <a:pt x="22323" y="96866"/>
                    <a:pt x="22323" y="90903"/>
                  </a:cubicBezTo>
                  <a:lnTo>
                    <a:pt x="22323" y="34785"/>
                  </a:lnTo>
                  <a:close/>
                  <a:moveTo>
                    <a:pt x="22935" y="8179"/>
                  </a:moveTo>
                  <a:cubicBezTo>
                    <a:pt x="22935" y="3285"/>
                    <a:pt x="19112" y="74"/>
                    <a:pt x="14831" y="74"/>
                  </a:cubicBezTo>
                  <a:cubicBezTo>
                    <a:pt x="10090" y="74"/>
                    <a:pt x="6726" y="4203"/>
                    <a:pt x="6726" y="8179"/>
                  </a:cubicBezTo>
                  <a:cubicBezTo>
                    <a:pt x="6726" y="12307"/>
                    <a:pt x="10090" y="16283"/>
                    <a:pt x="14831" y="16283"/>
                  </a:cubicBezTo>
                  <a:cubicBezTo>
                    <a:pt x="19112" y="16283"/>
                    <a:pt x="22935" y="13072"/>
                    <a:pt x="22935" y="8179"/>
                  </a:cubicBezTo>
                  <a:close/>
                </a:path>
              </a:pathLst>
            </a:custGeom>
            <a:solidFill>
              <a:srgbClr val="000000"/>
            </a:solidFill>
            <a:ln w="25400" cap="flat">
              <a:noFill/>
              <a:prstDash val="solid"/>
              <a:miter/>
            </a:ln>
          </p:spPr>
          <p:txBody>
            <a:bodyPr/>
            <a:lstStyle/>
            <a:p>
              <a:endParaRPr lang="en-US"/>
            </a:p>
          </p:txBody>
        </p:sp>
        <p:sp>
          <p:nvSpPr>
            <p:cNvPr id="39" name="Freeform: Shape 38">
              <a:extLst>
                <a:ext uri="{FF2B5EF4-FFF2-40B4-BE49-F238E27FC236}">
                  <a16:creationId xmlns:a16="http://schemas.microsoft.com/office/drawing/2014/main" id="{8CFDEFB5-14BC-D9EC-4420-BF65EEA9FA3C}"/>
                </a:ext>
              </a:extLst>
            </p:cNvPr>
            <p:cNvSpPr/>
            <p:nvPr>
              <p:custDataLst>
                <p:tags r:id="rId60"/>
              </p:custDataLst>
            </p:nvPr>
          </p:nvSpPr>
          <p:spPr>
            <a:xfrm>
              <a:off x="5793083" y="3711541"/>
              <a:ext cx="76913" cy="67585"/>
            </a:xfrm>
            <a:custGeom>
              <a:avLst/>
              <a:gdLst>
                <a:gd name="csX0" fmla="*/ 12234 w 76913"/>
                <a:gd name="csY0" fmla="*/ 15060 h 67585"/>
                <a:gd name="csX1" fmla="*/ 12234 w 76913"/>
                <a:gd name="csY1" fmla="*/ 56039 h 67585"/>
                <a:gd name="csX2" fmla="*/ 307 w 76913"/>
                <a:gd name="csY2" fmla="*/ 62920 h 67585"/>
                <a:gd name="csX3" fmla="*/ 307 w 76913"/>
                <a:gd name="csY3" fmla="*/ 67660 h 67585"/>
                <a:gd name="csX4" fmla="*/ 17586 w 76913"/>
                <a:gd name="csY4" fmla="*/ 67202 h 67585"/>
                <a:gd name="csX5" fmla="*/ 34712 w 76913"/>
                <a:gd name="csY5" fmla="*/ 67660 h 67585"/>
                <a:gd name="csX6" fmla="*/ 34712 w 76913"/>
                <a:gd name="csY6" fmla="*/ 62920 h 67585"/>
                <a:gd name="csX7" fmla="*/ 22785 w 76913"/>
                <a:gd name="csY7" fmla="*/ 56039 h 67585"/>
                <a:gd name="csX8" fmla="*/ 22785 w 76913"/>
                <a:gd name="csY8" fmla="*/ 27904 h 67585"/>
                <a:gd name="csX9" fmla="*/ 43427 w 76913"/>
                <a:gd name="csY9" fmla="*/ 3438 h 67585"/>
                <a:gd name="csX10" fmla="*/ 54743 w 76913"/>
                <a:gd name="csY10" fmla="*/ 20411 h 67585"/>
                <a:gd name="csX11" fmla="*/ 54743 w 76913"/>
                <a:gd name="csY11" fmla="*/ 56039 h 67585"/>
                <a:gd name="csX12" fmla="*/ 42816 w 76913"/>
                <a:gd name="csY12" fmla="*/ 62920 h 67585"/>
                <a:gd name="csX13" fmla="*/ 42816 w 76913"/>
                <a:gd name="csY13" fmla="*/ 67660 h 67585"/>
                <a:gd name="csX14" fmla="*/ 60095 w 76913"/>
                <a:gd name="csY14" fmla="*/ 67202 h 67585"/>
                <a:gd name="csX15" fmla="*/ 77220 w 76913"/>
                <a:gd name="csY15" fmla="*/ 67660 h 67585"/>
                <a:gd name="csX16" fmla="*/ 77220 w 76913"/>
                <a:gd name="csY16" fmla="*/ 62920 h 67585"/>
                <a:gd name="csX17" fmla="*/ 65293 w 76913"/>
                <a:gd name="csY17" fmla="*/ 58333 h 67585"/>
                <a:gd name="csX18" fmla="*/ 65293 w 76913"/>
                <a:gd name="csY18" fmla="*/ 29127 h 67585"/>
                <a:gd name="csX19" fmla="*/ 60553 w 76913"/>
                <a:gd name="csY19" fmla="*/ 5732 h 67585"/>
                <a:gd name="csX20" fmla="*/ 44498 w 76913"/>
                <a:gd name="csY20" fmla="*/ 74 h 67585"/>
                <a:gd name="csX21" fmla="*/ 21867 w 76913"/>
                <a:gd name="csY21" fmla="*/ 16130 h 67585"/>
                <a:gd name="csX22" fmla="*/ 21867 w 76913"/>
                <a:gd name="csY22" fmla="*/ 74 h 67585"/>
                <a:gd name="csX23" fmla="*/ 307 w 76913"/>
                <a:gd name="csY23" fmla="*/ 1756 h 67585"/>
                <a:gd name="csX24" fmla="*/ 307 w 76913"/>
                <a:gd name="csY24" fmla="*/ 6497 h 67585"/>
                <a:gd name="csX25" fmla="*/ 12234 w 76913"/>
                <a:gd name="csY25" fmla="*/ 15060 h 67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6913" h="67585">
                  <a:moveTo>
                    <a:pt x="12234" y="15060"/>
                  </a:moveTo>
                  <a:lnTo>
                    <a:pt x="12234" y="56039"/>
                  </a:lnTo>
                  <a:cubicBezTo>
                    <a:pt x="12234" y="62920"/>
                    <a:pt x="10552" y="62920"/>
                    <a:pt x="307" y="62920"/>
                  </a:cubicBezTo>
                  <a:lnTo>
                    <a:pt x="307" y="67660"/>
                  </a:lnTo>
                  <a:cubicBezTo>
                    <a:pt x="5659" y="67507"/>
                    <a:pt x="13457" y="67202"/>
                    <a:pt x="17586" y="67202"/>
                  </a:cubicBezTo>
                  <a:cubicBezTo>
                    <a:pt x="21561" y="67202"/>
                    <a:pt x="29513" y="67507"/>
                    <a:pt x="34712" y="67660"/>
                  </a:cubicBezTo>
                  <a:lnTo>
                    <a:pt x="34712" y="62920"/>
                  </a:lnTo>
                  <a:cubicBezTo>
                    <a:pt x="24467" y="62920"/>
                    <a:pt x="22785" y="62920"/>
                    <a:pt x="22785" y="56039"/>
                  </a:cubicBezTo>
                  <a:lnTo>
                    <a:pt x="22785" y="27904"/>
                  </a:lnTo>
                  <a:cubicBezTo>
                    <a:pt x="22785" y="12001"/>
                    <a:pt x="33641" y="3438"/>
                    <a:pt x="43427" y="3438"/>
                  </a:cubicBezTo>
                  <a:cubicBezTo>
                    <a:pt x="53061" y="3438"/>
                    <a:pt x="54743" y="11696"/>
                    <a:pt x="54743" y="20411"/>
                  </a:cubicBezTo>
                  <a:lnTo>
                    <a:pt x="54743" y="56039"/>
                  </a:lnTo>
                  <a:cubicBezTo>
                    <a:pt x="54743" y="62920"/>
                    <a:pt x="53061" y="62920"/>
                    <a:pt x="42816" y="62920"/>
                  </a:cubicBezTo>
                  <a:lnTo>
                    <a:pt x="42816" y="67660"/>
                  </a:lnTo>
                  <a:cubicBezTo>
                    <a:pt x="48168" y="67507"/>
                    <a:pt x="55966" y="67202"/>
                    <a:pt x="60095" y="67202"/>
                  </a:cubicBezTo>
                  <a:cubicBezTo>
                    <a:pt x="64070" y="67202"/>
                    <a:pt x="72021" y="67507"/>
                    <a:pt x="77220" y="67660"/>
                  </a:cubicBezTo>
                  <a:lnTo>
                    <a:pt x="77220" y="62920"/>
                  </a:lnTo>
                  <a:cubicBezTo>
                    <a:pt x="69269" y="62920"/>
                    <a:pt x="65446" y="62920"/>
                    <a:pt x="65293" y="58333"/>
                  </a:cubicBezTo>
                  <a:lnTo>
                    <a:pt x="65293" y="29127"/>
                  </a:lnTo>
                  <a:cubicBezTo>
                    <a:pt x="65293" y="15977"/>
                    <a:pt x="65293" y="11237"/>
                    <a:pt x="60553" y="5732"/>
                  </a:cubicBezTo>
                  <a:cubicBezTo>
                    <a:pt x="58413" y="3133"/>
                    <a:pt x="53367" y="74"/>
                    <a:pt x="44498" y="74"/>
                  </a:cubicBezTo>
                  <a:cubicBezTo>
                    <a:pt x="33335" y="74"/>
                    <a:pt x="26149" y="6650"/>
                    <a:pt x="21867" y="16130"/>
                  </a:cubicBezTo>
                  <a:lnTo>
                    <a:pt x="21867" y="74"/>
                  </a:lnTo>
                  <a:lnTo>
                    <a:pt x="307" y="1756"/>
                  </a:lnTo>
                  <a:lnTo>
                    <a:pt x="307" y="6497"/>
                  </a:lnTo>
                  <a:cubicBezTo>
                    <a:pt x="11011" y="6497"/>
                    <a:pt x="12234" y="7567"/>
                    <a:pt x="12234" y="15060"/>
                  </a:cubicBezTo>
                  <a:close/>
                </a:path>
              </a:pathLst>
            </a:custGeom>
            <a:solidFill>
              <a:srgbClr val="000000"/>
            </a:solidFill>
            <a:ln w="25400" cap="flat">
              <a:noFill/>
              <a:prstDash val="solid"/>
              <a:miter/>
            </a:ln>
          </p:spPr>
          <p:txBody>
            <a:bodyPr/>
            <a:lstStyle/>
            <a:p>
              <a:endParaRPr lang="en-US"/>
            </a:p>
          </p:txBody>
        </p:sp>
        <p:sp>
          <p:nvSpPr>
            <p:cNvPr id="40" name="Freeform: Shape 39">
              <a:extLst>
                <a:ext uri="{FF2B5EF4-FFF2-40B4-BE49-F238E27FC236}">
                  <a16:creationId xmlns:a16="http://schemas.microsoft.com/office/drawing/2014/main" id="{F31A2953-3B94-98D6-9703-1AAE92F2B7A6}"/>
                </a:ext>
              </a:extLst>
            </p:cNvPr>
            <p:cNvSpPr/>
            <p:nvPr>
              <p:custDataLst>
                <p:tags r:id="rId61"/>
              </p:custDataLst>
            </p:nvPr>
          </p:nvSpPr>
          <p:spPr>
            <a:xfrm>
              <a:off x="5097814" y="3897478"/>
              <a:ext cx="64374" cy="105201"/>
            </a:xfrm>
            <a:custGeom>
              <a:avLst/>
              <a:gdLst>
                <a:gd name="csX0" fmla="*/ 64636 w 64374"/>
                <a:gd name="csY0" fmla="*/ 52995 h 105201"/>
                <a:gd name="csX1" fmla="*/ 58520 w 64374"/>
                <a:gd name="csY1" fmla="*/ 17215 h 105201"/>
                <a:gd name="csX2" fmla="*/ 32525 w 64374"/>
                <a:gd name="csY2" fmla="*/ 89 h 105201"/>
                <a:gd name="csX3" fmla="*/ 5919 w 64374"/>
                <a:gd name="csY3" fmla="*/ 18285 h 105201"/>
                <a:gd name="csX4" fmla="*/ 262 w 64374"/>
                <a:gd name="csY4" fmla="*/ 52995 h 105201"/>
                <a:gd name="csX5" fmla="*/ 7143 w 64374"/>
                <a:gd name="csY5" fmla="*/ 89846 h 105201"/>
                <a:gd name="csX6" fmla="*/ 32373 w 64374"/>
                <a:gd name="csY6" fmla="*/ 105290 h 105201"/>
                <a:gd name="csX7" fmla="*/ 58979 w 64374"/>
                <a:gd name="csY7" fmla="*/ 87553 h 105201"/>
                <a:gd name="csX8" fmla="*/ 64636 w 64374"/>
                <a:gd name="csY8" fmla="*/ 52995 h 105201"/>
                <a:gd name="csX9" fmla="*/ 32373 w 64374"/>
                <a:gd name="csY9" fmla="*/ 101926 h 105201"/>
                <a:gd name="csX10" fmla="*/ 14635 w 64374"/>
                <a:gd name="csY10" fmla="*/ 83424 h 105201"/>
                <a:gd name="csX11" fmla="*/ 12953 w 64374"/>
                <a:gd name="csY11" fmla="*/ 51160 h 105201"/>
                <a:gd name="csX12" fmla="*/ 14176 w 64374"/>
                <a:gd name="csY12" fmla="*/ 23025 h 105201"/>
                <a:gd name="csX13" fmla="*/ 32373 w 64374"/>
                <a:gd name="csY13" fmla="*/ 3453 h 105201"/>
                <a:gd name="csX14" fmla="*/ 50416 w 64374"/>
                <a:gd name="csY14" fmla="*/ 21343 h 105201"/>
                <a:gd name="csX15" fmla="*/ 51945 w 64374"/>
                <a:gd name="csY15" fmla="*/ 51160 h 105201"/>
                <a:gd name="csX16" fmla="*/ 50263 w 64374"/>
                <a:gd name="csY16" fmla="*/ 82813 h 105201"/>
                <a:gd name="csX17" fmla="*/ 32373 w 64374"/>
                <a:gd name="csY17" fmla="*/ 101926 h 1052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374" h="105201">
                  <a:moveTo>
                    <a:pt x="64636" y="52995"/>
                  </a:moveTo>
                  <a:cubicBezTo>
                    <a:pt x="64636" y="40763"/>
                    <a:pt x="63872" y="28530"/>
                    <a:pt x="58520" y="17215"/>
                  </a:cubicBezTo>
                  <a:cubicBezTo>
                    <a:pt x="51486" y="2535"/>
                    <a:pt x="38948" y="89"/>
                    <a:pt x="32525" y="89"/>
                  </a:cubicBezTo>
                  <a:cubicBezTo>
                    <a:pt x="23351" y="89"/>
                    <a:pt x="12189" y="4064"/>
                    <a:pt x="5919" y="18285"/>
                  </a:cubicBezTo>
                  <a:cubicBezTo>
                    <a:pt x="1026" y="28836"/>
                    <a:pt x="262" y="40763"/>
                    <a:pt x="262" y="52995"/>
                  </a:cubicBezTo>
                  <a:cubicBezTo>
                    <a:pt x="262" y="64464"/>
                    <a:pt x="873" y="78225"/>
                    <a:pt x="7143" y="89846"/>
                  </a:cubicBezTo>
                  <a:cubicBezTo>
                    <a:pt x="13718" y="102232"/>
                    <a:pt x="24880" y="105290"/>
                    <a:pt x="32373" y="105290"/>
                  </a:cubicBezTo>
                  <a:cubicBezTo>
                    <a:pt x="40630" y="105290"/>
                    <a:pt x="52251" y="102079"/>
                    <a:pt x="58979" y="87553"/>
                  </a:cubicBezTo>
                  <a:cubicBezTo>
                    <a:pt x="63872" y="77002"/>
                    <a:pt x="64636" y="65075"/>
                    <a:pt x="64636" y="52995"/>
                  </a:cubicBezTo>
                  <a:close/>
                  <a:moveTo>
                    <a:pt x="32373" y="101926"/>
                  </a:moveTo>
                  <a:cubicBezTo>
                    <a:pt x="26409" y="101926"/>
                    <a:pt x="17387" y="98104"/>
                    <a:pt x="14635" y="83424"/>
                  </a:cubicBezTo>
                  <a:cubicBezTo>
                    <a:pt x="12953" y="74250"/>
                    <a:pt x="12953" y="60182"/>
                    <a:pt x="12953" y="51160"/>
                  </a:cubicBezTo>
                  <a:cubicBezTo>
                    <a:pt x="12953" y="41374"/>
                    <a:pt x="12953" y="31282"/>
                    <a:pt x="14176" y="23025"/>
                  </a:cubicBezTo>
                  <a:cubicBezTo>
                    <a:pt x="17082" y="4829"/>
                    <a:pt x="28550" y="3453"/>
                    <a:pt x="32373" y="3453"/>
                  </a:cubicBezTo>
                  <a:cubicBezTo>
                    <a:pt x="37419" y="3453"/>
                    <a:pt x="47511" y="6205"/>
                    <a:pt x="50416" y="21343"/>
                  </a:cubicBezTo>
                  <a:cubicBezTo>
                    <a:pt x="51945" y="29906"/>
                    <a:pt x="51945" y="41527"/>
                    <a:pt x="51945" y="51160"/>
                  </a:cubicBezTo>
                  <a:cubicBezTo>
                    <a:pt x="51945" y="62629"/>
                    <a:pt x="51945" y="73026"/>
                    <a:pt x="50263" y="82813"/>
                  </a:cubicBezTo>
                  <a:cubicBezTo>
                    <a:pt x="47969" y="97339"/>
                    <a:pt x="39253" y="101926"/>
                    <a:pt x="32373" y="101926"/>
                  </a:cubicBezTo>
                  <a:close/>
                </a:path>
              </a:pathLst>
            </a:custGeom>
            <a:solidFill>
              <a:srgbClr val="000000"/>
            </a:solidFill>
            <a:ln w="25400" cap="flat">
              <a:noFill/>
              <a:prstDash val="solid"/>
              <a:miter/>
            </a:ln>
          </p:spPr>
          <p:txBody>
            <a:bodyPr/>
            <a:lstStyle/>
            <a:p>
              <a:endParaRPr lang="en-US"/>
            </a:p>
          </p:txBody>
        </p:sp>
        <p:sp>
          <p:nvSpPr>
            <p:cNvPr id="41" name="Freeform: Shape 40">
              <a:extLst>
                <a:ext uri="{FF2B5EF4-FFF2-40B4-BE49-F238E27FC236}">
                  <a16:creationId xmlns:a16="http://schemas.microsoft.com/office/drawing/2014/main" id="{B7CE4F8C-4C1C-DB45-AED3-6F0C265B4EB8}"/>
                </a:ext>
              </a:extLst>
            </p:cNvPr>
            <p:cNvSpPr/>
            <p:nvPr>
              <p:custDataLst>
                <p:tags r:id="rId62"/>
              </p:custDataLst>
            </p:nvPr>
          </p:nvSpPr>
          <p:spPr>
            <a:xfrm>
              <a:off x="5326261" y="3897019"/>
              <a:ext cx="32722" cy="102296"/>
            </a:xfrm>
            <a:custGeom>
              <a:avLst/>
              <a:gdLst>
                <a:gd name="csX0" fmla="*/ 22296 w 32722"/>
                <a:gd name="csY0" fmla="*/ 34799 h 102296"/>
                <a:gd name="csX1" fmla="*/ 888 w 32722"/>
                <a:gd name="csY1" fmla="*/ 36481 h 102296"/>
                <a:gd name="csX2" fmla="*/ 888 w 32722"/>
                <a:gd name="csY2" fmla="*/ 41221 h 102296"/>
                <a:gd name="csX3" fmla="*/ 12203 w 32722"/>
                <a:gd name="csY3" fmla="*/ 49631 h 102296"/>
                <a:gd name="csX4" fmla="*/ 12203 w 32722"/>
                <a:gd name="csY4" fmla="*/ 90764 h 102296"/>
                <a:gd name="csX5" fmla="*/ 277 w 32722"/>
                <a:gd name="csY5" fmla="*/ 97645 h 102296"/>
                <a:gd name="csX6" fmla="*/ 277 w 32722"/>
                <a:gd name="csY6" fmla="*/ 102385 h 102296"/>
                <a:gd name="csX7" fmla="*/ 17097 w 32722"/>
                <a:gd name="csY7" fmla="*/ 101926 h 102296"/>
                <a:gd name="csX8" fmla="*/ 32999 w 32722"/>
                <a:gd name="csY8" fmla="*/ 102385 h 102296"/>
                <a:gd name="csX9" fmla="*/ 32999 w 32722"/>
                <a:gd name="csY9" fmla="*/ 97645 h 102296"/>
                <a:gd name="csX10" fmla="*/ 22296 w 32722"/>
                <a:gd name="csY10" fmla="*/ 90917 h 102296"/>
                <a:gd name="csX11" fmla="*/ 22296 w 32722"/>
                <a:gd name="csY11" fmla="*/ 34799 h 102296"/>
                <a:gd name="csX12" fmla="*/ 22907 w 32722"/>
                <a:gd name="csY12" fmla="*/ 8193 h 102296"/>
                <a:gd name="csX13" fmla="*/ 14803 w 32722"/>
                <a:gd name="csY13" fmla="*/ 89 h 102296"/>
                <a:gd name="csX14" fmla="*/ 6699 w 32722"/>
                <a:gd name="csY14" fmla="*/ 8193 h 102296"/>
                <a:gd name="csX15" fmla="*/ 14803 w 32722"/>
                <a:gd name="csY15" fmla="*/ 16297 h 102296"/>
                <a:gd name="csX16" fmla="*/ 22907 w 32722"/>
                <a:gd name="csY16" fmla="*/ 8193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22" h="102296">
                  <a:moveTo>
                    <a:pt x="22296" y="34799"/>
                  </a:moveTo>
                  <a:lnTo>
                    <a:pt x="888" y="36481"/>
                  </a:lnTo>
                  <a:lnTo>
                    <a:pt x="888" y="41221"/>
                  </a:lnTo>
                  <a:cubicBezTo>
                    <a:pt x="10827" y="41221"/>
                    <a:pt x="12203" y="42139"/>
                    <a:pt x="12203" y="49631"/>
                  </a:cubicBezTo>
                  <a:lnTo>
                    <a:pt x="12203" y="90764"/>
                  </a:lnTo>
                  <a:cubicBezTo>
                    <a:pt x="12203" y="97645"/>
                    <a:pt x="10521" y="97645"/>
                    <a:pt x="277" y="97645"/>
                  </a:cubicBezTo>
                  <a:lnTo>
                    <a:pt x="277" y="102385"/>
                  </a:lnTo>
                  <a:cubicBezTo>
                    <a:pt x="5170" y="102232"/>
                    <a:pt x="13427" y="101926"/>
                    <a:pt x="17097" y="101926"/>
                  </a:cubicBezTo>
                  <a:cubicBezTo>
                    <a:pt x="22448" y="101926"/>
                    <a:pt x="27800" y="102232"/>
                    <a:pt x="32999" y="102385"/>
                  </a:cubicBezTo>
                  <a:lnTo>
                    <a:pt x="32999" y="97645"/>
                  </a:lnTo>
                  <a:cubicBezTo>
                    <a:pt x="22907" y="97645"/>
                    <a:pt x="22296" y="96880"/>
                    <a:pt x="22296" y="90917"/>
                  </a:cubicBezTo>
                  <a:lnTo>
                    <a:pt x="22296" y="34799"/>
                  </a:lnTo>
                  <a:close/>
                  <a:moveTo>
                    <a:pt x="22907" y="8193"/>
                  </a:moveTo>
                  <a:cubicBezTo>
                    <a:pt x="22907" y="3300"/>
                    <a:pt x="19084" y="89"/>
                    <a:pt x="14803" y="89"/>
                  </a:cubicBezTo>
                  <a:cubicBezTo>
                    <a:pt x="10063" y="89"/>
                    <a:pt x="6699" y="4217"/>
                    <a:pt x="6699" y="8193"/>
                  </a:cubicBezTo>
                  <a:cubicBezTo>
                    <a:pt x="6699" y="12321"/>
                    <a:pt x="10063" y="16297"/>
                    <a:pt x="14803" y="16297"/>
                  </a:cubicBezTo>
                  <a:cubicBezTo>
                    <a:pt x="19084" y="16297"/>
                    <a:pt x="22907" y="13086"/>
                    <a:pt x="22907" y="8193"/>
                  </a:cubicBezTo>
                  <a:close/>
                </a:path>
              </a:pathLst>
            </a:custGeom>
            <a:solidFill>
              <a:srgbClr val="000000"/>
            </a:solidFill>
            <a:ln w="25400" cap="flat">
              <a:noFill/>
              <a:prstDash val="solid"/>
              <a:miter/>
            </a:ln>
          </p:spPr>
          <p:txBody>
            <a:bodyPr/>
            <a:lstStyle/>
            <a:p>
              <a:endParaRPr lang="en-US"/>
            </a:p>
          </p:txBody>
        </p:sp>
        <p:sp>
          <p:nvSpPr>
            <p:cNvPr id="42" name="Freeform: Shape 41">
              <a:extLst>
                <a:ext uri="{FF2B5EF4-FFF2-40B4-BE49-F238E27FC236}">
                  <a16:creationId xmlns:a16="http://schemas.microsoft.com/office/drawing/2014/main" id="{5F704D02-8A54-1D8C-0057-1A98FF20E2A6}"/>
                </a:ext>
              </a:extLst>
            </p:cNvPr>
            <p:cNvSpPr/>
            <p:nvPr>
              <p:custDataLst>
                <p:tags r:id="rId63"/>
              </p:custDataLst>
            </p:nvPr>
          </p:nvSpPr>
          <p:spPr>
            <a:xfrm>
              <a:off x="5368736" y="3891514"/>
              <a:ext cx="49542" cy="107801"/>
            </a:xfrm>
            <a:custGeom>
              <a:avLst/>
              <a:gdLst>
                <a:gd name="csX0" fmla="*/ 21992 w 49542"/>
                <a:gd name="csY0" fmla="*/ 41986 h 107801"/>
                <a:gd name="csX1" fmla="*/ 21992 w 49542"/>
                <a:gd name="csY1" fmla="*/ 24248 h 107801"/>
                <a:gd name="csX2" fmla="*/ 36060 w 49542"/>
                <a:gd name="csY2" fmla="*/ 3453 h 107801"/>
                <a:gd name="csX3" fmla="*/ 41106 w 49542"/>
                <a:gd name="csY3" fmla="*/ 4523 h 107801"/>
                <a:gd name="csX4" fmla="*/ 36519 w 49542"/>
                <a:gd name="csY4" fmla="*/ 10945 h 107801"/>
                <a:gd name="csX5" fmla="*/ 43094 w 49542"/>
                <a:gd name="csY5" fmla="*/ 17520 h 107801"/>
                <a:gd name="csX6" fmla="*/ 49822 w 49542"/>
                <a:gd name="csY6" fmla="*/ 10792 h 107801"/>
                <a:gd name="csX7" fmla="*/ 36060 w 49542"/>
                <a:gd name="csY7" fmla="*/ 89 h 107801"/>
                <a:gd name="csX8" fmla="*/ 12359 w 49542"/>
                <a:gd name="csY8" fmla="*/ 24401 h 107801"/>
                <a:gd name="csX9" fmla="*/ 12359 w 49542"/>
                <a:gd name="csY9" fmla="*/ 41986 h 107801"/>
                <a:gd name="csX10" fmla="*/ 279 w 49542"/>
                <a:gd name="csY10" fmla="*/ 41986 h 107801"/>
                <a:gd name="csX11" fmla="*/ 279 w 49542"/>
                <a:gd name="csY11" fmla="*/ 46726 h 107801"/>
                <a:gd name="csX12" fmla="*/ 12359 w 49542"/>
                <a:gd name="csY12" fmla="*/ 46726 h 107801"/>
                <a:gd name="csX13" fmla="*/ 12359 w 49542"/>
                <a:gd name="csY13" fmla="*/ 96269 h 107801"/>
                <a:gd name="csX14" fmla="*/ 432 w 49542"/>
                <a:gd name="csY14" fmla="*/ 103150 h 107801"/>
                <a:gd name="csX15" fmla="*/ 432 w 49542"/>
                <a:gd name="csY15" fmla="*/ 107890 h 107801"/>
                <a:gd name="csX16" fmla="*/ 17864 w 49542"/>
                <a:gd name="csY16" fmla="*/ 107431 h 107801"/>
                <a:gd name="csX17" fmla="*/ 37283 w 49542"/>
                <a:gd name="csY17" fmla="*/ 107890 h 107801"/>
                <a:gd name="csX18" fmla="*/ 37283 w 49542"/>
                <a:gd name="csY18" fmla="*/ 103150 h 107801"/>
                <a:gd name="csX19" fmla="*/ 34072 w 49542"/>
                <a:gd name="csY19" fmla="*/ 103150 h 107801"/>
                <a:gd name="csX20" fmla="*/ 22451 w 49542"/>
                <a:gd name="csY20" fmla="*/ 95963 h 107801"/>
                <a:gd name="csX21" fmla="*/ 22451 w 49542"/>
                <a:gd name="csY21" fmla="*/ 46726 h 107801"/>
                <a:gd name="csX22" fmla="*/ 39883 w 49542"/>
                <a:gd name="csY22" fmla="*/ 46726 h 107801"/>
                <a:gd name="csX23" fmla="*/ 39883 w 49542"/>
                <a:gd name="csY23" fmla="*/ 41986 h 107801"/>
                <a:gd name="csX24" fmla="*/ 21992 w 49542"/>
                <a:gd name="csY24" fmla="*/ 41986 h 1078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49542" h="107801">
                  <a:moveTo>
                    <a:pt x="21992" y="41986"/>
                  </a:moveTo>
                  <a:lnTo>
                    <a:pt x="21992" y="24248"/>
                  </a:lnTo>
                  <a:cubicBezTo>
                    <a:pt x="21992" y="10792"/>
                    <a:pt x="29332" y="3453"/>
                    <a:pt x="36060" y="3453"/>
                  </a:cubicBezTo>
                  <a:cubicBezTo>
                    <a:pt x="36519" y="3453"/>
                    <a:pt x="38812" y="3453"/>
                    <a:pt x="41106" y="4523"/>
                  </a:cubicBezTo>
                  <a:cubicBezTo>
                    <a:pt x="39271" y="5135"/>
                    <a:pt x="36519" y="7123"/>
                    <a:pt x="36519" y="10945"/>
                  </a:cubicBezTo>
                  <a:cubicBezTo>
                    <a:pt x="36519" y="14462"/>
                    <a:pt x="38965" y="17520"/>
                    <a:pt x="43094" y="17520"/>
                  </a:cubicBezTo>
                  <a:cubicBezTo>
                    <a:pt x="47528" y="17520"/>
                    <a:pt x="49822" y="14462"/>
                    <a:pt x="49822" y="10792"/>
                  </a:cubicBezTo>
                  <a:cubicBezTo>
                    <a:pt x="49822" y="5135"/>
                    <a:pt x="44164" y="89"/>
                    <a:pt x="36060" y="89"/>
                  </a:cubicBezTo>
                  <a:cubicBezTo>
                    <a:pt x="25356" y="89"/>
                    <a:pt x="12359" y="8193"/>
                    <a:pt x="12359" y="24401"/>
                  </a:cubicBezTo>
                  <a:lnTo>
                    <a:pt x="12359" y="41986"/>
                  </a:lnTo>
                  <a:lnTo>
                    <a:pt x="279" y="41986"/>
                  </a:lnTo>
                  <a:lnTo>
                    <a:pt x="279" y="46726"/>
                  </a:lnTo>
                  <a:lnTo>
                    <a:pt x="12359" y="46726"/>
                  </a:lnTo>
                  <a:lnTo>
                    <a:pt x="12359" y="96269"/>
                  </a:lnTo>
                  <a:cubicBezTo>
                    <a:pt x="12359" y="103150"/>
                    <a:pt x="10677" y="103150"/>
                    <a:pt x="432" y="103150"/>
                  </a:cubicBezTo>
                  <a:lnTo>
                    <a:pt x="432" y="107890"/>
                  </a:lnTo>
                  <a:cubicBezTo>
                    <a:pt x="6396" y="107737"/>
                    <a:pt x="13582" y="107431"/>
                    <a:pt x="17864" y="107431"/>
                  </a:cubicBezTo>
                  <a:cubicBezTo>
                    <a:pt x="23980" y="107431"/>
                    <a:pt x="31167" y="107431"/>
                    <a:pt x="37283" y="107890"/>
                  </a:cubicBezTo>
                  <a:lnTo>
                    <a:pt x="37283" y="103150"/>
                  </a:lnTo>
                  <a:lnTo>
                    <a:pt x="34072" y="103150"/>
                  </a:lnTo>
                  <a:cubicBezTo>
                    <a:pt x="22757" y="103150"/>
                    <a:pt x="22451" y="101468"/>
                    <a:pt x="22451" y="95963"/>
                  </a:cubicBezTo>
                  <a:lnTo>
                    <a:pt x="22451" y="46726"/>
                  </a:lnTo>
                  <a:lnTo>
                    <a:pt x="39883" y="46726"/>
                  </a:lnTo>
                  <a:lnTo>
                    <a:pt x="39883" y="41986"/>
                  </a:lnTo>
                  <a:lnTo>
                    <a:pt x="21992" y="41986"/>
                  </a:lnTo>
                  <a:close/>
                </a:path>
              </a:pathLst>
            </a:custGeom>
            <a:solidFill>
              <a:srgbClr val="000000"/>
            </a:solidFill>
            <a:ln w="25400" cap="flat">
              <a:noFill/>
              <a:prstDash val="solid"/>
              <a:miter/>
            </a:ln>
          </p:spPr>
          <p:txBody>
            <a:bodyPr/>
            <a:lstStyle/>
            <a:p>
              <a:endParaRPr lang="en-US"/>
            </a:p>
          </p:txBody>
        </p:sp>
        <p:sp>
          <p:nvSpPr>
            <p:cNvPr id="43" name="Freeform: Shape 42">
              <a:extLst>
                <a:ext uri="{FF2B5EF4-FFF2-40B4-BE49-F238E27FC236}">
                  <a16:creationId xmlns:a16="http://schemas.microsoft.com/office/drawing/2014/main" id="{24B8BD91-E21C-601D-06C2-71911B2972A9}"/>
                </a:ext>
              </a:extLst>
            </p:cNvPr>
            <p:cNvSpPr/>
            <p:nvPr>
              <p:custDataLst>
                <p:tags r:id="rId64"/>
              </p:custDataLst>
            </p:nvPr>
          </p:nvSpPr>
          <p:spPr>
            <a:xfrm>
              <a:off x="5465817" y="3931729"/>
              <a:ext cx="70491" cy="98932"/>
            </a:xfrm>
            <a:custGeom>
              <a:avLst/>
              <a:gdLst>
                <a:gd name="csX0" fmla="*/ 70165 w 70491"/>
                <a:gd name="csY0" fmla="*/ 9416 h 98932"/>
                <a:gd name="csX1" fmla="*/ 70777 w 70491"/>
                <a:gd name="csY1" fmla="*/ 5899 h 98932"/>
                <a:gd name="csX2" fmla="*/ 66343 w 70491"/>
                <a:gd name="csY2" fmla="*/ 1771 h 98932"/>
                <a:gd name="csX3" fmla="*/ 60991 w 70491"/>
                <a:gd name="csY3" fmla="*/ 4982 h 98932"/>
                <a:gd name="csX4" fmla="*/ 58850 w 70491"/>
                <a:gd name="csY4" fmla="*/ 13239 h 98932"/>
                <a:gd name="csX5" fmla="*/ 55792 w 70491"/>
                <a:gd name="csY5" fmla="*/ 25472 h 98932"/>
                <a:gd name="csX6" fmla="*/ 48911 w 70491"/>
                <a:gd name="csY6" fmla="*/ 52995 h 98932"/>
                <a:gd name="csX7" fmla="*/ 31632 w 70491"/>
                <a:gd name="csY7" fmla="*/ 65993 h 98932"/>
                <a:gd name="csX8" fmla="*/ 22152 w 70491"/>
                <a:gd name="csY8" fmla="*/ 53607 h 98932"/>
                <a:gd name="csX9" fmla="*/ 29950 w 70491"/>
                <a:gd name="csY9" fmla="*/ 23637 h 98932"/>
                <a:gd name="csX10" fmla="*/ 33008 w 70491"/>
                <a:gd name="csY10" fmla="*/ 12627 h 98932"/>
                <a:gd name="csX11" fmla="*/ 20470 w 70491"/>
                <a:gd name="csY11" fmla="*/ 89 h 98932"/>
                <a:gd name="csX12" fmla="*/ 286 w 70491"/>
                <a:gd name="csY12" fmla="*/ 23637 h 98932"/>
                <a:gd name="csX13" fmla="*/ 2121 w 70491"/>
                <a:gd name="csY13" fmla="*/ 25166 h 98932"/>
                <a:gd name="csX14" fmla="*/ 4567 w 70491"/>
                <a:gd name="csY14" fmla="*/ 22414 h 98932"/>
                <a:gd name="csX15" fmla="*/ 20011 w 70491"/>
                <a:gd name="csY15" fmla="*/ 3453 h 98932"/>
                <a:gd name="csX16" fmla="*/ 23834 w 70491"/>
                <a:gd name="csY16" fmla="*/ 8346 h 98932"/>
                <a:gd name="csX17" fmla="*/ 21234 w 70491"/>
                <a:gd name="csY17" fmla="*/ 19049 h 98932"/>
                <a:gd name="csX18" fmla="*/ 12366 w 70491"/>
                <a:gd name="csY18" fmla="*/ 51160 h 98932"/>
                <a:gd name="csX19" fmla="*/ 31020 w 70491"/>
                <a:gd name="csY19" fmla="*/ 69357 h 98932"/>
                <a:gd name="csX20" fmla="*/ 46464 w 70491"/>
                <a:gd name="csY20" fmla="*/ 62476 h 98932"/>
                <a:gd name="csX21" fmla="*/ 36525 w 70491"/>
                <a:gd name="csY21" fmla="*/ 86024 h 98932"/>
                <a:gd name="csX22" fmla="*/ 19705 w 70491"/>
                <a:gd name="csY22" fmla="*/ 95657 h 98932"/>
                <a:gd name="csX23" fmla="*/ 8084 w 70491"/>
                <a:gd name="csY23" fmla="*/ 89235 h 98932"/>
                <a:gd name="csX24" fmla="*/ 14659 w 70491"/>
                <a:gd name="csY24" fmla="*/ 87400 h 98932"/>
                <a:gd name="csX25" fmla="*/ 17717 w 70491"/>
                <a:gd name="csY25" fmla="*/ 81131 h 98932"/>
                <a:gd name="csX26" fmla="*/ 12060 w 70491"/>
                <a:gd name="csY26" fmla="*/ 75779 h 98932"/>
                <a:gd name="csX27" fmla="*/ 3497 w 70491"/>
                <a:gd name="csY27" fmla="*/ 85718 h 98932"/>
                <a:gd name="csX28" fmla="*/ 19705 w 70491"/>
                <a:gd name="csY28" fmla="*/ 99021 h 98932"/>
                <a:gd name="csX29" fmla="*/ 55486 w 70491"/>
                <a:gd name="csY29" fmla="*/ 67828 h 98932"/>
                <a:gd name="csX30" fmla="*/ 70165 w 70491"/>
                <a:gd name="csY30" fmla="*/ 9416 h 98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70491" h="98932">
                  <a:moveTo>
                    <a:pt x="70165" y="9416"/>
                  </a:moveTo>
                  <a:cubicBezTo>
                    <a:pt x="70777" y="7275"/>
                    <a:pt x="70777" y="6970"/>
                    <a:pt x="70777" y="5899"/>
                  </a:cubicBezTo>
                  <a:cubicBezTo>
                    <a:pt x="70777" y="3147"/>
                    <a:pt x="68636" y="1771"/>
                    <a:pt x="66343" y="1771"/>
                  </a:cubicBezTo>
                  <a:cubicBezTo>
                    <a:pt x="64813" y="1771"/>
                    <a:pt x="62367" y="2688"/>
                    <a:pt x="60991" y="4982"/>
                  </a:cubicBezTo>
                  <a:cubicBezTo>
                    <a:pt x="60685" y="5746"/>
                    <a:pt x="59462" y="10487"/>
                    <a:pt x="58850" y="13239"/>
                  </a:cubicBezTo>
                  <a:cubicBezTo>
                    <a:pt x="57780" y="17215"/>
                    <a:pt x="56709" y="21343"/>
                    <a:pt x="55792" y="25472"/>
                  </a:cubicBezTo>
                  <a:lnTo>
                    <a:pt x="48911" y="52995"/>
                  </a:lnTo>
                  <a:cubicBezTo>
                    <a:pt x="48299" y="55289"/>
                    <a:pt x="41724" y="65993"/>
                    <a:pt x="31632" y="65993"/>
                  </a:cubicBezTo>
                  <a:cubicBezTo>
                    <a:pt x="23834" y="65993"/>
                    <a:pt x="22152" y="59265"/>
                    <a:pt x="22152" y="53607"/>
                  </a:cubicBezTo>
                  <a:cubicBezTo>
                    <a:pt x="22152" y="46573"/>
                    <a:pt x="24751" y="37093"/>
                    <a:pt x="29950" y="23637"/>
                  </a:cubicBezTo>
                  <a:cubicBezTo>
                    <a:pt x="32397" y="17367"/>
                    <a:pt x="33008" y="15685"/>
                    <a:pt x="33008" y="12627"/>
                  </a:cubicBezTo>
                  <a:cubicBezTo>
                    <a:pt x="33008" y="5746"/>
                    <a:pt x="28115" y="89"/>
                    <a:pt x="20470" y="89"/>
                  </a:cubicBezTo>
                  <a:cubicBezTo>
                    <a:pt x="5943" y="89"/>
                    <a:pt x="286" y="22261"/>
                    <a:pt x="286" y="23637"/>
                  </a:cubicBezTo>
                  <a:cubicBezTo>
                    <a:pt x="286" y="25166"/>
                    <a:pt x="1815" y="25166"/>
                    <a:pt x="2121" y="25166"/>
                  </a:cubicBezTo>
                  <a:cubicBezTo>
                    <a:pt x="3650" y="25166"/>
                    <a:pt x="3803" y="24860"/>
                    <a:pt x="4567" y="22414"/>
                  </a:cubicBezTo>
                  <a:cubicBezTo>
                    <a:pt x="8696" y="8040"/>
                    <a:pt x="14812" y="3453"/>
                    <a:pt x="20011" y="3453"/>
                  </a:cubicBezTo>
                  <a:cubicBezTo>
                    <a:pt x="21234" y="3453"/>
                    <a:pt x="23834" y="3453"/>
                    <a:pt x="23834" y="8346"/>
                  </a:cubicBezTo>
                  <a:cubicBezTo>
                    <a:pt x="23834" y="12169"/>
                    <a:pt x="22305" y="16144"/>
                    <a:pt x="21234" y="19049"/>
                  </a:cubicBezTo>
                  <a:cubicBezTo>
                    <a:pt x="15118" y="35258"/>
                    <a:pt x="12366" y="43974"/>
                    <a:pt x="12366" y="51160"/>
                  </a:cubicBezTo>
                  <a:cubicBezTo>
                    <a:pt x="12366" y="64769"/>
                    <a:pt x="21999" y="69357"/>
                    <a:pt x="31020" y="69357"/>
                  </a:cubicBezTo>
                  <a:cubicBezTo>
                    <a:pt x="36984" y="69357"/>
                    <a:pt x="42183" y="66757"/>
                    <a:pt x="46464" y="62476"/>
                  </a:cubicBezTo>
                  <a:cubicBezTo>
                    <a:pt x="44476" y="70427"/>
                    <a:pt x="42642" y="77920"/>
                    <a:pt x="36525" y="86024"/>
                  </a:cubicBezTo>
                  <a:cubicBezTo>
                    <a:pt x="32550" y="91223"/>
                    <a:pt x="26739" y="95657"/>
                    <a:pt x="19705" y="95657"/>
                  </a:cubicBezTo>
                  <a:cubicBezTo>
                    <a:pt x="17564" y="95657"/>
                    <a:pt x="10684" y="95198"/>
                    <a:pt x="8084" y="89235"/>
                  </a:cubicBezTo>
                  <a:cubicBezTo>
                    <a:pt x="10531" y="89235"/>
                    <a:pt x="12518" y="89235"/>
                    <a:pt x="14659" y="87400"/>
                  </a:cubicBezTo>
                  <a:cubicBezTo>
                    <a:pt x="16188" y="86024"/>
                    <a:pt x="17717" y="84036"/>
                    <a:pt x="17717" y="81131"/>
                  </a:cubicBezTo>
                  <a:cubicBezTo>
                    <a:pt x="17717" y="76390"/>
                    <a:pt x="13589" y="75779"/>
                    <a:pt x="12060" y="75779"/>
                  </a:cubicBezTo>
                  <a:cubicBezTo>
                    <a:pt x="8543" y="75779"/>
                    <a:pt x="3497" y="78225"/>
                    <a:pt x="3497" y="85718"/>
                  </a:cubicBezTo>
                  <a:cubicBezTo>
                    <a:pt x="3497" y="93363"/>
                    <a:pt x="10225" y="99021"/>
                    <a:pt x="19705" y="99021"/>
                  </a:cubicBezTo>
                  <a:cubicBezTo>
                    <a:pt x="35455" y="99021"/>
                    <a:pt x="51204" y="85106"/>
                    <a:pt x="55486" y="67828"/>
                  </a:cubicBezTo>
                  <a:lnTo>
                    <a:pt x="70165" y="9416"/>
                  </a:lnTo>
                  <a:close/>
                </a:path>
              </a:pathLst>
            </a:custGeom>
            <a:solidFill>
              <a:srgbClr val="000000"/>
            </a:solidFill>
            <a:ln w="25400" cap="flat">
              <a:noFill/>
              <a:prstDash val="solid"/>
              <a:miter/>
            </a:ln>
          </p:spPr>
          <p:txBody>
            <a:bodyPr/>
            <a:lstStyle/>
            <a:p>
              <a:endParaRPr lang="en-US"/>
            </a:p>
          </p:txBody>
        </p:sp>
        <p:sp>
          <p:nvSpPr>
            <p:cNvPr id="44" name="Freeform: Shape 43">
              <a:extLst>
                <a:ext uri="{FF2B5EF4-FFF2-40B4-BE49-F238E27FC236}">
                  <a16:creationId xmlns:a16="http://schemas.microsoft.com/office/drawing/2014/main" id="{138B2898-948F-7A5A-939E-932AC99689BD}"/>
                </a:ext>
              </a:extLst>
            </p:cNvPr>
            <p:cNvSpPr/>
            <p:nvPr>
              <p:custDataLst>
                <p:tags r:id="rId65"/>
              </p:custDataLst>
            </p:nvPr>
          </p:nvSpPr>
          <p:spPr>
            <a:xfrm>
              <a:off x="5592874" y="3943197"/>
              <a:ext cx="101684" cy="35780"/>
            </a:xfrm>
            <a:custGeom>
              <a:avLst/>
              <a:gdLst>
                <a:gd name="csX0" fmla="*/ 96779 w 101684"/>
                <a:gd name="csY0" fmla="*/ 6205 h 35780"/>
                <a:gd name="csX1" fmla="*/ 101978 w 101684"/>
                <a:gd name="csY1" fmla="*/ 3147 h 35780"/>
                <a:gd name="csX2" fmla="*/ 96932 w 101684"/>
                <a:gd name="csY2" fmla="*/ 89 h 35780"/>
                <a:gd name="csX3" fmla="*/ 5340 w 101684"/>
                <a:gd name="csY3" fmla="*/ 89 h 35780"/>
                <a:gd name="csX4" fmla="*/ 294 w 101684"/>
                <a:gd name="csY4" fmla="*/ 3147 h 35780"/>
                <a:gd name="csX5" fmla="*/ 5493 w 101684"/>
                <a:gd name="csY5" fmla="*/ 6205 h 35780"/>
                <a:gd name="csX6" fmla="*/ 96779 w 101684"/>
                <a:gd name="csY6" fmla="*/ 6205 h 35780"/>
                <a:gd name="csX7" fmla="*/ 96932 w 101684"/>
                <a:gd name="csY7" fmla="*/ 35870 h 35780"/>
                <a:gd name="csX8" fmla="*/ 101978 w 101684"/>
                <a:gd name="csY8" fmla="*/ 32811 h 35780"/>
                <a:gd name="csX9" fmla="*/ 96779 w 101684"/>
                <a:gd name="csY9" fmla="*/ 29753 h 35780"/>
                <a:gd name="csX10" fmla="*/ 5493 w 101684"/>
                <a:gd name="csY10" fmla="*/ 29753 h 35780"/>
                <a:gd name="csX11" fmla="*/ 294 w 101684"/>
                <a:gd name="csY11" fmla="*/ 32811 h 35780"/>
                <a:gd name="csX12" fmla="*/ 5340 w 101684"/>
                <a:gd name="csY12" fmla="*/ 35870 h 35780"/>
                <a:gd name="csX13" fmla="*/ 96932 w 101684"/>
                <a:gd name="csY13" fmla="*/ 35870 h 35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01684" h="35780">
                  <a:moveTo>
                    <a:pt x="96779" y="6205"/>
                  </a:moveTo>
                  <a:cubicBezTo>
                    <a:pt x="99073" y="6205"/>
                    <a:pt x="101978" y="6205"/>
                    <a:pt x="101978" y="3147"/>
                  </a:cubicBezTo>
                  <a:cubicBezTo>
                    <a:pt x="101978" y="89"/>
                    <a:pt x="99073" y="89"/>
                    <a:pt x="96932" y="89"/>
                  </a:cubicBezTo>
                  <a:lnTo>
                    <a:pt x="5340" y="89"/>
                  </a:lnTo>
                  <a:cubicBezTo>
                    <a:pt x="3199" y="89"/>
                    <a:pt x="294" y="89"/>
                    <a:pt x="294" y="3147"/>
                  </a:cubicBezTo>
                  <a:cubicBezTo>
                    <a:pt x="294" y="6205"/>
                    <a:pt x="3199" y="6205"/>
                    <a:pt x="5493" y="6205"/>
                  </a:cubicBezTo>
                  <a:lnTo>
                    <a:pt x="96779" y="6205"/>
                  </a:lnTo>
                  <a:close/>
                  <a:moveTo>
                    <a:pt x="96932" y="35870"/>
                  </a:moveTo>
                  <a:cubicBezTo>
                    <a:pt x="99073" y="35870"/>
                    <a:pt x="101978" y="35870"/>
                    <a:pt x="101978" y="32811"/>
                  </a:cubicBezTo>
                  <a:cubicBezTo>
                    <a:pt x="101978" y="29753"/>
                    <a:pt x="99073" y="29753"/>
                    <a:pt x="96779" y="29753"/>
                  </a:cubicBezTo>
                  <a:lnTo>
                    <a:pt x="5493" y="29753"/>
                  </a:lnTo>
                  <a:cubicBezTo>
                    <a:pt x="3199" y="29753"/>
                    <a:pt x="294" y="29753"/>
                    <a:pt x="294" y="32811"/>
                  </a:cubicBezTo>
                  <a:cubicBezTo>
                    <a:pt x="294" y="35870"/>
                    <a:pt x="3199" y="35870"/>
                    <a:pt x="5340" y="35870"/>
                  </a:cubicBezTo>
                  <a:lnTo>
                    <a:pt x="96932" y="35870"/>
                  </a:lnTo>
                  <a:close/>
                </a:path>
              </a:pathLst>
            </a:custGeom>
            <a:solidFill>
              <a:srgbClr val="000000"/>
            </a:solidFill>
            <a:ln w="25400" cap="flat">
              <a:noFill/>
              <a:prstDash val="solid"/>
              <a:miter/>
            </a:ln>
          </p:spPr>
          <p:txBody>
            <a:bodyPr/>
            <a:lstStyle/>
            <a:p>
              <a:endParaRPr lang="en-US"/>
            </a:p>
          </p:txBody>
        </p:sp>
        <p:sp>
          <p:nvSpPr>
            <p:cNvPr id="45" name="Freeform: Shape 44">
              <a:extLst>
                <a:ext uri="{FF2B5EF4-FFF2-40B4-BE49-F238E27FC236}">
                  <a16:creationId xmlns:a16="http://schemas.microsoft.com/office/drawing/2014/main" id="{D88A43D8-C922-140F-388A-02C9FE06CA24}"/>
                </a:ext>
              </a:extLst>
            </p:cNvPr>
            <p:cNvSpPr/>
            <p:nvPr>
              <p:custDataLst>
                <p:tags r:id="rId66"/>
              </p:custDataLst>
            </p:nvPr>
          </p:nvSpPr>
          <p:spPr>
            <a:xfrm>
              <a:off x="5749996" y="3930812"/>
              <a:ext cx="67738" cy="70185"/>
            </a:xfrm>
            <a:custGeom>
              <a:avLst/>
              <a:gdLst>
                <a:gd name="csX0" fmla="*/ 68043 w 67738"/>
                <a:gd name="csY0" fmla="*/ 35870 h 70185"/>
                <a:gd name="csX1" fmla="*/ 34250 w 67738"/>
                <a:gd name="csY1" fmla="*/ 89 h 70185"/>
                <a:gd name="csX2" fmla="*/ 304 w 67738"/>
                <a:gd name="csY2" fmla="*/ 35870 h 70185"/>
                <a:gd name="csX3" fmla="*/ 34097 w 67738"/>
                <a:gd name="csY3" fmla="*/ 70274 h 70185"/>
                <a:gd name="csX4" fmla="*/ 68043 w 67738"/>
                <a:gd name="csY4" fmla="*/ 35870 h 70185"/>
                <a:gd name="csX5" fmla="*/ 34250 w 67738"/>
                <a:gd name="csY5" fmla="*/ 66451 h 70185"/>
                <a:gd name="csX6" fmla="*/ 16818 w 67738"/>
                <a:gd name="csY6" fmla="*/ 56206 h 70185"/>
                <a:gd name="csX7" fmla="*/ 12996 w 67738"/>
                <a:gd name="csY7" fmla="*/ 34646 h 70185"/>
                <a:gd name="csX8" fmla="*/ 16666 w 67738"/>
                <a:gd name="csY8" fmla="*/ 13698 h 70185"/>
                <a:gd name="csX9" fmla="*/ 34097 w 67738"/>
                <a:gd name="csY9" fmla="*/ 3453 h 70185"/>
                <a:gd name="csX10" fmla="*/ 51376 w 67738"/>
                <a:gd name="csY10" fmla="*/ 13392 h 70185"/>
                <a:gd name="csX11" fmla="*/ 55352 w 67738"/>
                <a:gd name="csY11" fmla="*/ 34646 h 70185"/>
                <a:gd name="csX12" fmla="*/ 51988 w 67738"/>
                <a:gd name="csY12" fmla="*/ 55136 h 70185"/>
                <a:gd name="csX13" fmla="*/ 34250 w 67738"/>
                <a:gd name="csY13" fmla="*/ 66451 h 7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7738" h="70185">
                  <a:moveTo>
                    <a:pt x="68043" y="35870"/>
                  </a:moveTo>
                  <a:cubicBezTo>
                    <a:pt x="68043" y="16297"/>
                    <a:pt x="52752" y="89"/>
                    <a:pt x="34250" y="89"/>
                  </a:cubicBezTo>
                  <a:cubicBezTo>
                    <a:pt x="15136" y="89"/>
                    <a:pt x="304" y="16756"/>
                    <a:pt x="304" y="35870"/>
                  </a:cubicBezTo>
                  <a:cubicBezTo>
                    <a:pt x="304" y="55595"/>
                    <a:pt x="16207" y="70274"/>
                    <a:pt x="34097" y="70274"/>
                  </a:cubicBezTo>
                  <a:cubicBezTo>
                    <a:pt x="52599" y="70274"/>
                    <a:pt x="68043" y="55289"/>
                    <a:pt x="68043" y="35870"/>
                  </a:cubicBezTo>
                  <a:close/>
                  <a:moveTo>
                    <a:pt x="34250" y="66451"/>
                  </a:moveTo>
                  <a:cubicBezTo>
                    <a:pt x="27675" y="66451"/>
                    <a:pt x="20947" y="63240"/>
                    <a:pt x="16818" y="56206"/>
                  </a:cubicBezTo>
                  <a:cubicBezTo>
                    <a:pt x="12996" y="49478"/>
                    <a:pt x="12996" y="40151"/>
                    <a:pt x="12996" y="34646"/>
                  </a:cubicBezTo>
                  <a:cubicBezTo>
                    <a:pt x="12996" y="28683"/>
                    <a:pt x="12996" y="20426"/>
                    <a:pt x="16666" y="13698"/>
                  </a:cubicBezTo>
                  <a:cubicBezTo>
                    <a:pt x="20794" y="6664"/>
                    <a:pt x="27981" y="3453"/>
                    <a:pt x="34097" y="3453"/>
                  </a:cubicBezTo>
                  <a:cubicBezTo>
                    <a:pt x="40825" y="3453"/>
                    <a:pt x="47400" y="6817"/>
                    <a:pt x="51376" y="13392"/>
                  </a:cubicBezTo>
                  <a:cubicBezTo>
                    <a:pt x="55352" y="19967"/>
                    <a:pt x="55352" y="28836"/>
                    <a:pt x="55352" y="34646"/>
                  </a:cubicBezTo>
                  <a:cubicBezTo>
                    <a:pt x="55352" y="40151"/>
                    <a:pt x="55352" y="48408"/>
                    <a:pt x="51988" y="55136"/>
                  </a:cubicBezTo>
                  <a:cubicBezTo>
                    <a:pt x="48624" y="62017"/>
                    <a:pt x="41896" y="66451"/>
                    <a:pt x="34250" y="66451"/>
                  </a:cubicBezTo>
                  <a:close/>
                </a:path>
              </a:pathLst>
            </a:custGeom>
            <a:solidFill>
              <a:srgbClr val="000000"/>
            </a:solidFill>
            <a:ln w="25400" cap="flat">
              <a:noFill/>
              <a:prstDash val="solid"/>
              <a:miter/>
            </a:ln>
          </p:spPr>
          <p:txBody>
            <a:bodyPr/>
            <a:lstStyle/>
            <a:p>
              <a:endParaRPr lang="en-US"/>
            </a:p>
          </p:txBody>
        </p:sp>
        <p:sp>
          <p:nvSpPr>
            <p:cNvPr id="46" name="Freeform: Shape 45">
              <a:extLst>
                <a:ext uri="{FF2B5EF4-FFF2-40B4-BE49-F238E27FC236}">
                  <a16:creationId xmlns:a16="http://schemas.microsoft.com/office/drawing/2014/main" id="{5355DA1B-4DA0-0D4B-3EEB-363C2FDD3796}"/>
                </a:ext>
              </a:extLst>
            </p:cNvPr>
            <p:cNvSpPr/>
            <p:nvPr>
              <p:custDataLst>
                <p:tags r:id="rId67"/>
              </p:custDataLst>
            </p:nvPr>
          </p:nvSpPr>
          <p:spPr>
            <a:xfrm>
              <a:off x="5827062" y="3931729"/>
              <a:ext cx="76913" cy="69267"/>
            </a:xfrm>
            <a:custGeom>
              <a:avLst/>
              <a:gdLst>
                <a:gd name="csX0" fmla="*/ 55204 w 76913"/>
                <a:gd name="csY0" fmla="*/ 55595 h 69267"/>
                <a:gd name="csX1" fmla="*/ 55204 w 76913"/>
                <a:gd name="csY1" fmla="*/ 69357 h 69267"/>
                <a:gd name="csX2" fmla="*/ 77223 w 76913"/>
                <a:gd name="csY2" fmla="*/ 67675 h 69267"/>
                <a:gd name="csX3" fmla="*/ 77223 w 76913"/>
                <a:gd name="csY3" fmla="*/ 62934 h 69267"/>
                <a:gd name="csX4" fmla="*/ 65296 w 76913"/>
                <a:gd name="csY4" fmla="*/ 54372 h 69267"/>
                <a:gd name="csX5" fmla="*/ 65296 w 76913"/>
                <a:gd name="csY5" fmla="*/ 89 h 69267"/>
                <a:gd name="csX6" fmla="*/ 42818 w 76913"/>
                <a:gd name="csY6" fmla="*/ 1771 h 69267"/>
                <a:gd name="csX7" fmla="*/ 42818 w 76913"/>
                <a:gd name="csY7" fmla="*/ 6511 h 69267"/>
                <a:gd name="csX8" fmla="*/ 54745 w 76913"/>
                <a:gd name="csY8" fmla="*/ 15074 h 69267"/>
                <a:gd name="csX9" fmla="*/ 54745 w 76913"/>
                <a:gd name="csY9" fmla="*/ 42292 h 69267"/>
                <a:gd name="csX10" fmla="*/ 36243 w 76913"/>
                <a:gd name="csY10" fmla="*/ 65993 h 69267"/>
                <a:gd name="csX11" fmla="*/ 22787 w 76913"/>
                <a:gd name="csY11" fmla="*/ 50855 h 69267"/>
                <a:gd name="csX12" fmla="*/ 22787 w 76913"/>
                <a:gd name="csY12" fmla="*/ 89 h 69267"/>
                <a:gd name="csX13" fmla="*/ 309 w 76913"/>
                <a:gd name="csY13" fmla="*/ 1771 h 69267"/>
                <a:gd name="csX14" fmla="*/ 309 w 76913"/>
                <a:gd name="csY14" fmla="*/ 6511 h 69267"/>
                <a:gd name="csX15" fmla="*/ 12236 w 76913"/>
                <a:gd name="csY15" fmla="*/ 20579 h 69267"/>
                <a:gd name="csX16" fmla="*/ 12236 w 76913"/>
                <a:gd name="csY16" fmla="*/ 43515 h 69267"/>
                <a:gd name="csX17" fmla="*/ 35478 w 76913"/>
                <a:gd name="csY17" fmla="*/ 69357 h 69267"/>
                <a:gd name="csX18" fmla="*/ 55204 w 76913"/>
                <a:gd name="csY18" fmla="*/ 55595 h 69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76913" h="69267">
                  <a:moveTo>
                    <a:pt x="55204" y="55595"/>
                  </a:moveTo>
                  <a:lnTo>
                    <a:pt x="55204" y="69357"/>
                  </a:lnTo>
                  <a:lnTo>
                    <a:pt x="77223" y="67675"/>
                  </a:lnTo>
                  <a:lnTo>
                    <a:pt x="77223" y="62934"/>
                  </a:lnTo>
                  <a:cubicBezTo>
                    <a:pt x="66519" y="62934"/>
                    <a:pt x="65296" y="61864"/>
                    <a:pt x="65296" y="54372"/>
                  </a:cubicBezTo>
                  <a:lnTo>
                    <a:pt x="65296" y="89"/>
                  </a:lnTo>
                  <a:lnTo>
                    <a:pt x="42818" y="1771"/>
                  </a:lnTo>
                  <a:lnTo>
                    <a:pt x="42818" y="6511"/>
                  </a:lnTo>
                  <a:cubicBezTo>
                    <a:pt x="53522" y="6511"/>
                    <a:pt x="54745" y="7581"/>
                    <a:pt x="54745" y="15074"/>
                  </a:cubicBezTo>
                  <a:lnTo>
                    <a:pt x="54745" y="42292"/>
                  </a:lnTo>
                  <a:cubicBezTo>
                    <a:pt x="54745" y="55595"/>
                    <a:pt x="47405" y="65993"/>
                    <a:pt x="36243" y="65993"/>
                  </a:cubicBezTo>
                  <a:cubicBezTo>
                    <a:pt x="23399" y="65993"/>
                    <a:pt x="22787" y="58806"/>
                    <a:pt x="22787" y="50855"/>
                  </a:cubicBezTo>
                  <a:lnTo>
                    <a:pt x="22787" y="89"/>
                  </a:lnTo>
                  <a:lnTo>
                    <a:pt x="309" y="1771"/>
                  </a:lnTo>
                  <a:lnTo>
                    <a:pt x="309" y="6511"/>
                  </a:lnTo>
                  <a:cubicBezTo>
                    <a:pt x="12236" y="6511"/>
                    <a:pt x="12236" y="6970"/>
                    <a:pt x="12236" y="20579"/>
                  </a:cubicBezTo>
                  <a:lnTo>
                    <a:pt x="12236" y="43515"/>
                  </a:lnTo>
                  <a:cubicBezTo>
                    <a:pt x="12236" y="55442"/>
                    <a:pt x="12236" y="69357"/>
                    <a:pt x="35478" y="69357"/>
                  </a:cubicBezTo>
                  <a:cubicBezTo>
                    <a:pt x="44041" y="69357"/>
                    <a:pt x="50769" y="65075"/>
                    <a:pt x="55204" y="55595"/>
                  </a:cubicBezTo>
                  <a:close/>
                </a:path>
              </a:pathLst>
            </a:custGeom>
            <a:solidFill>
              <a:srgbClr val="000000"/>
            </a:solidFill>
            <a:ln w="25400" cap="flat">
              <a:noFill/>
              <a:prstDash val="solid"/>
              <a:miter/>
            </a:ln>
          </p:spPr>
          <p:txBody>
            <a:bodyPr/>
            <a:lstStyle/>
            <a:p>
              <a:endParaRPr lang="en-US"/>
            </a:p>
          </p:txBody>
        </p:sp>
        <p:sp>
          <p:nvSpPr>
            <p:cNvPr id="47" name="Freeform: Shape 46">
              <a:extLst>
                <a:ext uri="{FF2B5EF4-FFF2-40B4-BE49-F238E27FC236}">
                  <a16:creationId xmlns:a16="http://schemas.microsoft.com/office/drawing/2014/main" id="{8CA0FF54-88CF-C57C-BBE3-F6BB929A2B58}"/>
                </a:ext>
              </a:extLst>
            </p:cNvPr>
            <p:cNvSpPr/>
            <p:nvPr>
              <p:custDataLst>
                <p:tags r:id="rId68"/>
              </p:custDataLst>
            </p:nvPr>
          </p:nvSpPr>
          <p:spPr>
            <a:xfrm>
              <a:off x="5910025" y="3905276"/>
              <a:ext cx="47860" cy="95721"/>
            </a:xfrm>
            <a:custGeom>
              <a:avLst/>
              <a:gdLst>
                <a:gd name="csX0" fmla="*/ 23863 w 47860"/>
                <a:gd name="csY0" fmla="*/ 32964 h 95721"/>
                <a:gd name="csX1" fmla="*/ 45729 w 47860"/>
                <a:gd name="csY1" fmla="*/ 32964 h 95721"/>
                <a:gd name="csX2" fmla="*/ 45729 w 47860"/>
                <a:gd name="csY2" fmla="*/ 28224 h 95721"/>
                <a:gd name="csX3" fmla="*/ 23863 w 47860"/>
                <a:gd name="csY3" fmla="*/ 28224 h 95721"/>
                <a:gd name="csX4" fmla="*/ 23863 w 47860"/>
                <a:gd name="csY4" fmla="*/ 89 h 95721"/>
                <a:gd name="csX5" fmla="*/ 20040 w 47860"/>
                <a:gd name="csY5" fmla="*/ 89 h 95721"/>
                <a:gd name="csX6" fmla="*/ 315 w 47860"/>
                <a:gd name="csY6" fmla="*/ 29600 h 95721"/>
                <a:gd name="csX7" fmla="*/ 315 w 47860"/>
                <a:gd name="csY7" fmla="*/ 32964 h 95721"/>
                <a:gd name="csX8" fmla="*/ 13312 w 47860"/>
                <a:gd name="csY8" fmla="*/ 32964 h 95721"/>
                <a:gd name="csX9" fmla="*/ 13312 w 47860"/>
                <a:gd name="csY9" fmla="*/ 75167 h 95721"/>
                <a:gd name="csX10" fmla="*/ 33037 w 47860"/>
                <a:gd name="csY10" fmla="*/ 95810 h 95721"/>
                <a:gd name="csX11" fmla="*/ 48175 w 47860"/>
                <a:gd name="csY11" fmla="*/ 75167 h 95721"/>
                <a:gd name="csX12" fmla="*/ 48175 w 47860"/>
                <a:gd name="csY12" fmla="*/ 66451 h 95721"/>
                <a:gd name="csX13" fmla="*/ 44353 w 47860"/>
                <a:gd name="csY13" fmla="*/ 66451 h 95721"/>
                <a:gd name="csX14" fmla="*/ 44353 w 47860"/>
                <a:gd name="csY14" fmla="*/ 74861 h 95721"/>
                <a:gd name="csX15" fmla="*/ 34108 w 47860"/>
                <a:gd name="csY15" fmla="*/ 91987 h 95721"/>
                <a:gd name="csX16" fmla="*/ 23863 w 47860"/>
                <a:gd name="csY16" fmla="*/ 75473 h 95721"/>
                <a:gd name="csX17" fmla="*/ 23863 w 47860"/>
                <a:gd name="csY17" fmla="*/ 32964 h 957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7860" h="95721">
                  <a:moveTo>
                    <a:pt x="23863" y="32964"/>
                  </a:moveTo>
                  <a:lnTo>
                    <a:pt x="45729" y="32964"/>
                  </a:lnTo>
                  <a:lnTo>
                    <a:pt x="45729" y="28224"/>
                  </a:lnTo>
                  <a:lnTo>
                    <a:pt x="23863" y="28224"/>
                  </a:lnTo>
                  <a:lnTo>
                    <a:pt x="23863" y="89"/>
                  </a:lnTo>
                  <a:lnTo>
                    <a:pt x="20040" y="89"/>
                  </a:lnTo>
                  <a:cubicBezTo>
                    <a:pt x="19887" y="12627"/>
                    <a:pt x="15300" y="28989"/>
                    <a:pt x="315" y="29600"/>
                  </a:cubicBezTo>
                  <a:lnTo>
                    <a:pt x="315" y="32964"/>
                  </a:lnTo>
                  <a:lnTo>
                    <a:pt x="13312" y="32964"/>
                  </a:lnTo>
                  <a:lnTo>
                    <a:pt x="13312" y="75167"/>
                  </a:lnTo>
                  <a:cubicBezTo>
                    <a:pt x="13312" y="93975"/>
                    <a:pt x="27533" y="95810"/>
                    <a:pt x="33037" y="95810"/>
                  </a:cubicBezTo>
                  <a:cubicBezTo>
                    <a:pt x="43894" y="95810"/>
                    <a:pt x="48175" y="84953"/>
                    <a:pt x="48175" y="75167"/>
                  </a:cubicBezTo>
                  <a:lnTo>
                    <a:pt x="48175" y="66451"/>
                  </a:lnTo>
                  <a:lnTo>
                    <a:pt x="44353" y="66451"/>
                  </a:lnTo>
                  <a:lnTo>
                    <a:pt x="44353" y="74861"/>
                  </a:lnTo>
                  <a:cubicBezTo>
                    <a:pt x="44353" y="86177"/>
                    <a:pt x="39765" y="91987"/>
                    <a:pt x="34108" y="91987"/>
                  </a:cubicBezTo>
                  <a:cubicBezTo>
                    <a:pt x="23863" y="91987"/>
                    <a:pt x="23863" y="78072"/>
                    <a:pt x="23863" y="75473"/>
                  </a:cubicBezTo>
                  <a:lnTo>
                    <a:pt x="23863" y="32964"/>
                  </a:lnTo>
                  <a:close/>
                </a:path>
              </a:pathLst>
            </a:custGeom>
            <a:solidFill>
              <a:srgbClr val="000000"/>
            </a:solidFill>
            <a:ln w="25400" cap="flat">
              <a:noFill/>
              <a:prstDash val="solid"/>
              <a:miter/>
            </a:ln>
          </p:spPr>
          <p:txBody>
            <a:bodyPr/>
            <a:lstStyle/>
            <a:p>
              <a:endParaRPr lang="en-US"/>
            </a:p>
          </p:txBody>
        </p:sp>
      </p:grpSp>
      <p:grpSp>
        <p:nvGrpSpPr>
          <p:cNvPr id="3226" name="Group 3225" descr="\documentclass{article}&#10;\usepackage{amsmath}&#10;\pagestyle{empty}&#10;\begin{document}&#10;\[&#10;P(Y = y) = &#10;\begin{cases}&#10;p &amp; \text{if } y = 1 \\&#10;1 - p &amp; \text{if } y = 0 \\&#10;\end{cases}&#10;\]&#10;\end{document}" title="IguanaTex Shape Display">
            <a:extLst>
              <a:ext uri="{FF2B5EF4-FFF2-40B4-BE49-F238E27FC236}">
                <a16:creationId xmlns:a16="http://schemas.microsoft.com/office/drawing/2014/main" id="{31FCE9D6-8BF7-2AF3-2B8D-198CF3FC95B1}"/>
              </a:ext>
            </a:extLst>
          </p:cNvPr>
          <p:cNvGrpSpPr>
            <a:grpSpLocks noChangeAspect="1"/>
          </p:cNvGrpSpPr>
          <p:nvPr>
            <p:custDataLst>
              <p:tags r:id="rId9"/>
            </p:custDataLst>
          </p:nvPr>
        </p:nvGrpSpPr>
        <p:grpSpPr>
          <a:xfrm>
            <a:off x="1130300" y="4165600"/>
            <a:ext cx="1958200" cy="458574"/>
            <a:chOff x="3734733" y="5144218"/>
            <a:chExt cx="1958200" cy="458574"/>
          </a:xfrm>
        </p:grpSpPr>
        <p:sp>
          <p:nvSpPr>
            <p:cNvPr id="3192" name="Freeform: Shape 3191">
              <a:extLst>
                <a:ext uri="{FF2B5EF4-FFF2-40B4-BE49-F238E27FC236}">
                  <a16:creationId xmlns:a16="http://schemas.microsoft.com/office/drawing/2014/main" id="{6CDCF1E9-6A5C-8F8C-18F2-8B0D3D9BB3B2}"/>
                </a:ext>
              </a:extLst>
            </p:cNvPr>
            <p:cNvSpPr/>
            <p:nvPr>
              <p:custDataLst>
                <p:tags r:id="rId10"/>
              </p:custDataLst>
            </p:nvPr>
          </p:nvSpPr>
          <p:spPr>
            <a:xfrm>
              <a:off x="3734733" y="5307375"/>
              <a:ext cx="109390" cy="104437"/>
            </a:xfrm>
            <a:custGeom>
              <a:avLst/>
              <a:gdLst>
                <a:gd name="csX0" fmla="*/ 40463 w 109390"/>
                <a:gd name="csY0" fmla="*/ 56199 h 104437"/>
                <a:gd name="csX1" fmla="*/ 66508 w 109390"/>
                <a:gd name="csY1" fmla="*/ 56199 h 104437"/>
                <a:gd name="csX2" fmla="*/ 109559 w 109390"/>
                <a:gd name="csY2" fmla="*/ 23170 h 104437"/>
                <a:gd name="csX3" fmla="*/ 79377 w 109390"/>
                <a:gd name="csY3" fmla="*/ 81 h 104437"/>
                <a:gd name="csX4" fmla="*/ 29738 w 109390"/>
                <a:gd name="csY4" fmla="*/ 81 h 104437"/>
                <a:gd name="csX5" fmla="*/ 25142 w 109390"/>
                <a:gd name="csY5" fmla="*/ 2986 h 104437"/>
                <a:gd name="csX6" fmla="*/ 29585 w 109390"/>
                <a:gd name="csY6" fmla="*/ 4821 h 104437"/>
                <a:gd name="csX7" fmla="*/ 36173 w 109390"/>
                <a:gd name="csY7" fmla="*/ 5127 h 104437"/>
                <a:gd name="csX8" fmla="*/ 39543 w 109390"/>
                <a:gd name="csY8" fmla="*/ 7574 h 104437"/>
                <a:gd name="csX9" fmla="*/ 38931 w 109390"/>
                <a:gd name="csY9" fmla="*/ 10479 h 104437"/>
                <a:gd name="csX10" fmla="*/ 18401 w 109390"/>
                <a:gd name="csY10" fmla="*/ 92591 h 104437"/>
                <a:gd name="csX11" fmla="*/ 4459 w 109390"/>
                <a:gd name="csY11" fmla="*/ 99778 h 104437"/>
                <a:gd name="csX12" fmla="*/ 169 w 109390"/>
                <a:gd name="csY12" fmla="*/ 102683 h 104437"/>
                <a:gd name="csX13" fmla="*/ 2467 w 109390"/>
                <a:gd name="csY13" fmla="*/ 104518 h 104437"/>
                <a:gd name="csX14" fmla="*/ 21924 w 109390"/>
                <a:gd name="csY14" fmla="*/ 104059 h 104437"/>
                <a:gd name="csX15" fmla="*/ 31730 w 109390"/>
                <a:gd name="csY15" fmla="*/ 104212 h 104437"/>
                <a:gd name="csX16" fmla="*/ 41688 w 109390"/>
                <a:gd name="csY16" fmla="*/ 104518 h 104437"/>
                <a:gd name="csX17" fmla="*/ 44752 w 109390"/>
                <a:gd name="csY17" fmla="*/ 101460 h 104437"/>
                <a:gd name="csX18" fmla="*/ 40463 w 109390"/>
                <a:gd name="csY18" fmla="*/ 99778 h 104437"/>
                <a:gd name="csX19" fmla="*/ 30504 w 109390"/>
                <a:gd name="csY19" fmla="*/ 97026 h 104437"/>
                <a:gd name="csX20" fmla="*/ 30964 w 109390"/>
                <a:gd name="csY20" fmla="*/ 94426 h 104437"/>
                <a:gd name="csX21" fmla="*/ 40463 w 109390"/>
                <a:gd name="csY21" fmla="*/ 56199 h 104437"/>
                <a:gd name="csX22" fmla="*/ 51494 w 109390"/>
                <a:gd name="csY22" fmla="*/ 10632 h 104437"/>
                <a:gd name="csX23" fmla="*/ 59767 w 109390"/>
                <a:gd name="csY23" fmla="*/ 4821 h 104437"/>
                <a:gd name="csX24" fmla="*/ 74475 w 109390"/>
                <a:gd name="csY24" fmla="*/ 4821 h 104437"/>
                <a:gd name="csX25" fmla="*/ 95311 w 109390"/>
                <a:gd name="csY25" fmla="*/ 19501 h 104437"/>
                <a:gd name="csX26" fmla="*/ 86272 w 109390"/>
                <a:gd name="csY26" fmla="*/ 44119 h 104437"/>
                <a:gd name="csX27" fmla="*/ 62678 w 109390"/>
                <a:gd name="csY27" fmla="*/ 52223 h 104437"/>
                <a:gd name="csX28" fmla="*/ 41075 w 109390"/>
                <a:gd name="csY28" fmla="*/ 52223 h 104437"/>
                <a:gd name="csX29" fmla="*/ 51494 w 109390"/>
                <a:gd name="csY29" fmla="*/ 10632 h 1044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09390" h="104437">
                  <a:moveTo>
                    <a:pt x="40463" y="56199"/>
                  </a:moveTo>
                  <a:lnTo>
                    <a:pt x="66508" y="56199"/>
                  </a:lnTo>
                  <a:cubicBezTo>
                    <a:pt x="88264" y="56199"/>
                    <a:pt x="109559" y="40296"/>
                    <a:pt x="109559" y="23170"/>
                  </a:cubicBezTo>
                  <a:cubicBezTo>
                    <a:pt x="109559" y="11396"/>
                    <a:pt x="99448" y="81"/>
                    <a:pt x="79377" y="81"/>
                  </a:cubicBezTo>
                  <a:lnTo>
                    <a:pt x="29738" y="81"/>
                  </a:lnTo>
                  <a:cubicBezTo>
                    <a:pt x="26827" y="81"/>
                    <a:pt x="25142" y="81"/>
                    <a:pt x="25142" y="2986"/>
                  </a:cubicBezTo>
                  <a:cubicBezTo>
                    <a:pt x="25142" y="4821"/>
                    <a:pt x="26521" y="4821"/>
                    <a:pt x="29585" y="4821"/>
                  </a:cubicBezTo>
                  <a:cubicBezTo>
                    <a:pt x="31577" y="4821"/>
                    <a:pt x="34334" y="4974"/>
                    <a:pt x="36173" y="5127"/>
                  </a:cubicBezTo>
                  <a:cubicBezTo>
                    <a:pt x="38624" y="5433"/>
                    <a:pt x="39543" y="5892"/>
                    <a:pt x="39543" y="7574"/>
                  </a:cubicBezTo>
                  <a:cubicBezTo>
                    <a:pt x="39543" y="8185"/>
                    <a:pt x="39390" y="8644"/>
                    <a:pt x="38931" y="10479"/>
                  </a:cubicBezTo>
                  <a:lnTo>
                    <a:pt x="18401" y="92591"/>
                  </a:lnTo>
                  <a:cubicBezTo>
                    <a:pt x="16869" y="98555"/>
                    <a:pt x="16562" y="99778"/>
                    <a:pt x="4459" y="99778"/>
                  </a:cubicBezTo>
                  <a:cubicBezTo>
                    <a:pt x="1854" y="99778"/>
                    <a:pt x="169" y="99778"/>
                    <a:pt x="169" y="102683"/>
                  </a:cubicBezTo>
                  <a:cubicBezTo>
                    <a:pt x="169" y="104518"/>
                    <a:pt x="2007" y="104518"/>
                    <a:pt x="2467" y="104518"/>
                  </a:cubicBezTo>
                  <a:cubicBezTo>
                    <a:pt x="6757" y="104518"/>
                    <a:pt x="17635" y="104059"/>
                    <a:pt x="21924" y="104059"/>
                  </a:cubicBezTo>
                  <a:cubicBezTo>
                    <a:pt x="25142" y="104059"/>
                    <a:pt x="28512" y="104212"/>
                    <a:pt x="31730" y="104212"/>
                  </a:cubicBezTo>
                  <a:cubicBezTo>
                    <a:pt x="35100" y="104212"/>
                    <a:pt x="38471" y="104518"/>
                    <a:pt x="41688" y="104518"/>
                  </a:cubicBezTo>
                  <a:cubicBezTo>
                    <a:pt x="42761" y="104518"/>
                    <a:pt x="44752" y="104518"/>
                    <a:pt x="44752" y="101460"/>
                  </a:cubicBezTo>
                  <a:cubicBezTo>
                    <a:pt x="44752" y="99778"/>
                    <a:pt x="43374" y="99778"/>
                    <a:pt x="40463" y="99778"/>
                  </a:cubicBezTo>
                  <a:cubicBezTo>
                    <a:pt x="34794" y="99778"/>
                    <a:pt x="30504" y="99778"/>
                    <a:pt x="30504" y="97026"/>
                  </a:cubicBezTo>
                  <a:cubicBezTo>
                    <a:pt x="30504" y="96108"/>
                    <a:pt x="30811" y="95344"/>
                    <a:pt x="30964" y="94426"/>
                  </a:cubicBezTo>
                  <a:lnTo>
                    <a:pt x="40463" y="56199"/>
                  </a:lnTo>
                  <a:close/>
                  <a:moveTo>
                    <a:pt x="51494" y="10632"/>
                  </a:moveTo>
                  <a:cubicBezTo>
                    <a:pt x="52873" y="5280"/>
                    <a:pt x="53179" y="4821"/>
                    <a:pt x="59767" y="4821"/>
                  </a:cubicBezTo>
                  <a:lnTo>
                    <a:pt x="74475" y="4821"/>
                  </a:lnTo>
                  <a:cubicBezTo>
                    <a:pt x="87191" y="4821"/>
                    <a:pt x="95311" y="8950"/>
                    <a:pt x="95311" y="19501"/>
                  </a:cubicBezTo>
                  <a:cubicBezTo>
                    <a:pt x="95311" y="25464"/>
                    <a:pt x="92247" y="38614"/>
                    <a:pt x="86272" y="44119"/>
                  </a:cubicBezTo>
                  <a:cubicBezTo>
                    <a:pt x="78611" y="51000"/>
                    <a:pt x="69419" y="52223"/>
                    <a:pt x="62678" y="52223"/>
                  </a:cubicBezTo>
                  <a:lnTo>
                    <a:pt x="41075" y="52223"/>
                  </a:lnTo>
                  <a:lnTo>
                    <a:pt x="51494" y="10632"/>
                  </a:lnTo>
                  <a:close/>
                </a:path>
              </a:pathLst>
            </a:custGeom>
            <a:solidFill>
              <a:srgbClr val="000000"/>
            </a:solidFill>
            <a:ln w="25400" cap="flat">
              <a:noFill/>
              <a:prstDash val="solid"/>
              <a:miter/>
            </a:ln>
          </p:spPr>
          <p:txBody>
            <a:bodyPr/>
            <a:lstStyle/>
            <a:p>
              <a:endParaRPr lang="en-US"/>
            </a:p>
          </p:txBody>
        </p:sp>
        <p:sp>
          <p:nvSpPr>
            <p:cNvPr id="3193" name="Freeform: Shape 3192">
              <a:extLst>
                <a:ext uri="{FF2B5EF4-FFF2-40B4-BE49-F238E27FC236}">
                  <a16:creationId xmlns:a16="http://schemas.microsoft.com/office/drawing/2014/main" id="{30779866-C054-2B73-DCD7-9F31F4BE2A07}"/>
                </a:ext>
              </a:extLst>
            </p:cNvPr>
            <p:cNvSpPr/>
            <p:nvPr>
              <p:custDataLst>
                <p:tags r:id="rId11"/>
              </p:custDataLst>
            </p:nvPr>
          </p:nvSpPr>
          <p:spPr>
            <a:xfrm>
              <a:off x="3863413" y="5297130"/>
              <a:ext cx="35544" cy="152909"/>
            </a:xfrm>
            <a:custGeom>
              <a:avLst/>
              <a:gdLst>
                <a:gd name="csX0" fmla="*/ 35721 w 35544"/>
                <a:gd name="csY0" fmla="*/ 151461 h 152909"/>
                <a:gd name="csX1" fmla="*/ 33116 w 35544"/>
                <a:gd name="csY1" fmla="*/ 148097 h 152909"/>
                <a:gd name="csX2" fmla="*/ 9063 w 35544"/>
                <a:gd name="csY2" fmla="*/ 76536 h 152909"/>
                <a:gd name="csX3" fmla="*/ 33729 w 35544"/>
                <a:gd name="csY3" fmla="*/ 4210 h 152909"/>
                <a:gd name="csX4" fmla="*/ 35721 w 35544"/>
                <a:gd name="csY4" fmla="*/ 1610 h 152909"/>
                <a:gd name="csX5" fmla="*/ 34189 w 35544"/>
                <a:gd name="csY5" fmla="*/ 81 h 152909"/>
                <a:gd name="csX6" fmla="*/ 9829 w 35544"/>
                <a:gd name="csY6" fmla="*/ 29899 h 152909"/>
                <a:gd name="csX7" fmla="*/ 177 w 35544"/>
                <a:gd name="csY7" fmla="*/ 76536 h 152909"/>
                <a:gd name="csX8" fmla="*/ 10288 w 35544"/>
                <a:gd name="csY8" fmla="*/ 124244 h 152909"/>
                <a:gd name="csX9" fmla="*/ 34189 w 35544"/>
                <a:gd name="csY9" fmla="*/ 152990 h 152909"/>
                <a:gd name="csX10" fmla="*/ 35721 w 35544"/>
                <a:gd name="csY10" fmla="*/ 151461 h 152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544" h="152909">
                  <a:moveTo>
                    <a:pt x="35721" y="151461"/>
                  </a:moveTo>
                  <a:cubicBezTo>
                    <a:pt x="35721" y="151003"/>
                    <a:pt x="35721" y="150697"/>
                    <a:pt x="33116" y="148097"/>
                  </a:cubicBezTo>
                  <a:cubicBezTo>
                    <a:pt x="13965" y="128831"/>
                    <a:pt x="9063" y="99931"/>
                    <a:pt x="9063" y="76536"/>
                  </a:cubicBezTo>
                  <a:cubicBezTo>
                    <a:pt x="9063" y="49930"/>
                    <a:pt x="14885" y="23323"/>
                    <a:pt x="33729" y="4210"/>
                  </a:cubicBezTo>
                  <a:cubicBezTo>
                    <a:pt x="35721" y="2375"/>
                    <a:pt x="35721" y="2069"/>
                    <a:pt x="35721" y="1610"/>
                  </a:cubicBezTo>
                  <a:cubicBezTo>
                    <a:pt x="35721" y="540"/>
                    <a:pt x="35108" y="81"/>
                    <a:pt x="34189" y="81"/>
                  </a:cubicBezTo>
                  <a:cubicBezTo>
                    <a:pt x="32657" y="81"/>
                    <a:pt x="18868" y="10479"/>
                    <a:pt x="9829" y="29899"/>
                  </a:cubicBezTo>
                  <a:cubicBezTo>
                    <a:pt x="2015" y="46719"/>
                    <a:pt x="177" y="63691"/>
                    <a:pt x="177" y="76536"/>
                  </a:cubicBezTo>
                  <a:cubicBezTo>
                    <a:pt x="177" y="88463"/>
                    <a:pt x="1862" y="106965"/>
                    <a:pt x="10288" y="124244"/>
                  </a:cubicBezTo>
                  <a:cubicBezTo>
                    <a:pt x="19481" y="143051"/>
                    <a:pt x="32657" y="152990"/>
                    <a:pt x="34189" y="152990"/>
                  </a:cubicBezTo>
                  <a:cubicBezTo>
                    <a:pt x="35108" y="152990"/>
                    <a:pt x="35721" y="152532"/>
                    <a:pt x="35721" y="151461"/>
                  </a:cubicBezTo>
                  <a:close/>
                </a:path>
              </a:pathLst>
            </a:custGeom>
            <a:solidFill>
              <a:srgbClr val="000000"/>
            </a:solidFill>
            <a:ln w="25400" cap="flat">
              <a:noFill/>
              <a:prstDash val="solid"/>
              <a:miter/>
            </a:ln>
          </p:spPr>
          <p:txBody>
            <a:bodyPr/>
            <a:lstStyle/>
            <a:p>
              <a:endParaRPr lang="en-US"/>
            </a:p>
          </p:txBody>
        </p:sp>
        <p:sp>
          <p:nvSpPr>
            <p:cNvPr id="3194" name="Freeform: Shape 3193">
              <a:extLst>
                <a:ext uri="{FF2B5EF4-FFF2-40B4-BE49-F238E27FC236}">
                  <a16:creationId xmlns:a16="http://schemas.microsoft.com/office/drawing/2014/main" id="{3CF16420-6478-7449-24E4-7CAD7DDFB956}"/>
                </a:ext>
              </a:extLst>
            </p:cNvPr>
            <p:cNvSpPr/>
            <p:nvPr>
              <p:custDataLst>
                <p:tags r:id="rId12"/>
              </p:custDataLst>
            </p:nvPr>
          </p:nvSpPr>
          <p:spPr>
            <a:xfrm>
              <a:off x="3913189" y="5307375"/>
              <a:ext cx="111382" cy="104437"/>
            </a:xfrm>
            <a:custGeom>
              <a:avLst/>
              <a:gdLst>
                <a:gd name="csX0" fmla="*/ 86284 w 111382"/>
                <a:gd name="csY0" fmla="*/ 17513 h 104437"/>
                <a:gd name="csX1" fmla="*/ 88428 w 111382"/>
                <a:gd name="csY1" fmla="*/ 15372 h 104437"/>
                <a:gd name="csX2" fmla="*/ 108499 w 111382"/>
                <a:gd name="csY2" fmla="*/ 4821 h 104437"/>
                <a:gd name="csX3" fmla="*/ 111563 w 111382"/>
                <a:gd name="csY3" fmla="*/ 1916 h 104437"/>
                <a:gd name="csX4" fmla="*/ 109571 w 111382"/>
                <a:gd name="csY4" fmla="*/ 81 h 104437"/>
                <a:gd name="csX5" fmla="*/ 97008 w 111382"/>
                <a:gd name="csY5" fmla="*/ 540 h 104437"/>
                <a:gd name="csX6" fmla="*/ 81687 w 111382"/>
                <a:gd name="csY6" fmla="*/ 81 h 104437"/>
                <a:gd name="csX7" fmla="*/ 78776 w 111382"/>
                <a:gd name="csY7" fmla="*/ 2986 h 104437"/>
                <a:gd name="csX8" fmla="*/ 81074 w 111382"/>
                <a:gd name="csY8" fmla="*/ 4821 h 104437"/>
                <a:gd name="csX9" fmla="*/ 86590 w 111382"/>
                <a:gd name="csY9" fmla="*/ 8338 h 104437"/>
                <a:gd name="csX10" fmla="*/ 82453 w 111382"/>
                <a:gd name="csY10" fmla="*/ 15678 h 104437"/>
                <a:gd name="csX11" fmla="*/ 46909 w 111382"/>
                <a:gd name="csY11" fmla="*/ 56505 h 104437"/>
                <a:gd name="csX12" fmla="*/ 30056 w 111382"/>
                <a:gd name="csY12" fmla="*/ 11091 h 104437"/>
                <a:gd name="csX13" fmla="*/ 29137 w 111382"/>
                <a:gd name="csY13" fmla="*/ 8491 h 104437"/>
                <a:gd name="csX14" fmla="*/ 38176 w 111382"/>
                <a:gd name="csY14" fmla="*/ 4821 h 104437"/>
                <a:gd name="csX15" fmla="*/ 41853 w 111382"/>
                <a:gd name="csY15" fmla="*/ 1763 h 104437"/>
                <a:gd name="csX16" fmla="*/ 39555 w 111382"/>
                <a:gd name="csY16" fmla="*/ 81 h 104437"/>
                <a:gd name="csX17" fmla="*/ 20251 w 111382"/>
                <a:gd name="csY17" fmla="*/ 540 h 104437"/>
                <a:gd name="csX18" fmla="*/ 3092 w 111382"/>
                <a:gd name="csY18" fmla="*/ 81 h 104437"/>
                <a:gd name="csX19" fmla="*/ 181 w 111382"/>
                <a:gd name="csY19" fmla="*/ 3139 h 104437"/>
                <a:gd name="csX20" fmla="*/ 3704 w 111382"/>
                <a:gd name="csY20" fmla="*/ 4821 h 104437"/>
                <a:gd name="csX21" fmla="*/ 14889 w 111382"/>
                <a:gd name="csY21" fmla="*/ 10020 h 104437"/>
                <a:gd name="csX22" fmla="*/ 33733 w 111382"/>
                <a:gd name="csY22" fmla="*/ 60327 h 104437"/>
                <a:gd name="csX23" fmla="*/ 34346 w 111382"/>
                <a:gd name="csY23" fmla="*/ 62927 h 104437"/>
                <a:gd name="csX24" fmla="*/ 27452 w 111382"/>
                <a:gd name="csY24" fmla="*/ 90756 h 104437"/>
                <a:gd name="csX25" fmla="*/ 13050 w 111382"/>
                <a:gd name="csY25" fmla="*/ 99778 h 104437"/>
                <a:gd name="csX26" fmla="*/ 8913 w 111382"/>
                <a:gd name="csY26" fmla="*/ 102836 h 104437"/>
                <a:gd name="csX27" fmla="*/ 11058 w 111382"/>
                <a:gd name="csY27" fmla="*/ 104518 h 104437"/>
                <a:gd name="csX28" fmla="*/ 30363 w 111382"/>
                <a:gd name="csY28" fmla="*/ 104059 h 104437"/>
                <a:gd name="csX29" fmla="*/ 49973 w 111382"/>
                <a:gd name="csY29" fmla="*/ 104518 h 104437"/>
                <a:gd name="csX30" fmla="*/ 52884 w 111382"/>
                <a:gd name="csY30" fmla="*/ 101460 h 104437"/>
                <a:gd name="csX31" fmla="*/ 48594 w 111382"/>
                <a:gd name="csY31" fmla="*/ 99778 h 104437"/>
                <a:gd name="csX32" fmla="*/ 42772 w 111382"/>
                <a:gd name="csY32" fmla="*/ 99472 h 104437"/>
                <a:gd name="csX33" fmla="*/ 38636 w 111382"/>
                <a:gd name="csY33" fmla="*/ 97026 h 104437"/>
                <a:gd name="csX34" fmla="*/ 40781 w 111382"/>
                <a:gd name="csY34" fmla="*/ 87392 h 104437"/>
                <a:gd name="csX35" fmla="*/ 46143 w 111382"/>
                <a:gd name="csY35" fmla="*/ 65832 h 104437"/>
                <a:gd name="csX36" fmla="*/ 48288 w 111382"/>
                <a:gd name="csY36" fmla="*/ 61092 h 104437"/>
                <a:gd name="csX37" fmla="*/ 86284 w 111382"/>
                <a:gd name="csY37" fmla="*/ 17513 h 1044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11382" h="104437">
                  <a:moveTo>
                    <a:pt x="86284" y="17513"/>
                  </a:moveTo>
                  <a:lnTo>
                    <a:pt x="88428" y="15372"/>
                  </a:lnTo>
                  <a:cubicBezTo>
                    <a:pt x="93025" y="10785"/>
                    <a:pt x="98081" y="5586"/>
                    <a:pt x="108499" y="4821"/>
                  </a:cubicBezTo>
                  <a:cubicBezTo>
                    <a:pt x="110184" y="4668"/>
                    <a:pt x="111563" y="4668"/>
                    <a:pt x="111563" y="1916"/>
                  </a:cubicBezTo>
                  <a:cubicBezTo>
                    <a:pt x="111563" y="693"/>
                    <a:pt x="110797" y="81"/>
                    <a:pt x="109571" y="81"/>
                  </a:cubicBezTo>
                  <a:cubicBezTo>
                    <a:pt x="105588" y="81"/>
                    <a:pt x="101145" y="540"/>
                    <a:pt x="97008" y="540"/>
                  </a:cubicBezTo>
                  <a:cubicBezTo>
                    <a:pt x="91952" y="540"/>
                    <a:pt x="86590" y="81"/>
                    <a:pt x="81687" y="81"/>
                  </a:cubicBezTo>
                  <a:cubicBezTo>
                    <a:pt x="80768" y="81"/>
                    <a:pt x="78776" y="81"/>
                    <a:pt x="78776" y="2986"/>
                  </a:cubicBezTo>
                  <a:cubicBezTo>
                    <a:pt x="78776" y="4668"/>
                    <a:pt x="80308" y="4821"/>
                    <a:pt x="81074" y="4821"/>
                  </a:cubicBezTo>
                  <a:cubicBezTo>
                    <a:pt x="82147" y="4821"/>
                    <a:pt x="86590" y="5127"/>
                    <a:pt x="86590" y="8338"/>
                  </a:cubicBezTo>
                  <a:cubicBezTo>
                    <a:pt x="86590" y="10938"/>
                    <a:pt x="83066" y="14913"/>
                    <a:pt x="82453" y="15678"/>
                  </a:cubicBezTo>
                  <a:lnTo>
                    <a:pt x="46909" y="56505"/>
                  </a:lnTo>
                  <a:lnTo>
                    <a:pt x="30056" y="11091"/>
                  </a:lnTo>
                  <a:cubicBezTo>
                    <a:pt x="29137" y="8950"/>
                    <a:pt x="29137" y="8644"/>
                    <a:pt x="29137" y="8491"/>
                  </a:cubicBezTo>
                  <a:cubicBezTo>
                    <a:pt x="29137" y="4821"/>
                    <a:pt x="36644" y="4821"/>
                    <a:pt x="38176" y="4821"/>
                  </a:cubicBezTo>
                  <a:cubicBezTo>
                    <a:pt x="40321" y="4821"/>
                    <a:pt x="41853" y="4821"/>
                    <a:pt x="41853" y="1763"/>
                  </a:cubicBezTo>
                  <a:cubicBezTo>
                    <a:pt x="41853" y="81"/>
                    <a:pt x="40015" y="81"/>
                    <a:pt x="39555" y="81"/>
                  </a:cubicBezTo>
                  <a:cubicBezTo>
                    <a:pt x="35265" y="81"/>
                    <a:pt x="24541" y="540"/>
                    <a:pt x="20251" y="540"/>
                  </a:cubicBezTo>
                  <a:cubicBezTo>
                    <a:pt x="16421" y="540"/>
                    <a:pt x="6922" y="81"/>
                    <a:pt x="3092" y="81"/>
                  </a:cubicBezTo>
                  <a:cubicBezTo>
                    <a:pt x="2172" y="81"/>
                    <a:pt x="181" y="81"/>
                    <a:pt x="181" y="3139"/>
                  </a:cubicBezTo>
                  <a:cubicBezTo>
                    <a:pt x="181" y="4821"/>
                    <a:pt x="1713" y="4821"/>
                    <a:pt x="3704" y="4821"/>
                  </a:cubicBezTo>
                  <a:cubicBezTo>
                    <a:pt x="12897" y="4821"/>
                    <a:pt x="13510" y="6198"/>
                    <a:pt x="14889" y="10020"/>
                  </a:cubicBezTo>
                  <a:lnTo>
                    <a:pt x="33733" y="60327"/>
                  </a:lnTo>
                  <a:cubicBezTo>
                    <a:pt x="33886" y="60786"/>
                    <a:pt x="34346" y="62468"/>
                    <a:pt x="34346" y="62927"/>
                  </a:cubicBezTo>
                  <a:cubicBezTo>
                    <a:pt x="34346" y="63386"/>
                    <a:pt x="28218" y="88004"/>
                    <a:pt x="27452" y="90756"/>
                  </a:cubicBezTo>
                  <a:cubicBezTo>
                    <a:pt x="25460" y="99166"/>
                    <a:pt x="25307" y="99625"/>
                    <a:pt x="13050" y="99778"/>
                  </a:cubicBezTo>
                  <a:cubicBezTo>
                    <a:pt x="10139" y="99778"/>
                    <a:pt x="8913" y="99778"/>
                    <a:pt x="8913" y="102836"/>
                  </a:cubicBezTo>
                  <a:cubicBezTo>
                    <a:pt x="8913" y="104518"/>
                    <a:pt x="10752" y="104518"/>
                    <a:pt x="11058" y="104518"/>
                  </a:cubicBezTo>
                  <a:cubicBezTo>
                    <a:pt x="15348" y="104518"/>
                    <a:pt x="26073" y="104059"/>
                    <a:pt x="30363" y="104059"/>
                  </a:cubicBezTo>
                  <a:cubicBezTo>
                    <a:pt x="34652" y="104059"/>
                    <a:pt x="45683" y="104518"/>
                    <a:pt x="49973" y="104518"/>
                  </a:cubicBezTo>
                  <a:cubicBezTo>
                    <a:pt x="51046" y="104518"/>
                    <a:pt x="52884" y="104518"/>
                    <a:pt x="52884" y="101460"/>
                  </a:cubicBezTo>
                  <a:cubicBezTo>
                    <a:pt x="52884" y="99778"/>
                    <a:pt x="51505" y="99778"/>
                    <a:pt x="48594" y="99778"/>
                  </a:cubicBezTo>
                  <a:cubicBezTo>
                    <a:pt x="48288" y="99778"/>
                    <a:pt x="45377" y="99778"/>
                    <a:pt x="42772" y="99472"/>
                  </a:cubicBezTo>
                  <a:cubicBezTo>
                    <a:pt x="39555" y="99166"/>
                    <a:pt x="38636" y="98861"/>
                    <a:pt x="38636" y="97026"/>
                  </a:cubicBezTo>
                  <a:cubicBezTo>
                    <a:pt x="38636" y="95955"/>
                    <a:pt x="40015" y="90603"/>
                    <a:pt x="40781" y="87392"/>
                  </a:cubicBezTo>
                  <a:lnTo>
                    <a:pt x="46143" y="65832"/>
                  </a:lnTo>
                  <a:cubicBezTo>
                    <a:pt x="46909" y="62927"/>
                    <a:pt x="47062" y="62468"/>
                    <a:pt x="48288" y="61092"/>
                  </a:cubicBezTo>
                  <a:lnTo>
                    <a:pt x="86284" y="17513"/>
                  </a:lnTo>
                  <a:close/>
                </a:path>
              </a:pathLst>
            </a:custGeom>
            <a:solidFill>
              <a:srgbClr val="000000"/>
            </a:solidFill>
            <a:ln w="25400" cap="flat">
              <a:noFill/>
              <a:prstDash val="solid"/>
              <a:miter/>
            </a:ln>
          </p:spPr>
          <p:txBody>
            <a:bodyPr/>
            <a:lstStyle/>
            <a:p>
              <a:endParaRPr lang="en-US"/>
            </a:p>
          </p:txBody>
        </p:sp>
        <p:sp>
          <p:nvSpPr>
            <p:cNvPr id="3195" name="Freeform: Shape 3194">
              <a:extLst>
                <a:ext uri="{FF2B5EF4-FFF2-40B4-BE49-F238E27FC236}">
                  <a16:creationId xmlns:a16="http://schemas.microsoft.com/office/drawing/2014/main" id="{5F3CFFB9-CEC9-946A-091D-086F8A370C7B}"/>
                </a:ext>
              </a:extLst>
            </p:cNvPr>
            <p:cNvSpPr/>
            <p:nvPr>
              <p:custDataLst>
                <p:tags r:id="rId13"/>
              </p:custDataLst>
            </p:nvPr>
          </p:nvSpPr>
          <p:spPr>
            <a:xfrm>
              <a:off x="4081955" y="5355694"/>
              <a:ext cx="101883" cy="35780"/>
            </a:xfrm>
            <a:custGeom>
              <a:avLst/>
              <a:gdLst>
                <a:gd name="csX0" fmla="*/ 96866 w 101883"/>
                <a:gd name="csY0" fmla="*/ 6198 h 35780"/>
                <a:gd name="csX1" fmla="*/ 102075 w 101883"/>
                <a:gd name="csY1" fmla="*/ 3139 h 35780"/>
                <a:gd name="csX2" fmla="*/ 97019 w 101883"/>
                <a:gd name="csY2" fmla="*/ 81 h 35780"/>
                <a:gd name="csX3" fmla="*/ 5247 w 101883"/>
                <a:gd name="csY3" fmla="*/ 81 h 35780"/>
                <a:gd name="csX4" fmla="*/ 191 w 101883"/>
                <a:gd name="csY4" fmla="*/ 3139 h 35780"/>
                <a:gd name="csX5" fmla="*/ 5400 w 101883"/>
                <a:gd name="csY5" fmla="*/ 6198 h 35780"/>
                <a:gd name="csX6" fmla="*/ 96866 w 101883"/>
                <a:gd name="csY6" fmla="*/ 6198 h 35780"/>
                <a:gd name="csX7" fmla="*/ 97019 w 101883"/>
                <a:gd name="csY7" fmla="*/ 35862 h 35780"/>
                <a:gd name="csX8" fmla="*/ 102075 w 101883"/>
                <a:gd name="csY8" fmla="*/ 32804 h 35780"/>
                <a:gd name="csX9" fmla="*/ 96866 w 101883"/>
                <a:gd name="csY9" fmla="*/ 29746 h 35780"/>
                <a:gd name="csX10" fmla="*/ 5400 w 101883"/>
                <a:gd name="csY10" fmla="*/ 29746 h 35780"/>
                <a:gd name="csX11" fmla="*/ 191 w 101883"/>
                <a:gd name="csY11" fmla="*/ 32804 h 35780"/>
                <a:gd name="csX12" fmla="*/ 5247 w 101883"/>
                <a:gd name="csY12" fmla="*/ 35862 h 35780"/>
                <a:gd name="csX13" fmla="*/ 97019 w 101883"/>
                <a:gd name="csY13" fmla="*/ 35862 h 35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01883" h="35780">
                  <a:moveTo>
                    <a:pt x="96866" y="6198"/>
                  </a:moveTo>
                  <a:cubicBezTo>
                    <a:pt x="99164" y="6198"/>
                    <a:pt x="102075" y="6198"/>
                    <a:pt x="102075" y="3139"/>
                  </a:cubicBezTo>
                  <a:cubicBezTo>
                    <a:pt x="102075" y="81"/>
                    <a:pt x="99164" y="81"/>
                    <a:pt x="97019" y="81"/>
                  </a:cubicBezTo>
                  <a:lnTo>
                    <a:pt x="5247" y="81"/>
                  </a:lnTo>
                  <a:cubicBezTo>
                    <a:pt x="3102" y="81"/>
                    <a:pt x="191" y="81"/>
                    <a:pt x="191" y="3139"/>
                  </a:cubicBezTo>
                  <a:cubicBezTo>
                    <a:pt x="191" y="6198"/>
                    <a:pt x="3102" y="6198"/>
                    <a:pt x="5400" y="6198"/>
                  </a:cubicBezTo>
                  <a:lnTo>
                    <a:pt x="96866" y="6198"/>
                  </a:lnTo>
                  <a:close/>
                  <a:moveTo>
                    <a:pt x="97019" y="35862"/>
                  </a:moveTo>
                  <a:cubicBezTo>
                    <a:pt x="99164" y="35862"/>
                    <a:pt x="102075" y="35862"/>
                    <a:pt x="102075" y="32804"/>
                  </a:cubicBezTo>
                  <a:cubicBezTo>
                    <a:pt x="102075" y="29746"/>
                    <a:pt x="99164" y="29746"/>
                    <a:pt x="96866" y="29746"/>
                  </a:cubicBezTo>
                  <a:lnTo>
                    <a:pt x="5400" y="29746"/>
                  </a:lnTo>
                  <a:cubicBezTo>
                    <a:pt x="3102" y="29746"/>
                    <a:pt x="191" y="29746"/>
                    <a:pt x="191" y="32804"/>
                  </a:cubicBezTo>
                  <a:cubicBezTo>
                    <a:pt x="191" y="35862"/>
                    <a:pt x="3102" y="35862"/>
                    <a:pt x="5247" y="35862"/>
                  </a:cubicBezTo>
                  <a:lnTo>
                    <a:pt x="97019" y="35862"/>
                  </a:lnTo>
                  <a:close/>
                </a:path>
              </a:pathLst>
            </a:custGeom>
            <a:solidFill>
              <a:srgbClr val="000000"/>
            </a:solidFill>
            <a:ln w="25400" cap="flat">
              <a:noFill/>
              <a:prstDash val="solid"/>
              <a:miter/>
            </a:ln>
          </p:spPr>
          <p:txBody>
            <a:bodyPr/>
            <a:lstStyle/>
            <a:p>
              <a:endParaRPr lang="en-US"/>
            </a:p>
          </p:txBody>
        </p:sp>
        <p:sp>
          <p:nvSpPr>
            <p:cNvPr id="3196" name="Freeform: Shape 3195">
              <a:extLst>
                <a:ext uri="{FF2B5EF4-FFF2-40B4-BE49-F238E27FC236}">
                  <a16:creationId xmlns:a16="http://schemas.microsoft.com/office/drawing/2014/main" id="{85BEF4FB-7FAC-B75B-1EA9-CC1F86697474}"/>
                </a:ext>
              </a:extLst>
            </p:cNvPr>
            <p:cNvSpPr/>
            <p:nvPr>
              <p:custDataLst>
                <p:tags r:id="rId14"/>
              </p:custDataLst>
            </p:nvPr>
          </p:nvSpPr>
          <p:spPr>
            <a:xfrm>
              <a:off x="4239537" y="5344226"/>
              <a:ext cx="70628" cy="98932"/>
            </a:xfrm>
            <a:custGeom>
              <a:avLst/>
              <a:gdLst>
                <a:gd name="csX0" fmla="*/ 70218 w 70628"/>
                <a:gd name="csY0" fmla="*/ 9409 h 98932"/>
                <a:gd name="csX1" fmla="*/ 70831 w 70628"/>
                <a:gd name="csY1" fmla="*/ 5892 h 98932"/>
                <a:gd name="csX2" fmla="*/ 66388 w 70628"/>
                <a:gd name="csY2" fmla="*/ 1763 h 98932"/>
                <a:gd name="csX3" fmla="*/ 61025 w 70628"/>
                <a:gd name="csY3" fmla="*/ 4974 h 98932"/>
                <a:gd name="csX4" fmla="*/ 58881 w 70628"/>
                <a:gd name="csY4" fmla="*/ 13231 h 98932"/>
                <a:gd name="csX5" fmla="*/ 55816 w 70628"/>
                <a:gd name="csY5" fmla="*/ 25464 h 98932"/>
                <a:gd name="csX6" fmla="*/ 48922 w 70628"/>
                <a:gd name="csY6" fmla="*/ 52988 h 98932"/>
                <a:gd name="csX7" fmla="*/ 31610 w 70628"/>
                <a:gd name="csY7" fmla="*/ 65985 h 98932"/>
                <a:gd name="csX8" fmla="*/ 22111 w 70628"/>
                <a:gd name="csY8" fmla="*/ 53599 h 98932"/>
                <a:gd name="csX9" fmla="*/ 29924 w 70628"/>
                <a:gd name="csY9" fmla="*/ 23629 h 98932"/>
                <a:gd name="csX10" fmla="*/ 32988 w 70628"/>
                <a:gd name="csY10" fmla="*/ 12620 h 98932"/>
                <a:gd name="csX11" fmla="*/ 20425 w 70628"/>
                <a:gd name="csY11" fmla="*/ 81 h 98932"/>
                <a:gd name="csX12" fmla="*/ 202 w 70628"/>
                <a:gd name="csY12" fmla="*/ 23629 h 98932"/>
                <a:gd name="csX13" fmla="*/ 2040 w 70628"/>
                <a:gd name="csY13" fmla="*/ 25158 h 98932"/>
                <a:gd name="csX14" fmla="*/ 4492 w 70628"/>
                <a:gd name="csY14" fmla="*/ 22406 h 98932"/>
                <a:gd name="csX15" fmla="*/ 19966 w 70628"/>
                <a:gd name="csY15" fmla="*/ 3445 h 98932"/>
                <a:gd name="csX16" fmla="*/ 23796 w 70628"/>
                <a:gd name="csY16" fmla="*/ 8338 h 98932"/>
                <a:gd name="csX17" fmla="*/ 21191 w 70628"/>
                <a:gd name="csY17" fmla="*/ 19042 h 98932"/>
                <a:gd name="csX18" fmla="*/ 12305 w 70628"/>
                <a:gd name="csY18" fmla="*/ 51153 h 98932"/>
                <a:gd name="csX19" fmla="*/ 30997 w 70628"/>
                <a:gd name="csY19" fmla="*/ 69349 h 98932"/>
                <a:gd name="csX20" fmla="*/ 46471 w 70628"/>
                <a:gd name="csY20" fmla="*/ 62468 h 98932"/>
                <a:gd name="csX21" fmla="*/ 36512 w 70628"/>
                <a:gd name="csY21" fmla="*/ 86016 h 98932"/>
                <a:gd name="csX22" fmla="*/ 19659 w 70628"/>
                <a:gd name="csY22" fmla="*/ 95649 h 98932"/>
                <a:gd name="csX23" fmla="*/ 8015 w 70628"/>
                <a:gd name="csY23" fmla="*/ 89227 h 98932"/>
                <a:gd name="csX24" fmla="*/ 14603 w 70628"/>
                <a:gd name="csY24" fmla="*/ 87392 h 98932"/>
                <a:gd name="csX25" fmla="*/ 17668 w 70628"/>
                <a:gd name="csY25" fmla="*/ 81123 h 98932"/>
                <a:gd name="csX26" fmla="*/ 11999 w 70628"/>
                <a:gd name="csY26" fmla="*/ 75771 h 98932"/>
                <a:gd name="csX27" fmla="*/ 3419 w 70628"/>
                <a:gd name="csY27" fmla="*/ 85710 h 98932"/>
                <a:gd name="csX28" fmla="*/ 19659 w 70628"/>
                <a:gd name="csY28" fmla="*/ 99013 h 98932"/>
                <a:gd name="csX29" fmla="*/ 55510 w 70628"/>
                <a:gd name="csY29" fmla="*/ 67820 h 98932"/>
                <a:gd name="csX30" fmla="*/ 70218 w 70628"/>
                <a:gd name="csY30" fmla="*/ 9409 h 98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70628" h="98932">
                  <a:moveTo>
                    <a:pt x="70218" y="9409"/>
                  </a:moveTo>
                  <a:cubicBezTo>
                    <a:pt x="70831" y="7268"/>
                    <a:pt x="70831" y="6962"/>
                    <a:pt x="70831" y="5892"/>
                  </a:cubicBezTo>
                  <a:cubicBezTo>
                    <a:pt x="70831" y="3139"/>
                    <a:pt x="68686" y="1763"/>
                    <a:pt x="66388" y="1763"/>
                  </a:cubicBezTo>
                  <a:cubicBezTo>
                    <a:pt x="64856" y="1763"/>
                    <a:pt x="62404" y="2681"/>
                    <a:pt x="61025" y="4974"/>
                  </a:cubicBezTo>
                  <a:cubicBezTo>
                    <a:pt x="60719" y="5739"/>
                    <a:pt x="59493" y="10479"/>
                    <a:pt x="58881" y="13231"/>
                  </a:cubicBezTo>
                  <a:cubicBezTo>
                    <a:pt x="57808" y="17207"/>
                    <a:pt x="56736" y="21336"/>
                    <a:pt x="55816" y="25464"/>
                  </a:cubicBezTo>
                  <a:lnTo>
                    <a:pt x="48922" y="52988"/>
                  </a:lnTo>
                  <a:cubicBezTo>
                    <a:pt x="48309" y="55281"/>
                    <a:pt x="41721" y="65985"/>
                    <a:pt x="31610" y="65985"/>
                  </a:cubicBezTo>
                  <a:cubicBezTo>
                    <a:pt x="23796" y="65985"/>
                    <a:pt x="22111" y="59257"/>
                    <a:pt x="22111" y="53599"/>
                  </a:cubicBezTo>
                  <a:cubicBezTo>
                    <a:pt x="22111" y="46566"/>
                    <a:pt x="24715" y="37085"/>
                    <a:pt x="29924" y="23629"/>
                  </a:cubicBezTo>
                  <a:cubicBezTo>
                    <a:pt x="32376" y="17360"/>
                    <a:pt x="32988" y="15678"/>
                    <a:pt x="32988" y="12620"/>
                  </a:cubicBezTo>
                  <a:cubicBezTo>
                    <a:pt x="32988" y="5739"/>
                    <a:pt x="28086" y="81"/>
                    <a:pt x="20425" y="81"/>
                  </a:cubicBezTo>
                  <a:cubicBezTo>
                    <a:pt x="5871" y="81"/>
                    <a:pt x="202" y="22253"/>
                    <a:pt x="202" y="23629"/>
                  </a:cubicBezTo>
                  <a:cubicBezTo>
                    <a:pt x="202" y="25158"/>
                    <a:pt x="1734" y="25158"/>
                    <a:pt x="2040" y="25158"/>
                  </a:cubicBezTo>
                  <a:cubicBezTo>
                    <a:pt x="3572" y="25158"/>
                    <a:pt x="3726" y="24853"/>
                    <a:pt x="4492" y="22406"/>
                  </a:cubicBezTo>
                  <a:cubicBezTo>
                    <a:pt x="8628" y="8032"/>
                    <a:pt x="14757" y="3445"/>
                    <a:pt x="19966" y="3445"/>
                  </a:cubicBezTo>
                  <a:cubicBezTo>
                    <a:pt x="21191" y="3445"/>
                    <a:pt x="23796" y="3445"/>
                    <a:pt x="23796" y="8338"/>
                  </a:cubicBezTo>
                  <a:cubicBezTo>
                    <a:pt x="23796" y="12161"/>
                    <a:pt x="22264" y="16137"/>
                    <a:pt x="21191" y="19042"/>
                  </a:cubicBezTo>
                  <a:cubicBezTo>
                    <a:pt x="15063" y="35250"/>
                    <a:pt x="12305" y="43966"/>
                    <a:pt x="12305" y="51153"/>
                  </a:cubicBezTo>
                  <a:cubicBezTo>
                    <a:pt x="12305" y="64762"/>
                    <a:pt x="21957" y="69349"/>
                    <a:pt x="30997" y="69349"/>
                  </a:cubicBezTo>
                  <a:cubicBezTo>
                    <a:pt x="36972" y="69349"/>
                    <a:pt x="42181" y="66750"/>
                    <a:pt x="46471" y="62468"/>
                  </a:cubicBezTo>
                  <a:cubicBezTo>
                    <a:pt x="44479" y="70419"/>
                    <a:pt x="42641" y="77912"/>
                    <a:pt x="36512" y="86016"/>
                  </a:cubicBezTo>
                  <a:cubicBezTo>
                    <a:pt x="32529" y="91215"/>
                    <a:pt x="26707" y="95649"/>
                    <a:pt x="19659" y="95649"/>
                  </a:cubicBezTo>
                  <a:cubicBezTo>
                    <a:pt x="17514" y="95649"/>
                    <a:pt x="10620" y="95191"/>
                    <a:pt x="8015" y="89227"/>
                  </a:cubicBezTo>
                  <a:cubicBezTo>
                    <a:pt x="10467" y="89227"/>
                    <a:pt x="12459" y="89227"/>
                    <a:pt x="14603" y="87392"/>
                  </a:cubicBezTo>
                  <a:cubicBezTo>
                    <a:pt x="16136" y="86016"/>
                    <a:pt x="17668" y="84028"/>
                    <a:pt x="17668" y="81123"/>
                  </a:cubicBezTo>
                  <a:cubicBezTo>
                    <a:pt x="17668" y="76383"/>
                    <a:pt x="13531" y="75771"/>
                    <a:pt x="11999" y="75771"/>
                  </a:cubicBezTo>
                  <a:cubicBezTo>
                    <a:pt x="8475" y="75771"/>
                    <a:pt x="3419" y="78218"/>
                    <a:pt x="3419" y="85710"/>
                  </a:cubicBezTo>
                  <a:cubicBezTo>
                    <a:pt x="3419" y="93356"/>
                    <a:pt x="10160" y="99013"/>
                    <a:pt x="19659" y="99013"/>
                  </a:cubicBezTo>
                  <a:cubicBezTo>
                    <a:pt x="35440" y="99013"/>
                    <a:pt x="51220" y="85099"/>
                    <a:pt x="55510" y="67820"/>
                  </a:cubicBezTo>
                  <a:lnTo>
                    <a:pt x="70218" y="9409"/>
                  </a:lnTo>
                  <a:close/>
                </a:path>
              </a:pathLst>
            </a:custGeom>
            <a:solidFill>
              <a:srgbClr val="000000"/>
            </a:solidFill>
            <a:ln w="25400" cap="flat">
              <a:noFill/>
              <a:prstDash val="solid"/>
              <a:miter/>
            </a:ln>
          </p:spPr>
          <p:txBody>
            <a:bodyPr/>
            <a:lstStyle/>
            <a:p>
              <a:endParaRPr lang="en-US"/>
            </a:p>
          </p:txBody>
        </p:sp>
        <p:sp>
          <p:nvSpPr>
            <p:cNvPr id="3209" name="Freeform: Shape 3208">
              <a:extLst>
                <a:ext uri="{FF2B5EF4-FFF2-40B4-BE49-F238E27FC236}">
                  <a16:creationId xmlns:a16="http://schemas.microsoft.com/office/drawing/2014/main" id="{4140FED0-1ABF-6D0E-9916-680F8E9A4DEE}"/>
                </a:ext>
              </a:extLst>
            </p:cNvPr>
            <p:cNvSpPr/>
            <p:nvPr>
              <p:custDataLst>
                <p:tags r:id="rId15"/>
              </p:custDataLst>
            </p:nvPr>
          </p:nvSpPr>
          <p:spPr>
            <a:xfrm>
              <a:off x="4324439" y="5297130"/>
              <a:ext cx="35544" cy="152909"/>
            </a:xfrm>
            <a:custGeom>
              <a:avLst/>
              <a:gdLst>
                <a:gd name="csX0" fmla="*/ 35751 w 35544"/>
                <a:gd name="csY0" fmla="*/ 76536 h 152909"/>
                <a:gd name="csX1" fmla="*/ 25640 w 35544"/>
                <a:gd name="csY1" fmla="*/ 28828 h 152909"/>
                <a:gd name="csX2" fmla="*/ 1739 w 35544"/>
                <a:gd name="csY2" fmla="*/ 81 h 152909"/>
                <a:gd name="csX3" fmla="*/ 207 w 35544"/>
                <a:gd name="csY3" fmla="*/ 1610 h 152909"/>
                <a:gd name="csX4" fmla="*/ 3118 w 35544"/>
                <a:gd name="csY4" fmla="*/ 5127 h 152909"/>
                <a:gd name="csX5" fmla="*/ 26865 w 35544"/>
                <a:gd name="csY5" fmla="*/ 76536 h 152909"/>
                <a:gd name="csX6" fmla="*/ 2199 w 35544"/>
                <a:gd name="csY6" fmla="*/ 148862 h 152909"/>
                <a:gd name="csX7" fmla="*/ 207 w 35544"/>
                <a:gd name="csY7" fmla="*/ 151461 h 152909"/>
                <a:gd name="csX8" fmla="*/ 1739 w 35544"/>
                <a:gd name="csY8" fmla="*/ 152990 h 152909"/>
                <a:gd name="csX9" fmla="*/ 26099 w 35544"/>
                <a:gd name="csY9" fmla="*/ 123173 h 152909"/>
                <a:gd name="csX10" fmla="*/ 35751 w 35544"/>
                <a:gd name="csY10" fmla="*/ 76536 h 152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544" h="152909">
                  <a:moveTo>
                    <a:pt x="35751" y="76536"/>
                  </a:moveTo>
                  <a:cubicBezTo>
                    <a:pt x="35751" y="64609"/>
                    <a:pt x="34066" y="46107"/>
                    <a:pt x="25640" y="28828"/>
                  </a:cubicBezTo>
                  <a:cubicBezTo>
                    <a:pt x="16447" y="10020"/>
                    <a:pt x="3271" y="81"/>
                    <a:pt x="1739" y="81"/>
                  </a:cubicBezTo>
                  <a:cubicBezTo>
                    <a:pt x="820" y="81"/>
                    <a:pt x="207" y="693"/>
                    <a:pt x="207" y="1610"/>
                  </a:cubicBezTo>
                  <a:cubicBezTo>
                    <a:pt x="207" y="2069"/>
                    <a:pt x="207" y="2375"/>
                    <a:pt x="3118" y="5127"/>
                  </a:cubicBezTo>
                  <a:cubicBezTo>
                    <a:pt x="18132" y="20265"/>
                    <a:pt x="26865" y="44578"/>
                    <a:pt x="26865" y="76536"/>
                  </a:cubicBezTo>
                  <a:cubicBezTo>
                    <a:pt x="26865" y="102683"/>
                    <a:pt x="21197" y="129595"/>
                    <a:pt x="2199" y="148862"/>
                  </a:cubicBezTo>
                  <a:cubicBezTo>
                    <a:pt x="207" y="150697"/>
                    <a:pt x="207" y="151003"/>
                    <a:pt x="207" y="151461"/>
                  </a:cubicBezTo>
                  <a:cubicBezTo>
                    <a:pt x="207" y="152379"/>
                    <a:pt x="820" y="152990"/>
                    <a:pt x="1739" y="152990"/>
                  </a:cubicBezTo>
                  <a:cubicBezTo>
                    <a:pt x="3271" y="152990"/>
                    <a:pt x="17060" y="142593"/>
                    <a:pt x="26099" y="123173"/>
                  </a:cubicBezTo>
                  <a:cubicBezTo>
                    <a:pt x="33913" y="106353"/>
                    <a:pt x="35751" y="89380"/>
                    <a:pt x="35751" y="76536"/>
                  </a:cubicBezTo>
                  <a:close/>
                </a:path>
              </a:pathLst>
            </a:custGeom>
            <a:solidFill>
              <a:srgbClr val="000000"/>
            </a:solidFill>
            <a:ln w="25400" cap="flat">
              <a:noFill/>
              <a:prstDash val="solid"/>
              <a:miter/>
            </a:ln>
          </p:spPr>
          <p:txBody>
            <a:bodyPr/>
            <a:lstStyle/>
            <a:p>
              <a:endParaRPr lang="en-US"/>
            </a:p>
          </p:txBody>
        </p:sp>
        <p:sp>
          <p:nvSpPr>
            <p:cNvPr id="3210" name="Freeform: Shape 3209">
              <a:extLst>
                <a:ext uri="{FF2B5EF4-FFF2-40B4-BE49-F238E27FC236}">
                  <a16:creationId xmlns:a16="http://schemas.microsoft.com/office/drawing/2014/main" id="{43FD43D5-CA7E-3595-15C0-8320A0A00FA7}"/>
                </a:ext>
              </a:extLst>
            </p:cNvPr>
            <p:cNvSpPr/>
            <p:nvPr>
              <p:custDataLst>
                <p:tags r:id="rId16"/>
              </p:custDataLst>
            </p:nvPr>
          </p:nvSpPr>
          <p:spPr>
            <a:xfrm>
              <a:off x="4426424" y="5355694"/>
              <a:ext cx="101883" cy="35780"/>
            </a:xfrm>
            <a:custGeom>
              <a:avLst/>
              <a:gdLst>
                <a:gd name="csX0" fmla="*/ 96888 w 101883"/>
                <a:gd name="csY0" fmla="*/ 6198 h 35780"/>
                <a:gd name="csX1" fmla="*/ 102097 w 101883"/>
                <a:gd name="csY1" fmla="*/ 3139 h 35780"/>
                <a:gd name="csX2" fmla="*/ 97041 w 101883"/>
                <a:gd name="csY2" fmla="*/ 81 h 35780"/>
                <a:gd name="csX3" fmla="*/ 5270 w 101883"/>
                <a:gd name="csY3" fmla="*/ 81 h 35780"/>
                <a:gd name="csX4" fmla="*/ 214 w 101883"/>
                <a:gd name="csY4" fmla="*/ 3139 h 35780"/>
                <a:gd name="csX5" fmla="*/ 5423 w 101883"/>
                <a:gd name="csY5" fmla="*/ 6198 h 35780"/>
                <a:gd name="csX6" fmla="*/ 96888 w 101883"/>
                <a:gd name="csY6" fmla="*/ 6198 h 35780"/>
                <a:gd name="csX7" fmla="*/ 97041 w 101883"/>
                <a:gd name="csY7" fmla="*/ 35862 h 35780"/>
                <a:gd name="csX8" fmla="*/ 102097 w 101883"/>
                <a:gd name="csY8" fmla="*/ 32804 h 35780"/>
                <a:gd name="csX9" fmla="*/ 96888 w 101883"/>
                <a:gd name="csY9" fmla="*/ 29746 h 35780"/>
                <a:gd name="csX10" fmla="*/ 5423 w 101883"/>
                <a:gd name="csY10" fmla="*/ 29746 h 35780"/>
                <a:gd name="csX11" fmla="*/ 214 w 101883"/>
                <a:gd name="csY11" fmla="*/ 32804 h 35780"/>
                <a:gd name="csX12" fmla="*/ 5270 w 101883"/>
                <a:gd name="csY12" fmla="*/ 35862 h 35780"/>
                <a:gd name="csX13" fmla="*/ 97041 w 101883"/>
                <a:gd name="csY13" fmla="*/ 35862 h 35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01883" h="35780">
                  <a:moveTo>
                    <a:pt x="96888" y="6198"/>
                  </a:moveTo>
                  <a:cubicBezTo>
                    <a:pt x="99186" y="6198"/>
                    <a:pt x="102097" y="6198"/>
                    <a:pt x="102097" y="3139"/>
                  </a:cubicBezTo>
                  <a:cubicBezTo>
                    <a:pt x="102097" y="81"/>
                    <a:pt x="99186" y="81"/>
                    <a:pt x="97041" y="81"/>
                  </a:cubicBezTo>
                  <a:lnTo>
                    <a:pt x="5270" y="81"/>
                  </a:lnTo>
                  <a:cubicBezTo>
                    <a:pt x="3125" y="81"/>
                    <a:pt x="214" y="81"/>
                    <a:pt x="214" y="3139"/>
                  </a:cubicBezTo>
                  <a:cubicBezTo>
                    <a:pt x="214" y="6198"/>
                    <a:pt x="3125" y="6198"/>
                    <a:pt x="5423" y="6198"/>
                  </a:cubicBezTo>
                  <a:lnTo>
                    <a:pt x="96888" y="6198"/>
                  </a:lnTo>
                  <a:close/>
                  <a:moveTo>
                    <a:pt x="97041" y="35862"/>
                  </a:moveTo>
                  <a:cubicBezTo>
                    <a:pt x="99186" y="35862"/>
                    <a:pt x="102097" y="35862"/>
                    <a:pt x="102097" y="32804"/>
                  </a:cubicBezTo>
                  <a:cubicBezTo>
                    <a:pt x="102097" y="29746"/>
                    <a:pt x="99186" y="29746"/>
                    <a:pt x="96888" y="29746"/>
                  </a:cubicBezTo>
                  <a:lnTo>
                    <a:pt x="5423" y="29746"/>
                  </a:lnTo>
                  <a:cubicBezTo>
                    <a:pt x="3125" y="29746"/>
                    <a:pt x="214" y="29746"/>
                    <a:pt x="214" y="32804"/>
                  </a:cubicBezTo>
                  <a:cubicBezTo>
                    <a:pt x="214" y="35862"/>
                    <a:pt x="3125" y="35862"/>
                    <a:pt x="5270" y="35862"/>
                  </a:cubicBezTo>
                  <a:lnTo>
                    <a:pt x="97041" y="35862"/>
                  </a:lnTo>
                  <a:close/>
                </a:path>
              </a:pathLst>
            </a:custGeom>
            <a:solidFill>
              <a:srgbClr val="000000"/>
            </a:solidFill>
            <a:ln w="25400" cap="flat">
              <a:noFill/>
              <a:prstDash val="solid"/>
              <a:miter/>
            </a:ln>
          </p:spPr>
          <p:txBody>
            <a:bodyPr/>
            <a:lstStyle/>
            <a:p>
              <a:endParaRPr lang="en-US"/>
            </a:p>
          </p:txBody>
        </p:sp>
        <p:sp>
          <p:nvSpPr>
            <p:cNvPr id="3211" name="Freeform: Shape 3210">
              <a:extLst>
                <a:ext uri="{FF2B5EF4-FFF2-40B4-BE49-F238E27FC236}">
                  <a16:creationId xmlns:a16="http://schemas.microsoft.com/office/drawing/2014/main" id="{9F60E89E-08B0-13C0-1D66-A62A2EEAE328}"/>
                </a:ext>
              </a:extLst>
            </p:cNvPr>
            <p:cNvSpPr/>
            <p:nvPr>
              <p:custDataLst>
                <p:tags r:id="rId17"/>
              </p:custDataLst>
            </p:nvPr>
          </p:nvSpPr>
          <p:spPr>
            <a:xfrm>
              <a:off x="4601625" y="5144218"/>
              <a:ext cx="79208" cy="458574"/>
            </a:xfrm>
            <a:custGeom>
              <a:avLst/>
              <a:gdLst>
                <a:gd name="csX0" fmla="*/ 47259 w 79208"/>
                <a:gd name="csY0" fmla="*/ 285546 h 458574"/>
                <a:gd name="csX1" fmla="*/ 8957 w 79208"/>
                <a:gd name="csY1" fmla="*/ 229428 h 458574"/>
                <a:gd name="csX2" fmla="*/ 47106 w 79208"/>
                <a:gd name="csY2" fmla="*/ 174075 h 458574"/>
                <a:gd name="csX3" fmla="*/ 47259 w 79208"/>
                <a:gd name="csY3" fmla="*/ 173157 h 458574"/>
                <a:gd name="csX4" fmla="*/ 47259 w 79208"/>
                <a:gd name="csY4" fmla="*/ 67191 h 458574"/>
                <a:gd name="csX5" fmla="*/ 48485 w 79208"/>
                <a:gd name="csY5" fmla="*/ 46090 h 458574"/>
                <a:gd name="csX6" fmla="*/ 78054 w 79208"/>
                <a:gd name="csY6" fmla="*/ 7251 h 458574"/>
                <a:gd name="csX7" fmla="*/ 79433 w 79208"/>
                <a:gd name="csY7" fmla="*/ 3581 h 458574"/>
                <a:gd name="csX8" fmla="*/ 75909 w 79208"/>
                <a:gd name="csY8" fmla="*/ 64 h 458574"/>
                <a:gd name="csX9" fmla="*/ 68708 w 79208"/>
                <a:gd name="csY9" fmla="*/ 2511 h 458574"/>
                <a:gd name="csX10" fmla="*/ 32398 w 79208"/>
                <a:gd name="csY10" fmla="*/ 55723 h 458574"/>
                <a:gd name="csX11" fmla="*/ 32398 w 79208"/>
                <a:gd name="csY11" fmla="*/ 164442 h 458574"/>
                <a:gd name="csX12" fmla="*/ 24431 w 79208"/>
                <a:gd name="csY12" fmla="*/ 201904 h 458574"/>
                <a:gd name="csX13" fmla="*/ 2522 w 79208"/>
                <a:gd name="csY13" fmla="*/ 225147 h 458574"/>
                <a:gd name="csX14" fmla="*/ 224 w 79208"/>
                <a:gd name="csY14" fmla="*/ 229275 h 458574"/>
                <a:gd name="csX15" fmla="*/ 1603 w 79208"/>
                <a:gd name="csY15" fmla="*/ 232945 h 458574"/>
                <a:gd name="csX16" fmla="*/ 31938 w 79208"/>
                <a:gd name="csY16" fmla="*/ 280041 h 458574"/>
                <a:gd name="csX17" fmla="*/ 32398 w 79208"/>
                <a:gd name="csY17" fmla="*/ 285546 h 458574"/>
                <a:gd name="csX18" fmla="*/ 32398 w 79208"/>
                <a:gd name="csY18" fmla="*/ 402980 h 458574"/>
                <a:gd name="csX19" fmla="*/ 69628 w 79208"/>
                <a:gd name="csY19" fmla="*/ 456651 h 458574"/>
                <a:gd name="csX20" fmla="*/ 75909 w 79208"/>
                <a:gd name="csY20" fmla="*/ 458639 h 458574"/>
                <a:gd name="csX21" fmla="*/ 79433 w 79208"/>
                <a:gd name="csY21" fmla="*/ 455122 h 458574"/>
                <a:gd name="csX22" fmla="*/ 78667 w 79208"/>
                <a:gd name="csY22" fmla="*/ 451911 h 458574"/>
                <a:gd name="csX23" fmla="*/ 47872 w 79208"/>
                <a:gd name="csY23" fmla="*/ 409096 h 458574"/>
                <a:gd name="csX24" fmla="*/ 47259 w 79208"/>
                <a:gd name="csY24" fmla="*/ 402827 h 458574"/>
                <a:gd name="csX25" fmla="*/ 47259 w 79208"/>
                <a:gd name="csY25" fmla="*/ 285546 h 4585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9208" h="458574">
                  <a:moveTo>
                    <a:pt x="47259" y="285546"/>
                  </a:moveTo>
                  <a:cubicBezTo>
                    <a:pt x="47259" y="268726"/>
                    <a:pt x="35615" y="242884"/>
                    <a:pt x="8957" y="229428"/>
                  </a:cubicBezTo>
                  <a:cubicBezTo>
                    <a:pt x="25504" y="220559"/>
                    <a:pt x="45267" y="202669"/>
                    <a:pt x="47106" y="174075"/>
                  </a:cubicBezTo>
                  <a:lnTo>
                    <a:pt x="47259" y="173157"/>
                  </a:lnTo>
                  <a:lnTo>
                    <a:pt x="47259" y="67191"/>
                  </a:lnTo>
                  <a:cubicBezTo>
                    <a:pt x="47259" y="54653"/>
                    <a:pt x="47259" y="51900"/>
                    <a:pt x="48485" y="46090"/>
                  </a:cubicBezTo>
                  <a:cubicBezTo>
                    <a:pt x="51243" y="33857"/>
                    <a:pt x="58597" y="18719"/>
                    <a:pt x="78054" y="7251"/>
                  </a:cubicBezTo>
                  <a:cubicBezTo>
                    <a:pt x="79280" y="6486"/>
                    <a:pt x="79433" y="6333"/>
                    <a:pt x="79433" y="3581"/>
                  </a:cubicBezTo>
                  <a:cubicBezTo>
                    <a:pt x="79433" y="217"/>
                    <a:pt x="79280" y="64"/>
                    <a:pt x="75909" y="64"/>
                  </a:cubicBezTo>
                  <a:cubicBezTo>
                    <a:pt x="73151" y="64"/>
                    <a:pt x="72845" y="64"/>
                    <a:pt x="68708" y="2511"/>
                  </a:cubicBezTo>
                  <a:cubicBezTo>
                    <a:pt x="34390" y="21930"/>
                    <a:pt x="32398" y="50371"/>
                    <a:pt x="32398" y="55723"/>
                  </a:cubicBezTo>
                  <a:lnTo>
                    <a:pt x="32398" y="164442"/>
                  </a:lnTo>
                  <a:cubicBezTo>
                    <a:pt x="32398" y="175451"/>
                    <a:pt x="32398" y="187837"/>
                    <a:pt x="24431" y="201904"/>
                  </a:cubicBezTo>
                  <a:cubicBezTo>
                    <a:pt x="17384" y="214443"/>
                    <a:pt x="9110" y="220712"/>
                    <a:pt x="2522" y="225147"/>
                  </a:cubicBezTo>
                  <a:cubicBezTo>
                    <a:pt x="378" y="226523"/>
                    <a:pt x="224" y="226676"/>
                    <a:pt x="224" y="229275"/>
                  </a:cubicBezTo>
                  <a:cubicBezTo>
                    <a:pt x="224" y="232028"/>
                    <a:pt x="378" y="232180"/>
                    <a:pt x="1603" y="232945"/>
                  </a:cubicBezTo>
                  <a:cubicBezTo>
                    <a:pt x="14626" y="241508"/>
                    <a:pt x="28568" y="255117"/>
                    <a:pt x="31938" y="280041"/>
                  </a:cubicBezTo>
                  <a:cubicBezTo>
                    <a:pt x="32398" y="283405"/>
                    <a:pt x="32398" y="283711"/>
                    <a:pt x="32398" y="285546"/>
                  </a:cubicBezTo>
                  <a:lnTo>
                    <a:pt x="32398" y="402980"/>
                  </a:lnTo>
                  <a:cubicBezTo>
                    <a:pt x="32398" y="415366"/>
                    <a:pt x="40058" y="441054"/>
                    <a:pt x="69628" y="456651"/>
                  </a:cubicBezTo>
                  <a:cubicBezTo>
                    <a:pt x="73151" y="458639"/>
                    <a:pt x="73458" y="458639"/>
                    <a:pt x="75909" y="458639"/>
                  </a:cubicBezTo>
                  <a:cubicBezTo>
                    <a:pt x="79280" y="458639"/>
                    <a:pt x="79433" y="458486"/>
                    <a:pt x="79433" y="455122"/>
                  </a:cubicBezTo>
                  <a:cubicBezTo>
                    <a:pt x="79433" y="452370"/>
                    <a:pt x="79280" y="452217"/>
                    <a:pt x="78667" y="451911"/>
                  </a:cubicBezTo>
                  <a:cubicBezTo>
                    <a:pt x="72079" y="447782"/>
                    <a:pt x="52009" y="435703"/>
                    <a:pt x="47872" y="409096"/>
                  </a:cubicBezTo>
                  <a:cubicBezTo>
                    <a:pt x="47259" y="405121"/>
                    <a:pt x="47259" y="404815"/>
                    <a:pt x="47259" y="402827"/>
                  </a:cubicBezTo>
                  <a:lnTo>
                    <a:pt x="47259" y="285546"/>
                  </a:lnTo>
                  <a:close/>
                </a:path>
              </a:pathLst>
            </a:custGeom>
            <a:solidFill>
              <a:srgbClr val="000000"/>
            </a:solidFill>
            <a:ln w="25400" cap="flat">
              <a:noFill/>
              <a:prstDash val="solid"/>
              <a:miter/>
            </a:ln>
          </p:spPr>
          <p:txBody>
            <a:bodyPr/>
            <a:lstStyle/>
            <a:p>
              <a:endParaRPr lang="en-US"/>
            </a:p>
          </p:txBody>
        </p:sp>
        <p:sp>
          <p:nvSpPr>
            <p:cNvPr id="3212" name="Freeform: Shape 3211">
              <a:extLst>
                <a:ext uri="{FF2B5EF4-FFF2-40B4-BE49-F238E27FC236}">
                  <a16:creationId xmlns:a16="http://schemas.microsoft.com/office/drawing/2014/main" id="{E291D5BB-829E-B493-4748-B76CE4092956}"/>
                </a:ext>
              </a:extLst>
            </p:cNvPr>
            <p:cNvSpPr/>
            <p:nvPr>
              <p:custDataLst>
                <p:tags r:id="rId18"/>
              </p:custDataLst>
            </p:nvPr>
          </p:nvSpPr>
          <p:spPr>
            <a:xfrm>
              <a:off x="4698078" y="5239942"/>
              <a:ext cx="79974" cy="97250"/>
            </a:xfrm>
            <a:custGeom>
              <a:avLst/>
              <a:gdLst>
                <a:gd name="csX0" fmla="*/ 12029 w 79974"/>
                <a:gd name="csY0" fmla="*/ 86315 h 97250"/>
                <a:gd name="csX1" fmla="*/ 3756 w 79974"/>
                <a:gd name="csY1" fmla="*/ 92585 h 97250"/>
                <a:gd name="csX2" fmla="*/ 232 w 79974"/>
                <a:gd name="csY2" fmla="*/ 95490 h 97250"/>
                <a:gd name="csX3" fmla="*/ 2224 w 79974"/>
                <a:gd name="csY3" fmla="*/ 97325 h 97250"/>
                <a:gd name="csX4" fmla="*/ 15093 w 79974"/>
                <a:gd name="csY4" fmla="*/ 96866 h 97250"/>
                <a:gd name="csX5" fmla="*/ 30261 w 79974"/>
                <a:gd name="csY5" fmla="*/ 97325 h 97250"/>
                <a:gd name="csX6" fmla="*/ 33019 w 79974"/>
                <a:gd name="csY6" fmla="*/ 94267 h 97250"/>
                <a:gd name="csX7" fmla="*/ 29342 w 79974"/>
                <a:gd name="csY7" fmla="*/ 92585 h 97250"/>
                <a:gd name="csX8" fmla="*/ 21681 w 79974"/>
                <a:gd name="csY8" fmla="*/ 90138 h 97250"/>
                <a:gd name="csX9" fmla="*/ 29189 w 79974"/>
                <a:gd name="csY9" fmla="*/ 59556 h 97250"/>
                <a:gd name="csX10" fmla="*/ 43284 w 79974"/>
                <a:gd name="csY10" fmla="*/ 69342 h 97250"/>
                <a:gd name="csX11" fmla="*/ 80207 w 79974"/>
                <a:gd name="csY11" fmla="*/ 24540 h 97250"/>
                <a:gd name="csX12" fmla="*/ 59830 w 79974"/>
                <a:gd name="csY12" fmla="*/ 74 h 97250"/>
                <a:gd name="csX13" fmla="*/ 39760 w 79974"/>
                <a:gd name="csY13" fmla="*/ 11543 h 97250"/>
                <a:gd name="csX14" fmla="*/ 25971 w 79974"/>
                <a:gd name="csY14" fmla="*/ 74 h 97250"/>
                <a:gd name="csX15" fmla="*/ 14634 w 79974"/>
                <a:gd name="csY15" fmla="*/ 8790 h 97250"/>
                <a:gd name="csX16" fmla="*/ 9884 w 79974"/>
                <a:gd name="csY16" fmla="*/ 23622 h 97250"/>
                <a:gd name="csX17" fmla="*/ 11723 w 79974"/>
                <a:gd name="csY17" fmla="*/ 25152 h 97250"/>
                <a:gd name="csX18" fmla="*/ 14327 w 79974"/>
                <a:gd name="csY18" fmla="*/ 21635 h 97250"/>
                <a:gd name="csX19" fmla="*/ 25512 w 79974"/>
                <a:gd name="csY19" fmla="*/ 3438 h 97250"/>
                <a:gd name="csX20" fmla="*/ 30261 w 79974"/>
                <a:gd name="csY20" fmla="*/ 10472 h 97250"/>
                <a:gd name="csX21" fmla="*/ 29189 w 79974"/>
                <a:gd name="csY21" fmla="*/ 18271 h 97250"/>
                <a:gd name="csX22" fmla="*/ 12029 w 79974"/>
                <a:gd name="csY22" fmla="*/ 86315 h 97250"/>
                <a:gd name="csX23" fmla="*/ 38994 w 79974"/>
                <a:gd name="csY23" fmla="*/ 19953 h 97250"/>
                <a:gd name="csX24" fmla="*/ 46961 w 79974"/>
                <a:gd name="csY24" fmla="*/ 9249 h 97250"/>
                <a:gd name="csX25" fmla="*/ 59371 w 79974"/>
                <a:gd name="csY25" fmla="*/ 3438 h 97250"/>
                <a:gd name="csX26" fmla="*/ 69176 w 79974"/>
                <a:gd name="csY26" fmla="*/ 17812 h 97250"/>
                <a:gd name="csX27" fmla="*/ 61362 w 79974"/>
                <a:gd name="csY27" fmla="*/ 50229 h 97250"/>
                <a:gd name="csX28" fmla="*/ 43131 w 79974"/>
                <a:gd name="csY28" fmla="*/ 65978 h 97250"/>
                <a:gd name="csX29" fmla="*/ 31027 w 79974"/>
                <a:gd name="csY29" fmla="*/ 52369 h 97250"/>
                <a:gd name="csX30" fmla="*/ 31487 w 79974"/>
                <a:gd name="csY30" fmla="*/ 49923 h 97250"/>
                <a:gd name="csX31" fmla="*/ 38994 w 79974"/>
                <a:gd name="csY31" fmla="*/ 19953 h 9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79974" h="97250">
                  <a:moveTo>
                    <a:pt x="12029" y="86315"/>
                  </a:moveTo>
                  <a:cubicBezTo>
                    <a:pt x="10804" y="91514"/>
                    <a:pt x="10497" y="92585"/>
                    <a:pt x="3756" y="92585"/>
                  </a:cubicBezTo>
                  <a:cubicBezTo>
                    <a:pt x="1918" y="92585"/>
                    <a:pt x="232" y="92585"/>
                    <a:pt x="232" y="95490"/>
                  </a:cubicBezTo>
                  <a:cubicBezTo>
                    <a:pt x="232" y="96713"/>
                    <a:pt x="998" y="97325"/>
                    <a:pt x="2224" y="97325"/>
                  </a:cubicBezTo>
                  <a:cubicBezTo>
                    <a:pt x="6361" y="97325"/>
                    <a:pt x="10804" y="96866"/>
                    <a:pt x="15093" y="96866"/>
                  </a:cubicBezTo>
                  <a:cubicBezTo>
                    <a:pt x="20149" y="96866"/>
                    <a:pt x="25358" y="97325"/>
                    <a:pt x="30261" y="97325"/>
                  </a:cubicBezTo>
                  <a:cubicBezTo>
                    <a:pt x="31027" y="97325"/>
                    <a:pt x="33019" y="97325"/>
                    <a:pt x="33019" y="94267"/>
                  </a:cubicBezTo>
                  <a:cubicBezTo>
                    <a:pt x="33019" y="92585"/>
                    <a:pt x="31487" y="92585"/>
                    <a:pt x="29342" y="92585"/>
                  </a:cubicBezTo>
                  <a:cubicBezTo>
                    <a:pt x="21681" y="92585"/>
                    <a:pt x="21681" y="91514"/>
                    <a:pt x="21681" y="90138"/>
                  </a:cubicBezTo>
                  <a:cubicBezTo>
                    <a:pt x="21681" y="88303"/>
                    <a:pt x="28116" y="63379"/>
                    <a:pt x="29189" y="59556"/>
                  </a:cubicBezTo>
                  <a:cubicBezTo>
                    <a:pt x="31180" y="63990"/>
                    <a:pt x="35470" y="69342"/>
                    <a:pt x="43284" y="69342"/>
                  </a:cubicBezTo>
                  <a:cubicBezTo>
                    <a:pt x="61056" y="69342"/>
                    <a:pt x="80207" y="47018"/>
                    <a:pt x="80207" y="24540"/>
                  </a:cubicBezTo>
                  <a:cubicBezTo>
                    <a:pt x="80207" y="10166"/>
                    <a:pt x="71474" y="74"/>
                    <a:pt x="59830" y="74"/>
                  </a:cubicBezTo>
                  <a:cubicBezTo>
                    <a:pt x="52170" y="74"/>
                    <a:pt x="44816" y="5579"/>
                    <a:pt x="39760" y="11543"/>
                  </a:cubicBezTo>
                  <a:cubicBezTo>
                    <a:pt x="38228" y="3286"/>
                    <a:pt x="31640" y="74"/>
                    <a:pt x="25971" y="74"/>
                  </a:cubicBezTo>
                  <a:cubicBezTo>
                    <a:pt x="18924" y="74"/>
                    <a:pt x="16013" y="6038"/>
                    <a:pt x="14634" y="8790"/>
                  </a:cubicBezTo>
                  <a:cubicBezTo>
                    <a:pt x="11876" y="13989"/>
                    <a:pt x="9884" y="23164"/>
                    <a:pt x="9884" y="23622"/>
                  </a:cubicBezTo>
                  <a:cubicBezTo>
                    <a:pt x="9884" y="25152"/>
                    <a:pt x="11416" y="25152"/>
                    <a:pt x="11723" y="25152"/>
                  </a:cubicBezTo>
                  <a:cubicBezTo>
                    <a:pt x="13255" y="25152"/>
                    <a:pt x="13408" y="24999"/>
                    <a:pt x="14327" y="21635"/>
                  </a:cubicBezTo>
                  <a:cubicBezTo>
                    <a:pt x="16932" y="10778"/>
                    <a:pt x="19996" y="3438"/>
                    <a:pt x="25512" y="3438"/>
                  </a:cubicBezTo>
                  <a:cubicBezTo>
                    <a:pt x="28116" y="3438"/>
                    <a:pt x="30261" y="4662"/>
                    <a:pt x="30261" y="10472"/>
                  </a:cubicBezTo>
                  <a:cubicBezTo>
                    <a:pt x="30261" y="13989"/>
                    <a:pt x="29801" y="15671"/>
                    <a:pt x="29189" y="18271"/>
                  </a:cubicBezTo>
                  <a:lnTo>
                    <a:pt x="12029" y="86315"/>
                  </a:lnTo>
                  <a:close/>
                  <a:moveTo>
                    <a:pt x="38994" y="19953"/>
                  </a:moveTo>
                  <a:cubicBezTo>
                    <a:pt x="40066" y="15824"/>
                    <a:pt x="44203" y="11543"/>
                    <a:pt x="46961" y="9249"/>
                  </a:cubicBezTo>
                  <a:cubicBezTo>
                    <a:pt x="52323" y="4509"/>
                    <a:pt x="56766" y="3438"/>
                    <a:pt x="59371" y="3438"/>
                  </a:cubicBezTo>
                  <a:cubicBezTo>
                    <a:pt x="65499" y="3438"/>
                    <a:pt x="69176" y="8790"/>
                    <a:pt x="69176" y="17812"/>
                  </a:cubicBezTo>
                  <a:cubicBezTo>
                    <a:pt x="69176" y="26834"/>
                    <a:pt x="64120" y="44418"/>
                    <a:pt x="61362" y="50229"/>
                  </a:cubicBezTo>
                  <a:cubicBezTo>
                    <a:pt x="56153" y="60932"/>
                    <a:pt x="48799" y="65978"/>
                    <a:pt x="43131" y="65978"/>
                  </a:cubicBezTo>
                  <a:cubicBezTo>
                    <a:pt x="33019" y="65978"/>
                    <a:pt x="31027" y="53287"/>
                    <a:pt x="31027" y="52369"/>
                  </a:cubicBezTo>
                  <a:cubicBezTo>
                    <a:pt x="31027" y="52064"/>
                    <a:pt x="31027" y="51758"/>
                    <a:pt x="31487" y="49923"/>
                  </a:cubicBezTo>
                  <a:lnTo>
                    <a:pt x="38994" y="19953"/>
                  </a:lnTo>
                  <a:close/>
                </a:path>
              </a:pathLst>
            </a:custGeom>
            <a:solidFill>
              <a:srgbClr val="000000"/>
            </a:solidFill>
            <a:ln w="25400" cap="flat">
              <a:noFill/>
              <a:prstDash val="solid"/>
              <a:miter/>
            </a:ln>
          </p:spPr>
          <p:txBody>
            <a:bodyPr/>
            <a:lstStyle/>
            <a:p>
              <a:endParaRPr lang="en-US"/>
            </a:p>
          </p:txBody>
        </p:sp>
        <p:sp>
          <p:nvSpPr>
            <p:cNvPr id="3213" name="Freeform: Shape 3212">
              <a:extLst>
                <a:ext uri="{FF2B5EF4-FFF2-40B4-BE49-F238E27FC236}">
                  <a16:creationId xmlns:a16="http://schemas.microsoft.com/office/drawing/2014/main" id="{C672C1B2-3B2D-5D62-6B7E-221B2D65803A}"/>
                </a:ext>
              </a:extLst>
            </p:cNvPr>
            <p:cNvSpPr/>
            <p:nvPr>
              <p:custDataLst>
                <p:tags r:id="rId19"/>
              </p:custDataLst>
            </p:nvPr>
          </p:nvSpPr>
          <p:spPr>
            <a:xfrm>
              <a:off x="5202185" y="5205231"/>
              <a:ext cx="32786" cy="102296"/>
            </a:xfrm>
            <a:custGeom>
              <a:avLst/>
              <a:gdLst>
                <a:gd name="csX0" fmla="*/ 22326 w 32786"/>
                <a:gd name="csY0" fmla="*/ 34785 h 102296"/>
                <a:gd name="csX1" fmla="*/ 877 w 32786"/>
                <a:gd name="csY1" fmla="*/ 36467 h 102296"/>
                <a:gd name="csX2" fmla="*/ 877 w 32786"/>
                <a:gd name="csY2" fmla="*/ 41207 h 102296"/>
                <a:gd name="csX3" fmla="*/ 12215 w 32786"/>
                <a:gd name="csY3" fmla="*/ 49617 h 102296"/>
                <a:gd name="csX4" fmla="*/ 12215 w 32786"/>
                <a:gd name="csY4" fmla="*/ 90750 h 102296"/>
                <a:gd name="csX5" fmla="*/ 264 w 32786"/>
                <a:gd name="csY5" fmla="*/ 97631 h 102296"/>
                <a:gd name="csX6" fmla="*/ 264 w 32786"/>
                <a:gd name="csY6" fmla="*/ 102371 h 102296"/>
                <a:gd name="csX7" fmla="*/ 17117 w 32786"/>
                <a:gd name="csY7" fmla="*/ 101912 h 102296"/>
                <a:gd name="csX8" fmla="*/ 33051 w 32786"/>
                <a:gd name="csY8" fmla="*/ 102371 h 102296"/>
                <a:gd name="csX9" fmla="*/ 33051 w 32786"/>
                <a:gd name="csY9" fmla="*/ 97631 h 102296"/>
                <a:gd name="csX10" fmla="*/ 22326 w 32786"/>
                <a:gd name="csY10" fmla="*/ 90903 h 102296"/>
                <a:gd name="csX11" fmla="*/ 22326 w 32786"/>
                <a:gd name="csY11" fmla="*/ 34785 h 102296"/>
                <a:gd name="csX12" fmla="*/ 22939 w 32786"/>
                <a:gd name="csY12" fmla="*/ 8179 h 102296"/>
                <a:gd name="csX13" fmla="*/ 14819 w 32786"/>
                <a:gd name="csY13" fmla="*/ 74 h 102296"/>
                <a:gd name="csX14" fmla="*/ 6699 w 32786"/>
                <a:gd name="csY14" fmla="*/ 8179 h 102296"/>
                <a:gd name="csX15" fmla="*/ 14819 w 32786"/>
                <a:gd name="csY15" fmla="*/ 16283 h 102296"/>
                <a:gd name="csX16" fmla="*/ 22939 w 32786"/>
                <a:gd name="csY16" fmla="*/ 8179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86" h="102296">
                  <a:moveTo>
                    <a:pt x="22326" y="34785"/>
                  </a:moveTo>
                  <a:lnTo>
                    <a:pt x="877" y="36467"/>
                  </a:lnTo>
                  <a:lnTo>
                    <a:pt x="877" y="41207"/>
                  </a:lnTo>
                  <a:cubicBezTo>
                    <a:pt x="10836" y="41207"/>
                    <a:pt x="12215" y="42124"/>
                    <a:pt x="12215" y="49617"/>
                  </a:cubicBezTo>
                  <a:lnTo>
                    <a:pt x="12215" y="90750"/>
                  </a:lnTo>
                  <a:cubicBezTo>
                    <a:pt x="12215" y="97631"/>
                    <a:pt x="10529" y="97631"/>
                    <a:pt x="264" y="97631"/>
                  </a:cubicBezTo>
                  <a:lnTo>
                    <a:pt x="264" y="102371"/>
                  </a:lnTo>
                  <a:cubicBezTo>
                    <a:pt x="5167" y="102218"/>
                    <a:pt x="13440" y="101912"/>
                    <a:pt x="17117" y="101912"/>
                  </a:cubicBezTo>
                  <a:cubicBezTo>
                    <a:pt x="22480" y="101912"/>
                    <a:pt x="27842" y="102218"/>
                    <a:pt x="33051" y="102371"/>
                  </a:cubicBezTo>
                  <a:lnTo>
                    <a:pt x="33051" y="97631"/>
                  </a:lnTo>
                  <a:cubicBezTo>
                    <a:pt x="22939" y="97631"/>
                    <a:pt x="22326" y="96866"/>
                    <a:pt x="22326" y="90903"/>
                  </a:cubicBezTo>
                  <a:lnTo>
                    <a:pt x="22326" y="34785"/>
                  </a:lnTo>
                  <a:close/>
                  <a:moveTo>
                    <a:pt x="22939" y="8179"/>
                  </a:moveTo>
                  <a:cubicBezTo>
                    <a:pt x="22939" y="3285"/>
                    <a:pt x="19109" y="74"/>
                    <a:pt x="14819" y="74"/>
                  </a:cubicBezTo>
                  <a:cubicBezTo>
                    <a:pt x="10070" y="74"/>
                    <a:pt x="6699" y="4203"/>
                    <a:pt x="6699" y="8179"/>
                  </a:cubicBezTo>
                  <a:cubicBezTo>
                    <a:pt x="6699" y="12307"/>
                    <a:pt x="10070" y="16283"/>
                    <a:pt x="14819" y="16283"/>
                  </a:cubicBezTo>
                  <a:cubicBezTo>
                    <a:pt x="19109" y="16283"/>
                    <a:pt x="22939" y="13072"/>
                    <a:pt x="22939" y="8179"/>
                  </a:cubicBezTo>
                  <a:close/>
                </a:path>
              </a:pathLst>
            </a:custGeom>
            <a:solidFill>
              <a:srgbClr val="000000"/>
            </a:solidFill>
            <a:ln w="25400" cap="flat">
              <a:noFill/>
              <a:prstDash val="solid"/>
              <a:miter/>
            </a:ln>
          </p:spPr>
          <p:txBody>
            <a:bodyPr/>
            <a:lstStyle/>
            <a:p>
              <a:endParaRPr lang="en-US"/>
            </a:p>
          </p:txBody>
        </p:sp>
        <p:sp>
          <p:nvSpPr>
            <p:cNvPr id="3214" name="Freeform: Shape 3213">
              <a:extLst>
                <a:ext uri="{FF2B5EF4-FFF2-40B4-BE49-F238E27FC236}">
                  <a16:creationId xmlns:a16="http://schemas.microsoft.com/office/drawing/2014/main" id="{FEAF7025-4BC8-69B4-A3EB-91980EF68839}"/>
                </a:ext>
              </a:extLst>
            </p:cNvPr>
            <p:cNvSpPr/>
            <p:nvPr>
              <p:custDataLst>
                <p:tags r:id="rId20"/>
              </p:custDataLst>
            </p:nvPr>
          </p:nvSpPr>
          <p:spPr>
            <a:xfrm>
              <a:off x="5244743" y="5199727"/>
              <a:ext cx="49639" cy="107801"/>
            </a:xfrm>
            <a:custGeom>
              <a:avLst/>
              <a:gdLst>
                <a:gd name="csX0" fmla="*/ 22023 w 49639"/>
                <a:gd name="csY0" fmla="*/ 41972 h 107801"/>
                <a:gd name="csX1" fmla="*/ 22023 w 49639"/>
                <a:gd name="csY1" fmla="*/ 24234 h 107801"/>
                <a:gd name="csX2" fmla="*/ 36118 w 49639"/>
                <a:gd name="csY2" fmla="*/ 3438 h 107801"/>
                <a:gd name="csX3" fmla="*/ 41174 w 49639"/>
                <a:gd name="csY3" fmla="*/ 4509 h 107801"/>
                <a:gd name="csX4" fmla="*/ 36578 w 49639"/>
                <a:gd name="csY4" fmla="*/ 10931 h 107801"/>
                <a:gd name="csX5" fmla="*/ 43165 w 49639"/>
                <a:gd name="csY5" fmla="*/ 17506 h 107801"/>
                <a:gd name="csX6" fmla="*/ 49907 w 49639"/>
                <a:gd name="csY6" fmla="*/ 10778 h 107801"/>
                <a:gd name="csX7" fmla="*/ 36118 w 49639"/>
                <a:gd name="csY7" fmla="*/ 74 h 107801"/>
                <a:gd name="csX8" fmla="*/ 12371 w 49639"/>
                <a:gd name="csY8" fmla="*/ 24387 h 107801"/>
                <a:gd name="csX9" fmla="*/ 12371 w 49639"/>
                <a:gd name="csY9" fmla="*/ 41972 h 107801"/>
                <a:gd name="csX10" fmla="*/ 267 w 49639"/>
                <a:gd name="csY10" fmla="*/ 41972 h 107801"/>
                <a:gd name="csX11" fmla="*/ 267 w 49639"/>
                <a:gd name="csY11" fmla="*/ 46712 h 107801"/>
                <a:gd name="csX12" fmla="*/ 12371 w 49639"/>
                <a:gd name="csY12" fmla="*/ 46712 h 107801"/>
                <a:gd name="csX13" fmla="*/ 12371 w 49639"/>
                <a:gd name="csY13" fmla="*/ 96254 h 107801"/>
                <a:gd name="csX14" fmla="*/ 420 w 49639"/>
                <a:gd name="csY14" fmla="*/ 103135 h 107801"/>
                <a:gd name="csX15" fmla="*/ 420 w 49639"/>
                <a:gd name="csY15" fmla="*/ 107875 h 107801"/>
                <a:gd name="csX16" fmla="*/ 17886 w 49639"/>
                <a:gd name="csY16" fmla="*/ 107417 h 107801"/>
                <a:gd name="csX17" fmla="*/ 37344 w 49639"/>
                <a:gd name="csY17" fmla="*/ 107875 h 107801"/>
                <a:gd name="csX18" fmla="*/ 37344 w 49639"/>
                <a:gd name="csY18" fmla="*/ 103135 h 107801"/>
                <a:gd name="csX19" fmla="*/ 34126 w 49639"/>
                <a:gd name="csY19" fmla="*/ 103135 h 107801"/>
                <a:gd name="csX20" fmla="*/ 22482 w 49639"/>
                <a:gd name="csY20" fmla="*/ 95949 h 107801"/>
                <a:gd name="csX21" fmla="*/ 22482 w 49639"/>
                <a:gd name="csY21" fmla="*/ 46712 h 107801"/>
                <a:gd name="csX22" fmla="*/ 39948 w 49639"/>
                <a:gd name="csY22" fmla="*/ 46712 h 107801"/>
                <a:gd name="csX23" fmla="*/ 39948 w 49639"/>
                <a:gd name="csY23" fmla="*/ 41972 h 107801"/>
                <a:gd name="csX24" fmla="*/ 22023 w 49639"/>
                <a:gd name="csY24" fmla="*/ 41972 h 1078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49639" h="107801">
                  <a:moveTo>
                    <a:pt x="22023" y="41972"/>
                  </a:moveTo>
                  <a:lnTo>
                    <a:pt x="22023" y="24234"/>
                  </a:lnTo>
                  <a:cubicBezTo>
                    <a:pt x="22023" y="10778"/>
                    <a:pt x="29377" y="3438"/>
                    <a:pt x="36118" y="3438"/>
                  </a:cubicBezTo>
                  <a:cubicBezTo>
                    <a:pt x="36578" y="3438"/>
                    <a:pt x="38876" y="3438"/>
                    <a:pt x="41174" y="4509"/>
                  </a:cubicBezTo>
                  <a:cubicBezTo>
                    <a:pt x="39335" y="5120"/>
                    <a:pt x="36578" y="7108"/>
                    <a:pt x="36578" y="10931"/>
                  </a:cubicBezTo>
                  <a:cubicBezTo>
                    <a:pt x="36578" y="14448"/>
                    <a:pt x="39029" y="17506"/>
                    <a:pt x="43165" y="17506"/>
                  </a:cubicBezTo>
                  <a:cubicBezTo>
                    <a:pt x="47608" y="17506"/>
                    <a:pt x="49907" y="14448"/>
                    <a:pt x="49907" y="10778"/>
                  </a:cubicBezTo>
                  <a:cubicBezTo>
                    <a:pt x="49907" y="5120"/>
                    <a:pt x="44238" y="74"/>
                    <a:pt x="36118" y="74"/>
                  </a:cubicBezTo>
                  <a:cubicBezTo>
                    <a:pt x="25393" y="74"/>
                    <a:pt x="12371" y="8179"/>
                    <a:pt x="12371" y="24387"/>
                  </a:cubicBezTo>
                  <a:lnTo>
                    <a:pt x="12371" y="41972"/>
                  </a:lnTo>
                  <a:lnTo>
                    <a:pt x="267" y="41972"/>
                  </a:lnTo>
                  <a:lnTo>
                    <a:pt x="267" y="46712"/>
                  </a:lnTo>
                  <a:lnTo>
                    <a:pt x="12371" y="46712"/>
                  </a:lnTo>
                  <a:lnTo>
                    <a:pt x="12371" y="96254"/>
                  </a:lnTo>
                  <a:cubicBezTo>
                    <a:pt x="12371" y="103135"/>
                    <a:pt x="10685" y="103135"/>
                    <a:pt x="420" y="103135"/>
                  </a:cubicBezTo>
                  <a:lnTo>
                    <a:pt x="420" y="107875"/>
                  </a:lnTo>
                  <a:cubicBezTo>
                    <a:pt x="6396" y="107723"/>
                    <a:pt x="13596" y="107417"/>
                    <a:pt x="17886" y="107417"/>
                  </a:cubicBezTo>
                  <a:cubicBezTo>
                    <a:pt x="24014" y="107417"/>
                    <a:pt x="31215" y="107417"/>
                    <a:pt x="37344" y="107875"/>
                  </a:cubicBezTo>
                  <a:lnTo>
                    <a:pt x="37344" y="103135"/>
                  </a:lnTo>
                  <a:lnTo>
                    <a:pt x="34126" y="103135"/>
                  </a:lnTo>
                  <a:cubicBezTo>
                    <a:pt x="22789" y="103135"/>
                    <a:pt x="22482" y="101453"/>
                    <a:pt x="22482" y="95949"/>
                  </a:cubicBezTo>
                  <a:lnTo>
                    <a:pt x="22482" y="46712"/>
                  </a:lnTo>
                  <a:lnTo>
                    <a:pt x="39948" y="46712"/>
                  </a:lnTo>
                  <a:lnTo>
                    <a:pt x="39948" y="41972"/>
                  </a:lnTo>
                  <a:lnTo>
                    <a:pt x="22023" y="41972"/>
                  </a:lnTo>
                  <a:close/>
                </a:path>
              </a:pathLst>
            </a:custGeom>
            <a:solidFill>
              <a:srgbClr val="000000"/>
            </a:solidFill>
            <a:ln w="25400" cap="flat">
              <a:noFill/>
              <a:prstDash val="solid"/>
              <a:miter/>
            </a:ln>
          </p:spPr>
          <p:txBody>
            <a:bodyPr/>
            <a:lstStyle/>
            <a:p>
              <a:endParaRPr lang="en-US"/>
            </a:p>
          </p:txBody>
        </p:sp>
        <p:sp>
          <p:nvSpPr>
            <p:cNvPr id="3215" name="Freeform: Shape 3214">
              <a:extLst>
                <a:ext uri="{FF2B5EF4-FFF2-40B4-BE49-F238E27FC236}">
                  <a16:creationId xmlns:a16="http://schemas.microsoft.com/office/drawing/2014/main" id="{F605D6C7-A5E9-FA26-7528-DC9B63B1AA88}"/>
                </a:ext>
              </a:extLst>
            </p:cNvPr>
            <p:cNvSpPr/>
            <p:nvPr>
              <p:custDataLst>
                <p:tags r:id="rId21"/>
              </p:custDataLst>
            </p:nvPr>
          </p:nvSpPr>
          <p:spPr>
            <a:xfrm>
              <a:off x="5342013" y="5239942"/>
              <a:ext cx="70628" cy="98932"/>
            </a:xfrm>
            <a:custGeom>
              <a:avLst/>
              <a:gdLst>
                <a:gd name="csX0" fmla="*/ 70290 w 70628"/>
                <a:gd name="csY0" fmla="*/ 9402 h 98932"/>
                <a:gd name="csX1" fmla="*/ 70902 w 70628"/>
                <a:gd name="csY1" fmla="*/ 5885 h 98932"/>
                <a:gd name="csX2" fmla="*/ 66459 w 70628"/>
                <a:gd name="csY2" fmla="*/ 1756 h 98932"/>
                <a:gd name="csX3" fmla="*/ 61097 w 70628"/>
                <a:gd name="csY3" fmla="*/ 4968 h 98932"/>
                <a:gd name="csX4" fmla="*/ 58952 w 70628"/>
                <a:gd name="csY4" fmla="*/ 13225 h 98932"/>
                <a:gd name="csX5" fmla="*/ 55888 w 70628"/>
                <a:gd name="csY5" fmla="*/ 25457 h 98932"/>
                <a:gd name="csX6" fmla="*/ 48994 w 70628"/>
                <a:gd name="csY6" fmla="*/ 52981 h 98932"/>
                <a:gd name="csX7" fmla="*/ 31681 w 70628"/>
                <a:gd name="csY7" fmla="*/ 65978 h 98932"/>
                <a:gd name="csX8" fmla="*/ 22182 w 70628"/>
                <a:gd name="csY8" fmla="*/ 53593 h 98932"/>
                <a:gd name="csX9" fmla="*/ 29996 w 70628"/>
                <a:gd name="csY9" fmla="*/ 23622 h 98932"/>
                <a:gd name="csX10" fmla="*/ 33060 w 70628"/>
                <a:gd name="csY10" fmla="*/ 12613 h 98932"/>
                <a:gd name="csX11" fmla="*/ 20497 w 70628"/>
                <a:gd name="csY11" fmla="*/ 74 h 98932"/>
                <a:gd name="csX12" fmla="*/ 274 w 70628"/>
                <a:gd name="csY12" fmla="*/ 23622 h 98932"/>
                <a:gd name="csX13" fmla="*/ 2112 w 70628"/>
                <a:gd name="csY13" fmla="*/ 25152 h 98932"/>
                <a:gd name="csX14" fmla="*/ 4563 w 70628"/>
                <a:gd name="csY14" fmla="*/ 22399 h 98932"/>
                <a:gd name="csX15" fmla="*/ 20037 w 70628"/>
                <a:gd name="csY15" fmla="*/ 3438 h 98932"/>
                <a:gd name="csX16" fmla="*/ 23868 w 70628"/>
                <a:gd name="csY16" fmla="*/ 8332 h 98932"/>
                <a:gd name="csX17" fmla="*/ 21263 w 70628"/>
                <a:gd name="csY17" fmla="*/ 19035 h 98932"/>
                <a:gd name="csX18" fmla="*/ 12377 w 70628"/>
                <a:gd name="csY18" fmla="*/ 51146 h 98932"/>
                <a:gd name="csX19" fmla="*/ 31068 w 70628"/>
                <a:gd name="csY19" fmla="*/ 69342 h 98932"/>
                <a:gd name="csX20" fmla="*/ 46542 w 70628"/>
                <a:gd name="csY20" fmla="*/ 62461 h 98932"/>
                <a:gd name="csX21" fmla="*/ 36584 w 70628"/>
                <a:gd name="csY21" fmla="*/ 86009 h 98932"/>
                <a:gd name="csX22" fmla="*/ 19731 w 70628"/>
                <a:gd name="csY22" fmla="*/ 95643 h 98932"/>
                <a:gd name="csX23" fmla="*/ 8087 w 70628"/>
                <a:gd name="csY23" fmla="*/ 89221 h 98932"/>
                <a:gd name="csX24" fmla="*/ 14675 w 70628"/>
                <a:gd name="csY24" fmla="*/ 87386 h 98932"/>
                <a:gd name="csX25" fmla="*/ 17739 w 70628"/>
                <a:gd name="csY25" fmla="*/ 81116 h 98932"/>
                <a:gd name="csX26" fmla="*/ 12071 w 70628"/>
                <a:gd name="csY26" fmla="*/ 75764 h 98932"/>
                <a:gd name="csX27" fmla="*/ 3491 w 70628"/>
                <a:gd name="csY27" fmla="*/ 85704 h 98932"/>
                <a:gd name="csX28" fmla="*/ 19731 w 70628"/>
                <a:gd name="csY28" fmla="*/ 99007 h 98932"/>
                <a:gd name="csX29" fmla="*/ 55582 w 70628"/>
                <a:gd name="csY29" fmla="*/ 67813 h 98932"/>
                <a:gd name="csX30" fmla="*/ 70290 w 70628"/>
                <a:gd name="csY30" fmla="*/ 9402 h 98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70628" h="98932">
                  <a:moveTo>
                    <a:pt x="70290" y="9402"/>
                  </a:moveTo>
                  <a:cubicBezTo>
                    <a:pt x="70902" y="7261"/>
                    <a:pt x="70902" y="6955"/>
                    <a:pt x="70902" y="5885"/>
                  </a:cubicBezTo>
                  <a:cubicBezTo>
                    <a:pt x="70902" y="3133"/>
                    <a:pt x="68758" y="1756"/>
                    <a:pt x="66459" y="1756"/>
                  </a:cubicBezTo>
                  <a:cubicBezTo>
                    <a:pt x="64927" y="1756"/>
                    <a:pt x="62476" y="2674"/>
                    <a:pt x="61097" y="4968"/>
                  </a:cubicBezTo>
                  <a:cubicBezTo>
                    <a:pt x="60791" y="5732"/>
                    <a:pt x="59565" y="10472"/>
                    <a:pt x="58952" y="13225"/>
                  </a:cubicBezTo>
                  <a:cubicBezTo>
                    <a:pt x="57880" y="17200"/>
                    <a:pt x="56807" y="21329"/>
                    <a:pt x="55888" y="25457"/>
                  </a:cubicBezTo>
                  <a:lnTo>
                    <a:pt x="48994" y="52981"/>
                  </a:lnTo>
                  <a:cubicBezTo>
                    <a:pt x="48381" y="55275"/>
                    <a:pt x="41793" y="65978"/>
                    <a:pt x="31681" y="65978"/>
                  </a:cubicBezTo>
                  <a:cubicBezTo>
                    <a:pt x="23868" y="65978"/>
                    <a:pt x="22182" y="59250"/>
                    <a:pt x="22182" y="53593"/>
                  </a:cubicBezTo>
                  <a:cubicBezTo>
                    <a:pt x="22182" y="46559"/>
                    <a:pt x="24787" y="37078"/>
                    <a:pt x="29996" y="23622"/>
                  </a:cubicBezTo>
                  <a:cubicBezTo>
                    <a:pt x="32447" y="17353"/>
                    <a:pt x="33060" y="15671"/>
                    <a:pt x="33060" y="12613"/>
                  </a:cubicBezTo>
                  <a:cubicBezTo>
                    <a:pt x="33060" y="5732"/>
                    <a:pt x="28157" y="74"/>
                    <a:pt x="20497" y="74"/>
                  </a:cubicBezTo>
                  <a:cubicBezTo>
                    <a:pt x="5942" y="74"/>
                    <a:pt x="274" y="22246"/>
                    <a:pt x="274" y="23622"/>
                  </a:cubicBezTo>
                  <a:cubicBezTo>
                    <a:pt x="274" y="25152"/>
                    <a:pt x="1806" y="25152"/>
                    <a:pt x="2112" y="25152"/>
                  </a:cubicBezTo>
                  <a:cubicBezTo>
                    <a:pt x="3644" y="25152"/>
                    <a:pt x="3797" y="24846"/>
                    <a:pt x="4563" y="22399"/>
                  </a:cubicBezTo>
                  <a:cubicBezTo>
                    <a:pt x="8700" y="8026"/>
                    <a:pt x="14828" y="3438"/>
                    <a:pt x="20037" y="3438"/>
                  </a:cubicBezTo>
                  <a:cubicBezTo>
                    <a:pt x="21263" y="3438"/>
                    <a:pt x="23868" y="3438"/>
                    <a:pt x="23868" y="8332"/>
                  </a:cubicBezTo>
                  <a:cubicBezTo>
                    <a:pt x="23868" y="12154"/>
                    <a:pt x="22336" y="16130"/>
                    <a:pt x="21263" y="19035"/>
                  </a:cubicBezTo>
                  <a:cubicBezTo>
                    <a:pt x="15135" y="35244"/>
                    <a:pt x="12377" y="43959"/>
                    <a:pt x="12377" y="51146"/>
                  </a:cubicBezTo>
                  <a:cubicBezTo>
                    <a:pt x="12377" y="64755"/>
                    <a:pt x="22029" y="69342"/>
                    <a:pt x="31068" y="69342"/>
                  </a:cubicBezTo>
                  <a:cubicBezTo>
                    <a:pt x="37043" y="69342"/>
                    <a:pt x="42253" y="66743"/>
                    <a:pt x="46542" y="62461"/>
                  </a:cubicBezTo>
                  <a:cubicBezTo>
                    <a:pt x="44551" y="70413"/>
                    <a:pt x="42712" y="77905"/>
                    <a:pt x="36584" y="86009"/>
                  </a:cubicBezTo>
                  <a:cubicBezTo>
                    <a:pt x="32600" y="91208"/>
                    <a:pt x="26779" y="95643"/>
                    <a:pt x="19731" y="95643"/>
                  </a:cubicBezTo>
                  <a:cubicBezTo>
                    <a:pt x="17586" y="95643"/>
                    <a:pt x="10692" y="95184"/>
                    <a:pt x="8087" y="89221"/>
                  </a:cubicBezTo>
                  <a:cubicBezTo>
                    <a:pt x="10539" y="89221"/>
                    <a:pt x="12530" y="89221"/>
                    <a:pt x="14675" y="87386"/>
                  </a:cubicBezTo>
                  <a:cubicBezTo>
                    <a:pt x="16207" y="86009"/>
                    <a:pt x="17739" y="84022"/>
                    <a:pt x="17739" y="81116"/>
                  </a:cubicBezTo>
                  <a:cubicBezTo>
                    <a:pt x="17739" y="76376"/>
                    <a:pt x="13603" y="75764"/>
                    <a:pt x="12071" y="75764"/>
                  </a:cubicBezTo>
                  <a:cubicBezTo>
                    <a:pt x="8547" y="75764"/>
                    <a:pt x="3491" y="78211"/>
                    <a:pt x="3491" y="85704"/>
                  </a:cubicBezTo>
                  <a:cubicBezTo>
                    <a:pt x="3491" y="93349"/>
                    <a:pt x="10232" y="99007"/>
                    <a:pt x="19731" y="99007"/>
                  </a:cubicBezTo>
                  <a:cubicBezTo>
                    <a:pt x="35511" y="99007"/>
                    <a:pt x="51292" y="85092"/>
                    <a:pt x="55582" y="67813"/>
                  </a:cubicBezTo>
                  <a:lnTo>
                    <a:pt x="70290" y="9402"/>
                  </a:lnTo>
                  <a:close/>
                </a:path>
              </a:pathLst>
            </a:custGeom>
            <a:solidFill>
              <a:srgbClr val="000000"/>
            </a:solidFill>
            <a:ln w="25400" cap="flat">
              <a:noFill/>
              <a:prstDash val="solid"/>
              <a:miter/>
            </a:ln>
          </p:spPr>
          <p:txBody>
            <a:bodyPr/>
            <a:lstStyle/>
            <a:p>
              <a:endParaRPr lang="en-US"/>
            </a:p>
          </p:txBody>
        </p:sp>
        <p:sp>
          <p:nvSpPr>
            <p:cNvPr id="3216" name="Freeform: Shape 3215">
              <a:extLst>
                <a:ext uri="{FF2B5EF4-FFF2-40B4-BE49-F238E27FC236}">
                  <a16:creationId xmlns:a16="http://schemas.microsoft.com/office/drawing/2014/main" id="{D11CD102-8D21-1136-21E6-4E03FFBDACE4}"/>
                </a:ext>
              </a:extLst>
            </p:cNvPr>
            <p:cNvSpPr/>
            <p:nvPr>
              <p:custDataLst>
                <p:tags r:id="rId22"/>
              </p:custDataLst>
            </p:nvPr>
          </p:nvSpPr>
          <p:spPr>
            <a:xfrm>
              <a:off x="5469318" y="5251410"/>
              <a:ext cx="101883" cy="35780"/>
            </a:xfrm>
            <a:custGeom>
              <a:avLst/>
              <a:gdLst>
                <a:gd name="csX0" fmla="*/ 96956 w 101883"/>
                <a:gd name="csY0" fmla="*/ 6191 h 35780"/>
                <a:gd name="csX1" fmla="*/ 102165 w 101883"/>
                <a:gd name="csY1" fmla="*/ 3133 h 35780"/>
                <a:gd name="csX2" fmla="*/ 97109 w 101883"/>
                <a:gd name="csY2" fmla="*/ 74 h 35780"/>
                <a:gd name="csX3" fmla="*/ 5337 w 101883"/>
                <a:gd name="csY3" fmla="*/ 74 h 35780"/>
                <a:gd name="csX4" fmla="*/ 282 w 101883"/>
                <a:gd name="csY4" fmla="*/ 3133 h 35780"/>
                <a:gd name="csX5" fmla="*/ 5491 w 101883"/>
                <a:gd name="csY5" fmla="*/ 6191 h 35780"/>
                <a:gd name="csX6" fmla="*/ 96956 w 101883"/>
                <a:gd name="csY6" fmla="*/ 6191 h 35780"/>
                <a:gd name="csX7" fmla="*/ 97109 w 101883"/>
                <a:gd name="csY7" fmla="*/ 35855 h 35780"/>
                <a:gd name="csX8" fmla="*/ 102165 w 101883"/>
                <a:gd name="csY8" fmla="*/ 32797 h 35780"/>
                <a:gd name="csX9" fmla="*/ 96956 w 101883"/>
                <a:gd name="csY9" fmla="*/ 29739 h 35780"/>
                <a:gd name="csX10" fmla="*/ 5491 w 101883"/>
                <a:gd name="csY10" fmla="*/ 29739 h 35780"/>
                <a:gd name="csX11" fmla="*/ 282 w 101883"/>
                <a:gd name="csY11" fmla="*/ 32797 h 35780"/>
                <a:gd name="csX12" fmla="*/ 5337 w 101883"/>
                <a:gd name="csY12" fmla="*/ 35855 h 35780"/>
                <a:gd name="csX13" fmla="*/ 97109 w 101883"/>
                <a:gd name="csY13" fmla="*/ 35855 h 35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01883" h="35780">
                  <a:moveTo>
                    <a:pt x="96956" y="6191"/>
                  </a:moveTo>
                  <a:cubicBezTo>
                    <a:pt x="99254" y="6191"/>
                    <a:pt x="102165" y="6191"/>
                    <a:pt x="102165" y="3133"/>
                  </a:cubicBezTo>
                  <a:cubicBezTo>
                    <a:pt x="102165" y="74"/>
                    <a:pt x="99254" y="74"/>
                    <a:pt x="97109" y="74"/>
                  </a:cubicBezTo>
                  <a:lnTo>
                    <a:pt x="5337" y="74"/>
                  </a:lnTo>
                  <a:cubicBezTo>
                    <a:pt x="3193" y="74"/>
                    <a:pt x="282" y="74"/>
                    <a:pt x="282" y="3133"/>
                  </a:cubicBezTo>
                  <a:cubicBezTo>
                    <a:pt x="282" y="6191"/>
                    <a:pt x="3193" y="6191"/>
                    <a:pt x="5491" y="6191"/>
                  </a:cubicBezTo>
                  <a:lnTo>
                    <a:pt x="96956" y="6191"/>
                  </a:lnTo>
                  <a:close/>
                  <a:moveTo>
                    <a:pt x="97109" y="35855"/>
                  </a:moveTo>
                  <a:cubicBezTo>
                    <a:pt x="99254" y="35855"/>
                    <a:pt x="102165" y="35855"/>
                    <a:pt x="102165" y="32797"/>
                  </a:cubicBezTo>
                  <a:cubicBezTo>
                    <a:pt x="102165" y="29739"/>
                    <a:pt x="99254" y="29739"/>
                    <a:pt x="96956" y="29739"/>
                  </a:cubicBezTo>
                  <a:lnTo>
                    <a:pt x="5491" y="29739"/>
                  </a:lnTo>
                  <a:cubicBezTo>
                    <a:pt x="3193" y="29739"/>
                    <a:pt x="282" y="29739"/>
                    <a:pt x="282" y="32797"/>
                  </a:cubicBezTo>
                  <a:cubicBezTo>
                    <a:pt x="282" y="35855"/>
                    <a:pt x="3193" y="35855"/>
                    <a:pt x="5337" y="35855"/>
                  </a:cubicBezTo>
                  <a:lnTo>
                    <a:pt x="97109" y="35855"/>
                  </a:lnTo>
                  <a:close/>
                </a:path>
              </a:pathLst>
            </a:custGeom>
            <a:solidFill>
              <a:srgbClr val="000000"/>
            </a:solidFill>
            <a:ln w="25400" cap="flat">
              <a:noFill/>
              <a:prstDash val="solid"/>
              <a:miter/>
            </a:ln>
          </p:spPr>
          <p:txBody>
            <a:bodyPr/>
            <a:lstStyle/>
            <a:p>
              <a:endParaRPr lang="en-US"/>
            </a:p>
          </p:txBody>
        </p:sp>
        <p:sp>
          <p:nvSpPr>
            <p:cNvPr id="3217" name="Freeform: Shape 3216">
              <a:extLst>
                <a:ext uri="{FF2B5EF4-FFF2-40B4-BE49-F238E27FC236}">
                  <a16:creationId xmlns:a16="http://schemas.microsoft.com/office/drawing/2014/main" id="{2D288813-1110-6A99-C294-03569055393D}"/>
                </a:ext>
              </a:extLst>
            </p:cNvPr>
            <p:cNvSpPr/>
            <p:nvPr>
              <p:custDataLst>
                <p:tags r:id="rId23"/>
              </p:custDataLst>
            </p:nvPr>
          </p:nvSpPr>
          <p:spPr>
            <a:xfrm>
              <a:off x="5636093" y="5205690"/>
              <a:ext cx="50558" cy="101837"/>
            </a:xfrm>
            <a:custGeom>
              <a:avLst/>
              <a:gdLst>
                <a:gd name="csX0" fmla="*/ 31700 w 50558"/>
                <a:gd name="csY0" fmla="*/ 4050 h 101837"/>
                <a:gd name="csX1" fmla="*/ 28176 w 50558"/>
                <a:gd name="csY1" fmla="*/ 74 h 101837"/>
                <a:gd name="csX2" fmla="*/ 292 w 50558"/>
                <a:gd name="csY2" fmla="*/ 9861 h 101837"/>
                <a:gd name="csX3" fmla="*/ 292 w 50558"/>
                <a:gd name="csY3" fmla="*/ 14601 h 101837"/>
                <a:gd name="csX4" fmla="*/ 20362 w 50558"/>
                <a:gd name="csY4" fmla="*/ 10625 h 101837"/>
                <a:gd name="csX5" fmla="*/ 20362 w 50558"/>
                <a:gd name="csY5" fmla="*/ 89832 h 101837"/>
                <a:gd name="csX6" fmla="*/ 6114 w 50558"/>
                <a:gd name="csY6" fmla="*/ 97172 h 101837"/>
                <a:gd name="csX7" fmla="*/ 1211 w 50558"/>
                <a:gd name="csY7" fmla="*/ 97172 h 101837"/>
                <a:gd name="csX8" fmla="*/ 1211 w 50558"/>
                <a:gd name="csY8" fmla="*/ 101912 h 101837"/>
                <a:gd name="csX9" fmla="*/ 26031 w 50558"/>
                <a:gd name="csY9" fmla="*/ 101453 h 101837"/>
                <a:gd name="csX10" fmla="*/ 50851 w 50558"/>
                <a:gd name="csY10" fmla="*/ 101912 h 101837"/>
                <a:gd name="csX11" fmla="*/ 50851 w 50558"/>
                <a:gd name="csY11" fmla="*/ 97172 h 101837"/>
                <a:gd name="csX12" fmla="*/ 45948 w 50558"/>
                <a:gd name="csY12" fmla="*/ 97172 h 101837"/>
                <a:gd name="csX13" fmla="*/ 31700 w 50558"/>
                <a:gd name="csY13" fmla="*/ 89832 h 101837"/>
                <a:gd name="csX14" fmla="*/ 31700 w 50558"/>
                <a:gd name="csY14" fmla="*/ 4050 h 101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558" h="101837">
                  <a:moveTo>
                    <a:pt x="31700" y="4050"/>
                  </a:moveTo>
                  <a:cubicBezTo>
                    <a:pt x="31700" y="380"/>
                    <a:pt x="31700" y="74"/>
                    <a:pt x="28176" y="74"/>
                  </a:cubicBezTo>
                  <a:cubicBezTo>
                    <a:pt x="18677" y="9861"/>
                    <a:pt x="5195" y="9861"/>
                    <a:pt x="292" y="9861"/>
                  </a:cubicBezTo>
                  <a:lnTo>
                    <a:pt x="292" y="14601"/>
                  </a:lnTo>
                  <a:cubicBezTo>
                    <a:pt x="3356" y="14601"/>
                    <a:pt x="12396" y="14601"/>
                    <a:pt x="20362" y="10625"/>
                  </a:cubicBezTo>
                  <a:lnTo>
                    <a:pt x="20362" y="89832"/>
                  </a:lnTo>
                  <a:cubicBezTo>
                    <a:pt x="20362" y="95337"/>
                    <a:pt x="19903" y="97172"/>
                    <a:pt x="6114" y="97172"/>
                  </a:cubicBezTo>
                  <a:lnTo>
                    <a:pt x="1211" y="97172"/>
                  </a:lnTo>
                  <a:lnTo>
                    <a:pt x="1211" y="101912"/>
                  </a:lnTo>
                  <a:cubicBezTo>
                    <a:pt x="6574" y="101453"/>
                    <a:pt x="19903" y="101453"/>
                    <a:pt x="26031" y="101453"/>
                  </a:cubicBezTo>
                  <a:cubicBezTo>
                    <a:pt x="32159" y="101453"/>
                    <a:pt x="45488" y="101453"/>
                    <a:pt x="50851" y="101912"/>
                  </a:cubicBezTo>
                  <a:lnTo>
                    <a:pt x="50851" y="97172"/>
                  </a:lnTo>
                  <a:lnTo>
                    <a:pt x="45948" y="97172"/>
                  </a:lnTo>
                  <a:cubicBezTo>
                    <a:pt x="32159" y="97172"/>
                    <a:pt x="31700" y="95490"/>
                    <a:pt x="31700" y="89832"/>
                  </a:cubicBezTo>
                  <a:lnTo>
                    <a:pt x="31700" y="4050"/>
                  </a:lnTo>
                  <a:close/>
                </a:path>
              </a:pathLst>
            </a:custGeom>
            <a:solidFill>
              <a:srgbClr val="000000"/>
            </a:solidFill>
            <a:ln w="25400" cap="flat">
              <a:noFill/>
              <a:prstDash val="solid"/>
              <a:miter/>
            </a:ln>
          </p:spPr>
          <p:txBody>
            <a:bodyPr/>
            <a:lstStyle/>
            <a:p>
              <a:endParaRPr lang="en-US"/>
            </a:p>
          </p:txBody>
        </p:sp>
        <p:sp>
          <p:nvSpPr>
            <p:cNvPr id="3218" name="Freeform: Shape 3217">
              <a:extLst>
                <a:ext uri="{FF2B5EF4-FFF2-40B4-BE49-F238E27FC236}">
                  <a16:creationId xmlns:a16="http://schemas.microsoft.com/office/drawing/2014/main" id="{52C079D2-3197-BE47-EA5F-CDEAA71F9BEE}"/>
                </a:ext>
              </a:extLst>
            </p:cNvPr>
            <p:cNvSpPr/>
            <p:nvPr>
              <p:custDataLst>
                <p:tags r:id="rId24"/>
              </p:custDataLst>
            </p:nvPr>
          </p:nvSpPr>
          <p:spPr>
            <a:xfrm>
              <a:off x="4716617" y="5425879"/>
              <a:ext cx="50558" cy="101837"/>
            </a:xfrm>
            <a:custGeom>
              <a:avLst/>
              <a:gdLst>
                <a:gd name="csX0" fmla="*/ 31640 w 50558"/>
                <a:gd name="csY0" fmla="*/ 4064 h 101837"/>
                <a:gd name="csX1" fmla="*/ 28116 w 50558"/>
                <a:gd name="csY1" fmla="*/ 89 h 101837"/>
                <a:gd name="csX2" fmla="*/ 232 w 50558"/>
                <a:gd name="csY2" fmla="*/ 9875 h 101837"/>
                <a:gd name="csX3" fmla="*/ 232 w 50558"/>
                <a:gd name="csY3" fmla="*/ 14615 h 101837"/>
                <a:gd name="csX4" fmla="*/ 20303 w 50558"/>
                <a:gd name="csY4" fmla="*/ 10639 h 101837"/>
                <a:gd name="csX5" fmla="*/ 20303 w 50558"/>
                <a:gd name="csY5" fmla="*/ 89846 h 101837"/>
                <a:gd name="csX6" fmla="*/ 6054 w 50558"/>
                <a:gd name="csY6" fmla="*/ 97186 h 101837"/>
                <a:gd name="csX7" fmla="*/ 1152 w 50558"/>
                <a:gd name="csY7" fmla="*/ 97186 h 101837"/>
                <a:gd name="csX8" fmla="*/ 1152 w 50558"/>
                <a:gd name="csY8" fmla="*/ 101926 h 101837"/>
                <a:gd name="csX9" fmla="*/ 25971 w 50558"/>
                <a:gd name="csY9" fmla="*/ 101468 h 101837"/>
                <a:gd name="csX10" fmla="*/ 50791 w 50558"/>
                <a:gd name="csY10" fmla="*/ 101926 h 101837"/>
                <a:gd name="csX11" fmla="*/ 50791 w 50558"/>
                <a:gd name="csY11" fmla="*/ 97186 h 101837"/>
                <a:gd name="csX12" fmla="*/ 45888 w 50558"/>
                <a:gd name="csY12" fmla="*/ 97186 h 101837"/>
                <a:gd name="csX13" fmla="*/ 31640 w 50558"/>
                <a:gd name="csY13" fmla="*/ 89846 h 101837"/>
                <a:gd name="csX14" fmla="*/ 31640 w 50558"/>
                <a:gd name="csY14" fmla="*/ 4064 h 101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558" h="101837">
                  <a:moveTo>
                    <a:pt x="31640" y="4064"/>
                  </a:moveTo>
                  <a:cubicBezTo>
                    <a:pt x="31640" y="395"/>
                    <a:pt x="31640" y="89"/>
                    <a:pt x="28116" y="89"/>
                  </a:cubicBezTo>
                  <a:cubicBezTo>
                    <a:pt x="18617" y="9875"/>
                    <a:pt x="5135" y="9875"/>
                    <a:pt x="232" y="9875"/>
                  </a:cubicBezTo>
                  <a:lnTo>
                    <a:pt x="232" y="14615"/>
                  </a:lnTo>
                  <a:cubicBezTo>
                    <a:pt x="3296" y="14615"/>
                    <a:pt x="12336" y="14615"/>
                    <a:pt x="20303" y="10639"/>
                  </a:cubicBezTo>
                  <a:lnTo>
                    <a:pt x="20303" y="89846"/>
                  </a:lnTo>
                  <a:cubicBezTo>
                    <a:pt x="20303" y="95351"/>
                    <a:pt x="19843" y="97186"/>
                    <a:pt x="6054" y="97186"/>
                  </a:cubicBezTo>
                  <a:lnTo>
                    <a:pt x="1152" y="97186"/>
                  </a:lnTo>
                  <a:lnTo>
                    <a:pt x="1152" y="101926"/>
                  </a:lnTo>
                  <a:cubicBezTo>
                    <a:pt x="6514" y="101468"/>
                    <a:pt x="19843" y="101468"/>
                    <a:pt x="25971" y="101468"/>
                  </a:cubicBezTo>
                  <a:cubicBezTo>
                    <a:pt x="32100" y="101468"/>
                    <a:pt x="45429" y="101468"/>
                    <a:pt x="50791" y="101926"/>
                  </a:cubicBezTo>
                  <a:lnTo>
                    <a:pt x="50791" y="97186"/>
                  </a:lnTo>
                  <a:lnTo>
                    <a:pt x="45888" y="97186"/>
                  </a:lnTo>
                  <a:cubicBezTo>
                    <a:pt x="32100" y="97186"/>
                    <a:pt x="31640" y="95504"/>
                    <a:pt x="31640" y="89846"/>
                  </a:cubicBezTo>
                  <a:lnTo>
                    <a:pt x="31640" y="4064"/>
                  </a:lnTo>
                  <a:close/>
                </a:path>
              </a:pathLst>
            </a:custGeom>
            <a:solidFill>
              <a:srgbClr val="000000"/>
            </a:solidFill>
            <a:ln w="25400" cap="flat">
              <a:noFill/>
              <a:prstDash val="solid"/>
              <a:miter/>
            </a:ln>
          </p:spPr>
          <p:txBody>
            <a:bodyPr/>
            <a:lstStyle/>
            <a:p>
              <a:endParaRPr lang="en-US"/>
            </a:p>
          </p:txBody>
        </p:sp>
        <p:sp>
          <p:nvSpPr>
            <p:cNvPr id="3219" name="Freeform: Shape 3218">
              <a:extLst>
                <a:ext uri="{FF2B5EF4-FFF2-40B4-BE49-F238E27FC236}">
                  <a16:creationId xmlns:a16="http://schemas.microsoft.com/office/drawing/2014/main" id="{DF6A3777-C6E9-5D26-7928-67223CC246CA}"/>
                </a:ext>
              </a:extLst>
            </p:cNvPr>
            <p:cNvSpPr/>
            <p:nvPr>
              <p:custDataLst>
                <p:tags r:id="rId25"/>
              </p:custDataLst>
            </p:nvPr>
          </p:nvSpPr>
          <p:spPr>
            <a:xfrm>
              <a:off x="4826347" y="5486431"/>
              <a:ext cx="93610" cy="6116"/>
            </a:xfrm>
            <a:custGeom>
              <a:avLst/>
              <a:gdLst>
                <a:gd name="csX0" fmla="*/ 88487 w 93610"/>
                <a:gd name="csY0" fmla="*/ 6205 h 6116"/>
                <a:gd name="csX1" fmla="*/ 93850 w 93610"/>
                <a:gd name="csY1" fmla="*/ 3147 h 6116"/>
                <a:gd name="csX2" fmla="*/ 88487 w 93610"/>
                <a:gd name="csY2" fmla="*/ 89 h 6116"/>
                <a:gd name="csX3" fmla="*/ 5602 w 93610"/>
                <a:gd name="csY3" fmla="*/ 89 h 6116"/>
                <a:gd name="csX4" fmla="*/ 240 w 93610"/>
                <a:gd name="csY4" fmla="*/ 3147 h 6116"/>
                <a:gd name="csX5" fmla="*/ 5602 w 93610"/>
                <a:gd name="csY5" fmla="*/ 6205 h 6116"/>
                <a:gd name="csX6" fmla="*/ 88487 w 93610"/>
                <a:gd name="csY6" fmla="*/ 6205 h 61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3610" h="6116">
                  <a:moveTo>
                    <a:pt x="88487" y="6205"/>
                  </a:moveTo>
                  <a:cubicBezTo>
                    <a:pt x="91092" y="6205"/>
                    <a:pt x="93850" y="6205"/>
                    <a:pt x="93850" y="3147"/>
                  </a:cubicBezTo>
                  <a:cubicBezTo>
                    <a:pt x="93850" y="89"/>
                    <a:pt x="91092" y="89"/>
                    <a:pt x="88487" y="89"/>
                  </a:cubicBezTo>
                  <a:lnTo>
                    <a:pt x="5602" y="89"/>
                  </a:lnTo>
                  <a:cubicBezTo>
                    <a:pt x="2997" y="89"/>
                    <a:pt x="240" y="89"/>
                    <a:pt x="240" y="3147"/>
                  </a:cubicBezTo>
                  <a:cubicBezTo>
                    <a:pt x="240" y="6205"/>
                    <a:pt x="2997" y="6205"/>
                    <a:pt x="5602" y="6205"/>
                  </a:cubicBezTo>
                  <a:lnTo>
                    <a:pt x="88487" y="6205"/>
                  </a:lnTo>
                  <a:close/>
                </a:path>
              </a:pathLst>
            </a:custGeom>
            <a:solidFill>
              <a:srgbClr val="000000"/>
            </a:solidFill>
            <a:ln w="25400" cap="flat">
              <a:noFill/>
              <a:prstDash val="solid"/>
              <a:miter/>
            </a:ln>
          </p:spPr>
          <p:txBody>
            <a:bodyPr/>
            <a:lstStyle/>
            <a:p>
              <a:endParaRPr lang="en-US"/>
            </a:p>
          </p:txBody>
        </p:sp>
        <p:sp>
          <p:nvSpPr>
            <p:cNvPr id="3220" name="Freeform: Shape 3219">
              <a:extLst>
                <a:ext uri="{FF2B5EF4-FFF2-40B4-BE49-F238E27FC236}">
                  <a16:creationId xmlns:a16="http://schemas.microsoft.com/office/drawing/2014/main" id="{CE359B7D-A5AC-DDE3-9F84-C5D3D3A0A492}"/>
                </a:ext>
              </a:extLst>
            </p:cNvPr>
            <p:cNvSpPr/>
            <p:nvPr>
              <p:custDataLst>
                <p:tags r:id="rId26"/>
              </p:custDataLst>
            </p:nvPr>
          </p:nvSpPr>
          <p:spPr>
            <a:xfrm>
              <a:off x="4961936" y="5460130"/>
              <a:ext cx="79974" cy="97250"/>
            </a:xfrm>
            <a:custGeom>
              <a:avLst/>
              <a:gdLst>
                <a:gd name="csX0" fmla="*/ 12046 w 79974"/>
                <a:gd name="csY0" fmla="*/ 86330 h 97250"/>
                <a:gd name="csX1" fmla="*/ 3773 w 79974"/>
                <a:gd name="csY1" fmla="*/ 92599 h 97250"/>
                <a:gd name="csX2" fmla="*/ 249 w 79974"/>
                <a:gd name="csY2" fmla="*/ 95504 h 97250"/>
                <a:gd name="csX3" fmla="*/ 2241 w 79974"/>
                <a:gd name="csY3" fmla="*/ 97339 h 97250"/>
                <a:gd name="csX4" fmla="*/ 15111 w 79974"/>
                <a:gd name="csY4" fmla="*/ 96880 h 97250"/>
                <a:gd name="csX5" fmla="*/ 30278 w 79974"/>
                <a:gd name="csY5" fmla="*/ 97339 h 97250"/>
                <a:gd name="csX6" fmla="*/ 33036 w 79974"/>
                <a:gd name="csY6" fmla="*/ 94281 h 97250"/>
                <a:gd name="csX7" fmla="*/ 29359 w 79974"/>
                <a:gd name="csY7" fmla="*/ 92599 h 97250"/>
                <a:gd name="csX8" fmla="*/ 21699 w 79974"/>
                <a:gd name="csY8" fmla="*/ 90152 h 97250"/>
                <a:gd name="csX9" fmla="*/ 29206 w 79974"/>
                <a:gd name="csY9" fmla="*/ 59570 h 97250"/>
                <a:gd name="csX10" fmla="*/ 43301 w 79974"/>
                <a:gd name="csY10" fmla="*/ 69357 h 97250"/>
                <a:gd name="csX11" fmla="*/ 80224 w 79974"/>
                <a:gd name="csY11" fmla="*/ 24554 h 97250"/>
                <a:gd name="csX12" fmla="*/ 59847 w 79974"/>
                <a:gd name="csY12" fmla="*/ 89 h 97250"/>
                <a:gd name="csX13" fmla="*/ 39777 w 79974"/>
                <a:gd name="csY13" fmla="*/ 11557 h 97250"/>
                <a:gd name="csX14" fmla="*/ 25988 w 79974"/>
                <a:gd name="csY14" fmla="*/ 89 h 97250"/>
                <a:gd name="csX15" fmla="*/ 14651 w 79974"/>
                <a:gd name="csY15" fmla="*/ 8805 h 97250"/>
                <a:gd name="csX16" fmla="*/ 9902 w 79974"/>
                <a:gd name="csY16" fmla="*/ 23637 h 97250"/>
                <a:gd name="csX17" fmla="*/ 11740 w 79974"/>
                <a:gd name="csY17" fmla="*/ 25166 h 97250"/>
                <a:gd name="csX18" fmla="*/ 14345 w 79974"/>
                <a:gd name="csY18" fmla="*/ 21649 h 97250"/>
                <a:gd name="csX19" fmla="*/ 25529 w 79974"/>
                <a:gd name="csY19" fmla="*/ 3453 h 97250"/>
                <a:gd name="csX20" fmla="*/ 30278 w 79974"/>
                <a:gd name="csY20" fmla="*/ 10487 h 97250"/>
                <a:gd name="csX21" fmla="*/ 29206 w 79974"/>
                <a:gd name="csY21" fmla="*/ 18285 h 97250"/>
                <a:gd name="csX22" fmla="*/ 12046 w 79974"/>
                <a:gd name="csY22" fmla="*/ 86330 h 97250"/>
                <a:gd name="csX23" fmla="*/ 39011 w 79974"/>
                <a:gd name="csY23" fmla="*/ 19967 h 97250"/>
                <a:gd name="csX24" fmla="*/ 46978 w 79974"/>
                <a:gd name="csY24" fmla="*/ 9263 h 97250"/>
                <a:gd name="csX25" fmla="*/ 59388 w 79974"/>
                <a:gd name="csY25" fmla="*/ 3453 h 97250"/>
                <a:gd name="csX26" fmla="*/ 69193 w 79974"/>
                <a:gd name="csY26" fmla="*/ 17826 h 97250"/>
                <a:gd name="csX27" fmla="*/ 61379 w 79974"/>
                <a:gd name="csY27" fmla="*/ 50243 h 97250"/>
                <a:gd name="csX28" fmla="*/ 43148 w 79974"/>
                <a:gd name="csY28" fmla="*/ 65993 h 97250"/>
                <a:gd name="csX29" fmla="*/ 31044 w 79974"/>
                <a:gd name="csY29" fmla="*/ 52384 h 97250"/>
                <a:gd name="csX30" fmla="*/ 31504 w 79974"/>
                <a:gd name="csY30" fmla="*/ 49937 h 97250"/>
                <a:gd name="csX31" fmla="*/ 39011 w 79974"/>
                <a:gd name="csY31" fmla="*/ 19967 h 9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79974" h="97250">
                  <a:moveTo>
                    <a:pt x="12046" y="86330"/>
                  </a:moveTo>
                  <a:cubicBezTo>
                    <a:pt x="10821" y="91528"/>
                    <a:pt x="10514" y="92599"/>
                    <a:pt x="3773" y="92599"/>
                  </a:cubicBezTo>
                  <a:cubicBezTo>
                    <a:pt x="1935" y="92599"/>
                    <a:pt x="249" y="92599"/>
                    <a:pt x="249" y="95504"/>
                  </a:cubicBezTo>
                  <a:cubicBezTo>
                    <a:pt x="249" y="96727"/>
                    <a:pt x="1016" y="97339"/>
                    <a:pt x="2241" y="97339"/>
                  </a:cubicBezTo>
                  <a:cubicBezTo>
                    <a:pt x="6378" y="97339"/>
                    <a:pt x="10821" y="96880"/>
                    <a:pt x="15111" y="96880"/>
                  </a:cubicBezTo>
                  <a:cubicBezTo>
                    <a:pt x="20167" y="96880"/>
                    <a:pt x="25376" y="97339"/>
                    <a:pt x="30278" y="97339"/>
                  </a:cubicBezTo>
                  <a:cubicBezTo>
                    <a:pt x="31044" y="97339"/>
                    <a:pt x="33036" y="97339"/>
                    <a:pt x="33036" y="94281"/>
                  </a:cubicBezTo>
                  <a:cubicBezTo>
                    <a:pt x="33036" y="92599"/>
                    <a:pt x="31504" y="92599"/>
                    <a:pt x="29359" y="92599"/>
                  </a:cubicBezTo>
                  <a:cubicBezTo>
                    <a:pt x="21699" y="92599"/>
                    <a:pt x="21699" y="91528"/>
                    <a:pt x="21699" y="90152"/>
                  </a:cubicBezTo>
                  <a:cubicBezTo>
                    <a:pt x="21699" y="88317"/>
                    <a:pt x="28133" y="63393"/>
                    <a:pt x="29206" y="59570"/>
                  </a:cubicBezTo>
                  <a:cubicBezTo>
                    <a:pt x="31197" y="64005"/>
                    <a:pt x="35487" y="69357"/>
                    <a:pt x="43301" y="69357"/>
                  </a:cubicBezTo>
                  <a:cubicBezTo>
                    <a:pt x="61073" y="69357"/>
                    <a:pt x="80224" y="47032"/>
                    <a:pt x="80224" y="24554"/>
                  </a:cubicBezTo>
                  <a:cubicBezTo>
                    <a:pt x="80224" y="10181"/>
                    <a:pt x="71491" y="89"/>
                    <a:pt x="59847" y="89"/>
                  </a:cubicBezTo>
                  <a:cubicBezTo>
                    <a:pt x="52187" y="89"/>
                    <a:pt x="44833" y="5593"/>
                    <a:pt x="39777" y="11557"/>
                  </a:cubicBezTo>
                  <a:cubicBezTo>
                    <a:pt x="38245" y="3300"/>
                    <a:pt x="31657" y="89"/>
                    <a:pt x="25988" y="89"/>
                  </a:cubicBezTo>
                  <a:cubicBezTo>
                    <a:pt x="18941" y="89"/>
                    <a:pt x="16030" y="6052"/>
                    <a:pt x="14651" y="8805"/>
                  </a:cubicBezTo>
                  <a:cubicBezTo>
                    <a:pt x="11893" y="14003"/>
                    <a:pt x="9902" y="23178"/>
                    <a:pt x="9902" y="23637"/>
                  </a:cubicBezTo>
                  <a:cubicBezTo>
                    <a:pt x="9902" y="25166"/>
                    <a:pt x="11434" y="25166"/>
                    <a:pt x="11740" y="25166"/>
                  </a:cubicBezTo>
                  <a:cubicBezTo>
                    <a:pt x="13272" y="25166"/>
                    <a:pt x="13425" y="25013"/>
                    <a:pt x="14345" y="21649"/>
                  </a:cubicBezTo>
                  <a:cubicBezTo>
                    <a:pt x="16949" y="10792"/>
                    <a:pt x="20013" y="3453"/>
                    <a:pt x="25529" y="3453"/>
                  </a:cubicBezTo>
                  <a:cubicBezTo>
                    <a:pt x="28133" y="3453"/>
                    <a:pt x="30278" y="4676"/>
                    <a:pt x="30278" y="10487"/>
                  </a:cubicBezTo>
                  <a:cubicBezTo>
                    <a:pt x="30278" y="14003"/>
                    <a:pt x="29819" y="15685"/>
                    <a:pt x="29206" y="18285"/>
                  </a:cubicBezTo>
                  <a:lnTo>
                    <a:pt x="12046" y="86330"/>
                  </a:lnTo>
                  <a:close/>
                  <a:moveTo>
                    <a:pt x="39011" y="19967"/>
                  </a:moveTo>
                  <a:cubicBezTo>
                    <a:pt x="40084" y="15838"/>
                    <a:pt x="44220" y="11557"/>
                    <a:pt x="46978" y="9263"/>
                  </a:cubicBezTo>
                  <a:cubicBezTo>
                    <a:pt x="52340" y="4523"/>
                    <a:pt x="56783" y="3453"/>
                    <a:pt x="59388" y="3453"/>
                  </a:cubicBezTo>
                  <a:cubicBezTo>
                    <a:pt x="65516" y="3453"/>
                    <a:pt x="69193" y="8805"/>
                    <a:pt x="69193" y="17826"/>
                  </a:cubicBezTo>
                  <a:cubicBezTo>
                    <a:pt x="69193" y="26848"/>
                    <a:pt x="64137" y="44432"/>
                    <a:pt x="61379" y="50243"/>
                  </a:cubicBezTo>
                  <a:cubicBezTo>
                    <a:pt x="56170" y="60947"/>
                    <a:pt x="48816" y="65993"/>
                    <a:pt x="43148" y="65993"/>
                  </a:cubicBezTo>
                  <a:cubicBezTo>
                    <a:pt x="33036" y="65993"/>
                    <a:pt x="31044" y="53301"/>
                    <a:pt x="31044" y="52384"/>
                  </a:cubicBezTo>
                  <a:cubicBezTo>
                    <a:pt x="31044" y="52078"/>
                    <a:pt x="31044" y="51772"/>
                    <a:pt x="31504" y="49937"/>
                  </a:cubicBezTo>
                  <a:lnTo>
                    <a:pt x="39011" y="19967"/>
                  </a:lnTo>
                  <a:close/>
                </a:path>
              </a:pathLst>
            </a:custGeom>
            <a:solidFill>
              <a:srgbClr val="000000"/>
            </a:solidFill>
            <a:ln w="25400" cap="flat">
              <a:noFill/>
              <a:prstDash val="solid"/>
              <a:miter/>
            </a:ln>
          </p:spPr>
          <p:txBody>
            <a:bodyPr/>
            <a:lstStyle/>
            <a:p>
              <a:endParaRPr lang="en-US"/>
            </a:p>
          </p:txBody>
        </p:sp>
        <p:sp>
          <p:nvSpPr>
            <p:cNvPr id="3221" name="Freeform: Shape 3220">
              <a:extLst>
                <a:ext uri="{FF2B5EF4-FFF2-40B4-BE49-F238E27FC236}">
                  <a16:creationId xmlns:a16="http://schemas.microsoft.com/office/drawing/2014/main" id="{AD9D9831-86A4-EF5B-AC3F-CD70A0AA5AEB}"/>
                </a:ext>
              </a:extLst>
            </p:cNvPr>
            <p:cNvSpPr/>
            <p:nvPr>
              <p:custDataLst>
                <p:tags r:id="rId27"/>
              </p:custDataLst>
            </p:nvPr>
          </p:nvSpPr>
          <p:spPr>
            <a:xfrm>
              <a:off x="5202185" y="5425420"/>
              <a:ext cx="32786" cy="102296"/>
            </a:xfrm>
            <a:custGeom>
              <a:avLst/>
              <a:gdLst>
                <a:gd name="csX0" fmla="*/ 22326 w 32786"/>
                <a:gd name="csY0" fmla="*/ 34799 h 102296"/>
                <a:gd name="csX1" fmla="*/ 877 w 32786"/>
                <a:gd name="csY1" fmla="*/ 36481 h 102296"/>
                <a:gd name="csX2" fmla="*/ 877 w 32786"/>
                <a:gd name="csY2" fmla="*/ 41221 h 102296"/>
                <a:gd name="csX3" fmla="*/ 12215 w 32786"/>
                <a:gd name="csY3" fmla="*/ 49631 h 102296"/>
                <a:gd name="csX4" fmla="*/ 12215 w 32786"/>
                <a:gd name="csY4" fmla="*/ 90764 h 102296"/>
                <a:gd name="csX5" fmla="*/ 264 w 32786"/>
                <a:gd name="csY5" fmla="*/ 97645 h 102296"/>
                <a:gd name="csX6" fmla="*/ 264 w 32786"/>
                <a:gd name="csY6" fmla="*/ 102385 h 102296"/>
                <a:gd name="csX7" fmla="*/ 17117 w 32786"/>
                <a:gd name="csY7" fmla="*/ 101926 h 102296"/>
                <a:gd name="csX8" fmla="*/ 33051 w 32786"/>
                <a:gd name="csY8" fmla="*/ 102385 h 102296"/>
                <a:gd name="csX9" fmla="*/ 33051 w 32786"/>
                <a:gd name="csY9" fmla="*/ 97645 h 102296"/>
                <a:gd name="csX10" fmla="*/ 22326 w 32786"/>
                <a:gd name="csY10" fmla="*/ 90917 h 102296"/>
                <a:gd name="csX11" fmla="*/ 22326 w 32786"/>
                <a:gd name="csY11" fmla="*/ 34799 h 102296"/>
                <a:gd name="csX12" fmla="*/ 22939 w 32786"/>
                <a:gd name="csY12" fmla="*/ 8193 h 102296"/>
                <a:gd name="csX13" fmla="*/ 14819 w 32786"/>
                <a:gd name="csY13" fmla="*/ 89 h 102296"/>
                <a:gd name="csX14" fmla="*/ 6699 w 32786"/>
                <a:gd name="csY14" fmla="*/ 8193 h 102296"/>
                <a:gd name="csX15" fmla="*/ 14819 w 32786"/>
                <a:gd name="csY15" fmla="*/ 16297 h 102296"/>
                <a:gd name="csX16" fmla="*/ 22939 w 32786"/>
                <a:gd name="csY16" fmla="*/ 8193 h 1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786" h="102296">
                  <a:moveTo>
                    <a:pt x="22326" y="34799"/>
                  </a:moveTo>
                  <a:lnTo>
                    <a:pt x="877" y="36481"/>
                  </a:lnTo>
                  <a:lnTo>
                    <a:pt x="877" y="41221"/>
                  </a:lnTo>
                  <a:cubicBezTo>
                    <a:pt x="10836" y="41221"/>
                    <a:pt x="12215" y="42139"/>
                    <a:pt x="12215" y="49631"/>
                  </a:cubicBezTo>
                  <a:lnTo>
                    <a:pt x="12215" y="90764"/>
                  </a:lnTo>
                  <a:cubicBezTo>
                    <a:pt x="12215" y="97645"/>
                    <a:pt x="10529" y="97645"/>
                    <a:pt x="264" y="97645"/>
                  </a:cubicBezTo>
                  <a:lnTo>
                    <a:pt x="264" y="102385"/>
                  </a:lnTo>
                  <a:cubicBezTo>
                    <a:pt x="5167" y="102232"/>
                    <a:pt x="13440" y="101926"/>
                    <a:pt x="17117" y="101926"/>
                  </a:cubicBezTo>
                  <a:cubicBezTo>
                    <a:pt x="22480" y="101926"/>
                    <a:pt x="27842" y="102232"/>
                    <a:pt x="33051" y="102385"/>
                  </a:cubicBezTo>
                  <a:lnTo>
                    <a:pt x="33051" y="97645"/>
                  </a:lnTo>
                  <a:cubicBezTo>
                    <a:pt x="22939" y="97645"/>
                    <a:pt x="22326" y="96880"/>
                    <a:pt x="22326" y="90917"/>
                  </a:cubicBezTo>
                  <a:lnTo>
                    <a:pt x="22326" y="34799"/>
                  </a:lnTo>
                  <a:close/>
                  <a:moveTo>
                    <a:pt x="22939" y="8193"/>
                  </a:moveTo>
                  <a:cubicBezTo>
                    <a:pt x="22939" y="3300"/>
                    <a:pt x="19109" y="89"/>
                    <a:pt x="14819" y="89"/>
                  </a:cubicBezTo>
                  <a:cubicBezTo>
                    <a:pt x="10070" y="89"/>
                    <a:pt x="6699" y="4217"/>
                    <a:pt x="6699" y="8193"/>
                  </a:cubicBezTo>
                  <a:cubicBezTo>
                    <a:pt x="6699" y="12321"/>
                    <a:pt x="10070" y="16297"/>
                    <a:pt x="14819" y="16297"/>
                  </a:cubicBezTo>
                  <a:cubicBezTo>
                    <a:pt x="19109" y="16297"/>
                    <a:pt x="22939" y="13086"/>
                    <a:pt x="22939" y="8193"/>
                  </a:cubicBezTo>
                  <a:close/>
                </a:path>
              </a:pathLst>
            </a:custGeom>
            <a:solidFill>
              <a:srgbClr val="000000"/>
            </a:solidFill>
            <a:ln w="25400" cap="flat">
              <a:noFill/>
              <a:prstDash val="solid"/>
              <a:miter/>
            </a:ln>
          </p:spPr>
          <p:txBody>
            <a:bodyPr/>
            <a:lstStyle/>
            <a:p>
              <a:endParaRPr lang="en-US"/>
            </a:p>
          </p:txBody>
        </p:sp>
        <p:sp>
          <p:nvSpPr>
            <p:cNvPr id="3222" name="Freeform: Shape 3221">
              <a:extLst>
                <a:ext uri="{FF2B5EF4-FFF2-40B4-BE49-F238E27FC236}">
                  <a16:creationId xmlns:a16="http://schemas.microsoft.com/office/drawing/2014/main" id="{205A7C16-EAF2-84AB-5B82-DB268092F9DB}"/>
                </a:ext>
              </a:extLst>
            </p:cNvPr>
            <p:cNvSpPr/>
            <p:nvPr>
              <p:custDataLst>
                <p:tags r:id="rId28"/>
              </p:custDataLst>
            </p:nvPr>
          </p:nvSpPr>
          <p:spPr>
            <a:xfrm>
              <a:off x="5244743" y="5419915"/>
              <a:ext cx="49639" cy="107801"/>
            </a:xfrm>
            <a:custGeom>
              <a:avLst/>
              <a:gdLst>
                <a:gd name="csX0" fmla="*/ 22023 w 49639"/>
                <a:gd name="csY0" fmla="*/ 41986 h 107801"/>
                <a:gd name="csX1" fmla="*/ 22023 w 49639"/>
                <a:gd name="csY1" fmla="*/ 24248 h 107801"/>
                <a:gd name="csX2" fmla="*/ 36118 w 49639"/>
                <a:gd name="csY2" fmla="*/ 3453 h 107801"/>
                <a:gd name="csX3" fmla="*/ 41174 w 49639"/>
                <a:gd name="csY3" fmla="*/ 4523 h 107801"/>
                <a:gd name="csX4" fmla="*/ 36578 w 49639"/>
                <a:gd name="csY4" fmla="*/ 10945 h 107801"/>
                <a:gd name="csX5" fmla="*/ 43165 w 49639"/>
                <a:gd name="csY5" fmla="*/ 17520 h 107801"/>
                <a:gd name="csX6" fmla="*/ 49907 w 49639"/>
                <a:gd name="csY6" fmla="*/ 10792 h 107801"/>
                <a:gd name="csX7" fmla="*/ 36118 w 49639"/>
                <a:gd name="csY7" fmla="*/ 89 h 107801"/>
                <a:gd name="csX8" fmla="*/ 12371 w 49639"/>
                <a:gd name="csY8" fmla="*/ 24401 h 107801"/>
                <a:gd name="csX9" fmla="*/ 12371 w 49639"/>
                <a:gd name="csY9" fmla="*/ 41986 h 107801"/>
                <a:gd name="csX10" fmla="*/ 267 w 49639"/>
                <a:gd name="csY10" fmla="*/ 41986 h 107801"/>
                <a:gd name="csX11" fmla="*/ 267 w 49639"/>
                <a:gd name="csY11" fmla="*/ 46726 h 107801"/>
                <a:gd name="csX12" fmla="*/ 12371 w 49639"/>
                <a:gd name="csY12" fmla="*/ 46726 h 107801"/>
                <a:gd name="csX13" fmla="*/ 12371 w 49639"/>
                <a:gd name="csY13" fmla="*/ 96269 h 107801"/>
                <a:gd name="csX14" fmla="*/ 420 w 49639"/>
                <a:gd name="csY14" fmla="*/ 103150 h 107801"/>
                <a:gd name="csX15" fmla="*/ 420 w 49639"/>
                <a:gd name="csY15" fmla="*/ 107890 h 107801"/>
                <a:gd name="csX16" fmla="*/ 17886 w 49639"/>
                <a:gd name="csY16" fmla="*/ 107431 h 107801"/>
                <a:gd name="csX17" fmla="*/ 37344 w 49639"/>
                <a:gd name="csY17" fmla="*/ 107890 h 107801"/>
                <a:gd name="csX18" fmla="*/ 37344 w 49639"/>
                <a:gd name="csY18" fmla="*/ 103150 h 107801"/>
                <a:gd name="csX19" fmla="*/ 34126 w 49639"/>
                <a:gd name="csY19" fmla="*/ 103150 h 107801"/>
                <a:gd name="csX20" fmla="*/ 22482 w 49639"/>
                <a:gd name="csY20" fmla="*/ 95963 h 107801"/>
                <a:gd name="csX21" fmla="*/ 22482 w 49639"/>
                <a:gd name="csY21" fmla="*/ 46726 h 107801"/>
                <a:gd name="csX22" fmla="*/ 39948 w 49639"/>
                <a:gd name="csY22" fmla="*/ 46726 h 107801"/>
                <a:gd name="csX23" fmla="*/ 39948 w 49639"/>
                <a:gd name="csY23" fmla="*/ 41986 h 107801"/>
                <a:gd name="csX24" fmla="*/ 22023 w 49639"/>
                <a:gd name="csY24" fmla="*/ 41986 h 1078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49639" h="107801">
                  <a:moveTo>
                    <a:pt x="22023" y="41986"/>
                  </a:moveTo>
                  <a:lnTo>
                    <a:pt x="22023" y="24248"/>
                  </a:lnTo>
                  <a:cubicBezTo>
                    <a:pt x="22023" y="10792"/>
                    <a:pt x="29377" y="3453"/>
                    <a:pt x="36118" y="3453"/>
                  </a:cubicBezTo>
                  <a:cubicBezTo>
                    <a:pt x="36578" y="3453"/>
                    <a:pt x="38876" y="3453"/>
                    <a:pt x="41174" y="4523"/>
                  </a:cubicBezTo>
                  <a:cubicBezTo>
                    <a:pt x="39335" y="5135"/>
                    <a:pt x="36578" y="7123"/>
                    <a:pt x="36578" y="10945"/>
                  </a:cubicBezTo>
                  <a:cubicBezTo>
                    <a:pt x="36578" y="14462"/>
                    <a:pt x="39029" y="17520"/>
                    <a:pt x="43165" y="17520"/>
                  </a:cubicBezTo>
                  <a:cubicBezTo>
                    <a:pt x="47608" y="17520"/>
                    <a:pt x="49907" y="14462"/>
                    <a:pt x="49907" y="10792"/>
                  </a:cubicBezTo>
                  <a:cubicBezTo>
                    <a:pt x="49907" y="5135"/>
                    <a:pt x="44238" y="89"/>
                    <a:pt x="36118" y="89"/>
                  </a:cubicBezTo>
                  <a:cubicBezTo>
                    <a:pt x="25393" y="89"/>
                    <a:pt x="12371" y="8193"/>
                    <a:pt x="12371" y="24401"/>
                  </a:cubicBezTo>
                  <a:lnTo>
                    <a:pt x="12371" y="41986"/>
                  </a:lnTo>
                  <a:lnTo>
                    <a:pt x="267" y="41986"/>
                  </a:lnTo>
                  <a:lnTo>
                    <a:pt x="267" y="46726"/>
                  </a:lnTo>
                  <a:lnTo>
                    <a:pt x="12371" y="46726"/>
                  </a:lnTo>
                  <a:lnTo>
                    <a:pt x="12371" y="96269"/>
                  </a:lnTo>
                  <a:cubicBezTo>
                    <a:pt x="12371" y="103150"/>
                    <a:pt x="10685" y="103150"/>
                    <a:pt x="420" y="103150"/>
                  </a:cubicBezTo>
                  <a:lnTo>
                    <a:pt x="420" y="107890"/>
                  </a:lnTo>
                  <a:cubicBezTo>
                    <a:pt x="6396" y="107737"/>
                    <a:pt x="13596" y="107431"/>
                    <a:pt x="17886" y="107431"/>
                  </a:cubicBezTo>
                  <a:cubicBezTo>
                    <a:pt x="24014" y="107431"/>
                    <a:pt x="31215" y="107431"/>
                    <a:pt x="37344" y="107890"/>
                  </a:cubicBezTo>
                  <a:lnTo>
                    <a:pt x="37344" y="103150"/>
                  </a:lnTo>
                  <a:lnTo>
                    <a:pt x="34126" y="103150"/>
                  </a:lnTo>
                  <a:cubicBezTo>
                    <a:pt x="22789" y="103150"/>
                    <a:pt x="22482" y="101468"/>
                    <a:pt x="22482" y="95963"/>
                  </a:cubicBezTo>
                  <a:lnTo>
                    <a:pt x="22482" y="46726"/>
                  </a:lnTo>
                  <a:lnTo>
                    <a:pt x="39948" y="46726"/>
                  </a:lnTo>
                  <a:lnTo>
                    <a:pt x="39948" y="41986"/>
                  </a:lnTo>
                  <a:lnTo>
                    <a:pt x="22023" y="41986"/>
                  </a:lnTo>
                  <a:close/>
                </a:path>
              </a:pathLst>
            </a:custGeom>
            <a:solidFill>
              <a:srgbClr val="000000"/>
            </a:solidFill>
            <a:ln w="25400" cap="flat">
              <a:noFill/>
              <a:prstDash val="solid"/>
              <a:miter/>
            </a:ln>
          </p:spPr>
          <p:txBody>
            <a:bodyPr/>
            <a:lstStyle/>
            <a:p>
              <a:endParaRPr lang="en-US"/>
            </a:p>
          </p:txBody>
        </p:sp>
        <p:sp>
          <p:nvSpPr>
            <p:cNvPr id="3223" name="Freeform: Shape 3222">
              <a:extLst>
                <a:ext uri="{FF2B5EF4-FFF2-40B4-BE49-F238E27FC236}">
                  <a16:creationId xmlns:a16="http://schemas.microsoft.com/office/drawing/2014/main" id="{0F61AE56-EFF3-ACA0-397C-562EC0BAD9BC}"/>
                </a:ext>
              </a:extLst>
            </p:cNvPr>
            <p:cNvSpPr/>
            <p:nvPr>
              <p:custDataLst>
                <p:tags r:id="rId29"/>
              </p:custDataLst>
            </p:nvPr>
          </p:nvSpPr>
          <p:spPr>
            <a:xfrm>
              <a:off x="5342013" y="5460130"/>
              <a:ext cx="70628" cy="98932"/>
            </a:xfrm>
            <a:custGeom>
              <a:avLst/>
              <a:gdLst>
                <a:gd name="csX0" fmla="*/ 70290 w 70628"/>
                <a:gd name="csY0" fmla="*/ 9416 h 98932"/>
                <a:gd name="csX1" fmla="*/ 70902 w 70628"/>
                <a:gd name="csY1" fmla="*/ 5899 h 98932"/>
                <a:gd name="csX2" fmla="*/ 66459 w 70628"/>
                <a:gd name="csY2" fmla="*/ 1771 h 98932"/>
                <a:gd name="csX3" fmla="*/ 61097 w 70628"/>
                <a:gd name="csY3" fmla="*/ 4982 h 98932"/>
                <a:gd name="csX4" fmla="*/ 58952 w 70628"/>
                <a:gd name="csY4" fmla="*/ 13239 h 98932"/>
                <a:gd name="csX5" fmla="*/ 55888 w 70628"/>
                <a:gd name="csY5" fmla="*/ 25472 h 98932"/>
                <a:gd name="csX6" fmla="*/ 48994 w 70628"/>
                <a:gd name="csY6" fmla="*/ 52995 h 98932"/>
                <a:gd name="csX7" fmla="*/ 31681 w 70628"/>
                <a:gd name="csY7" fmla="*/ 65993 h 98932"/>
                <a:gd name="csX8" fmla="*/ 22182 w 70628"/>
                <a:gd name="csY8" fmla="*/ 53607 h 98932"/>
                <a:gd name="csX9" fmla="*/ 29996 w 70628"/>
                <a:gd name="csY9" fmla="*/ 23637 h 98932"/>
                <a:gd name="csX10" fmla="*/ 33060 w 70628"/>
                <a:gd name="csY10" fmla="*/ 12627 h 98932"/>
                <a:gd name="csX11" fmla="*/ 20497 w 70628"/>
                <a:gd name="csY11" fmla="*/ 89 h 98932"/>
                <a:gd name="csX12" fmla="*/ 274 w 70628"/>
                <a:gd name="csY12" fmla="*/ 23637 h 98932"/>
                <a:gd name="csX13" fmla="*/ 2112 w 70628"/>
                <a:gd name="csY13" fmla="*/ 25166 h 98932"/>
                <a:gd name="csX14" fmla="*/ 4563 w 70628"/>
                <a:gd name="csY14" fmla="*/ 22414 h 98932"/>
                <a:gd name="csX15" fmla="*/ 20037 w 70628"/>
                <a:gd name="csY15" fmla="*/ 3453 h 98932"/>
                <a:gd name="csX16" fmla="*/ 23868 w 70628"/>
                <a:gd name="csY16" fmla="*/ 8346 h 98932"/>
                <a:gd name="csX17" fmla="*/ 21263 w 70628"/>
                <a:gd name="csY17" fmla="*/ 19049 h 98932"/>
                <a:gd name="csX18" fmla="*/ 12377 w 70628"/>
                <a:gd name="csY18" fmla="*/ 51160 h 98932"/>
                <a:gd name="csX19" fmla="*/ 31068 w 70628"/>
                <a:gd name="csY19" fmla="*/ 69357 h 98932"/>
                <a:gd name="csX20" fmla="*/ 46542 w 70628"/>
                <a:gd name="csY20" fmla="*/ 62476 h 98932"/>
                <a:gd name="csX21" fmla="*/ 36584 w 70628"/>
                <a:gd name="csY21" fmla="*/ 86024 h 98932"/>
                <a:gd name="csX22" fmla="*/ 19731 w 70628"/>
                <a:gd name="csY22" fmla="*/ 95657 h 98932"/>
                <a:gd name="csX23" fmla="*/ 8087 w 70628"/>
                <a:gd name="csY23" fmla="*/ 89235 h 98932"/>
                <a:gd name="csX24" fmla="*/ 14675 w 70628"/>
                <a:gd name="csY24" fmla="*/ 87400 h 98932"/>
                <a:gd name="csX25" fmla="*/ 17739 w 70628"/>
                <a:gd name="csY25" fmla="*/ 81131 h 98932"/>
                <a:gd name="csX26" fmla="*/ 12071 w 70628"/>
                <a:gd name="csY26" fmla="*/ 75779 h 98932"/>
                <a:gd name="csX27" fmla="*/ 3491 w 70628"/>
                <a:gd name="csY27" fmla="*/ 85718 h 98932"/>
                <a:gd name="csX28" fmla="*/ 19731 w 70628"/>
                <a:gd name="csY28" fmla="*/ 99021 h 98932"/>
                <a:gd name="csX29" fmla="*/ 55582 w 70628"/>
                <a:gd name="csY29" fmla="*/ 67828 h 98932"/>
                <a:gd name="csX30" fmla="*/ 70290 w 70628"/>
                <a:gd name="csY30" fmla="*/ 9416 h 98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70628" h="98932">
                  <a:moveTo>
                    <a:pt x="70290" y="9416"/>
                  </a:moveTo>
                  <a:cubicBezTo>
                    <a:pt x="70902" y="7275"/>
                    <a:pt x="70902" y="6970"/>
                    <a:pt x="70902" y="5899"/>
                  </a:cubicBezTo>
                  <a:cubicBezTo>
                    <a:pt x="70902" y="3147"/>
                    <a:pt x="68758" y="1771"/>
                    <a:pt x="66459" y="1771"/>
                  </a:cubicBezTo>
                  <a:cubicBezTo>
                    <a:pt x="64927" y="1771"/>
                    <a:pt x="62476" y="2688"/>
                    <a:pt x="61097" y="4982"/>
                  </a:cubicBezTo>
                  <a:cubicBezTo>
                    <a:pt x="60791" y="5746"/>
                    <a:pt x="59565" y="10487"/>
                    <a:pt x="58952" y="13239"/>
                  </a:cubicBezTo>
                  <a:cubicBezTo>
                    <a:pt x="57880" y="17215"/>
                    <a:pt x="56807" y="21343"/>
                    <a:pt x="55888" y="25472"/>
                  </a:cubicBezTo>
                  <a:lnTo>
                    <a:pt x="48994" y="52995"/>
                  </a:lnTo>
                  <a:cubicBezTo>
                    <a:pt x="48381" y="55289"/>
                    <a:pt x="41793" y="65993"/>
                    <a:pt x="31681" y="65993"/>
                  </a:cubicBezTo>
                  <a:cubicBezTo>
                    <a:pt x="23868" y="65993"/>
                    <a:pt x="22182" y="59265"/>
                    <a:pt x="22182" y="53607"/>
                  </a:cubicBezTo>
                  <a:cubicBezTo>
                    <a:pt x="22182" y="46573"/>
                    <a:pt x="24787" y="37093"/>
                    <a:pt x="29996" y="23637"/>
                  </a:cubicBezTo>
                  <a:cubicBezTo>
                    <a:pt x="32447" y="17367"/>
                    <a:pt x="33060" y="15685"/>
                    <a:pt x="33060" y="12627"/>
                  </a:cubicBezTo>
                  <a:cubicBezTo>
                    <a:pt x="33060" y="5746"/>
                    <a:pt x="28157" y="89"/>
                    <a:pt x="20497" y="89"/>
                  </a:cubicBezTo>
                  <a:cubicBezTo>
                    <a:pt x="5942" y="89"/>
                    <a:pt x="274" y="22261"/>
                    <a:pt x="274" y="23637"/>
                  </a:cubicBezTo>
                  <a:cubicBezTo>
                    <a:pt x="274" y="25166"/>
                    <a:pt x="1806" y="25166"/>
                    <a:pt x="2112" y="25166"/>
                  </a:cubicBezTo>
                  <a:cubicBezTo>
                    <a:pt x="3644" y="25166"/>
                    <a:pt x="3797" y="24860"/>
                    <a:pt x="4563" y="22414"/>
                  </a:cubicBezTo>
                  <a:cubicBezTo>
                    <a:pt x="8700" y="8040"/>
                    <a:pt x="14828" y="3453"/>
                    <a:pt x="20037" y="3453"/>
                  </a:cubicBezTo>
                  <a:cubicBezTo>
                    <a:pt x="21263" y="3453"/>
                    <a:pt x="23868" y="3453"/>
                    <a:pt x="23868" y="8346"/>
                  </a:cubicBezTo>
                  <a:cubicBezTo>
                    <a:pt x="23868" y="12169"/>
                    <a:pt x="22336" y="16144"/>
                    <a:pt x="21263" y="19049"/>
                  </a:cubicBezTo>
                  <a:cubicBezTo>
                    <a:pt x="15135" y="35258"/>
                    <a:pt x="12377" y="43974"/>
                    <a:pt x="12377" y="51160"/>
                  </a:cubicBezTo>
                  <a:cubicBezTo>
                    <a:pt x="12377" y="64769"/>
                    <a:pt x="22029" y="69357"/>
                    <a:pt x="31068" y="69357"/>
                  </a:cubicBezTo>
                  <a:cubicBezTo>
                    <a:pt x="37043" y="69357"/>
                    <a:pt x="42253" y="66757"/>
                    <a:pt x="46542" y="62476"/>
                  </a:cubicBezTo>
                  <a:cubicBezTo>
                    <a:pt x="44551" y="70427"/>
                    <a:pt x="42712" y="77920"/>
                    <a:pt x="36584" y="86024"/>
                  </a:cubicBezTo>
                  <a:cubicBezTo>
                    <a:pt x="32600" y="91223"/>
                    <a:pt x="26779" y="95657"/>
                    <a:pt x="19731" y="95657"/>
                  </a:cubicBezTo>
                  <a:cubicBezTo>
                    <a:pt x="17586" y="95657"/>
                    <a:pt x="10692" y="95198"/>
                    <a:pt x="8087" y="89235"/>
                  </a:cubicBezTo>
                  <a:cubicBezTo>
                    <a:pt x="10539" y="89235"/>
                    <a:pt x="12530" y="89235"/>
                    <a:pt x="14675" y="87400"/>
                  </a:cubicBezTo>
                  <a:cubicBezTo>
                    <a:pt x="16207" y="86024"/>
                    <a:pt x="17739" y="84036"/>
                    <a:pt x="17739" y="81131"/>
                  </a:cubicBezTo>
                  <a:cubicBezTo>
                    <a:pt x="17739" y="76390"/>
                    <a:pt x="13603" y="75779"/>
                    <a:pt x="12071" y="75779"/>
                  </a:cubicBezTo>
                  <a:cubicBezTo>
                    <a:pt x="8547" y="75779"/>
                    <a:pt x="3491" y="78225"/>
                    <a:pt x="3491" y="85718"/>
                  </a:cubicBezTo>
                  <a:cubicBezTo>
                    <a:pt x="3491" y="93363"/>
                    <a:pt x="10232" y="99021"/>
                    <a:pt x="19731" y="99021"/>
                  </a:cubicBezTo>
                  <a:cubicBezTo>
                    <a:pt x="35511" y="99021"/>
                    <a:pt x="51292" y="85106"/>
                    <a:pt x="55582" y="67828"/>
                  </a:cubicBezTo>
                  <a:lnTo>
                    <a:pt x="70290" y="9416"/>
                  </a:lnTo>
                  <a:close/>
                </a:path>
              </a:pathLst>
            </a:custGeom>
            <a:solidFill>
              <a:srgbClr val="000000"/>
            </a:solidFill>
            <a:ln w="25400" cap="flat">
              <a:noFill/>
              <a:prstDash val="solid"/>
              <a:miter/>
            </a:ln>
          </p:spPr>
          <p:txBody>
            <a:bodyPr/>
            <a:lstStyle/>
            <a:p>
              <a:endParaRPr lang="en-US"/>
            </a:p>
          </p:txBody>
        </p:sp>
        <p:sp>
          <p:nvSpPr>
            <p:cNvPr id="3224" name="Freeform: Shape 3223">
              <a:extLst>
                <a:ext uri="{FF2B5EF4-FFF2-40B4-BE49-F238E27FC236}">
                  <a16:creationId xmlns:a16="http://schemas.microsoft.com/office/drawing/2014/main" id="{9B5A2EFC-9717-8B59-7819-EDCFD0A3AB56}"/>
                </a:ext>
              </a:extLst>
            </p:cNvPr>
            <p:cNvSpPr/>
            <p:nvPr>
              <p:custDataLst>
                <p:tags r:id="rId30"/>
              </p:custDataLst>
            </p:nvPr>
          </p:nvSpPr>
          <p:spPr>
            <a:xfrm>
              <a:off x="5469318" y="5471598"/>
              <a:ext cx="101883" cy="35780"/>
            </a:xfrm>
            <a:custGeom>
              <a:avLst/>
              <a:gdLst>
                <a:gd name="csX0" fmla="*/ 96956 w 101883"/>
                <a:gd name="csY0" fmla="*/ 6205 h 35780"/>
                <a:gd name="csX1" fmla="*/ 102165 w 101883"/>
                <a:gd name="csY1" fmla="*/ 3147 h 35780"/>
                <a:gd name="csX2" fmla="*/ 97109 w 101883"/>
                <a:gd name="csY2" fmla="*/ 89 h 35780"/>
                <a:gd name="csX3" fmla="*/ 5337 w 101883"/>
                <a:gd name="csY3" fmla="*/ 89 h 35780"/>
                <a:gd name="csX4" fmla="*/ 282 w 101883"/>
                <a:gd name="csY4" fmla="*/ 3147 h 35780"/>
                <a:gd name="csX5" fmla="*/ 5491 w 101883"/>
                <a:gd name="csY5" fmla="*/ 6205 h 35780"/>
                <a:gd name="csX6" fmla="*/ 96956 w 101883"/>
                <a:gd name="csY6" fmla="*/ 6205 h 35780"/>
                <a:gd name="csX7" fmla="*/ 97109 w 101883"/>
                <a:gd name="csY7" fmla="*/ 35870 h 35780"/>
                <a:gd name="csX8" fmla="*/ 102165 w 101883"/>
                <a:gd name="csY8" fmla="*/ 32811 h 35780"/>
                <a:gd name="csX9" fmla="*/ 96956 w 101883"/>
                <a:gd name="csY9" fmla="*/ 29753 h 35780"/>
                <a:gd name="csX10" fmla="*/ 5491 w 101883"/>
                <a:gd name="csY10" fmla="*/ 29753 h 35780"/>
                <a:gd name="csX11" fmla="*/ 282 w 101883"/>
                <a:gd name="csY11" fmla="*/ 32811 h 35780"/>
                <a:gd name="csX12" fmla="*/ 5337 w 101883"/>
                <a:gd name="csY12" fmla="*/ 35870 h 35780"/>
                <a:gd name="csX13" fmla="*/ 97109 w 101883"/>
                <a:gd name="csY13" fmla="*/ 35870 h 35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01883" h="35780">
                  <a:moveTo>
                    <a:pt x="96956" y="6205"/>
                  </a:moveTo>
                  <a:cubicBezTo>
                    <a:pt x="99254" y="6205"/>
                    <a:pt x="102165" y="6205"/>
                    <a:pt x="102165" y="3147"/>
                  </a:cubicBezTo>
                  <a:cubicBezTo>
                    <a:pt x="102165" y="89"/>
                    <a:pt x="99254" y="89"/>
                    <a:pt x="97109" y="89"/>
                  </a:cubicBezTo>
                  <a:lnTo>
                    <a:pt x="5337" y="89"/>
                  </a:lnTo>
                  <a:cubicBezTo>
                    <a:pt x="3193" y="89"/>
                    <a:pt x="282" y="89"/>
                    <a:pt x="282" y="3147"/>
                  </a:cubicBezTo>
                  <a:cubicBezTo>
                    <a:pt x="282" y="6205"/>
                    <a:pt x="3193" y="6205"/>
                    <a:pt x="5491" y="6205"/>
                  </a:cubicBezTo>
                  <a:lnTo>
                    <a:pt x="96956" y="6205"/>
                  </a:lnTo>
                  <a:close/>
                  <a:moveTo>
                    <a:pt x="97109" y="35870"/>
                  </a:moveTo>
                  <a:cubicBezTo>
                    <a:pt x="99254" y="35870"/>
                    <a:pt x="102165" y="35870"/>
                    <a:pt x="102165" y="32811"/>
                  </a:cubicBezTo>
                  <a:cubicBezTo>
                    <a:pt x="102165" y="29753"/>
                    <a:pt x="99254" y="29753"/>
                    <a:pt x="96956" y="29753"/>
                  </a:cubicBezTo>
                  <a:lnTo>
                    <a:pt x="5491" y="29753"/>
                  </a:lnTo>
                  <a:cubicBezTo>
                    <a:pt x="3193" y="29753"/>
                    <a:pt x="282" y="29753"/>
                    <a:pt x="282" y="32811"/>
                  </a:cubicBezTo>
                  <a:cubicBezTo>
                    <a:pt x="282" y="35870"/>
                    <a:pt x="3193" y="35870"/>
                    <a:pt x="5337" y="35870"/>
                  </a:cubicBezTo>
                  <a:lnTo>
                    <a:pt x="97109" y="35870"/>
                  </a:lnTo>
                  <a:close/>
                </a:path>
              </a:pathLst>
            </a:custGeom>
            <a:solidFill>
              <a:srgbClr val="000000"/>
            </a:solidFill>
            <a:ln w="25400" cap="flat">
              <a:noFill/>
              <a:prstDash val="solid"/>
              <a:miter/>
            </a:ln>
          </p:spPr>
          <p:txBody>
            <a:bodyPr/>
            <a:lstStyle/>
            <a:p>
              <a:endParaRPr lang="en-US"/>
            </a:p>
          </p:txBody>
        </p:sp>
        <p:sp>
          <p:nvSpPr>
            <p:cNvPr id="3225" name="Freeform: Shape 3224">
              <a:extLst>
                <a:ext uri="{FF2B5EF4-FFF2-40B4-BE49-F238E27FC236}">
                  <a16:creationId xmlns:a16="http://schemas.microsoft.com/office/drawing/2014/main" id="{4C65F94B-5E7C-1255-6BD0-0CCBD434FCF8}"/>
                </a:ext>
              </a:extLst>
            </p:cNvPr>
            <p:cNvSpPr/>
            <p:nvPr>
              <p:custDataLst>
                <p:tags r:id="rId31"/>
              </p:custDataLst>
            </p:nvPr>
          </p:nvSpPr>
          <p:spPr>
            <a:xfrm>
              <a:off x="5628433" y="5425879"/>
              <a:ext cx="64500" cy="105201"/>
            </a:xfrm>
            <a:custGeom>
              <a:avLst/>
              <a:gdLst>
                <a:gd name="csX0" fmla="*/ 64793 w 64500"/>
                <a:gd name="csY0" fmla="*/ 52995 h 105201"/>
                <a:gd name="csX1" fmla="*/ 58664 w 64500"/>
                <a:gd name="csY1" fmla="*/ 17215 h 105201"/>
                <a:gd name="csX2" fmla="*/ 32619 w 64500"/>
                <a:gd name="csY2" fmla="*/ 89 h 105201"/>
                <a:gd name="csX3" fmla="*/ 5961 w 64500"/>
                <a:gd name="csY3" fmla="*/ 18285 h 105201"/>
                <a:gd name="csX4" fmla="*/ 292 w 64500"/>
                <a:gd name="csY4" fmla="*/ 52995 h 105201"/>
                <a:gd name="csX5" fmla="*/ 7186 w 64500"/>
                <a:gd name="csY5" fmla="*/ 89846 h 105201"/>
                <a:gd name="csX6" fmla="*/ 32466 w 64500"/>
                <a:gd name="csY6" fmla="*/ 105290 h 105201"/>
                <a:gd name="csX7" fmla="*/ 59124 w 64500"/>
                <a:gd name="csY7" fmla="*/ 87553 h 105201"/>
                <a:gd name="csX8" fmla="*/ 64793 w 64500"/>
                <a:gd name="csY8" fmla="*/ 52995 h 105201"/>
                <a:gd name="csX9" fmla="*/ 32466 w 64500"/>
                <a:gd name="csY9" fmla="*/ 101926 h 105201"/>
                <a:gd name="csX10" fmla="*/ 14694 w 64500"/>
                <a:gd name="csY10" fmla="*/ 83424 h 105201"/>
                <a:gd name="csX11" fmla="*/ 13008 w 64500"/>
                <a:gd name="csY11" fmla="*/ 51160 h 105201"/>
                <a:gd name="csX12" fmla="*/ 14234 w 64500"/>
                <a:gd name="csY12" fmla="*/ 23025 h 105201"/>
                <a:gd name="csX13" fmla="*/ 32466 w 64500"/>
                <a:gd name="csY13" fmla="*/ 3453 h 105201"/>
                <a:gd name="csX14" fmla="*/ 50544 w 64500"/>
                <a:gd name="csY14" fmla="*/ 21343 h 105201"/>
                <a:gd name="csX15" fmla="*/ 52076 w 64500"/>
                <a:gd name="csY15" fmla="*/ 51160 h 105201"/>
                <a:gd name="csX16" fmla="*/ 50391 w 64500"/>
                <a:gd name="csY16" fmla="*/ 82813 h 105201"/>
                <a:gd name="csX17" fmla="*/ 32466 w 64500"/>
                <a:gd name="csY17" fmla="*/ 101926 h 1052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4500" h="105201">
                  <a:moveTo>
                    <a:pt x="64793" y="52995"/>
                  </a:moveTo>
                  <a:cubicBezTo>
                    <a:pt x="64793" y="40763"/>
                    <a:pt x="64027" y="28530"/>
                    <a:pt x="58664" y="17215"/>
                  </a:cubicBezTo>
                  <a:cubicBezTo>
                    <a:pt x="51617" y="2535"/>
                    <a:pt x="39054" y="89"/>
                    <a:pt x="32619" y="89"/>
                  </a:cubicBezTo>
                  <a:cubicBezTo>
                    <a:pt x="23427" y="89"/>
                    <a:pt x="12242" y="4064"/>
                    <a:pt x="5961" y="18285"/>
                  </a:cubicBezTo>
                  <a:cubicBezTo>
                    <a:pt x="1058" y="28836"/>
                    <a:pt x="292" y="40763"/>
                    <a:pt x="292" y="52995"/>
                  </a:cubicBezTo>
                  <a:cubicBezTo>
                    <a:pt x="292" y="64464"/>
                    <a:pt x="905" y="78225"/>
                    <a:pt x="7186" y="89846"/>
                  </a:cubicBezTo>
                  <a:cubicBezTo>
                    <a:pt x="13774" y="102232"/>
                    <a:pt x="24959" y="105290"/>
                    <a:pt x="32466" y="105290"/>
                  </a:cubicBezTo>
                  <a:cubicBezTo>
                    <a:pt x="40739" y="105290"/>
                    <a:pt x="52383" y="102079"/>
                    <a:pt x="59124" y="87553"/>
                  </a:cubicBezTo>
                  <a:cubicBezTo>
                    <a:pt x="64027" y="77002"/>
                    <a:pt x="64793" y="65075"/>
                    <a:pt x="64793" y="52995"/>
                  </a:cubicBezTo>
                  <a:close/>
                  <a:moveTo>
                    <a:pt x="32466" y="101926"/>
                  </a:moveTo>
                  <a:cubicBezTo>
                    <a:pt x="26491" y="101926"/>
                    <a:pt x="17451" y="98104"/>
                    <a:pt x="14694" y="83424"/>
                  </a:cubicBezTo>
                  <a:cubicBezTo>
                    <a:pt x="13008" y="74250"/>
                    <a:pt x="13008" y="60182"/>
                    <a:pt x="13008" y="51160"/>
                  </a:cubicBezTo>
                  <a:cubicBezTo>
                    <a:pt x="13008" y="41374"/>
                    <a:pt x="13008" y="31282"/>
                    <a:pt x="14234" y="23025"/>
                  </a:cubicBezTo>
                  <a:cubicBezTo>
                    <a:pt x="17145" y="4829"/>
                    <a:pt x="28636" y="3453"/>
                    <a:pt x="32466" y="3453"/>
                  </a:cubicBezTo>
                  <a:cubicBezTo>
                    <a:pt x="37522" y="3453"/>
                    <a:pt x="47633" y="6205"/>
                    <a:pt x="50544" y="21343"/>
                  </a:cubicBezTo>
                  <a:cubicBezTo>
                    <a:pt x="52076" y="29906"/>
                    <a:pt x="52076" y="41527"/>
                    <a:pt x="52076" y="51160"/>
                  </a:cubicBezTo>
                  <a:cubicBezTo>
                    <a:pt x="52076" y="62629"/>
                    <a:pt x="52076" y="73026"/>
                    <a:pt x="50391" y="82813"/>
                  </a:cubicBezTo>
                  <a:cubicBezTo>
                    <a:pt x="48093" y="97339"/>
                    <a:pt x="39360" y="101926"/>
                    <a:pt x="32466" y="101926"/>
                  </a:cubicBezTo>
                  <a:close/>
                </a:path>
              </a:pathLst>
            </a:custGeom>
            <a:solidFill>
              <a:srgbClr val="000000"/>
            </a:solidFill>
            <a:ln w="25400" cap="flat">
              <a:noFill/>
              <a:prstDash val="solid"/>
              <a:miter/>
            </a:ln>
          </p:spPr>
          <p:txBody>
            <a:bodyPr/>
            <a:lstStyle/>
            <a:p>
              <a:endParaRPr lang="en-US"/>
            </a:p>
          </p:txBody>
        </p:sp>
      </p:grpSp>
    </p:spTree>
    <p:extLst>
      <p:ext uri="{BB962C8B-B14F-4D97-AF65-F5344CB8AC3E}">
        <p14:creationId xmlns:p14="http://schemas.microsoft.com/office/powerpoint/2010/main" val="19479218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68"/>
                                        </p:tgtEl>
                                        <p:attrNameLst>
                                          <p:attrName>style.visibility</p:attrName>
                                        </p:attrNameLst>
                                      </p:cBhvr>
                                      <p:to>
                                        <p:strVal val="visible"/>
                                      </p:to>
                                    </p:set>
                                    <p:animEffect transition="in" filter="fade">
                                      <p:cBhvr>
                                        <p:cTn id="7" dur="500"/>
                                        <p:tgtEl>
                                          <p:spTgt spid="3268"/>
                                        </p:tgtEl>
                                      </p:cBhvr>
                                    </p:animEffect>
                                  </p:childTnLst>
                                </p:cTn>
                              </p:par>
                              <p:par>
                                <p:cTn id="8" presetID="10" presetClass="entr" presetSubtype="0" fill="hold"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269"/>
                                        </p:tgtEl>
                                        <p:attrNameLst>
                                          <p:attrName>style.visibility</p:attrName>
                                        </p:attrNameLst>
                                      </p:cBhvr>
                                      <p:to>
                                        <p:strVal val="visible"/>
                                      </p:to>
                                    </p:set>
                                    <p:animEffect transition="in" filter="fade">
                                      <p:cBhvr>
                                        <p:cTn id="15" dur="500"/>
                                        <p:tgtEl>
                                          <p:spTgt spid="3269"/>
                                        </p:tgtEl>
                                      </p:cBhvr>
                                    </p:animEffect>
                                  </p:childTnLst>
                                </p:cTn>
                              </p:par>
                              <p:par>
                                <p:cTn id="16" presetID="10" presetClass="entr" presetSubtype="0" fill="hold" nodeType="withEffect">
                                  <p:stCondLst>
                                    <p:cond delay="0"/>
                                  </p:stCondLst>
                                  <p:childTnLst>
                                    <p:set>
                                      <p:cBhvr>
                                        <p:cTn id="17" dur="1" fill="hold">
                                          <p:stCondLst>
                                            <p:cond delay="0"/>
                                          </p:stCondLst>
                                        </p:cTn>
                                        <p:tgtEl>
                                          <p:spTgt spid="3226"/>
                                        </p:tgtEl>
                                        <p:attrNameLst>
                                          <p:attrName>style.visibility</p:attrName>
                                        </p:attrNameLst>
                                      </p:cBhvr>
                                      <p:to>
                                        <p:strVal val="visible"/>
                                      </p:to>
                                    </p:set>
                                    <p:animEffect transition="in" filter="fade">
                                      <p:cBhvr>
                                        <p:cTn id="18" dur="500"/>
                                        <p:tgtEl>
                                          <p:spTgt spid="322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271"/>
                                        </p:tgtEl>
                                        <p:attrNameLst>
                                          <p:attrName>style.visibility</p:attrName>
                                        </p:attrNameLst>
                                      </p:cBhvr>
                                      <p:to>
                                        <p:strVal val="visible"/>
                                      </p:to>
                                    </p:set>
                                    <p:animEffect transition="in" filter="fade">
                                      <p:cBhvr>
                                        <p:cTn id="21" dur="500"/>
                                        <p:tgtEl>
                                          <p:spTgt spid="327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270"/>
                                        </p:tgtEl>
                                        <p:attrNameLst>
                                          <p:attrName>style.visibility</p:attrName>
                                        </p:attrNameLst>
                                      </p:cBhvr>
                                      <p:to>
                                        <p:strVal val="visible"/>
                                      </p:to>
                                    </p:set>
                                    <p:animEffect transition="in" filter="fade">
                                      <p:cBhvr>
                                        <p:cTn id="26" dur="500"/>
                                        <p:tgtEl>
                                          <p:spTgt spid="327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080"/>
                                        </p:tgtEl>
                                        <p:attrNameLst>
                                          <p:attrName>style.visibility</p:attrName>
                                        </p:attrNameLst>
                                      </p:cBhvr>
                                      <p:to>
                                        <p:strVal val="visible"/>
                                      </p:to>
                                    </p:set>
                                    <p:animEffect transition="in" filter="fade">
                                      <p:cBhvr>
                                        <p:cTn id="34" dur="500"/>
                                        <p:tgtEl>
                                          <p:spTgt spid="2080"/>
                                        </p:tgtEl>
                                      </p:cBhvr>
                                    </p:animEffect>
                                  </p:childTnLst>
                                </p:cTn>
                              </p:par>
                              <p:par>
                                <p:cTn id="35" presetID="10" presetClass="entr" presetSubtype="0" fill="hold" nodeType="withEffect">
                                  <p:stCondLst>
                                    <p:cond delay="0"/>
                                  </p:stCondLst>
                                  <p:childTnLst>
                                    <p:set>
                                      <p:cBhvr>
                                        <p:cTn id="36" dur="1" fill="hold">
                                          <p:stCondLst>
                                            <p:cond delay="0"/>
                                          </p:stCondLst>
                                        </p:cTn>
                                        <p:tgtEl>
                                          <p:spTgt spid="2385"/>
                                        </p:tgtEl>
                                        <p:attrNameLst>
                                          <p:attrName>style.visibility</p:attrName>
                                        </p:attrNameLst>
                                      </p:cBhvr>
                                      <p:to>
                                        <p:strVal val="visible"/>
                                      </p:to>
                                    </p:set>
                                    <p:animEffect transition="in" filter="fade">
                                      <p:cBhvr>
                                        <p:cTn id="37" dur="500"/>
                                        <p:tgtEl>
                                          <p:spTgt spid="2385"/>
                                        </p:tgtEl>
                                      </p:cBhvr>
                                    </p:animEffect>
                                  </p:childTnLst>
                                </p:cTn>
                              </p:par>
                              <p:par>
                                <p:cTn id="38" presetID="10" presetClass="entr" presetSubtype="0" fill="hold" nodeType="withEffect">
                                  <p:stCondLst>
                                    <p:cond delay="0"/>
                                  </p:stCondLst>
                                  <p:childTnLst>
                                    <p:set>
                                      <p:cBhvr>
                                        <p:cTn id="39" dur="1" fill="hold">
                                          <p:stCondLst>
                                            <p:cond delay="0"/>
                                          </p:stCondLst>
                                        </p:cTn>
                                        <p:tgtEl>
                                          <p:spTgt spid="2433"/>
                                        </p:tgtEl>
                                        <p:attrNameLst>
                                          <p:attrName>style.visibility</p:attrName>
                                        </p:attrNameLst>
                                      </p:cBhvr>
                                      <p:to>
                                        <p:strVal val="visible"/>
                                      </p:to>
                                    </p:set>
                                    <p:animEffect transition="in" filter="fade">
                                      <p:cBhvr>
                                        <p:cTn id="40" dur="500"/>
                                        <p:tgtEl>
                                          <p:spTgt spid="2433"/>
                                        </p:tgtEl>
                                      </p:cBhvr>
                                    </p:animEffect>
                                  </p:childTnLst>
                                </p:cTn>
                              </p:par>
                              <p:par>
                                <p:cTn id="41" presetID="10" presetClass="entr" presetSubtype="0" fill="hold" nodeType="withEffect">
                                  <p:stCondLst>
                                    <p:cond delay="0"/>
                                  </p:stCondLst>
                                  <p:childTnLst>
                                    <p:set>
                                      <p:cBhvr>
                                        <p:cTn id="42" dur="1" fill="hold">
                                          <p:stCondLst>
                                            <p:cond delay="0"/>
                                          </p:stCondLst>
                                        </p:cTn>
                                        <p:tgtEl>
                                          <p:spTgt spid="2546"/>
                                        </p:tgtEl>
                                        <p:attrNameLst>
                                          <p:attrName>style.visibility</p:attrName>
                                        </p:attrNameLst>
                                      </p:cBhvr>
                                      <p:to>
                                        <p:strVal val="visible"/>
                                      </p:to>
                                    </p:set>
                                    <p:animEffect transition="in" filter="fade">
                                      <p:cBhvr>
                                        <p:cTn id="43" dur="500"/>
                                        <p:tgtEl>
                                          <p:spTgt spid="2546"/>
                                        </p:tgtEl>
                                      </p:cBhvr>
                                    </p:animEffect>
                                  </p:childTnLst>
                                </p:cTn>
                              </p:par>
                              <p:par>
                                <p:cTn id="44" presetID="10" presetClass="entr" presetSubtype="0" fill="hold" nodeType="withEffect">
                                  <p:stCondLst>
                                    <p:cond delay="0"/>
                                  </p:stCondLst>
                                  <p:childTnLst>
                                    <p:set>
                                      <p:cBhvr>
                                        <p:cTn id="45" dur="1" fill="hold">
                                          <p:stCondLst>
                                            <p:cond delay="0"/>
                                          </p:stCondLst>
                                        </p:cTn>
                                        <p:tgtEl>
                                          <p:spTgt spid="3157"/>
                                        </p:tgtEl>
                                        <p:attrNameLst>
                                          <p:attrName>style.visibility</p:attrName>
                                        </p:attrNameLst>
                                      </p:cBhvr>
                                      <p:to>
                                        <p:strVal val="visible"/>
                                      </p:to>
                                    </p:set>
                                    <p:animEffect transition="in" filter="fade">
                                      <p:cBhvr>
                                        <p:cTn id="46" dur="500"/>
                                        <p:tgtEl>
                                          <p:spTgt spid="3157"/>
                                        </p:tgtEl>
                                      </p:cBhvr>
                                    </p:animEffect>
                                  </p:childTnLst>
                                </p:cTn>
                              </p:par>
                              <p:par>
                                <p:cTn id="47" presetID="10" presetClass="entr" presetSubtype="0" fill="hold" nodeType="withEffect">
                                  <p:stCondLst>
                                    <p:cond delay="0"/>
                                  </p:stCondLst>
                                  <p:childTnLst>
                                    <p:set>
                                      <p:cBhvr>
                                        <p:cTn id="48" dur="1" fill="hold">
                                          <p:stCondLst>
                                            <p:cond delay="0"/>
                                          </p:stCondLst>
                                        </p:cTn>
                                        <p:tgtEl>
                                          <p:spTgt spid="3208"/>
                                        </p:tgtEl>
                                        <p:attrNameLst>
                                          <p:attrName>style.visibility</p:attrName>
                                        </p:attrNameLst>
                                      </p:cBhvr>
                                      <p:to>
                                        <p:strVal val="visible"/>
                                      </p:to>
                                    </p:set>
                                    <p:animEffect transition="in" filter="fade">
                                      <p:cBhvr>
                                        <p:cTn id="49" dur="500"/>
                                        <p:tgtEl>
                                          <p:spTgt spid="3208"/>
                                        </p:tgtEl>
                                      </p:cBhvr>
                                    </p:animEffect>
                                  </p:childTnLst>
                                </p:cTn>
                              </p:par>
                              <p:par>
                                <p:cTn id="50" presetID="10" presetClass="entr" presetSubtype="0" fill="hold" nodeType="withEffect">
                                  <p:stCondLst>
                                    <p:cond delay="0"/>
                                  </p:stCondLst>
                                  <p:childTnLst>
                                    <p:set>
                                      <p:cBhvr>
                                        <p:cTn id="51" dur="1" fill="hold">
                                          <p:stCondLst>
                                            <p:cond delay="0"/>
                                          </p:stCondLst>
                                        </p:cTn>
                                        <p:tgtEl>
                                          <p:spTgt spid="3253"/>
                                        </p:tgtEl>
                                        <p:attrNameLst>
                                          <p:attrName>style.visibility</p:attrName>
                                        </p:attrNameLst>
                                      </p:cBhvr>
                                      <p:to>
                                        <p:strVal val="visible"/>
                                      </p:to>
                                    </p:set>
                                    <p:animEffect transition="in" filter="fade">
                                      <p:cBhvr>
                                        <p:cTn id="52" dur="500"/>
                                        <p:tgtEl>
                                          <p:spTgt spid="325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56"/>
                                        </p:tgtEl>
                                        <p:attrNameLst>
                                          <p:attrName>style.visibility</p:attrName>
                                        </p:attrNameLst>
                                      </p:cBhvr>
                                      <p:to>
                                        <p:strVal val="visible"/>
                                      </p:to>
                                    </p:set>
                                    <p:animEffect transition="in" filter="fade">
                                      <p:cBhvr>
                                        <p:cTn id="55" dur="500"/>
                                        <p:tgtEl>
                                          <p:spTgt spid="2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456" grpId="0"/>
      <p:bldP spid="3268" grpId="0"/>
      <p:bldP spid="3269" grpId="0"/>
      <p:bldP spid="327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E3D-FEA4-FECF-787C-F7FCCE3AF070}"/>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8C4F4851-0EAF-9189-1186-F65409254D6B}"/>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F9AB7D4D-1529-997F-449B-0B19599AB24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107B741E-8A3B-2E32-67C6-74A921393420}"/>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Binomial</a:t>
            </a:r>
            <a:br>
              <a:rPr lang="en-GB" sz="3200" b="1">
                <a:solidFill>
                  <a:srgbClr val="FF0000"/>
                </a:solidFill>
                <a:latin typeface="Aptos SemiBold" panose="020F0502020204030204" pitchFamily="34" charset="0"/>
              </a:rPr>
            </a:br>
            <a:r>
              <a:rPr lang="en-GB" sz="3200" b="1">
                <a:solidFill>
                  <a:srgbClr val="FF0000"/>
                </a:solidFill>
                <a:latin typeface="Aptos SemiBold" panose="020F0502020204030204" pitchFamily="34" charset="0"/>
              </a:rPr>
              <a:t>Models</a:t>
            </a:r>
          </a:p>
        </p:txBody>
      </p:sp>
      <p:sp>
        <p:nvSpPr>
          <p:cNvPr id="10" name="Date Placeholder 3 2">
            <a:extLst>
              <a:ext uri="{FF2B5EF4-FFF2-40B4-BE49-F238E27FC236}">
                <a16:creationId xmlns:a16="http://schemas.microsoft.com/office/drawing/2014/main" id="{C7BCB8DB-23A1-F7B6-1ABD-09652E773A8E}"/>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8" name="TextBox 7">
            <a:extLst>
              <a:ext uri="{FF2B5EF4-FFF2-40B4-BE49-F238E27FC236}">
                <a16:creationId xmlns:a16="http://schemas.microsoft.com/office/drawing/2014/main" id="{72D16658-0CC6-B9B2-5E5F-ABFE76DB64FD}"/>
              </a:ext>
            </a:extLst>
          </p:cNvPr>
          <p:cNvSpPr txBox="1"/>
          <p:nvPr/>
        </p:nvSpPr>
        <p:spPr>
          <a:xfrm>
            <a:off x="6096000" y="4988845"/>
            <a:ext cx="5466397" cy="1107996"/>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lvl="0">
              <a:defRPr/>
            </a:pPr>
            <a:r>
              <a:rPr lang="en-US" b="1">
                <a:highlight>
                  <a:srgbClr val="FFC000"/>
                </a:highlight>
              </a:rPr>
              <a:t>As the mean of the variable approaches 1 or 0, the variance of </a:t>
            </a:r>
            <a:r>
              <a:rPr lang="en-US" b="1" i="1">
                <a:highlight>
                  <a:srgbClr val="FFC000"/>
                </a:highlight>
              </a:rPr>
              <a:t>Y </a:t>
            </a:r>
            <a:r>
              <a:rPr lang="en-US" b="1">
                <a:highlight>
                  <a:srgbClr val="FFC000"/>
                </a:highlight>
              </a:rPr>
              <a:t>tends towards zero</a:t>
            </a:r>
            <a:r>
              <a:rPr lang="en-US" b="1"/>
              <a:t>.</a:t>
            </a:r>
          </a:p>
          <a:p>
            <a:pPr lvl="0">
              <a:defRPr/>
            </a:pPr>
            <a:endParaRPr lang="en-US" b="1"/>
          </a:p>
          <a:p>
            <a:pPr marL="285750" lvl="0" indent="-285750">
              <a:buFont typeface="Arial" panose="020B0604020202020204" pitchFamily="34" charset="0"/>
              <a:buChar char="•"/>
              <a:defRPr/>
            </a:pPr>
            <a:r>
              <a:rPr lang="en-US" sz="1200"/>
              <a:t>This occurs because, in such extreme cases, almost all observed values in the sample will be either 1 or 0, leaving very little variability.</a:t>
            </a:r>
            <a:endParaRPr kumimoji="0" lang="en-GB" sz="1200" i="0" u="none" strike="noStrike" kern="1200" cap="none" spc="0" normalizeH="0" baseline="0" noProof="0">
              <a:ln>
                <a:noFill/>
              </a:ln>
              <a:solidFill>
                <a:prstClr val="black"/>
              </a:solidFill>
              <a:effectLst/>
              <a:uLnTx/>
              <a:uFillTx/>
            </a:endParaRPr>
          </a:p>
        </p:txBody>
      </p:sp>
      <p:sp>
        <p:nvSpPr>
          <p:cNvPr id="3218" name="TextBox 3217">
            <a:extLst>
              <a:ext uri="{FF2B5EF4-FFF2-40B4-BE49-F238E27FC236}">
                <a16:creationId xmlns:a16="http://schemas.microsoft.com/office/drawing/2014/main" id="{02EC7AAE-10BC-6C2D-52B6-6AC68B1B62FF}"/>
              </a:ext>
            </a:extLst>
          </p:cNvPr>
          <p:cNvSpPr txBox="1"/>
          <p:nvPr/>
        </p:nvSpPr>
        <p:spPr>
          <a:xfrm>
            <a:off x="1009649" y="1667057"/>
            <a:ext cx="4759154" cy="2246769"/>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lvl="0">
              <a:defRPr/>
            </a:pPr>
            <a:r>
              <a:rPr lang="en-US"/>
              <a:t>If we define the two possible outcomes of a random variable as:</a:t>
            </a:r>
            <a:br>
              <a:rPr lang="en-US"/>
            </a:br>
            <a:endParaRPr lang="en-US"/>
          </a:p>
          <a:p>
            <a:pPr marL="285750" lvl="0" indent="-285750">
              <a:buFont typeface="Arial" panose="020B0604020202020204" pitchFamily="34" charset="0"/>
              <a:buChar char="•"/>
              <a:defRPr/>
            </a:pPr>
            <a:r>
              <a:rPr lang="en-US"/>
              <a:t>1 as success</a:t>
            </a:r>
          </a:p>
          <a:p>
            <a:pPr marL="285750" lvl="0" indent="-285750">
              <a:buFont typeface="Arial" panose="020B0604020202020204" pitchFamily="34" charset="0"/>
              <a:buChar char="•"/>
              <a:defRPr/>
            </a:pPr>
            <a:r>
              <a:rPr lang="en-US"/>
              <a:t>0 as failure</a:t>
            </a:r>
            <a:b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b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a:p>
            <a:pPr lvl="0">
              <a:defRPr/>
            </a:pPr>
            <a:r>
              <a:rPr lang="en-US"/>
              <a:t>Then the distribution is fully </a:t>
            </a:r>
            <a:r>
              <a:rPr lang="en-US" err="1"/>
              <a:t>characterised</a:t>
            </a:r>
            <a:r>
              <a:rPr lang="en-US"/>
              <a:t> by a single parameter, μ, </a:t>
            </a:r>
            <a:r>
              <a:rPr lang="en-US" b="1">
                <a:highlight>
                  <a:srgbClr val="FFC000"/>
                </a:highlight>
              </a:rPr>
              <a:t>which represents the probability of success</a:t>
            </a:r>
            <a:r>
              <a:rPr lang="en-US"/>
              <a:t>, p, and is also the expected value of the variable.</a:t>
            </a:r>
            <a:br>
              <a:rPr lang="en-US"/>
            </a:b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3219" name="Group 3218" descr="\documentclass{article}&#10;\usepackage{amsmath}&#10;\usepackage{amsfonts}&#10;\pagestyle{empty}&#10;\begin{document}&#10;&#10;&#10;\[&#10;\mathbb{E}(Y) = (1 - p) \cdot 0 + p \cdot 1&#10;\]&#10;&#10;&#10;&#10;&#10;&#10;\end{document}" title="IguanaTex Shape Display">
            <a:extLst>
              <a:ext uri="{FF2B5EF4-FFF2-40B4-BE49-F238E27FC236}">
                <a16:creationId xmlns:a16="http://schemas.microsoft.com/office/drawing/2014/main" id="{06E0ED82-8182-58D6-85EB-2192798FA0DD}"/>
              </a:ext>
            </a:extLst>
          </p:cNvPr>
          <p:cNvGrpSpPr>
            <a:grpSpLocks noChangeAspect="1"/>
          </p:cNvGrpSpPr>
          <p:nvPr>
            <p:custDataLst>
              <p:tags r:id="rId1"/>
            </p:custDataLst>
          </p:nvPr>
        </p:nvGrpSpPr>
        <p:grpSpPr>
          <a:xfrm>
            <a:off x="2235199" y="3822263"/>
            <a:ext cx="1633582" cy="149086"/>
            <a:chOff x="9998474" y="4803635"/>
            <a:chExt cx="1633582" cy="149086"/>
          </a:xfrm>
        </p:grpSpPr>
        <p:sp>
          <p:nvSpPr>
            <p:cNvPr id="3220" name="Freeform: Shape 3219">
              <a:extLst>
                <a:ext uri="{FF2B5EF4-FFF2-40B4-BE49-F238E27FC236}">
                  <a16:creationId xmlns:a16="http://schemas.microsoft.com/office/drawing/2014/main" id="{C3D85DDE-CD41-89D7-980C-FD2B0765D5D8}"/>
                </a:ext>
              </a:extLst>
            </p:cNvPr>
            <p:cNvSpPr/>
            <p:nvPr>
              <p:custDataLst>
                <p:tags r:id="rId93"/>
              </p:custDataLst>
            </p:nvPr>
          </p:nvSpPr>
          <p:spPr>
            <a:xfrm>
              <a:off x="9998474" y="4813326"/>
              <a:ext cx="95791" cy="102124"/>
            </a:xfrm>
            <a:custGeom>
              <a:avLst/>
              <a:gdLst>
                <a:gd name="connsiteX0" fmla="*/ 37730 w 95791"/>
                <a:gd name="connsiteY0" fmla="*/ 52106 h 102124"/>
                <a:gd name="connsiteX1" fmla="*/ 54283 w 95791"/>
                <a:gd name="connsiteY1" fmla="*/ 55237 h 102124"/>
                <a:gd name="connsiteX2" fmla="*/ 62253 w 95791"/>
                <a:gd name="connsiteY2" fmla="*/ 68804 h 102124"/>
                <a:gd name="connsiteX3" fmla="*/ 65012 w 95791"/>
                <a:gd name="connsiteY3" fmla="*/ 72829 h 102124"/>
                <a:gd name="connsiteX4" fmla="*/ 67617 w 95791"/>
                <a:gd name="connsiteY4" fmla="*/ 68058 h 102124"/>
                <a:gd name="connsiteX5" fmla="*/ 67617 w 95791"/>
                <a:gd name="connsiteY5" fmla="*/ 27656 h 102124"/>
                <a:gd name="connsiteX6" fmla="*/ 65012 w 95791"/>
                <a:gd name="connsiteY6" fmla="*/ 22885 h 102124"/>
                <a:gd name="connsiteX7" fmla="*/ 62253 w 95791"/>
                <a:gd name="connsiteY7" fmla="*/ 26314 h 102124"/>
                <a:gd name="connsiteX8" fmla="*/ 37730 w 95791"/>
                <a:gd name="connsiteY8" fmla="*/ 46739 h 102124"/>
                <a:gd name="connsiteX9" fmla="*/ 37730 w 95791"/>
                <a:gd name="connsiteY9" fmla="*/ 15282 h 102124"/>
                <a:gd name="connsiteX10" fmla="*/ 44321 w 95791"/>
                <a:gd name="connsiteY10" fmla="*/ 5293 h 102124"/>
                <a:gd name="connsiteX11" fmla="*/ 51678 w 95791"/>
                <a:gd name="connsiteY11" fmla="*/ 5293 h 102124"/>
                <a:gd name="connsiteX12" fmla="*/ 83557 w 95791"/>
                <a:gd name="connsiteY12" fmla="*/ 25867 h 102124"/>
                <a:gd name="connsiteX13" fmla="*/ 86316 w 95791"/>
                <a:gd name="connsiteY13" fmla="*/ 29296 h 102124"/>
                <a:gd name="connsiteX14" fmla="*/ 88921 w 95791"/>
                <a:gd name="connsiteY14" fmla="*/ 24376 h 102124"/>
                <a:gd name="connsiteX15" fmla="*/ 88921 w 95791"/>
                <a:gd name="connsiteY15" fmla="*/ 4995 h 102124"/>
                <a:gd name="connsiteX16" fmla="*/ 83864 w 95791"/>
                <a:gd name="connsiteY16" fmla="*/ 75 h 102124"/>
                <a:gd name="connsiteX17" fmla="*/ 5391 w 95791"/>
                <a:gd name="connsiteY17" fmla="*/ 75 h 102124"/>
                <a:gd name="connsiteX18" fmla="*/ 180 w 95791"/>
                <a:gd name="connsiteY18" fmla="*/ 2758 h 102124"/>
                <a:gd name="connsiteX19" fmla="*/ 4318 w 95791"/>
                <a:gd name="connsiteY19" fmla="*/ 5293 h 102124"/>
                <a:gd name="connsiteX20" fmla="*/ 13668 w 95791"/>
                <a:gd name="connsiteY20" fmla="*/ 13791 h 102124"/>
                <a:gd name="connsiteX21" fmla="*/ 13668 w 95791"/>
                <a:gd name="connsiteY21" fmla="*/ 88483 h 102124"/>
                <a:gd name="connsiteX22" fmla="*/ 5085 w 95791"/>
                <a:gd name="connsiteY22" fmla="*/ 96981 h 102124"/>
                <a:gd name="connsiteX23" fmla="*/ 180 w 95791"/>
                <a:gd name="connsiteY23" fmla="*/ 99516 h 102124"/>
                <a:gd name="connsiteX24" fmla="*/ 5391 w 95791"/>
                <a:gd name="connsiteY24" fmla="*/ 102199 h 102124"/>
                <a:gd name="connsiteX25" fmla="*/ 86622 w 95791"/>
                <a:gd name="connsiteY25" fmla="*/ 102199 h 102124"/>
                <a:gd name="connsiteX26" fmla="*/ 91527 w 95791"/>
                <a:gd name="connsiteY26" fmla="*/ 100112 h 102124"/>
                <a:gd name="connsiteX27" fmla="*/ 95972 w 95791"/>
                <a:gd name="connsiteY27" fmla="*/ 74320 h 102124"/>
                <a:gd name="connsiteX28" fmla="*/ 93366 w 95791"/>
                <a:gd name="connsiteY28" fmla="*/ 71636 h 102124"/>
                <a:gd name="connsiteX29" fmla="*/ 90607 w 95791"/>
                <a:gd name="connsiteY29" fmla="*/ 73724 h 102124"/>
                <a:gd name="connsiteX30" fmla="*/ 76967 w 95791"/>
                <a:gd name="connsiteY30" fmla="*/ 90272 h 102124"/>
                <a:gd name="connsiteX31" fmla="*/ 52750 w 95791"/>
                <a:gd name="connsiteY31" fmla="*/ 96981 h 102124"/>
                <a:gd name="connsiteX32" fmla="*/ 44321 w 95791"/>
                <a:gd name="connsiteY32" fmla="*/ 96981 h 102124"/>
                <a:gd name="connsiteX33" fmla="*/ 37730 w 95791"/>
                <a:gd name="connsiteY33" fmla="*/ 86992 h 102124"/>
                <a:gd name="connsiteX34" fmla="*/ 37730 w 95791"/>
                <a:gd name="connsiteY34" fmla="*/ 52106 h 102124"/>
                <a:gd name="connsiteX35" fmla="*/ 83557 w 95791"/>
                <a:gd name="connsiteY35" fmla="*/ 5293 h 102124"/>
                <a:gd name="connsiteX36" fmla="*/ 83557 w 95791"/>
                <a:gd name="connsiteY36" fmla="*/ 12449 h 102124"/>
                <a:gd name="connsiteX37" fmla="*/ 74821 w 95791"/>
                <a:gd name="connsiteY37" fmla="*/ 5293 h 102124"/>
                <a:gd name="connsiteX38" fmla="*/ 83557 w 95791"/>
                <a:gd name="connsiteY38" fmla="*/ 5293 h 102124"/>
                <a:gd name="connsiteX39" fmla="*/ 53670 w 95791"/>
                <a:gd name="connsiteY39" fmla="*/ 48975 h 102124"/>
                <a:gd name="connsiteX40" fmla="*/ 62253 w 95791"/>
                <a:gd name="connsiteY40" fmla="*/ 42564 h 102124"/>
                <a:gd name="connsiteX41" fmla="*/ 62253 w 95791"/>
                <a:gd name="connsiteY41" fmla="*/ 55088 h 102124"/>
                <a:gd name="connsiteX42" fmla="*/ 53670 w 95791"/>
                <a:gd name="connsiteY42" fmla="*/ 49124 h 102124"/>
                <a:gd name="connsiteX43" fmla="*/ 53670 w 95791"/>
                <a:gd name="connsiteY43" fmla="*/ 48975 h 102124"/>
                <a:gd name="connsiteX44" fmla="*/ 19032 w 95791"/>
                <a:gd name="connsiteY44" fmla="*/ 13493 h 102124"/>
                <a:gd name="connsiteX45" fmla="*/ 17806 w 95791"/>
                <a:gd name="connsiteY45" fmla="*/ 5293 h 102124"/>
                <a:gd name="connsiteX46" fmla="*/ 34052 w 95791"/>
                <a:gd name="connsiteY46" fmla="*/ 5293 h 102124"/>
                <a:gd name="connsiteX47" fmla="*/ 32366 w 95791"/>
                <a:gd name="connsiteY47" fmla="*/ 14983 h 102124"/>
                <a:gd name="connsiteX48" fmla="*/ 32366 w 95791"/>
                <a:gd name="connsiteY48" fmla="*/ 87291 h 102124"/>
                <a:gd name="connsiteX49" fmla="*/ 34052 w 95791"/>
                <a:gd name="connsiteY49" fmla="*/ 96981 h 102124"/>
                <a:gd name="connsiteX50" fmla="*/ 17806 w 95791"/>
                <a:gd name="connsiteY50" fmla="*/ 96981 h 102124"/>
                <a:gd name="connsiteX51" fmla="*/ 19032 w 95791"/>
                <a:gd name="connsiteY51" fmla="*/ 88781 h 102124"/>
                <a:gd name="connsiteX52" fmla="*/ 19032 w 95791"/>
                <a:gd name="connsiteY52" fmla="*/ 13493 h 102124"/>
                <a:gd name="connsiteX53" fmla="*/ 76047 w 95791"/>
                <a:gd name="connsiteY53" fmla="*/ 96981 h 102124"/>
                <a:gd name="connsiteX54" fmla="*/ 76047 w 95791"/>
                <a:gd name="connsiteY54" fmla="*/ 96832 h 102124"/>
                <a:gd name="connsiteX55" fmla="*/ 88155 w 95791"/>
                <a:gd name="connsiteY55" fmla="*/ 88632 h 102124"/>
                <a:gd name="connsiteX56" fmla="*/ 86776 w 95791"/>
                <a:gd name="connsiteY56" fmla="*/ 96981 h 102124"/>
                <a:gd name="connsiteX57" fmla="*/ 76047 w 95791"/>
                <a:gd name="connsiteY57" fmla="*/ 96981 h 10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5791" h="102124">
                  <a:moveTo>
                    <a:pt x="37730" y="52106"/>
                  </a:moveTo>
                  <a:cubicBezTo>
                    <a:pt x="41562" y="52106"/>
                    <a:pt x="48919" y="52106"/>
                    <a:pt x="54283" y="55237"/>
                  </a:cubicBezTo>
                  <a:cubicBezTo>
                    <a:pt x="61640" y="59859"/>
                    <a:pt x="62253" y="67909"/>
                    <a:pt x="62253" y="68804"/>
                  </a:cubicBezTo>
                  <a:cubicBezTo>
                    <a:pt x="62406" y="70891"/>
                    <a:pt x="62406" y="72829"/>
                    <a:pt x="65012" y="72829"/>
                  </a:cubicBezTo>
                  <a:cubicBezTo>
                    <a:pt x="67617" y="72829"/>
                    <a:pt x="67617" y="70742"/>
                    <a:pt x="67617" y="68058"/>
                  </a:cubicBezTo>
                  <a:lnTo>
                    <a:pt x="67617" y="27656"/>
                  </a:lnTo>
                  <a:cubicBezTo>
                    <a:pt x="67617" y="25270"/>
                    <a:pt x="67617" y="22885"/>
                    <a:pt x="65012" y="22885"/>
                  </a:cubicBezTo>
                  <a:cubicBezTo>
                    <a:pt x="62406" y="22885"/>
                    <a:pt x="62253" y="25121"/>
                    <a:pt x="62253" y="26314"/>
                  </a:cubicBezTo>
                  <a:cubicBezTo>
                    <a:pt x="61333" y="45546"/>
                    <a:pt x="45700" y="46590"/>
                    <a:pt x="37730" y="46739"/>
                  </a:cubicBezTo>
                  <a:lnTo>
                    <a:pt x="37730" y="15282"/>
                  </a:lnTo>
                  <a:cubicBezTo>
                    <a:pt x="37730" y="5293"/>
                    <a:pt x="40642" y="5293"/>
                    <a:pt x="44321" y="5293"/>
                  </a:cubicBezTo>
                  <a:lnTo>
                    <a:pt x="51678" y="5293"/>
                  </a:lnTo>
                  <a:cubicBezTo>
                    <a:pt x="72369" y="5293"/>
                    <a:pt x="82637" y="15580"/>
                    <a:pt x="83557" y="25867"/>
                  </a:cubicBezTo>
                  <a:cubicBezTo>
                    <a:pt x="83710" y="27059"/>
                    <a:pt x="83864" y="29296"/>
                    <a:pt x="86316" y="29296"/>
                  </a:cubicBezTo>
                  <a:cubicBezTo>
                    <a:pt x="88921" y="29296"/>
                    <a:pt x="88921" y="26910"/>
                    <a:pt x="88921" y="24376"/>
                  </a:cubicBezTo>
                  <a:lnTo>
                    <a:pt x="88921" y="4995"/>
                  </a:lnTo>
                  <a:cubicBezTo>
                    <a:pt x="88921" y="373"/>
                    <a:pt x="88615" y="75"/>
                    <a:pt x="83864" y="75"/>
                  </a:cubicBezTo>
                  <a:lnTo>
                    <a:pt x="5391" y="75"/>
                  </a:lnTo>
                  <a:cubicBezTo>
                    <a:pt x="2632" y="75"/>
                    <a:pt x="180" y="75"/>
                    <a:pt x="180" y="2758"/>
                  </a:cubicBezTo>
                  <a:cubicBezTo>
                    <a:pt x="180" y="5293"/>
                    <a:pt x="3092" y="5293"/>
                    <a:pt x="4318" y="5293"/>
                  </a:cubicBezTo>
                  <a:cubicBezTo>
                    <a:pt x="13054" y="5293"/>
                    <a:pt x="13668" y="6485"/>
                    <a:pt x="13668" y="13791"/>
                  </a:cubicBezTo>
                  <a:lnTo>
                    <a:pt x="13668" y="88483"/>
                  </a:lnTo>
                  <a:cubicBezTo>
                    <a:pt x="13668" y="95490"/>
                    <a:pt x="13208" y="96981"/>
                    <a:pt x="5085" y="96981"/>
                  </a:cubicBezTo>
                  <a:cubicBezTo>
                    <a:pt x="2786" y="96981"/>
                    <a:pt x="180" y="96981"/>
                    <a:pt x="180" y="99516"/>
                  </a:cubicBezTo>
                  <a:cubicBezTo>
                    <a:pt x="180" y="102199"/>
                    <a:pt x="2632" y="102199"/>
                    <a:pt x="5391" y="102199"/>
                  </a:cubicBezTo>
                  <a:lnTo>
                    <a:pt x="86622" y="102199"/>
                  </a:lnTo>
                  <a:cubicBezTo>
                    <a:pt x="89534" y="102199"/>
                    <a:pt x="91067" y="102199"/>
                    <a:pt x="91527" y="100112"/>
                  </a:cubicBezTo>
                  <a:cubicBezTo>
                    <a:pt x="91680" y="99963"/>
                    <a:pt x="95972" y="75065"/>
                    <a:pt x="95972" y="74320"/>
                  </a:cubicBezTo>
                  <a:cubicBezTo>
                    <a:pt x="95972" y="72680"/>
                    <a:pt x="94592" y="71636"/>
                    <a:pt x="93366" y="71636"/>
                  </a:cubicBezTo>
                  <a:cubicBezTo>
                    <a:pt x="91220" y="71636"/>
                    <a:pt x="90607" y="73575"/>
                    <a:pt x="90607" y="73724"/>
                  </a:cubicBezTo>
                  <a:cubicBezTo>
                    <a:pt x="89688" y="77600"/>
                    <a:pt x="88155" y="83862"/>
                    <a:pt x="76967" y="90272"/>
                  </a:cubicBezTo>
                  <a:cubicBezTo>
                    <a:pt x="68997" y="94894"/>
                    <a:pt x="61180" y="96981"/>
                    <a:pt x="52750" y="96981"/>
                  </a:cubicBezTo>
                  <a:lnTo>
                    <a:pt x="44321" y="96981"/>
                  </a:lnTo>
                  <a:cubicBezTo>
                    <a:pt x="40642" y="96981"/>
                    <a:pt x="37730" y="96981"/>
                    <a:pt x="37730" y="86992"/>
                  </a:cubicBezTo>
                  <a:lnTo>
                    <a:pt x="37730" y="52106"/>
                  </a:lnTo>
                  <a:close/>
                  <a:moveTo>
                    <a:pt x="83557" y="5293"/>
                  </a:moveTo>
                  <a:lnTo>
                    <a:pt x="83557" y="12449"/>
                  </a:lnTo>
                  <a:cubicBezTo>
                    <a:pt x="80952" y="9616"/>
                    <a:pt x="78039" y="7231"/>
                    <a:pt x="74821" y="5293"/>
                  </a:cubicBezTo>
                  <a:lnTo>
                    <a:pt x="83557" y="5293"/>
                  </a:lnTo>
                  <a:close/>
                  <a:moveTo>
                    <a:pt x="53670" y="48975"/>
                  </a:moveTo>
                  <a:cubicBezTo>
                    <a:pt x="56122" y="47932"/>
                    <a:pt x="59494" y="45695"/>
                    <a:pt x="62253" y="42564"/>
                  </a:cubicBezTo>
                  <a:lnTo>
                    <a:pt x="62253" y="55088"/>
                  </a:lnTo>
                  <a:cubicBezTo>
                    <a:pt x="58575" y="51062"/>
                    <a:pt x="53823" y="49124"/>
                    <a:pt x="53670" y="49124"/>
                  </a:cubicBezTo>
                  <a:lnTo>
                    <a:pt x="53670" y="48975"/>
                  </a:lnTo>
                  <a:close/>
                  <a:moveTo>
                    <a:pt x="19032" y="13493"/>
                  </a:moveTo>
                  <a:cubicBezTo>
                    <a:pt x="19032" y="11703"/>
                    <a:pt x="19032" y="7976"/>
                    <a:pt x="17806" y="5293"/>
                  </a:cubicBezTo>
                  <a:lnTo>
                    <a:pt x="34052" y="5293"/>
                  </a:lnTo>
                  <a:cubicBezTo>
                    <a:pt x="32366" y="8722"/>
                    <a:pt x="32366" y="13642"/>
                    <a:pt x="32366" y="14983"/>
                  </a:cubicBezTo>
                  <a:lnTo>
                    <a:pt x="32366" y="87291"/>
                  </a:lnTo>
                  <a:cubicBezTo>
                    <a:pt x="32366" y="92658"/>
                    <a:pt x="33439" y="95639"/>
                    <a:pt x="34052" y="96981"/>
                  </a:cubicBezTo>
                  <a:lnTo>
                    <a:pt x="17806" y="96981"/>
                  </a:lnTo>
                  <a:cubicBezTo>
                    <a:pt x="19032" y="94298"/>
                    <a:pt x="19032" y="90570"/>
                    <a:pt x="19032" y="88781"/>
                  </a:cubicBezTo>
                  <a:lnTo>
                    <a:pt x="19032" y="13493"/>
                  </a:lnTo>
                  <a:close/>
                  <a:moveTo>
                    <a:pt x="76047" y="96981"/>
                  </a:moveTo>
                  <a:lnTo>
                    <a:pt x="76047" y="96832"/>
                  </a:lnTo>
                  <a:cubicBezTo>
                    <a:pt x="80952" y="94447"/>
                    <a:pt x="85090" y="91316"/>
                    <a:pt x="88155" y="88632"/>
                  </a:cubicBezTo>
                  <a:cubicBezTo>
                    <a:pt x="88002" y="89229"/>
                    <a:pt x="86929" y="95789"/>
                    <a:pt x="86776" y="96981"/>
                  </a:cubicBezTo>
                  <a:lnTo>
                    <a:pt x="76047" y="9698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21" name="Freeform: Shape 3220">
              <a:extLst>
                <a:ext uri="{FF2B5EF4-FFF2-40B4-BE49-F238E27FC236}">
                  <a16:creationId xmlns:a16="http://schemas.microsoft.com/office/drawing/2014/main" id="{4F92FF5A-7611-B977-0BB4-C9568449E778}"/>
                </a:ext>
              </a:extLst>
            </p:cNvPr>
            <p:cNvSpPr/>
            <p:nvPr>
              <p:custDataLst>
                <p:tags r:id="rId94"/>
              </p:custDataLst>
            </p:nvPr>
          </p:nvSpPr>
          <p:spPr>
            <a:xfrm>
              <a:off x="10113680" y="4803635"/>
              <a:ext cx="35557" cy="149086"/>
            </a:xfrm>
            <a:custGeom>
              <a:avLst/>
              <a:gdLst>
                <a:gd name="connsiteX0" fmla="*/ 35745 w 35557"/>
                <a:gd name="connsiteY0" fmla="*/ 147671 h 149086"/>
                <a:gd name="connsiteX1" fmla="*/ 33139 w 35557"/>
                <a:gd name="connsiteY1" fmla="*/ 144391 h 149086"/>
                <a:gd name="connsiteX2" fmla="*/ 9076 w 35557"/>
                <a:gd name="connsiteY2" fmla="*/ 74618 h 149086"/>
                <a:gd name="connsiteX3" fmla="*/ 33752 w 35557"/>
                <a:gd name="connsiteY3" fmla="*/ 4100 h 149086"/>
                <a:gd name="connsiteX4" fmla="*/ 35745 w 35557"/>
                <a:gd name="connsiteY4" fmla="*/ 1566 h 149086"/>
                <a:gd name="connsiteX5" fmla="*/ 34212 w 35557"/>
                <a:gd name="connsiteY5" fmla="*/ 75 h 149086"/>
                <a:gd name="connsiteX6" fmla="*/ 9843 w 35557"/>
                <a:gd name="connsiteY6" fmla="*/ 29147 h 149086"/>
                <a:gd name="connsiteX7" fmla="*/ 187 w 35557"/>
                <a:gd name="connsiteY7" fmla="*/ 74618 h 149086"/>
                <a:gd name="connsiteX8" fmla="*/ 10302 w 35557"/>
                <a:gd name="connsiteY8" fmla="*/ 121133 h 149086"/>
                <a:gd name="connsiteX9" fmla="*/ 34212 w 35557"/>
                <a:gd name="connsiteY9" fmla="*/ 149162 h 149086"/>
                <a:gd name="connsiteX10" fmla="*/ 35745 w 35557"/>
                <a:gd name="connsiteY10" fmla="*/ 147671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57" h="149086">
                  <a:moveTo>
                    <a:pt x="35745" y="147671"/>
                  </a:moveTo>
                  <a:cubicBezTo>
                    <a:pt x="35745" y="147224"/>
                    <a:pt x="35745" y="146925"/>
                    <a:pt x="33139" y="144391"/>
                  </a:cubicBezTo>
                  <a:cubicBezTo>
                    <a:pt x="13981" y="125606"/>
                    <a:pt x="9076" y="97428"/>
                    <a:pt x="9076" y="74618"/>
                  </a:cubicBezTo>
                  <a:cubicBezTo>
                    <a:pt x="9076" y="48677"/>
                    <a:pt x="14900" y="22736"/>
                    <a:pt x="33752" y="4100"/>
                  </a:cubicBezTo>
                  <a:cubicBezTo>
                    <a:pt x="35745" y="2311"/>
                    <a:pt x="35745" y="2013"/>
                    <a:pt x="35745" y="1566"/>
                  </a:cubicBezTo>
                  <a:cubicBezTo>
                    <a:pt x="35745" y="522"/>
                    <a:pt x="35131" y="75"/>
                    <a:pt x="34212" y="75"/>
                  </a:cubicBezTo>
                  <a:cubicBezTo>
                    <a:pt x="32679" y="75"/>
                    <a:pt x="18885" y="10213"/>
                    <a:pt x="9843" y="29147"/>
                  </a:cubicBezTo>
                  <a:cubicBezTo>
                    <a:pt x="2026" y="45546"/>
                    <a:pt x="187" y="62095"/>
                    <a:pt x="187" y="74618"/>
                  </a:cubicBezTo>
                  <a:cubicBezTo>
                    <a:pt x="187" y="86247"/>
                    <a:pt x="1873" y="104286"/>
                    <a:pt x="10302" y="121133"/>
                  </a:cubicBezTo>
                  <a:cubicBezTo>
                    <a:pt x="19498" y="139471"/>
                    <a:pt x="32679" y="149162"/>
                    <a:pt x="34212" y="149162"/>
                  </a:cubicBezTo>
                  <a:cubicBezTo>
                    <a:pt x="35131" y="149162"/>
                    <a:pt x="35745" y="148714"/>
                    <a:pt x="35745" y="1476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22" name="Freeform: Shape 3221">
              <a:extLst>
                <a:ext uri="{FF2B5EF4-FFF2-40B4-BE49-F238E27FC236}">
                  <a16:creationId xmlns:a16="http://schemas.microsoft.com/office/drawing/2014/main" id="{26ECF59D-39B7-F4AD-E8AE-55F8DA7E7FBE}"/>
                </a:ext>
              </a:extLst>
            </p:cNvPr>
            <p:cNvSpPr/>
            <p:nvPr>
              <p:custDataLst>
                <p:tags r:id="rId95"/>
              </p:custDataLst>
            </p:nvPr>
          </p:nvSpPr>
          <p:spPr>
            <a:xfrm>
              <a:off x="10163474" y="4813624"/>
              <a:ext cx="111424" cy="101826"/>
            </a:xfrm>
            <a:custGeom>
              <a:avLst/>
              <a:gdLst>
                <a:gd name="connsiteX0" fmla="*/ 86326 w 111424"/>
                <a:gd name="connsiteY0" fmla="*/ 17071 h 101826"/>
                <a:gd name="connsiteX1" fmla="*/ 88472 w 111424"/>
                <a:gd name="connsiteY1" fmla="*/ 14983 h 101826"/>
                <a:gd name="connsiteX2" fmla="*/ 108550 w 111424"/>
                <a:gd name="connsiteY2" fmla="*/ 4696 h 101826"/>
                <a:gd name="connsiteX3" fmla="*/ 111615 w 111424"/>
                <a:gd name="connsiteY3" fmla="*/ 1864 h 101826"/>
                <a:gd name="connsiteX4" fmla="*/ 109623 w 111424"/>
                <a:gd name="connsiteY4" fmla="*/ 75 h 101826"/>
                <a:gd name="connsiteX5" fmla="*/ 97055 w 111424"/>
                <a:gd name="connsiteY5" fmla="*/ 522 h 101826"/>
                <a:gd name="connsiteX6" fmla="*/ 81728 w 111424"/>
                <a:gd name="connsiteY6" fmla="*/ 75 h 101826"/>
                <a:gd name="connsiteX7" fmla="*/ 78816 w 111424"/>
                <a:gd name="connsiteY7" fmla="*/ 2907 h 101826"/>
                <a:gd name="connsiteX8" fmla="*/ 81115 w 111424"/>
                <a:gd name="connsiteY8" fmla="*/ 4696 h 101826"/>
                <a:gd name="connsiteX9" fmla="*/ 86633 w 111424"/>
                <a:gd name="connsiteY9" fmla="*/ 8125 h 101826"/>
                <a:gd name="connsiteX10" fmla="*/ 82495 w 111424"/>
                <a:gd name="connsiteY10" fmla="*/ 15282 h 101826"/>
                <a:gd name="connsiteX11" fmla="*/ 46937 w 111424"/>
                <a:gd name="connsiteY11" fmla="*/ 55088 h 101826"/>
                <a:gd name="connsiteX12" fmla="*/ 30078 w 111424"/>
                <a:gd name="connsiteY12" fmla="*/ 10809 h 101826"/>
                <a:gd name="connsiteX13" fmla="*/ 29158 w 111424"/>
                <a:gd name="connsiteY13" fmla="*/ 8274 h 101826"/>
                <a:gd name="connsiteX14" fmla="*/ 38201 w 111424"/>
                <a:gd name="connsiteY14" fmla="*/ 4696 h 101826"/>
                <a:gd name="connsiteX15" fmla="*/ 41879 w 111424"/>
                <a:gd name="connsiteY15" fmla="*/ 1715 h 101826"/>
                <a:gd name="connsiteX16" fmla="*/ 39580 w 111424"/>
                <a:gd name="connsiteY16" fmla="*/ 75 h 101826"/>
                <a:gd name="connsiteX17" fmla="*/ 20268 w 111424"/>
                <a:gd name="connsiteY17" fmla="*/ 522 h 101826"/>
                <a:gd name="connsiteX18" fmla="*/ 3103 w 111424"/>
                <a:gd name="connsiteY18" fmla="*/ 75 h 101826"/>
                <a:gd name="connsiteX19" fmla="*/ 191 w 111424"/>
                <a:gd name="connsiteY19" fmla="*/ 3056 h 101826"/>
                <a:gd name="connsiteX20" fmla="*/ 3716 w 111424"/>
                <a:gd name="connsiteY20" fmla="*/ 4696 h 101826"/>
                <a:gd name="connsiteX21" fmla="*/ 14904 w 111424"/>
                <a:gd name="connsiteY21" fmla="*/ 9765 h 101826"/>
                <a:gd name="connsiteX22" fmla="*/ 33756 w 111424"/>
                <a:gd name="connsiteY22" fmla="*/ 58815 h 101826"/>
                <a:gd name="connsiteX23" fmla="*/ 34369 w 111424"/>
                <a:gd name="connsiteY23" fmla="*/ 61349 h 101826"/>
                <a:gd name="connsiteX24" fmla="*/ 27472 w 111424"/>
                <a:gd name="connsiteY24" fmla="*/ 88483 h 101826"/>
                <a:gd name="connsiteX25" fmla="*/ 13065 w 111424"/>
                <a:gd name="connsiteY25" fmla="*/ 97279 h 101826"/>
                <a:gd name="connsiteX26" fmla="*/ 8927 w 111424"/>
                <a:gd name="connsiteY26" fmla="*/ 100261 h 101826"/>
                <a:gd name="connsiteX27" fmla="*/ 11073 w 111424"/>
                <a:gd name="connsiteY27" fmla="*/ 101901 h 101826"/>
                <a:gd name="connsiteX28" fmla="*/ 30384 w 111424"/>
                <a:gd name="connsiteY28" fmla="*/ 101454 h 101826"/>
                <a:gd name="connsiteX29" fmla="*/ 50002 w 111424"/>
                <a:gd name="connsiteY29" fmla="*/ 101901 h 101826"/>
                <a:gd name="connsiteX30" fmla="*/ 52914 w 111424"/>
                <a:gd name="connsiteY30" fmla="*/ 98919 h 101826"/>
                <a:gd name="connsiteX31" fmla="*/ 48623 w 111424"/>
                <a:gd name="connsiteY31" fmla="*/ 97279 h 101826"/>
                <a:gd name="connsiteX32" fmla="*/ 42799 w 111424"/>
                <a:gd name="connsiteY32" fmla="*/ 96981 h 101826"/>
                <a:gd name="connsiteX33" fmla="*/ 38660 w 111424"/>
                <a:gd name="connsiteY33" fmla="*/ 94596 h 101826"/>
                <a:gd name="connsiteX34" fmla="*/ 40806 w 111424"/>
                <a:gd name="connsiteY34" fmla="*/ 85203 h 101826"/>
                <a:gd name="connsiteX35" fmla="*/ 46171 w 111424"/>
                <a:gd name="connsiteY35" fmla="*/ 64182 h 101826"/>
                <a:gd name="connsiteX36" fmla="*/ 48316 w 111424"/>
                <a:gd name="connsiteY36" fmla="*/ 59560 h 101826"/>
                <a:gd name="connsiteX37" fmla="*/ 86326 w 111424"/>
                <a:gd name="connsiteY37" fmla="*/ 17071 h 101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424" h="101826">
                  <a:moveTo>
                    <a:pt x="86326" y="17071"/>
                  </a:moveTo>
                  <a:lnTo>
                    <a:pt x="88472" y="14983"/>
                  </a:lnTo>
                  <a:cubicBezTo>
                    <a:pt x="93070" y="10511"/>
                    <a:pt x="98128" y="5442"/>
                    <a:pt x="108550" y="4696"/>
                  </a:cubicBezTo>
                  <a:cubicBezTo>
                    <a:pt x="110236" y="4547"/>
                    <a:pt x="111615" y="4547"/>
                    <a:pt x="111615" y="1864"/>
                  </a:cubicBezTo>
                  <a:cubicBezTo>
                    <a:pt x="111615" y="671"/>
                    <a:pt x="110849" y="75"/>
                    <a:pt x="109623" y="75"/>
                  </a:cubicBezTo>
                  <a:cubicBezTo>
                    <a:pt x="105638" y="75"/>
                    <a:pt x="101193" y="522"/>
                    <a:pt x="97055" y="522"/>
                  </a:cubicBezTo>
                  <a:cubicBezTo>
                    <a:pt x="91997" y="522"/>
                    <a:pt x="86633" y="75"/>
                    <a:pt x="81728" y="75"/>
                  </a:cubicBezTo>
                  <a:cubicBezTo>
                    <a:pt x="80809" y="75"/>
                    <a:pt x="78816" y="75"/>
                    <a:pt x="78816" y="2907"/>
                  </a:cubicBezTo>
                  <a:cubicBezTo>
                    <a:pt x="78816" y="4547"/>
                    <a:pt x="80349" y="4696"/>
                    <a:pt x="81115" y="4696"/>
                  </a:cubicBezTo>
                  <a:cubicBezTo>
                    <a:pt x="82188" y="4696"/>
                    <a:pt x="86633" y="4995"/>
                    <a:pt x="86633" y="8125"/>
                  </a:cubicBezTo>
                  <a:cubicBezTo>
                    <a:pt x="86633" y="10660"/>
                    <a:pt x="83108" y="14536"/>
                    <a:pt x="82495" y="15282"/>
                  </a:cubicBezTo>
                  <a:lnTo>
                    <a:pt x="46937" y="55088"/>
                  </a:lnTo>
                  <a:lnTo>
                    <a:pt x="30078" y="10809"/>
                  </a:lnTo>
                  <a:cubicBezTo>
                    <a:pt x="29158" y="8722"/>
                    <a:pt x="29158" y="8424"/>
                    <a:pt x="29158" y="8274"/>
                  </a:cubicBezTo>
                  <a:cubicBezTo>
                    <a:pt x="29158" y="4696"/>
                    <a:pt x="36668" y="4696"/>
                    <a:pt x="38201" y="4696"/>
                  </a:cubicBezTo>
                  <a:cubicBezTo>
                    <a:pt x="40346" y="4696"/>
                    <a:pt x="41879" y="4696"/>
                    <a:pt x="41879" y="1715"/>
                  </a:cubicBezTo>
                  <a:cubicBezTo>
                    <a:pt x="41879" y="75"/>
                    <a:pt x="40040" y="75"/>
                    <a:pt x="39580" y="75"/>
                  </a:cubicBezTo>
                  <a:cubicBezTo>
                    <a:pt x="35289" y="75"/>
                    <a:pt x="24560" y="522"/>
                    <a:pt x="20268" y="522"/>
                  </a:cubicBezTo>
                  <a:cubicBezTo>
                    <a:pt x="16437" y="522"/>
                    <a:pt x="6934" y="75"/>
                    <a:pt x="3103" y="75"/>
                  </a:cubicBezTo>
                  <a:cubicBezTo>
                    <a:pt x="2183" y="75"/>
                    <a:pt x="191" y="75"/>
                    <a:pt x="191" y="3056"/>
                  </a:cubicBezTo>
                  <a:cubicBezTo>
                    <a:pt x="191" y="4696"/>
                    <a:pt x="1723" y="4696"/>
                    <a:pt x="3716" y="4696"/>
                  </a:cubicBezTo>
                  <a:cubicBezTo>
                    <a:pt x="12912" y="4696"/>
                    <a:pt x="13525" y="6038"/>
                    <a:pt x="14904" y="9765"/>
                  </a:cubicBezTo>
                  <a:lnTo>
                    <a:pt x="33756" y="58815"/>
                  </a:lnTo>
                  <a:cubicBezTo>
                    <a:pt x="33909" y="59262"/>
                    <a:pt x="34369" y="60902"/>
                    <a:pt x="34369" y="61349"/>
                  </a:cubicBezTo>
                  <a:cubicBezTo>
                    <a:pt x="34369" y="61797"/>
                    <a:pt x="28238" y="85800"/>
                    <a:pt x="27472" y="88483"/>
                  </a:cubicBezTo>
                  <a:cubicBezTo>
                    <a:pt x="25480" y="96683"/>
                    <a:pt x="25326" y="97130"/>
                    <a:pt x="13065" y="97279"/>
                  </a:cubicBezTo>
                  <a:cubicBezTo>
                    <a:pt x="10153" y="97279"/>
                    <a:pt x="8927" y="97279"/>
                    <a:pt x="8927" y="100261"/>
                  </a:cubicBezTo>
                  <a:cubicBezTo>
                    <a:pt x="8927" y="101901"/>
                    <a:pt x="10766" y="101901"/>
                    <a:pt x="11073" y="101901"/>
                  </a:cubicBezTo>
                  <a:cubicBezTo>
                    <a:pt x="15364" y="101901"/>
                    <a:pt x="26093" y="101454"/>
                    <a:pt x="30384" y="101454"/>
                  </a:cubicBezTo>
                  <a:cubicBezTo>
                    <a:pt x="34676" y="101454"/>
                    <a:pt x="45711" y="101901"/>
                    <a:pt x="50002" y="101901"/>
                  </a:cubicBezTo>
                  <a:cubicBezTo>
                    <a:pt x="51075" y="101901"/>
                    <a:pt x="52914" y="101901"/>
                    <a:pt x="52914" y="98919"/>
                  </a:cubicBezTo>
                  <a:cubicBezTo>
                    <a:pt x="52914" y="97279"/>
                    <a:pt x="51535" y="97279"/>
                    <a:pt x="48623" y="97279"/>
                  </a:cubicBezTo>
                  <a:cubicBezTo>
                    <a:pt x="48316" y="97279"/>
                    <a:pt x="45404" y="97279"/>
                    <a:pt x="42799" y="96981"/>
                  </a:cubicBezTo>
                  <a:cubicBezTo>
                    <a:pt x="39580" y="96683"/>
                    <a:pt x="38660" y="96385"/>
                    <a:pt x="38660" y="94596"/>
                  </a:cubicBezTo>
                  <a:cubicBezTo>
                    <a:pt x="38660" y="93552"/>
                    <a:pt x="40040" y="88334"/>
                    <a:pt x="40806" y="85203"/>
                  </a:cubicBezTo>
                  <a:lnTo>
                    <a:pt x="46171" y="64182"/>
                  </a:lnTo>
                  <a:cubicBezTo>
                    <a:pt x="46937" y="61349"/>
                    <a:pt x="47090" y="60902"/>
                    <a:pt x="48316" y="59560"/>
                  </a:cubicBezTo>
                  <a:lnTo>
                    <a:pt x="86326" y="1707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23" name="Freeform: Shape 3222">
              <a:extLst>
                <a:ext uri="{FF2B5EF4-FFF2-40B4-BE49-F238E27FC236}">
                  <a16:creationId xmlns:a16="http://schemas.microsoft.com/office/drawing/2014/main" id="{B8ED9CA1-0FE0-8A6C-549E-CB11C124075D}"/>
                </a:ext>
              </a:extLst>
            </p:cNvPr>
            <p:cNvSpPr/>
            <p:nvPr>
              <p:custDataLst>
                <p:tags r:id="rId96"/>
              </p:custDataLst>
            </p:nvPr>
          </p:nvSpPr>
          <p:spPr>
            <a:xfrm>
              <a:off x="10289886" y="4803635"/>
              <a:ext cx="35557" cy="149086"/>
            </a:xfrm>
            <a:custGeom>
              <a:avLst/>
              <a:gdLst>
                <a:gd name="connsiteX0" fmla="*/ 35756 w 35557"/>
                <a:gd name="connsiteY0" fmla="*/ 74618 h 149086"/>
                <a:gd name="connsiteX1" fmla="*/ 25641 w 35557"/>
                <a:gd name="connsiteY1" fmla="*/ 28103 h 149086"/>
                <a:gd name="connsiteX2" fmla="*/ 1731 w 35557"/>
                <a:gd name="connsiteY2" fmla="*/ 75 h 149086"/>
                <a:gd name="connsiteX3" fmla="*/ 199 w 35557"/>
                <a:gd name="connsiteY3" fmla="*/ 1566 h 149086"/>
                <a:gd name="connsiteX4" fmla="*/ 3111 w 35557"/>
                <a:gd name="connsiteY4" fmla="*/ 4995 h 149086"/>
                <a:gd name="connsiteX5" fmla="*/ 26867 w 35557"/>
                <a:gd name="connsiteY5" fmla="*/ 74618 h 149086"/>
                <a:gd name="connsiteX6" fmla="*/ 2191 w 35557"/>
                <a:gd name="connsiteY6" fmla="*/ 145136 h 149086"/>
                <a:gd name="connsiteX7" fmla="*/ 199 w 35557"/>
                <a:gd name="connsiteY7" fmla="*/ 147671 h 149086"/>
                <a:gd name="connsiteX8" fmla="*/ 1731 w 35557"/>
                <a:gd name="connsiteY8" fmla="*/ 149162 h 149086"/>
                <a:gd name="connsiteX9" fmla="*/ 26101 w 35557"/>
                <a:gd name="connsiteY9" fmla="*/ 120090 h 149086"/>
                <a:gd name="connsiteX10" fmla="*/ 35756 w 35557"/>
                <a:gd name="connsiteY10" fmla="*/ 74618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57" h="149086">
                  <a:moveTo>
                    <a:pt x="35756" y="74618"/>
                  </a:moveTo>
                  <a:cubicBezTo>
                    <a:pt x="35756" y="62989"/>
                    <a:pt x="34070" y="44950"/>
                    <a:pt x="25641" y="28103"/>
                  </a:cubicBezTo>
                  <a:cubicBezTo>
                    <a:pt x="16445" y="9765"/>
                    <a:pt x="3264" y="75"/>
                    <a:pt x="1731" y="75"/>
                  </a:cubicBezTo>
                  <a:cubicBezTo>
                    <a:pt x="812" y="75"/>
                    <a:pt x="199" y="671"/>
                    <a:pt x="199" y="1566"/>
                  </a:cubicBezTo>
                  <a:cubicBezTo>
                    <a:pt x="199" y="2013"/>
                    <a:pt x="199" y="2311"/>
                    <a:pt x="3111" y="4995"/>
                  </a:cubicBezTo>
                  <a:cubicBezTo>
                    <a:pt x="18131" y="19754"/>
                    <a:pt x="26867" y="43459"/>
                    <a:pt x="26867" y="74618"/>
                  </a:cubicBezTo>
                  <a:cubicBezTo>
                    <a:pt x="26867" y="100112"/>
                    <a:pt x="21196" y="126351"/>
                    <a:pt x="2191" y="145136"/>
                  </a:cubicBezTo>
                  <a:cubicBezTo>
                    <a:pt x="199" y="146925"/>
                    <a:pt x="199" y="147224"/>
                    <a:pt x="199" y="147671"/>
                  </a:cubicBezTo>
                  <a:cubicBezTo>
                    <a:pt x="199" y="148565"/>
                    <a:pt x="812" y="149162"/>
                    <a:pt x="1731" y="149162"/>
                  </a:cubicBezTo>
                  <a:cubicBezTo>
                    <a:pt x="3264" y="149162"/>
                    <a:pt x="17058" y="139024"/>
                    <a:pt x="26101" y="120090"/>
                  </a:cubicBezTo>
                  <a:cubicBezTo>
                    <a:pt x="33917" y="103690"/>
                    <a:pt x="35756" y="87141"/>
                    <a:pt x="35756" y="7461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24" name="Freeform: Shape 3223">
              <a:extLst>
                <a:ext uri="{FF2B5EF4-FFF2-40B4-BE49-F238E27FC236}">
                  <a16:creationId xmlns:a16="http://schemas.microsoft.com/office/drawing/2014/main" id="{523061B1-E9ED-4083-E3D7-C9D3DB43F8F1}"/>
                </a:ext>
              </a:extLst>
            </p:cNvPr>
            <p:cNvSpPr/>
            <p:nvPr>
              <p:custDataLst>
                <p:tags r:id="rId97"/>
              </p:custDataLst>
            </p:nvPr>
          </p:nvSpPr>
          <p:spPr>
            <a:xfrm>
              <a:off x="10391909" y="4860736"/>
              <a:ext cx="101922" cy="34886"/>
            </a:xfrm>
            <a:custGeom>
              <a:avLst/>
              <a:gdLst>
                <a:gd name="connsiteX0" fmla="*/ 96916 w 101922"/>
                <a:gd name="connsiteY0" fmla="*/ 6038 h 34886"/>
                <a:gd name="connsiteX1" fmla="*/ 102127 w 101922"/>
                <a:gd name="connsiteY1" fmla="*/ 3056 h 34886"/>
                <a:gd name="connsiteX2" fmla="*/ 97070 w 101922"/>
                <a:gd name="connsiteY2" fmla="*/ 75 h 34886"/>
                <a:gd name="connsiteX3" fmla="*/ 5263 w 101922"/>
                <a:gd name="connsiteY3" fmla="*/ 75 h 34886"/>
                <a:gd name="connsiteX4" fmla="*/ 205 w 101922"/>
                <a:gd name="connsiteY4" fmla="*/ 3056 h 34886"/>
                <a:gd name="connsiteX5" fmla="*/ 5416 w 101922"/>
                <a:gd name="connsiteY5" fmla="*/ 6038 h 34886"/>
                <a:gd name="connsiteX6" fmla="*/ 96916 w 101922"/>
                <a:gd name="connsiteY6" fmla="*/ 6038 h 34886"/>
                <a:gd name="connsiteX7" fmla="*/ 97070 w 101922"/>
                <a:gd name="connsiteY7" fmla="*/ 34961 h 34886"/>
                <a:gd name="connsiteX8" fmla="*/ 102127 w 101922"/>
                <a:gd name="connsiteY8" fmla="*/ 31979 h 34886"/>
                <a:gd name="connsiteX9" fmla="*/ 96916 w 101922"/>
                <a:gd name="connsiteY9" fmla="*/ 28998 h 34886"/>
                <a:gd name="connsiteX10" fmla="*/ 5416 w 101922"/>
                <a:gd name="connsiteY10" fmla="*/ 28998 h 34886"/>
                <a:gd name="connsiteX11" fmla="*/ 205 w 101922"/>
                <a:gd name="connsiteY11" fmla="*/ 31979 h 34886"/>
                <a:gd name="connsiteX12" fmla="*/ 5263 w 101922"/>
                <a:gd name="connsiteY12" fmla="*/ 34961 h 34886"/>
                <a:gd name="connsiteX13" fmla="*/ 97070 w 101922"/>
                <a:gd name="connsiteY13" fmla="*/ 34961 h 3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922" h="34886">
                  <a:moveTo>
                    <a:pt x="96916" y="6038"/>
                  </a:moveTo>
                  <a:cubicBezTo>
                    <a:pt x="99215" y="6038"/>
                    <a:pt x="102127" y="6038"/>
                    <a:pt x="102127" y="3056"/>
                  </a:cubicBezTo>
                  <a:cubicBezTo>
                    <a:pt x="102127" y="75"/>
                    <a:pt x="99215" y="75"/>
                    <a:pt x="97070" y="75"/>
                  </a:cubicBezTo>
                  <a:lnTo>
                    <a:pt x="5263" y="75"/>
                  </a:lnTo>
                  <a:cubicBezTo>
                    <a:pt x="3117" y="75"/>
                    <a:pt x="205" y="75"/>
                    <a:pt x="205" y="3056"/>
                  </a:cubicBezTo>
                  <a:cubicBezTo>
                    <a:pt x="205" y="6038"/>
                    <a:pt x="3117" y="6038"/>
                    <a:pt x="5416" y="6038"/>
                  </a:cubicBezTo>
                  <a:lnTo>
                    <a:pt x="96916" y="6038"/>
                  </a:lnTo>
                  <a:close/>
                  <a:moveTo>
                    <a:pt x="97070" y="34961"/>
                  </a:moveTo>
                  <a:cubicBezTo>
                    <a:pt x="99215" y="34961"/>
                    <a:pt x="102127" y="34961"/>
                    <a:pt x="102127" y="31979"/>
                  </a:cubicBezTo>
                  <a:cubicBezTo>
                    <a:pt x="102127" y="28998"/>
                    <a:pt x="99215" y="28998"/>
                    <a:pt x="96916" y="28998"/>
                  </a:cubicBezTo>
                  <a:lnTo>
                    <a:pt x="5416" y="28998"/>
                  </a:lnTo>
                  <a:cubicBezTo>
                    <a:pt x="3117" y="28998"/>
                    <a:pt x="205" y="28998"/>
                    <a:pt x="205" y="31979"/>
                  </a:cubicBezTo>
                  <a:cubicBezTo>
                    <a:pt x="205" y="34961"/>
                    <a:pt x="3117" y="34961"/>
                    <a:pt x="5263" y="34961"/>
                  </a:cubicBezTo>
                  <a:lnTo>
                    <a:pt x="97070" y="349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25" name="Freeform: Shape 3224">
              <a:extLst>
                <a:ext uri="{FF2B5EF4-FFF2-40B4-BE49-F238E27FC236}">
                  <a16:creationId xmlns:a16="http://schemas.microsoft.com/office/drawing/2014/main" id="{71658844-1561-0CD2-E0E7-C704523EF3A5}"/>
                </a:ext>
              </a:extLst>
            </p:cNvPr>
            <p:cNvSpPr/>
            <p:nvPr>
              <p:custDataLst>
                <p:tags r:id="rId98"/>
              </p:custDataLst>
            </p:nvPr>
          </p:nvSpPr>
          <p:spPr>
            <a:xfrm>
              <a:off x="10560280" y="4803635"/>
              <a:ext cx="35557" cy="149086"/>
            </a:xfrm>
            <a:custGeom>
              <a:avLst/>
              <a:gdLst>
                <a:gd name="connsiteX0" fmla="*/ 35774 w 35557"/>
                <a:gd name="connsiteY0" fmla="*/ 147671 h 149086"/>
                <a:gd name="connsiteX1" fmla="*/ 33168 w 35557"/>
                <a:gd name="connsiteY1" fmla="*/ 144391 h 149086"/>
                <a:gd name="connsiteX2" fmla="*/ 9105 w 35557"/>
                <a:gd name="connsiteY2" fmla="*/ 74618 h 149086"/>
                <a:gd name="connsiteX3" fmla="*/ 33781 w 35557"/>
                <a:gd name="connsiteY3" fmla="*/ 4100 h 149086"/>
                <a:gd name="connsiteX4" fmla="*/ 35774 w 35557"/>
                <a:gd name="connsiteY4" fmla="*/ 1566 h 149086"/>
                <a:gd name="connsiteX5" fmla="*/ 34241 w 35557"/>
                <a:gd name="connsiteY5" fmla="*/ 75 h 149086"/>
                <a:gd name="connsiteX6" fmla="*/ 9872 w 35557"/>
                <a:gd name="connsiteY6" fmla="*/ 29147 h 149086"/>
                <a:gd name="connsiteX7" fmla="*/ 216 w 35557"/>
                <a:gd name="connsiteY7" fmla="*/ 74618 h 149086"/>
                <a:gd name="connsiteX8" fmla="*/ 10331 w 35557"/>
                <a:gd name="connsiteY8" fmla="*/ 121133 h 149086"/>
                <a:gd name="connsiteX9" fmla="*/ 34241 w 35557"/>
                <a:gd name="connsiteY9" fmla="*/ 149162 h 149086"/>
                <a:gd name="connsiteX10" fmla="*/ 35774 w 35557"/>
                <a:gd name="connsiteY10" fmla="*/ 147671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57" h="149086">
                  <a:moveTo>
                    <a:pt x="35774" y="147671"/>
                  </a:moveTo>
                  <a:cubicBezTo>
                    <a:pt x="35774" y="147224"/>
                    <a:pt x="35774" y="146925"/>
                    <a:pt x="33168" y="144391"/>
                  </a:cubicBezTo>
                  <a:cubicBezTo>
                    <a:pt x="14010" y="125606"/>
                    <a:pt x="9105" y="97428"/>
                    <a:pt x="9105" y="74618"/>
                  </a:cubicBezTo>
                  <a:cubicBezTo>
                    <a:pt x="9105" y="48677"/>
                    <a:pt x="14929" y="22736"/>
                    <a:pt x="33781" y="4100"/>
                  </a:cubicBezTo>
                  <a:cubicBezTo>
                    <a:pt x="35774" y="2311"/>
                    <a:pt x="35774" y="2013"/>
                    <a:pt x="35774" y="1566"/>
                  </a:cubicBezTo>
                  <a:cubicBezTo>
                    <a:pt x="35774" y="522"/>
                    <a:pt x="35161" y="75"/>
                    <a:pt x="34241" y="75"/>
                  </a:cubicBezTo>
                  <a:cubicBezTo>
                    <a:pt x="32708" y="75"/>
                    <a:pt x="18914" y="10213"/>
                    <a:pt x="9872" y="29147"/>
                  </a:cubicBezTo>
                  <a:cubicBezTo>
                    <a:pt x="2055" y="45546"/>
                    <a:pt x="216" y="62095"/>
                    <a:pt x="216" y="74618"/>
                  </a:cubicBezTo>
                  <a:cubicBezTo>
                    <a:pt x="216" y="86247"/>
                    <a:pt x="1902" y="104286"/>
                    <a:pt x="10331" y="121133"/>
                  </a:cubicBezTo>
                  <a:cubicBezTo>
                    <a:pt x="19527" y="139471"/>
                    <a:pt x="32708" y="149162"/>
                    <a:pt x="34241" y="149162"/>
                  </a:cubicBezTo>
                  <a:cubicBezTo>
                    <a:pt x="35161" y="149162"/>
                    <a:pt x="35774" y="148714"/>
                    <a:pt x="35774" y="1476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26" name="Freeform: Shape 3225">
              <a:extLst>
                <a:ext uri="{FF2B5EF4-FFF2-40B4-BE49-F238E27FC236}">
                  <a16:creationId xmlns:a16="http://schemas.microsoft.com/office/drawing/2014/main" id="{FCC10F28-A990-281C-53FD-3024D7C3F349}"/>
                </a:ext>
              </a:extLst>
            </p:cNvPr>
            <p:cNvSpPr/>
            <p:nvPr>
              <p:custDataLst>
                <p:tags r:id="rId99"/>
              </p:custDataLst>
            </p:nvPr>
          </p:nvSpPr>
          <p:spPr>
            <a:xfrm>
              <a:off x="10618352" y="4816159"/>
              <a:ext cx="50577" cy="99291"/>
            </a:xfrm>
            <a:custGeom>
              <a:avLst/>
              <a:gdLst>
                <a:gd name="connsiteX0" fmla="*/ 31639 w 50577"/>
                <a:gd name="connsiteY0" fmla="*/ 3951 h 99291"/>
                <a:gd name="connsiteX1" fmla="*/ 28114 w 50577"/>
                <a:gd name="connsiteY1" fmla="*/ 75 h 99291"/>
                <a:gd name="connsiteX2" fmla="*/ 220 w 50577"/>
                <a:gd name="connsiteY2" fmla="*/ 9616 h 99291"/>
                <a:gd name="connsiteX3" fmla="*/ 220 w 50577"/>
                <a:gd name="connsiteY3" fmla="*/ 14238 h 99291"/>
                <a:gd name="connsiteX4" fmla="*/ 20298 w 50577"/>
                <a:gd name="connsiteY4" fmla="*/ 10362 h 99291"/>
                <a:gd name="connsiteX5" fmla="*/ 20298 w 50577"/>
                <a:gd name="connsiteY5" fmla="*/ 87589 h 99291"/>
                <a:gd name="connsiteX6" fmla="*/ 6044 w 50577"/>
                <a:gd name="connsiteY6" fmla="*/ 94745 h 99291"/>
                <a:gd name="connsiteX7" fmla="*/ 1139 w 50577"/>
                <a:gd name="connsiteY7" fmla="*/ 94745 h 99291"/>
                <a:gd name="connsiteX8" fmla="*/ 1139 w 50577"/>
                <a:gd name="connsiteY8" fmla="*/ 99367 h 99291"/>
                <a:gd name="connsiteX9" fmla="*/ 25968 w 50577"/>
                <a:gd name="connsiteY9" fmla="*/ 98919 h 99291"/>
                <a:gd name="connsiteX10" fmla="*/ 50798 w 50577"/>
                <a:gd name="connsiteY10" fmla="*/ 99367 h 99291"/>
                <a:gd name="connsiteX11" fmla="*/ 50798 w 50577"/>
                <a:gd name="connsiteY11" fmla="*/ 94745 h 99291"/>
                <a:gd name="connsiteX12" fmla="*/ 45893 w 50577"/>
                <a:gd name="connsiteY12" fmla="*/ 94745 h 99291"/>
                <a:gd name="connsiteX13" fmla="*/ 31639 w 50577"/>
                <a:gd name="connsiteY13" fmla="*/ 87589 h 99291"/>
                <a:gd name="connsiteX14" fmla="*/ 31639 w 50577"/>
                <a:gd name="connsiteY14" fmla="*/ 3951 h 9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577" h="99291">
                  <a:moveTo>
                    <a:pt x="31639" y="3951"/>
                  </a:moveTo>
                  <a:cubicBezTo>
                    <a:pt x="31639" y="373"/>
                    <a:pt x="31639" y="75"/>
                    <a:pt x="28114" y="75"/>
                  </a:cubicBezTo>
                  <a:cubicBezTo>
                    <a:pt x="18612" y="9616"/>
                    <a:pt x="5124" y="9616"/>
                    <a:pt x="220" y="9616"/>
                  </a:cubicBezTo>
                  <a:lnTo>
                    <a:pt x="220" y="14238"/>
                  </a:lnTo>
                  <a:cubicBezTo>
                    <a:pt x="3285" y="14238"/>
                    <a:pt x="12328" y="14238"/>
                    <a:pt x="20298" y="10362"/>
                  </a:cubicBezTo>
                  <a:lnTo>
                    <a:pt x="20298" y="87589"/>
                  </a:lnTo>
                  <a:cubicBezTo>
                    <a:pt x="20298" y="92956"/>
                    <a:pt x="19838" y="94745"/>
                    <a:pt x="6044" y="94745"/>
                  </a:cubicBezTo>
                  <a:lnTo>
                    <a:pt x="1139" y="94745"/>
                  </a:lnTo>
                  <a:lnTo>
                    <a:pt x="1139" y="99367"/>
                  </a:lnTo>
                  <a:cubicBezTo>
                    <a:pt x="6504" y="98919"/>
                    <a:pt x="19838" y="98919"/>
                    <a:pt x="25968" y="98919"/>
                  </a:cubicBezTo>
                  <a:cubicBezTo>
                    <a:pt x="32099" y="98919"/>
                    <a:pt x="45433" y="98919"/>
                    <a:pt x="50798" y="99367"/>
                  </a:cubicBezTo>
                  <a:lnTo>
                    <a:pt x="50798" y="94745"/>
                  </a:lnTo>
                  <a:lnTo>
                    <a:pt x="45893" y="94745"/>
                  </a:lnTo>
                  <a:cubicBezTo>
                    <a:pt x="32099" y="94745"/>
                    <a:pt x="31639" y="93105"/>
                    <a:pt x="31639" y="87589"/>
                  </a:cubicBezTo>
                  <a:lnTo>
                    <a:pt x="31639" y="395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27" name="Freeform: Shape 3226">
              <a:extLst>
                <a:ext uri="{FF2B5EF4-FFF2-40B4-BE49-F238E27FC236}">
                  <a16:creationId xmlns:a16="http://schemas.microsoft.com/office/drawing/2014/main" id="{946F3872-46AE-99CC-9B16-9E087F408927}"/>
                </a:ext>
              </a:extLst>
            </p:cNvPr>
            <p:cNvSpPr/>
            <p:nvPr>
              <p:custDataLst>
                <p:tags r:id="rId100"/>
              </p:custDataLst>
            </p:nvPr>
          </p:nvSpPr>
          <p:spPr>
            <a:xfrm>
              <a:off x="10728124" y="4875197"/>
              <a:ext cx="93645" cy="5963"/>
            </a:xfrm>
            <a:custGeom>
              <a:avLst/>
              <a:gdLst>
                <a:gd name="connsiteX0" fmla="*/ 88508 w 93645"/>
                <a:gd name="connsiteY0" fmla="*/ 6038 h 5963"/>
                <a:gd name="connsiteX1" fmla="*/ 93873 w 93645"/>
                <a:gd name="connsiteY1" fmla="*/ 3056 h 5963"/>
                <a:gd name="connsiteX2" fmla="*/ 88508 w 93645"/>
                <a:gd name="connsiteY2" fmla="*/ 75 h 5963"/>
                <a:gd name="connsiteX3" fmla="*/ 5591 w 93645"/>
                <a:gd name="connsiteY3" fmla="*/ 75 h 5963"/>
                <a:gd name="connsiteX4" fmla="*/ 227 w 93645"/>
                <a:gd name="connsiteY4" fmla="*/ 3056 h 5963"/>
                <a:gd name="connsiteX5" fmla="*/ 5591 w 93645"/>
                <a:gd name="connsiteY5" fmla="*/ 6038 h 5963"/>
                <a:gd name="connsiteX6" fmla="*/ 88508 w 93645"/>
                <a:gd name="connsiteY6" fmla="*/ 6038 h 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645" h="5963">
                  <a:moveTo>
                    <a:pt x="88508" y="6038"/>
                  </a:moveTo>
                  <a:cubicBezTo>
                    <a:pt x="91114" y="6038"/>
                    <a:pt x="93873" y="6038"/>
                    <a:pt x="93873" y="3056"/>
                  </a:cubicBezTo>
                  <a:cubicBezTo>
                    <a:pt x="93873" y="75"/>
                    <a:pt x="91114" y="75"/>
                    <a:pt x="88508" y="75"/>
                  </a:cubicBezTo>
                  <a:lnTo>
                    <a:pt x="5591" y="75"/>
                  </a:lnTo>
                  <a:cubicBezTo>
                    <a:pt x="2986" y="75"/>
                    <a:pt x="227" y="75"/>
                    <a:pt x="227" y="3056"/>
                  </a:cubicBezTo>
                  <a:cubicBezTo>
                    <a:pt x="227" y="6038"/>
                    <a:pt x="2986" y="6038"/>
                    <a:pt x="5591" y="6038"/>
                  </a:cubicBezTo>
                  <a:lnTo>
                    <a:pt x="88508" y="603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28" name="Freeform: Shape 3227">
              <a:extLst>
                <a:ext uri="{FF2B5EF4-FFF2-40B4-BE49-F238E27FC236}">
                  <a16:creationId xmlns:a16="http://schemas.microsoft.com/office/drawing/2014/main" id="{7DE76562-3ECE-98DF-49C7-3BE2A51B0A1B}"/>
                </a:ext>
              </a:extLst>
            </p:cNvPr>
            <p:cNvSpPr/>
            <p:nvPr>
              <p:custDataLst>
                <p:tags r:id="rId101"/>
              </p:custDataLst>
            </p:nvPr>
          </p:nvSpPr>
          <p:spPr>
            <a:xfrm>
              <a:off x="10863765" y="4849554"/>
              <a:ext cx="80005" cy="94819"/>
            </a:xfrm>
            <a:custGeom>
              <a:avLst/>
              <a:gdLst>
                <a:gd name="connsiteX0" fmla="*/ 12038 w 80005"/>
                <a:gd name="connsiteY0" fmla="*/ 84160 h 94819"/>
                <a:gd name="connsiteX1" fmla="*/ 3762 w 80005"/>
                <a:gd name="connsiteY1" fmla="*/ 90272 h 94819"/>
                <a:gd name="connsiteX2" fmla="*/ 237 w 80005"/>
                <a:gd name="connsiteY2" fmla="*/ 93105 h 94819"/>
                <a:gd name="connsiteX3" fmla="*/ 2229 w 80005"/>
                <a:gd name="connsiteY3" fmla="*/ 94894 h 94819"/>
                <a:gd name="connsiteX4" fmla="*/ 15104 w 80005"/>
                <a:gd name="connsiteY4" fmla="*/ 94447 h 94819"/>
                <a:gd name="connsiteX5" fmla="*/ 30277 w 80005"/>
                <a:gd name="connsiteY5" fmla="*/ 94894 h 94819"/>
                <a:gd name="connsiteX6" fmla="*/ 33036 w 80005"/>
                <a:gd name="connsiteY6" fmla="*/ 91912 h 94819"/>
                <a:gd name="connsiteX7" fmla="*/ 29357 w 80005"/>
                <a:gd name="connsiteY7" fmla="*/ 90272 h 94819"/>
                <a:gd name="connsiteX8" fmla="*/ 21694 w 80005"/>
                <a:gd name="connsiteY8" fmla="*/ 87887 h 94819"/>
                <a:gd name="connsiteX9" fmla="*/ 29204 w 80005"/>
                <a:gd name="connsiteY9" fmla="*/ 58070 h 94819"/>
                <a:gd name="connsiteX10" fmla="*/ 43305 w 80005"/>
                <a:gd name="connsiteY10" fmla="*/ 67611 h 94819"/>
                <a:gd name="connsiteX11" fmla="*/ 80242 w 80005"/>
                <a:gd name="connsiteY11" fmla="*/ 23929 h 94819"/>
                <a:gd name="connsiteX12" fmla="*/ 59857 w 80005"/>
                <a:gd name="connsiteY12" fmla="*/ 75 h 94819"/>
                <a:gd name="connsiteX13" fmla="*/ 39780 w 80005"/>
                <a:gd name="connsiteY13" fmla="*/ 11256 h 94819"/>
                <a:gd name="connsiteX14" fmla="*/ 25986 w 80005"/>
                <a:gd name="connsiteY14" fmla="*/ 75 h 94819"/>
                <a:gd name="connsiteX15" fmla="*/ 14644 w 80005"/>
                <a:gd name="connsiteY15" fmla="*/ 8573 h 94819"/>
                <a:gd name="connsiteX16" fmla="*/ 9893 w 80005"/>
                <a:gd name="connsiteY16" fmla="*/ 23034 h 94819"/>
                <a:gd name="connsiteX17" fmla="*/ 11732 w 80005"/>
                <a:gd name="connsiteY17" fmla="*/ 24525 h 94819"/>
                <a:gd name="connsiteX18" fmla="*/ 14337 w 80005"/>
                <a:gd name="connsiteY18" fmla="*/ 21096 h 94819"/>
                <a:gd name="connsiteX19" fmla="*/ 25526 w 80005"/>
                <a:gd name="connsiteY19" fmla="*/ 3355 h 94819"/>
                <a:gd name="connsiteX20" fmla="*/ 30277 w 80005"/>
                <a:gd name="connsiteY20" fmla="*/ 10213 h 94819"/>
                <a:gd name="connsiteX21" fmla="*/ 29204 w 80005"/>
                <a:gd name="connsiteY21" fmla="*/ 17816 h 94819"/>
                <a:gd name="connsiteX22" fmla="*/ 12038 w 80005"/>
                <a:gd name="connsiteY22" fmla="*/ 84160 h 94819"/>
                <a:gd name="connsiteX23" fmla="*/ 39013 w 80005"/>
                <a:gd name="connsiteY23" fmla="*/ 19456 h 94819"/>
                <a:gd name="connsiteX24" fmla="*/ 46983 w 80005"/>
                <a:gd name="connsiteY24" fmla="*/ 9020 h 94819"/>
                <a:gd name="connsiteX25" fmla="*/ 59398 w 80005"/>
                <a:gd name="connsiteY25" fmla="*/ 3355 h 94819"/>
                <a:gd name="connsiteX26" fmla="*/ 69207 w 80005"/>
                <a:gd name="connsiteY26" fmla="*/ 17369 h 94819"/>
                <a:gd name="connsiteX27" fmla="*/ 61390 w 80005"/>
                <a:gd name="connsiteY27" fmla="*/ 48975 h 94819"/>
                <a:gd name="connsiteX28" fmla="*/ 43151 w 80005"/>
                <a:gd name="connsiteY28" fmla="*/ 64331 h 94819"/>
                <a:gd name="connsiteX29" fmla="*/ 31043 w 80005"/>
                <a:gd name="connsiteY29" fmla="*/ 51062 h 94819"/>
                <a:gd name="connsiteX30" fmla="*/ 31503 w 80005"/>
                <a:gd name="connsiteY30" fmla="*/ 48677 h 94819"/>
                <a:gd name="connsiteX31" fmla="*/ 39013 w 80005"/>
                <a:gd name="connsiteY31" fmla="*/ 19456 h 94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0005" h="94819">
                  <a:moveTo>
                    <a:pt x="12038" y="84160"/>
                  </a:moveTo>
                  <a:cubicBezTo>
                    <a:pt x="10812" y="89229"/>
                    <a:pt x="10506" y="90272"/>
                    <a:pt x="3762" y="90272"/>
                  </a:cubicBezTo>
                  <a:cubicBezTo>
                    <a:pt x="1923" y="90272"/>
                    <a:pt x="237" y="90272"/>
                    <a:pt x="237" y="93105"/>
                  </a:cubicBezTo>
                  <a:cubicBezTo>
                    <a:pt x="237" y="94298"/>
                    <a:pt x="1003" y="94894"/>
                    <a:pt x="2229" y="94894"/>
                  </a:cubicBezTo>
                  <a:cubicBezTo>
                    <a:pt x="6367" y="94894"/>
                    <a:pt x="10812" y="94447"/>
                    <a:pt x="15104" y="94447"/>
                  </a:cubicBezTo>
                  <a:cubicBezTo>
                    <a:pt x="20161" y="94447"/>
                    <a:pt x="25372" y="94894"/>
                    <a:pt x="30277" y="94894"/>
                  </a:cubicBezTo>
                  <a:cubicBezTo>
                    <a:pt x="31043" y="94894"/>
                    <a:pt x="33036" y="94894"/>
                    <a:pt x="33036" y="91912"/>
                  </a:cubicBezTo>
                  <a:cubicBezTo>
                    <a:pt x="33036" y="90272"/>
                    <a:pt x="31503" y="90272"/>
                    <a:pt x="29357" y="90272"/>
                  </a:cubicBezTo>
                  <a:cubicBezTo>
                    <a:pt x="21694" y="90272"/>
                    <a:pt x="21694" y="89229"/>
                    <a:pt x="21694" y="87887"/>
                  </a:cubicBezTo>
                  <a:cubicBezTo>
                    <a:pt x="21694" y="86098"/>
                    <a:pt x="28131" y="61797"/>
                    <a:pt x="29204" y="58070"/>
                  </a:cubicBezTo>
                  <a:cubicBezTo>
                    <a:pt x="31197" y="62393"/>
                    <a:pt x="35488" y="67611"/>
                    <a:pt x="43305" y="67611"/>
                  </a:cubicBezTo>
                  <a:cubicBezTo>
                    <a:pt x="61084" y="67611"/>
                    <a:pt x="80242" y="45844"/>
                    <a:pt x="80242" y="23929"/>
                  </a:cubicBezTo>
                  <a:cubicBezTo>
                    <a:pt x="80242" y="9914"/>
                    <a:pt x="71506" y="75"/>
                    <a:pt x="59857" y="75"/>
                  </a:cubicBezTo>
                  <a:cubicBezTo>
                    <a:pt x="52194" y="75"/>
                    <a:pt x="44837" y="5442"/>
                    <a:pt x="39780" y="11256"/>
                  </a:cubicBezTo>
                  <a:cubicBezTo>
                    <a:pt x="38247" y="3206"/>
                    <a:pt x="31656" y="75"/>
                    <a:pt x="25986" y="75"/>
                  </a:cubicBezTo>
                  <a:cubicBezTo>
                    <a:pt x="18935" y="75"/>
                    <a:pt x="16023" y="5889"/>
                    <a:pt x="14644" y="8573"/>
                  </a:cubicBezTo>
                  <a:cubicBezTo>
                    <a:pt x="11885" y="13642"/>
                    <a:pt x="9893" y="22587"/>
                    <a:pt x="9893" y="23034"/>
                  </a:cubicBezTo>
                  <a:cubicBezTo>
                    <a:pt x="9893" y="24525"/>
                    <a:pt x="11425" y="24525"/>
                    <a:pt x="11732" y="24525"/>
                  </a:cubicBezTo>
                  <a:cubicBezTo>
                    <a:pt x="13264" y="24525"/>
                    <a:pt x="13418" y="24376"/>
                    <a:pt x="14337" y="21096"/>
                  </a:cubicBezTo>
                  <a:cubicBezTo>
                    <a:pt x="16943" y="10511"/>
                    <a:pt x="20008" y="3355"/>
                    <a:pt x="25526" y="3355"/>
                  </a:cubicBezTo>
                  <a:cubicBezTo>
                    <a:pt x="28131" y="3355"/>
                    <a:pt x="30277" y="4547"/>
                    <a:pt x="30277" y="10213"/>
                  </a:cubicBezTo>
                  <a:cubicBezTo>
                    <a:pt x="30277" y="13642"/>
                    <a:pt x="29817" y="15282"/>
                    <a:pt x="29204" y="17816"/>
                  </a:cubicBezTo>
                  <a:lnTo>
                    <a:pt x="12038" y="84160"/>
                  </a:lnTo>
                  <a:close/>
                  <a:moveTo>
                    <a:pt x="39013" y="19456"/>
                  </a:moveTo>
                  <a:cubicBezTo>
                    <a:pt x="40086" y="15431"/>
                    <a:pt x="44224" y="11256"/>
                    <a:pt x="46983" y="9020"/>
                  </a:cubicBezTo>
                  <a:cubicBezTo>
                    <a:pt x="52347" y="4398"/>
                    <a:pt x="56792" y="3355"/>
                    <a:pt x="59398" y="3355"/>
                  </a:cubicBezTo>
                  <a:cubicBezTo>
                    <a:pt x="65528" y="3355"/>
                    <a:pt x="69207" y="8573"/>
                    <a:pt x="69207" y="17369"/>
                  </a:cubicBezTo>
                  <a:cubicBezTo>
                    <a:pt x="69207" y="26165"/>
                    <a:pt x="64149" y="43310"/>
                    <a:pt x="61390" y="48975"/>
                  </a:cubicBezTo>
                  <a:cubicBezTo>
                    <a:pt x="56179" y="59411"/>
                    <a:pt x="48822" y="64331"/>
                    <a:pt x="43151" y="64331"/>
                  </a:cubicBezTo>
                  <a:cubicBezTo>
                    <a:pt x="33036" y="64331"/>
                    <a:pt x="31043" y="51957"/>
                    <a:pt x="31043" y="51062"/>
                  </a:cubicBezTo>
                  <a:cubicBezTo>
                    <a:pt x="31043" y="50764"/>
                    <a:pt x="31043" y="50466"/>
                    <a:pt x="31503" y="48677"/>
                  </a:cubicBezTo>
                  <a:lnTo>
                    <a:pt x="39013" y="194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29" name="Freeform: Shape 3228">
              <a:extLst>
                <a:ext uri="{FF2B5EF4-FFF2-40B4-BE49-F238E27FC236}">
                  <a16:creationId xmlns:a16="http://schemas.microsoft.com/office/drawing/2014/main" id="{7DA87938-CE68-D59B-E3FA-63577CCD7A1F}"/>
                </a:ext>
              </a:extLst>
            </p:cNvPr>
            <p:cNvSpPr/>
            <p:nvPr>
              <p:custDataLst>
                <p:tags r:id="rId102"/>
              </p:custDataLst>
            </p:nvPr>
          </p:nvSpPr>
          <p:spPr>
            <a:xfrm>
              <a:off x="10954518" y="4803635"/>
              <a:ext cx="35557" cy="149086"/>
            </a:xfrm>
            <a:custGeom>
              <a:avLst/>
              <a:gdLst>
                <a:gd name="connsiteX0" fmla="*/ 35800 w 35557"/>
                <a:gd name="connsiteY0" fmla="*/ 74618 h 149086"/>
                <a:gd name="connsiteX1" fmla="*/ 25684 w 35557"/>
                <a:gd name="connsiteY1" fmla="*/ 28103 h 149086"/>
                <a:gd name="connsiteX2" fmla="*/ 1774 w 35557"/>
                <a:gd name="connsiteY2" fmla="*/ 75 h 149086"/>
                <a:gd name="connsiteX3" fmla="*/ 242 w 35557"/>
                <a:gd name="connsiteY3" fmla="*/ 1566 h 149086"/>
                <a:gd name="connsiteX4" fmla="*/ 3154 w 35557"/>
                <a:gd name="connsiteY4" fmla="*/ 4995 h 149086"/>
                <a:gd name="connsiteX5" fmla="*/ 26910 w 35557"/>
                <a:gd name="connsiteY5" fmla="*/ 74618 h 149086"/>
                <a:gd name="connsiteX6" fmla="*/ 2234 w 35557"/>
                <a:gd name="connsiteY6" fmla="*/ 145136 h 149086"/>
                <a:gd name="connsiteX7" fmla="*/ 242 w 35557"/>
                <a:gd name="connsiteY7" fmla="*/ 147671 h 149086"/>
                <a:gd name="connsiteX8" fmla="*/ 1774 w 35557"/>
                <a:gd name="connsiteY8" fmla="*/ 149162 h 149086"/>
                <a:gd name="connsiteX9" fmla="*/ 26144 w 35557"/>
                <a:gd name="connsiteY9" fmla="*/ 120090 h 149086"/>
                <a:gd name="connsiteX10" fmla="*/ 35800 w 35557"/>
                <a:gd name="connsiteY10" fmla="*/ 74618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57" h="149086">
                  <a:moveTo>
                    <a:pt x="35800" y="74618"/>
                  </a:moveTo>
                  <a:cubicBezTo>
                    <a:pt x="35800" y="62989"/>
                    <a:pt x="34114" y="44950"/>
                    <a:pt x="25684" y="28103"/>
                  </a:cubicBezTo>
                  <a:cubicBezTo>
                    <a:pt x="16488" y="9765"/>
                    <a:pt x="3307" y="75"/>
                    <a:pt x="1774" y="75"/>
                  </a:cubicBezTo>
                  <a:cubicBezTo>
                    <a:pt x="855" y="75"/>
                    <a:pt x="242" y="671"/>
                    <a:pt x="242" y="1566"/>
                  </a:cubicBezTo>
                  <a:cubicBezTo>
                    <a:pt x="242" y="2013"/>
                    <a:pt x="242" y="2311"/>
                    <a:pt x="3154" y="4995"/>
                  </a:cubicBezTo>
                  <a:cubicBezTo>
                    <a:pt x="18174" y="19754"/>
                    <a:pt x="26910" y="43459"/>
                    <a:pt x="26910" y="74618"/>
                  </a:cubicBezTo>
                  <a:cubicBezTo>
                    <a:pt x="26910" y="100112"/>
                    <a:pt x="21239" y="126351"/>
                    <a:pt x="2234" y="145136"/>
                  </a:cubicBezTo>
                  <a:cubicBezTo>
                    <a:pt x="242" y="146925"/>
                    <a:pt x="242" y="147224"/>
                    <a:pt x="242" y="147671"/>
                  </a:cubicBezTo>
                  <a:cubicBezTo>
                    <a:pt x="242" y="148565"/>
                    <a:pt x="855" y="149162"/>
                    <a:pt x="1774" y="149162"/>
                  </a:cubicBezTo>
                  <a:cubicBezTo>
                    <a:pt x="3307" y="149162"/>
                    <a:pt x="17101" y="139024"/>
                    <a:pt x="26144" y="120090"/>
                  </a:cubicBezTo>
                  <a:cubicBezTo>
                    <a:pt x="33960" y="103690"/>
                    <a:pt x="35800" y="87141"/>
                    <a:pt x="35800" y="7461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30" name="Freeform: Shape 3229">
              <a:extLst>
                <a:ext uri="{FF2B5EF4-FFF2-40B4-BE49-F238E27FC236}">
                  <a16:creationId xmlns:a16="http://schemas.microsoft.com/office/drawing/2014/main" id="{1B3F2EB1-3912-BB83-DEB2-38B5FCBD2981}"/>
                </a:ext>
              </a:extLst>
            </p:cNvPr>
            <p:cNvSpPr/>
            <p:nvPr>
              <p:custDataLst>
                <p:tags r:id="rId103"/>
              </p:custDataLst>
            </p:nvPr>
          </p:nvSpPr>
          <p:spPr>
            <a:xfrm>
              <a:off x="11052625" y="4870277"/>
              <a:ext cx="16246" cy="15803"/>
            </a:xfrm>
            <a:custGeom>
              <a:avLst/>
              <a:gdLst>
                <a:gd name="connsiteX0" fmla="*/ 16494 w 16246"/>
                <a:gd name="connsiteY0" fmla="*/ 7976 h 15803"/>
                <a:gd name="connsiteX1" fmla="*/ 8371 w 16246"/>
                <a:gd name="connsiteY1" fmla="*/ 75 h 15803"/>
                <a:gd name="connsiteX2" fmla="*/ 248 w 16246"/>
                <a:gd name="connsiteY2" fmla="*/ 7976 h 15803"/>
                <a:gd name="connsiteX3" fmla="*/ 8371 w 16246"/>
                <a:gd name="connsiteY3" fmla="*/ 15878 h 15803"/>
                <a:gd name="connsiteX4" fmla="*/ 16494 w 16246"/>
                <a:gd name="connsiteY4" fmla="*/ 7976 h 15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46" h="15803">
                  <a:moveTo>
                    <a:pt x="16494" y="7976"/>
                  </a:moveTo>
                  <a:cubicBezTo>
                    <a:pt x="16494" y="3653"/>
                    <a:pt x="12816" y="75"/>
                    <a:pt x="8371" y="75"/>
                  </a:cubicBezTo>
                  <a:cubicBezTo>
                    <a:pt x="3926" y="75"/>
                    <a:pt x="248" y="3653"/>
                    <a:pt x="248" y="7976"/>
                  </a:cubicBezTo>
                  <a:cubicBezTo>
                    <a:pt x="248" y="12300"/>
                    <a:pt x="3926" y="15878"/>
                    <a:pt x="8371" y="15878"/>
                  </a:cubicBezTo>
                  <a:cubicBezTo>
                    <a:pt x="12816" y="15878"/>
                    <a:pt x="16494" y="12300"/>
                    <a:pt x="16494" y="797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31" name="Freeform: Shape 3230">
              <a:extLst>
                <a:ext uri="{FF2B5EF4-FFF2-40B4-BE49-F238E27FC236}">
                  <a16:creationId xmlns:a16="http://schemas.microsoft.com/office/drawing/2014/main" id="{803A3F50-1402-777B-DD0E-99E9AB22F1F3}"/>
                </a:ext>
              </a:extLst>
            </p:cNvPr>
            <p:cNvSpPr/>
            <p:nvPr>
              <p:custDataLst>
                <p:tags r:id="rId104"/>
              </p:custDataLst>
            </p:nvPr>
          </p:nvSpPr>
          <p:spPr>
            <a:xfrm>
              <a:off x="11122054" y="4816159"/>
              <a:ext cx="64525" cy="102571"/>
            </a:xfrm>
            <a:custGeom>
              <a:avLst/>
              <a:gdLst>
                <a:gd name="connsiteX0" fmla="*/ 64778 w 64525"/>
                <a:gd name="connsiteY0" fmla="*/ 51659 h 102571"/>
                <a:gd name="connsiteX1" fmla="*/ 58647 w 64525"/>
                <a:gd name="connsiteY1" fmla="*/ 16772 h 102571"/>
                <a:gd name="connsiteX2" fmla="*/ 32592 w 64525"/>
                <a:gd name="connsiteY2" fmla="*/ 75 h 102571"/>
                <a:gd name="connsiteX3" fmla="*/ 5924 w 64525"/>
                <a:gd name="connsiteY3" fmla="*/ 17816 h 102571"/>
                <a:gd name="connsiteX4" fmla="*/ 253 w 64525"/>
                <a:gd name="connsiteY4" fmla="*/ 51659 h 102571"/>
                <a:gd name="connsiteX5" fmla="*/ 7150 w 64525"/>
                <a:gd name="connsiteY5" fmla="*/ 87589 h 102571"/>
                <a:gd name="connsiteX6" fmla="*/ 32439 w 64525"/>
                <a:gd name="connsiteY6" fmla="*/ 102647 h 102571"/>
                <a:gd name="connsiteX7" fmla="*/ 59107 w 64525"/>
                <a:gd name="connsiteY7" fmla="*/ 85352 h 102571"/>
                <a:gd name="connsiteX8" fmla="*/ 64778 w 64525"/>
                <a:gd name="connsiteY8" fmla="*/ 51659 h 102571"/>
                <a:gd name="connsiteX9" fmla="*/ 32439 w 64525"/>
                <a:gd name="connsiteY9" fmla="*/ 99367 h 102571"/>
                <a:gd name="connsiteX10" fmla="*/ 14660 w 64525"/>
                <a:gd name="connsiteY10" fmla="*/ 81327 h 102571"/>
                <a:gd name="connsiteX11" fmla="*/ 12974 w 64525"/>
                <a:gd name="connsiteY11" fmla="*/ 49870 h 102571"/>
                <a:gd name="connsiteX12" fmla="*/ 14200 w 64525"/>
                <a:gd name="connsiteY12" fmla="*/ 22438 h 102571"/>
                <a:gd name="connsiteX13" fmla="*/ 32439 w 64525"/>
                <a:gd name="connsiteY13" fmla="*/ 3355 h 102571"/>
                <a:gd name="connsiteX14" fmla="*/ 50524 w 64525"/>
                <a:gd name="connsiteY14" fmla="*/ 20798 h 102571"/>
                <a:gd name="connsiteX15" fmla="*/ 52057 w 64525"/>
                <a:gd name="connsiteY15" fmla="*/ 49870 h 102571"/>
                <a:gd name="connsiteX16" fmla="*/ 50371 w 64525"/>
                <a:gd name="connsiteY16" fmla="*/ 80731 h 102571"/>
                <a:gd name="connsiteX17" fmla="*/ 32439 w 64525"/>
                <a:gd name="connsiteY17" fmla="*/ 99367 h 10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525" h="102571">
                  <a:moveTo>
                    <a:pt x="64778" y="51659"/>
                  </a:moveTo>
                  <a:cubicBezTo>
                    <a:pt x="64778" y="39732"/>
                    <a:pt x="64012" y="27805"/>
                    <a:pt x="58647" y="16772"/>
                  </a:cubicBezTo>
                  <a:cubicBezTo>
                    <a:pt x="51597" y="2460"/>
                    <a:pt x="39029" y="75"/>
                    <a:pt x="32592" y="75"/>
                  </a:cubicBezTo>
                  <a:cubicBezTo>
                    <a:pt x="23396" y="75"/>
                    <a:pt x="12208" y="3951"/>
                    <a:pt x="5924" y="17816"/>
                  </a:cubicBezTo>
                  <a:cubicBezTo>
                    <a:pt x="1019" y="28103"/>
                    <a:pt x="253" y="39732"/>
                    <a:pt x="253" y="51659"/>
                  </a:cubicBezTo>
                  <a:cubicBezTo>
                    <a:pt x="253" y="62840"/>
                    <a:pt x="866" y="76258"/>
                    <a:pt x="7150" y="87589"/>
                  </a:cubicBezTo>
                  <a:cubicBezTo>
                    <a:pt x="13740" y="99665"/>
                    <a:pt x="24929" y="102647"/>
                    <a:pt x="32439" y="102647"/>
                  </a:cubicBezTo>
                  <a:cubicBezTo>
                    <a:pt x="40715" y="102647"/>
                    <a:pt x="52363" y="99516"/>
                    <a:pt x="59107" y="85352"/>
                  </a:cubicBezTo>
                  <a:cubicBezTo>
                    <a:pt x="64012" y="75065"/>
                    <a:pt x="64778" y="63437"/>
                    <a:pt x="64778" y="51659"/>
                  </a:cubicBezTo>
                  <a:close/>
                  <a:moveTo>
                    <a:pt x="32439" y="99367"/>
                  </a:moveTo>
                  <a:cubicBezTo>
                    <a:pt x="26461" y="99367"/>
                    <a:pt x="17419" y="95639"/>
                    <a:pt x="14660" y="81327"/>
                  </a:cubicBezTo>
                  <a:cubicBezTo>
                    <a:pt x="12974" y="72382"/>
                    <a:pt x="12974" y="58666"/>
                    <a:pt x="12974" y="49870"/>
                  </a:cubicBezTo>
                  <a:cubicBezTo>
                    <a:pt x="12974" y="40328"/>
                    <a:pt x="12974" y="30488"/>
                    <a:pt x="14200" y="22438"/>
                  </a:cubicBezTo>
                  <a:cubicBezTo>
                    <a:pt x="17112" y="4696"/>
                    <a:pt x="28607" y="3355"/>
                    <a:pt x="32439" y="3355"/>
                  </a:cubicBezTo>
                  <a:cubicBezTo>
                    <a:pt x="37497" y="3355"/>
                    <a:pt x="47612" y="6038"/>
                    <a:pt x="50524" y="20798"/>
                  </a:cubicBezTo>
                  <a:cubicBezTo>
                    <a:pt x="52057" y="29147"/>
                    <a:pt x="52057" y="40477"/>
                    <a:pt x="52057" y="49870"/>
                  </a:cubicBezTo>
                  <a:cubicBezTo>
                    <a:pt x="52057" y="61051"/>
                    <a:pt x="52057" y="71189"/>
                    <a:pt x="50371" y="80731"/>
                  </a:cubicBezTo>
                  <a:cubicBezTo>
                    <a:pt x="48072" y="94894"/>
                    <a:pt x="39336" y="99367"/>
                    <a:pt x="32439" y="9936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32" name="Freeform: Shape 3231">
              <a:extLst>
                <a:ext uri="{FF2B5EF4-FFF2-40B4-BE49-F238E27FC236}">
                  <a16:creationId xmlns:a16="http://schemas.microsoft.com/office/drawing/2014/main" id="{0BA12BFA-262D-3009-08CF-5D1ABE69B1CD}"/>
                </a:ext>
              </a:extLst>
            </p:cNvPr>
            <p:cNvSpPr/>
            <p:nvPr>
              <p:custDataLst>
                <p:tags r:id="rId105"/>
              </p:custDataLst>
            </p:nvPr>
          </p:nvSpPr>
          <p:spPr>
            <a:xfrm>
              <a:off x="11235351" y="4828533"/>
              <a:ext cx="101922" cy="99291"/>
            </a:xfrm>
            <a:custGeom>
              <a:avLst/>
              <a:gdLst>
                <a:gd name="connsiteX0" fmla="*/ 54363 w 101922"/>
                <a:gd name="connsiteY0" fmla="*/ 52702 h 99291"/>
                <a:gd name="connsiteX1" fmla="*/ 97125 w 101922"/>
                <a:gd name="connsiteY1" fmla="*/ 52702 h 99291"/>
                <a:gd name="connsiteX2" fmla="*/ 102182 w 101922"/>
                <a:gd name="connsiteY2" fmla="*/ 49721 h 99291"/>
                <a:gd name="connsiteX3" fmla="*/ 97125 w 101922"/>
                <a:gd name="connsiteY3" fmla="*/ 46739 h 99291"/>
                <a:gd name="connsiteX4" fmla="*/ 54363 w 101922"/>
                <a:gd name="connsiteY4" fmla="*/ 46739 h 99291"/>
                <a:gd name="connsiteX5" fmla="*/ 54363 w 101922"/>
                <a:gd name="connsiteY5" fmla="*/ 4995 h 99291"/>
                <a:gd name="connsiteX6" fmla="*/ 51298 w 101922"/>
                <a:gd name="connsiteY6" fmla="*/ 75 h 99291"/>
                <a:gd name="connsiteX7" fmla="*/ 48232 w 101922"/>
                <a:gd name="connsiteY7" fmla="*/ 4995 h 99291"/>
                <a:gd name="connsiteX8" fmla="*/ 48232 w 101922"/>
                <a:gd name="connsiteY8" fmla="*/ 46739 h 99291"/>
                <a:gd name="connsiteX9" fmla="*/ 5318 w 101922"/>
                <a:gd name="connsiteY9" fmla="*/ 46739 h 99291"/>
                <a:gd name="connsiteX10" fmla="*/ 260 w 101922"/>
                <a:gd name="connsiteY10" fmla="*/ 49721 h 99291"/>
                <a:gd name="connsiteX11" fmla="*/ 5318 w 101922"/>
                <a:gd name="connsiteY11" fmla="*/ 52702 h 99291"/>
                <a:gd name="connsiteX12" fmla="*/ 48232 w 101922"/>
                <a:gd name="connsiteY12" fmla="*/ 52702 h 99291"/>
                <a:gd name="connsiteX13" fmla="*/ 48232 w 101922"/>
                <a:gd name="connsiteY13" fmla="*/ 94447 h 99291"/>
                <a:gd name="connsiteX14" fmla="*/ 51298 w 101922"/>
                <a:gd name="connsiteY14" fmla="*/ 99367 h 99291"/>
                <a:gd name="connsiteX15" fmla="*/ 54363 w 101922"/>
                <a:gd name="connsiteY15" fmla="*/ 94447 h 99291"/>
                <a:gd name="connsiteX16" fmla="*/ 54363 w 101922"/>
                <a:gd name="connsiteY16" fmla="*/ 52702 h 9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922" h="99291">
                  <a:moveTo>
                    <a:pt x="54363" y="52702"/>
                  </a:moveTo>
                  <a:lnTo>
                    <a:pt x="97125" y="52702"/>
                  </a:lnTo>
                  <a:cubicBezTo>
                    <a:pt x="99270" y="52702"/>
                    <a:pt x="102182" y="52702"/>
                    <a:pt x="102182" y="49721"/>
                  </a:cubicBezTo>
                  <a:cubicBezTo>
                    <a:pt x="102182" y="46739"/>
                    <a:pt x="99270" y="46739"/>
                    <a:pt x="97125" y="46739"/>
                  </a:cubicBezTo>
                  <a:lnTo>
                    <a:pt x="54363" y="46739"/>
                  </a:lnTo>
                  <a:lnTo>
                    <a:pt x="54363" y="4995"/>
                  </a:lnTo>
                  <a:cubicBezTo>
                    <a:pt x="54363" y="2907"/>
                    <a:pt x="54363" y="75"/>
                    <a:pt x="51298" y="75"/>
                  </a:cubicBezTo>
                  <a:cubicBezTo>
                    <a:pt x="48232" y="75"/>
                    <a:pt x="48232" y="2907"/>
                    <a:pt x="48232" y="4995"/>
                  </a:cubicBezTo>
                  <a:lnTo>
                    <a:pt x="48232" y="46739"/>
                  </a:lnTo>
                  <a:lnTo>
                    <a:pt x="5318" y="46739"/>
                  </a:lnTo>
                  <a:cubicBezTo>
                    <a:pt x="3172" y="46739"/>
                    <a:pt x="260" y="46739"/>
                    <a:pt x="260" y="49721"/>
                  </a:cubicBezTo>
                  <a:cubicBezTo>
                    <a:pt x="260" y="52702"/>
                    <a:pt x="3172" y="52702"/>
                    <a:pt x="5318" y="52702"/>
                  </a:cubicBezTo>
                  <a:lnTo>
                    <a:pt x="48232" y="52702"/>
                  </a:lnTo>
                  <a:lnTo>
                    <a:pt x="48232" y="94447"/>
                  </a:lnTo>
                  <a:cubicBezTo>
                    <a:pt x="48232" y="96534"/>
                    <a:pt x="48232" y="99367"/>
                    <a:pt x="51298" y="99367"/>
                  </a:cubicBezTo>
                  <a:cubicBezTo>
                    <a:pt x="54363" y="99367"/>
                    <a:pt x="54363" y="96534"/>
                    <a:pt x="54363" y="94447"/>
                  </a:cubicBezTo>
                  <a:lnTo>
                    <a:pt x="54363" y="527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33" name="Freeform: Shape 3232">
              <a:extLst>
                <a:ext uri="{FF2B5EF4-FFF2-40B4-BE49-F238E27FC236}">
                  <a16:creationId xmlns:a16="http://schemas.microsoft.com/office/drawing/2014/main" id="{B1F4F3BC-4A9C-A61F-3BCB-6C528108EBC5}"/>
                </a:ext>
              </a:extLst>
            </p:cNvPr>
            <p:cNvSpPr/>
            <p:nvPr>
              <p:custDataLst>
                <p:tags r:id="rId106"/>
              </p:custDataLst>
            </p:nvPr>
          </p:nvSpPr>
          <p:spPr>
            <a:xfrm>
              <a:off x="11375130" y="4849554"/>
              <a:ext cx="80005" cy="94819"/>
            </a:xfrm>
            <a:custGeom>
              <a:avLst/>
              <a:gdLst>
                <a:gd name="connsiteX0" fmla="*/ 12072 w 80005"/>
                <a:gd name="connsiteY0" fmla="*/ 84160 h 94819"/>
                <a:gd name="connsiteX1" fmla="*/ 3795 w 80005"/>
                <a:gd name="connsiteY1" fmla="*/ 90272 h 94819"/>
                <a:gd name="connsiteX2" fmla="*/ 270 w 80005"/>
                <a:gd name="connsiteY2" fmla="*/ 93105 h 94819"/>
                <a:gd name="connsiteX3" fmla="*/ 2262 w 80005"/>
                <a:gd name="connsiteY3" fmla="*/ 94894 h 94819"/>
                <a:gd name="connsiteX4" fmla="*/ 15137 w 80005"/>
                <a:gd name="connsiteY4" fmla="*/ 94447 h 94819"/>
                <a:gd name="connsiteX5" fmla="*/ 30310 w 80005"/>
                <a:gd name="connsiteY5" fmla="*/ 94894 h 94819"/>
                <a:gd name="connsiteX6" fmla="*/ 33069 w 80005"/>
                <a:gd name="connsiteY6" fmla="*/ 91912 h 94819"/>
                <a:gd name="connsiteX7" fmla="*/ 29391 w 80005"/>
                <a:gd name="connsiteY7" fmla="*/ 90272 h 94819"/>
                <a:gd name="connsiteX8" fmla="*/ 21727 w 80005"/>
                <a:gd name="connsiteY8" fmla="*/ 87887 h 94819"/>
                <a:gd name="connsiteX9" fmla="*/ 29237 w 80005"/>
                <a:gd name="connsiteY9" fmla="*/ 58070 h 94819"/>
                <a:gd name="connsiteX10" fmla="*/ 43338 w 80005"/>
                <a:gd name="connsiteY10" fmla="*/ 67611 h 94819"/>
                <a:gd name="connsiteX11" fmla="*/ 80275 w 80005"/>
                <a:gd name="connsiteY11" fmla="*/ 23929 h 94819"/>
                <a:gd name="connsiteX12" fmla="*/ 59891 w 80005"/>
                <a:gd name="connsiteY12" fmla="*/ 75 h 94819"/>
                <a:gd name="connsiteX13" fmla="*/ 39813 w 80005"/>
                <a:gd name="connsiteY13" fmla="*/ 11256 h 94819"/>
                <a:gd name="connsiteX14" fmla="*/ 26019 w 80005"/>
                <a:gd name="connsiteY14" fmla="*/ 75 h 94819"/>
                <a:gd name="connsiteX15" fmla="*/ 14677 w 80005"/>
                <a:gd name="connsiteY15" fmla="*/ 8573 h 94819"/>
                <a:gd name="connsiteX16" fmla="*/ 9926 w 80005"/>
                <a:gd name="connsiteY16" fmla="*/ 23034 h 94819"/>
                <a:gd name="connsiteX17" fmla="*/ 11765 w 80005"/>
                <a:gd name="connsiteY17" fmla="*/ 24525 h 94819"/>
                <a:gd name="connsiteX18" fmla="*/ 14371 w 80005"/>
                <a:gd name="connsiteY18" fmla="*/ 21096 h 94819"/>
                <a:gd name="connsiteX19" fmla="*/ 25559 w 80005"/>
                <a:gd name="connsiteY19" fmla="*/ 3355 h 94819"/>
                <a:gd name="connsiteX20" fmla="*/ 30310 w 80005"/>
                <a:gd name="connsiteY20" fmla="*/ 10213 h 94819"/>
                <a:gd name="connsiteX21" fmla="*/ 29237 w 80005"/>
                <a:gd name="connsiteY21" fmla="*/ 17816 h 94819"/>
                <a:gd name="connsiteX22" fmla="*/ 12072 w 80005"/>
                <a:gd name="connsiteY22" fmla="*/ 84160 h 94819"/>
                <a:gd name="connsiteX23" fmla="*/ 39046 w 80005"/>
                <a:gd name="connsiteY23" fmla="*/ 19456 h 94819"/>
                <a:gd name="connsiteX24" fmla="*/ 47016 w 80005"/>
                <a:gd name="connsiteY24" fmla="*/ 9020 h 94819"/>
                <a:gd name="connsiteX25" fmla="*/ 59431 w 80005"/>
                <a:gd name="connsiteY25" fmla="*/ 3355 h 94819"/>
                <a:gd name="connsiteX26" fmla="*/ 69240 w 80005"/>
                <a:gd name="connsiteY26" fmla="*/ 17369 h 94819"/>
                <a:gd name="connsiteX27" fmla="*/ 61423 w 80005"/>
                <a:gd name="connsiteY27" fmla="*/ 48975 h 94819"/>
                <a:gd name="connsiteX28" fmla="*/ 43185 w 80005"/>
                <a:gd name="connsiteY28" fmla="*/ 64331 h 94819"/>
                <a:gd name="connsiteX29" fmla="*/ 31077 w 80005"/>
                <a:gd name="connsiteY29" fmla="*/ 51062 h 94819"/>
                <a:gd name="connsiteX30" fmla="*/ 31536 w 80005"/>
                <a:gd name="connsiteY30" fmla="*/ 48677 h 94819"/>
                <a:gd name="connsiteX31" fmla="*/ 39046 w 80005"/>
                <a:gd name="connsiteY31" fmla="*/ 19456 h 94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0005" h="94819">
                  <a:moveTo>
                    <a:pt x="12072" y="84160"/>
                  </a:moveTo>
                  <a:cubicBezTo>
                    <a:pt x="10845" y="89229"/>
                    <a:pt x="10539" y="90272"/>
                    <a:pt x="3795" y="90272"/>
                  </a:cubicBezTo>
                  <a:cubicBezTo>
                    <a:pt x="1956" y="90272"/>
                    <a:pt x="270" y="90272"/>
                    <a:pt x="270" y="93105"/>
                  </a:cubicBezTo>
                  <a:cubicBezTo>
                    <a:pt x="270" y="94298"/>
                    <a:pt x="1036" y="94894"/>
                    <a:pt x="2262" y="94894"/>
                  </a:cubicBezTo>
                  <a:cubicBezTo>
                    <a:pt x="6401" y="94894"/>
                    <a:pt x="10845" y="94447"/>
                    <a:pt x="15137" y="94447"/>
                  </a:cubicBezTo>
                  <a:cubicBezTo>
                    <a:pt x="20195" y="94447"/>
                    <a:pt x="25406" y="94894"/>
                    <a:pt x="30310" y="94894"/>
                  </a:cubicBezTo>
                  <a:cubicBezTo>
                    <a:pt x="31077" y="94894"/>
                    <a:pt x="33069" y="94894"/>
                    <a:pt x="33069" y="91912"/>
                  </a:cubicBezTo>
                  <a:cubicBezTo>
                    <a:pt x="33069" y="90272"/>
                    <a:pt x="31536" y="90272"/>
                    <a:pt x="29391" y="90272"/>
                  </a:cubicBezTo>
                  <a:cubicBezTo>
                    <a:pt x="21727" y="90272"/>
                    <a:pt x="21727" y="89229"/>
                    <a:pt x="21727" y="87887"/>
                  </a:cubicBezTo>
                  <a:cubicBezTo>
                    <a:pt x="21727" y="86098"/>
                    <a:pt x="28165" y="61797"/>
                    <a:pt x="29237" y="58070"/>
                  </a:cubicBezTo>
                  <a:cubicBezTo>
                    <a:pt x="31230" y="62393"/>
                    <a:pt x="35521" y="67611"/>
                    <a:pt x="43338" y="67611"/>
                  </a:cubicBezTo>
                  <a:cubicBezTo>
                    <a:pt x="61117" y="67611"/>
                    <a:pt x="80275" y="45844"/>
                    <a:pt x="80275" y="23929"/>
                  </a:cubicBezTo>
                  <a:cubicBezTo>
                    <a:pt x="80275" y="9914"/>
                    <a:pt x="71539" y="75"/>
                    <a:pt x="59891" y="75"/>
                  </a:cubicBezTo>
                  <a:cubicBezTo>
                    <a:pt x="52227" y="75"/>
                    <a:pt x="44871" y="5442"/>
                    <a:pt x="39813" y="11256"/>
                  </a:cubicBezTo>
                  <a:cubicBezTo>
                    <a:pt x="38280" y="3206"/>
                    <a:pt x="31690" y="75"/>
                    <a:pt x="26019" y="75"/>
                  </a:cubicBezTo>
                  <a:cubicBezTo>
                    <a:pt x="18969" y="75"/>
                    <a:pt x="16056" y="5889"/>
                    <a:pt x="14677" y="8573"/>
                  </a:cubicBezTo>
                  <a:cubicBezTo>
                    <a:pt x="11918" y="13642"/>
                    <a:pt x="9926" y="22587"/>
                    <a:pt x="9926" y="23034"/>
                  </a:cubicBezTo>
                  <a:cubicBezTo>
                    <a:pt x="9926" y="24525"/>
                    <a:pt x="11458" y="24525"/>
                    <a:pt x="11765" y="24525"/>
                  </a:cubicBezTo>
                  <a:cubicBezTo>
                    <a:pt x="13298" y="24525"/>
                    <a:pt x="13451" y="24376"/>
                    <a:pt x="14371" y="21096"/>
                  </a:cubicBezTo>
                  <a:cubicBezTo>
                    <a:pt x="16976" y="10511"/>
                    <a:pt x="20041" y="3355"/>
                    <a:pt x="25559" y="3355"/>
                  </a:cubicBezTo>
                  <a:cubicBezTo>
                    <a:pt x="28165" y="3355"/>
                    <a:pt x="30310" y="4547"/>
                    <a:pt x="30310" y="10213"/>
                  </a:cubicBezTo>
                  <a:cubicBezTo>
                    <a:pt x="30310" y="13642"/>
                    <a:pt x="29850" y="15282"/>
                    <a:pt x="29237" y="17816"/>
                  </a:cubicBezTo>
                  <a:lnTo>
                    <a:pt x="12072" y="84160"/>
                  </a:lnTo>
                  <a:close/>
                  <a:moveTo>
                    <a:pt x="39046" y="19456"/>
                  </a:moveTo>
                  <a:cubicBezTo>
                    <a:pt x="40119" y="15431"/>
                    <a:pt x="44257" y="11256"/>
                    <a:pt x="47016" y="9020"/>
                  </a:cubicBezTo>
                  <a:cubicBezTo>
                    <a:pt x="52381" y="4398"/>
                    <a:pt x="56825" y="3355"/>
                    <a:pt x="59431" y="3355"/>
                  </a:cubicBezTo>
                  <a:cubicBezTo>
                    <a:pt x="65562" y="3355"/>
                    <a:pt x="69240" y="8573"/>
                    <a:pt x="69240" y="17369"/>
                  </a:cubicBezTo>
                  <a:cubicBezTo>
                    <a:pt x="69240" y="26165"/>
                    <a:pt x="64182" y="43310"/>
                    <a:pt x="61423" y="48975"/>
                  </a:cubicBezTo>
                  <a:cubicBezTo>
                    <a:pt x="56212" y="59411"/>
                    <a:pt x="48855" y="64331"/>
                    <a:pt x="43185" y="64331"/>
                  </a:cubicBezTo>
                  <a:cubicBezTo>
                    <a:pt x="33069" y="64331"/>
                    <a:pt x="31077" y="51957"/>
                    <a:pt x="31077" y="51062"/>
                  </a:cubicBezTo>
                  <a:cubicBezTo>
                    <a:pt x="31077" y="50764"/>
                    <a:pt x="31077" y="50466"/>
                    <a:pt x="31536" y="48677"/>
                  </a:cubicBezTo>
                  <a:lnTo>
                    <a:pt x="39046" y="194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34" name="Freeform: Shape 3233">
              <a:extLst>
                <a:ext uri="{FF2B5EF4-FFF2-40B4-BE49-F238E27FC236}">
                  <a16:creationId xmlns:a16="http://schemas.microsoft.com/office/drawing/2014/main" id="{C848E0B7-E1CE-4414-4992-730D76FEDAC5}"/>
                </a:ext>
              </a:extLst>
            </p:cNvPr>
            <p:cNvSpPr/>
            <p:nvPr>
              <p:custDataLst>
                <p:tags r:id="rId107"/>
              </p:custDataLst>
            </p:nvPr>
          </p:nvSpPr>
          <p:spPr>
            <a:xfrm>
              <a:off x="11504386" y="4870277"/>
              <a:ext cx="16246" cy="15803"/>
            </a:xfrm>
            <a:custGeom>
              <a:avLst/>
              <a:gdLst>
                <a:gd name="connsiteX0" fmla="*/ 16523 w 16246"/>
                <a:gd name="connsiteY0" fmla="*/ 7976 h 15803"/>
                <a:gd name="connsiteX1" fmla="*/ 8400 w 16246"/>
                <a:gd name="connsiteY1" fmla="*/ 75 h 15803"/>
                <a:gd name="connsiteX2" fmla="*/ 277 w 16246"/>
                <a:gd name="connsiteY2" fmla="*/ 7976 h 15803"/>
                <a:gd name="connsiteX3" fmla="*/ 8400 w 16246"/>
                <a:gd name="connsiteY3" fmla="*/ 15878 h 15803"/>
                <a:gd name="connsiteX4" fmla="*/ 16523 w 16246"/>
                <a:gd name="connsiteY4" fmla="*/ 7976 h 15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46" h="15803">
                  <a:moveTo>
                    <a:pt x="16523" y="7976"/>
                  </a:moveTo>
                  <a:cubicBezTo>
                    <a:pt x="16523" y="3653"/>
                    <a:pt x="12845" y="75"/>
                    <a:pt x="8400" y="75"/>
                  </a:cubicBezTo>
                  <a:cubicBezTo>
                    <a:pt x="3956" y="75"/>
                    <a:pt x="277" y="3653"/>
                    <a:pt x="277" y="7976"/>
                  </a:cubicBezTo>
                  <a:cubicBezTo>
                    <a:pt x="277" y="12300"/>
                    <a:pt x="3956" y="15878"/>
                    <a:pt x="8400" y="15878"/>
                  </a:cubicBezTo>
                  <a:cubicBezTo>
                    <a:pt x="12845" y="15878"/>
                    <a:pt x="16523" y="12300"/>
                    <a:pt x="16523" y="797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35" name="Freeform: Shape 3234">
              <a:extLst>
                <a:ext uri="{FF2B5EF4-FFF2-40B4-BE49-F238E27FC236}">
                  <a16:creationId xmlns:a16="http://schemas.microsoft.com/office/drawing/2014/main" id="{6BF72CED-6C66-4B47-2F8F-438E11168CFC}"/>
                </a:ext>
              </a:extLst>
            </p:cNvPr>
            <p:cNvSpPr/>
            <p:nvPr>
              <p:custDataLst>
                <p:tags r:id="rId108"/>
              </p:custDataLst>
            </p:nvPr>
          </p:nvSpPr>
          <p:spPr>
            <a:xfrm>
              <a:off x="11581479" y="4816159"/>
              <a:ext cx="50577" cy="99291"/>
            </a:xfrm>
            <a:custGeom>
              <a:avLst/>
              <a:gdLst>
                <a:gd name="connsiteX0" fmla="*/ 31702 w 50577"/>
                <a:gd name="connsiteY0" fmla="*/ 3951 h 99291"/>
                <a:gd name="connsiteX1" fmla="*/ 28177 w 50577"/>
                <a:gd name="connsiteY1" fmla="*/ 75 h 99291"/>
                <a:gd name="connsiteX2" fmla="*/ 282 w 50577"/>
                <a:gd name="connsiteY2" fmla="*/ 9616 h 99291"/>
                <a:gd name="connsiteX3" fmla="*/ 282 w 50577"/>
                <a:gd name="connsiteY3" fmla="*/ 14238 h 99291"/>
                <a:gd name="connsiteX4" fmla="*/ 20360 w 50577"/>
                <a:gd name="connsiteY4" fmla="*/ 10362 h 99291"/>
                <a:gd name="connsiteX5" fmla="*/ 20360 w 50577"/>
                <a:gd name="connsiteY5" fmla="*/ 87589 h 99291"/>
                <a:gd name="connsiteX6" fmla="*/ 6106 w 50577"/>
                <a:gd name="connsiteY6" fmla="*/ 94745 h 99291"/>
                <a:gd name="connsiteX7" fmla="*/ 1202 w 50577"/>
                <a:gd name="connsiteY7" fmla="*/ 94745 h 99291"/>
                <a:gd name="connsiteX8" fmla="*/ 1202 w 50577"/>
                <a:gd name="connsiteY8" fmla="*/ 99367 h 99291"/>
                <a:gd name="connsiteX9" fmla="*/ 26031 w 50577"/>
                <a:gd name="connsiteY9" fmla="*/ 98919 h 99291"/>
                <a:gd name="connsiteX10" fmla="*/ 50860 w 50577"/>
                <a:gd name="connsiteY10" fmla="*/ 99367 h 99291"/>
                <a:gd name="connsiteX11" fmla="*/ 50860 w 50577"/>
                <a:gd name="connsiteY11" fmla="*/ 94745 h 99291"/>
                <a:gd name="connsiteX12" fmla="*/ 45956 w 50577"/>
                <a:gd name="connsiteY12" fmla="*/ 94745 h 99291"/>
                <a:gd name="connsiteX13" fmla="*/ 31702 w 50577"/>
                <a:gd name="connsiteY13" fmla="*/ 87589 h 99291"/>
                <a:gd name="connsiteX14" fmla="*/ 31702 w 50577"/>
                <a:gd name="connsiteY14" fmla="*/ 3951 h 9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577" h="99291">
                  <a:moveTo>
                    <a:pt x="31702" y="3951"/>
                  </a:moveTo>
                  <a:cubicBezTo>
                    <a:pt x="31702" y="373"/>
                    <a:pt x="31702" y="75"/>
                    <a:pt x="28177" y="75"/>
                  </a:cubicBezTo>
                  <a:cubicBezTo>
                    <a:pt x="18674" y="9616"/>
                    <a:pt x="5187" y="9616"/>
                    <a:pt x="282" y="9616"/>
                  </a:cubicBezTo>
                  <a:lnTo>
                    <a:pt x="282" y="14238"/>
                  </a:lnTo>
                  <a:cubicBezTo>
                    <a:pt x="3348" y="14238"/>
                    <a:pt x="12390" y="14238"/>
                    <a:pt x="20360" y="10362"/>
                  </a:cubicBezTo>
                  <a:lnTo>
                    <a:pt x="20360" y="87589"/>
                  </a:lnTo>
                  <a:cubicBezTo>
                    <a:pt x="20360" y="92956"/>
                    <a:pt x="19900" y="94745"/>
                    <a:pt x="6106" y="94745"/>
                  </a:cubicBezTo>
                  <a:lnTo>
                    <a:pt x="1202" y="94745"/>
                  </a:lnTo>
                  <a:lnTo>
                    <a:pt x="1202" y="99367"/>
                  </a:lnTo>
                  <a:cubicBezTo>
                    <a:pt x="6566" y="98919"/>
                    <a:pt x="19900" y="98919"/>
                    <a:pt x="26031" y="98919"/>
                  </a:cubicBezTo>
                  <a:cubicBezTo>
                    <a:pt x="32162" y="98919"/>
                    <a:pt x="45496" y="98919"/>
                    <a:pt x="50860" y="99367"/>
                  </a:cubicBezTo>
                  <a:lnTo>
                    <a:pt x="50860" y="94745"/>
                  </a:lnTo>
                  <a:lnTo>
                    <a:pt x="45956" y="94745"/>
                  </a:lnTo>
                  <a:cubicBezTo>
                    <a:pt x="32162" y="94745"/>
                    <a:pt x="31702" y="93105"/>
                    <a:pt x="31702" y="87589"/>
                  </a:cubicBezTo>
                  <a:lnTo>
                    <a:pt x="31702" y="395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3236" name="Group 3235" descr="\documentclass{article}&#10;\usepackage{amsmath}&#10;\usepackage{amsfonts}&#10;\pagestyle{empty}&#10;\begin{document}&#10;&#10;&#10;\[&#10;\mathbb{E}(Y) = (1 - p) \cdot 0 + p \cdot 1 = \mu&#10;\]&#10;&#10;&#10;&#10;&#10;&#10;\end{document}" title="IguanaTex Shape Display">
            <a:extLst>
              <a:ext uri="{FF2B5EF4-FFF2-40B4-BE49-F238E27FC236}">
                <a16:creationId xmlns:a16="http://schemas.microsoft.com/office/drawing/2014/main" id="{A69BD762-7B30-81D6-D7D3-2618D7A3883B}"/>
              </a:ext>
            </a:extLst>
          </p:cNvPr>
          <p:cNvGrpSpPr>
            <a:grpSpLocks noChangeAspect="1"/>
          </p:cNvGrpSpPr>
          <p:nvPr>
            <p:custDataLst>
              <p:tags r:id="rId2"/>
            </p:custDataLst>
          </p:nvPr>
        </p:nvGrpSpPr>
        <p:grpSpPr>
          <a:xfrm>
            <a:off x="2234533" y="4015931"/>
            <a:ext cx="1945011" cy="149086"/>
            <a:chOff x="9890068" y="5070335"/>
            <a:chExt cx="1945011" cy="149086"/>
          </a:xfrm>
        </p:grpSpPr>
        <p:sp>
          <p:nvSpPr>
            <p:cNvPr id="3237" name="Freeform: Shape 3236">
              <a:extLst>
                <a:ext uri="{FF2B5EF4-FFF2-40B4-BE49-F238E27FC236}">
                  <a16:creationId xmlns:a16="http://schemas.microsoft.com/office/drawing/2014/main" id="{D26A1FFA-1C9C-E8E1-4049-87AD59684C60}"/>
                </a:ext>
              </a:extLst>
            </p:cNvPr>
            <p:cNvSpPr/>
            <p:nvPr>
              <p:custDataLst>
                <p:tags r:id="rId75"/>
              </p:custDataLst>
            </p:nvPr>
          </p:nvSpPr>
          <p:spPr>
            <a:xfrm>
              <a:off x="9890068" y="5080026"/>
              <a:ext cx="96137" cy="102124"/>
            </a:xfrm>
            <a:custGeom>
              <a:avLst/>
              <a:gdLst>
                <a:gd name="connsiteX0" fmla="*/ 37856 w 96137"/>
                <a:gd name="connsiteY0" fmla="*/ 52106 h 102124"/>
                <a:gd name="connsiteX1" fmla="*/ 54469 w 96137"/>
                <a:gd name="connsiteY1" fmla="*/ 55237 h 102124"/>
                <a:gd name="connsiteX2" fmla="*/ 62467 w 96137"/>
                <a:gd name="connsiteY2" fmla="*/ 68804 h 102124"/>
                <a:gd name="connsiteX3" fmla="*/ 65236 w 96137"/>
                <a:gd name="connsiteY3" fmla="*/ 72829 h 102124"/>
                <a:gd name="connsiteX4" fmla="*/ 67851 w 96137"/>
                <a:gd name="connsiteY4" fmla="*/ 68058 h 102124"/>
                <a:gd name="connsiteX5" fmla="*/ 67851 w 96137"/>
                <a:gd name="connsiteY5" fmla="*/ 27656 h 102124"/>
                <a:gd name="connsiteX6" fmla="*/ 65236 w 96137"/>
                <a:gd name="connsiteY6" fmla="*/ 22885 h 102124"/>
                <a:gd name="connsiteX7" fmla="*/ 62467 w 96137"/>
                <a:gd name="connsiteY7" fmla="*/ 26314 h 102124"/>
                <a:gd name="connsiteX8" fmla="*/ 37856 w 96137"/>
                <a:gd name="connsiteY8" fmla="*/ 46739 h 102124"/>
                <a:gd name="connsiteX9" fmla="*/ 37856 w 96137"/>
                <a:gd name="connsiteY9" fmla="*/ 15282 h 102124"/>
                <a:gd name="connsiteX10" fmla="*/ 44470 w 96137"/>
                <a:gd name="connsiteY10" fmla="*/ 5293 h 102124"/>
                <a:gd name="connsiteX11" fmla="*/ 51854 w 96137"/>
                <a:gd name="connsiteY11" fmla="*/ 5293 h 102124"/>
                <a:gd name="connsiteX12" fmla="*/ 83848 w 96137"/>
                <a:gd name="connsiteY12" fmla="*/ 25867 h 102124"/>
                <a:gd name="connsiteX13" fmla="*/ 86617 w 96137"/>
                <a:gd name="connsiteY13" fmla="*/ 29296 h 102124"/>
                <a:gd name="connsiteX14" fmla="*/ 89232 w 96137"/>
                <a:gd name="connsiteY14" fmla="*/ 24376 h 102124"/>
                <a:gd name="connsiteX15" fmla="*/ 89232 w 96137"/>
                <a:gd name="connsiteY15" fmla="*/ 4995 h 102124"/>
                <a:gd name="connsiteX16" fmla="*/ 84156 w 96137"/>
                <a:gd name="connsiteY16" fmla="*/ 75 h 102124"/>
                <a:gd name="connsiteX17" fmla="*/ 5400 w 96137"/>
                <a:gd name="connsiteY17" fmla="*/ 75 h 102124"/>
                <a:gd name="connsiteX18" fmla="*/ 170 w 96137"/>
                <a:gd name="connsiteY18" fmla="*/ 2758 h 102124"/>
                <a:gd name="connsiteX19" fmla="*/ 4324 w 96137"/>
                <a:gd name="connsiteY19" fmla="*/ 5293 h 102124"/>
                <a:gd name="connsiteX20" fmla="*/ 13707 w 96137"/>
                <a:gd name="connsiteY20" fmla="*/ 13791 h 102124"/>
                <a:gd name="connsiteX21" fmla="*/ 13707 w 96137"/>
                <a:gd name="connsiteY21" fmla="*/ 88483 h 102124"/>
                <a:gd name="connsiteX22" fmla="*/ 5093 w 96137"/>
                <a:gd name="connsiteY22" fmla="*/ 96981 h 102124"/>
                <a:gd name="connsiteX23" fmla="*/ 170 w 96137"/>
                <a:gd name="connsiteY23" fmla="*/ 99516 h 102124"/>
                <a:gd name="connsiteX24" fmla="*/ 5400 w 96137"/>
                <a:gd name="connsiteY24" fmla="*/ 102199 h 102124"/>
                <a:gd name="connsiteX25" fmla="*/ 86925 w 96137"/>
                <a:gd name="connsiteY25" fmla="*/ 102199 h 102124"/>
                <a:gd name="connsiteX26" fmla="*/ 91847 w 96137"/>
                <a:gd name="connsiteY26" fmla="*/ 100112 h 102124"/>
                <a:gd name="connsiteX27" fmla="*/ 96308 w 96137"/>
                <a:gd name="connsiteY27" fmla="*/ 74320 h 102124"/>
                <a:gd name="connsiteX28" fmla="*/ 93693 w 96137"/>
                <a:gd name="connsiteY28" fmla="*/ 71636 h 102124"/>
                <a:gd name="connsiteX29" fmla="*/ 90924 w 96137"/>
                <a:gd name="connsiteY29" fmla="*/ 73724 h 102124"/>
                <a:gd name="connsiteX30" fmla="*/ 77234 w 96137"/>
                <a:gd name="connsiteY30" fmla="*/ 90272 h 102124"/>
                <a:gd name="connsiteX31" fmla="*/ 52930 w 96137"/>
                <a:gd name="connsiteY31" fmla="*/ 96981 h 102124"/>
                <a:gd name="connsiteX32" fmla="*/ 44470 w 96137"/>
                <a:gd name="connsiteY32" fmla="*/ 96981 h 102124"/>
                <a:gd name="connsiteX33" fmla="*/ 37856 w 96137"/>
                <a:gd name="connsiteY33" fmla="*/ 86992 h 102124"/>
                <a:gd name="connsiteX34" fmla="*/ 37856 w 96137"/>
                <a:gd name="connsiteY34" fmla="*/ 52106 h 102124"/>
                <a:gd name="connsiteX35" fmla="*/ 83848 w 96137"/>
                <a:gd name="connsiteY35" fmla="*/ 5293 h 102124"/>
                <a:gd name="connsiteX36" fmla="*/ 83848 w 96137"/>
                <a:gd name="connsiteY36" fmla="*/ 12449 h 102124"/>
                <a:gd name="connsiteX37" fmla="*/ 75080 w 96137"/>
                <a:gd name="connsiteY37" fmla="*/ 5293 h 102124"/>
                <a:gd name="connsiteX38" fmla="*/ 83848 w 96137"/>
                <a:gd name="connsiteY38" fmla="*/ 5293 h 102124"/>
                <a:gd name="connsiteX39" fmla="*/ 53853 w 96137"/>
                <a:gd name="connsiteY39" fmla="*/ 48975 h 102124"/>
                <a:gd name="connsiteX40" fmla="*/ 62467 w 96137"/>
                <a:gd name="connsiteY40" fmla="*/ 42564 h 102124"/>
                <a:gd name="connsiteX41" fmla="*/ 62467 w 96137"/>
                <a:gd name="connsiteY41" fmla="*/ 55088 h 102124"/>
                <a:gd name="connsiteX42" fmla="*/ 53853 w 96137"/>
                <a:gd name="connsiteY42" fmla="*/ 49124 h 102124"/>
                <a:gd name="connsiteX43" fmla="*/ 53853 w 96137"/>
                <a:gd name="connsiteY43" fmla="*/ 48975 h 102124"/>
                <a:gd name="connsiteX44" fmla="*/ 19090 w 96137"/>
                <a:gd name="connsiteY44" fmla="*/ 13493 h 102124"/>
                <a:gd name="connsiteX45" fmla="*/ 17860 w 96137"/>
                <a:gd name="connsiteY45" fmla="*/ 5293 h 102124"/>
                <a:gd name="connsiteX46" fmla="*/ 34165 w 96137"/>
                <a:gd name="connsiteY46" fmla="*/ 5293 h 102124"/>
                <a:gd name="connsiteX47" fmla="*/ 32472 w 96137"/>
                <a:gd name="connsiteY47" fmla="*/ 14983 h 102124"/>
                <a:gd name="connsiteX48" fmla="*/ 32472 w 96137"/>
                <a:gd name="connsiteY48" fmla="*/ 87291 h 102124"/>
                <a:gd name="connsiteX49" fmla="*/ 34165 w 96137"/>
                <a:gd name="connsiteY49" fmla="*/ 96981 h 102124"/>
                <a:gd name="connsiteX50" fmla="*/ 17860 w 96137"/>
                <a:gd name="connsiteY50" fmla="*/ 96981 h 102124"/>
                <a:gd name="connsiteX51" fmla="*/ 19090 w 96137"/>
                <a:gd name="connsiteY51" fmla="*/ 88781 h 102124"/>
                <a:gd name="connsiteX52" fmla="*/ 19090 w 96137"/>
                <a:gd name="connsiteY52" fmla="*/ 13493 h 102124"/>
                <a:gd name="connsiteX53" fmla="*/ 76311 w 96137"/>
                <a:gd name="connsiteY53" fmla="*/ 96981 h 102124"/>
                <a:gd name="connsiteX54" fmla="*/ 76311 w 96137"/>
                <a:gd name="connsiteY54" fmla="*/ 96832 h 102124"/>
                <a:gd name="connsiteX55" fmla="*/ 88463 w 96137"/>
                <a:gd name="connsiteY55" fmla="*/ 88632 h 102124"/>
                <a:gd name="connsiteX56" fmla="*/ 87078 w 96137"/>
                <a:gd name="connsiteY56" fmla="*/ 96981 h 102124"/>
                <a:gd name="connsiteX57" fmla="*/ 76311 w 96137"/>
                <a:gd name="connsiteY57" fmla="*/ 96981 h 10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6137" h="102124">
                  <a:moveTo>
                    <a:pt x="37856" y="52106"/>
                  </a:moveTo>
                  <a:cubicBezTo>
                    <a:pt x="41702" y="52106"/>
                    <a:pt x="49085" y="52106"/>
                    <a:pt x="54469" y="55237"/>
                  </a:cubicBezTo>
                  <a:cubicBezTo>
                    <a:pt x="61852" y="59859"/>
                    <a:pt x="62467" y="67909"/>
                    <a:pt x="62467" y="68804"/>
                  </a:cubicBezTo>
                  <a:cubicBezTo>
                    <a:pt x="62621" y="70891"/>
                    <a:pt x="62621" y="72829"/>
                    <a:pt x="65236" y="72829"/>
                  </a:cubicBezTo>
                  <a:cubicBezTo>
                    <a:pt x="67851" y="72829"/>
                    <a:pt x="67851" y="70742"/>
                    <a:pt x="67851" y="68058"/>
                  </a:cubicBezTo>
                  <a:lnTo>
                    <a:pt x="67851" y="27656"/>
                  </a:lnTo>
                  <a:cubicBezTo>
                    <a:pt x="67851" y="25270"/>
                    <a:pt x="67851" y="22885"/>
                    <a:pt x="65236" y="22885"/>
                  </a:cubicBezTo>
                  <a:cubicBezTo>
                    <a:pt x="62621" y="22885"/>
                    <a:pt x="62467" y="25121"/>
                    <a:pt x="62467" y="26314"/>
                  </a:cubicBezTo>
                  <a:cubicBezTo>
                    <a:pt x="61544" y="45546"/>
                    <a:pt x="45855" y="46590"/>
                    <a:pt x="37856" y="46739"/>
                  </a:cubicBezTo>
                  <a:lnTo>
                    <a:pt x="37856" y="15282"/>
                  </a:lnTo>
                  <a:cubicBezTo>
                    <a:pt x="37856" y="5293"/>
                    <a:pt x="40779" y="5293"/>
                    <a:pt x="44470" y="5293"/>
                  </a:cubicBezTo>
                  <a:lnTo>
                    <a:pt x="51854" y="5293"/>
                  </a:lnTo>
                  <a:cubicBezTo>
                    <a:pt x="72619" y="5293"/>
                    <a:pt x="82925" y="15580"/>
                    <a:pt x="83848" y="25867"/>
                  </a:cubicBezTo>
                  <a:cubicBezTo>
                    <a:pt x="84002" y="27059"/>
                    <a:pt x="84156" y="29296"/>
                    <a:pt x="86617" y="29296"/>
                  </a:cubicBezTo>
                  <a:cubicBezTo>
                    <a:pt x="89232" y="29296"/>
                    <a:pt x="89232" y="26910"/>
                    <a:pt x="89232" y="24376"/>
                  </a:cubicBezTo>
                  <a:lnTo>
                    <a:pt x="89232" y="4995"/>
                  </a:lnTo>
                  <a:cubicBezTo>
                    <a:pt x="89232" y="373"/>
                    <a:pt x="88924" y="75"/>
                    <a:pt x="84156" y="75"/>
                  </a:cubicBezTo>
                  <a:lnTo>
                    <a:pt x="5400" y="75"/>
                  </a:lnTo>
                  <a:cubicBezTo>
                    <a:pt x="2632" y="75"/>
                    <a:pt x="170" y="75"/>
                    <a:pt x="170" y="2758"/>
                  </a:cubicBezTo>
                  <a:cubicBezTo>
                    <a:pt x="170" y="5293"/>
                    <a:pt x="3093" y="5293"/>
                    <a:pt x="4324" y="5293"/>
                  </a:cubicBezTo>
                  <a:cubicBezTo>
                    <a:pt x="13091" y="5293"/>
                    <a:pt x="13707" y="6485"/>
                    <a:pt x="13707" y="13791"/>
                  </a:cubicBezTo>
                  <a:lnTo>
                    <a:pt x="13707" y="88483"/>
                  </a:lnTo>
                  <a:cubicBezTo>
                    <a:pt x="13707" y="95490"/>
                    <a:pt x="13245" y="96981"/>
                    <a:pt x="5093" y="96981"/>
                  </a:cubicBezTo>
                  <a:cubicBezTo>
                    <a:pt x="2785" y="96981"/>
                    <a:pt x="170" y="96981"/>
                    <a:pt x="170" y="99516"/>
                  </a:cubicBezTo>
                  <a:cubicBezTo>
                    <a:pt x="170" y="102199"/>
                    <a:pt x="2632" y="102199"/>
                    <a:pt x="5400" y="102199"/>
                  </a:cubicBezTo>
                  <a:lnTo>
                    <a:pt x="86925" y="102199"/>
                  </a:lnTo>
                  <a:cubicBezTo>
                    <a:pt x="89847" y="102199"/>
                    <a:pt x="91385" y="102199"/>
                    <a:pt x="91847" y="100112"/>
                  </a:cubicBezTo>
                  <a:cubicBezTo>
                    <a:pt x="92001" y="99963"/>
                    <a:pt x="96308" y="75065"/>
                    <a:pt x="96308" y="74320"/>
                  </a:cubicBezTo>
                  <a:cubicBezTo>
                    <a:pt x="96308" y="72680"/>
                    <a:pt x="94923" y="71636"/>
                    <a:pt x="93693" y="71636"/>
                  </a:cubicBezTo>
                  <a:cubicBezTo>
                    <a:pt x="91539" y="71636"/>
                    <a:pt x="90924" y="73575"/>
                    <a:pt x="90924" y="73724"/>
                  </a:cubicBezTo>
                  <a:cubicBezTo>
                    <a:pt x="90001" y="77600"/>
                    <a:pt x="88463" y="83862"/>
                    <a:pt x="77234" y="90272"/>
                  </a:cubicBezTo>
                  <a:cubicBezTo>
                    <a:pt x="69235" y="94894"/>
                    <a:pt x="61391" y="96981"/>
                    <a:pt x="52930" y="96981"/>
                  </a:cubicBezTo>
                  <a:lnTo>
                    <a:pt x="44470" y="96981"/>
                  </a:lnTo>
                  <a:cubicBezTo>
                    <a:pt x="40779" y="96981"/>
                    <a:pt x="37856" y="96981"/>
                    <a:pt x="37856" y="86992"/>
                  </a:cubicBezTo>
                  <a:lnTo>
                    <a:pt x="37856" y="52106"/>
                  </a:lnTo>
                  <a:close/>
                  <a:moveTo>
                    <a:pt x="83848" y="5293"/>
                  </a:moveTo>
                  <a:lnTo>
                    <a:pt x="83848" y="12449"/>
                  </a:lnTo>
                  <a:cubicBezTo>
                    <a:pt x="81233" y="9616"/>
                    <a:pt x="78311" y="7231"/>
                    <a:pt x="75080" y="5293"/>
                  </a:cubicBezTo>
                  <a:lnTo>
                    <a:pt x="83848" y="5293"/>
                  </a:lnTo>
                  <a:close/>
                  <a:moveTo>
                    <a:pt x="53853" y="48975"/>
                  </a:moveTo>
                  <a:cubicBezTo>
                    <a:pt x="56315" y="47932"/>
                    <a:pt x="59699" y="45695"/>
                    <a:pt x="62467" y="42564"/>
                  </a:cubicBezTo>
                  <a:lnTo>
                    <a:pt x="62467" y="55088"/>
                  </a:lnTo>
                  <a:cubicBezTo>
                    <a:pt x="58776" y="51062"/>
                    <a:pt x="54007" y="49124"/>
                    <a:pt x="53853" y="49124"/>
                  </a:cubicBezTo>
                  <a:lnTo>
                    <a:pt x="53853" y="48975"/>
                  </a:lnTo>
                  <a:close/>
                  <a:moveTo>
                    <a:pt x="19090" y="13493"/>
                  </a:moveTo>
                  <a:cubicBezTo>
                    <a:pt x="19090" y="11703"/>
                    <a:pt x="19090" y="7976"/>
                    <a:pt x="17860" y="5293"/>
                  </a:cubicBezTo>
                  <a:lnTo>
                    <a:pt x="34165" y="5293"/>
                  </a:lnTo>
                  <a:cubicBezTo>
                    <a:pt x="32472" y="8722"/>
                    <a:pt x="32472" y="13642"/>
                    <a:pt x="32472" y="14983"/>
                  </a:cubicBezTo>
                  <a:lnTo>
                    <a:pt x="32472" y="87291"/>
                  </a:lnTo>
                  <a:cubicBezTo>
                    <a:pt x="32472" y="92658"/>
                    <a:pt x="33549" y="95639"/>
                    <a:pt x="34165" y="96981"/>
                  </a:cubicBezTo>
                  <a:lnTo>
                    <a:pt x="17860" y="96981"/>
                  </a:lnTo>
                  <a:cubicBezTo>
                    <a:pt x="19090" y="94298"/>
                    <a:pt x="19090" y="90570"/>
                    <a:pt x="19090" y="88781"/>
                  </a:cubicBezTo>
                  <a:lnTo>
                    <a:pt x="19090" y="13493"/>
                  </a:lnTo>
                  <a:close/>
                  <a:moveTo>
                    <a:pt x="76311" y="96981"/>
                  </a:moveTo>
                  <a:lnTo>
                    <a:pt x="76311" y="96832"/>
                  </a:lnTo>
                  <a:cubicBezTo>
                    <a:pt x="81233" y="94447"/>
                    <a:pt x="85386" y="91316"/>
                    <a:pt x="88463" y="88632"/>
                  </a:cubicBezTo>
                  <a:cubicBezTo>
                    <a:pt x="88309" y="89229"/>
                    <a:pt x="87232" y="95789"/>
                    <a:pt x="87078" y="96981"/>
                  </a:cubicBezTo>
                  <a:lnTo>
                    <a:pt x="76311" y="9698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38" name="Freeform: Shape 3237">
              <a:extLst>
                <a:ext uri="{FF2B5EF4-FFF2-40B4-BE49-F238E27FC236}">
                  <a16:creationId xmlns:a16="http://schemas.microsoft.com/office/drawing/2014/main" id="{2E773B73-F6C0-BB84-8E72-4A81D44D6A3C}"/>
                </a:ext>
              </a:extLst>
            </p:cNvPr>
            <p:cNvSpPr/>
            <p:nvPr>
              <p:custDataLst>
                <p:tags r:id="rId76"/>
              </p:custDataLst>
            </p:nvPr>
          </p:nvSpPr>
          <p:spPr>
            <a:xfrm>
              <a:off x="10005689" y="5070335"/>
              <a:ext cx="35686" cy="149086"/>
            </a:xfrm>
            <a:custGeom>
              <a:avLst/>
              <a:gdLst>
                <a:gd name="connsiteX0" fmla="*/ 35863 w 35686"/>
                <a:gd name="connsiteY0" fmla="*/ 147671 h 149086"/>
                <a:gd name="connsiteX1" fmla="*/ 33248 w 35686"/>
                <a:gd name="connsiteY1" fmla="*/ 144391 h 149086"/>
                <a:gd name="connsiteX2" fmla="*/ 9099 w 35686"/>
                <a:gd name="connsiteY2" fmla="*/ 74618 h 149086"/>
                <a:gd name="connsiteX3" fmla="*/ 33864 w 35686"/>
                <a:gd name="connsiteY3" fmla="*/ 4100 h 149086"/>
                <a:gd name="connsiteX4" fmla="*/ 35863 w 35686"/>
                <a:gd name="connsiteY4" fmla="*/ 1566 h 149086"/>
                <a:gd name="connsiteX5" fmla="*/ 34325 w 35686"/>
                <a:gd name="connsiteY5" fmla="*/ 75 h 149086"/>
                <a:gd name="connsiteX6" fmla="*/ 9868 w 35686"/>
                <a:gd name="connsiteY6" fmla="*/ 29147 h 149086"/>
                <a:gd name="connsiteX7" fmla="*/ 177 w 35686"/>
                <a:gd name="connsiteY7" fmla="*/ 74618 h 149086"/>
                <a:gd name="connsiteX8" fmla="*/ 10329 w 35686"/>
                <a:gd name="connsiteY8" fmla="*/ 121133 h 149086"/>
                <a:gd name="connsiteX9" fmla="*/ 34325 w 35686"/>
                <a:gd name="connsiteY9" fmla="*/ 149162 h 149086"/>
                <a:gd name="connsiteX10" fmla="*/ 35863 w 35686"/>
                <a:gd name="connsiteY10" fmla="*/ 147671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86" h="149086">
                  <a:moveTo>
                    <a:pt x="35863" y="147671"/>
                  </a:moveTo>
                  <a:cubicBezTo>
                    <a:pt x="35863" y="147224"/>
                    <a:pt x="35863" y="146925"/>
                    <a:pt x="33248" y="144391"/>
                  </a:cubicBezTo>
                  <a:cubicBezTo>
                    <a:pt x="14021" y="125606"/>
                    <a:pt x="9099" y="97428"/>
                    <a:pt x="9099" y="74618"/>
                  </a:cubicBezTo>
                  <a:cubicBezTo>
                    <a:pt x="9099" y="48677"/>
                    <a:pt x="14944" y="22736"/>
                    <a:pt x="33864" y="4100"/>
                  </a:cubicBezTo>
                  <a:cubicBezTo>
                    <a:pt x="35863" y="2311"/>
                    <a:pt x="35863" y="2013"/>
                    <a:pt x="35863" y="1566"/>
                  </a:cubicBezTo>
                  <a:cubicBezTo>
                    <a:pt x="35863" y="522"/>
                    <a:pt x="35248" y="75"/>
                    <a:pt x="34325" y="75"/>
                  </a:cubicBezTo>
                  <a:cubicBezTo>
                    <a:pt x="32787" y="75"/>
                    <a:pt x="18943" y="10213"/>
                    <a:pt x="9868" y="29147"/>
                  </a:cubicBezTo>
                  <a:cubicBezTo>
                    <a:pt x="2023" y="45546"/>
                    <a:pt x="177" y="62095"/>
                    <a:pt x="177" y="74618"/>
                  </a:cubicBezTo>
                  <a:cubicBezTo>
                    <a:pt x="177" y="86247"/>
                    <a:pt x="1869" y="104286"/>
                    <a:pt x="10329" y="121133"/>
                  </a:cubicBezTo>
                  <a:cubicBezTo>
                    <a:pt x="19558" y="139471"/>
                    <a:pt x="32787" y="149162"/>
                    <a:pt x="34325" y="149162"/>
                  </a:cubicBezTo>
                  <a:cubicBezTo>
                    <a:pt x="35248" y="149162"/>
                    <a:pt x="35863" y="148714"/>
                    <a:pt x="35863" y="1476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4" name="Freeform: Shape 3253">
              <a:extLst>
                <a:ext uri="{FF2B5EF4-FFF2-40B4-BE49-F238E27FC236}">
                  <a16:creationId xmlns:a16="http://schemas.microsoft.com/office/drawing/2014/main" id="{836670A1-6CB9-EB40-E8A4-83275A94BB66}"/>
                </a:ext>
              </a:extLst>
            </p:cNvPr>
            <p:cNvSpPr/>
            <p:nvPr>
              <p:custDataLst>
                <p:tags r:id="rId77"/>
              </p:custDataLst>
            </p:nvPr>
          </p:nvSpPr>
          <p:spPr>
            <a:xfrm>
              <a:off x="10055664" y="5080324"/>
              <a:ext cx="111826" cy="101826"/>
            </a:xfrm>
            <a:custGeom>
              <a:avLst/>
              <a:gdLst>
                <a:gd name="connsiteX0" fmla="*/ 86627 w 111826"/>
                <a:gd name="connsiteY0" fmla="*/ 17071 h 101826"/>
                <a:gd name="connsiteX1" fmla="*/ 88781 w 111826"/>
                <a:gd name="connsiteY1" fmla="*/ 14983 h 101826"/>
                <a:gd name="connsiteX2" fmla="*/ 108931 w 111826"/>
                <a:gd name="connsiteY2" fmla="*/ 4696 h 101826"/>
                <a:gd name="connsiteX3" fmla="*/ 112008 w 111826"/>
                <a:gd name="connsiteY3" fmla="*/ 1864 h 101826"/>
                <a:gd name="connsiteX4" fmla="*/ 110008 w 111826"/>
                <a:gd name="connsiteY4" fmla="*/ 75 h 101826"/>
                <a:gd name="connsiteX5" fmla="*/ 97395 w 111826"/>
                <a:gd name="connsiteY5" fmla="*/ 522 h 101826"/>
                <a:gd name="connsiteX6" fmla="*/ 82013 w 111826"/>
                <a:gd name="connsiteY6" fmla="*/ 75 h 101826"/>
                <a:gd name="connsiteX7" fmla="*/ 79090 w 111826"/>
                <a:gd name="connsiteY7" fmla="*/ 2907 h 101826"/>
                <a:gd name="connsiteX8" fmla="*/ 81398 w 111826"/>
                <a:gd name="connsiteY8" fmla="*/ 4696 h 101826"/>
                <a:gd name="connsiteX9" fmla="*/ 86935 w 111826"/>
                <a:gd name="connsiteY9" fmla="*/ 8125 h 101826"/>
                <a:gd name="connsiteX10" fmla="*/ 82782 w 111826"/>
                <a:gd name="connsiteY10" fmla="*/ 15282 h 101826"/>
                <a:gd name="connsiteX11" fmla="*/ 47096 w 111826"/>
                <a:gd name="connsiteY11" fmla="*/ 55088 h 101826"/>
                <a:gd name="connsiteX12" fmla="*/ 30176 w 111826"/>
                <a:gd name="connsiteY12" fmla="*/ 10809 h 101826"/>
                <a:gd name="connsiteX13" fmla="*/ 29253 w 111826"/>
                <a:gd name="connsiteY13" fmla="*/ 8274 h 101826"/>
                <a:gd name="connsiteX14" fmla="*/ 38328 w 111826"/>
                <a:gd name="connsiteY14" fmla="*/ 4696 h 101826"/>
                <a:gd name="connsiteX15" fmla="*/ 42020 w 111826"/>
                <a:gd name="connsiteY15" fmla="*/ 1715 h 101826"/>
                <a:gd name="connsiteX16" fmla="*/ 39713 w 111826"/>
                <a:gd name="connsiteY16" fmla="*/ 75 h 101826"/>
                <a:gd name="connsiteX17" fmla="*/ 20331 w 111826"/>
                <a:gd name="connsiteY17" fmla="*/ 522 h 101826"/>
                <a:gd name="connsiteX18" fmla="*/ 3104 w 111826"/>
                <a:gd name="connsiteY18" fmla="*/ 75 h 101826"/>
                <a:gd name="connsiteX19" fmla="*/ 181 w 111826"/>
                <a:gd name="connsiteY19" fmla="*/ 3056 h 101826"/>
                <a:gd name="connsiteX20" fmla="*/ 3719 w 111826"/>
                <a:gd name="connsiteY20" fmla="*/ 4696 h 101826"/>
                <a:gd name="connsiteX21" fmla="*/ 14948 w 111826"/>
                <a:gd name="connsiteY21" fmla="*/ 9765 h 101826"/>
                <a:gd name="connsiteX22" fmla="*/ 33867 w 111826"/>
                <a:gd name="connsiteY22" fmla="*/ 58815 h 101826"/>
                <a:gd name="connsiteX23" fmla="*/ 34483 w 111826"/>
                <a:gd name="connsiteY23" fmla="*/ 61349 h 101826"/>
                <a:gd name="connsiteX24" fmla="*/ 27561 w 111826"/>
                <a:gd name="connsiteY24" fmla="*/ 88483 h 101826"/>
                <a:gd name="connsiteX25" fmla="*/ 13102 w 111826"/>
                <a:gd name="connsiteY25" fmla="*/ 97279 h 101826"/>
                <a:gd name="connsiteX26" fmla="*/ 8949 w 111826"/>
                <a:gd name="connsiteY26" fmla="*/ 100261 h 101826"/>
                <a:gd name="connsiteX27" fmla="*/ 11102 w 111826"/>
                <a:gd name="connsiteY27" fmla="*/ 101901 h 101826"/>
                <a:gd name="connsiteX28" fmla="*/ 30483 w 111826"/>
                <a:gd name="connsiteY28" fmla="*/ 101454 h 101826"/>
                <a:gd name="connsiteX29" fmla="*/ 50172 w 111826"/>
                <a:gd name="connsiteY29" fmla="*/ 101901 h 101826"/>
                <a:gd name="connsiteX30" fmla="*/ 53095 w 111826"/>
                <a:gd name="connsiteY30" fmla="*/ 98919 h 101826"/>
                <a:gd name="connsiteX31" fmla="*/ 48788 w 111826"/>
                <a:gd name="connsiteY31" fmla="*/ 97279 h 101826"/>
                <a:gd name="connsiteX32" fmla="*/ 42943 w 111826"/>
                <a:gd name="connsiteY32" fmla="*/ 96981 h 101826"/>
                <a:gd name="connsiteX33" fmla="*/ 38790 w 111826"/>
                <a:gd name="connsiteY33" fmla="*/ 94596 h 101826"/>
                <a:gd name="connsiteX34" fmla="*/ 40943 w 111826"/>
                <a:gd name="connsiteY34" fmla="*/ 85203 h 101826"/>
                <a:gd name="connsiteX35" fmla="*/ 46327 w 111826"/>
                <a:gd name="connsiteY35" fmla="*/ 64182 h 101826"/>
                <a:gd name="connsiteX36" fmla="*/ 48480 w 111826"/>
                <a:gd name="connsiteY36" fmla="*/ 59560 h 101826"/>
                <a:gd name="connsiteX37" fmla="*/ 86627 w 111826"/>
                <a:gd name="connsiteY37" fmla="*/ 17071 h 101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826" h="101826">
                  <a:moveTo>
                    <a:pt x="86627" y="17071"/>
                  </a:moveTo>
                  <a:lnTo>
                    <a:pt x="88781" y="14983"/>
                  </a:lnTo>
                  <a:cubicBezTo>
                    <a:pt x="93396" y="10511"/>
                    <a:pt x="98472" y="5442"/>
                    <a:pt x="108931" y="4696"/>
                  </a:cubicBezTo>
                  <a:cubicBezTo>
                    <a:pt x="110623" y="4547"/>
                    <a:pt x="112008" y="4547"/>
                    <a:pt x="112008" y="1864"/>
                  </a:cubicBezTo>
                  <a:cubicBezTo>
                    <a:pt x="112008" y="671"/>
                    <a:pt x="111239" y="75"/>
                    <a:pt x="110008" y="75"/>
                  </a:cubicBezTo>
                  <a:cubicBezTo>
                    <a:pt x="106009" y="75"/>
                    <a:pt x="101548" y="522"/>
                    <a:pt x="97395" y="522"/>
                  </a:cubicBezTo>
                  <a:cubicBezTo>
                    <a:pt x="92319" y="522"/>
                    <a:pt x="86935" y="75"/>
                    <a:pt x="82013" y="75"/>
                  </a:cubicBezTo>
                  <a:cubicBezTo>
                    <a:pt x="81090" y="75"/>
                    <a:pt x="79090" y="75"/>
                    <a:pt x="79090" y="2907"/>
                  </a:cubicBezTo>
                  <a:cubicBezTo>
                    <a:pt x="79090" y="4547"/>
                    <a:pt x="80629" y="4696"/>
                    <a:pt x="81398" y="4696"/>
                  </a:cubicBezTo>
                  <a:cubicBezTo>
                    <a:pt x="82474" y="4696"/>
                    <a:pt x="86935" y="4995"/>
                    <a:pt x="86935" y="8125"/>
                  </a:cubicBezTo>
                  <a:cubicBezTo>
                    <a:pt x="86935" y="10660"/>
                    <a:pt x="83397" y="14536"/>
                    <a:pt x="82782" y="15282"/>
                  </a:cubicBezTo>
                  <a:lnTo>
                    <a:pt x="47096" y="55088"/>
                  </a:lnTo>
                  <a:lnTo>
                    <a:pt x="30176" y="10809"/>
                  </a:lnTo>
                  <a:cubicBezTo>
                    <a:pt x="29253" y="8722"/>
                    <a:pt x="29253" y="8424"/>
                    <a:pt x="29253" y="8274"/>
                  </a:cubicBezTo>
                  <a:cubicBezTo>
                    <a:pt x="29253" y="4696"/>
                    <a:pt x="36790" y="4696"/>
                    <a:pt x="38328" y="4696"/>
                  </a:cubicBezTo>
                  <a:cubicBezTo>
                    <a:pt x="40482" y="4696"/>
                    <a:pt x="42020" y="4696"/>
                    <a:pt x="42020" y="1715"/>
                  </a:cubicBezTo>
                  <a:cubicBezTo>
                    <a:pt x="42020" y="75"/>
                    <a:pt x="40174" y="75"/>
                    <a:pt x="39713" y="75"/>
                  </a:cubicBezTo>
                  <a:cubicBezTo>
                    <a:pt x="35406" y="75"/>
                    <a:pt x="24638" y="522"/>
                    <a:pt x="20331" y="522"/>
                  </a:cubicBezTo>
                  <a:cubicBezTo>
                    <a:pt x="16486" y="522"/>
                    <a:pt x="6949" y="75"/>
                    <a:pt x="3104" y="75"/>
                  </a:cubicBezTo>
                  <a:cubicBezTo>
                    <a:pt x="2181" y="75"/>
                    <a:pt x="181" y="75"/>
                    <a:pt x="181" y="3056"/>
                  </a:cubicBezTo>
                  <a:cubicBezTo>
                    <a:pt x="181" y="4696"/>
                    <a:pt x="1719" y="4696"/>
                    <a:pt x="3719" y="4696"/>
                  </a:cubicBezTo>
                  <a:cubicBezTo>
                    <a:pt x="12948" y="4696"/>
                    <a:pt x="13563" y="6038"/>
                    <a:pt x="14948" y="9765"/>
                  </a:cubicBezTo>
                  <a:lnTo>
                    <a:pt x="33867" y="58815"/>
                  </a:lnTo>
                  <a:cubicBezTo>
                    <a:pt x="34021" y="59262"/>
                    <a:pt x="34483" y="60902"/>
                    <a:pt x="34483" y="61349"/>
                  </a:cubicBezTo>
                  <a:cubicBezTo>
                    <a:pt x="34483" y="61797"/>
                    <a:pt x="28330" y="85800"/>
                    <a:pt x="27561" y="88483"/>
                  </a:cubicBezTo>
                  <a:cubicBezTo>
                    <a:pt x="25561" y="96683"/>
                    <a:pt x="25407" y="97130"/>
                    <a:pt x="13102" y="97279"/>
                  </a:cubicBezTo>
                  <a:cubicBezTo>
                    <a:pt x="10179" y="97279"/>
                    <a:pt x="8949" y="97279"/>
                    <a:pt x="8949" y="100261"/>
                  </a:cubicBezTo>
                  <a:cubicBezTo>
                    <a:pt x="8949" y="101901"/>
                    <a:pt x="10794" y="101901"/>
                    <a:pt x="11102" y="101901"/>
                  </a:cubicBezTo>
                  <a:cubicBezTo>
                    <a:pt x="15409" y="101901"/>
                    <a:pt x="26176" y="101454"/>
                    <a:pt x="30483" y="101454"/>
                  </a:cubicBezTo>
                  <a:cubicBezTo>
                    <a:pt x="34790" y="101454"/>
                    <a:pt x="45865" y="101901"/>
                    <a:pt x="50172" y="101901"/>
                  </a:cubicBezTo>
                  <a:cubicBezTo>
                    <a:pt x="51249" y="101901"/>
                    <a:pt x="53095" y="101901"/>
                    <a:pt x="53095" y="98919"/>
                  </a:cubicBezTo>
                  <a:cubicBezTo>
                    <a:pt x="53095" y="97279"/>
                    <a:pt x="51710" y="97279"/>
                    <a:pt x="48788" y="97279"/>
                  </a:cubicBezTo>
                  <a:cubicBezTo>
                    <a:pt x="48480" y="97279"/>
                    <a:pt x="45558" y="97279"/>
                    <a:pt x="42943" y="96981"/>
                  </a:cubicBezTo>
                  <a:cubicBezTo>
                    <a:pt x="39713" y="96683"/>
                    <a:pt x="38790" y="96385"/>
                    <a:pt x="38790" y="94596"/>
                  </a:cubicBezTo>
                  <a:cubicBezTo>
                    <a:pt x="38790" y="93552"/>
                    <a:pt x="40174" y="88334"/>
                    <a:pt x="40943" y="85203"/>
                  </a:cubicBezTo>
                  <a:lnTo>
                    <a:pt x="46327" y="64182"/>
                  </a:lnTo>
                  <a:cubicBezTo>
                    <a:pt x="47096" y="61349"/>
                    <a:pt x="47250" y="60902"/>
                    <a:pt x="48480" y="59560"/>
                  </a:cubicBezTo>
                  <a:lnTo>
                    <a:pt x="86627" y="1707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5" name="Freeform: Shape 3254">
              <a:extLst>
                <a:ext uri="{FF2B5EF4-FFF2-40B4-BE49-F238E27FC236}">
                  <a16:creationId xmlns:a16="http://schemas.microsoft.com/office/drawing/2014/main" id="{D6A1E0A1-DD6A-60B8-7F0A-B732649F51C6}"/>
                </a:ext>
              </a:extLst>
            </p:cNvPr>
            <p:cNvSpPr/>
            <p:nvPr>
              <p:custDataLst>
                <p:tags r:id="rId78"/>
              </p:custDataLst>
            </p:nvPr>
          </p:nvSpPr>
          <p:spPr>
            <a:xfrm>
              <a:off x="10182531" y="5070335"/>
              <a:ext cx="35686" cy="149086"/>
            </a:xfrm>
            <a:custGeom>
              <a:avLst/>
              <a:gdLst>
                <a:gd name="connsiteX0" fmla="*/ 35875 w 35686"/>
                <a:gd name="connsiteY0" fmla="*/ 74618 h 149086"/>
                <a:gd name="connsiteX1" fmla="*/ 25723 w 35686"/>
                <a:gd name="connsiteY1" fmla="*/ 28103 h 149086"/>
                <a:gd name="connsiteX2" fmla="*/ 1727 w 35686"/>
                <a:gd name="connsiteY2" fmla="*/ 75 h 149086"/>
                <a:gd name="connsiteX3" fmla="*/ 189 w 35686"/>
                <a:gd name="connsiteY3" fmla="*/ 1566 h 149086"/>
                <a:gd name="connsiteX4" fmla="*/ 3112 w 35686"/>
                <a:gd name="connsiteY4" fmla="*/ 4995 h 149086"/>
                <a:gd name="connsiteX5" fmla="*/ 26954 w 35686"/>
                <a:gd name="connsiteY5" fmla="*/ 74618 h 149086"/>
                <a:gd name="connsiteX6" fmla="*/ 2189 w 35686"/>
                <a:gd name="connsiteY6" fmla="*/ 145136 h 149086"/>
                <a:gd name="connsiteX7" fmla="*/ 189 w 35686"/>
                <a:gd name="connsiteY7" fmla="*/ 147671 h 149086"/>
                <a:gd name="connsiteX8" fmla="*/ 1727 w 35686"/>
                <a:gd name="connsiteY8" fmla="*/ 149162 h 149086"/>
                <a:gd name="connsiteX9" fmla="*/ 26184 w 35686"/>
                <a:gd name="connsiteY9" fmla="*/ 120090 h 149086"/>
                <a:gd name="connsiteX10" fmla="*/ 35875 w 35686"/>
                <a:gd name="connsiteY10" fmla="*/ 74618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86" h="149086">
                  <a:moveTo>
                    <a:pt x="35875" y="74618"/>
                  </a:moveTo>
                  <a:cubicBezTo>
                    <a:pt x="35875" y="62989"/>
                    <a:pt x="34183" y="44950"/>
                    <a:pt x="25723" y="28103"/>
                  </a:cubicBezTo>
                  <a:cubicBezTo>
                    <a:pt x="16494" y="9765"/>
                    <a:pt x="3265" y="75"/>
                    <a:pt x="1727" y="75"/>
                  </a:cubicBezTo>
                  <a:cubicBezTo>
                    <a:pt x="804" y="75"/>
                    <a:pt x="189" y="671"/>
                    <a:pt x="189" y="1566"/>
                  </a:cubicBezTo>
                  <a:cubicBezTo>
                    <a:pt x="189" y="2013"/>
                    <a:pt x="189" y="2311"/>
                    <a:pt x="3112" y="4995"/>
                  </a:cubicBezTo>
                  <a:cubicBezTo>
                    <a:pt x="18186" y="19754"/>
                    <a:pt x="26954" y="43459"/>
                    <a:pt x="26954" y="74618"/>
                  </a:cubicBezTo>
                  <a:cubicBezTo>
                    <a:pt x="26954" y="100112"/>
                    <a:pt x="21262" y="126351"/>
                    <a:pt x="2189" y="145136"/>
                  </a:cubicBezTo>
                  <a:cubicBezTo>
                    <a:pt x="189" y="146925"/>
                    <a:pt x="189" y="147224"/>
                    <a:pt x="189" y="147671"/>
                  </a:cubicBezTo>
                  <a:cubicBezTo>
                    <a:pt x="189" y="148565"/>
                    <a:pt x="804" y="149162"/>
                    <a:pt x="1727" y="149162"/>
                  </a:cubicBezTo>
                  <a:cubicBezTo>
                    <a:pt x="3265" y="149162"/>
                    <a:pt x="17109" y="139024"/>
                    <a:pt x="26184" y="120090"/>
                  </a:cubicBezTo>
                  <a:cubicBezTo>
                    <a:pt x="34029" y="103690"/>
                    <a:pt x="35875" y="87141"/>
                    <a:pt x="35875" y="7461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6" name="Freeform: Shape 3255">
              <a:extLst>
                <a:ext uri="{FF2B5EF4-FFF2-40B4-BE49-F238E27FC236}">
                  <a16:creationId xmlns:a16="http://schemas.microsoft.com/office/drawing/2014/main" id="{013AC408-71D5-C7CE-12AF-73B33A2AF7A3}"/>
                </a:ext>
              </a:extLst>
            </p:cNvPr>
            <p:cNvSpPr/>
            <p:nvPr>
              <p:custDataLst>
                <p:tags r:id="rId79"/>
              </p:custDataLst>
            </p:nvPr>
          </p:nvSpPr>
          <p:spPr>
            <a:xfrm>
              <a:off x="10284922" y="5127436"/>
              <a:ext cx="102289" cy="34886"/>
            </a:xfrm>
            <a:custGeom>
              <a:avLst/>
              <a:gdLst>
                <a:gd name="connsiteX0" fmla="*/ 97256 w 102289"/>
                <a:gd name="connsiteY0" fmla="*/ 6038 h 34886"/>
                <a:gd name="connsiteX1" fmla="*/ 102486 w 102289"/>
                <a:gd name="connsiteY1" fmla="*/ 3056 h 34886"/>
                <a:gd name="connsiteX2" fmla="*/ 97409 w 102289"/>
                <a:gd name="connsiteY2" fmla="*/ 75 h 34886"/>
                <a:gd name="connsiteX3" fmla="*/ 5272 w 102289"/>
                <a:gd name="connsiteY3" fmla="*/ 75 h 34886"/>
                <a:gd name="connsiteX4" fmla="*/ 196 w 102289"/>
                <a:gd name="connsiteY4" fmla="*/ 3056 h 34886"/>
                <a:gd name="connsiteX5" fmla="*/ 5425 w 102289"/>
                <a:gd name="connsiteY5" fmla="*/ 6038 h 34886"/>
                <a:gd name="connsiteX6" fmla="*/ 97256 w 102289"/>
                <a:gd name="connsiteY6" fmla="*/ 6038 h 34886"/>
                <a:gd name="connsiteX7" fmla="*/ 97409 w 102289"/>
                <a:gd name="connsiteY7" fmla="*/ 34961 h 34886"/>
                <a:gd name="connsiteX8" fmla="*/ 102486 w 102289"/>
                <a:gd name="connsiteY8" fmla="*/ 31979 h 34886"/>
                <a:gd name="connsiteX9" fmla="*/ 97256 w 102289"/>
                <a:gd name="connsiteY9" fmla="*/ 28998 h 34886"/>
                <a:gd name="connsiteX10" fmla="*/ 5425 w 102289"/>
                <a:gd name="connsiteY10" fmla="*/ 28998 h 34886"/>
                <a:gd name="connsiteX11" fmla="*/ 196 w 102289"/>
                <a:gd name="connsiteY11" fmla="*/ 31979 h 34886"/>
                <a:gd name="connsiteX12" fmla="*/ 5272 w 102289"/>
                <a:gd name="connsiteY12" fmla="*/ 34961 h 34886"/>
                <a:gd name="connsiteX13" fmla="*/ 97409 w 102289"/>
                <a:gd name="connsiteY13" fmla="*/ 34961 h 3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2289" h="34886">
                  <a:moveTo>
                    <a:pt x="97256" y="6038"/>
                  </a:moveTo>
                  <a:cubicBezTo>
                    <a:pt x="99563" y="6038"/>
                    <a:pt x="102486" y="6038"/>
                    <a:pt x="102486" y="3056"/>
                  </a:cubicBezTo>
                  <a:cubicBezTo>
                    <a:pt x="102486" y="75"/>
                    <a:pt x="99563" y="75"/>
                    <a:pt x="97409" y="75"/>
                  </a:cubicBezTo>
                  <a:lnTo>
                    <a:pt x="5272" y="75"/>
                  </a:lnTo>
                  <a:cubicBezTo>
                    <a:pt x="3118" y="75"/>
                    <a:pt x="196" y="75"/>
                    <a:pt x="196" y="3056"/>
                  </a:cubicBezTo>
                  <a:cubicBezTo>
                    <a:pt x="196" y="6038"/>
                    <a:pt x="3118" y="6038"/>
                    <a:pt x="5425" y="6038"/>
                  </a:cubicBezTo>
                  <a:lnTo>
                    <a:pt x="97256" y="6038"/>
                  </a:lnTo>
                  <a:close/>
                  <a:moveTo>
                    <a:pt x="97409" y="34961"/>
                  </a:moveTo>
                  <a:cubicBezTo>
                    <a:pt x="99563" y="34961"/>
                    <a:pt x="102486" y="34961"/>
                    <a:pt x="102486" y="31979"/>
                  </a:cubicBezTo>
                  <a:cubicBezTo>
                    <a:pt x="102486" y="28998"/>
                    <a:pt x="99563" y="28998"/>
                    <a:pt x="97256" y="28998"/>
                  </a:cubicBezTo>
                  <a:lnTo>
                    <a:pt x="5425" y="28998"/>
                  </a:lnTo>
                  <a:cubicBezTo>
                    <a:pt x="3118" y="28998"/>
                    <a:pt x="196" y="28998"/>
                    <a:pt x="196" y="31979"/>
                  </a:cubicBezTo>
                  <a:cubicBezTo>
                    <a:pt x="196" y="34961"/>
                    <a:pt x="3118" y="34961"/>
                    <a:pt x="5272" y="34961"/>
                  </a:cubicBezTo>
                  <a:lnTo>
                    <a:pt x="97409" y="349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7" name="Freeform: Shape 3256">
              <a:extLst>
                <a:ext uri="{FF2B5EF4-FFF2-40B4-BE49-F238E27FC236}">
                  <a16:creationId xmlns:a16="http://schemas.microsoft.com/office/drawing/2014/main" id="{E2EE31CB-2828-39D1-AADE-229D87D2E86C}"/>
                </a:ext>
              </a:extLst>
            </p:cNvPr>
            <p:cNvSpPr/>
            <p:nvPr>
              <p:custDataLst>
                <p:tags r:id="rId80"/>
              </p:custDataLst>
            </p:nvPr>
          </p:nvSpPr>
          <p:spPr>
            <a:xfrm>
              <a:off x="10453901" y="5070335"/>
              <a:ext cx="35686" cy="149086"/>
            </a:xfrm>
            <a:custGeom>
              <a:avLst/>
              <a:gdLst>
                <a:gd name="connsiteX0" fmla="*/ 35892 w 35686"/>
                <a:gd name="connsiteY0" fmla="*/ 147671 h 149086"/>
                <a:gd name="connsiteX1" fmla="*/ 33277 w 35686"/>
                <a:gd name="connsiteY1" fmla="*/ 144391 h 149086"/>
                <a:gd name="connsiteX2" fmla="*/ 9128 w 35686"/>
                <a:gd name="connsiteY2" fmla="*/ 74618 h 149086"/>
                <a:gd name="connsiteX3" fmla="*/ 33893 w 35686"/>
                <a:gd name="connsiteY3" fmla="*/ 4100 h 149086"/>
                <a:gd name="connsiteX4" fmla="*/ 35892 w 35686"/>
                <a:gd name="connsiteY4" fmla="*/ 1566 h 149086"/>
                <a:gd name="connsiteX5" fmla="*/ 34354 w 35686"/>
                <a:gd name="connsiteY5" fmla="*/ 75 h 149086"/>
                <a:gd name="connsiteX6" fmla="*/ 9897 w 35686"/>
                <a:gd name="connsiteY6" fmla="*/ 29147 h 149086"/>
                <a:gd name="connsiteX7" fmla="*/ 206 w 35686"/>
                <a:gd name="connsiteY7" fmla="*/ 74618 h 149086"/>
                <a:gd name="connsiteX8" fmla="*/ 10358 w 35686"/>
                <a:gd name="connsiteY8" fmla="*/ 121133 h 149086"/>
                <a:gd name="connsiteX9" fmla="*/ 34354 w 35686"/>
                <a:gd name="connsiteY9" fmla="*/ 149162 h 149086"/>
                <a:gd name="connsiteX10" fmla="*/ 35892 w 35686"/>
                <a:gd name="connsiteY10" fmla="*/ 147671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86" h="149086">
                  <a:moveTo>
                    <a:pt x="35892" y="147671"/>
                  </a:moveTo>
                  <a:cubicBezTo>
                    <a:pt x="35892" y="147224"/>
                    <a:pt x="35892" y="146925"/>
                    <a:pt x="33277" y="144391"/>
                  </a:cubicBezTo>
                  <a:cubicBezTo>
                    <a:pt x="14050" y="125606"/>
                    <a:pt x="9128" y="97428"/>
                    <a:pt x="9128" y="74618"/>
                  </a:cubicBezTo>
                  <a:cubicBezTo>
                    <a:pt x="9128" y="48677"/>
                    <a:pt x="14973" y="22736"/>
                    <a:pt x="33893" y="4100"/>
                  </a:cubicBezTo>
                  <a:cubicBezTo>
                    <a:pt x="35892" y="2311"/>
                    <a:pt x="35892" y="2013"/>
                    <a:pt x="35892" y="1566"/>
                  </a:cubicBezTo>
                  <a:cubicBezTo>
                    <a:pt x="35892" y="522"/>
                    <a:pt x="35277" y="75"/>
                    <a:pt x="34354" y="75"/>
                  </a:cubicBezTo>
                  <a:cubicBezTo>
                    <a:pt x="32816" y="75"/>
                    <a:pt x="18972" y="10213"/>
                    <a:pt x="9897" y="29147"/>
                  </a:cubicBezTo>
                  <a:cubicBezTo>
                    <a:pt x="2052" y="45546"/>
                    <a:pt x="206" y="62095"/>
                    <a:pt x="206" y="74618"/>
                  </a:cubicBezTo>
                  <a:cubicBezTo>
                    <a:pt x="206" y="86247"/>
                    <a:pt x="1898" y="104286"/>
                    <a:pt x="10358" y="121133"/>
                  </a:cubicBezTo>
                  <a:cubicBezTo>
                    <a:pt x="19587" y="139471"/>
                    <a:pt x="32816" y="149162"/>
                    <a:pt x="34354" y="149162"/>
                  </a:cubicBezTo>
                  <a:cubicBezTo>
                    <a:pt x="35277" y="149162"/>
                    <a:pt x="35892" y="148714"/>
                    <a:pt x="35892" y="1476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8" name="Freeform: Shape 3257">
              <a:extLst>
                <a:ext uri="{FF2B5EF4-FFF2-40B4-BE49-F238E27FC236}">
                  <a16:creationId xmlns:a16="http://schemas.microsoft.com/office/drawing/2014/main" id="{722D329D-BFC7-E6BD-49A1-259961C547AC}"/>
                </a:ext>
              </a:extLst>
            </p:cNvPr>
            <p:cNvSpPr/>
            <p:nvPr>
              <p:custDataLst>
                <p:tags r:id="rId81"/>
              </p:custDataLst>
            </p:nvPr>
          </p:nvSpPr>
          <p:spPr>
            <a:xfrm>
              <a:off x="10512182" y="5082859"/>
              <a:ext cx="50760" cy="99291"/>
            </a:xfrm>
            <a:custGeom>
              <a:avLst/>
              <a:gdLst>
                <a:gd name="connsiteX0" fmla="*/ 31743 w 50760"/>
                <a:gd name="connsiteY0" fmla="*/ 3951 h 99291"/>
                <a:gd name="connsiteX1" fmla="*/ 28205 w 50760"/>
                <a:gd name="connsiteY1" fmla="*/ 75 h 99291"/>
                <a:gd name="connsiteX2" fmla="*/ 210 w 50760"/>
                <a:gd name="connsiteY2" fmla="*/ 9616 h 99291"/>
                <a:gd name="connsiteX3" fmla="*/ 210 w 50760"/>
                <a:gd name="connsiteY3" fmla="*/ 14238 h 99291"/>
                <a:gd name="connsiteX4" fmla="*/ 20360 w 50760"/>
                <a:gd name="connsiteY4" fmla="*/ 10362 h 99291"/>
                <a:gd name="connsiteX5" fmla="*/ 20360 w 50760"/>
                <a:gd name="connsiteY5" fmla="*/ 87589 h 99291"/>
                <a:gd name="connsiteX6" fmla="*/ 6055 w 50760"/>
                <a:gd name="connsiteY6" fmla="*/ 94745 h 99291"/>
                <a:gd name="connsiteX7" fmla="*/ 1133 w 50760"/>
                <a:gd name="connsiteY7" fmla="*/ 94745 h 99291"/>
                <a:gd name="connsiteX8" fmla="*/ 1133 w 50760"/>
                <a:gd name="connsiteY8" fmla="*/ 99367 h 99291"/>
                <a:gd name="connsiteX9" fmla="*/ 26052 w 50760"/>
                <a:gd name="connsiteY9" fmla="*/ 98919 h 99291"/>
                <a:gd name="connsiteX10" fmla="*/ 50970 w 50760"/>
                <a:gd name="connsiteY10" fmla="*/ 99367 h 99291"/>
                <a:gd name="connsiteX11" fmla="*/ 50970 w 50760"/>
                <a:gd name="connsiteY11" fmla="*/ 94745 h 99291"/>
                <a:gd name="connsiteX12" fmla="*/ 46048 w 50760"/>
                <a:gd name="connsiteY12" fmla="*/ 94745 h 99291"/>
                <a:gd name="connsiteX13" fmla="*/ 31743 w 50760"/>
                <a:gd name="connsiteY13" fmla="*/ 87589 h 99291"/>
                <a:gd name="connsiteX14" fmla="*/ 31743 w 50760"/>
                <a:gd name="connsiteY14" fmla="*/ 3951 h 9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60" h="99291">
                  <a:moveTo>
                    <a:pt x="31743" y="3951"/>
                  </a:moveTo>
                  <a:cubicBezTo>
                    <a:pt x="31743" y="373"/>
                    <a:pt x="31743" y="75"/>
                    <a:pt x="28205" y="75"/>
                  </a:cubicBezTo>
                  <a:cubicBezTo>
                    <a:pt x="18668" y="9616"/>
                    <a:pt x="5132" y="9616"/>
                    <a:pt x="210" y="9616"/>
                  </a:cubicBezTo>
                  <a:lnTo>
                    <a:pt x="210" y="14238"/>
                  </a:lnTo>
                  <a:cubicBezTo>
                    <a:pt x="3286" y="14238"/>
                    <a:pt x="12362" y="14238"/>
                    <a:pt x="20360" y="10362"/>
                  </a:cubicBezTo>
                  <a:lnTo>
                    <a:pt x="20360" y="87589"/>
                  </a:lnTo>
                  <a:cubicBezTo>
                    <a:pt x="20360" y="92956"/>
                    <a:pt x="19899" y="94745"/>
                    <a:pt x="6055" y="94745"/>
                  </a:cubicBezTo>
                  <a:lnTo>
                    <a:pt x="1133" y="94745"/>
                  </a:lnTo>
                  <a:lnTo>
                    <a:pt x="1133" y="99367"/>
                  </a:lnTo>
                  <a:cubicBezTo>
                    <a:pt x="6517" y="98919"/>
                    <a:pt x="19899" y="98919"/>
                    <a:pt x="26052" y="98919"/>
                  </a:cubicBezTo>
                  <a:cubicBezTo>
                    <a:pt x="32204" y="98919"/>
                    <a:pt x="45587" y="98919"/>
                    <a:pt x="50970" y="99367"/>
                  </a:cubicBezTo>
                  <a:lnTo>
                    <a:pt x="50970" y="94745"/>
                  </a:lnTo>
                  <a:lnTo>
                    <a:pt x="46048" y="94745"/>
                  </a:lnTo>
                  <a:cubicBezTo>
                    <a:pt x="32204" y="94745"/>
                    <a:pt x="31743" y="93105"/>
                    <a:pt x="31743" y="87589"/>
                  </a:cubicBezTo>
                  <a:lnTo>
                    <a:pt x="31743" y="395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9" name="Freeform: Shape 3258">
              <a:extLst>
                <a:ext uri="{FF2B5EF4-FFF2-40B4-BE49-F238E27FC236}">
                  <a16:creationId xmlns:a16="http://schemas.microsoft.com/office/drawing/2014/main" id="{79025DD9-0BC2-B410-32B6-604443DFE88D}"/>
                </a:ext>
              </a:extLst>
            </p:cNvPr>
            <p:cNvSpPr/>
            <p:nvPr>
              <p:custDataLst>
                <p:tags r:id="rId82"/>
              </p:custDataLst>
            </p:nvPr>
          </p:nvSpPr>
          <p:spPr>
            <a:xfrm>
              <a:off x="10622350" y="5141897"/>
              <a:ext cx="93983" cy="5963"/>
            </a:xfrm>
            <a:custGeom>
              <a:avLst/>
              <a:gdLst>
                <a:gd name="connsiteX0" fmla="*/ 88817 w 93983"/>
                <a:gd name="connsiteY0" fmla="*/ 6038 h 5963"/>
                <a:gd name="connsiteX1" fmla="*/ 94201 w 93983"/>
                <a:gd name="connsiteY1" fmla="*/ 3056 h 5963"/>
                <a:gd name="connsiteX2" fmla="*/ 88817 w 93983"/>
                <a:gd name="connsiteY2" fmla="*/ 75 h 5963"/>
                <a:gd name="connsiteX3" fmla="*/ 5601 w 93983"/>
                <a:gd name="connsiteY3" fmla="*/ 75 h 5963"/>
                <a:gd name="connsiteX4" fmla="*/ 217 w 93983"/>
                <a:gd name="connsiteY4" fmla="*/ 3056 h 5963"/>
                <a:gd name="connsiteX5" fmla="*/ 5601 w 93983"/>
                <a:gd name="connsiteY5" fmla="*/ 6038 h 5963"/>
                <a:gd name="connsiteX6" fmla="*/ 88817 w 93983"/>
                <a:gd name="connsiteY6" fmla="*/ 6038 h 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983" h="5963">
                  <a:moveTo>
                    <a:pt x="88817" y="6038"/>
                  </a:moveTo>
                  <a:cubicBezTo>
                    <a:pt x="91432" y="6038"/>
                    <a:pt x="94201" y="6038"/>
                    <a:pt x="94201" y="3056"/>
                  </a:cubicBezTo>
                  <a:cubicBezTo>
                    <a:pt x="94201" y="75"/>
                    <a:pt x="91432" y="75"/>
                    <a:pt x="88817" y="75"/>
                  </a:cubicBezTo>
                  <a:lnTo>
                    <a:pt x="5601" y="75"/>
                  </a:lnTo>
                  <a:cubicBezTo>
                    <a:pt x="2986" y="75"/>
                    <a:pt x="217" y="75"/>
                    <a:pt x="217" y="3056"/>
                  </a:cubicBezTo>
                  <a:cubicBezTo>
                    <a:pt x="217" y="6038"/>
                    <a:pt x="2986" y="6038"/>
                    <a:pt x="5601" y="6038"/>
                  </a:cubicBezTo>
                  <a:lnTo>
                    <a:pt x="88817" y="603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60" name="Freeform: Shape 3259">
              <a:extLst>
                <a:ext uri="{FF2B5EF4-FFF2-40B4-BE49-F238E27FC236}">
                  <a16:creationId xmlns:a16="http://schemas.microsoft.com/office/drawing/2014/main" id="{5F70455C-AF48-AE10-D9AE-C83D74D45775}"/>
                </a:ext>
              </a:extLst>
            </p:cNvPr>
            <p:cNvSpPr/>
            <p:nvPr>
              <p:custDataLst>
                <p:tags r:id="rId83"/>
              </p:custDataLst>
            </p:nvPr>
          </p:nvSpPr>
          <p:spPr>
            <a:xfrm>
              <a:off x="10758480" y="5116254"/>
              <a:ext cx="80293" cy="94819"/>
            </a:xfrm>
            <a:custGeom>
              <a:avLst/>
              <a:gdLst>
                <a:gd name="connsiteX0" fmla="*/ 12071 w 80293"/>
                <a:gd name="connsiteY0" fmla="*/ 84160 h 94819"/>
                <a:gd name="connsiteX1" fmla="*/ 3765 w 80293"/>
                <a:gd name="connsiteY1" fmla="*/ 90272 h 94819"/>
                <a:gd name="connsiteX2" fmla="*/ 227 w 80293"/>
                <a:gd name="connsiteY2" fmla="*/ 93105 h 94819"/>
                <a:gd name="connsiteX3" fmla="*/ 2227 w 80293"/>
                <a:gd name="connsiteY3" fmla="*/ 94894 h 94819"/>
                <a:gd name="connsiteX4" fmla="*/ 15148 w 80293"/>
                <a:gd name="connsiteY4" fmla="*/ 94447 h 94819"/>
                <a:gd name="connsiteX5" fmla="*/ 30376 w 80293"/>
                <a:gd name="connsiteY5" fmla="*/ 94894 h 94819"/>
                <a:gd name="connsiteX6" fmla="*/ 33144 w 80293"/>
                <a:gd name="connsiteY6" fmla="*/ 91912 h 94819"/>
                <a:gd name="connsiteX7" fmla="*/ 29453 w 80293"/>
                <a:gd name="connsiteY7" fmla="*/ 90272 h 94819"/>
                <a:gd name="connsiteX8" fmla="*/ 21762 w 80293"/>
                <a:gd name="connsiteY8" fmla="*/ 87887 h 94819"/>
                <a:gd name="connsiteX9" fmla="*/ 29299 w 80293"/>
                <a:gd name="connsiteY9" fmla="*/ 58070 h 94819"/>
                <a:gd name="connsiteX10" fmla="*/ 43450 w 80293"/>
                <a:gd name="connsiteY10" fmla="*/ 67611 h 94819"/>
                <a:gd name="connsiteX11" fmla="*/ 80521 w 80293"/>
                <a:gd name="connsiteY11" fmla="*/ 23929 h 94819"/>
                <a:gd name="connsiteX12" fmla="*/ 60063 w 80293"/>
                <a:gd name="connsiteY12" fmla="*/ 75 h 94819"/>
                <a:gd name="connsiteX13" fmla="*/ 39913 w 80293"/>
                <a:gd name="connsiteY13" fmla="*/ 11256 h 94819"/>
                <a:gd name="connsiteX14" fmla="*/ 26069 w 80293"/>
                <a:gd name="connsiteY14" fmla="*/ 75 h 94819"/>
                <a:gd name="connsiteX15" fmla="*/ 14686 w 80293"/>
                <a:gd name="connsiteY15" fmla="*/ 8573 h 94819"/>
                <a:gd name="connsiteX16" fmla="*/ 9918 w 80293"/>
                <a:gd name="connsiteY16" fmla="*/ 23034 h 94819"/>
                <a:gd name="connsiteX17" fmla="*/ 11764 w 80293"/>
                <a:gd name="connsiteY17" fmla="*/ 24525 h 94819"/>
                <a:gd name="connsiteX18" fmla="*/ 14378 w 80293"/>
                <a:gd name="connsiteY18" fmla="*/ 21096 h 94819"/>
                <a:gd name="connsiteX19" fmla="*/ 25607 w 80293"/>
                <a:gd name="connsiteY19" fmla="*/ 3355 h 94819"/>
                <a:gd name="connsiteX20" fmla="*/ 30376 w 80293"/>
                <a:gd name="connsiteY20" fmla="*/ 10213 h 94819"/>
                <a:gd name="connsiteX21" fmla="*/ 29299 w 80293"/>
                <a:gd name="connsiteY21" fmla="*/ 17816 h 94819"/>
                <a:gd name="connsiteX22" fmla="*/ 12071 w 80293"/>
                <a:gd name="connsiteY22" fmla="*/ 84160 h 94819"/>
                <a:gd name="connsiteX23" fmla="*/ 39143 w 80293"/>
                <a:gd name="connsiteY23" fmla="*/ 19456 h 94819"/>
                <a:gd name="connsiteX24" fmla="*/ 47142 w 80293"/>
                <a:gd name="connsiteY24" fmla="*/ 9020 h 94819"/>
                <a:gd name="connsiteX25" fmla="*/ 59601 w 80293"/>
                <a:gd name="connsiteY25" fmla="*/ 3355 h 94819"/>
                <a:gd name="connsiteX26" fmla="*/ 69446 w 80293"/>
                <a:gd name="connsiteY26" fmla="*/ 17369 h 94819"/>
                <a:gd name="connsiteX27" fmla="*/ 61601 w 80293"/>
                <a:gd name="connsiteY27" fmla="*/ 48975 h 94819"/>
                <a:gd name="connsiteX28" fmla="*/ 43297 w 80293"/>
                <a:gd name="connsiteY28" fmla="*/ 64331 h 94819"/>
                <a:gd name="connsiteX29" fmla="*/ 31145 w 80293"/>
                <a:gd name="connsiteY29" fmla="*/ 51062 h 94819"/>
                <a:gd name="connsiteX30" fmla="*/ 31606 w 80293"/>
                <a:gd name="connsiteY30" fmla="*/ 48677 h 94819"/>
                <a:gd name="connsiteX31" fmla="*/ 39143 w 80293"/>
                <a:gd name="connsiteY31" fmla="*/ 19456 h 94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0293" h="94819">
                  <a:moveTo>
                    <a:pt x="12071" y="84160"/>
                  </a:moveTo>
                  <a:cubicBezTo>
                    <a:pt x="10841" y="89229"/>
                    <a:pt x="10533" y="90272"/>
                    <a:pt x="3765" y="90272"/>
                  </a:cubicBezTo>
                  <a:cubicBezTo>
                    <a:pt x="1919" y="90272"/>
                    <a:pt x="227" y="90272"/>
                    <a:pt x="227" y="93105"/>
                  </a:cubicBezTo>
                  <a:cubicBezTo>
                    <a:pt x="227" y="94298"/>
                    <a:pt x="996" y="94894"/>
                    <a:pt x="2227" y="94894"/>
                  </a:cubicBezTo>
                  <a:cubicBezTo>
                    <a:pt x="6380" y="94894"/>
                    <a:pt x="10841" y="94447"/>
                    <a:pt x="15148" y="94447"/>
                  </a:cubicBezTo>
                  <a:cubicBezTo>
                    <a:pt x="20224" y="94447"/>
                    <a:pt x="25453" y="94894"/>
                    <a:pt x="30376" y="94894"/>
                  </a:cubicBezTo>
                  <a:cubicBezTo>
                    <a:pt x="31145" y="94894"/>
                    <a:pt x="33144" y="94894"/>
                    <a:pt x="33144" y="91912"/>
                  </a:cubicBezTo>
                  <a:cubicBezTo>
                    <a:pt x="33144" y="90272"/>
                    <a:pt x="31606" y="90272"/>
                    <a:pt x="29453" y="90272"/>
                  </a:cubicBezTo>
                  <a:cubicBezTo>
                    <a:pt x="21762" y="90272"/>
                    <a:pt x="21762" y="89229"/>
                    <a:pt x="21762" y="87887"/>
                  </a:cubicBezTo>
                  <a:cubicBezTo>
                    <a:pt x="21762" y="86098"/>
                    <a:pt x="28222" y="61797"/>
                    <a:pt x="29299" y="58070"/>
                  </a:cubicBezTo>
                  <a:cubicBezTo>
                    <a:pt x="31299" y="62393"/>
                    <a:pt x="35606" y="67611"/>
                    <a:pt x="43450" y="67611"/>
                  </a:cubicBezTo>
                  <a:cubicBezTo>
                    <a:pt x="61293" y="67611"/>
                    <a:pt x="80521" y="45844"/>
                    <a:pt x="80521" y="23929"/>
                  </a:cubicBezTo>
                  <a:cubicBezTo>
                    <a:pt x="80521" y="9914"/>
                    <a:pt x="71753" y="75"/>
                    <a:pt x="60063" y="75"/>
                  </a:cubicBezTo>
                  <a:cubicBezTo>
                    <a:pt x="52372" y="75"/>
                    <a:pt x="44989" y="5442"/>
                    <a:pt x="39913" y="11256"/>
                  </a:cubicBezTo>
                  <a:cubicBezTo>
                    <a:pt x="38374" y="3206"/>
                    <a:pt x="31760" y="75"/>
                    <a:pt x="26069" y="75"/>
                  </a:cubicBezTo>
                  <a:cubicBezTo>
                    <a:pt x="18993" y="75"/>
                    <a:pt x="16071" y="5889"/>
                    <a:pt x="14686" y="8573"/>
                  </a:cubicBezTo>
                  <a:cubicBezTo>
                    <a:pt x="11917" y="13642"/>
                    <a:pt x="9918" y="22587"/>
                    <a:pt x="9918" y="23034"/>
                  </a:cubicBezTo>
                  <a:cubicBezTo>
                    <a:pt x="9918" y="24525"/>
                    <a:pt x="11456" y="24525"/>
                    <a:pt x="11764" y="24525"/>
                  </a:cubicBezTo>
                  <a:cubicBezTo>
                    <a:pt x="13302" y="24525"/>
                    <a:pt x="13456" y="24376"/>
                    <a:pt x="14378" y="21096"/>
                  </a:cubicBezTo>
                  <a:cubicBezTo>
                    <a:pt x="16993" y="10511"/>
                    <a:pt x="20070" y="3355"/>
                    <a:pt x="25607" y="3355"/>
                  </a:cubicBezTo>
                  <a:cubicBezTo>
                    <a:pt x="28222" y="3355"/>
                    <a:pt x="30376" y="4547"/>
                    <a:pt x="30376" y="10213"/>
                  </a:cubicBezTo>
                  <a:cubicBezTo>
                    <a:pt x="30376" y="13642"/>
                    <a:pt x="29914" y="15282"/>
                    <a:pt x="29299" y="17816"/>
                  </a:cubicBezTo>
                  <a:lnTo>
                    <a:pt x="12071" y="84160"/>
                  </a:lnTo>
                  <a:close/>
                  <a:moveTo>
                    <a:pt x="39143" y="19456"/>
                  </a:moveTo>
                  <a:cubicBezTo>
                    <a:pt x="40220" y="15431"/>
                    <a:pt x="44373" y="11256"/>
                    <a:pt x="47142" y="9020"/>
                  </a:cubicBezTo>
                  <a:cubicBezTo>
                    <a:pt x="52526" y="4398"/>
                    <a:pt x="56986" y="3355"/>
                    <a:pt x="59601" y="3355"/>
                  </a:cubicBezTo>
                  <a:cubicBezTo>
                    <a:pt x="65754" y="3355"/>
                    <a:pt x="69446" y="8573"/>
                    <a:pt x="69446" y="17369"/>
                  </a:cubicBezTo>
                  <a:cubicBezTo>
                    <a:pt x="69446" y="26165"/>
                    <a:pt x="64370" y="43310"/>
                    <a:pt x="61601" y="48975"/>
                  </a:cubicBezTo>
                  <a:cubicBezTo>
                    <a:pt x="56371" y="59411"/>
                    <a:pt x="48988" y="64331"/>
                    <a:pt x="43297" y="64331"/>
                  </a:cubicBezTo>
                  <a:cubicBezTo>
                    <a:pt x="33144" y="64331"/>
                    <a:pt x="31145" y="51957"/>
                    <a:pt x="31145" y="51062"/>
                  </a:cubicBezTo>
                  <a:cubicBezTo>
                    <a:pt x="31145" y="50764"/>
                    <a:pt x="31145" y="50466"/>
                    <a:pt x="31606" y="48677"/>
                  </a:cubicBezTo>
                  <a:lnTo>
                    <a:pt x="39143" y="194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61" name="Freeform: Shape 3260">
              <a:extLst>
                <a:ext uri="{FF2B5EF4-FFF2-40B4-BE49-F238E27FC236}">
                  <a16:creationId xmlns:a16="http://schemas.microsoft.com/office/drawing/2014/main" id="{2DF94DE2-B602-6B19-0209-936E8BE5B7DF}"/>
                </a:ext>
              </a:extLst>
            </p:cNvPr>
            <p:cNvSpPr/>
            <p:nvPr>
              <p:custDataLst>
                <p:tags r:id="rId84"/>
              </p:custDataLst>
            </p:nvPr>
          </p:nvSpPr>
          <p:spPr>
            <a:xfrm>
              <a:off x="10849560" y="5070335"/>
              <a:ext cx="35686" cy="149086"/>
            </a:xfrm>
            <a:custGeom>
              <a:avLst/>
              <a:gdLst>
                <a:gd name="connsiteX0" fmla="*/ 35918 w 35686"/>
                <a:gd name="connsiteY0" fmla="*/ 74618 h 149086"/>
                <a:gd name="connsiteX1" fmla="*/ 25766 w 35686"/>
                <a:gd name="connsiteY1" fmla="*/ 28103 h 149086"/>
                <a:gd name="connsiteX2" fmla="*/ 1770 w 35686"/>
                <a:gd name="connsiteY2" fmla="*/ 75 h 149086"/>
                <a:gd name="connsiteX3" fmla="*/ 232 w 35686"/>
                <a:gd name="connsiteY3" fmla="*/ 1566 h 149086"/>
                <a:gd name="connsiteX4" fmla="*/ 3155 w 35686"/>
                <a:gd name="connsiteY4" fmla="*/ 4995 h 149086"/>
                <a:gd name="connsiteX5" fmla="*/ 26997 w 35686"/>
                <a:gd name="connsiteY5" fmla="*/ 74618 h 149086"/>
                <a:gd name="connsiteX6" fmla="*/ 2232 w 35686"/>
                <a:gd name="connsiteY6" fmla="*/ 145136 h 149086"/>
                <a:gd name="connsiteX7" fmla="*/ 232 w 35686"/>
                <a:gd name="connsiteY7" fmla="*/ 147671 h 149086"/>
                <a:gd name="connsiteX8" fmla="*/ 1770 w 35686"/>
                <a:gd name="connsiteY8" fmla="*/ 149162 h 149086"/>
                <a:gd name="connsiteX9" fmla="*/ 26228 w 35686"/>
                <a:gd name="connsiteY9" fmla="*/ 120090 h 149086"/>
                <a:gd name="connsiteX10" fmla="*/ 35918 w 35686"/>
                <a:gd name="connsiteY10" fmla="*/ 74618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86" h="149086">
                  <a:moveTo>
                    <a:pt x="35918" y="74618"/>
                  </a:moveTo>
                  <a:cubicBezTo>
                    <a:pt x="35918" y="62989"/>
                    <a:pt x="34226" y="44950"/>
                    <a:pt x="25766" y="28103"/>
                  </a:cubicBezTo>
                  <a:cubicBezTo>
                    <a:pt x="16537" y="9765"/>
                    <a:pt x="3309" y="75"/>
                    <a:pt x="1770" y="75"/>
                  </a:cubicBezTo>
                  <a:cubicBezTo>
                    <a:pt x="847" y="75"/>
                    <a:pt x="232" y="671"/>
                    <a:pt x="232" y="1566"/>
                  </a:cubicBezTo>
                  <a:cubicBezTo>
                    <a:pt x="232" y="2013"/>
                    <a:pt x="232" y="2311"/>
                    <a:pt x="3155" y="4995"/>
                  </a:cubicBezTo>
                  <a:cubicBezTo>
                    <a:pt x="18229" y="19754"/>
                    <a:pt x="26997" y="43459"/>
                    <a:pt x="26997" y="74618"/>
                  </a:cubicBezTo>
                  <a:cubicBezTo>
                    <a:pt x="26997" y="100112"/>
                    <a:pt x="21305" y="126351"/>
                    <a:pt x="2232" y="145136"/>
                  </a:cubicBezTo>
                  <a:cubicBezTo>
                    <a:pt x="232" y="146925"/>
                    <a:pt x="232" y="147224"/>
                    <a:pt x="232" y="147671"/>
                  </a:cubicBezTo>
                  <a:cubicBezTo>
                    <a:pt x="232" y="148565"/>
                    <a:pt x="847" y="149162"/>
                    <a:pt x="1770" y="149162"/>
                  </a:cubicBezTo>
                  <a:cubicBezTo>
                    <a:pt x="3309" y="149162"/>
                    <a:pt x="17152" y="139024"/>
                    <a:pt x="26228" y="120090"/>
                  </a:cubicBezTo>
                  <a:cubicBezTo>
                    <a:pt x="34072" y="103690"/>
                    <a:pt x="35918" y="87141"/>
                    <a:pt x="35918" y="7461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62" name="Freeform: Shape 3261">
              <a:extLst>
                <a:ext uri="{FF2B5EF4-FFF2-40B4-BE49-F238E27FC236}">
                  <a16:creationId xmlns:a16="http://schemas.microsoft.com/office/drawing/2014/main" id="{6BB4A40B-5CB9-C705-E81E-4D427BA45244}"/>
                </a:ext>
              </a:extLst>
            </p:cNvPr>
            <p:cNvSpPr/>
            <p:nvPr>
              <p:custDataLst>
                <p:tags r:id="rId85"/>
              </p:custDataLst>
            </p:nvPr>
          </p:nvSpPr>
          <p:spPr>
            <a:xfrm>
              <a:off x="10948021" y="5136977"/>
              <a:ext cx="16304" cy="15803"/>
            </a:xfrm>
            <a:custGeom>
              <a:avLst/>
              <a:gdLst>
                <a:gd name="connsiteX0" fmla="*/ 16543 w 16304"/>
                <a:gd name="connsiteY0" fmla="*/ 7976 h 15803"/>
                <a:gd name="connsiteX1" fmla="*/ 8391 w 16304"/>
                <a:gd name="connsiteY1" fmla="*/ 75 h 15803"/>
                <a:gd name="connsiteX2" fmla="*/ 238 w 16304"/>
                <a:gd name="connsiteY2" fmla="*/ 7976 h 15803"/>
                <a:gd name="connsiteX3" fmla="*/ 8391 w 16304"/>
                <a:gd name="connsiteY3" fmla="*/ 15878 h 15803"/>
                <a:gd name="connsiteX4" fmla="*/ 16543 w 16304"/>
                <a:gd name="connsiteY4" fmla="*/ 7976 h 15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04" h="15803">
                  <a:moveTo>
                    <a:pt x="16543" y="7976"/>
                  </a:moveTo>
                  <a:cubicBezTo>
                    <a:pt x="16543" y="3653"/>
                    <a:pt x="12851" y="75"/>
                    <a:pt x="8391" y="75"/>
                  </a:cubicBezTo>
                  <a:cubicBezTo>
                    <a:pt x="3930" y="75"/>
                    <a:pt x="238" y="3653"/>
                    <a:pt x="238" y="7976"/>
                  </a:cubicBezTo>
                  <a:cubicBezTo>
                    <a:pt x="238" y="12300"/>
                    <a:pt x="3930" y="15878"/>
                    <a:pt x="8391" y="15878"/>
                  </a:cubicBezTo>
                  <a:cubicBezTo>
                    <a:pt x="12851" y="15878"/>
                    <a:pt x="16543" y="12300"/>
                    <a:pt x="16543" y="797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63" name="Freeform: Shape 3262">
              <a:extLst>
                <a:ext uri="{FF2B5EF4-FFF2-40B4-BE49-F238E27FC236}">
                  <a16:creationId xmlns:a16="http://schemas.microsoft.com/office/drawing/2014/main" id="{E8B56929-8C32-328C-D6E9-F046ED72BF40}"/>
                </a:ext>
              </a:extLst>
            </p:cNvPr>
            <p:cNvSpPr/>
            <p:nvPr>
              <p:custDataLst>
                <p:tags r:id="rId86"/>
              </p:custDataLst>
            </p:nvPr>
          </p:nvSpPr>
          <p:spPr>
            <a:xfrm>
              <a:off x="11017701" y="5082859"/>
              <a:ext cx="64757" cy="102571"/>
            </a:xfrm>
            <a:custGeom>
              <a:avLst/>
              <a:gdLst>
                <a:gd name="connsiteX0" fmla="*/ 65001 w 64757"/>
                <a:gd name="connsiteY0" fmla="*/ 51659 h 102571"/>
                <a:gd name="connsiteX1" fmla="*/ 58848 w 64757"/>
                <a:gd name="connsiteY1" fmla="*/ 16772 h 102571"/>
                <a:gd name="connsiteX2" fmla="*/ 32699 w 64757"/>
                <a:gd name="connsiteY2" fmla="*/ 75 h 102571"/>
                <a:gd name="connsiteX3" fmla="*/ 5935 w 64757"/>
                <a:gd name="connsiteY3" fmla="*/ 17816 h 102571"/>
                <a:gd name="connsiteX4" fmla="*/ 243 w 64757"/>
                <a:gd name="connsiteY4" fmla="*/ 51659 h 102571"/>
                <a:gd name="connsiteX5" fmla="*/ 7165 w 64757"/>
                <a:gd name="connsiteY5" fmla="*/ 87589 h 102571"/>
                <a:gd name="connsiteX6" fmla="*/ 32545 w 64757"/>
                <a:gd name="connsiteY6" fmla="*/ 102647 h 102571"/>
                <a:gd name="connsiteX7" fmla="*/ 59310 w 64757"/>
                <a:gd name="connsiteY7" fmla="*/ 85352 h 102571"/>
                <a:gd name="connsiteX8" fmla="*/ 65001 w 64757"/>
                <a:gd name="connsiteY8" fmla="*/ 51659 h 102571"/>
                <a:gd name="connsiteX9" fmla="*/ 32545 w 64757"/>
                <a:gd name="connsiteY9" fmla="*/ 99367 h 102571"/>
                <a:gd name="connsiteX10" fmla="*/ 14702 w 64757"/>
                <a:gd name="connsiteY10" fmla="*/ 81327 h 102571"/>
                <a:gd name="connsiteX11" fmla="*/ 13010 w 64757"/>
                <a:gd name="connsiteY11" fmla="*/ 49870 h 102571"/>
                <a:gd name="connsiteX12" fmla="*/ 14241 w 64757"/>
                <a:gd name="connsiteY12" fmla="*/ 22438 h 102571"/>
                <a:gd name="connsiteX13" fmla="*/ 32545 w 64757"/>
                <a:gd name="connsiteY13" fmla="*/ 3355 h 102571"/>
                <a:gd name="connsiteX14" fmla="*/ 50696 w 64757"/>
                <a:gd name="connsiteY14" fmla="*/ 20798 h 102571"/>
                <a:gd name="connsiteX15" fmla="*/ 52234 w 64757"/>
                <a:gd name="connsiteY15" fmla="*/ 49870 h 102571"/>
                <a:gd name="connsiteX16" fmla="*/ 50542 w 64757"/>
                <a:gd name="connsiteY16" fmla="*/ 80731 h 102571"/>
                <a:gd name="connsiteX17" fmla="*/ 32545 w 64757"/>
                <a:gd name="connsiteY17" fmla="*/ 99367 h 102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757" h="102571">
                  <a:moveTo>
                    <a:pt x="65001" y="51659"/>
                  </a:moveTo>
                  <a:cubicBezTo>
                    <a:pt x="65001" y="39732"/>
                    <a:pt x="64232" y="27805"/>
                    <a:pt x="58848" y="16772"/>
                  </a:cubicBezTo>
                  <a:cubicBezTo>
                    <a:pt x="51773" y="2460"/>
                    <a:pt x="39160" y="75"/>
                    <a:pt x="32699" y="75"/>
                  </a:cubicBezTo>
                  <a:cubicBezTo>
                    <a:pt x="23470" y="75"/>
                    <a:pt x="12241" y="3951"/>
                    <a:pt x="5935" y="17816"/>
                  </a:cubicBezTo>
                  <a:cubicBezTo>
                    <a:pt x="1012" y="28103"/>
                    <a:pt x="243" y="39732"/>
                    <a:pt x="243" y="51659"/>
                  </a:cubicBezTo>
                  <a:cubicBezTo>
                    <a:pt x="243" y="62840"/>
                    <a:pt x="858" y="76258"/>
                    <a:pt x="7165" y="87589"/>
                  </a:cubicBezTo>
                  <a:cubicBezTo>
                    <a:pt x="13779" y="99665"/>
                    <a:pt x="25008" y="102647"/>
                    <a:pt x="32545" y="102647"/>
                  </a:cubicBezTo>
                  <a:cubicBezTo>
                    <a:pt x="40852" y="102647"/>
                    <a:pt x="52542" y="99516"/>
                    <a:pt x="59310" y="85352"/>
                  </a:cubicBezTo>
                  <a:cubicBezTo>
                    <a:pt x="64232" y="75065"/>
                    <a:pt x="65001" y="63437"/>
                    <a:pt x="65001" y="51659"/>
                  </a:cubicBezTo>
                  <a:close/>
                  <a:moveTo>
                    <a:pt x="32545" y="99367"/>
                  </a:moveTo>
                  <a:cubicBezTo>
                    <a:pt x="26546" y="99367"/>
                    <a:pt x="17471" y="95639"/>
                    <a:pt x="14702" y="81327"/>
                  </a:cubicBezTo>
                  <a:cubicBezTo>
                    <a:pt x="13010" y="72382"/>
                    <a:pt x="13010" y="58666"/>
                    <a:pt x="13010" y="49870"/>
                  </a:cubicBezTo>
                  <a:cubicBezTo>
                    <a:pt x="13010" y="40328"/>
                    <a:pt x="13010" y="30488"/>
                    <a:pt x="14241" y="22438"/>
                  </a:cubicBezTo>
                  <a:cubicBezTo>
                    <a:pt x="17163" y="4696"/>
                    <a:pt x="28700" y="3355"/>
                    <a:pt x="32545" y="3355"/>
                  </a:cubicBezTo>
                  <a:cubicBezTo>
                    <a:pt x="37621" y="3355"/>
                    <a:pt x="47773" y="6038"/>
                    <a:pt x="50696" y="20798"/>
                  </a:cubicBezTo>
                  <a:cubicBezTo>
                    <a:pt x="52234" y="29147"/>
                    <a:pt x="52234" y="40477"/>
                    <a:pt x="52234" y="49870"/>
                  </a:cubicBezTo>
                  <a:cubicBezTo>
                    <a:pt x="52234" y="61051"/>
                    <a:pt x="52234" y="71189"/>
                    <a:pt x="50542" y="80731"/>
                  </a:cubicBezTo>
                  <a:cubicBezTo>
                    <a:pt x="48235" y="94894"/>
                    <a:pt x="39467" y="99367"/>
                    <a:pt x="32545" y="9936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86" name="Freeform: Shape 2385">
              <a:extLst>
                <a:ext uri="{FF2B5EF4-FFF2-40B4-BE49-F238E27FC236}">
                  <a16:creationId xmlns:a16="http://schemas.microsoft.com/office/drawing/2014/main" id="{5A1369CB-98FF-2D29-C4BD-38C55F6B2AA9}"/>
                </a:ext>
              </a:extLst>
            </p:cNvPr>
            <p:cNvSpPr/>
            <p:nvPr>
              <p:custDataLst>
                <p:tags r:id="rId87"/>
              </p:custDataLst>
            </p:nvPr>
          </p:nvSpPr>
          <p:spPr>
            <a:xfrm>
              <a:off x="11131407" y="5095233"/>
              <a:ext cx="102289" cy="99291"/>
            </a:xfrm>
            <a:custGeom>
              <a:avLst/>
              <a:gdLst>
                <a:gd name="connsiteX0" fmla="*/ 54549 w 102289"/>
                <a:gd name="connsiteY0" fmla="*/ 52702 h 99291"/>
                <a:gd name="connsiteX1" fmla="*/ 97464 w 102289"/>
                <a:gd name="connsiteY1" fmla="*/ 52702 h 99291"/>
                <a:gd name="connsiteX2" fmla="*/ 102540 w 102289"/>
                <a:gd name="connsiteY2" fmla="*/ 49721 h 99291"/>
                <a:gd name="connsiteX3" fmla="*/ 97464 w 102289"/>
                <a:gd name="connsiteY3" fmla="*/ 46739 h 99291"/>
                <a:gd name="connsiteX4" fmla="*/ 54549 w 102289"/>
                <a:gd name="connsiteY4" fmla="*/ 46739 h 99291"/>
                <a:gd name="connsiteX5" fmla="*/ 54549 w 102289"/>
                <a:gd name="connsiteY5" fmla="*/ 4995 h 99291"/>
                <a:gd name="connsiteX6" fmla="*/ 51472 w 102289"/>
                <a:gd name="connsiteY6" fmla="*/ 75 h 99291"/>
                <a:gd name="connsiteX7" fmla="*/ 48396 w 102289"/>
                <a:gd name="connsiteY7" fmla="*/ 4995 h 99291"/>
                <a:gd name="connsiteX8" fmla="*/ 48396 w 102289"/>
                <a:gd name="connsiteY8" fmla="*/ 46739 h 99291"/>
                <a:gd name="connsiteX9" fmla="*/ 5326 w 102289"/>
                <a:gd name="connsiteY9" fmla="*/ 46739 h 99291"/>
                <a:gd name="connsiteX10" fmla="*/ 250 w 102289"/>
                <a:gd name="connsiteY10" fmla="*/ 49721 h 99291"/>
                <a:gd name="connsiteX11" fmla="*/ 5326 w 102289"/>
                <a:gd name="connsiteY11" fmla="*/ 52702 h 99291"/>
                <a:gd name="connsiteX12" fmla="*/ 48396 w 102289"/>
                <a:gd name="connsiteY12" fmla="*/ 52702 h 99291"/>
                <a:gd name="connsiteX13" fmla="*/ 48396 w 102289"/>
                <a:gd name="connsiteY13" fmla="*/ 94447 h 99291"/>
                <a:gd name="connsiteX14" fmla="*/ 51472 w 102289"/>
                <a:gd name="connsiteY14" fmla="*/ 99367 h 99291"/>
                <a:gd name="connsiteX15" fmla="*/ 54549 w 102289"/>
                <a:gd name="connsiteY15" fmla="*/ 94447 h 99291"/>
                <a:gd name="connsiteX16" fmla="*/ 54549 w 102289"/>
                <a:gd name="connsiteY16" fmla="*/ 52702 h 9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289" h="99291">
                  <a:moveTo>
                    <a:pt x="54549" y="52702"/>
                  </a:moveTo>
                  <a:lnTo>
                    <a:pt x="97464" y="52702"/>
                  </a:lnTo>
                  <a:cubicBezTo>
                    <a:pt x="99618" y="52702"/>
                    <a:pt x="102540" y="52702"/>
                    <a:pt x="102540" y="49721"/>
                  </a:cubicBezTo>
                  <a:cubicBezTo>
                    <a:pt x="102540" y="46739"/>
                    <a:pt x="99618" y="46739"/>
                    <a:pt x="97464" y="46739"/>
                  </a:cubicBezTo>
                  <a:lnTo>
                    <a:pt x="54549" y="46739"/>
                  </a:lnTo>
                  <a:lnTo>
                    <a:pt x="54549" y="4995"/>
                  </a:lnTo>
                  <a:cubicBezTo>
                    <a:pt x="54549" y="2907"/>
                    <a:pt x="54549" y="75"/>
                    <a:pt x="51472" y="75"/>
                  </a:cubicBezTo>
                  <a:cubicBezTo>
                    <a:pt x="48396" y="75"/>
                    <a:pt x="48396" y="2907"/>
                    <a:pt x="48396" y="4995"/>
                  </a:cubicBezTo>
                  <a:lnTo>
                    <a:pt x="48396" y="46739"/>
                  </a:lnTo>
                  <a:lnTo>
                    <a:pt x="5326" y="46739"/>
                  </a:lnTo>
                  <a:cubicBezTo>
                    <a:pt x="3173" y="46739"/>
                    <a:pt x="250" y="46739"/>
                    <a:pt x="250" y="49721"/>
                  </a:cubicBezTo>
                  <a:cubicBezTo>
                    <a:pt x="250" y="52702"/>
                    <a:pt x="3173" y="52702"/>
                    <a:pt x="5326" y="52702"/>
                  </a:cubicBezTo>
                  <a:lnTo>
                    <a:pt x="48396" y="52702"/>
                  </a:lnTo>
                  <a:lnTo>
                    <a:pt x="48396" y="94447"/>
                  </a:lnTo>
                  <a:cubicBezTo>
                    <a:pt x="48396" y="96534"/>
                    <a:pt x="48396" y="99367"/>
                    <a:pt x="51472" y="99367"/>
                  </a:cubicBezTo>
                  <a:cubicBezTo>
                    <a:pt x="54549" y="99367"/>
                    <a:pt x="54549" y="96534"/>
                    <a:pt x="54549" y="94447"/>
                  </a:cubicBezTo>
                  <a:lnTo>
                    <a:pt x="54549" y="527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87" name="Freeform: Shape 2386">
              <a:extLst>
                <a:ext uri="{FF2B5EF4-FFF2-40B4-BE49-F238E27FC236}">
                  <a16:creationId xmlns:a16="http://schemas.microsoft.com/office/drawing/2014/main" id="{836C2E75-1E68-6F46-C6E9-44EDBCE70A18}"/>
                </a:ext>
              </a:extLst>
            </p:cNvPr>
            <p:cNvSpPr/>
            <p:nvPr>
              <p:custDataLst>
                <p:tags r:id="rId88"/>
              </p:custDataLst>
            </p:nvPr>
          </p:nvSpPr>
          <p:spPr>
            <a:xfrm>
              <a:off x="11271690" y="5116254"/>
              <a:ext cx="80293" cy="94819"/>
            </a:xfrm>
            <a:custGeom>
              <a:avLst/>
              <a:gdLst>
                <a:gd name="connsiteX0" fmla="*/ 12104 w 80293"/>
                <a:gd name="connsiteY0" fmla="*/ 84160 h 94819"/>
                <a:gd name="connsiteX1" fmla="*/ 3798 w 80293"/>
                <a:gd name="connsiteY1" fmla="*/ 90272 h 94819"/>
                <a:gd name="connsiteX2" fmla="*/ 260 w 80293"/>
                <a:gd name="connsiteY2" fmla="*/ 93105 h 94819"/>
                <a:gd name="connsiteX3" fmla="*/ 2260 w 80293"/>
                <a:gd name="connsiteY3" fmla="*/ 94894 h 94819"/>
                <a:gd name="connsiteX4" fmla="*/ 15181 w 80293"/>
                <a:gd name="connsiteY4" fmla="*/ 94447 h 94819"/>
                <a:gd name="connsiteX5" fmla="*/ 30409 w 80293"/>
                <a:gd name="connsiteY5" fmla="*/ 94894 h 94819"/>
                <a:gd name="connsiteX6" fmla="*/ 33178 w 80293"/>
                <a:gd name="connsiteY6" fmla="*/ 91912 h 94819"/>
                <a:gd name="connsiteX7" fmla="*/ 29486 w 80293"/>
                <a:gd name="connsiteY7" fmla="*/ 90272 h 94819"/>
                <a:gd name="connsiteX8" fmla="*/ 21795 w 80293"/>
                <a:gd name="connsiteY8" fmla="*/ 87887 h 94819"/>
                <a:gd name="connsiteX9" fmla="*/ 29332 w 80293"/>
                <a:gd name="connsiteY9" fmla="*/ 58070 h 94819"/>
                <a:gd name="connsiteX10" fmla="*/ 43484 w 80293"/>
                <a:gd name="connsiteY10" fmla="*/ 67611 h 94819"/>
                <a:gd name="connsiteX11" fmla="*/ 80554 w 80293"/>
                <a:gd name="connsiteY11" fmla="*/ 23929 h 94819"/>
                <a:gd name="connsiteX12" fmla="*/ 60096 w 80293"/>
                <a:gd name="connsiteY12" fmla="*/ 75 h 94819"/>
                <a:gd name="connsiteX13" fmla="*/ 39946 w 80293"/>
                <a:gd name="connsiteY13" fmla="*/ 11256 h 94819"/>
                <a:gd name="connsiteX14" fmla="*/ 26102 w 80293"/>
                <a:gd name="connsiteY14" fmla="*/ 75 h 94819"/>
                <a:gd name="connsiteX15" fmla="*/ 14719 w 80293"/>
                <a:gd name="connsiteY15" fmla="*/ 8573 h 94819"/>
                <a:gd name="connsiteX16" fmla="*/ 9951 w 80293"/>
                <a:gd name="connsiteY16" fmla="*/ 23034 h 94819"/>
                <a:gd name="connsiteX17" fmla="*/ 11797 w 80293"/>
                <a:gd name="connsiteY17" fmla="*/ 24525 h 94819"/>
                <a:gd name="connsiteX18" fmla="*/ 14412 w 80293"/>
                <a:gd name="connsiteY18" fmla="*/ 21096 h 94819"/>
                <a:gd name="connsiteX19" fmla="*/ 25641 w 80293"/>
                <a:gd name="connsiteY19" fmla="*/ 3355 h 94819"/>
                <a:gd name="connsiteX20" fmla="*/ 30409 w 80293"/>
                <a:gd name="connsiteY20" fmla="*/ 10213 h 94819"/>
                <a:gd name="connsiteX21" fmla="*/ 29332 w 80293"/>
                <a:gd name="connsiteY21" fmla="*/ 17816 h 94819"/>
                <a:gd name="connsiteX22" fmla="*/ 12104 w 80293"/>
                <a:gd name="connsiteY22" fmla="*/ 84160 h 94819"/>
                <a:gd name="connsiteX23" fmla="*/ 39177 w 80293"/>
                <a:gd name="connsiteY23" fmla="*/ 19456 h 94819"/>
                <a:gd name="connsiteX24" fmla="*/ 47175 w 80293"/>
                <a:gd name="connsiteY24" fmla="*/ 9020 h 94819"/>
                <a:gd name="connsiteX25" fmla="*/ 59635 w 80293"/>
                <a:gd name="connsiteY25" fmla="*/ 3355 h 94819"/>
                <a:gd name="connsiteX26" fmla="*/ 69479 w 80293"/>
                <a:gd name="connsiteY26" fmla="*/ 17369 h 94819"/>
                <a:gd name="connsiteX27" fmla="*/ 61634 w 80293"/>
                <a:gd name="connsiteY27" fmla="*/ 48975 h 94819"/>
                <a:gd name="connsiteX28" fmla="*/ 43330 w 80293"/>
                <a:gd name="connsiteY28" fmla="*/ 64331 h 94819"/>
                <a:gd name="connsiteX29" fmla="*/ 31178 w 80293"/>
                <a:gd name="connsiteY29" fmla="*/ 51062 h 94819"/>
                <a:gd name="connsiteX30" fmla="*/ 31640 w 80293"/>
                <a:gd name="connsiteY30" fmla="*/ 48677 h 94819"/>
                <a:gd name="connsiteX31" fmla="*/ 39177 w 80293"/>
                <a:gd name="connsiteY31" fmla="*/ 19456 h 94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0293" h="94819">
                  <a:moveTo>
                    <a:pt x="12104" y="84160"/>
                  </a:moveTo>
                  <a:cubicBezTo>
                    <a:pt x="10874" y="89229"/>
                    <a:pt x="10566" y="90272"/>
                    <a:pt x="3798" y="90272"/>
                  </a:cubicBezTo>
                  <a:cubicBezTo>
                    <a:pt x="1952" y="90272"/>
                    <a:pt x="260" y="90272"/>
                    <a:pt x="260" y="93105"/>
                  </a:cubicBezTo>
                  <a:cubicBezTo>
                    <a:pt x="260" y="94298"/>
                    <a:pt x="1029" y="94894"/>
                    <a:pt x="2260" y="94894"/>
                  </a:cubicBezTo>
                  <a:cubicBezTo>
                    <a:pt x="6413" y="94894"/>
                    <a:pt x="10874" y="94447"/>
                    <a:pt x="15181" y="94447"/>
                  </a:cubicBezTo>
                  <a:cubicBezTo>
                    <a:pt x="20257" y="94447"/>
                    <a:pt x="25487" y="94894"/>
                    <a:pt x="30409" y="94894"/>
                  </a:cubicBezTo>
                  <a:cubicBezTo>
                    <a:pt x="31178" y="94894"/>
                    <a:pt x="33178" y="94894"/>
                    <a:pt x="33178" y="91912"/>
                  </a:cubicBezTo>
                  <a:cubicBezTo>
                    <a:pt x="33178" y="90272"/>
                    <a:pt x="31640" y="90272"/>
                    <a:pt x="29486" y="90272"/>
                  </a:cubicBezTo>
                  <a:cubicBezTo>
                    <a:pt x="21795" y="90272"/>
                    <a:pt x="21795" y="89229"/>
                    <a:pt x="21795" y="87887"/>
                  </a:cubicBezTo>
                  <a:cubicBezTo>
                    <a:pt x="21795" y="86098"/>
                    <a:pt x="28255" y="61797"/>
                    <a:pt x="29332" y="58070"/>
                  </a:cubicBezTo>
                  <a:cubicBezTo>
                    <a:pt x="31332" y="62393"/>
                    <a:pt x="35639" y="67611"/>
                    <a:pt x="43484" y="67611"/>
                  </a:cubicBezTo>
                  <a:cubicBezTo>
                    <a:pt x="61327" y="67611"/>
                    <a:pt x="80554" y="45844"/>
                    <a:pt x="80554" y="23929"/>
                  </a:cubicBezTo>
                  <a:cubicBezTo>
                    <a:pt x="80554" y="9914"/>
                    <a:pt x="71786" y="75"/>
                    <a:pt x="60096" y="75"/>
                  </a:cubicBezTo>
                  <a:cubicBezTo>
                    <a:pt x="52405" y="75"/>
                    <a:pt x="45022" y="5442"/>
                    <a:pt x="39946" y="11256"/>
                  </a:cubicBezTo>
                  <a:cubicBezTo>
                    <a:pt x="38408" y="3206"/>
                    <a:pt x="31793" y="75"/>
                    <a:pt x="26102" y="75"/>
                  </a:cubicBezTo>
                  <a:cubicBezTo>
                    <a:pt x="19026" y="75"/>
                    <a:pt x="16104" y="5889"/>
                    <a:pt x="14719" y="8573"/>
                  </a:cubicBezTo>
                  <a:cubicBezTo>
                    <a:pt x="11951" y="13642"/>
                    <a:pt x="9951" y="22587"/>
                    <a:pt x="9951" y="23034"/>
                  </a:cubicBezTo>
                  <a:cubicBezTo>
                    <a:pt x="9951" y="24525"/>
                    <a:pt x="11489" y="24525"/>
                    <a:pt x="11797" y="24525"/>
                  </a:cubicBezTo>
                  <a:cubicBezTo>
                    <a:pt x="13335" y="24525"/>
                    <a:pt x="13489" y="24376"/>
                    <a:pt x="14412" y="21096"/>
                  </a:cubicBezTo>
                  <a:cubicBezTo>
                    <a:pt x="17027" y="10511"/>
                    <a:pt x="20103" y="3355"/>
                    <a:pt x="25641" y="3355"/>
                  </a:cubicBezTo>
                  <a:cubicBezTo>
                    <a:pt x="28255" y="3355"/>
                    <a:pt x="30409" y="4547"/>
                    <a:pt x="30409" y="10213"/>
                  </a:cubicBezTo>
                  <a:cubicBezTo>
                    <a:pt x="30409" y="13642"/>
                    <a:pt x="29948" y="15282"/>
                    <a:pt x="29332" y="17816"/>
                  </a:cubicBezTo>
                  <a:lnTo>
                    <a:pt x="12104" y="84160"/>
                  </a:lnTo>
                  <a:close/>
                  <a:moveTo>
                    <a:pt x="39177" y="19456"/>
                  </a:moveTo>
                  <a:cubicBezTo>
                    <a:pt x="40253" y="15431"/>
                    <a:pt x="44407" y="11256"/>
                    <a:pt x="47175" y="9020"/>
                  </a:cubicBezTo>
                  <a:cubicBezTo>
                    <a:pt x="52559" y="4398"/>
                    <a:pt x="57020" y="3355"/>
                    <a:pt x="59635" y="3355"/>
                  </a:cubicBezTo>
                  <a:cubicBezTo>
                    <a:pt x="65787" y="3355"/>
                    <a:pt x="69479" y="8573"/>
                    <a:pt x="69479" y="17369"/>
                  </a:cubicBezTo>
                  <a:cubicBezTo>
                    <a:pt x="69479" y="26165"/>
                    <a:pt x="64403" y="43310"/>
                    <a:pt x="61634" y="48975"/>
                  </a:cubicBezTo>
                  <a:cubicBezTo>
                    <a:pt x="56404" y="59411"/>
                    <a:pt x="49021" y="64331"/>
                    <a:pt x="43330" y="64331"/>
                  </a:cubicBezTo>
                  <a:cubicBezTo>
                    <a:pt x="33178" y="64331"/>
                    <a:pt x="31178" y="51957"/>
                    <a:pt x="31178" y="51062"/>
                  </a:cubicBezTo>
                  <a:cubicBezTo>
                    <a:pt x="31178" y="50764"/>
                    <a:pt x="31178" y="50466"/>
                    <a:pt x="31640" y="48677"/>
                  </a:cubicBezTo>
                  <a:lnTo>
                    <a:pt x="39177" y="194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88" name="Freeform: Shape 2387">
              <a:extLst>
                <a:ext uri="{FF2B5EF4-FFF2-40B4-BE49-F238E27FC236}">
                  <a16:creationId xmlns:a16="http://schemas.microsoft.com/office/drawing/2014/main" id="{FE4F09FE-C657-6EFE-4671-228FEA23E0B5}"/>
                </a:ext>
              </a:extLst>
            </p:cNvPr>
            <p:cNvSpPr/>
            <p:nvPr>
              <p:custDataLst>
                <p:tags r:id="rId89"/>
              </p:custDataLst>
            </p:nvPr>
          </p:nvSpPr>
          <p:spPr>
            <a:xfrm>
              <a:off x="11401413" y="5136977"/>
              <a:ext cx="16304" cy="15803"/>
            </a:xfrm>
            <a:custGeom>
              <a:avLst/>
              <a:gdLst>
                <a:gd name="connsiteX0" fmla="*/ 16572 w 16304"/>
                <a:gd name="connsiteY0" fmla="*/ 7976 h 15803"/>
                <a:gd name="connsiteX1" fmla="*/ 8420 w 16304"/>
                <a:gd name="connsiteY1" fmla="*/ 75 h 15803"/>
                <a:gd name="connsiteX2" fmla="*/ 268 w 16304"/>
                <a:gd name="connsiteY2" fmla="*/ 7976 h 15803"/>
                <a:gd name="connsiteX3" fmla="*/ 8420 w 16304"/>
                <a:gd name="connsiteY3" fmla="*/ 15878 h 15803"/>
                <a:gd name="connsiteX4" fmla="*/ 16572 w 16304"/>
                <a:gd name="connsiteY4" fmla="*/ 7976 h 15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04" h="15803">
                  <a:moveTo>
                    <a:pt x="16572" y="7976"/>
                  </a:moveTo>
                  <a:cubicBezTo>
                    <a:pt x="16572" y="3653"/>
                    <a:pt x="12881" y="75"/>
                    <a:pt x="8420" y="75"/>
                  </a:cubicBezTo>
                  <a:cubicBezTo>
                    <a:pt x="3959" y="75"/>
                    <a:pt x="268" y="3653"/>
                    <a:pt x="268" y="7976"/>
                  </a:cubicBezTo>
                  <a:cubicBezTo>
                    <a:pt x="268" y="12300"/>
                    <a:pt x="3959" y="15878"/>
                    <a:pt x="8420" y="15878"/>
                  </a:cubicBezTo>
                  <a:cubicBezTo>
                    <a:pt x="12881" y="15878"/>
                    <a:pt x="16572" y="12300"/>
                    <a:pt x="16572" y="797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89" name="Freeform: Shape 2388">
              <a:extLst>
                <a:ext uri="{FF2B5EF4-FFF2-40B4-BE49-F238E27FC236}">
                  <a16:creationId xmlns:a16="http://schemas.microsoft.com/office/drawing/2014/main" id="{606FC7DB-6A36-C7C7-83BC-9FFF252A8E53}"/>
                </a:ext>
              </a:extLst>
            </p:cNvPr>
            <p:cNvSpPr/>
            <p:nvPr>
              <p:custDataLst>
                <p:tags r:id="rId90"/>
              </p:custDataLst>
            </p:nvPr>
          </p:nvSpPr>
          <p:spPr>
            <a:xfrm>
              <a:off x="11478783" y="5082859"/>
              <a:ext cx="50760" cy="99291"/>
            </a:xfrm>
            <a:custGeom>
              <a:avLst/>
              <a:gdLst>
                <a:gd name="connsiteX0" fmla="*/ 31806 w 50760"/>
                <a:gd name="connsiteY0" fmla="*/ 3951 h 99291"/>
                <a:gd name="connsiteX1" fmla="*/ 28268 w 50760"/>
                <a:gd name="connsiteY1" fmla="*/ 75 h 99291"/>
                <a:gd name="connsiteX2" fmla="*/ 273 w 50760"/>
                <a:gd name="connsiteY2" fmla="*/ 9616 h 99291"/>
                <a:gd name="connsiteX3" fmla="*/ 273 w 50760"/>
                <a:gd name="connsiteY3" fmla="*/ 14238 h 99291"/>
                <a:gd name="connsiteX4" fmla="*/ 20423 w 50760"/>
                <a:gd name="connsiteY4" fmla="*/ 10362 h 99291"/>
                <a:gd name="connsiteX5" fmla="*/ 20423 w 50760"/>
                <a:gd name="connsiteY5" fmla="*/ 87589 h 99291"/>
                <a:gd name="connsiteX6" fmla="*/ 6118 w 50760"/>
                <a:gd name="connsiteY6" fmla="*/ 94745 h 99291"/>
                <a:gd name="connsiteX7" fmla="*/ 1195 w 50760"/>
                <a:gd name="connsiteY7" fmla="*/ 94745 h 99291"/>
                <a:gd name="connsiteX8" fmla="*/ 1195 w 50760"/>
                <a:gd name="connsiteY8" fmla="*/ 99367 h 99291"/>
                <a:gd name="connsiteX9" fmla="*/ 26114 w 50760"/>
                <a:gd name="connsiteY9" fmla="*/ 98919 h 99291"/>
                <a:gd name="connsiteX10" fmla="*/ 51033 w 50760"/>
                <a:gd name="connsiteY10" fmla="*/ 99367 h 99291"/>
                <a:gd name="connsiteX11" fmla="*/ 51033 w 50760"/>
                <a:gd name="connsiteY11" fmla="*/ 94745 h 99291"/>
                <a:gd name="connsiteX12" fmla="*/ 46111 w 50760"/>
                <a:gd name="connsiteY12" fmla="*/ 94745 h 99291"/>
                <a:gd name="connsiteX13" fmla="*/ 31806 w 50760"/>
                <a:gd name="connsiteY13" fmla="*/ 87589 h 99291"/>
                <a:gd name="connsiteX14" fmla="*/ 31806 w 50760"/>
                <a:gd name="connsiteY14" fmla="*/ 3951 h 9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60" h="99291">
                  <a:moveTo>
                    <a:pt x="31806" y="3951"/>
                  </a:moveTo>
                  <a:cubicBezTo>
                    <a:pt x="31806" y="373"/>
                    <a:pt x="31806" y="75"/>
                    <a:pt x="28268" y="75"/>
                  </a:cubicBezTo>
                  <a:cubicBezTo>
                    <a:pt x="18731" y="9616"/>
                    <a:pt x="5195" y="9616"/>
                    <a:pt x="273" y="9616"/>
                  </a:cubicBezTo>
                  <a:lnTo>
                    <a:pt x="273" y="14238"/>
                  </a:lnTo>
                  <a:cubicBezTo>
                    <a:pt x="3349" y="14238"/>
                    <a:pt x="12424" y="14238"/>
                    <a:pt x="20423" y="10362"/>
                  </a:cubicBezTo>
                  <a:lnTo>
                    <a:pt x="20423" y="87589"/>
                  </a:lnTo>
                  <a:cubicBezTo>
                    <a:pt x="20423" y="92956"/>
                    <a:pt x="19961" y="94745"/>
                    <a:pt x="6118" y="94745"/>
                  </a:cubicBezTo>
                  <a:lnTo>
                    <a:pt x="1195" y="94745"/>
                  </a:lnTo>
                  <a:lnTo>
                    <a:pt x="1195" y="99367"/>
                  </a:lnTo>
                  <a:cubicBezTo>
                    <a:pt x="6579" y="98919"/>
                    <a:pt x="19961" y="98919"/>
                    <a:pt x="26114" y="98919"/>
                  </a:cubicBezTo>
                  <a:cubicBezTo>
                    <a:pt x="32267" y="98919"/>
                    <a:pt x="45649" y="98919"/>
                    <a:pt x="51033" y="99367"/>
                  </a:cubicBezTo>
                  <a:lnTo>
                    <a:pt x="51033" y="94745"/>
                  </a:lnTo>
                  <a:lnTo>
                    <a:pt x="46111" y="94745"/>
                  </a:lnTo>
                  <a:cubicBezTo>
                    <a:pt x="32267" y="94745"/>
                    <a:pt x="31806" y="93105"/>
                    <a:pt x="31806" y="87589"/>
                  </a:cubicBezTo>
                  <a:lnTo>
                    <a:pt x="31806" y="395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90" name="Freeform: Shape 2389">
              <a:extLst>
                <a:ext uri="{FF2B5EF4-FFF2-40B4-BE49-F238E27FC236}">
                  <a16:creationId xmlns:a16="http://schemas.microsoft.com/office/drawing/2014/main" id="{E9E0FF63-8BFB-DF26-3F7B-A9F932E6043A}"/>
                </a:ext>
              </a:extLst>
            </p:cNvPr>
            <p:cNvSpPr/>
            <p:nvPr>
              <p:custDataLst>
                <p:tags r:id="rId91"/>
              </p:custDataLst>
            </p:nvPr>
          </p:nvSpPr>
          <p:spPr>
            <a:xfrm>
              <a:off x="11593344" y="5127436"/>
              <a:ext cx="102289" cy="34886"/>
            </a:xfrm>
            <a:custGeom>
              <a:avLst/>
              <a:gdLst>
                <a:gd name="connsiteX0" fmla="*/ 97340 w 102289"/>
                <a:gd name="connsiteY0" fmla="*/ 6038 h 34886"/>
                <a:gd name="connsiteX1" fmla="*/ 102570 w 102289"/>
                <a:gd name="connsiteY1" fmla="*/ 3056 h 34886"/>
                <a:gd name="connsiteX2" fmla="*/ 97494 w 102289"/>
                <a:gd name="connsiteY2" fmla="*/ 75 h 34886"/>
                <a:gd name="connsiteX3" fmla="*/ 5356 w 102289"/>
                <a:gd name="connsiteY3" fmla="*/ 75 h 34886"/>
                <a:gd name="connsiteX4" fmla="*/ 280 w 102289"/>
                <a:gd name="connsiteY4" fmla="*/ 3056 h 34886"/>
                <a:gd name="connsiteX5" fmla="*/ 5510 w 102289"/>
                <a:gd name="connsiteY5" fmla="*/ 6038 h 34886"/>
                <a:gd name="connsiteX6" fmla="*/ 97340 w 102289"/>
                <a:gd name="connsiteY6" fmla="*/ 6038 h 34886"/>
                <a:gd name="connsiteX7" fmla="*/ 97494 w 102289"/>
                <a:gd name="connsiteY7" fmla="*/ 34961 h 34886"/>
                <a:gd name="connsiteX8" fmla="*/ 102570 w 102289"/>
                <a:gd name="connsiteY8" fmla="*/ 31979 h 34886"/>
                <a:gd name="connsiteX9" fmla="*/ 97340 w 102289"/>
                <a:gd name="connsiteY9" fmla="*/ 28998 h 34886"/>
                <a:gd name="connsiteX10" fmla="*/ 5510 w 102289"/>
                <a:gd name="connsiteY10" fmla="*/ 28998 h 34886"/>
                <a:gd name="connsiteX11" fmla="*/ 280 w 102289"/>
                <a:gd name="connsiteY11" fmla="*/ 31979 h 34886"/>
                <a:gd name="connsiteX12" fmla="*/ 5356 w 102289"/>
                <a:gd name="connsiteY12" fmla="*/ 34961 h 34886"/>
                <a:gd name="connsiteX13" fmla="*/ 97494 w 102289"/>
                <a:gd name="connsiteY13" fmla="*/ 34961 h 3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2289" h="34886">
                  <a:moveTo>
                    <a:pt x="97340" y="6038"/>
                  </a:moveTo>
                  <a:cubicBezTo>
                    <a:pt x="99648" y="6038"/>
                    <a:pt x="102570" y="6038"/>
                    <a:pt x="102570" y="3056"/>
                  </a:cubicBezTo>
                  <a:cubicBezTo>
                    <a:pt x="102570" y="75"/>
                    <a:pt x="99648" y="75"/>
                    <a:pt x="97494" y="75"/>
                  </a:cubicBezTo>
                  <a:lnTo>
                    <a:pt x="5356" y="75"/>
                  </a:lnTo>
                  <a:cubicBezTo>
                    <a:pt x="3203" y="75"/>
                    <a:pt x="280" y="75"/>
                    <a:pt x="280" y="3056"/>
                  </a:cubicBezTo>
                  <a:cubicBezTo>
                    <a:pt x="280" y="6038"/>
                    <a:pt x="3203" y="6038"/>
                    <a:pt x="5510" y="6038"/>
                  </a:cubicBezTo>
                  <a:lnTo>
                    <a:pt x="97340" y="6038"/>
                  </a:lnTo>
                  <a:close/>
                  <a:moveTo>
                    <a:pt x="97494" y="34961"/>
                  </a:moveTo>
                  <a:cubicBezTo>
                    <a:pt x="99648" y="34961"/>
                    <a:pt x="102570" y="34961"/>
                    <a:pt x="102570" y="31979"/>
                  </a:cubicBezTo>
                  <a:cubicBezTo>
                    <a:pt x="102570" y="28998"/>
                    <a:pt x="99648" y="28998"/>
                    <a:pt x="97340" y="28998"/>
                  </a:cubicBezTo>
                  <a:lnTo>
                    <a:pt x="5510" y="28998"/>
                  </a:lnTo>
                  <a:cubicBezTo>
                    <a:pt x="3203" y="28998"/>
                    <a:pt x="280" y="28998"/>
                    <a:pt x="280" y="31979"/>
                  </a:cubicBezTo>
                  <a:cubicBezTo>
                    <a:pt x="280" y="34961"/>
                    <a:pt x="3203" y="34961"/>
                    <a:pt x="5356" y="34961"/>
                  </a:cubicBezTo>
                  <a:lnTo>
                    <a:pt x="97494" y="349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91" name="Freeform: Shape 2390">
              <a:extLst>
                <a:ext uri="{FF2B5EF4-FFF2-40B4-BE49-F238E27FC236}">
                  <a16:creationId xmlns:a16="http://schemas.microsoft.com/office/drawing/2014/main" id="{69E950D1-D949-44DF-507E-2B3F407DFD00}"/>
                </a:ext>
              </a:extLst>
            </p:cNvPr>
            <p:cNvSpPr/>
            <p:nvPr>
              <p:custDataLst>
                <p:tags r:id="rId92"/>
              </p:custDataLst>
            </p:nvPr>
          </p:nvSpPr>
          <p:spPr>
            <a:xfrm>
              <a:off x="11751709" y="5116254"/>
              <a:ext cx="83370" cy="98099"/>
            </a:xfrm>
            <a:custGeom>
              <a:avLst/>
              <a:gdLst>
                <a:gd name="connsiteX0" fmla="*/ 31209 w 83370"/>
                <a:gd name="connsiteY0" fmla="*/ 13642 h 98099"/>
                <a:gd name="connsiteX1" fmla="*/ 33516 w 83370"/>
                <a:gd name="connsiteY1" fmla="*/ 4100 h 98099"/>
                <a:gd name="connsiteX2" fmla="*/ 29055 w 83370"/>
                <a:gd name="connsiteY2" fmla="*/ 75 h 98099"/>
                <a:gd name="connsiteX3" fmla="*/ 22902 w 83370"/>
                <a:gd name="connsiteY3" fmla="*/ 5442 h 98099"/>
                <a:gd name="connsiteX4" fmla="*/ 752 w 83370"/>
                <a:gd name="connsiteY4" fmla="*/ 91763 h 98099"/>
                <a:gd name="connsiteX5" fmla="*/ 291 w 83370"/>
                <a:gd name="connsiteY5" fmla="*/ 94149 h 98099"/>
                <a:gd name="connsiteX6" fmla="*/ 4598 w 83370"/>
                <a:gd name="connsiteY6" fmla="*/ 98174 h 98099"/>
                <a:gd name="connsiteX7" fmla="*/ 9981 w 83370"/>
                <a:gd name="connsiteY7" fmla="*/ 95043 h 98099"/>
                <a:gd name="connsiteX8" fmla="*/ 18442 w 83370"/>
                <a:gd name="connsiteY8" fmla="*/ 62989 h 98099"/>
                <a:gd name="connsiteX9" fmla="*/ 33362 w 83370"/>
                <a:gd name="connsiteY9" fmla="*/ 67611 h 98099"/>
                <a:gd name="connsiteX10" fmla="*/ 53820 w 83370"/>
                <a:gd name="connsiteY10" fmla="*/ 56728 h 98099"/>
                <a:gd name="connsiteX11" fmla="*/ 67664 w 83370"/>
                <a:gd name="connsiteY11" fmla="*/ 67611 h 98099"/>
                <a:gd name="connsiteX12" fmla="*/ 79046 w 83370"/>
                <a:gd name="connsiteY12" fmla="*/ 59411 h 98099"/>
                <a:gd name="connsiteX13" fmla="*/ 83661 w 83370"/>
                <a:gd name="connsiteY13" fmla="*/ 44652 h 98099"/>
                <a:gd name="connsiteX14" fmla="*/ 81815 w 83370"/>
                <a:gd name="connsiteY14" fmla="*/ 43161 h 98099"/>
                <a:gd name="connsiteX15" fmla="*/ 79662 w 83370"/>
                <a:gd name="connsiteY15" fmla="*/ 45844 h 98099"/>
                <a:gd name="connsiteX16" fmla="*/ 67971 w 83370"/>
                <a:gd name="connsiteY16" fmla="*/ 64331 h 98099"/>
                <a:gd name="connsiteX17" fmla="*/ 63357 w 83370"/>
                <a:gd name="connsiteY17" fmla="*/ 57473 h 98099"/>
                <a:gd name="connsiteX18" fmla="*/ 66433 w 83370"/>
                <a:gd name="connsiteY18" fmla="*/ 41968 h 98099"/>
                <a:gd name="connsiteX19" fmla="*/ 70740 w 83370"/>
                <a:gd name="connsiteY19" fmla="*/ 25867 h 98099"/>
                <a:gd name="connsiteX20" fmla="*/ 73355 w 83370"/>
                <a:gd name="connsiteY20" fmla="*/ 15729 h 98099"/>
                <a:gd name="connsiteX21" fmla="*/ 75662 w 83370"/>
                <a:gd name="connsiteY21" fmla="*/ 5740 h 98099"/>
                <a:gd name="connsiteX22" fmla="*/ 71202 w 83370"/>
                <a:gd name="connsiteY22" fmla="*/ 1715 h 98099"/>
                <a:gd name="connsiteX23" fmla="*/ 65203 w 83370"/>
                <a:gd name="connsiteY23" fmla="*/ 6933 h 98099"/>
                <a:gd name="connsiteX24" fmla="*/ 57973 w 83370"/>
                <a:gd name="connsiteY24" fmla="*/ 34812 h 98099"/>
                <a:gd name="connsiteX25" fmla="*/ 53974 w 83370"/>
                <a:gd name="connsiteY25" fmla="*/ 50019 h 98099"/>
                <a:gd name="connsiteX26" fmla="*/ 33977 w 83370"/>
                <a:gd name="connsiteY26" fmla="*/ 64331 h 98099"/>
                <a:gd name="connsiteX27" fmla="*/ 22595 w 83370"/>
                <a:gd name="connsiteY27" fmla="*/ 51361 h 98099"/>
                <a:gd name="connsiteX28" fmla="*/ 24748 w 83370"/>
                <a:gd name="connsiteY28" fmla="*/ 38688 h 98099"/>
                <a:gd name="connsiteX29" fmla="*/ 31209 w 83370"/>
                <a:gd name="connsiteY29" fmla="*/ 13642 h 9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3370" h="98099">
                  <a:moveTo>
                    <a:pt x="31209" y="13642"/>
                  </a:moveTo>
                  <a:cubicBezTo>
                    <a:pt x="31978" y="10511"/>
                    <a:pt x="33516" y="4846"/>
                    <a:pt x="33516" y="4100"/>
                  </a:cubicBezTo>
                  <a:cubicBezTo>
                    <a:pt x="33516" y="1566"/>
                    <a:pt x="31670" y="75"/>
                    <a:pt x="29055" y="75"/>
                  </a:cubicBezTo>
                  <a:cubicBezTo>
                    <a:pt x="28594" y="75"/>
                    <a:pt x="24287" y="224"/>
                    <a:pt x="22902" y="5442"/>
                  </a:cubicBezTo>
                  <a:lnTo>
                    <a:pt x="752" y="91763"/>
                  </a:lnTo>
                  <a:cubicBezTo>
                    <a:pt x="291" y="93552"/>
                    <a:pt x="291" y="93850"/>
                    <a:pt x="291" y="94149"/>
                  </a:cubicBezTo>
                  <a:cubicBezTo>
                    <a:pt x="291" y="96385"/>
                    <a:pt x="1983" y="98174"/>
                    <a:pt x="4598" y="98174"/>
                  </a:cubicBezTo>
                  <a:cubicBezTo>
                    <a:pt x="7828" y="98174"/>
                    <a:pt x="9674" y="95490"/>
                    <a:pt x="9981" y="95043"/>
                  </a:cubicBezTo>
                  <a:cubicBezTo>
                    <a:pt x="10597" y="93701"/>
                    <a:pt x="12596" y="85949"/>
                    <a:pt x="18442" y="62989"/>
                  </a:cubicBezTo>
                  <a:cubicBezTo>
                    <a:pt x="23364" y="67015"/>
                    <a:pt x="30286" y="67611"/>
                    <a:pt x="33362" y="67611"/>
                  </a:cubicBezTo>
                  <a:cubicBezTo>
                    <a:pt x="44129" y="67611"/>
                    <a:pt x="50128" y="60902"/>
                    <a:pt x="53820" y="56728"/>
                  </a:cubicBezTo>
                  <a:cubicBezTo>
                    <a:pt x="55204" y="63437"/>
                    <a:pt x="60896" y="67611"/>
                    <a:pt x="67664" y="67611"/>
                  </a:cubicBezTo>
                  <a:cubicBezTo>
                    <a:pt x="73047" y="67611"/>
                    <a:pt x="76585" y="64182"/>
                    <a:pt x="79046" y="59411"/>
                  </a:cubicBezTo>
                  <a:cubicBezTo>
                    <a:pt x="81661" y="54044"/>
                    <a:pt x="83661" y="44950"/>
                    <a:pt x="83661" y="44652"/>
                  </a:cubicBezTo>
                  <a:cubicBezTo>
                    <a:pt x="83661" y="43161"/>
                    <a:pt x="82277" y="43161"/>
                    <a:pt x="81815" y="43161"/>
                  </a:cubicBezTo>
                  <a:cubicBezTo>
                    <a:pt x="80277" y="43161"/>
                    <a:pt x="80123" y="43757"/>
                    <a:pt x="79662" y="45844"/>
                  </a:cubicBezTo>
                  <a:cubicBezTo>
                    <a:pt x="77047" y="55535"/>
                    <a:pt x="74278" y="64331"/>
                    <a:pt x="67971" y="64331"/>
                  </a:cubicBezTo>
                  <a:cubicBezTo>
                    <a:pt x="63818" y="64331"/>
                    <a:pt x="63357" y="60455"/>
                    <a:pt x="63357" y="57473"/>
                  </a:cubicBezTo>
                  <a:cubicBezTo>
                    <a:pt x="63357" y="54193"/>
                    <a:pt x="65203" y="47186"/>
                    <a:pt x="66433" y="41968"/>
                  </a:cubicBezTo>
                  <a:lnTo>
                    <a:pt x="70740" y="25867"/>
                  </a:lnTo>
                  <a:cubicBezTo>
                    <a:pt x="71202" y="23630"/>
                    <a:pt x="72740" y="17965"/>
                    <a:pt x="73355" y="15729"/>
                  </a:cubicBezTo>
                  <a:cubicBezTo>
                    <a:pt x="74124" y="12300"/>
                    <a:pt x="75662" y="6635"/>
                    <a:pt x="75662" y="5740"/>
                  </a:cubicBezTo>
                  <a:cubicBezTo>
                    <a:pt x="75662" y="3056"/>
                    <a:pt x="73509" y="1715"/>
                    <a:pt x="71202" y="1715"/>
                  </a:cubicBezTo>
                  <a:cubicBezTo>
                    <a:pt x="70433" y="1715"/>
                    <a:pt x="66433" y="1864"/>
                    <a:pt x="65203" y="6933"/>
                  </a:cubicBezTo>
                  <a:lnTo>
                    <a:pt x="57973" y="34812"/>
                  </a:lnTo>
                  <a:cubicBezTo>
                    <a:pt x="56127" y="42266"/>
                    <a:pt x="54435" y="48528"/>
                    <a:pt x="53974" y="50019"/>
                  </a:cubicBezTo>
                  <a:cubicBezTo>
                    <a:pt x="53820" y="50764"/>
                    <a:pt x="46437" y="64331"/>
                    <a:pt x="33977" y="64331"/>
                  </a:cubicBezTo>
                  <a:cubicBezTo>
                    <a:pt x="26286" y="64331"/>
                    <a:pt x="22595" y="59411"/>
                    <a:pt x="22595" y="51361"/>
                  </a:cubicBezTo>
                  <a:cubicBezTo>
                    <a:pt x="22595" y="47037"/>
                    <a:pt x="23671" y="42863"/>
                    <a:pt x="24748" y="38688"/>
                  </a:cubicBezTo>
                  <a:lnTo>
                    <a:pt x="31209" y="136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392" name="Group 2391" descr="\documentclass{article}&#10;\usepackage{amsmath}&#10;\usepackage{amsfonts}&#10;\pagestyle{empty}&#10;\begin{document}&#10;&#10;&#10;\[&#10;\mathbb{E}(Y) = p = \mu&#10;\]&#10;&#10;&#10;&#10;&#10;&#10;\end{document}" title="IguanaTex Shape Display">
            <a:extLst>
              <a:ext uri="{FF2B5EF4-FFF2-40B4-BE49-F238E27FC236}">
                <a16:creationId xmlns:a16="http://schemas.microsoft.com/office/drawing/2014/main" id="{DBC632BD-E51E-372B-BF51-B38AFD7005F8}"/>
              </a:ext>
            </a:extLst>
          </p:cNvPr>
          <p:cNvGrpSpPr>
            <a:grpSpLocks noChangeAspect="1"/>
          </p:cNvGrpSpPr>
          <p:nvPr>
            <p:custDataLst>
              <p:tags r:id="rId3"/>
            </p:custDataLst>
          </p:nvPr>
        </p:nvGrpSpPr>
        <p:grpSpPr>
          <a:xfrm>
            <a:off x="2238373" y="4208750"/>
            <a:ext cx="913632" cy="149086"/>
            <a:chOff x="10367562" y="5322955"/>
            <a:chExt cx="913632" cy="149086"/>
          </a:xfrm>
        </p:grpSpPr>
        <p:sp>
          <p:nvSpPr>
            <p:cNvPr id="2393" name="Freeform: Shape 2392">
              <a:extLst>
                <a:ext uri="{FF2B5EF4-FFF2-40B4-BE49-F238E27FC236}">
                  <a16:creationId xmlns:a16="http://schemas.microsoft.com/office/drawing/2014/main" id="{4A838871-E647-F05A-0983-AF3F2D8694AE}"/>
                </a:ext>
              </a:extLst>
            </p:cNvPr>
            <p:cNvSpPr/>
            <p:nvPr>
              <p:custDataLst>
                <p:tags r:id="rId67"/>
              </p:custDataLst>
            </p:nvPr>
          </p:nvSpPr>
          <p:spPr>
            <a:xfrm>
              <a:off x="10367562" y="5332646"/>
              <a:ext cx="95568" cy="102124"/>
            </a:xfrm>
            <a:custGeom>
              <a:avLst/>
              <a:gdLst>
                <a:gd name="connsiteX0" fmla="*/ 37666 w 95568"/>
                <a:gd name="connsiteY0" fmla="*/ 52106 h 102124"/>
                <a:gd name="connsiteX1" fmla="*/ 54181 w 95568"/>
                <a:gd name="connsiteY1" fmla="*/ 55237 h 102124"/>
                <a:gd name="connsiteX2" fmla="*/ 62132 w 95568"/>
                <a:gd name="connsiteY2" fmla="*/ 68804 h 102124"/>
                <a:gd name="connsiteX3" fmla="*/ 64884 w 95568"/>
                <a:gd name="connsiteY3" fmla="*/ 72829 h 102124"/>
                <a:gd name="connsiteX4" fmla="*/ 67484 w 95568"/>
                <a:gd name="connsiteY4" fmla="*/ 68058 h 102124"/>
                <a:gd name="connsiteX5" fmla="*/ 67484 w 95568"/>
                <a:gd name="connsiteY5" fmla="*/ 27656 h 102124"/>
                <a:gd name="connsiteX6" fmla="*/ 64884 w 95568"/>
                <a:gd name="connsiteY6" fmla="*/ 22885 h 102124"/>
                <a:gd name="connsiteX7" fmla="*/ 62132 w 95568"/>
                <a:gd name="connsiteY7" fmla="*/ 26314 h 102124"/>
                <a:gd name="connsiteX8" fmla="*/ 37666 w 95568"/>
                <a:gd name="connsiteY8" fmla="*/ 46739 h 102124"/>
                <a:gd name="connsiteX9" fmla="*/ 37666 w 95568"/>
                <a:gd name="connsiteY9" fmla="*/ 15282 h 102124"/>
                <a:gd name="connsiteX10" fmla="*/ 44242 w 95568"/>
                <a:gd name="connsiteY10" fmla="*/ 5293 h 102124"/>
                <a:gd name="connsiteX11" fmla="*/ 51581 w 95568"/>
                <a:gd name="connsiteY11" fmla="*/ 5293 h 102124"/>
                <a:gd name="connsiteX12" fmla="*/ 83386 w 95568"/>
                <a:gd name="connsiteY12" fmla="*/ 25867 h 102124"/>
                <a:gd name="connsiteX13" fmla="*/ 86139 w 95568"/>
                <a:gd name="connsiteY13" fmla="*/ 29296 h 102124"/>
                <a:gd name="connsiteX14" fmla="*/ 88738 w 95568"/>
                <a:gd name="connsiteY14" fmla="*/ 24376 h 102124"/>
                <a:gd name="connsiteX15" fmla="*/ 88738 w 95568"/>
                <a:gd name="connsiteY15" fmla="*/ 4995 h 102124"/>
                <a:gd name="connsiteX16" fmla="*/ 83692 w 95568"/>
                <a:gd name="connsiteY16" fmla="*/ 75 h 102124"/>
                <a:gd name="connsiteX17" fmla="*/ 5403 w 95568"/>
                <a:gd name="connsiteY17" fmla="*/ 75 h 102124"/>
                <a:gd name="connsiteX18" fmla="*/ 204 w 95568"/>
                <a:gd name="connsiteY18" fmla="*/ 2758 h 102124"/>
                <a:gd name="connsiteX19" fmla="*/ 4332 w 95568"/>
                <a:gd name="connsiteY19" fmla="*/ 5293 h 102124"/>
                <a:gd name="connsiteX20" fmla="*/ 13660 w 95568"/>
                <a:gd name="connsiteY20" fmla="*/ 13791 h 102124"/>
                <a:gd name="connsiteX21" fmla="*/ 13660 w 95568"/>
                <a:gd name="connsiteY21" fmla="*/ 88483 h 102124"/>
                <a:gd name="connsiteX22" fmla="*/ 5097 w 95568"/>
                <a:gd name="connsiteY22" fmla="*/ 96981 h 102124"/>
                <a:gd name="connsiteX23" fmla="*/ 204 w 95568"/>
                <a:gd name="connsiteY23" fmla="*/ 99516 h 102124"/>
                <a:gd name="connsiteX24" fmla="*/ 5403 w 95568"/>
                <a:gd name="connsiteY24" fmla="*/ 102199 h 102124"/>
                <a:gd name="connsiteX25" fmla="*/ 86444 w 95568"/>
                <a:gd name="connsiteY25" fmla="*/ 102199 h 102124"/>
                <a:gd name="connsiteX26" fmla="*/ 91338 w 95568"/>
                <a:gd name="connsiteY26" fmla="*/ 100112 h 102124"/>
                <a:gd name="connsiteX27" fmla="*/ 95772 w 95568"/>
                <a:gd name="connsiteY27" fmla="*/ 74320 h 102124"/>
                <a:gd name="connsiteX28" fmla="*/ 93172 w 95568"/>
                <a:gd name="connsiteY28" fmla="*/ 71636 h 102124"/>
                <a:gd name="connsiteX29" fmla="*/ 90420 w 95568"/>
                <a:gd name="connsiteY29" fmla="*/ 73724 h 102124"/>
                <a:gd name="connsiteX30" fmla="*/ 76811 w 95568"/>
                <a:gd name="connsiteY30" fmla="*/ 90272 h 102124"/>
                <a:gd name="connsiteX31" fmla="*/ 52652 w 95568"/>
                <a:gd name="connsiteY31" fmla="*/ 96981 h 102124"/>
                <a:gd name="connsiteX32" fmla="*/ 44242 w 95568"/>
                <a:gd name="connsiteY32" fmla="*/ 96981 h 102124"/>
                <a:gd name="connsiteX33" fmla="*/ 37666 w 95568"/>
                <a:gd name="connsiteY33" fmla="*/ 86992 h 102124"/>
                <a:gd name="connsiteX34" fmla="*/ 37666 w 95568"/>
                <a:gd name="connsiteY34" fmla="*/ 52106 h 102124"/>
                <a:gd name="connsiteX35" fmla="*/ 83386 w 95568"/>
                <a:gd name="connsiteY35" fmla="*/ 5293 h 102124"/>
                <a:gd name="connsiteX36" fmla="*/ 83386 w 95568"/>
                <a:gd name="connsiteY36" fmla="*/ 12449 h 102124"/>
                <a:gd name="connsiteX37" fmla="*/ 74670 w 95568"/>
                <a:gd name="connsiteY37" fmla="*/ 5293 h 102124"/>
                <a:gd name="connsiteX38" fmla="*/ 83386 w 95568"/>
                <a:gd name="connsiteY38" fmla="*/ 5293 h 102124"/>
                <a:gd name="connsiteX39" fmla="*/ 53569 w 95568"/>
                <a:gd name="connsiteY39" fmla="*/ 48975 h 102124"/>
                <a:gd name="connsiteX40" fmla="*/ 62132 w 95568"/>
                <a:gd name="connsiteY40" fmla="*/ 42564 h 102124"/>
                <a:gd name="connsiteX41" fmla="*/ 62132 w 95568"/>
                <a:gd name="connsiteY41" fmla="*/ 55088 h 102124"/>
                <a:gd name="connsiteX42" fmla="*/ 53569 w 95568"/>
                <a:gd name="connsiteY42" fmla="*/ 49124 h 102124"/>
                <a:gd name="connsiteX43" fmla="*/ 53569 w 95568"/>
                <a:gd name="connsiteY43" fmla="*/ 48975 h 102124"/>
                <a:gd name="connsiteX44" fmla="*/ 19011 w 95568"/>
                <a:gd name="connsiteY44" fmla="*/ 13493 h 102124"/>
                <a:gd name="connsiteX45" fmla="*/ 17788 w 95568"/>
                <a:gd name="connsiteY45" fmla="*/ 5293 h 102124"/>
                <a:gd name="connsiteX46" fmla="*/ 33997 w 95568"/>
                <a:gd name="connsiteY46" fmla="*/ 5293 h 102124"/>
                <a:gd name="connsiteX47" fmla="*/ 32315 w 95568"/>
                <a:gd name="connsiteY47" fmla="*/ 14983 h 102124"/>
                <a:gd name="connsiteX48" fmla="*/ 32315 w 95568"/>
                <a:gd name="connsiteY48" fmla="*/ 87291 h 102124"/>
                <a:gd name="connsiteX49" fmla="*/ 33997 w 95568"/>
                <a:gd name="connsiteY49" fmla="*/ 96981 h 102124"/>
                <a:gd name="connsiteX50" fmla="*/ 17788 w 95568"/>
                <a:gd name="connsiteY50" fmla="*/ 96981 h 102124"/>
                <a:gd name="connsiteX51" fmla="*/ 19011 w 95568"/>
                <a:gd name="connsiteY51" fmla="*/ 88781 h 102124"/>
                <a:gd name="connsiteX52" fmla="*/ 19011 w 95568"/>
                <a:gd name="connsiteY52" fmla="*/ 13493 h 102124"/>
                <a:gd name="connsiteX53" fmla="*/ 75894 w 95568"/>
                <a:gd name="connsiteY53" fmla="*/ 96981 h 102124"/>
                <a:gd name="connsiteX54" fmla="*/ 75894 w 95568"/>
                <a:gd name="connsiteY54" fmla="*/ 96832 h 102124"/>
                <a:gd name="connsiteX55" fmla="*/ 87974 w 95568"/>
                <a:gd name="connsiteY55" fmla="*/ 88632 h 102124"/>
                <a:gd name="connsiteX56" fmla="*/ 86597 w 95568"/>
                <a:gd name="connsiteY56" fmla="*/ 96981 h 102124"/>
                <a:gd name="connsiteX57" fmla="*/ 75894 w 95568"/>
                <a:gd name="connsiteY57" fmla="*/ 96981 h 10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5568" h="102124">
                  <a:moveTo>
                    <a:pt x="37666" y="52106"/>
                  </a:moveTo>
                  <a:cubicBezTo>
                    <a:pt x="41489" y="52106"/>
                    <a:pt x="48829" y="52106"/>
                    <a:pt x="54181" y="55237"/>
                  </a:cubicBezTo>
                  <a:cubicBezTo>
                    <a:pt x="61520" y="59859"/>
                    <a:pt x="62132" y="67909"/>
                    <a:pt x="62132" y="68804"/>
                  </a:cubicBezTo>
                  <a:cubicBezTo>
                    <a:pt x="62285" y="70891"/>
                    <a:pt x="62285" y="72829"/>
                    <a:pt x="64884" y="72829"/>
                  </a:cubicBezTo>
                  <a:cubicBezTo>
                    <a:pt x="67484" y="72829"/>
                    <a:pt x="67484" y="70742"/>
                    <a:pt x="67484" y="68058"/>
                  </a:cubicBezTo>
                  <a:lnTo>
                    <a:pt x="67484" y="27656"/>
                  </a:lnTo>
                  <a:cubicBezTo>
                    <a:pt x="67484" y="25270"/>
                    <a:pt x="67484" y="22885"/>
                    <a:pt x="64884" y="22885"/>
                  </a:cubicBezTo>
                  <a:cubicBezTo>
                    <a:pt x="62285" y="22885"/>
                    <a:pt x="62132" y="25121"/>
                    <a:pt x="62132" y="26314"/>
                  </a:cubicBezTo>
                  <a:cubicBezTo>
                    <a:pt x="61214" y="45546"/>
                    <a:pt x="45618" y="46590"/>
                    <a:pt x="37666" y="46739"/>
                  </a:cubicBezTo>
                  <a:lnTo>
                    <a:pt x="37666" y="15282"/>
                  </a:lnTo>
                  <a:cubicBezTo>
                    <a:pt x="37666" y="5293"/>
                    <a:pt x="40572" y="5293"/>
                    <a:pt x="44242" y="5293"/>
                  </a:cubicBezTo>
                  <a:lnTo>
                    <a:pt x="51581" y="5293"/>
                  </a:lnTo>
                  <a:cubicBezTo>
                    <a:pt x="72224" y="5293"/>
                    <a:pt x="82469" y="15580"/>
                    <a:pt x="83386" y="25867"/>
                  </a:cubicBezTo>
                  <a:cubicBezTo>
                    <a:pt x="83539" y="27059"/>
                    <a:pt x="83692" y="29296"/>
                    <a:pt x="86139" y="29296"/>
                  </a:cubicBezTo>
                  <a:cubicBezTo>
                    <a:pt x="88738" y="29296"/>
                    <a:pt x="88738" y="26910"/>
                    <a:pt x="88738" y="24376"/>
                  </a:cubicBezTo>
                  <a:lnTo>
                    <a:pt x="88738" y="4995"/>
                  </a:lnTo>
                  <a:cubicBezTo>
                    <a:pt x="88738" y="373"/>
                    <a:pt x="88432" y="75"/>
                    <a:pt x="83692" y="75"/>
                  </a:cubicBezTo>
                  <a:lnTo>
                    <a:pt x="5403" y="75"/>
                  </a:lnTo>
                  <a:cubicBezTo>
                    <a:pt x="2650" y="75"/>
                    <a:pt x="204" y="75"/>
                    <a:pt x="204" y="2758"/>
                  </a:cubicBezTo>
                  <a:cubicBezTo>
                    <a:pt x="204" y="5293"/>
                    <a:pt x="3109" y="5293"/>
                    <a:pt x="4332" y="5293"/>
                  </a:cubicBezTo>
                  <a:cubicBezTo>
                    <a:pt x="13048" y="5293"/>
                    <a:pt x="13660" y="6485"/>
                    <a:pt x="13660" y="13791"/>
                  </a:cubicBezTo>
                  <a:lnTo>
                    <a:pt x="13660" y="88483"/>
                  </a:lnTo>
                  <a:cubicBezTo>
                    <a:pt x="13660" y="95490"/>
                    <a:pt x="13201" y="96981"/>
                    <a:pt x="5097" y="96981"/>
                  </a:cubicBezTo>
                  <a:cubicBezTo>
                    <a:pt x="2803" y="96981"/>
                    <a:pt x="204" y="96981"/>
                    <a:pt x="204" y="99516"/>
                  </a:cubicBezTo>
                  <a:cubicBezTo>
                    <a:pt x="204" y="102199"/>
                    <a:pt x="2650" y="102199"/>
                    <a:pt x="5403" y="102199"/>
                  </a:cubicBezTo>
                  <a:lnTo>
                    <a:pt x="86444" y="102199"/>
                  </a:lnTo>
                  <a:cubicBezTo>
                    <a:pt x="89350" y="102199"/>
                    <a:pt x="90879" y="102199"/>
                    <a:pt x="91338" y="100112"/>
                  </a:cubicBezTo>
                  <a:cubicBezTo>
                    <a:pt x="91490" y="99963"/>
                    <a:pt x="95772" y="75065"/>
                    <a:pt x="95772" y="74320"/>
                  </a:cubicBezTo>
                  <a:cubicBezTo>
                    <a:pt x="95772" y="72680"/>
                    <a:pt x="94396" y="71636"/>
                    <a:pt x="93172" y="71636"/>
                  </a:cubicBezTo>
                  <a:cubicBezTo>
                    <a:pt x="91032" y="71636"/>
                    <a:pt x="90420" y="73575"/>
                    <a:pt x="90420" y="73724"/>
                  </a:cubicBezTo>
                  <a:cubicBezTo>
                    <a:pt x="89503" y="77600"/>
                    <a:pt x="87974" y="83862"/>
                    <a:pt x="76811" y="90272"/>
                  </a:cubicBezTo>
                  <a:cubicBezTo>
                    <a:pt x="68860" y="94894"/>
                    <a:pt x="61062" y="96981"/>
                    <a:pt x="52652" y="96981"/>
                  </a:cubicBezTo>
                  <a:lnTo>
                    <a:pt x="44242" y="96981"/>
                  </a:lnTo>
                  <a:cubicBezTo>
                    <a:pt x="40572" y="96981"/>
                    <a:pt x="37666" y="96981"/>
                    <a:pt x="37666" y="86992"/>
                  </a:cubicBezTo>
                  <a:lnTo>
                    <a:pt x="37666" y="52106"/>
                  </a:lnTo>
                  <a:close/>
                  <a:moveTo>
                    <a:pt x="83386" y="5293"/>
                  </a:moveTo>
                  <a:lnTo>
                    <a:pt x="83386" y="12449"/>
                  </a:lnTo>
                  <a:cubicBezTo>
                    <a:pt x="80787" y="9616"/>
                    <a:pt x="77882" y="7231"/>
                    <a:pt x="74670" y="5293"/>
                  </a:cubicBezTo>
                  <a:lnTo>
                    <a:pt x="83386" y="5293"/>
                  </a:lnTo>
                  <a:close/>
                  <a:moveTo>
                    <a:pt x="53569" y="48975"/>
                  </a:moveTo>
                  <a:cubicBezTo>
                    <a:pt x="56016" y="47932"/>
                    <a:pt x="59380" y="45695"/>
                    <a:pt x="62132" y="42564"/>
                  </a:cubicBezTo>
                  <a:lnTo>
                    <a:pt x="62132" y="55088"/>
                  </a:lnTo>
                  <a:cubicBezTo>
                    <a:pt x="58462" y="51062"/>
                    <a:pt x="53722" y="49124"/>
                    <a:pt x="53569" y="49124"/>
                  </a:cubicBezTo>
                  <a:lnTo>
                    <a:pt x="53569" y="48975"/>
                  </a:lnTo>
                  <a:close/>
                  <a:moveTo>
                    <a:pt x="19011" y="13493"/>
                  </a:moveTo>
                  <a:cubicBezTo>
                    <a:pt x="19011" y="11703"/>
                    <a:pt x="19011" y="7976"/>
                    <a:pt x="17788" y="5293"/>
                  </a:cubicBezTo>
                  <a:lnTo>
                    <a:pt x="33997" y="5293"/>
                  </a:lnTo>
                  <a:cubicBezTo>
                    <a:pt x="32315" y="8722"/>
                    <a:pt x="32315" y="13642"/>
                    <a:pt x="32315" y="14983"/>
                  </a:cubicBezTo>
                  <a:lnTo>
                    <a:pt x="32315" y="87291"/>
                  </a:lnTo>
                  <a:cubicBezTo>
                    <a:pt x="32315" y="92658"/>
                    <a:pt x="33385" y="95639"/>
                    <a:pt x="33997" y="96981"/>
                  </a:cubicBezTo>
                  <a:lnTo>
                    <a:pt x="17788" y="96981"/>
                  </a:lnTo>
                  <a:cubicBezTo>
                    <a:pt x="19011" y="94298"/>
                    <a:pt x="19011" y="90570"/>
                    <a:pt x="19011" y="88781"/>
                  </a:cubicBezTo>
                  <a:lnTo>
                    <a:pt x="19011" y="13493"/>
                  </a:lnTo>
                  <a:close/>
                  <a:moveTo>
                    <a:pt x="75894" y="96981"/>
                  </a:moveTo>
                  <a:lnTo>
                    <a:pt x="75894" y="96832"/>
                  </a:lnTo>
                  <a:cubicBezTo>
                    <a:pt x="80787" y="94447"/>
                    <a:pt x="84915" y="91316"/>
                    <a:pt x="87974" y="88632"/>
                  </a:cubicBezTo>
                  <a:cubicBezTo>
                    <a:pt x="87821" y="89229"/>
                    <a:pt x="86750" y="95789"/>
                    <a:pt x="86597" y="96981"/>
                  </a:cubicBezTo>
                  <a:lnTo>
                    <a:pt x="75894" y="9698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94" name="Freeform: Shape 2393">
              <a:extLst>
                <a:ext uri="{FF2B5EF4-FFF2-40B4-BE49-F238E27FC236}">
                  <a16:creationId xmlns:a16="http://schemas.microsoft.com/office/drawing/2014/main" id="{E4BED20F-778B-C777-CAF1-F482277D6AA5}"/>
                </a:ext>
              </a:extLst>
            </p:cNvPr>
            <p:cNvSpPr/>
            <p:nvPr>
              <p:custDataLst>
                <p:tags r:id="rId68"/>
              </p:custDataLst>
            </p:nvPr>
          </p:nvSpPr>
          <p:spPr>
            <a:xfrm>
              <a:off x="10482499" y="5322955"/>
              <a:ext cx="35474" cy="149086"/>
            </a:xfrm>
            <a:custGeom>
              <a:avLst/>
              <a:gdLst>
                <a:gd name="connsiteX0" fmla="*/ 35685 w 35474"/>
                <a:gd name="connsiteY0" fmla="*/ 147671 h 149086"/>
                <a:gd name="connsiteX1" fmla="*/ 33086 w 35474"/>
                <a:gd name="connsiteY1" fmla="*/ 144391 h 149086"/>
                <a:gd name="connsiteX2" fmla="*/ 9079 w 35474"/>
                <a:gd name="connsiteY2" fmla="*/ 74618 h 149086"/>
                <a:gd name="connsiteX3" fmla="*/ 33697 w 35474"/>
                <a:gd name="connsiteY3" fmla="*/ 4100 h 149086"/>
                <a:gd name="connsiteX4" fmla="*/ 35685 w 35474"/>
                <a:gd name="connsiteY4" fmla="*/ 1566 h 149086"/>
                <a:gd name="connsiteX5" fmla="*/ 34156 w 35474"/>
                <a:gd name="connsiteY5" fmla="*/ 75 h 149086"/>
                <a:gd name="connsiteX6" fmla="*/ 9844 w 35474"/>
                <a:gd name="connsiteY6" fmla="*/ 29147 h 149086"/>
                <a:gd name="connsiteX7" fmla="*/ 210 w 35474"/>
                <a:gd name="connsiteY7" fmla="*/ 74618 h 149086"/>
                <a:gd name="connsiteX8" fmla="*/ 10302 w 35474"/>
                <a:gd name="connsiteY8" fmla="*/ 121133 h 149086"/>
                <a:gd name="connsiteX9" fmla="*/ 34156 w 35474"/>
                <a:gd name="connsiteY9" fmla="*/ 149162 h 149086"/>
                <a:gd name="connsiteX10" fmla="*/ 35685 w 35474"/>
                <a:gd name="connsiteY10" fmla="*/ 147671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474" h="149086">
                  <a:moveTo>
                    <a:pt x="35685" y="147671"/>
                  </a:moveTo>
                  <a:cubicBezTo>
                    <a:pt x="35685" y="147224"/>
                    <a:pt x="35685" y="146925"/>
                    <a:pt x="33086" y="144391"/>
                  </a:cubicBezTo>
                  <a:cubicBezTo>
                    <a:pt x="13972" y="125606"/>
                    <a:pt x="9079" y="97428"/>
                    <a:pt x="9079" y="74618"/>
                  </a:cubicBezTo>
                  <a:cubicBezTo>
                    <a:pt x="9079" y="48677"/>
                    <a:pt x="14890" y="22736"/>
                    <a:pt x="33697" y="4100"/>
                  </a:cubicBezTo>
                  <a:cubicBezTo>
                    <a:pt x="35685" y="2311"/>
                    <a:pt x="35685" y="2013"/>
                    <a:pt x="35685" y="1566"/>
                  </a:cubicBezTo>
                  <a:cubicBezTo>
                    <a:pt x="35685" y="522"/>
                    <a:pt x="35074" y="75"/>
                    <a:pt x="34156" y="75"/>
                  </a:cubicBezTo>
                  <a:cubicBezTo>
                    <a:pt x="32627" y="75"/>
                    <a:pt x="18865" y="10213"/>
                    <a:pt x="9844" y="29147"/>
                  </a:cubicBezTo>
                  <a:cubicBezTo>
                    <a:pt x="2045" y="45546"/>
                    <a:pt x="210" y="62095"/>
                    <a:pt x="210" y="74618"/>
                  </a:cubicBezTo>
                  <a:cubicBezTo>
                    <a:pt x="210" y="86247"/>
                    <a:pt x="1892" y="104286"/>
                    <a:pt x="10302" y="121133"/>
                  </a:cubicBezTo>
                  <a:cubicBezTo>
                    <a:pt x="19477" y="139471"/>
                    <a:pt x="32627" y="149162"/>
                    <a:pt x="34156" y="149162"/>
                  </a:cubicBezTo>
                  <a:cubicBezTo>
                    <a:pt x="35074" y="149162"/>
                    <a:pt x="35685" y="148714"/>
                    <a:pt x="35685" y="1476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95" name="Freeform: Shape 2394">
              <a:extLst>
                <a:ext uri="{FF2B5EF4-FFF2-40B4-BE49-F238E27FC236}">
                  <a16:creationId xmlns:a16="http://schemas.microsoft.com/office/drawing/2014/main" id="{5CB572FE-7B54-E8A6-5AC3-B9E86C0A4CBD}"/>
                </a:ext>
              </a:extLst>
            </p:cNvPr>
            <p:cNvSpPr/>
            <p:nvPr>
              <p:custDataLst>
                <p:tags r:id="rId69"/>
              </p:custDataLst>
            </p:nvPr>
          </p:nvSpPr>
          <p:spPr>
            <a:xfrm>
              <a:off x="10532178" y="5332944"/>
              <a:ext cx="111165" cy="101826"/>
            </a:xfrm>
            <a:custGeom>
              <a:avLst/>
              <a:gdLst>
                <a:gd name="connsiteX0" fmla="*/ 86149 w 111165"/>
                <a:gd name="connsiteY0" fmla="*/ 17071 h 101826"/>
                <a:gd name="connsiteX1" fmla="*/ 88290 w 111165"/>
                <a:gd name="connsiteY1" fmla="*/ 14983 h 101826"/>
                <a:gd name="connsiteX2" fmla="*/ 108321 w 111165"/>
                <a:gd name="connsiteY2" fmla="*/ 4696 h 101826"/>
                <a:gd name="connsiteX3" fmla="*/ 111379 w 111165"/>
                <a:gd name="connsiteY3" fmla="*/ 1864 h 101826"/>
                <a:gd name="connsiteX4" fmla="*/ 109391 w 111165"/>
                <a:gd name="connsiteY4" fmla="*/ 75 h 101826"/>
                <a:gd name="connsiteX5" fmla="*/ 96853 w 111165"/>
                <a:gd name="connsiteY5" fmla="*/ 522 h 101826"/>
                <a:gd name="connsiteX6" fmla="*/ 81562 w 111165"/>
                <a:gd name="connsiteY6" fmla="*/ 75 h 101826"/>
                <a:gd name="connsiteX7" fmla="*/ 78657 w 111165"/>
                <a:gd name="connsiteY7" fmla="*/ 2907 h 101826"/>
                <a:gd name="connsiteX8" fmla="*/ 80950 w 111165"/>
                <a:gd name="connsiteY8" fmla="*/ 4696 h 101826"/>
                <a:gd name="connsiteX9" fmla="*/ 86455 w 111165"/>
                <a:gd name="connsiteY9" fmla="*/ 8125 h 101826"/>
                <a:gd name="connsiteX10" fmla="*/ 82326 w 111165"/>
                <a:gd name="connsiteY10" fmla="*/ 15282 h 101826"/>
                <a:gd name="connsiteX11" fmla="*/ 46851 w 111165"/>
                <a:gd name="connsiteY11" fmla="*/ 55088 h 101826"/>
                <a:gd name="connsiteX12" fmla="*/ 30031 w 111165"/>
                <a:gd name="connsiteY12" fmla="*/ 10809 h 101826"/>
                <a:gd name="connsiteX13" fmla="*/ 29114 w 111165"/>
                <a:gd name="connsiteY13" fmla="*/ 8274 h 101826"/>
                <a:gd name="connsiteX14" fmla="*/ 38136 w 111165"/>
                <a:gd name="connsiteY14" fmla="*/ 4696 h 101826"/>
                <a:gd name="connsiteX15" fmla="*/ 41805 w 111165"/>
                <a:gd name="connsiteY15" fmla="*/ 1715 h 101826"/>
                <a:gd name="connsiteX16" fmla="*/ 39512 w 111165"/>
                <a:gd name="connsiteY16" fmla="*/ 75 h 101826"/>
                <a:gd name="connsiteX17" fmla="*/ 20245 w 111165"/>
                <a:gd name="connsiteY17" fmla="*/ 522 h 101826"/>
                <a:gd name="connsiteX18" fmla="*/ 3119 w 111165"/>
                <a:gd name="connsiteY18" fmla="*/ 75 h 101826"/>
                <a:gd name="connsiteX19" fmla="*/ 214 w 111165"/>
                <a:gd name="connsiteY19" fmla="*/ 3056 h 101826"/>
                <a:gd name="connsiteX20" fmla="*/ 3731 w 111165"/>
                <a:gd name="connsiteY20" fmla="*/ 4696 h 101826"/>
                <a:gd name="connsiteX21" fmla="*/ 14893 w 111165"/>
                <a:gd name="connsiteY21" fmla="*/ 9765 h 101826"/>
                <a:gd name="connsiteX22" fmla="*/ 33701 w 111165"/>
                <a:gd name="connsiteY22" fmla="*/ 58815 h 101826"/>
                <a:gd name="connsiteX23" fmla="*/ 34313 w 111165"/>
                <a:gd name="connsiteY23" fmla="*/ 61349 h 101826"/>
                <a:gd name="connsiteX24" fmla="*/ 27432 w 111165"/>
                <a:gd name="connsiteY24" fmla="*/ 88483 h 101826"/>
                <a:gd name="connsiteX25" fmla="*/ 13059 w 111165"/>
                <a:gd name="connsiteY25" fmla="*/ 97279 h 101826"/>
                <a:gd name="connsiteX26" fmla="*/ 8930 w 111165"/>
                <a:gd name="connsiteY26" fmla="*/ 100261 h 101826"/>
                <a:gd name="connsiteX27" fmla="*/ 11071 w 111165"/>
                <a:gd name="connsiteY27" fmla="*/ 101901 h 101826"/>
                <a:gd name="connsiteX28" fmla="*/ 30337 w 111165"/>
                <a:gd name="connsiteY28" fmla="*/ 101454 h 101826"/>
                <a:gd name="connsiteX29" fmla="*/ 49910 w 111165"/>
                <a:gd name="connsiteY29" fmla="*/ 101901 h 101826"/>
                <a:gd name="connsiteX30" fmla="*/ 52815 w 111165"/>
                <a:gd name="connsiteY30" fmla="*/ 98919 h 101826"/>
                <a:gd name="connsiteX31" fmla="*/ 48533 w 111165"/>
                <a:gd name="connsiteY31" fmla="*/ 97279 h 101826"/>
                <a:gd name="connsiteX32" fmla="*/ 42723 w 111165"/>
                <a:gd name="connsiteY32" fmla="*/ 96981 h 101826"/>
                <a:gd name="connsiteX33" fmla="*/ 38594 w 111165"/>
                <a:gd name="connsiteY33" fmla="*/ 94596 h 101826"/>
                <a:gd name="connsiteX34" fmla="*/ 40735 w 111165"/>
                <a:gd name="connsiteY34" fmla="*/ 85203 h 101826"/>
                <a:gd name="connsiteX35" fmla="*/ 46087 w 111165"/>
                <a:gd name="connsiteY35" fmla="*/ 64182 h 101826"/>
                <a:gd name="connsiteX36" fmla="*/ 48228 w 111165"/>
                <a:gd name="connsiteY36" fmla="*/ 59560 h 101826"/>
                <a:gd name="connsiteX37" fmla="*/ 86149 w 111165"/>
                <a:gd name="connsiteY37" fmla="*/ 17071 h 101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165" h="101826">
                  <a:moveTo>
                    <a:pt x="86149" y="17071"/>
                  </a:moveTo>
                  <a:lnTo>
                    <a:pt x="88290" y="14983"/>
                  </a:lnTo>
                  <a:cubicBezTo>
                    <a:pt x="92877" y="10511"/>
                    <a:pt x="97923" y="5442"/>
                    <a:pt x="108321" y="4696"/>
                  </a:cubicBezTo>
                  <a:cubicBezTo>
                    <a:pt x="110003" y="4547"/>
                    <a:pt x="111379" y="4547"/>
                    <a:pt x="111379" y="1864"/>
                  </a:cubicBezTo>
                  <a:cubicBezTo>
                    <a:pt x="111379" y="671"/>
                    <a:pt x="110615" y="75"/>
                    <a:pt x="109391" y="75"/>
                  </a:cubicBezTo>
                  <a:cubicBezTo>
                    <a:pt x="105416" y="75"/>
                    <a:pt x="100981" y="522"/>
                    <a:pt x="96853" y="522"/>
                  </a:cubicBezTo>
                  <a:cubicBezTo>
                    <a:pt x="91807" y="522"/>
                    <a:pt x="86455" y="75"/>
                    <a:pt x="81562" y="75"/>
                  </a:cubicBezTo>
                  <a:cubicBezTo>
                    <a:pt x="80644" y="75"/>
                    <a:pt x="78657" y="75"/>
                    <a:pt x="78657" y="2907"/>
                  </a:cubicBezTo>
                  <a:cubicBezTo>
                    <a:pt x="78657" y="4547"/>
                    <a:pt x="80186" y="4696"/>
                    <a:pt x="80950" y="4696"/>
                  </a:cubicBezTo>
                  <a:cubicBezTo>
                    <a:pt x="82021" y="4696"/>
                    <a:pt x="86455" y="4995"/>
                    <a:pt x="86455" y="8125"/>
                  </a:cubicBezTo>
                  <a:cubicBezTo>
                    <a:pt x="86455" y="10660"/>
                    <a:pt x="82938" y="14536"/>
                    <a:pt x="82326" y="15282"/>
                  </a:cubicBezTo>
                  <a:lnTo>
                    <a:pt x="46851" y="55088"/>
                  </a:lnTo>
                  <a:lnTo>
                    <a:pt x="30031" y="10809"/>
                  </a:lnTo>
                  <a:cubicBezTo>
                    <a:pt x="29114" y="8722"/>
                    <a:pt x="29114" y="8424"/>
                    <a:pt x="29114" y="8274"/>
                  </a:cubicBezTo>
                  <a:cubicBezTo>
                    <a:pt x="29114" y="4696"/>
                    <a:pt x="36607" y="4696"/>
                    <a:pt x="38136" y="4696"/>
                  </a:cubicBezTo>
                  <a:cubicBezTo>
                    <a:pt x="40276" y="4696"/>
                    <a:pt x="41805" y="4696"/>
                    <a:pt x="41805" y="1715"/>
                  </a:cubicBezTo>
                  <a:cubicBezTo>
                    <a:pt x="41805" y="75"/>
                    <a:pt x="39971" y="75"/>
                    <a:pt x="39512" y="75"/>
                  </a:cubicBezTo>
                  <a:cubicBezTo>
                    <a:pt x="35230" y="75"/>
                    <a:pt x="24527" y="522"/>
                    <a:pt x="20245" y="522"/>
                  </a:cubicBezTo>
                  <a:cubicBezTo>
                    <a:pt x="16423" y="522"/>
                    <a:pt x="6942" y="75"/>
                    <a:pt x="3119" y="75"/>
                  </a:cubicBezTo>
                  <a:cubicBezTo>
                    <a:pt x="2202" y="75"/>
                    <a:pt x="214" y="75"/>
                    <a:pt x="214" y="3056"/>
                  </a:cubicBezTo>
                  <a:cubicBezTo>
                    <a:pt x="214" y="4696"/>
                    <a:pt x="1743" y="4696"/>
                    <a:pt x="3731" y="4696"/>
                  </a:cubicBezTo>
                  <a:cubicBezTo>
                    <a:pt x="12906" y="4696"/>
                    <a:pt x="13517" y="6038"/>
                    <a:pt x="14893" y="9765"/>
                  </a:cubicBezTo>
                  <a:lnTo>
                    <a:pt x="33701" y="58815"/>
                  </a:lnTo>
                  <a:cubicBezTo>
                    <a:pt x="33854" y="59262"/>
                    <a:pt x="34313" y="60902"/>
                    <a:pt x="34313" y="61349"/>
                  </a:cubicBezTo>
                  <a:cubicBezTo>
                    <a:pt x="34313" y="61797"/>
                    <a:pt x="28197" y="85800"/>
                    <a:pt x="27432" y="88483"/>
                  </a:cubicBezTo>
                  <a:cubicBezTo>
                    <a:pt x="25444" y="96683"/>
                    <a:pt x="25291" y="97130"/>
                    <a:pt x="13059" y="97279"/>
                  </a:cubicBezTo>
                  <a:cubicBezTo>
                    <a:pt x="10153" y="97279"/>
                    <a:pt x="8930" y="97279"/>
                    <a:pt x="8930" y="100261"/>
                  </a:cubicBezTo>
                  <a:cubicBezTo>
                    <a:pt x="8930" y="101901"/>
                    <a:pt x="10765" y="101901"/>
                    <a:pt x="11071" y="101901"/>
                  </a:cubicBezTo>
                  <a:cubicBezTo>
                    <a:pt x="15352" y="101901"/>
                    <a:pt x="26056" y="101454"/>
                    <a:pt x="30337" y="101454"/>
                  </a:cubicBezTo>
                  <a:cubicBezTo>
                    <a:pt x="34619" y="101454"/>
                    <a:pt x="45628" y="101901"/>
                    <a:pt x="49910" y="101901"/>
                  </a:cubicBezTo>
                  <a:cubicBezTo>
                    <a:pt x="50980" y="101901"/>
                    <a:pt x="52815" y="101901"/>
                    <a:pt x="52815" y="98919"/>
                  </a:cubicBezTo>
                  <a:cubicBezTo>
                    <a:pt x="52815" y="97279"/>
                    <a:pt x="51439" y="97279"/>
                    <a:pt x="48533" y="97279"/>
                  </a:cubicBezTo>
                  <a:cubicBezTo>
                    <a:pt x="48228" y="97279"/>
                    <a:pt x="45322" y="97279"/>
                    <a:pt x="42723" y="96981"/>
                  </a:cubicBezTo>
                  <a:cubicBezTo>
                    <a:pt x="39512" y="96683"/>
                    <a:pt x="38594" y="96385"/>
                    <a:pt x="38594" y="94596"/>
                  </a:cubicBezTo>
                  <a:cubicBezTo>
                    <a:pt x="38594" y="93552"/>
                    <a:pt x="39971" y="88334"/>
                    <a:pt x="40735" y="85203"/>
                  </a:cubicBezTo>
                  <a:lnTo>
                    <a:pt x="46087" y="64182"/>
                  </a:lnTo>
                  <a:cubicBezTo>
                    <a:pt x="46851" y="61349"/>
                    <a:pt x="47004" y="60902"/>
                    <a:pt x="48228" y="59560"/>
                  </a:cubicBezTo>
                  <a:lnTo>
                    <a:pt x="86149" y="1707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96" name="Freeform: Shape 2395">
              <a:extLst>
                <a:ext uri="{FF2B5EF4-FFF2-40B4-BE49-F238E27FC236}">
                  <a16:creationId xmlns:a16="http://schemas.microsoft.com/office/drawing/2014/main" id="{DF87F960-A7CB-1B93-C6E0-987BA05D8B6A}"/>
                </a:ext>
              </a:extLst>
            </p:cNvPr>
            <p:cNvSpPr/>
            <p:nvPr>
              <p:custDataLst>
                <p:tags r:id="rId70"/>
              </p:custDataLst>
            </p:nvPr>
          </p:nvSpPr>
          <p:spPr>
            <a:xfrm>
              <a:off x="10658295" y="5322955"/>
              <a:ext cx="35474" cy="149086"/>
            </a:xfrm>
            <a:custGeom>
              <a:avLst/>
              <a:gdLst>
                <a:gd name="connsiteX0" fmla="*/ 35697 w 35474"/>
                <a:gd name="connsiteY0" fmla="*/ 74618 h 149086"/>
                <a:gd name="connsiteX1" fmla="*/ 25605 w 35474"/>
                <a:gd name="connsiteY1" fmla="*/ 28103 h 149086"/>
                <a:gd name="connsiteX2" fmla="*/ 1751 w 35474"/>
                <a:gd name="connsiteY2" fmla="*/ 75 h 149086"/>
                <a:gd name="connsiteX3" fmla="*/ 222 w 35474"/>
                <a:gd name="connsiteY3" fmla="*/ 1566 h 149086"/>
                <a:gd name="connsiteX4" fmla="*/ 3127 w 35474"/>
                <a:gd name="connsiteY4" fmla="*/ 4995 h 149086"/>
                <a:gd name="connsiteX5" fmla="*/ 26828 w 35474"/>
                <a:gd name="connsiteY5" fmla="*/ 74618 h 149086"/>
                <a:gd name="connsiteX6" fmla="*/ 2210 w 35474"/>
                <a:gd name="connsiteY6" fmla="*/ 145136 h 149086"/>
                <a:gd name="connsiteX7" fmla="*/ 222 w 35474"/>
                <a:gd name="connsiteY7" fmla="*/ 147671 h 149086"/>
                <a:gd name="connsiteX8" fmla="*/ 1751 w 35474"/>
                <a:gd name="connsiteY8" fmla="*/ 149162 h 149086"/>
                <a:gd name="connsiteX9" fmla="*/ 26064 w 35474"/>
                <a:gd name="connsiteY9" fmla="*/ 120090 h 149086"/>
                <a:gd name="connsiteX10" fmla="*/ 35697 w 35474"/>
                <a:gd name="connsiteY10" fmla="*/ 74618 h 14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474" h="149086">
                  <a:moveTo>
                    <a:pt x="35697" y="74618"/>
                  </a:moveTo>
                  <a:cubicBezTo>
                    <a:pt x="35697" y="62989"/>
                    <a:pt x="34015" y="44950"/>
                    <a:pt x="25605" y="28103"/>
                  </a:cubicBezTo>
                  <a:cubicBezTo>
                    <a:pt x="16431" y="9765"/>
                    <a:pt x="3280" y="75"/>
                    <a:pt x="1751" y="75"/>
                  </a:cubicBezTo>
                  <a:cubicBezTo>
                    <a:pt x="834" y="75"/>
                    <a:pt x="222" y="671"/>
                    <a:pt x="222" y="1566"/>
                  </a:cubicBezTo>
                  <a:cubicBezTo>
                    <a:pt x="222" y="2013"/>
                    <a:pt x="222" y="2311"/>
                    <a:pt x="3127" y="4995"/>
                  </a:cubicBezTo>
                  <a:cubicBezTo>
                    <a:pt x="18113" y="19754"/>
                    <a:pt x="26828" y="43459"/>
                    <a:pt x="26828" y="74618"/>
                  </a:cubicBezTo>
                  <a:cubicBezTo>
                    <a:pt x="26828" y="100112"/>
                    <a:pt x="21171" y="126351"/>
                    <a:pt x="2210" y="145136"/>
                  </a:cubicBezTo>
                  <a:cubicBezTo>
                    <a:pt x="222" y="146925"/>
                    <a:pt x="222" y="147224"/>
                    <a:pt x="222" y="147671"/>
                  </a:cubicBezTo>
                  <a:cubicBezTo>
                    <a:pt x="222" y="148565"/>
                    <a:pt x="834" y="149162"/>
                    <a:pt x="1751" y="149162"/>
                  </a:cubicBezTo>
                  <a:cubicBezTo>
                    <a:pt x="3280" y="149162"/>
                    <a:pt x="17042" y="139024"/>
                    <a:pt x="26064" y="120090"/>
                  </a:cubicBezTo>
                  <a:cubicBezTo>
                    <a:pt x="33862" y="103690"/>
                    <a:pt x="35697" y="87141"/>
                    <a:pt x="35697" y="7461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97" name="Freeform: Shape 2396">
              <a:extLst>
                <a:ext uri="{FF2B5EF4-FFF2-40B4-BE49-F238E27FC236}">
                  <a16:creationId xmlns:a16="http://schemas.microsoft.com/office/drawing/2014/main" id="{6FF9F196-CD0A-3458-AB99-D2A282303BB4}"/>
                </a:ext>
              </a:extLst>
            </p:cNvPr>
            <p:cNvSpPr/>
            <p:nvPr>
              <p:custDataLst>
                <p:tags r:id="rId71"/>
              </p:custDataLst>
            </p:nvPr>
          </p:nvSpPr>
          <p:spPr>
            <a:xfrm>
              <a:off x="10760080" y="5380056"/>
              <a:ext cx="101684" cy="34886"/>
            </a:xfrm>
            <a:custGeom>
              <a:avLst/>
              <a:gdLst>
                <a:gd name="connsiteX0" fmla="*/ 96715 w 101684"/>
                <a:gd name="connsiteY0" fmla="*/ 6038 h 34886"/>
                <a:gd name="connsiteX1" fmla="*/ 101913 w 101684"/>
                <a:gd name="connsiteY1" fmla="*/ 3056 h 34886"/>
                <a:gd name="connsiteX2" fmla="*/ 96867 w 101684"/>
                <a:gd name="connsiteY2" fmla="*/ 75 h 34886"/>
                <a:gd name="connsiteX3" fmla="*/ 5275 w 101684"/>
                <a:gd name="connsiteY3" fmla="*/ 75 h 34886"/>
                <a:gd name="connsiteX4" fmla="*/ 229 w 101684"/>
                <a:gd name="connsiteY4" fmla="*/ 3056 h 34886"/>
                <a:gd name="connsiteX5" fmla="*/ 5428 w 101684"/>
                <a:gd name="connsiteY5" fmla="*/ 6038 h 34886"/>
                <a:gd name="connsiteX6" fmla="*/ 96715 w 101684"/>
                <a:gd name="connsiteY6" fmla="*/ 6038 h 34886"/>
                <a:gd name="connsiteX7" fmla="*/ 96867 w 101684"/>
                <a:gd name="connsiteY7" fmla="*/ 34961 h 34886"/>
                <a:gd name="connsiteX8" fmla="*/ 101913 w 101684"/>
                <a:gd name="connsiteY8" fmla="*/ 31979 h 34886"/>
                <a:gd name="connsiteX9" fmla="*/ 96715 w 101684"/>
                <a:gd name="connsiteY9" fmla="*/ 28998 h 34886"/>
                <a:gd name="connsiteX10" fmla="*/ 5428 w 101684"/>
                <a:gd name="connsiteY10" fmla="*/ 28998 h 34886"/>
                <a:gd name="connsiteX11" fmla="*/ 229 w 101684"/>
                <a:gd name="connsiteY11" fmla="*/ 31979 h 34886"/>
                <a:gd name="connsiteX12" fmla="*/ 5275 w 101684"/>
                <a:gd name="connsiteY12" fmla="*/ 34961 h 34886"/>
                <a:gd name="connsiteX13" fmla="*/ 96867 w 101684"/>
                <a:gd name="connsiteY13" fmla="*/ 34961 h 3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684" h="34886">
                  <a:moveTo>
                    <a:pt x="96715" y="6038"/>
                  </a:moveTo>
                  <a:cubicBezTo>
                    <a:pt x="99008" y="6038"/>
                    <a:pt x="101913" y="6038"/>
                    <a:pt x="101913" y="3056"/>
                  </a:cubicBezTo>
                  <a:cubicBezTo>
                    <a:pt x="101913" y="75"/>
                    <a:pt x="99008" y="75"/>
                    <a:pt x="96867" y="75"/>
                  </a:cubicBezTo>
                  <a:lnTo>
                    <a:pt x="5275" y="75"/>
                  </a:lnTo>
                  <a:cubicBezTo>
                    <a:pt x="3134" y="75"/>
                    <a:pt x="229" y="75"/>
                    <a:pt x="229" y="3056"/>
                  </a:cubicBezTo>
                  <a:cubicBezTo>
                    <a:pt x="229" y="6038"/>
                    <a:pt x="3134" y="6038"/>
                    <a:pt x="5428" y="6038"/>
                  </a:cubicBezTo>
                  <a:lnTo>
                    <a:pt x="96715" y="6038"/>
                  </a:lnTo>
                  <a:close/>
                  <a:moveTo>
                    <a:pt x="96867" y="34961"/>
                  </a:moveTo>
                  <a:cubicBezTo>
                    <a:pt x="99008" y="34961"/>
                    <a:pt x="101913" y="34961"/>
                    <a:pt x="101913" y="31979"/>
                  </a:cubicBezTo>
                  <a:cubicBezTo>
                    <a:pt x="101913" y="28998"/>
                    <a:pt x="99008" y="28998"/>
                    <a:pt x="96715" y="28998"/>
                  </a:cubicBezTo>
                  <a:lnTo>
                    <a:pt x="5428" y="28998"/>
                  </a:lnTo>
                  <a:cubicBezTo>
                    <a:pt x="3134" y="28998"/>
                    <a:pt x="229" y="28998"/>
                    <a:pt x="229" y="31979"/>
                  </a:cubicBezTo>
                  <a:cubicBezTo>
                    <a:pt x="229" y="34961"/>
                    <a:pt x="3134" y="34961"/>
                    <a:pt x="5275" y="34961"/>
                  </a:cubicBezTo>
                  <a:lnTo>
                    <a:pt x="96867" y="349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98" name="Freeform: Shape 2397">
              <a:extLst>
                <a:ext uri="{FF2B5EF4-FFF2-40B4-BE49-F238E27FC236}">
                  <a16:creationId xmlns:a16="http://schemas.microsoft.com/office/drawing/2014/main" id="{5C72AE0D-A670-9660-9182-C89B58AA599C}"/>
                </a:ext>
              </a:extLst>
            </p:cNvPr>
            <p:cNvSpPr/>
            <p:nvPr>
              <p:custDataLst>
                <p:tags r:id="rId72"/>
              </p:custDataLst>
            </p:nvPr>
          </p:nvSpPr>
          <p:spPr>
            <a:xfrm>
              <a:off x="10908028" y="5368874"/>
              <a:ext cx="79818" cy="94819"/>
            </a:xfrm>
            <a:custGeom>
              <a:avLst/>
              <a:gdLst>
                <a:gd name="connsiteX0" fmla="*/ 12013 w 79818"/>
                <a:gd name="connsiteY0" fmla="*/ 84160 h 94819"/>
                <a:gd name="connsiteX1" fmla="*/ 3756 w 79818"/>
                <a:gd name="connsiteY1" fmla="*/ 90272 h 94819"/>
                <a:gd name="connsiteX2" fmla="*/ 239 w 79818"/>
                <a:gd name="connsiteY2" fmla="*/ 93105 h 94819"/>
                <a:gd name="connsiteX3" fmla="*/ 2227 w 79818"/>
                <a:gd name="connsiteY3" fmla="*/ 94894 h 94819"/>
                <a:gd name="connsiteX4" fmla="*/ 15072 w 79818"/>
                <a:gd name="connsiteY4" fmla="*/ 94447 h 94819"/>
                <a:gd name="connsiteX5" fmla="*/ 30210 w 79818"/>
                <a:gd name="connsiteY5" fmla="*/ 94894 h 94819"/>
                <a:gd name="connsiteX6" fmla="*/ 32962 w 79818"/>
                <a:gd name="connsiteY6" fmla="*/ 91912 h 94819"/>
                <a:gd name="connsiteX7" fmla="*/ 29292 w 79818"/>
                <a:gd name="connsiteY7" fmla="*/ 90272 h 94819"/>
                <a:gd name="connsiteX8" fmla="*/ 21647 w 79818"/>
                <a:gd name="connsiteY8" fmla="*/ 87887 h 94819"/>
                <a:gd name="connsiteX9" fmla="*/ 29139 w 79818"/>
                <a:gd name="connsiteY9" fmla="*/ 58070 h 94819"/>
                <a:gd name="connsiteX10" fmla="*/ 43207 w 79818"/>
                <a:gd name="connsiteY10" fmla="*/ 67611 h 94819"/>
                <a:gd name="connsiteX11" fmla="*/ 80058 w 79818"/>
                <a:gd name="connsiteY11" fmla="*/ 23929 h 94819"/>
                <a:gd name="connsiteX12" fmla="*/ 59721 w 79818"/>
                <a:gd name="connsiteY12" fmla="*/ 75 h 94819"/>
                <a:gd name="connsiteX13" fmla="*/ 39690 w 79818"/>
                <a:gd name="connsiteY13" fmla="*/ 11256 h 94819"/>
                <a:gd name="connsiteX14" fmla="*/ 25928 w 79818"/>
                <a:gd name="connsiteY14" fmla="*/ 75 h 94819"/>
                <a:gd name="connsiteX15" fmla="*/ 14613 w 79818"/>
                <a:gd name="connsiteY15" fmla="*/ 8573 h 94819"/>
                <a:gd name="connsiteX16" fmla="*/ 9873 w 79818"/>
                <a:gd name="connsiteY16" fmla="*/ 23034 h 94819"/>
                <a:gd name="connsiteX17" fmla="*/ 11708 w 79818"/>
                <a:gd name="connsiteY17" fmla="*/ 24525 h 94819"/>
                <a:gd name="connsiteX18" fmla="*/ 14307 w 79818"/>
                <a:gd name="connsiteY18" fmla="*/ 21096 h 94819"/>
                <a:gd name="connsiteX19" fmla="*/ 25469 w 79818"/>
                <a:gd name="connsiteY19" fmla="*/ 3355 h 94819"/>
                <a:gd name="connsiteX20" fmla="*/ 30210 w 79818"/>
                <a:gd name="connsiteY20" fmla="*/ 10213 h 94819"/>
                <a:gd name="connsiteX21" fmla="*/ 29139 w 79818"/>
                <a:gd name="connsiteY21" fmla="*/ 17816 h 94819"/>
                <a:gd name="connsiteX22" fmla="*/ 12013 w 79818"/>
                <a:gd name="connsiteY22" fmla="*/ 84160 h 94819"/>
                <a:gd name="connsiteX23" fmla="*/ 38925 w 79818"/>
                <a:gd name="connsiteY23" fmla="*/ 19456 h 94819"/>
                <a:gd name="connsiteX24" fmla="*/ 46877 w 79818"/>
                <a:gd name="connsiteY24" fmla="*/ 9020 h 94819"/>
                <a:gd name="connsiteX25" fmla="*/ 59262 w 79818"/>
                <a:gd name="connsiteY25" fmla="*/ 3355 h 94819"/>
                <a:gd name="connsiteX26" fmla="*/ 69048 w 79818"/>
                <a:gd name="connsiteY26" fmla="*/ 17369 h 94819"/>
                <a:gd name="connsiteX27" fmla="*/ 61250 w 79818"/>
                <a:gd name="connsiteY27" fmla="*/ 48975 h 94819"/>
                <a:gd name="connsiteX28" fmla="*/ 43054 w 79818"/>
                <a:gd name="connsiteY28" fmla="*/ 64331 h 94819"/>
                <a:gd name="connsiteX29" fmla="*/ 30974 w 79818"/>
                <a:gd name="connsiteY29" fmla="*/ 51062 h 94819"/>
                <a:gd name="connsiteX30" fmla="*/ 31433 w 79818"/>
                <a:gd name="connsiteY30" fmla="*/ 48677 h 94819"/>
                <a:gd name="connsiteX31" fmla="*/ 38925 w 79818"/>
                <a:gd name="connsiteY31" fmla="*/ 19456 h 94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818" h="94819">
                  <a:moveTo>
                    <a:pt x="12013" y="84160"/>
                  </a:moveTo>
                  <a:cubicBezTo>
                    <a:pt x="10790" y="89229"/>
                    <a:pt x="10484" y="90272"/>
                    <a:pt x="3756" y="90272"/>
                  </a:cubicBezTo>
                  <a:cubicBezTo>
                    <a:pt x="1921" y="90272"/>
                    <a:pt x="239" y="90272"/>
                    <a:pt x="239" y="93105"/>
                  </a:cubicBezTo>
                  <a:cubicBezTo>
                    <a:pt x="239" y="94298"/>
                    <a:pt x="1004" y="94894"/>
                    <a:pt x="2227" y="94894"/>
                  </a:cubicBezTo>
                  <a:cubicBezTo>
                    <a:pt x="6356" y="94894"/>
                    <a:pt x="10790" y="94447"/>
                    <a:pt x="15072" y="94447"/>
                  </a:cubicBezTo>
                  <a:cubicBezTo>
                    <a:pt x="20118" y="94447"/>
                    <a:pt x="25316" y="94894"/>
                    <a:pt x="30210" y="94894"/>
                  </a:cubicBezTo>
                  <a:cubicBezTo>
                    <a:pt x="30974" y="94894"/>
                    <a:pt x="32962" y="94894"/>
                    <a:pt x="32962" y="91912"/>
                  </a:cubicBezTo>
                  <a:cubicBezTo>
                    <a:pt x="32962" y="90272"/>
                    <a:pt x="31433" y="90272"/>
                    <a:pt x="29292" y="90272"/>
                  </a:cubicBezTo>
                  <a:cubicBezTo>
                    <a:pt x="21647" y="90272"/>
                    <a:pt x="21647" y="89229"/>
                    <a:pt x="21647" y="87887"/>
                  </a:cubicBezTo>
                  <a:cubicBezTo>
                    <a:pt x="21647" y="86098"/>
                    <a:pt x="28069" y="61797"/>
                    <a:pt x="29139" y="58070"/>
                  </a:cubicBezTo>
                  <a:cubicBezTo>
                    <a:pt x="31127" y="62393"/>
                    <a:pt x="35408" y="67611"/>
                    <a:pt x="43207" y="67611"/>
                  </a:cubicBezTo>
                  <a:cubicBezTo>
                    <a:pt x="60944" y="67611"/>
                    <a:pt x="80058" y="45844"/>
                    <a:pt x="80058" y="23929"/>
                  </a:cubicBezTo>
                  <a:cubicBezTo>
                    <a:pt x="80058" y="9914"/>
                    <a:pt x="71342" y="75"/>
                    <a:pt x="59721" y="75"/>
                  </a:cubicBezTo>
                  <a:cubicBezTo>
                    <a:pt x="52076" y="75"/>
                    <a:pt x="44736" y="5442"/>
                    <a:pt x="39690" y="11256"/>
                  </a:cubicBezTo>
                  <a:cubicBezTo>
                    <a:pt x="38161" y="3206"/>
                    <a:pt x="31586" y="75"/>
                    <a:pt x="25928" y="75"/>
                  </a:cubicBezTo>
                  <a:cubicBezTo>
                    <a:pt x="18894" y="75"/>
                    <a:pt x="15989" y="5889"/>
                    <a:pt x="14613" y="8573"/>
                  </a:cubicBezTo>
                  <a:cubicBezTo>
                    <a:pt x="11860" y="13642"/>
                    <a:pt x="9873" y="22587"/>
                    <a:pt x="9873" y="23034"/>
                  </a:cubicBezTo>
                  <a:cubicBezTo>
                    <a:pt x="9873" y="24525"/>
                    <a:pt x="11402" y="24525"/>
                    <a:pt x="11708" y="24525"/>
                  </a:cubicBezTo>
                  <a:cubicBezTo>
                    <a:pt x="13237" y="24525"/>
                    <a:pt x="13390" y="24376"/>
                    <a:pt x="14307" y="21096"/>
                  </a:cubicBezTo>
                  <a:cubicBezTo>
                    <a:pt x="16906" y="10511"/>
                    <a:pt x="19965" y="3355"/>
                    <a:pt x="25469" y="3355"/>
                  </a:cubicBezTo>
                  <a:cubicBezTo>
                    <a:pt x="28069" y="3355"/>
                    <a:pt x="30210" y="4547"/>
                    <a:pt x="30210" y="10213"/>
                  </a:cubicBezTo>
                  <a:cubicBezTo>
                    <a:pt x="30210" y="13642"/>
                    <a:pt x="29751" y="15282"/>
                    <a:pt x="29139" y="17816"/>
                  </a:cubicBezTo>
                  <a:lnTo>
                    <a:pt x="12013" y="84160"/>
                  </a:lnTo>
                  <a:close/>
                  <a:moveTo>
                    <a:pt x="38925" y="19456"/>
                  </a:moveTo>
                  <a:cubicBezTo>
                    <a:pt x="39996" y="15431"/>
                    <a:pt x="44124" y="11256"/>
                    <a:pt x="46877" y="9020"/>
                  </a:cubicBezTo>
                  <a:cubicBezTo>
                    <a:pt x="52228" y="4398"/>
                    <a:pt x="56663" y="3355"/>
                    <a:pt x="59262" y="3355"/>
                  </a:cubicBezTo>
                  <a:cubicBezTo>
                    <a:pt x="65379" y="3355"/>
                    <a:pt x="69048" y="8573"/>
                    <a:pt x="69048" y="17369"/>
                  </a:cubicBezTo>
                  <a:cubicBezTo>
                    <a:pt x="69048" y="26165"/>
                    <a:pt x="64002" y="43310"/>
                    <a:pt x="61250" y="48975"/>
                  </a:cubicBezTo>
                  <a:cubicBezTo>
                    <a:pt x="56051" y="59411"/>
                    <a:pt x="48712" y="64331"/>
                    <a:pt x="43054" y="64331"/>
                  </a:cubicBezTo>
                  <a:cubicBezTo>
                    <a:pt x="32962" y="64331"/>
                    <a:pt x="30974" y="51957"/>
                    <a:pt x="30974" y="51062"/>
                  </a:cubicBezTo>
                  <a:cubicBezTo>
                    <a:pt x="30974" y="50764"/>
                    <a:pt x="30974" y="50466"/>
                    <a:pt x="31433" y="48677"/>
                  </a:cubicBezTo>
                  <a:lnTo>
                    <a:pt x="38925" y="194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99" name="Freeform: Shape 2398">
              <a:extLst>
                <a:ext uri="{FF2B5EF4-FFF2-40B4-BE49-F238E27FC236}">
                  <a16:creationId xmlns:a16="http://schemas.microsoft.com/office/drawing/2014/main" id="{50283B8B-8E43-D2B2-FBAE-3787A8B88EC4}"/>
                </a:ext>
              </a:extLst>
            </p:cNvPr>
            <p:cNvSpPr/>
            <p:nvPr>
              <p:custDataLst>
                <p:tags r:id="rId73"/>
              </p:custDataLst>
            </p:nvPr>
          </p:nvSpPr>
          <p:spPr>
            <a:xfrm>
              <a:off x="11040890" y="5380056"/>
              <a:ext cx="101684" cy="34886"/>
            </a:xfrm>
            <a:custGeom>
              <a:avLst/>
              <a:gdLst>
                <a:gd name="connsiteX0" fmla="*/ 96733 w 101684"/>
                <a:gd name="connsiteY0" fmla="*/ 6038 h 34886"/>
                <a:gd name="connsiteX1" fmla="*/ 101932 w 101684"/>
                <a:gd name="connsiteY1" fmla="*/ 3056 h 34886"/>
                <a:gd name="connsiteX2" fmla="*/ 96886 w 101684"/>
                <a:gd name="connsiteY2" fmla="*/ 75 h 34886"/>
                <a:gd name="connsiteX3" fmla="*/ 5293 w 101684"/>
                <a:gd name="connsiteY3" fmla="*/ 75 h 34886"/>
                <a:gd name="connsiteX4" fmla="*/ 247 w 101684"/>
                <a:gd name="connsiteY4" fmla="*/ 3056 h 34886"/>
                <a:gd name="connsiteX5" fmla="*/ 5446 w 101684"/>
                <a:gd name="connsiteY5" fmla="*/ 6038 h 34886"/>
                <a:gd name="connsiteX6" fmla="*/ 96733 w 101684"/>
                <a:gd name="connsiteY6" fmla="*/ 6038 h 34886"/>
                <a:gd name="connsiteX7" fmla="*/ 96886 w 101684"/>
                <a:gd name="connsiteY7" fmla="*/ 34961 h 34886"/>
                <a:gd name="connsiteX8" fmla="*/ 101932 w 101684"/>
                <a:gd name="connsiteY8" fmla="*/ 31979 h 34886"/>
                <a:gd name="connsiteX9" fmla="*/ 96733 w 101684"/>
                <a:gd name="connsiteY9" fmla="*/ 28998 h 34886"/>
                <a:gd name="connsiteX10" fmla="*/ 5446 w 101684"/>
                <a:gd name="connsiteY10" fmla="*/ 28998 h 34886"/>
                <a:gd name="connsiteX11" fmla="*/ 247 w 101684"/>
                <a:gd name="connsiteY11" fmla="*/ 31979 h 34886"/>
                <a:gd name="connsiteX12" fmla="*/ 5293 w 101684"/>
                <a:gd name="connsiteY12" fmla="*/ 34961 h 34886"/>
                <a:gd name="connsiteX13" fmla="*/ 96886 w 101684"/>
                <a:gd name="connsiteY13" fmla="*/ 34961 h 3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684" h="34886">
                  <a:moveTo>
                    <a:pt x="96733" y="6038"/>
                  </a:moveTo>
                  <a:cubicBezTo>
                    <a:pt x="99026" y="6038"/>
                    <a:pt x="101932" y="6038"/>
                    <a:pt x="101932" y="3056"/>
                  </a:cubicBezTo>
                  <a:cubicBezTo>
                    <a:pt x="101932" y="75"/>
                    <a:pt x="99026" y="75"/>
                    <a:pt x="96886" y="75"/>
                  </a:cubicBezTo>
                  <a:lnTo>
                    <a:pt x="5293" y="75"/>
                  </a:lnTo>
                  <a:cubicBezTo>
                    <a:pt x="3152" y="75"/>
                    <a:pt x="247" y="75"/>
                    <a:pt x="247" y="3056"/>
                  </a:cubicBezTo>
                  <a:cubicBezTo>
                    <a:pt x="247" y="6038"/>
                    <a:pt x="3152" y="6038"/>
                    <a:pt x="5446" y="6038"/>
                  </a:cubicBezTo>
                  <a:lnTo>
                    <a:pt x="96733" y="6038"/>
                  </a:lnTo>
                  <a:close/>
                  <a:moveTo>
                    <a:pt x="96886" y="34961"/>
                  </a:moveTo>
                  <a:cubicBezTo>
                    <a:pt x="99026" y="34961"/>
                    <a:pt x="101932" y="34961"/>
                    <a:pt x="101932" y="31979"/>
                  </a:cubicBezTo>
                  <a:cubicBezTo>
                    <a:pt x="101932" y="28998"/>
                    <a:pt x="99026" y="28998"/>
                    <a:pt x="96733" y="28998"/>
                  </a:cubicBezTo>
                  <a:lnTo>
                    <a:pt x="5446" y="28998"/>
                  </a:lnTo>
                  <a:cubicBezTo>
                    <a:pt x="3152" y="28998"/>
                    <a:pt x="247" y="28998"/>
                    <a:pt x="247" y="31979"/>
                  </a:cubicBezTo>
                  <a:cubicBezTo>
                    <a:pt x="247" y="34961"/>
                    <a:pt x="3152" y="34961"/>
                    <a:pt x="5293" y="34961"/>
                  </a:cubicBezTo>
                  <a:lnTo>
                    <a:pt x="96886" y="349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00" name="Freeform: Shape 2399">
              <a:extLst>
                <a:ext uri="{FF2B5EF4-FFF2-40B4-BE49-F238E27FC236}">
                  <a16:creationId xmlns:a16="http://schemas.microsoft.com/office/drawing/2014/main" id="{AB1DABAA-7EEC-1B6D-CAE5-8F5DE3674F93}"/>
                </a:ext>
              </a:extLst>
            </p:cNvPr>
            <p:cNvSpPr/>
            <p:nvPr>
              <p:custDataLst>
                <p:tags r:id="rId74"/>
              </p:custDataLst>
            </p:nvPr>
          </p:nvSpPr>
          <p:spPr>
            <a:xfrm>
              <a:off x="11198318" y="5368874"/>
              <a:ext cx="82876" cy="98099"/>
            </a:xfrm>
            <a:custGeom>
              <a:avLst/>
              <a:gdLst>
                <a:gd name="connsiteX0" fmla="*/ 30992 w 82876"/>
                <a:gd name="connsiteY0" fmla="*/ 13642 h 98099"/>
                <a:gd name="connsiteX1" fmla="*/ 33286 w 82876"/>
                <a:gd name="connsiteY1" fmla="*/ 4100 h 98099"/>
                <a:gd name="connsiteX2" fmla="*/ 28852 w 82876"/>
                <a:gd name="connsiteY2" fmla="*/ 75 h 98099"/>
                <a:gd name="connsiteX3" fmla="*/ 22735 w 82876"/>
                <a:gd name="connsiteY3" fmla="*/ 5442 h 98099"/>
                <a:gd name="connsiteX4" fmla="*/ 716 w 82876"/>
                <a:gd name="connsiteY4" fmla="*/ 91763 h 98099"/>
                <a:gd name="connsiteX5" fmla="*/ 258 w 82876"/>
                <a:gd name="connsiteY5" fmla="*/ 94149 h 98099"/>
                <a:gd name="connsiteX6" fmla="*/ 4539 w 82876"/>
                <a:gd name="connsiteY6" fmla="*/ 98174 h 98099"/>
                <a:gd name="connsiteX7" fmla="*/ 9891 w 82876"/>
                <a:gd name="connsiteY7" fmla="*/ 95043 h 98099"/>
                <a:gd name="connsiteX8" fmla="*/ 18301 w 82876"/>
                <a:gd name="connsiteY8" fmla="*/ 62989 h 98099"/>
                <a:gd name="connsiteX9" fmla="*/ 33133 w 82876"/>
                <a:gd name="connsiteY9" fmla="*/ 67611 h 98099"/>
                <a:gd name="connsiteX10" fmla="*/ 53470 w 82876"/>
                <a:gd name="connsiteY10" fmla="*/ 56728 h 98099"/>
                <a:gd name="connsiteX11" fmla="*/ 67232 w 82876"/>
                <a:gd name="connsiteY11" fmla="*/ 67611 h 98099"/>
                <a:gd name="connsiteX12" fmla="*/ 78547 w 82876"/>
                <a:gd name="connsiteY12" fmla="*/ 59411 h 98099"/>
                <a:gd name="connsiteX13" fmla="*/ 83134 w 82876"/>
                <a:gd name="connsiteY13" fmla="*/ 44652 h 98099"/>
                <a:gd name="connsiteX14" fmla="*/ 81300 w 82876"/>
                <a:gd name="connsiteY14" fmla="*/ 43161 h 98099"/>
                <a:gd name="connsiteX15" fmla="*/ 79159 w 82876"/>
                <a:gd name="connsiteY15" fmla="*/ 45844 h 98099"/>
                <a:gd name="connsiteX16" fmla="*/ 67538 w 82876"/>
                <a:gd name="connsiteY16" fmla="*/ 64331 h 98099"/>
                <a:gd name="connsiteX17" fmla="*/ 62950 w 82876"/>
                <a:gd name="connsiteY17" fmla="*/ 57473 h 98099"/>
                <a:gd name="connsiteX18" fmla="*/ 66009 w 82876"/>
                <a:gd name="connsiteY18" fmla="*/ 41968 h 98099"/>
                <a:gd name="connsiteX19" fmla="*/ 70290 w 82876"/>
                <a:gd name="connsiteY19" fmla="*/ 25867 h 98099"/>
                <a:gd name="connsiteX20" fmla="*/ 72890 w 82876"/>
                <a:gd name="connsiteY20" fmla="*/ 15729 h 98099"/>
                <a:gd name="connsiteX21" fmla="*/ 75183 w 82876"/>
                <a:gd name="connsiteY21" fmla="*/ 5740 h 98099"/>
                <a:gd name="connsiteX22" fmla="*/ 70749 w 82876"/>
                <a:gd name="connsiteY22" fmla="*/ 1715 h 98099"/>
                <a:gd name="connsiteX23" fmla="*/ 64785 w 82876"/>
                <a:gd name="connsiteY23" fmla="*/ 6933 h 98099"/>
                <a:gd name="connsiteX24" fmla="*/ 57599 w 82876"/>
                <a:gd name="connsiteY24" fmla="*/ 34812 h 98099"/>
                <a:gd name="connsiteX25" fmla="*/ 53623 w 82876"/>
                <a:gd name="connsiteY25" fmla="*/ 50019 h 98099"/>
                <a:gd name="connsiteX26" fmla="*/ 33745 w 82876"/>
                <a:gd name="connsiteY26" fmla="*/ 64331 h 98099"/>
                <a:gd name="connsiteX27" fmla="*/ 22429 w 82876"/>
                <a:gd name="connsiteY27" fmla="*/ 51361 h 98099"/>
                <a:gd name="connsiteX28" fmla="*/ 24570 w 82876"/>
                <a:gd name="connsiteY28" fmla="*/ 38688 h 98099"/>
                <a:gd name="connsiteX29" fmla="*/ 30992 w 82876"/>
                <a:gd name="connsiteY29" fmla="*/ 13642 h 9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2876" h="98099">
                  <a:moveTo>
                    <a:pt x="30992" y="13642"/>
                  </a:moveTo>
                  <a:cubicBezTo>
                    <a:pt x="31757" y="10511"/>
                    <a:pt x="33286" y="4846"/>
                    <a:pt x="33286" y="4100"/>
                  </a:cubicBezTo>
                  <a:cubicBezTo>
                    <a:pt x="33286" y="1566"/>
                    <a:pt x="31451" y="75"/>
                    <a:pt x="28852" y="75"/>
                  </a:cubicBezTo>
                  <a:cubicBezTo>
                    <a:pt x="28393" y="75"/>
                    <a:pt x="24111" y="224"/>
                    <a:pt x="22735" y="5442"/>
                  </a:cubicBezTo>
                  <a:lnTo>
                    <a:pt x="716" y="91763"/>
                  </a:lnTo>
                  <a:cubicBezTo>
                    <a:pt x="258" y="93552"/>
                    <a:pt x="258" y="93850"/>
                    <a:pt x="258" y="94149"/>
                  </a:cubicBezTo>
                  <a:cubicBezTo>
                    <a:pt x="258" y="96385"/>
                    <a:pt x="1940" y="98174"/>
                    <a:pt x="4539" y="98174"/>
                  </a:cubicBezTo>
                  <a:cubicBezTo>
                    <a:pt x="7750" y="98174"/>
                    <a:pt x="9585" y="95490"/>
                    <a:pt x="9891" y="95043"/>
                  </a:cubicBezTo>
                  <a:cubicBezTo>
                    <a:pt x="10503" y="93701"/>
                    <a:pt x="12490" y="85949"/>
                    <a:pt x="18301" y="62989"/>
                  </a:cubicBezTo>
                  <a:cubicBezTo>
                    <a:pt x="23194" y="67015"/>
                    <a:pt x="30075" y="67611"/>
                    <a:pt x="33133" y="67611"/>
                  </a:cubicBezTo>
                  <a:cubicBezTo>
                    <a:pt x="43837" y="67611"/>
                    <a:pt x="49800" y="60902"/>
                    <a:pt x="53470" y="56728"/>
                  </a:cubicBezTo>
                  <a:cubicBezTo>
                    <a:pt x="54846" y="63437"/>
                    <a:pt x="60504" y="67611"/>
                    <a:pt x="67232" y="67611"/>
                  </a:cubicBezTo>
                  <a:cubicBezTo>
                    <a:pt x="72584" y="67611"/>
                    <a:pt x="76101" y="64182"/>
                    <a:pt x="78547" y="59411"/>
                  </a:cubicBezTo>
                  <a:cubicBezTo>
                    <a:pt x="81147" y="54044"/>
                    <a:pt x="83134" y="44950"/>
                    <a:pt x="83134" y="44652"/>
                  </a:cubicBezTo>
                  <a:cubicBezTo>
                    <a:pt x="83134" y="43161"/>
                    <a:pt x="81758" y="43161"/>
                    <a:pt x="81300" y="43161"/>
                  </a:cubicBezTo>
                  <a:cubicBezTo>
                    <a:pt x="79770" y="43161"/>
                    <a:pt x="79618" y="43757"/>
                    <a:pt x="79159" y="45844"/>
                  </a:cubicBezTo>
                  <a:cubicBezTo>
                    <a:pt x="76559" y="55535"/>
                    <a:pt x="73807" y="64331"/>
                    <a:pt x="67538" y="64331"/>
                  </a:cubicBezTo>
                  <a:cubicBezTo>
                    <a:pt x="63409" y="64331"/>
                    <a:pt x="62950" y="60455"/>
                    <a:pt x="62950" y="57473"/>
                  </a:cubicBezTo>
                  <a:cubicBezTo>
                    <a:pt x="62950" y="54193"/>
                    <a:pt x="64785" y="47186"/>
                    <a:pt x="66009" y="41968"/>
                  </a:cubicBezTo>
                  <a:lnTo>
                    <a:pt x="70290" y="25867"/>
                  </a:lnTo>
                  <a:cubicBezTo>
                    <a:pt x="70749" y="23630"/>
                    <a:pt x="72278" y="17965"/>
                    <a:pt x="72890" y="15729"/>
                  </a:cubicBezTo>
                  <a:cubicBezTo>
                    <a:pt x="73654" y="12300"/>
                    <a:pt x="75183" y="6635"/>
                    <a:pt x="75183" y="5740"/>
                  </a:cubicBezTo>
                  <a:cubicBezTo>
                    <a:pt x="75183" y="3056"/>
                    <a:pt x="73042" y="1715"/>
                    <a:pt x="70749" y="1715"/>
                  </a:cubicBezTo>
                  <a:cubicBezTo>
                    <a:pt x="69984" y="1715"/>
                    <a:pt x="66009" y="1864"/>
                    <a:pt x="64785" y="6933"/>
                  </a:cubicBezTo>
                  <a:lnTo>
                    <a:pt x="57599" y="34812"/>
                  </a:lnTo>
                  <a:cubicBezTo>
                    <a:pt x="55764" y="42266"/>
                    <a:pt x="54082" y="48528"/>
                    <a:pt x="53623" y="50019"/>
                  </a:cubicBezTo>
                  <a:cubicBezTo>
                    <a:pt x="53470" y="50764"/>
                    <a:pt x="46130" y="64331"/>
                    <a:pt x="33745" y="64331"/>
                  </a:cubicBezTo>
                  <a:cubicBezTo>
                    <a:pt x="26099" y="64331"/>
                    <a:pt x="22429" y="59411"/>
                    <a:pt x="22429" y="51361"/>
                  </a:cubicBezTo>
                  <a:cubicBezTo>
                    <a:pt x="22429" y="47037"/>
                    <a:pt x="23500" y="42863"/>
                    <a:pt x="24570" y="38688"/>
                  </a:cubicBezTo>
                  <a:lnTo>
                    <a:pt x="30992" y="136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2401" name="TextBox 2400">
            <a:extLst>
              <a:ext uri="{FF2B5EF4-FFF2-40B4-BE49-F238E27FC236}">
                <a16:creationId xmlns:a16="http://schemas.microsoft.com/office/drawing/2014/main" id="{DEEACDCA-FD13-348A-4266-03EE97EC0790}"/>
              </a:ext>
            </a:extLst>
          </p:cNvPr>
          <p:cNvSpPr txBox="1"/>
          <p:nvPr/>
        </p:nvSpPr>
        <p:spPr>
          <a:xfrm>
            <a:off x="1114424" y="4583673"/>
            <a:ext cx="5095875" cy="307777"/>
          </a:xfrm>
          <a:prstGeom prst="rect">
            <a:avLst/>
          </a:prstGeom>
          <a:noFill/>
        </p:spPr>
        <p:txBody>
          <a:bodyPr wrap="square">
            <a:spAutoFit/>
          </a:bodyPr>
          <a:lstStyle/>
          <a:p>
            <a:pPr lvl="0">
              <a:defRPr/>
            </a:pPr>
            <a:r>
              <a:rPr lang="en-US" sz="1400" b="1">
                <a:solidFill>
                  <a:prstClr val="black"/>
                </a:solidFill>
                <a:highlight>
                  <a:srgbClr val="FFC000"/>
                </a:highlight>
              </a:rPr>
              <a:t>The variance </a:t>
            </a:r>
            <a:r>
              <a:rPr lang="en-US" sz="1400">
                <a:solidFill>
                  <a:prstClr val="black"/>
                </a:solidFill>
              </a:rPr>
              <a:t>of the binomial response is given by:</a:t>
            </a:r>
          </a:p>
        </p:txBody>
      </p:sp>
      <p:grpSp>
        <p:nvGrpSpPr>
          <p:cNvPr id="2402" name="Group 2401" descr="\documentclass{article}&#10;\usepackage{amsmath}&#10;\usepackage{amsfonts}&#10;\pagestyle{empty}&#10;\begin{document}&#10;&#10;&#10;\[&#10;\mathrm{Var}(Y) = \mathbb{E}(Y^2) - \left[\mathbb{E}(Y)\right]^2&#10;\]&#10;&#10;&#10;&#10;&#10;&#10;\end{document}" title="IguanaTex Shape Display">
            <a:extLst>
              <a:ext uri="{FF2B5EF4-FFF2-40B4-BE49-F238E27FC236}">
                <a16:creationId xmlns:a16="http://schemas.microsoft.com/office/drawing/2014/main" id="{4E7065C8-4F0C-CF4D-ACA2-63FB57955ACB}"/>
              </a:ext>
            </a:extLst>
          </p:cNvPr>
          <p:cNvGrpSpPr>
            <a:grpSpLocks noChangeAspect="1"/>
          </p:cNvGrpSpPr>
          <p:nvPr>
            <p:custDataLst>
              <p:tags r:id="rId4"/>
            </p:custDataLst>
          </p:nvPr>
        </p:nvGrpSpPr>
        <p:grpSpPr>
          <a:xfrm>
            <a:off x="2236786" y="5025961"/>
            <a:ext cx="1770335" cy="186179"/>
            <a:chOff x="9962002" y="5850266"/>
            <a:chExt cx="1770335" cy="186179"/>
          </a:xfrm>
        </p:grpSpPr>
        <p:sp>
          <p:nvSpPr>
            <p:cNvPr id="2403" name="Freeform: Shape 2402">
              <a:extLst>
                <a:ext uri="{FF2B5EF4-FFF2-40B4-BE49-F238E27FC236}">
                  <a16:creationId xmlns:a16="http://schemas.microsoft.com/office/drawing/2014/main" id="{6954BAA9-AD81-0100-715A-9E289D71C6CF}"/>
                </a:ext>
              </a:extLst>
            </p:cNvPr>
            <p:cNvSpPr/>
            <p:nvPr>
              <p:custDataLst>
                <p:tags r:id="rId47"/>
              </p:custDataLst>
            </p:nvPr>
          </p:nvSpPr>
          <p:spPr>
            <a:xfrm>
              <a:off x="9962002" y="5893781"/>
              <a:ext cx="109191" cy="107800"/>
            </a:xfrm>
            <a:custGeom>
              <a:avLst/>
              <a:gdLst>
                <a:gd name="connsiteX0" fmla="*/ 92627 w 109191"/>
                <a:gd name="connsiteY0" fmla="*/ 15060 h 107800"/>
                <a:gd name="connsiteX1" fmla="*/ 109367 w 109191"/>
                <a:gd name="connsiteY1" fmla="*/ 4815 h 107800"/>
                <a:gd name="connsiteX2" fmla="*/ 109367 w 109191"/>
                <a:gd name="connsiteY2" fmla="*/ 75 h 107800"/>
                <a:gd name="connsiteX3" fmla="*/ 94470 w 109191"/>
                <a:gd name="connsiteY3" fmla="*/ 533 h 107800"/>
                <a:gd name="connsiteX4" fmla="*/ 76963 w 109191"/>
                <a:gd name="connsiteY4" fmla="*/ 75 h 107800"/>
                <a:gd name="connsiteX5" fmla="*/ 76963 w 109191"/>
                <a:gd name="connsiteY5" fmla="*/ 4815 h 107800"/>
                <a:gd name="connsiteX6" fmla="*/ 88174 w 109191"/>
                <a:gd name="connsiteY6" fmla="*/ 12460 h 107800"/>
                <a:gd name="connsiteX7" fmla="*/ 87406 w 109191"/>
                <a:gd name="connsiteY7" fmla="*/ 15519 h 107800"/>
                <a:gd name="connsiteX8" fmla="*/ 59302 w 109191"/>
                <a:gd name="connsiteY8" fmla="*/ 89221 h 107800"/>
                <a:gd name="connsiteX9" fmla="*/ 29969 w 109191"/>
                <a:gd name="connsiteY9" fmla="*/ 12002 h 107800"/>
                <a:gd name="connsiteX10" fmla="*/ 29048 w 109191"/>
                <a:gd name="connsiteY10" fmla="*/ 9249 h 107800"/>
                <a:gd name="connsiteX11" fmla="*/ 41641 w 109191"/>
                <a:gd name="connsiteY11" fmla="*/ 4815 h 107800"/>
                <a:gd name="connsiteX12" fmla="*/ 41641 w 109191"/>
                <a:gd name="connsiteY12" fmla="*/ 75 h 107800"/>
                <a:gd name="connsiteX13" fmla="*/ 19680 w 109191"/>
                <a:gd name="connsiteY13" fmla="*/ 533 h 107800"/>
                <a:gd name="connsiteX14" fmla="*/ 176 w 109191"/>
                <a:gd name="connsiteY14" fmla="*/ 75 h 107800"/>
                <a:gd name="connsiteX15" fmla="*/ 176 w 109191"/>
                <a:gd name="connsiteY15" fmla="*/ 4815 h 107800"/>
                <a:gd name="connsiteX16" fmla="*/ 15226 w 109191"/>
                <a:gd name="connsiteY16" fmla="*/ 10625 h 107800"/>
                <a:gd name="connsiteX17" fmla="*/ 50855 w 109191"/>
                <a:gd name="connsiteY17" fmla="*/ 104512 h 107800"/>
                <a:gd name="connsiteX18" fmla="*/ 54694 w 109191"/>
                <a:gd name="connsiteY18" fmla="*/ 107876 h 107800"/>
                <a:gd name="connsiteX19" fmla="*/ 58380 w 109191"/>
                <a:gd name="connsiteY19" fmla="*/ 104970 h 107800"/>
                <a:gd name="connsiteX20" fmla="*/ 92627 w 109191"/>
                <a:gd name="connsiteY20" fmla="*/ 15060 h 10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9191" h="107800">
                  <a:moveTo>
                    <a:pt x="92627" y="15060"/>
                  </a:moveTo>
                  <a:cubicBezTo>
                    <a:pt x="94777" y="9402"/>
                    <a:pt x="98924" y="4968"/>
                    <a:pt x="109367" y="4815"/>
                  </a:cubicBezTo>
                  <a:lnTo>
                    <a:pt x="109367" y="75"/>
                  </a:lnTo>
                  <a:cubicBezTo>
                    <a:pt x="104606" y="381"/>
                    <a:pt x="98463" y="533"/>
                    <a:pt x="94470" y="533"/>
                  </a:cubicBezTo>
                  <a:cubicBezTo>
                    <a:pt x="89863" y="533"/>
                    <a:pt x="80956" y="228"/>
                    <a:pt x="76963" y="75"/>
                  </a:cubicBezTo>
                  <a:lnTo>
                    <a:pt x="76963" y="4815"/>
                  </a:lnTo>
                  <a:cubicBezTo>
                    <a:pt x="84949" y="4968"/>
                    <a:pt x="88174" y="8943"/>
                    <a:pt x="88174" y="12460"/>
                  </a:cubicBezTo>
                  <a:cubicBezTo>
                    <a:pt x="88174" y="13684"/>
                    <a:pt x="87713" y="14601"/>
                    <a:pt x="87406" y="15519"/>
                  </a:cubicBezTo>
                  <a:lnTo>
                    <a:pt x="59302" y="89221"/>
                  </a:lnTo>
                  <a:lnTo>
                    <a:pt x="29969" y="12002"/>
                  </a:lnTo>
                  <a:cubicBezTo>
                    <a:pt x="29048" y="9861"/>
                    <a:pt x="29048" y="9555"/>
                    <a:pt x="29048" y="9249"/>
                  </a:cubicBezTo>
                  <a:cubicBezTo>
                    <a:pt x="29048" y="4815"/>
                    <a:pt x="37801" y="4815"/>
                    <a:pt x="41641" y="4815"/>
                  </a:cubicBezTo>
                  <a:lnTo>
                    <a:pt x="41641" y="75"/>
                  </a:lnTo>
                  <a:cubicBezTo>
                    <a:pt x="36112" y="533"/>
                    <a:pt x="25515" y="533"/>
                    <a:pt x="19680" y="533"/>
                  </a:cubicBezTo>
                  <a:cubicBezTo>
                    <a:pt x="12308" y="533"/>
                    <a:pt x="5704" y="228"/>
                    <a:pt x="176" y="75"/>
                  </a:cubicBezTo>
                  <a:lnTo>
                    <a:pt x="176" y="4815"/>
                  </a:lnTo>
                  <a:cubicBezTo>
                    <a:pt x="10158" y="4815"/>
                    <a:pt x="13076" y="4815"/>
                    <a:pt x="15226" y="10625"/>
                  </a:cubicBezTo>
                  <a:lnTo>
                    <a:pt x="50855" y="104512"/>
                  </a:lnTo>
                  <a:cubicBezTo>
                    <a:pt x="51930" y="107417"/>
                    <a:pt x="52698" y="107876"/>
                    <a:pt x="54694" y="107876"/>
                  </a:cubicBezTo>
                  <a:cubicBezTo>
                    <a:pt x="57305" y="107876"/>
                    <a:pt x="57612" y="107111"/>
                    <a:pt x="58380" y="104970"/>
                  </a:cubicBezTo>
                  <a:lnTo>
                    <a:pt x="92627" y="1506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04" name="Freeform: Shape 2403">
              <a:extLst>
                <a:ext uri="{FF2B5EF4-FFF2-40B4-BE49-F238E27FC236}">
                  <a16:creationId xmlns:a16="http://schemas.microsoft.com/office/drawing/2014/main" id="{E1E3CC7B-2BB4-3209-CA89-E25FE403D36B}"/>
                </a:ext>
              </a:extLst>
            </p:cNvPr>
            <p:cNvSpPr/>
            <p:nvPr>
              <p:custDataLst>
                <p:tags r:id="rId48"/>
              </p:custDataLst>
            </p:nvPr>
          </p:nvSpPr>
          <p:spPr>
            <a:xfrm>
              <a:off x="10067917" y="5929714"/>
              <a:ext cx="69261" cy="70185"/>
            </a:xfrm>
            <a:custGeom>
              <a:avLst/>
              <a:gdLst>
                <a:gd name="connsiteX0" fmla="*/ 44872 w 69261"/>
                <a:gd name="connsiteY0" fmla="*/ 56957 h 70185"/>
                <a:gd name="connsiteX1" fmla="*/ 56851 w 69261"/>
                <a:gd name="connsiteY1" fmla="*/ 69495 h 70185"/>
                <a:gd name="connsiteX2" fmla="*/ 69444 w 69261"/>
                <a:gd name="connsiteY2" fmla="*/ 54969 h 70185"/>
                <a:gd name="connsiteX3" fmla="*/ 69444 w 69261"/>
                <a:gd name="connsiteY3" fmla="*/ 46406 h 70185"/>
                <a:gd name="connsiteX4" fmla="*/ 65605 w 69261"/>
                <a:gd name="connsiteY4" fmla="*/ 46406 h 70185"/>
                <a:gd name="connsiteX5" fmla="*/ 65605 w 69261"/>
                <a:gd name="connsiteY5" fmla="*/ 54969 h 70185"/>
                <a:gd name="connsiteX6" fmla="*/ 60076 w 69261"/>
                <a:gd name="connsiteY6" fmla="*/ 64755 h 70185"/>
                <a:gd name="connsiteX7" fmla="*/ 54394 w 69261"/>
                <a:gd name="connsiteY7" fmla="*/ 57110 h 70185"/>
                <a:gd name="connsiteX8" fmla="*/ 54394 w 69261"/>
                <a:gd name="connsiteY8" fmla="*/ 26528 h 70185"/>
                <a:gd name="connsiteX9" fmla="*/ 48865 w 69261"/>
                <a:gd name="connsiteY9" fmla="*/ 8485 h 70185"/>
                <a:gd name="connsiteX10" fmla="*/ 27826 w 69261"/>
                <a:gd name="connsiteY10" fmla="*/ 75 h 70185"/>
                <a:gd name="connsiteX11" fmla="*/ 4636 w 69261"/>
                <a:gd name="connsiteY11" fmla="*/ 17353 h 70185"/>
                <a:gd name="connsiteX12" fmla="*/ 11700 w 69261"/>
                <a:gd name="connsiteY12" fmla="*/ 24540 h 70185"/>
                <a:gd name="connsiteX13" fmla="*/ 18765 w 69261"/>
                <a:gd name="connsiteY13" fmla="*/ 17506 h 70185"/>
                <a:gd name="connsiteX14" fmla="*/ 10932 w 69261"/>
                <a:gd name="connsiteY14" fmla="*/ 10473 h 70185"/>
                <a:gd name="connsiteX15" fmla="*/ 27518 w 69261"/>
                <a:gd name="connsiteY15" fmla="*/ 3439 h 70185"/>
                <a:gd name="connsiteX16" fmla="*/ 43797 w 69261"/>
                <a:gd name="connsiteY16" fmla="*/ 23011 h 70185"/>
                <a:gd name="connsiteX17" fmla="*/ 43797 w 69261"/>
                <a:gd name="connsiteY17" fmla="*/ 28669 h 70185"/>
                <a:gd name="connsiteX18" fmla="*/ 15540 w 69261"/>
                <a:gd name="connsiteY18" fmla="*/ 34173 h 70185"/>
                <a:gd name="connsiteX19" fmla="*/ 182 w 69261"/>
                <a:gd name="connsiteY19" fmla="*/ 54052 h 70185"/>
                <a:gd name="connsiteX20" fmla="*/ 24754 w 69261"/>
                <a:gd name="connsiteY20" fmla="*/ 70260 h 70185"/>
                <a:gd name="connsiteX21" fmla="*/ 44872 w 69261"/>
                <a:gd name="connsiteY21" fmla="*/ 56957 h 70185"/>
                <a:gd name="connsiteX22" fmla="*/ 43797 w 69261"/>
                <a:gd name="connsiteY22" fmla="*/ 31880 h 70185"/>
                <a:gd name="connsiteX23" fmla="*/ 43797 w 69261"/>
                <a:gd name="connsiteY23" fmla="*/ 47171 h 70185"/>
                <a:gd name="connsiteX24" fmla="*/ 25829 w 69261"/>
                <a:gd name="connsiteY24" fmla="*/ 66896 h 70185"/>
                <a:gd name="connsiteX25" fmla="*/ 12007 w 69261"/>
                <a:gd name="connsiteY25" fmla="*/ 53899 h 70185"/>
                <a:gd name="connsiteX26" fmla="*/ 43797 w 69261"/>
                <a:gd name="connsiteY26" fmla="*/ 31880 h 70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9261" h="70185">
                  <a:moveTo>
                    <a:pt x="44872" y="56957"/>
                  </a:moveTo>
                  <a:cubicBezTo>
                    <a:pt x="45487" y="63073"/>
                    <a:pt x="49633" y="69495"/>
                    <a:pt x="56851" y="69495"/>
                  </a:cubicBezTo>
                  <a:cubicBezTo>
                    <a:pt x="60076" y="69495"/>
                    <a:pt x="69444" y="67355"/>
                    <a:pt x="69444" y="54969"/>
                  </a:cubicBezTo>
                  <a:lnTo>
                    <a:pt x="69444" y="46406"/>
                  </a:lnTo>
                  <a:lnTo>
                    <a:pt x="65605" y="46406"/>
                  </a:lnTo>
                  <a:lnTo>
                    <a:pt x="65605" y="54969"/>
                  </a:lnTo>
                  <a:cubicBezTo>
                    <a:pt x="65605" y="63838"/>
                    <a:pt x="61766" y="64755"/>
                    <a:pt x="60076" y="64755"/>
                  </a:cubicBezTo>
                  <a:cubicBezTo>
                    <a:pt x="55008" y="64755"/>
                    <a:pt x="54394" y="57874"/>
                    <a:pt x="54394" y="57110"/>
                  </a:cubicBezTo>
                  <a:lnTo>
                    <a:pt x="54394" y="26528"/>
                  </a:lnTo>
                  <a:cubicBezTo>
                    <a:pt x="54394" y="20106"/>
                    <a:pt x="54394" y="14142"/>
                    <a:pt x="48865" y="8485"/>
                  </a:cubicBezTo>
                  <a:cubicBezTo>
                    <a:pt x="42876" y="2521"/>
                    <a:pt x="35197" y="75"/>
                    <a:pt x="27826" y="75"/>
                  </a:cubicBezTo>
                  <a:cubicBezTo>
                    <a:pt x="15233" y="75"/>
                    <a:pt x="4636" y="7261"/>
                    <a:pt x="4636" y="17353"/>
                  </a:cubicBezTo>
                  <a:cubicBezTo>
                    <a:pt x="4636" y="21941"/>
                    <a:pt x="7707" y="24540"/>
                    <a:pt x="11700" y="24540"/>
                  </a:cubicBezTo>
                  <a:cubicBezTo>
                    <a:pt x="16000" y="24540"/>
                    <a:pt x="18765" y="21482"/>
                    <a:pt x="18765" y="17506"/>
                  </a:cubicBezTo>
                  <a:cubicBezTo>
                    <a:pt x="18765" y="15671"/>
                    <a:pt x="17997" y="10625"/>
                    <a:pt x="10932" y="10473"/>
                  </a:cubicBezTo>
                  <a:cubicBezTo>
                    <a:pt x="15079" y="5121"/>
                    <a:pt x="22604" y="3439"/>
                    <a:pt x="27518" y="3439"/>
                  </a:cubicBezTo>
                  <a:cubicBezTo>
                    <a:pt x="35044" y="3439"/>
                    <a:pt x="43797" y="9402"/>
                    <a:pt x="43797" y="23011"/>
                  </a:cubicBezTo>
                  <a:lnTo>
                    <a:pt x="43797" y="28669"/>
                  </a:lnTo>
                  <a:cubicBezTo>
                    <a:pt x="35965" y="29127"/>
                    <a:pt x="25215" y="29586"/>
                    <a:pt x="15540" y="34173"/>
                  </a:cubicBezTo>
                  <a:cubicBezTo>
                    <a:pt x="4022" y="39372"/>
                    <a:pt x="182" y="47324"/>
                    <a:pt x="182" y="54052"/>
                  </a:cubicBezTo>
                  <a:cubicBezTo>
                    <a:pt x="182" y="66437"/>
                    <a:pt x="15079" y="70260"/>
                    <a:pt x="24754" y="70260"/>
                  </a:cubicBezTo>
                  <a:cubicBezTo>
                    <a:pt x="34890" y="70260"/>
                    <a:pt x="41954" y="64144"/>
                    <a:pt x="44872" y="56957"/>
                  </a:cubicBezTo>
                  <a:close/>
                  <a:moveTo>
                    <a:pt x="43797" y="31880"/>
                  </a:moveTo>
                  <a:lnTo>
                    <a:pt x="43797" y="47171"/>
                  </a:lnTo>
                  <a:cubicBezTo>
                    <a:pt x="43797" y="61697"/>
                    <a:pt x="32740" y="66896"/>
                    <a:pt x="25829" y="66896"/>
                  </a:cubicBezTo>
                  <a:cubicBezTo>
                    <a:pt x="18304" y="66896"/>
                    <a:pt x="12007" y="61544"/>
                    <a:pt x="12007" y="53899"/>
                  </a:cubicBezTo>
                  <a:cubicBezTo>
                    <a:pt x="12007" y="45489"/>
                    <a:pt x="18458" y="32797"/>
                    <a:pt x="43797" y="3188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05" name="Freeform: Shape 2404">
              <a:extLst>
                <a:ext uri="{FF2B5EF4-FFF2-40B4-BE49-F238E27FC236}">
                  <a16:creationId xmlns:a16="http://schemas.microsoft.com/office/drawing/2014/main" id="{D1833079-3BAA-1ACB-8018-2630B4C7BAC3}"/>
                </a:ext>
              </a:extLst>
            </p:cNvPr>
            <p:cNvSpPr/>
            <p:nvPr>
              <p:custDataLst>
                <p:tags r:id="rId49"/>
              </p:custDataLst>
            </p:nvPr>
          </p:nvSpPr>
          <p:spPr>
            <a:xfrm>
              <a:off x="10142555" y="5930632"/>
              <a:ext cx="51600" cy="67585"/>
            </a:xfrm>
            <a:custGeom>
              <a:avLst/>
              <a:gdLst>
                <a:gd name="connsiteX0" fmla="*/ 21534 w 51600"/>
                <a:gd name="connsiteY0" fmla="*/ 16895 h 67585"/>
                <a:gd name="connsiteX1" fmla="*/ 21534 w 51600"/>
                <a:gd name="connsiteY1" fmla="*/ 75 h 67585"/>
                <a:gd name="connsiteX2" fmla="*/ 187 w 51600"/>
                <a:gd name="connsiteY2" fmla="*/ 1757 h 67585"/>
                <a:gd name="connsiteX3" fmla="*/ 187 w 51600"/>
                <a:gd name="connsiteY3" fmla="*/ 6497 h 67585"/>
                <a:gd name="connsiteX4" fmla="*/ 12166 w 51600"/>
                <a:gd name="connsiteY4" fmla="*/ 15060 h 67585"/>
                <a:gd name="connsiteX5" fmla="*/ 12166 w 51600"/>
                <a:gd name="connsiteY5" fmla="*/ 56039 h 67585"/>
                <a:gd name="connsiteX6" fmla="*/ 187 w 51600"/>
                <a:gd name="connsiteY6" fmla="*/ 62920 h 67585"/>
                <a:gd name="connsiteX7" fmla="*/ 187 w 51600"/>
                <a:gd name="connsiteY7" fmla="*/ 67661 h 67585"/>
                <a:gd name="connsiteX8" fmla="*/ 17695 w 51600"/>
                <a:gd name="connsiteY8" fmla="*/ 67202 h 67585"/>
                <a:gd name="connsiteX9" fmla="*/ 37199 w 51600"/>
                <a:gd name="connsiteY9" fmla="*/ 67661 h 67585"/>
                <a:gd name="connsiteX10" fmla="*/ 37199 w 51600"/>
                <a:gd name="connsiteY10" fmla="*/ 62920 h 67585"/>
                <a:gd name="connsiteX11" fmla="*/ 33974 w 51600"/>
                <a:gd name="connsiteY11" fmla="*/ 62920 h 67585"/>
                <a:gd name="connsiteX12" fmla="*/ 22302 w 51600"/>
                <a:gd name="connsiteY12" fmla="*/ 55734 h 67585"/>
                <a:gd name="connsiteX13" fmla="*/ 22302 w 51600"/>
                <a:gd name="connsiteY13" fmla="*/ 32186 h 67585"/>
                <a:gd name="connsiteX14" fmla="*/ 40424 w 51600"/>
                <a:gd name="connsiteY14" fmla="*/ 3439 h 67585"/>
                <a:gd name="connsiteX15" fmla="*/ 42113 w 51600"/>
                <a:gd name="connsiteY15" fmla="*/ 3592 h 67585"/>
                <a:gd name="connsiteX16" fmla="*/ 38581 w 51600"/>
                <a:gd name="connsiteY16" fmla="*/ 9555 h 67585"/>
                <a:gd name="connsiteX17" fmla="*/ 45184 w 51600"/>
                <a:gd name="connsiteY17" fmla="*/ 16130 h 67585"/>
                <a:gd name="connsiteX18" fmla="*/ 51788 w 51600"/>
                <a:gd name="connsiteY18" fmla="*/ 9402 h 67585"/>
                <a:gd name="connsiteX19" fmla="*/ 40424 w 51600"/>
                <a:gd name="connsiteY19" fmla="*/ 75 h 67585"/>
                <a:gd name="connsiteX20" fmla="*/ 21534 w 51600"/>
                <a:gd name="connsiteY20" fmla="*/ 16895 h 6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600" h="67585">
                  <a:moveTo>
                    <a:pt x="21534" y="16895"/>
                  </a:moveTo>
                  <a:lnTo>
                    <a:pt x="21534" y="75"/>
                  </a:lnTo>
                  <a:lnTo>
                    <a:pt x="187" y="1757"/>
                  </a:lnTo>
                  <a:lnTo>
                    <a:pt x="187" y="6497"/>
                  </a:lnTo>
                  <a:cubicBezTo>
                    <a:pt x="10937" y="6497"/>
                    <a:pt x="12166" y="7567"/>
                    <a:pt x="12166" y="15060"/>
                  </a:cubicBezTo>
                  <a:lnTo>
                    <a:pt x="12166" y="56039"/>
                  </a:lnTo>
                  <a:cubicBezTo>
                    <a:pt x="12166" y="62920"/>
                    <a:pt x="10477" y="62920"/>
                    <a:pt x="187" y="62920"/>
                  </a:cubicBezTo>
                  <a:lnTo>
                    <a:pt x="187" y="67661"/>
                  </a:lnTo>
                  <a:cubicBezTo>
                    <a:pt x="6177" y="67508"/>
                    <a:pt x="13395" y="67202"/>
                    <a:pt x="17695" y="67202"/>
                  </a:cubicBezTo>
                  <a:cubicBezTo>
                    <a:pt x="23838" y="67202"/>
                    <a:pt x="31056" y="67202"/>
                    <a:pt x="37199" y="67661"/>
                  </a:cubicBezTo>
                  <a:lnTo>
                    <a:pt x="37199" y="62920"/>
                  </a:lnTo>
                  <a:lnTo>
                    <a:pt x="33974" y="62920"/>
                  </a:lnTo>
                  <a:cubicBezTo>
                    <a:pt x="22609" y="62920"/>
                    <a:pt x="22302" y="61238"/>
                    <a:pt x="22302" y="55734"/>
                  </a:cubicBezTo>
                  <a:lnTo>
                    <a:pt x="22302" y="32186"/>
                  </a:lnTo>
                  <a:cubicBezTo>
                    <a:pt x="22302" y="17048"/>
                    <a:pt x="28752" y="3439"/>
                    <a:pt x="40424" y="3439"/>
                  </a:cubicBezTo>
                  <a:cubicBezTo>
                    <a:pt x="41499" y="3439"/>
                    <a:pt x="41806" y="3439"/>
                    <a:pt x="42113" y="3592"/>
                  </a:cubicBezTo>
                  <a:cubicBezTo>
                    <a:pt x="41652" y="3745"/>
                    <a:pt x="38581" y="5579"/>
                    <a:pt x="38581" y="9555"/>
                  </a:cubicBezTo>
                  <a:cubicBezTo>
                    <a:pt x="38581" y="13837"/>
                    <a:pt x="41806" y="16130"/>
                    <a:pt x="45184" y="16130"/>
                  </a:cubicBezTo>
                  <a:cubicBezTo>
                    <a:pt x="47949" y="16130"/>
                    <a:pt x="51788" y="14295"/>
                    <a:pt x="51788" y="9402"/>
                  </a:cubicBezTo>
                  <a:cubicBezTo>
                    <a:pt x="51788" y="4509"/>
                    <a:pt x="47027" y="75"/>
                    <a:pt x="40424" y="75"/>
                  </a:cubicBezTo>
                  <a:cubicBezTo>
                    <a:pt x="29213" y="75"/>
                    <a:pt x="23684" y="10320"/>
                    <a:pt x="21534" y="1689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06" name="Freeform: Shape 2405">
              <a:extLst>
                <a:ext uri="{FF2B5EF4-FFF2-40B4-BE49-F238E27FC236}">
                  <a16:creationId xmlns:a16="http://schemas.microsoft.com/office/drawing/2014/main" id="{D6A9451D-D358-97DB-2713-C9EF28E5F38E}"/>
                </a:ext>
              </a:extLst>
            </p:cNvPr>
            <p:cNvSpPr/>
            <p:nvPr>
              <p:custDataLst>
                <p:tags r:id="rId50"/>
              </p:custDataLst>
            </p:nvPr>
          </p:nvSpPr>
          <p:spPr>
            <a:xfrm>
              <a:off x="10213608" y="5883536"/>
              <a:ext cx="35629" cy="152909"/>
            </a:xfrm>
            <a:custGeom>
              <a:avLst/>
              <a:gdLst>
                <a:gd name="connsiteX0" fmla="*/ 35820 w 35629"/>
                <a:gd name="connsiteY0" fmla="*/ 151455 h 152909"/>
                <a:gd name="connsiteX1" fmla="*/ 33210 w 35629"/>
                <a:gd name="connsiteY1" fmla="*/ 148091 h 152909"/>
                <a:gd name="connsiteX2" fmla="*/ 9098 w 35629"/>
                <a:gd name="connsiteY2" fmla="*/ 76529 h 152909"/>
                <a:gd name="connsiteX3" fmla="*/ 33824 w 35629"/>
                <a:gd name="connsiteY3" fmla="*/ 4203 h 152909"/>
                <a:gd name="connsiteX4" fmla="*/ 35820 w 35629"/>
                <a:gd name="connsiteY4" fmla="*/ 1604 h 152909"/>
                <a:gd name="connsiteX5" fmla="*/ 34285 w 35629"/>
                <a:gd name="connsiteY5" fmla="*/ 75 h 152909"/>
                <a:gd name="connsiteX6" fmla="*/ 9866 w 35629"/>
                <a:gd name="connsiteY6" fmla="*/ 29892 h 152909"/>
                <a:gd name="connsiteX7" fmla="*/ 191 w 35629"/>
                <a:gd name="connsiteY7" fmla="*/ 76529 h 152909"/>
                <a:gd name="connsiteX8" fmla="*/ 10327 w 35629"/>
                <a:gd name="connsiteY8" fmla="*/ 124237 h 152909"/>
                <a:gd name="connsiteX9" fmla="*/ 34285 w 35629"/>
                <a:gd name="connsiteY9" fmla="*/ 152984 h 152909"/>
                <a:gd name="connsiteX10" fmla="*/ 35820 w 35629"/>
                <a:gd name="connsiteY10" fmla="*/ 151455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29" h="152909">
                  <a:moveTo>
                    <a:pt x="35820" y="151455"/>
                  </a:moveTo>
                  <a:cubicBezTo>
                    <a:pt x="35820" y="150996"/>
                    <a:pt x="35820" y="150690"/>
                    <a:pt x="33210" y="148091"/>
                  </a:cubicBezTo>
                  <a:cubicBezTo>
                    <a:pt x="14013" y="128824"/>
                    <a:pt x="9098" y="99924"/>
                    <a:pt x="9098" y="76529"/>
                  </a:cubicBezTo>
                  <a:cubicBezTo>
                    <a:pt x="9098" y="49923"/>
                    <a:pt x="14934" y="23317"/>
                    <a:pt x="33824" y="4203"/>
                  </a:cubicBezTo>
                  <a:cubicBezTo>
                    <a:pt x="35820" y="2368"/>
                    <a:pt x="35820" y="2063"/>
                    <a:pt x="35820" y="1604"/>
                  </a:cubicBezTo>
                  <a:cubicBezTo>
                    <a:pt x="35820" y="533"/>
                    <a:pt x="35206" y="75"/>
                    <a:pt x="34285" y="75"/>
                  </a:cubicBezTo>
                  <a:cubicBezTo>
                    <a:pt x="32749" y="75"/>
                    <a:pt x="18927" y="10473"/>
                    <a:pt x="9866" y="29892"/>
                  </a:cubicBezTo>
                  <a:cubicBezTo>
                    <a:pt x="2034" y="46712"/>
                    <a:pt x="191" y="63685"/>
                    <a:pt x="191" y="76529"/>
                  </a:cubicBezTo>
                  <a:cubicBezTo>
                    <a:pt x="191" y="88456"/>
                    <a:pt x="1880" y="106958"/>
                    <a:pt x="10327" y="124237"/>
                  </a:cubicBezTo>
                  <a:cubicBezTo>
                    <a:pt x="19542" y="143045"/>
                    <a:pt x="32749" y="152984"/>
                    <a:pt x="34285" y="152984"/>
                  </a:cubicBezTo>
                  <a:cubicBezTo>
                    <a:pt x="35206" y="152984"/>
                    <a:pt x="35820" y="152525"/>
                    <a:pt x="35820" y="15145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07" name="Freeform: Shape 2406">
              <a:extLst>
                <a:ext uri="{FF2B5EF4-FFF2-40B4-BE49-F238E27FC236}">
                  <a16:creationId xmlns:a16="http://schemas.microsoft.com/office/drawing/2014/main" id="{9B07F697-B944-1414-01A6-9AAD5C02B5BC}"/>
                </a:ext>
              </a:extLst>
            </p:cNvPr>
            <p:cNvSpPr/>
            <p:nvPr>
              <p:custDataLst>
                <p:tags r:id="rId51"/>
              </p:custDataLst>
            </p:nvPr>
          </p:nvSpPr>
          <p:spPr>
            <a:xfrm>
              <a:off x="10263503" y="5893781"/>
              <a:ext cx="111648" cy="104436"/>
            </a:xfrm>
            <a:custGeom>
              <a:avLst/>
              <a:gdLst>
                <a:gd name="connsiteX0" fmla="*/ 86504 w 111648"/>
                <a:gd name="connsiteY0" fmla="*/ 17506 h 104436"/>
                <a:gd name="connsiteX1" fmla="*/ 88654 w 111648"/>
                <a:gd name="connsiteY1" fmla="*/ 15366 h 104436"/>
                <a:gd name="connsiteX2" fmla="*/ 108772 w 111648"/>
                <a:gd name="connsiteY2" fmla="*/ 4815 h 104436"/>
                <a:gd name="connsiteX3" fmla="*/ 111843 w 111648"/>
                <a:gd name="connsiteY3" fmla="*/ 1910 h 104436"/>
                <a:gd name="connsiteX4" fmla="*/ 109847 w 111648"/>
                <a:gd name="connsiteY4" fmla="*/ 75 h 104436"/>
                <a:gd name="connsiteX5" fmla="*/ 97254 w 111648"/>
                <a:gd name="connsiteY5" fmla="*/ 533 h 104436"/>
                <a:gd name="connsiteX6" fmla="*/ 81897 w 111648"/>
                <a:gd name="connsiteY6" fmla="*/ 75 h 104436"/>
                <a:gd name="connsiteX7" fmla="*/ 78979 w 111648"/>
                <a:gd name="connsiteY7" fmla="*/ 2980 h 104436"/>
                <a:gd name="connsiteX8" fmla="*/ 81282 w 111648"/>
                <a:gd name="connsiteY8" fmla="*/ 4815 h 104436"/>
                <a:gd name="connsiteX9" fmla="*/ 86811 w 111648"/>
                <a:gd name="connsiteY9" fmla="*/ 8332 h 104436"/>
                <a:gd name="connsiteX10" fmla="*/ 82664 w 111648"/>
                <a:gd name="connsiteY10" fmla="*/ 15671 h 104436"/>
                <a:gd name="connsiteX11" fmla="*/ 47035 w 111648"/>
                <a:gd name="connsiteY11" fmla="*/ 56498 h 104436"/>
                <a:gd name="connsiteX12" fmla="*/ 30142 w 111648"/>
                <a:gd name="connsiteY12" fmla="*/ 11084 h 104436"/>
                <a:gd name="connsiteX13" fmla="*/ 29221 w 111648"/>
                <a:gd name="connsiteY13" fmla="*/ 8485 h 104436"/>
                <a:gd name="connsiteX14" fmla="*/ 38281 w 111648"/>
                <a:gd name="connsiteY14" fmla="*/ 4815 h 104436"/>
                <a:gd name="connsiteX15" fmla="*/ 41967 w 111648"/>
                <a:gd name="connsiteY15" fmla="*/ 1757 h 104436"/>
                <a:gd name="connsiteX16" fmla="*/ 39664 w 111648"/>
                <a:gd name="connsiteY16" fmla="*/ 75 h 104436"/>
                <a:gd name="connsiteX17" fmla="*/ 20313 w 111648"/>
                <a:gd name="connsiteY17" fmla="*/ 533 h 104436"/>
                <a:gd name="connsiteX18" fmla="*/ 3113 w 111648"/>
                <a:gd name="connsiteY18" fmla="*/ 75 h 104436"/>
                <a:gd name="connsiteX19" fmla="*/ 195 w 111648"/>
                <a:gd name="connsiteY19" fmla="*/ 3133 h 104436"/>
                <a:gd name="connsiteX20" fmla="*/ 3727 w 111648"/>
                <a:gd name="connsiteY20" fmla="*/ 4815 h 104436"/>
                <a:gd name="connsiteX21" fmla="*/ 14938 w 111648"/>
                <a:gd name="connsiteY21" fmla="*/ 10014 h 104436"/>
                <a:gd name="connsiteX22" fmla="*/ 33828 w 111648"/>
                <a:gd name="connsiteY22" fmla="*/ 60321 h 104436"/>
                <a:gd name="connsiteX23" fmla="*/ 34442 w 111648"/>
                <a:gd name="connsiteY23" fmla="*/ 62920 h 104436"/>
                <a:gd name="connsiteX24" fmla="*/ 27531 w 111648"/>
                <a:gd name="connsiteY24" fmla="*/ 90750 h 104436"/>
                <a:gd name="connsiteX25" fmla="*/ 13095 w 111648"/>
                <a:gd name="connsiteY25" fmla="*/ 99771 h 104436"/>
                <a:gd name="connsiteX26" fmla="*/ 8949 w 111648"/>
                <a:gd name="connsiteY26" fmla="*/ 102830 h 104436"/>
                <a:gd name="connsiteX27" fmla="*/ 11099 w 111648"/>
                <a:gd name="connsiteY27" fmla="*/ 104512 h 104436"/>
                <a:gd name="connsiteX28" fmla="*/ 30449 w 111648"/>
                <a:gd name="connsiteY28" fmla="*/ 104053 h 104436"/>
                <a:gd name="connsiteX29" fmla="*/ 50107 w 111648"/>
                <a:gd name="connsiteY29" fmla="*/ 104512 h 104436"/>
                <a:gd name="connsiteX30" fmla="*/ 53025 w 111648"/>
                <a:gd name="connsiteY30" fmla="*/ 101453 h 104436"/>
                <a:gd name="connsiteX31" fmla="*/ 48724 w 111648"/>
                <a:gd name="connsiteY31" fmla="*/ 99771 h 104436"/>
                <a:gd name="connsiteX32" fmla="*/ 42889 w 111648"/>
                <a:gd name="connsiteY32" fmla="*/ 99466 h 104436"/>
                <a:gd name="connsiteX33" fmla="*/ 38742 w 111648"/>
                <a:gd name="connsiteY33" fmla="*/ 97019 h 104436"/>
                <a:gd name="connsiteX34" fmla="*/ 40892 w 111648"/>
                <a:gd name="connsiteY34" fmla="*/ 87386 h 104436"/>
                <a:gd name="connsiteX35" fmla="*/ 46267 w 111648"/>
                <a:gd name="connsiteY35" fmla="*/ 65826 h 104436"/>
                <a:gd name="connsiteX36" fmla="*/ 48417 w 111648"/>
                <a:gd name="connsiteY36" fmla="*/ 61085 h 104436"/>
                <a:gd name="connsiteX37" fmla="*/ 86504 w 111648"/>
                <a:gd name="connsiteY37" fmla="*/ 17506 h 104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648" h="104436">
                  <a:moveTo>
                    <a:pt x="86504" y="17506"/>
                  </a:moveTo>
                  <a:lnTo>
                    <a:pt x="88654" y="15366"/>
                  </a:lnTo>
                  <a:cubicBezTo>
                    <a:pt x="93261" y="10778"/>
                    <a:pt x="98329" y="5579"/>
                    <a:pt x="108772" y="4815"/>
                  </a:cubicBezTo>
                  <a:cubicBezTo>
                    <a:pt x="110461" y="4662"/>
                    <a:pt x="111843" y="4662"/>
                    <a:pt x="111843" y="1910"/>
                  </a:cubicBezTo>
                  <a:cubicBezTo>
                    <a:pt x="111843" y="686"/>
                    <a:pt x="111076" y="75"/>
                    <a:pt x="109847" y="75"/>
                  </a:cubicBezTo>
                  <a:cubicBezTo>
                    <a:pt x="105854" y="75"/>
                    <a:pt x="101400" y="533"/>
                    <a:pt x="97254" y="533"/>
                  </a:cubicBezTo>
                  <a:cubicBezTo>
                    <a:pt x="92186" y="533"/>
                    <a:pt x="86811" y="75"/>
                    <a:pt x="81897" y="75"/>
                  </a:cubicBezTo>
                  <a:cubicBezTo>
                    <a:pt x="80975" y="75"/>
                    <a:pt x="78979" y="75"/>
                    <a:pt x="78979" y="2980"/>
                  </a:cubicBezTo>
                  <a:cubicBezTo>
                    <a:pt x="78979" y="4662"/>
                    <a:pt x="80514" y="4815"/>
                    <a:pt x="81282" y="4815"/>
                  </a:cubicBezTo>
                  <a:cubicBezTo>
                    <a:pt x="82357" y="4815"/>
                    <a:pt x="86811" y="5121"/>
                    <a:pt x="86811" y="8332"/>
                  </a:cubicBezTo>
                  <a:cubicBezTo>
                    <a:pt x="86811" y="10931"/>
                    <a:pt x="83279" y="14907"/>
                    <a:pt x="82664" y="15671"/>
                  </a:cubicBezTo>
                  <a:lnTo>
                    <a:pt x="47035" y="56498"/>
                  </a:lnTo>
                  <a:lnTo>
                    <a:pt x="30142" y="11084"/>
                  </a:lnTo>
                  <a:cubicBezTo>
                    <a:pt x="29221" y="8943"/>
                    <a:pt x="29221" y="8638"/>
                    <a:pt x="29221" y="8485"/>
                  </a:cubicBezTo>
                  <a:cubicBezTo>
                    <a:pt x="29221" y="4815"/>
                    <a:pt x="36746" y="4815"/>
                    <a:pt x="38281" y="4815"/>
                  </a:cubicBezTo>
                  <a:cubicBezTo>
                    <a:pt x="40431" y="4815"/>
                    <a:pt x="41967" y="4815"/>
                    <a:pt x="41967" y="1757"/>
                  </a:cubicBezTo>
                  <a:cubicBezTo>
                    <a:pt x="41967" y="75"/>
                    <a:pt x="40124" y="75"/>
                    <a:pt x="39664" y="75"/>
                  </a:cubicBezTo>
                  <a:cubicBezTo>
                    <a:pt x="35364" y="75"/>
                    <a:pt x="24613" y="533"/>
                    <a:pt x="20313" y="533"/>
                  </a:cubicBezTo>
                  <a:cubicBezTo>
                    <a:pt x="16474" y="533"/>
                    <a:pt x="6952" y="75"/>
                    <a:pt x="3113" y="75"/>
                  </a:cubicBezTo>
                  <a:cubicBezTo>
                    <a:pt x="2192" y="75"/>
                    <a:pt x="195" y="75"/>
                    <a:pt x="195" y="3133"/>
                  </a:cubicBezTo>
                  <a:cubicBezTo>
                    <a:pt x="195" y="4815"/>
                    <a:pt x="1731" y="4815"/>
                    <a:pt x="3727" y="4815"/>
                  </a:cubicBezTo>
                  <a:cubicBezTo>
                    <a:pt x="12942" y="4815"/>
                    <a:pt x="13556" y="6191"/>
                    <a:pt x="14938" y="10014"/>
                  </a:cubicBezTo>
                  <a:lnTo>
                    <a:pt x="33828" y="60321"/>
                  </a:lnTo>
                  <a:cubicBezTo>
                    <a:pt x="33981" y="60780"/>
                    <a:pt x="34442" y="62462"/>
                    <a:pt x="34442" y="62920"/>
                  </a:cubicBezTo>
                  <a:cubicBezTo>
                    <a:pt x="34442" y="63379"/>
                    <a:pt x="28299" y="87997"/>
                    <a:pt x="27531" y="90750"/>
                  </a:cubicBezTo>
                  <a:cubicBezTo>
                    <a:pt x="25535" y="99160"/>
                    <a:pt x="25381" y="99619"/>
                    <a:pt x="13095" y="99771"/>
                  </a:cubicBezTo>
                  <a:cubicBezTo>
                    <a:pt x="10177" y="99771"/>
                    <a:pt x="8949" y="99771"/>
                    <a:pt x="8949" y="102830"/>
                  </a:cubicBezTo>
                  <a:cubicBezTo>
                    <a:pt x="8949" y="104512"/>
                    <a:pt x="10792" y="104512"/>
                    <a:pt x="11099" y="104512"/>
                  </a:cubicBezTo>
                  <a:cubicBezTo>
                    <a:pt x="15399" y="104512"/>
                    <a:pt x="26149" y="104053"/>
                    <a:pt x="30449" y="104053"/>
                  </a:cubicBezTo>
                  <a:cubicBezTo>
                    <a:pt x="34749" y="104053"/>
                    <a:pt x="45807" y="104512"/>
                    <a:pt x="50107" y="104512"/>
                  </a:cubicBezTo>
                  <a:cubicBezTo>
                    <a:pt x="51182" y="104512"/>
                    <a:pt x="53025" y="104512"/>
                    <a:pt x="53025" y="101453"/>
                  </a:cubicBezTo>
                  <a:cubicBezTo>
                    <a:pt x="53025" y="99771"/>
                    <a:pt x="51642" y="99771"/>
                    <a:pt x="48724" y="99771"/>
                  </a:cubicBezTo>
                  <a:cubicBezTo>
                    <a:pt x="48417" y="99771"/>
                    <a:pt x="45499" y="99771"/>
                    <a:pt x="42889" y="99466"/>
                  </a:cubicBezTo>
                  <a:cubicBezTo>
                    <a:pt x="39664" y="99160"/>
                    <a:pt x="38742" y="98854"/>
                    <a:pt x="38742" y="97019"/>
                  </a:cubicBezTo>
                  <a:cubicBezTo>
                    <a:pt x="38742" y="95949"/>
                    <a:pt x="40124" y="90597"/>
                    <a:pt x="40892" y="87386"/>
                  </a:cubicBezTo>
                  <a:lnTo>
                    <a:pt x="46267" y="65826"/>
                  </a:lnTo>
                  <a:cubicBezTo>
                    <a:pt x="47035" y="62920"/>
                    <a:pt x="47189" y="62462"/>
                    <a:pt x="48417" y="61085"/>
                  </a:cubicBezTo>
                  <a:lnTo>
                    <a:pt x="86504" y="175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08" name="Freeform: Shape 2407">
              <a:extLst>
                <a:ext uri="{FF2B5EF4-FFF2-40B4-BE49-F238E27FC236}">
                  <a16:creationId xmlns:a16="http://schemas.microsoft.com/office/drawing/2014/main" id="{D13BD655-7343-8484-A67A-246793830F1F}"/>
                </a:ext>
              </a:extLst>
            </p:cNvPr>
            <p:cNvSpPr/>
            <p:nvPr>
              <p:custDataLst>
                <p:tags r:id="rId52"/>
              </p:custDataLst>
            </p:nvPr>
          </p:nvSpPr>
          <p:spPr>
            <a:xfrm>
              <a:off x="10390168" y="5883536"/>
              <a:ext cx="35629" cy="152909"/>
            </a:xfrm>
            <a:custGeom>
              <a:avLst/>
              <a:gdLst>
                <a:gd name="connsiteX0" fmla="*/ 35832 w 35629"/>
                <a:gd name="connsiteY0" fmla="*/ 76529 h 152909"/>
                <a:gd name="connsiteX1" fmla="*/ 25696 w 35629"/>
                <a:gd name="connsiteY1" fmla="*/ 28822 h 152909"/>
                <a:gd name="connsiteX2" fmla="*/ 1739 w 35629"/>
                <a:gd name="connsiteY2" fmla="*/ 75 h 152909"/>
                <a:gd name="connsiteX3" fmla="*/ 203 w 35629"/>
                <a:gd name="connsiteY3" fmla="*/ 1604 h 152909"/>
                <a:gd name="connsiteX4" fmla="*/ 3121 w 35629"/>
                <a:gd name="connsiteY4" fmla="*/ 5121 h 152909"/>
                <a:gd name="connsiteX5" fmla="*/ 26925 w 35629"/>
                <a:gd name="connsiteY5" fmla="*/ 76529 h 152909"/>
                <a:gd name="connsiteX6" fmla="*/ 2200 w 35629"/>
                <a:gd name="connsiteY6" fmla="*/ 148855 h 152909"/>
                <a:gd name="connsiteX7" fmla="*/ 203 w 35629"/>
                <a:gd name="connsiteY7" fmla="*/ 151455 h 152909"/>
                <a:gd name="connsiteX8" fmla="*/ 1739 w 35629"/>
                <a:gd name="connsiteY8" fmla="*/ 152984 h 152909"/>
                <a:gd name="connsiteX9" fmla="*/ 26157 w 35629"/>
                <a:gd name="connsiteY9" fmla="*/ 123167 h 152909"/>
                <a:gd name="connsiteX10" fmla="*/ 35832 w 35629"/>
                <a:gd name="connsiteY10" fmla="*/ 76529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29" h="152909">
                  <a:moveTo>
                    <a:pt x="35832" y="76529"/>
                  </a:moveTo>
                  <a:cubicBezTo>
                    <a:pt x="35832" y="64602"/>
                    <a:pt x="34143" y="46100"/>
                    <a:pt x="25696" y="28822"/>
                  </a:cubicBezTo>
                  <a:cubicBezTo>
                    <a:pt x="16482" y="10014"/>
                    <a:pt x="3275" y="75"/>
                    <a:pt x="1739" y="75"/>
                  </a:cubicBezTo>
                  <a:cubicBezTo>
                    <a:pt x="817" y="75"/>
                    <a:pt x="203" y="686"/>
                    <a:pt x="203" y="1604"/>
                  </a:cubicBezTo>
                  <a:cubicBezTo>
                    <a:pt x="203" y="2063"/>
                    <a:pt x="203" y="2368"/>
                    <a:pt x="3121" y="5121"/>
                  </a:cubicBezTo>
                  <a:cubicBezTo>
                    <a:pt x="18171" y="20259"/>
                    <a:pt x="26925" y="44571"/>
                    <a:pt x="26925" y="76529"/>
                  </a:cubicBezTo>
                  <a:cubicBezTo>
                    <a:pt x="26925" y="102677"/>
                    <a:pt x="21243" y="129589"/>
                    <a:pt x="2200" y="148855"/>
                  </a:cubicBezTo>
                  <a:cubicBezTo>
                    <a:pt x="203" y="150690"/>
                    <a:pt x="203" y="150996"/>
                    <a:pt x="203" y="151455"/>
                  </a:cubicBezTo>
                  <a:cubicBezTo>
                    <a:pt x="203" y="152372"/>
                    <a:pt x="817" y="152984"/>
                    <a:pt x="1739" y="152984"/>
                  </a:cubicBezTo>
                  <a:cubicBezTo>
                    <a:pt x="3275" y="152984"/>
                    <a:pt x="17096" y="142586"/>
                    <a:pt x="26157" y="123167"/>
                  </a:cubicBezTo>
                  <a:cubicBezTo>
                    <a:pt x="33989" y="106347"/>
                    <a:pt x="35832" y="89374"/>
                    <a:pt x="35832" y="7652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09" name="Freeform: Shape 2408">
              <a:extLst>
                <a:ext uri="{FF2B5EF4-FFF2-40B4-BE49-F238E27FC236}">
                  <a16:creationId xmlns:a16="http://schemas.microsoft.com/office/drawing/2014/main" id="{A8B670F9-9CFE-638B-B37E-0F3842ECD0D5}"/>
                </a:ext>
              </a:extLst>
            </p:cNvPr>
            <p:cNvSpPr/>
            <p:nvPr>
              <p:custDataLst>
                <p:tags r:id="rId53"/>
              </p:custDataLst>
            </p:nvPr>
          </p:nvSpPr>
          <p:spPr>
            <a:xfrm>
              <a:off x="10492396" y="5942100"/>
              <a:ext cx="102126" cy="35780"/>
            </a:xfrm>
            <a:custGeom>
              <a:avLst/>
              <a:gdLst>
                <a:gd name="connsiteX0" fmla="*/ 97115 w 102126"/>
                <a:gd name="connsiteY0" fmla="*/ 6191 h 35780"/>
                <a:gd name="connsiteX1" fmla="*/ 102337 w 102126"/>
                <a:gd name="connsiteY1" fmla="*/ 3133 h 35780"/>
                <a:gd name="connsiteX2" fmla="*/ 97269 w 102126"/>
                <a:gd name="connsiteY2" fmla="*/ 75 h 35780"/>
                <a:gd name="connsiteX3" fmla="*/ 5278 w 102126"/>
                <a:gd name="connsiteY3" fmla="*/ 75 h 35780"/>
                <a:gd name="connsiteX4" fmla="*/ 210 w 102126"/>
                <a:gd name="connsiteY4" fmla="*/ 3133 h 35780"/>
                <a:gd name="connsiteX5" fmla="*/ 5431 w 102126"/>
                <a:gd name="connsiteY5" fmla="*/ 6191 h 35780"/>
                <a:gd name="connsiteX6" fmla="*/ 97115 w 102126"/>
                <a:gd name="connsiteY6" fmla="*/ 6191 h 35780"/>
                <a:gd name="connsiteX7" fmla="*/ 97269 w 102126"/>
                <a:gd name="connsiteY7" fmla="*/ 35855 h 35780"/>
                <a:gd name="connsiteX8" fmla="*/ 102337 w 102126"/>
                <a:gd name="connsiteY8" fmla="*/ 32797 h 35780"/>
                <a:gd name="connsiteX9" fmla="*/ 97115 w 102126"/>
                <a:gd name="connsiteY9" fmla="*/ 29739 h 35780"/>
                <a:gd name="connsiteX10" fmla="*/ 5431 w 102126"/>
                <a:gd name="connsiteY10" fmla="*/ 29739 h 35780"/>
                <a:gd name="connsiteX11" fmla="*/ 210 w 102126"/>
                <a:gd name="connsiteY11" fmla="*/ 32797 h 35780"/>
                <a:gd name="connsiteX12" fmla="*/ 5278 w 102126"/>
                <a:gd name="connsiteY12" fmla="*/ 35855 h 35780"/>
                <a:gd name="connsiteX13" fmla="*/ 97269 w 102126"/>
                <a:gd name="connsiteY13" fmla="*/ 35855 h 35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2126" h="35780">
                  <a:moveTo>
                    <a:pt x="97115" y="6191"/>
                  </a:moveTo>
                  <a:cubicBezTo>
                    <a:pt x="99419" y="6191"/>
                    <a:pt x="102337" y="6191"/>
                    <a:pt x="102337" y="3133"/>
                  </a:cubicBezTo>
                  <a:cubicBezTo>
                    <a:pt x="102337" y="75"/>
                    <a:pt x="99419" y="75"/>
                    <a:pt x="97269" y="75"/>
                  </a:cubicBezTo>
                  <a:lnTo>
                    <a:pt x="5278" y="75"/>
                  </a:lnTo>
                  <a:cubicBezTo>
                    <a:pt x="3128" y="75"/>
                    <a:pt x="210" y="75"/>
                    <a:pt x="210" y="3133"/>
                  </a:cubicBezTo>
                  <a:cubicBezTo>
                    <a:pt x="210" y="6191"/>
                    <a:pt x="3128" y="6191"/>
                    <a:pt x="5431" y="6191"/>
                  </a:cubicBezTo>
                  <a:lnTo>
                    <a:pt x="97115" y="6191"/>
                  </a:lnTo>
                  <a:close/>
                  <a:moveTo>
                    <a:pt x="97269" y="35855"/>
                  </a:moveTo>
                  <a:cubicBezTo>
                    <a:pt x="99419" y="35855"/>
                    <a:pt x="102337" y="35855"/>
                    <a:pt x="102337" y="32797"/>
                  </a:cubicBezTo>
                  <a:cubicBezTo>
                    <a:pt x="102337" y="29739"/>
                    <a:pt x="99419" y="29739"/>
                    <a:pt x="97115" y="29739"/>
                  </a:cubicBezTo>
                  <a:lnTo>
                    <a:pt x="5431" y="29739"/>
                  </a:lnTo>
                  <a:cubicBezTo>
                    <a:pt x="3128" y="29739"/>
                    <a:pt x="210" y="29739"/>
                    <a:pt x="210" y="32797"/>
                  </a:cubicBezTo>
                  <a:cubicBezTo>
                    <a:pt x="210" y="35855"/>
                    <a:pt x="3128" y="35855"/>
                    <a:pt x="5278" y="35855"/>
                  </a:cubicBezTo>
                  <a:lnTo>
                    <a:pt x="97269" y="358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10" name="Freeform: Shape 2409">
              <a:extLst>
                <a:ext uri="{FF2B5EF4-FFF2-40B4-BE49-F238E27FC236}">
                  <a16:creationId xmlns:a16="http://schemas.microsoft.com/office/drawing/2014/main" id="{0F4482DB-FB61-4B37-7E2B-8AF16994BC52}"/>
                </a:ext>
              </a:extLst>
            </p:cNvPr>
            <p:cNvSpPr/>
            <p:nvPr>
              <p:custDataLst>
                <p:tags r:id="rId54"/>
              </p:custDataLst>
            </p:nvPr>
          </p:nvSpPr>
          <p:spPr>
            <a:xfrm>
              <a:off x="10648052" y="5893475"/>
              <a:ext cx="95983" cy="104742"/>
            </a:xfrm>
            <a:custGeom>
              <a:avLst/>
              <a:gdLst>
                <a:gd name="connsiteX0" fmla="*/ 37846 w 95983"/>
                <a:gd name="connsiteY0" fmla="*/ 53440 h 104742"/>
                <a:gd name="connsiteX1" fmla="*/ 54432 w 95983"/>
                <a:gd name="connsiteY1" fmla="*/ 56651 h 104742"/>
                <a:gd name="connsiteX2" fmla="*/ 62418 w 95983"/>
                <a:gd name="connsiteY2" fmla="*/ 70566 h 104742"/>
                <a:gd name="connsiteX3" fmla="*/ 65182 w 95983"/>
                <a:gd name="connsiteY3" fmla="*/ 74694 h 104742"/>
                <a:gd name="connsiteX4" fmla="*/ 67793 w 95983"/>
                <a:gd name="connsiteY4" fmla="*/ 69801 h 104742"/>
                <a:gd name="connsiteX5" fmla="*/ 67793 w 95983"/>
                <a:gd name="connsiteY5" fmla="*/ 28363 h 104742"/>
                <a:gd name="connsiteX6" fmla="*/ 65182 w 95983"/>
                <a:gd name="connsiteY6" fmla="*/ 23470 h 104742"/>
                <a:gd name="connsiteX7" fmla="*/ 62418 w 95983"/>
                <a:gd name="connsiteY7" fmla="*/ 26987 h 104742"/>
                <a:gd name="connsiteX8" fmla="*/ 37846 w 95983"/>
                <a:gd name="connsiteY8" fmla="*/ 47935 h 104742"/>
                <a:gd name="connsiteX9" fmla="*/ 37846 w 95983"/>
                <a:gd name="connsiteY9" fmla="*/ 15671 h 104742"/>
                <a:gd name="connsiteX10" fmla="*/ 44450 w 95983"/>
                <a:gd name="connsiteY10" fmla="*/ 5427 h 104742"/>
                <a:gd name="connsiteX11" fmla="*/ 51821 w 95983"/>
                <a:gd name="connsiteY11" fmla="*/ 5427 h 104742"/>
                <a:gd name="connsiteX12" fmla="*/ 83765 w 95983"/>
                <a:gd name="connsiteY12" fmla="*/ 26528 h 104742"/>
                <a:gd name="connsiteX13" fmla="*/ 86529 w 95983"/>
                <a:gd name="connsiteY13" fmla="*/ 30045 h 104742"/>
                <a:gd name="connsiteX14" fmla="*/ 89140 w 95983"/>
                <a:gd name="connsiteY14" fmla="*/ 24999 h 104742"/>
                <a:gd name="connsiteX15" fmla="*/ 89140 w 95983"/>
                <a:gd name="connsiteY15" fmla="*/ 5121 h 104742"/>
                <a:gd name="connsiteX16" fmla="*/ 84072 w 95983"/>
                <a:gd name="connsiteY16" fmla="*/ 75 h 104742"/>
                <a:gd name="connsiteX17" fmla="*/ 5442 w 95983"/>
                <a:gd name="connsiteY17" fmla="*/ 75 h 104742"/>
                <a:gd name="connsiteX18" fmla="*/ 220 w 95983"/>
                <a:gd name="connsiteY18" fmla="*/ 2827 h 104742"/>
                <a:gd name="connsiteX19" fmla="*/ 4367 w 95983"/>
                <a:gd name="connsiteY19" fmla="*/ 5427 h 104742"/>
                <a:gd name="connsiteX20" fmla="*/ 13735 w 95983"/>
                <a:gd name="connsiteY20" fmla="*/ 14142 h 104742"/>
                <a:gd name="connsiteX21" fmla="*/ 13735 w 95983"/>
                <a:gd name="connsiteY21" fmla="*/ 90750 h 104742"/>
                <a:gd name="connsiteX22" fmla="*/ 5135 w 95983"/>
                <a:gd name="connsiteY22" fmla="*/ 99466 h 104742"/>
                <a:gd name="connsiteX23" fmla="*/ 220 w 95983"/>
                <a:gd name="connsiteY23" fmla="*/ 102065 h 104742"/>
                <a:gd name="connsiteX24" fmla="*/ 5442 w 95983"/>
                <a:gd name="connsiteY24" fmla="*/ 104817 h 104742"/>
                <a:gd name="connsiteX25" fmla="*/ 86836 w 95983"/>
                <a:gd name="connsiteY25" fmla="*/ 104817 h 104742"/>
                <a:gd name="connsiteX26" fmla="*/ 91750 w 95983"/>
                <a:gd name="connsiteY26" fmla="*/ 102677 h 104742"/>
                <a:gd name="connsiteX27" fmla="*/ 96204 w 95983"/>
                <a:gd name="connsiteY27" fmla="*/ 76223 h 104742"/>
                <a:gd name="connsiteX28" fmla="*/ 93593 w 95983"/>
                <a:gd name="connsiteY28" fmla="*/ 73471 h 104742"/>
                <a:gd name="connsiteX29" fmla="*/ 90829 w 95983"/>
                <a:gd name="connsiteY29" fmla="*/ 75612 h 104742"/>
                <a:gd name="connsiteX30" fmla="*/ 77161 w 95983"/>
                <a:gd name="connsiteY30" fmla="*/ 92585 h 104742"/>
                <a:gd name="connsiteX31" fmla="*/ 52896 w 95983"/>
                <a:gd name="connsiteY31" fmla="*/ 99466 h 104742"/>
                <a:gd name="connsiteX32" fmla="*/ 44450 w 95983"/>
                <a:gd name="connsiteY32" fmla="*/ 99466 h 104742"/>
                <a:gd name="connsiteX33" fmla="*/ 37846 w 95983"/>
                <a:gd name="connsiteY33" fmla="*/ 89221 h 104742"/>
                <a:gd name="connsiteX34" fmla="*/ 37846 w 95983"/>
                <a:gd name="connsiteY34" fmla="*/ 53440 h 104742"/>
                <a:gd name="connsiteX35" fmla="*/ 83765 w 95983"/>
                <a:gd name="connsiteY35" fmla="*/ 5427 h 104742"/>
                <a:gd name="connsiteX36" fmla="*/ 83765 w 95983"/>
                <a:gd name="connsiteY36" fmla="*/ 12766 h 104742"/>
                <a:gd name="connsiteX37" fmla="*/ 75011 w 95983"/>
                <a:gd name="connsiteY37" fmla="*/ 5427 h 104742"/>
                <a:gd name="connsiteX38" fmla="*/ 83765 w 95983"/>
                <a:gd name="connsiteY38" fmla="*/ 5427 h 104742"/>
                <a:gd name="connsiteX39" fmla="*/ 53818 w 95983"/>
                <a:gd name="connsiteY39" fmla="*/ 50229 h 104742"/>
                <a:gd name="connsiteX40" fmla="*/ 62418 w 95983"/>
                <a:gd name="connsiteY40" fmla="*/ 43654 h 104742"/>
                <a:gd name="connsiteX41" fmla="*/ 62418 w 95983"/>
                <a:gd name="connsiteY41" fmla="*/ 56498 h 104742"/>
                <a:gd name="connsiteX42" fmla="*/ 53818 w 95983"/>
                <a:gd name="connsiteY42" fmla="*/ 50382 h 104742"/>
                <a:gd name="connsiteX43" fmla="*/ 53818 w 95983"/>
                <a:gd name="connsiteY43" fmla="*/ 50229 h 104742"/>
                <a:gd name="connsiteX44" fmla="*/ 19110 w 95983"/>
                <a:gd name="connsiteY44" fmla="*/ 13837 h 104742"/>
                <a:gd name="connsiteX45" fmla="*/ 17881 w 95983"/>
                <a:gd name="connsiteY45" fmla="*/ 5427 h 104742"/>
                <a:gd name="connsiteX46" fmla="*/ 34160 w 95983"/>
                <a:gd name="connsiteY46" fmla="*/ 5427 h 104742"/>
                <a:gd name="connsiteX47" fmla="*/ 32471 w 95983"/>
                <a:gd name="connsiteY47" fmla="*/ 15366 h 104742"/>
                <a:gd name="connsiteX48" fmla="*/ 32471 w 95983"/>
                <a:gd name="connsiteY48" fmla="*/ 89527 h 104742"/>
                <a:gd name="connsiteX49" fmla="*/ 34160 w 95983"/>
                <a:gd name="connsiteY49" fmla="*/ 99466 h 104742"/>
                <a:gd name="connsiteX50" fmla="*/ 17881 w 95983"/>
                <a:gd name="connsiteY50" fmla="*/ 99466 h 104742"/>
                <a:gd name="connsiteX51" fmla="*/ 19110 w 95983"/>
                <a:gd name="connsiteY51" fmla="*/ 91056 h 104742"/>
                <a:gd name="connsiteX52" fmla="*/ 19110 w 95983"/>
                <a:gd name="connsiteY52" fmla="*/ 13837 h 104742"/>
                <a:gd name="connsiteX53" fmla="*/ 76239 w 95983"/>
                <a:gd name="connsiteY53" fmla="*/ 99466 h 104742"/>
                <a:gd name="connsiteX54" fmla="*/ 76239 w 95983"/>
                <a:gd name="connsiteY54" fmla="*/ 99313 h 104742"/>
                <a:gd name="connsiteX55" fmla="*/ 88372 w 95983"/>
                <a:gd name="connsiteY55" fmla="*/ 90903 h 104742"/>
                <a:gd name="connsiteX56" fmla="*/ 86990 w 95983"/>
                <a:gd name="connsiteY56" fmla="*/ 99466 h 104742"/>
                <a:gd name="connsiteX57" fmla="*/ 76239 w 95983"/>
                <a:gd name="connsiteY57" fmla="*/ 99466 h 104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5983" h="104742">
                  <a:moveTo>
                    <a:pt x="37846" y="53440"/>
                  </a:moveTo>
                  <a:cubicBezTo>
                    <a:pt x="41685" y="53440"/>
                    <a:pt x="49057" y="53440"/>
                    <a:pt x="54432" y="56651"/>
                  </a:cubicBezTo>
                  <a:cubicBezTo>
                    <a:pt x="61803" y="61391"/>
                    <a:pt x="62418" y="69648"/>
                    <a:pt x="62418" y="70566"/>
                  </a:cubicBezTo>
                  <a:cubicBezTo>
                    <a:pt x="62571" y="72707"/>
                    <a:pt x="62571" y="74694"/>
                    <a:pt x="65182" y="74694"/>
                  </a:cubicBezTo>
                  <a:cubicBezTo>
                    <a:pt x="67793" y="74694"/>
                    <a:pt x="67793" y="72554"/>
                    <a:pt x="67793" y="69801"/>
                  </a:cubicBezTo>
                  <a:lnTo>
                    <a:pt x="67793" y="28363"/>
                  </a:lnTo>
                  <a:cubicBezTo>
                    <a:pt x="67793" y="25916"/>
                    <a:pt x="67793" y="23470"/>
                    <a:pt x="65182" y="23470"/>
                  </a:cubicBezTo>
                  <a:cubicBezTo>
                    <a:pt x="62571" y="23470"/>
                    <a:pt x="62418" y="25763"/>
                    <a:pt x="62418" y="26987"/>
                  </a:cubicBezTo>
                  <a:cubicBezTo>
                    <a:pt x="61496" y="46712"/>
                    <a:pt x="45832" y="47782"/>
                    <a:pt x="37846" y="47935"/>
                  </a:cubicBezTo>
                  <a:lnTo>
                    <a:pt x="37846" y="15671"/>
                  </a:lnTo>
                  <a:cubicBezTo>
                    <a:pt x="37846" y="5427"/>
                    <a:pt x="40764" y="5427"/>
                    <a:pt x="44450" y="5427"/>
                  </a:cubicBezTo>
                  <a:lnTo>
                    <a:pt x="51821" y="5427"/>
                  </a:lnTo>
                  <a:cubicBezTo>
                    <a:pt x="72554" y="5427"/>
                    <a:pt x="82843" y="15977"/>
                    <a:pt x="83765" y="26528"/>
                  </a:cubicBezTo>
                  <a:cubicBezTo>
                    <a:pt x="83918" y="27751"/>
                    <a:pt x="84072" y="30045"/>
                    <a:pt x="86529" y="30045"/>
                  </a:cubicBezTo>
                  <a:cubicBezTo>
                    <a:pt x="89140" y="30045"/>
                    <a:pt x="89140" y="27598"/>
                    <a:pt x="89140" y="24999"/>
                  </a:cubicBezTo>
                  <a:lnTo>
                    <a:pt x="89140" y="5121"/>
                  </a:lnTo>
                  <a:cubicBezTo>
                    <a:pt x="89140" y="381"/>
                    <a:pt x="88832" y="75"/>
                    <a:pt x="84072" y="75"/>
                  </a:cubicBezTo>
                  <a:lnTo>
                    <a:pt x="5442" y="75"/>
                  </a:lnTo>
                  <a:cubicBezTo>
                    <a:pt x="2677" y="75"/>
                    <a:pt x="220" y="75"/>
                    <a:pt x="220" y="2827"/>
                  </a:cubicBezTo>
                  <a:cubicBezTo>
                    <a:pt x="220" y="5427"/>
                    <a:pt x="3138" y="5427"/>
                    <a:pt x="4367" y="5427"/>
                  </a:cubicBezTo>
                  <a:cubicBezTo>
                    <a:pt x="13120" y="5427"/>
                    <a:pt x="13735" y="6650"/>
                    <a:pt x="13735" y="14142"/>
                  </a:cubicBezTo>
                  <a:lnTo>
                    <a:pt x="13735" y="90750"/>
                  </a:lnTo>
                  <a:cubicBezTo>
                    <a:pt x="13735" y="97937"/>
                    <a:pt x="13274" y="99466"/>
                    <a:pt x="5135" y="99466"/>
                  </a:cubicBezTo>
                  <a:cubicBezTo>
                    <a:pt x="2831" y="99466"/>
                    <a:pt x="220" y="99466"/>
                    <a:pt x="220" y="102065"/>
                  </a:cubicBezTo>
                  <a:cubicBezTo>
                    <a:pt x="220" y="104817"/>
                    <a:pt x="2677" y="104817"/>
                    <a:pt x="5442" y="104817"/>
                  </a:cubicBezTo>
                  <a:lnTo>
                    <a:pt x="86836" y="104817"/>
                  </a:lnTo>
                  <a:cubicBezTo>
                    <a:pt x="89754" y="104817"/>
                    <a:pt x="91290" y="104817"/>
                    <a:pt x="91750" y="102677"/>
                  </a:cubicBezTo>
                  <a:cubicBezTo>
                    <a:pt x="91904" y="102524"/>
                    <a:pt x="96204" y="76988"/>
                    <a:pt x="96204" y="76223"/>
                  </a:cubicBezTo>
                  <a:cubicBezTo>
                    <a:pt x="96204" y="74541"/>
                    <a:pt x="94822" y="73471"/>
                    <a:pt x="93593" y="73471"/>
                  </a:cubicBezTo>
                  <a:cubicBezTo>
                    <a:pt x="91443" y="73471"/>
                    <a:pt x="90829" y="75459"/>
                    <a:pt x="90829" y="75612"/>
                  </a:cubicBezTo>
                  <a:cubicBezTo>
                    <a:pt x="89908" y="79587"/>
                    <a:pt x="88372" y="86010"/>
                    <a:pt x="77161" y="92585"/>
                  </a:cubicBezTo>
                  <a:cubicBezTo>
                    <a:pt x="69175" y="97325"/>
                    <a:pt x="61343" y="99466"/>
                    <a:pt x="52896" y="99466"/>
                  </a:cubicBezTo>
                  <a:lnTo>
                    <a:pt x="44450" y="99466"/>
                  </a:lnTo>
                  <a:cubicBezTo>
                    <a:pt x="40764" y="99466"/>
                    <a:pt x="37846" y="99466"/>
                    <a:pt x="37846" y="89221"/>
                  </a:cubicBezTo>
                  <a:lnTo>
                    <a:pt x="37846" y="53440"/>
                  </a:lnTo>
                  <a:close/>
                  <a:moveTo>
                    <a:pt x="83765" y="5427"/>
                  </a:moveTo>
                  <a:lnTo>
                    <a:pt x="83765" y="12766"/>
                  </a:lnTo>
                  <a:cubicBezTo>
                    <a:pt x="81154" y="9861"/>
                    <a:pt x="78236" y="7414"/>
                    <a:pt x="75011" y="5427"/>
                  </a:cubicBezTo>
                  <a:lnTo>
                    <a:pt x="83765" y="5427"/>
                  </a:lnTo>
                  <a:close/>
                  <a:moveTo>
                    <a:pt x="53818" y="50229"/>
                  </a:moveTo>
                  <a:cubicBezTo>
                    <a:pt x="56275" y="49159"/>
                    <a:pt x="59653" y="46865"/>
                    <a:pt x="62418" y="43654"/>
                  </a:cubicBezTo>
                  <a:lnTo>
                    <a:pt x="62418" y="56498"/>
                  </a:lnTo>
                  <a:cubicBezTo>
                    <a:pt x="58732" y="52370"/>
                    <a:pt x="53971" y="50382"/>
                    <a:pt x="53818" y="50382"/>
                  </a:cubicBezTo>
                  <a:lnTo>
                    <a:pt x="53818" y="50229"/>
                  </a:lnTo>
                  <a:close/>
                  <a:moveTo>
                    <a:pt x="19110" y="13837"/>
                  </a:moveTo>
                  <a:cubicBezTo>
                    <a:pt x="19110" y="12002"/>
                    <a:pt x="19110" y="8179"/>
                    <a:pt x="17881" y="5427"/>
                  </a:cubicBezTo>
                  <a:lnTo>
                    <a:pt x="34160" y="5427"/>
                  </a:lnTo>
                  <a:cubicBezTo>
                    <a:pt x="32471" y="8943"/>
                    <a:pt x="32471" y="13989"/>
                    <a:pt x="32471" y="15366"/>
                  </a:cubicBezTo>
                  <a:lnTo>
                    <a:pt x="32471" y="89527"/>
                  </a:lnTo>
                  <a:cubicBezTo>
                    <a:pt x="32471" y="95031"/>
                    <a:pt x="33546" y="98089"/>
                    <a:pt x="34160" y="99466"/>
                  </a:cubicBezTo>
                  <a:lnTo>
                    <a:pt x="17881" y="99466"/>
                  </a:lnTo>
                  <a:cubicBezTo>
                    <a:pt x="19110" y="96713"/>
                    <a:pt x="19110" y="92891"/>
                    <a:pt x="19110" y="91056"/>
                  </a:cubicBezTo>
                  <a:lnTo>
                    <a:pt x="19110" y="13837"/>
                  </a:lnTo>
                  <a:close/>
                  <a:moveTo>
                    <a:pt x="76239" y="99466"/>
                  </a:moveTo>
                  <a:lnTo>
                    <a:pt x="76239" y="99313"/>
                  </a:lnTo>
                  <a:cubicBezTo>
                    <a:pt x="81154" y="96866"/>
                    <a:pt x="85300" y="93655"/>
                    <a:pt x="88372" y="90903"/>
                  </a:cubicBezTo>
                  <a:cubicBezTo>
                    <a:pt x="88218" y="91514"/>
                    <a:pt x="87143" y="98242"/>
                    <a:pt x="86990" y="99466"/>
                  </a:cubicBezTo>
                  <a:lnTo>
                    <a:pt x="76239" y="9946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11" name="Freeform: Shape 2410">
              <a:extLst>
                <a:ext uri="{FF2B5EF4-FFF2-40B4-BE49-F238E27FC236}">
                  <a16:creationId xmlns:a16="http://schemas.microsoft.com/office/drawing/2014/main" id="{2D35CD68-6CD8-1970-57CE-F1AF9456D369}"/>
                </a:ext>
              </a:extLst>
            </p:cNvPr>
            <p:cNvSpPr/>
            <p:nvPr>
              <p:custDataLst>
                <p:tags r:id="rId55"/>
              </p:custDataLst>
            </p:nvPr>
          </p:nvSpPr>
          <p:spPr>
            <a:xfrm>
              <a:off x="10763489" y="5883536"/>
              <a:ext cx="35629" cy="152909"/>
            </a:xfrm>
            <a:custGeom>
              <a:avLst/>
              <a:gdLst>
                <a:gd name="connsiteX0" fmla="*/ 35856 w 35629"/>
                <a:gd name="connsiteY0" fmla="*/ 151455 h 152909"/>
                <a:gd name="connsiteX1" fmla="*/ 33245 w 35629"/>
                <a:gd name="connsiteY1" fmla="*/ 148091 h 152909"/>
                <a:gd name="connsiteX2" fmla="*/ 9134 w 35629"/>
                <a:gd name="connsiteY2" fmla="*/ 76529 h 152909"/>
                <a:gd name="connsiteX3" fmla="*/ 33860 w 35629"/>
                <a:gd name="connsiteY3" fmla="*/ 4203 h 152909"/>
                <a:gd name="connsiteX4" fmla="*/ 35856 w 35629"/>
                <a:gd name="connsiteY4" fmla="*/ 1604 h 152909"/>
                <a:gd name="connsiteX5" fmla="*/ 34320 w 35629"/>
                <a:gd name="connsiteY5" fmla="*/ 75 h 152909"/>
                <a:gd name="connsiteX6" fmla="*/ 9902 w 35629"/>
                <a:gd name="connsiteY6" fmla="*/ 29892 h 152909"/>
                <a:gd name="connsiteX7" fmla="*/ 227 w 35629"/>
                <a:gd name="connsiteY7" fmla="*/ 76529 h 152909"/>
                <a:gd name="connsiteX8" fmla="*/ 10363 w 35629"/>
                <a:gd name="connsiteY8" fmla="*/ 124237 h 152909"/>
                <a:gd name="connsiteX9" fmla="*/ 34320 w 35629"/>
                <a:gd name="connsiteY9" fmla="*/ 152984 h 152909"/>
                <a:gd name="connsiteX10" fmla="*/ 35856 w 35629"/>
                <a:gd name="connsiteY10" fmla="*/ 151455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29" h="152909">
                  <a:moveTo>
                    <a:pt x="35856" y="151455"/>
                  </a:moveTo>
                  <a:cubicBezTo>
                    <a:pt x="35856" y="150996"/>
                    <a:pt x="35856" y="150690"/>
                    <a:pt x="33245" y="148091"/>
                  </a:cubicBezTo>
                  <a:cubicBezTo>
                    <a:pt x="14049" y="128824"/>
                    <a:pt x="9134" y="99924"/>
                    <a:pt x="9134" y="76529"/>
                  </a:cubicBezTo>
                  <a:cubicBezTo>
                    <a:pt x="9134" y="49923"/>
                    <a:pt x="14970" y="23317"/>
                    <a:pt x="33860" y="4203"/>
                  </a:cubicBezTo>
                  <a:cubicBezTo>
                    <a:pt x="35856" y="2368"/>
                    <a:pt x="35856" y="2063"/>
                    <a:pt x="35856" y="1604"/>
                  </a:cubicBezTo>
                  <a:cubicBezTo>
                    <a:pt x="35856" y="533"/>
                    <a:pt x="35242" y="75"/>
                    <a:pt x="34320" y="75"/>
                  </a:cubicBezTo>
                  <a:cubicBezTo>
                    <a:pt x="32785" y="75"/>
                    <a:pt x="18963" y="10473"/>
                    <a:pt x="9902" y="29892"/>
                  </a:cubicBezTo>
                  <a:cubicBezTo>
                    <a:pt x="2070" y="46712"/>
                    <a:pt x="227" y="63685"/>
                    <a:pt x="227" y="76529"/>
                  </a:cubicBezTo>
                  <a:cubicBezTo>
                    <a:pt x="227" y="88456"/>
                    <a:pt x="1916" y="106958"/>
                    <a:pt x="10363" y="124237"/>
                  </a:cubicBezTo>
                  <a:cubicBezTo>
                    <a:pt x="19577" y="143045"/>
                    <a:pt x="32785" y="152984"/>
                    <a:pt x="34320" y="152984"/>
                  </a:cubicBezTo>
                  <a:cubicBezTo>
                    <a:pt x="35242" y="152984"/>
                    <a:pt x="35856" y="152525"/>
                    <a:pt x="35856" y="15145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12" name="Freeform: Shape 2411">
              <a:extLst>
                <a:ext uri="{FF2B5EF4-FFF2-40B4-BE49-F238E27FC236}">
                  <a16:creationId xmlns:a16="http://schemas.microsoft.com/office/drawing/2014/main" id="{C47D64F5-B1F3-3178-EC7A-E6A94E028611}"/>
                </a:ext>
              </a:extLst>
            </p:cNvPr>
            <p:cNvSpPr/>
            <p:nvPr>
              <p:custDataLst>
                <p:tags r:id="rId56"/>
              </p:custDataLst>
            </p:nvPr>
          </p:nvSpPr>
          <p:spPr>
            <a:xfrm>
              <a:off x="10813383" y="5893781"/>
              <a:ext cx="111648" cy="104436"/>
            </a:xfrm>
            <a:custGeom>
              <a:avLst/>
              <a:gdLst>
                <a:gd name="connsiteX0" fmla="*/ 86539 w 111648"/>
                <a:gd name="connsiteY0" fmla="*/ 17506 h 104436"/>
                <a:gd name="connsiteX1" fmla="*/ 88689 w 111648"/>
                <a:gd name="connsiteY1" fmla="*/ 15366 h 104436"/>
                <a:gd name="connsiteX2" fmla="*/ 108808 w 111648"/>
                <a:gd name="connsiteY2" fmla="*/ 4815 h 104436"/>
                <a:gd name="connsiteX3" fmla="*/ 111879 w 111648"/>
                <a:gd name="connsiteY3" fmla="*/ 1910 h 104436"/>
                <a:gd name="connsiteX4" fmla="*/ 109883 w 111648"/>
                <a:gd name="connsiteY4" fmla="*/ 75 h 104436"/>
                <a:gd name="connsiteX5" fmla="*/ 97290 w 111648"/>
                <a:gd name="connsiteY5" fmla="*/ 533 h 104436"/>
                <a:gd name="connsiteX6" fmla="*/ 81932 w 111648"/>
                <a:gd name="connsiteY6" fmla="*/ 75 h 104436"/>
                <a:gd name="connsiteX7" fmla="*/ 79014 w 111648"/>
                <a:gd name="connsiteY7" fmla="*/ 2980 h 104436"/>
                <a:gd name="connsiteX8" fmla="*/ 81318 w 111648"/>
                <a:gd name="connsiteY8" fmla="*/ 4815 h 104436"/>
                <a:gd name="connsiteX9" fmla="*/ 86847 w 111648"/>
                <a:gd name="connsiteY9" fmla="*/ 8332 h 104436"/>
                <a:gd name="connsiteX10" fmla="*/ 82700 w 111648"/>
                <a:gd name="connsiteY10" fmla="*/ 15671 h 104436"/>
                <a:gd name="connsiteX11" fmla="*/ 47071 w 111648"/>
                <a:gd name="connsiteY11" fmla="*/ 56498 h 104436"/>
                <a:gd name="connsiteX12" fmla="*/ 30178 w 111648"/>
                <a:gd name="connsiteY12" fmla="*/ 11084 h 104436"/>
                <a:gd name="connsiteX13" fmla="*/ 29256 w 111648"/>
                <a:gd name="connsiteY13" fmla="*/ 8485 h 104436"/>
                <a:gd name="connsiteX14" fmla="*/ 38317 w 111648"/>
                <a:gd name="connsiteY14" fmla="*/ 4815 h 104436"/>
                <a:gd name="connsiteX15" fmla="*/ 42003 w 111648"/>
                <a:gd name="connsiteY15" fmla="*/ 1757 h 104436"/>
                <a:gd name="connsiteX16" fmla="*/ 39699 w 111648"/>
                <a:gd name="connsiteY16" fmla="*/ 75 h 104436"/>
                <a:gd name="connsiteX17" fmla="*/ 20349 w 111648"/>
                <a:gd name="connsiteY17" fmla="*/ 533 h 104436"/>
                <a:gd name="connsiteX18" fmla="*/ 3149 w 111648"/>
                <a:gd name="connsiteY18" fmla="*/ 75 h 104436"/>
                <a:gd name="connsiteX19" fmla="*/ 231 w 111648"/>
                <a:gd name="connsiteY19" fmla="*/ 3133 h 104436"/>
                <a:gd name="connsiteX20" fmla="*/ 3763 w 111648"/>
                <a:gd name="connsiteY20" fmla="*/ 4815 h 104436"/>
                <a:gd name="connsiteX21" fmla="*/ 14974 w 111648"/>
                <a:gd name="connsiteY21" fmla="*/ 10014 h 104436"/>
                <a:gd name="connsiteX22" fmla="*/ 33863 w 111648"/>
                <a:gd name="connsiteY22" fmla="*/ 60321 h 104436"/>
                <a:gd name="connsiteX23" fmla="*/ 34478 w 111648"/>
                <a:gd name="connsiteY23" fmla="*/ 62920 h 104436"/>
                <a:gd name="connsiteX24" fmla="*/ 27567 w 111648"/>
                <a:gd name="connsiteY24" fmla="*/ 90750 h 104436"/>
                <a:gd name="connsiteX25" fmla="*/ 13131 w 111648"/>
                <a:gd name="connsiteY25" fmla="*/ 99771 h 104436"/>
                <a:gd name="connsiteX26" fmla="*/ 8984 w 111648"/>
                <a:gd name="connsiteY26" fmla="*/ 102830 h 104436"/>
                <a:gd name="connsiteX27" fmla="*/ 11134 w 111648"/>
                <a:gd name="connsiteY27" fmla="*/ 104512 h 104436"/>
                <a:gd name="connsiteX28" fmla="*/ 30485 w 111648"/>
                <a:gd name="connsiteY28" fmla="*/ 104053 h 104436"/>
                <a:gd name="connsiteX29" fmla="*/ 50142 w 111648"/>
                <a:gd name="connsiteY29" fmla="*/ 104512 h 104436"/>
                <a:gd name="connsiteX30" fmla="*/ 53060 w 111648"/>
                <a:gd name="connsiteY30" fmla="*/ 101453 h 104436"/>
                <a:gd name="connsiteX31" fmla="*/ 48760 w 111648"/>
                <a:gd name="connsiteY31" fmla="*/ 99771 h 104436"/>
                <a:gd name="connsiteX32" fmla="*/ 42924 w 111648"/>
                <a:gd name="connsiteY32" fmla="*/ 99466 h 104436"/>
                <a:gd name="connsiteX33" fmla="*/ 38778 w 111648"/>
                <a:gd name="connsiteY33" fmla="*/ 97019 h 104436"/>
                <a:gd name="connsiteX34" fmla="*/ 40928 w 111648"/>
                <a:gd name="connsiteY34" fmla="*/ 87386 h 104436"/>
                <a:gd name="connsiteX35" fmla="*/ 46303 w 111648"/>
                <a:gd name="connsiteY35" fmla="*/ 65826 h 104436"/>
                <a:gd name="connsiteX36" fmla="*/ 48453 w 111648"/>
                <a:gd name="connsiteY36" fmla="*/ 61085 h 104436"/>
                <a:gd name="connsiteX37" fmla="*/ 86539 w 111648"/>
                <a:gd name="connsiteY37" fmla="*/ 17506 h 104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648" h="104436">
                  <a:moveTo>
                    <a:pt x="86539" y="17506"/>
                  </a:moveTo>
                  <a:lnTo>
                    <a:pt x="88689" y="15366"/>
                  </a:lnTo>
                  <a:cubicBezTo>
                    <a:pt x="93297" y="10778"/>
                    <a:pt x="98365" y="5579"/>
                    <a:pt x="108808" y="4815"/>
                  </a:cubicBezTo>
                  <a:cubicBezTo>
                    <a:pt x="110497" y="4662"/>
                    <a:pt x="111879" y="4662"/>
                    <a:pt x="111879" y="1910"/>
                  </a:cubicBezTo>
                  <a:cubicBezTo>
                    <a:pt x="111879" y="686"/>
                    <a:pt x="111111" y="75"/>
                    <a:pt x="109883" y="75"/>
                  </a:cubicBezTo>
                  <a:cubicBezTo>
                    <a:pt x="105890" y="75"/>
                    <a:pt x="101436" y="533"/>
                    <a:pt x="97290" y="533"/>
                  </a:cubicBezTo>
                  <a:cubicBezTo>
                    <a:pt x="92222" y="533"/>
                    <a:pt x="86847" y="75"/>
                    <a:pt x="81932" y="75"/>
                  </a:cubicBezTo>
                  <a:cubicBezTo>
                    <a:pt x="81011" y="75"/>
                    <a:pt x="79014" y="75"/>
                    <a:pt x="79014" y="2980"/>
                  </a:cubicBezTo>
                  <a:cubicBezTo>
                    <a:pt x="79014" y="4662"/>
                    <a:pt x="80550" y="4815"/>
                    <a:pt x="81318" y="4815"/>
                  </a:cubicBezTo>
                  <a:cubicBezTo>
                    <a:pt x="82393" y="4815"/>
                    <a:pt x="86847" y="5121"/>
                    <a:pt x="86847" y="8332"/>
                  </a:cubicBezTo>
                  <a:cubicBezTo>
                    <a:pt x="86847" y="10931"/>
                    <a:pt x="83314" y="14907"/>
                    <a:pt x="82700" y="15671"/>
                  </a:cubicBezTo>
                  <a:lnTo>
                    <a:pt x="47071" y="56498"/>
                  </a:lnTo>
                  <a:lnTo>
                    <a:pt x="30178" y="11084"/>
                  </a:lnTo>
                  <a:cubicBezTo>
                    <a:pt x="29256" y="8943"/>
                    <a:pt x="29256" y="8638"/>
                    <a:pt x="29256" y="8485"/>
                  </a:cubicBezTo>
                  <a:cubicBezTo>
                    <a:pt x="29256" y="4815"/>
                    <a:pt x="36781" y="4815"/>
                    <a:pt x="38317" y="4815"/>
                  </a:cubicBezTo>
                  <a:cubicBezTo>
                    <a:pt x="40467" y="4815"/>
                    <a:pt x="42003" y="4815"/>
                    <a:pt x="42003" y="1757"/>
                  </a:cubicBezTo>
                  <a:cubicBezTo>
                    <a:pt x="42003" y="75"/>
                    <a:pt x="40160" y="75"/>
                    <a:pt x="39699" y="75"/>
                  </a:cubicBezTo>
                  <a:cubicBezTo>
                    <a:pt x="35399" y="75"/>
                    <a:pt x="24649" y="533"/>
                    <a:pt x="20349" y="533"/>
                  </a:cubicBezTo>
                  <a:cubicBezTo>
                    <a:pt x="16510" y="533"/>
                    <a:pt x="6988" y="75"/>
                    <a:pt x="3149" y="75"/>
                  </a:cubicBezTo>
                  <a:cubicBezTo>
                    <a:pt x="2227" y="75"/>
                    <a:pt x="231" y="75"/>
                    <a:pt x="231" y="3133"/>
                  </a:cubicBezTo>
                  <a:cubicBezTo>
                    <a:pt x="231" y="4815"/>
                    <a:pt x="1766" y="4815"/>
                    <a:pt x="3763" y="4815"/>
                  </a:cubicBezTo>
                  <a:cubicBezTo>
                    <a:pt x="12977" y="4815"/>
                    <a:pt x="13592" y="6191"/>
                    <a:pt x="14974" y="10014"/>
                  </a:cubicBezTo>
                  <a:lnTo>
                    <a:pt x="33863" y="60321"/>
                  </a:lnTo>
                  <a:cubicBezTo>
                    <a:pt x="34017" y="60780"/>
                    <a:pt x="34478" y="62462"/>
                    <a:pt x="34478" y="62920"/>
                  </a:cubicBezTo>
                  <a:cubicBezTo>
                    <a:pt x="34478" y="63379"/>
                    <a:pt x="28335" y="87997"/>
                    <a:pt x="27567" y="90750"/>
                  </a:cubicBezTo>
                  <a:cubicBezTo>
                    <a:pt x="25570" y="99160"/>
                    <a:pt x="25417" y="99619"/>
                    <a:pt x="13131" y="99771"/>
                  </a:cubicBezTo>
                  <a:cubicBezTo>
                    <a:pt x="10213" y="99771"/>
                    <a:pt x="8984" y="99771"/>
                    <a:pt x="8984" y="102830"/>
                  </a:cubicBezTo>
                  <a:cubicBezTo>
                    <a:pt x="8984" y="104512"/>
                    <a:pt x="10827" y="104512"/>
                    <a:pt x="11134" y="104512"/>
                  </a:cubicBezTo>
                  <a:cubicBezTo>
                    <a:pt x="15435" y="104512"/>
                    <a:pt x="26185" y="104053"/>
                    <a:pt x="30485" y="104053"/>
                  </a:cubicBezTo>
                  <a:cubicBezTo>
                    <a:pt x="34785" y="104053"/>
                    <a:pt x="45842" y="104512"/>
                    <a:pt x="50142" y="104512"/>
                  </a:cubicBezTo>
                  <a:cubicBezTo>
                    <a:pt x="51217" y="104512"/>
                    <a:pt x="53060" y="104512"/>
                    <a:pt x="53060" y="101453"/>
                  </a:cubicBezTo>
                  <a:cubicBezTo>
                    <a:pt x="53060" y="99771"/>
                    <a:pt x="51678" y="99771"/>
                    <a:pt x="48760" y="99771"/>
                  </a:cubicBezTo>
                  <a:cubicBezTo>
                    <a:pt x="48453" y="99771"/>
                    <a:pt x="45535" y="99771"/>
                    <a:pt x="42924" y="99466"/>
                  </a:cubicBezTo>
                  <a:cubicBezTo>
                    <a:pt x="39699" y="99160"/>
                    <a:pt x="38778" y="98854"/>
                    <a:pt x="38778" y="97019"/>
                  </a:cubicBezTo>
                  <a:cubicBezTo>
                    <a:pt x="38778" y="95949"/>
                    <a:pt x="40160" y="90597"/>
                    <a:pt x="40928" y="87386"/>
                  </a:cubicBezTo>
                  <a:lnTo>
                    <a:pt x="46303" y="65826"/>
                  </a:lnTo>
                  <a:cubicBezTo>
                    <a:pt x="47071" y="62920"/>
                    <a:pt x="47224" y="62462"/>
                    <a:pt x="48453" y="61085"/>
                  </a:cubicBezTo>
                  <a:lnTo>
                    <a:pt x="86539" y="175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13" name="Freeform: Shape 2412">
              <a:extLst>
                <a:ext uri="{FF2B5EF4-FFF2-40B4-BE49-F238E27FC236}">
                  <a16:creationId xmlns:a16="http://schemas.microsoft.com/office/drawing/2014/main" id="{24970641-2D78-EE8A-BF84-C8079D5811E9}"/>
                </a:ext>
              </a:extLst>
            </p:cNvPr>
            <p:cNvSpPr/>
            <p:nvPr>
              <p:custDataLst>
                <p:tags r:id="rId57"/>
              </p:custDataLst>
            </p:nvPr>
          </p:nvSpPr>
          <p:spPr>
            <a:xfrm>
              <a:off x="10938067" y="5864011"/>
              <a:ext cx="47515" cy="71072"/>
            </a:xfrm>
            <a:custGeom>
              <a:avLst/>
              <a:gdLst>
                <a:gd name="connsiteX0" fmla="*/ 47755 w 47515"/>
                <a:gd name="connsiteY0" fmla="*/ 51662 h 71072"/>
                <a:gd name="connsiteX1" fmla="*/ 44099 w 47515"/>
                <a:gd name="connsiteY1" fmla="*/ 51662 h 71072"/>
                <a:gd name="connsiteX2" fmla="*/ 41304 w 47515"/>
                <a:gd name="connsiteY2" fmla="*/ 61402 h 71072"/>
                <a:gd name="connsiteX3" fmla="*/ 30662 w 47515"/>
                <a:gd name="connsiteY3" fmla="*/ 62045 h 71072"/>
                <a:gd name="connsiteX4" fmla="*/ 10881 w 47515"/>
                <a:gd name="connsiteY4" fmla="*/ 62045 h 71072"/>
                <a:gd name="connsiteX5" fmla="*/ 32382 w 47515"/>
                <a:gd name="connsiteY5" fmla="*/ 44063 h 71072"/>
                <a:gd name="connsiteX6" fmla="*/ 47755 w 47515"/>
                <a:gd name="connsiteY6" fmla="*/ 20943 h 71072"/>
                <a:gd name="connsiteX7" fmla="*/ 22599 w 47515"/>
                <a:gd name="connsiteY7" fmla="*/ 71 h 71072"/>
                <a:gd name="connsiteX8" fmla="*/ 239 w 47515"/>
                <a:gd name="connsiteY8" fmla="*/ 19230 h 71072"/>
                <a:gd name="connsiteX9" fmla="*/ 5936 w 47515"/>
                <a:gd name="connsiteY9" fmla="*/ 25224 h 71072"/>
                <a:gd name="connsiteX10" fmla="*/ 11634 w 47515"/>
                <a:gd name="connsiteY10" fmla="*/ 19551 h 71072"/>
                <a:gd name="connsiteX11" fmla="*/ 5291 w 47515"/>
                <a:gd name="connsiteY11" fmla="*/ 13878 h 71072"/>
                <a:gd name="connsiteX12" fmla="*/ 20987 w 47515"/>
                <a:gd name="connsiteY12" fmla="*/ 3924 h 71072"/>
                <a:gd name="connsiteX13" fmla="*/ 37327 w 47515"/>
                <a:gd name="connsiteY13" fmla="*/ 20943 h 71072"/>
                <a:gd name="connsiteX14" fmla="*/ 27222 w 47515"/>
                <a:gd name="connsiteY14" fmla="*/ 41494 h 71072"/>
                <a:gd name="connsiteX15" fmla="*/ 1314 w 47515"/>
                <a:gd name="connsiteY15" fmla="*/ 66968 h 71072"/>
                <a:gd name="connsiteX16" fmla="*/ 239 w 47515"/>
                <a:gd name="connsiteY16" fmla="*/ 71143 h 71072"/>
                <a:gd name="connsiteX17" fmla="*/ 44530 w 47515"/>
                <a:gd name="connsiteY17" fmla="*/ 71143 h 71072"/>
                <a:gd name="connsiteX18" fmla="*/ 47755 w 47515"/>
                <a:gd name="connsiteY18" fmla="*/ 51662 h 71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515" h="71072">
                  <a:moveTo>
                    <a:pt x="47755" y="51662"/>
                  </a:moveTo>
                  <a:lnTo>
                    <a:pt x="44099" y="51662"/>
                  </a:lnTo>
                  <a:cubicBezTo>
                    <a:pt x="43777" y="54017"/>
                    <a:pt x="42702" y="60332"/>
                    <a:pt x="41304" y="61402"/>
                  </a:cubicBezTo>
                  <a:cubicBezTo>
                    <a:pt x="40444" y="62045"/>
                    <a:pt x="32167" y="62045"/>
                    <a:pt x="30662" y="62045"/>
                  </a:cubicBezTo>
                  <a:lnTo>
                    <a:pt x="10881" y="62045"/>
                  </a:lnTo>
                  <a:cubicBezTo>
                    <a:pt x="22169" y="52090"/>
                    <a:pt x="25932" y="49093"/>
                    <a:pt x="32382" y="44063"/>
                  </a:cubicBezTo>
                  <a:cubicBezTo>
                    <a:pt x="40337" y="37747"/>
                    <a:pt x="47755" y="31111"/>
                    <a:pt x="47755" y="20943"/>
                  </a:cubicBezTo>
                  <a:cubicBezTo>
                    <a:pt x="47755" y="7991"/>
                    <a:pt x="36359" y="71"/>
                    <a:pt x="22599" y="71"/>
                  </a:cubicBezTo>
                  <a:cubicBezTo>
                    <a:pt x="9269" y="71"/>
                    <a:pt x="239" y="9383"/>
                    <a:pt x="239" y="19230"/>
                  </a:cubicBezTo>
                  <a:cubicBezTo>
                    <a:pt x="239" y="24689"/>
                    <a:pt x="4861" y="25224"/>
                    <a:pt x="5936" y="25224"/>
                  </a:cubicBezTo>
                  <a:cubicBezTo>
                    <a:pt x="8516" y="25224"/>
                    <a:pt x="11634" y="23405"/>
                    <a:pt x="11634" y="19551"/>
                  </a:cubicBezTo>
                  <a:cubicBezTo>
                    <a:pt x="11634" y="17625"/>
                    <a:pt x="10881" y="13878"/>
                    <a:pt x="5291" y="13878"/>
                  </a:cubicBezTo>
                  <a:cubicBezTo>
                    <a:pt x="8624" y="6279"/>
                    <a:pt x="15934" y="3924"/>
                    <a:pt x="20987" y="3924"/>
                  </a:cubicBezTo>
                  <a:cubicBezTo>
                    <a:pt x="31737" y="3924"/>
                    <a:pt x="37327" y="12273"/>
                    <a:pt x="37327" y="20943"/>
                  </a:cubicBezTo>
                  <a:cubicBezTo>
                    <a:pt x="37327" y="30255"/>
                    <a:pt x="30662" y="37640"/>
                    <a:pt x="27222" y="41494"/>
                  </a:cubicBezTo>
                  <a:lnTo>
                    <a:pt x="1314" y="66968"/>
                  </a:lnTo>
                  <a:cubicBezTo>
                    <a:pt x="239" y="67932"/>
                    <a:pt x="239" y="68146"/>
                    <a:pt x="239" y="71143"/>
                  </a:cubicBezTo>
                  <a:lnTo>
                    <a:pt x="44530" y="71143"/>
                  </a:lnTo>
                  <a:lnTo>
                    <a:pt x="47755" y="5166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14" name="Freeform: Shape 2413">
              <a:extLst>
                <a:ext uri="{FF2B5EF4-FFF2-40B4-BE49-F238E27FC236}">
                  <a16:creationId xmlns:a16="http://schemas.microsoft.com/office/drawing/2014/main" id="{0F3E4C6F-C8EA-C11E-F8DF-15BEA18E1CDF}"/>
                </a:ext>
              </a:extLst>
            </p:cNvPr>
            <p:cNvSpPr/>
            <p:nvPr>
              <p:custDataLst>
                <p:tags r:id="rId58"/>
              </p:custDataLst>
            </p:nvPr>
          </p:nvSpPr>
          <p:spPr>
            <a:xfrm>
              <a:off x="11008944" y="5883536"/>
              <a:ext cx="35629" cy="152909"/>
            </a:xfrm>
            <a:custGeom>
              <a:avLst/>
              <a:gdLst>
                <a:gd name="connsiteX0" fmla="*/ 35872 w 35629"/>
                <a:gd name="connsiteY0" fmla="*/ 76529 h 152909"/>
                <a:gd name="connsiteX1" fmla="*/ 25736 w 35629"/>
                <a:gd name="connsiteY1" fmla="*/ 28822 h 152909"/>
                <a:gd name="connsiteX2" fmla="*/ 1779 w 35629"/>
                <a:gd name="connsiteY2" fmla="*/ 75 h 152909"/>
                <a:gd name="connsiteX3" fmla="*/ 243 w 35629"/>
                <a:gd name="connsiteY3" fmla="*/ 1604 h 152909"/>
                <a:gd name="connsiteX4" fmla="*/ 3161 w 35629"/>
                <a:gd name="connsiteY4" fmla="*/ 5121 h 152909"/>
                <a:gd name="connsiteX5" fmla="*/ 26965 w 35629"/>
                <a:gd name="connsiteY5" fmla="*/ 76529 h 152909"/>
                <a:gd name="connsiteX6" fmla="*/ 2240 w 35629"/>
                <a:gd name="connsiteY6" fmla="*/ 148855 h 152909"/>
                <a:gd name="connsiteX7" fmla="*/ 243 w 35629"/>
                <a:gd name="connsiteY7" fmla="*/ 151455 h 152909"/>
                <a:gd name="connsiteX8" fmla="*/ 1779 w 35629"/>
                <a:gd name="connsiteY8" fmla="*/ 152984 h 152909"/>
                <a:gd name="connsiteX9" fmla="*/ 26197 w 35629"/>
                <a:gd name="connsiteY9" fmla="*/ 123167 h 152909"/>
                <a:gd name="connsiteX10" fmla="*/ 35872 w 35629"/>
                <a:gd name="connsiteY10" fmla="*/ 76529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29" h="152909">
                  <a:moveTo>
                    <a:pt x="35872" y="76529"/>
                  </a:moveTo>
                  <a:cubicBezTo>
                    <a:pt x="35872" y="64602"/>
                    <a:pt x="34183" y="46100"/>
                    <a:pt x="25736" y="28822"/>
                  </a:cubicBezTo>
                  <a:cubicBezTo>
                    <a:pt x="16522" y="10014"/>
                    <a:pt x="3315" y="75"/>
                    <a:pt x="1779" y="75"/>
                  </a:cubicBezTo>
                  <a:cubicBezTo>
                    <a:pt x="857" y="75"/>
                    <a:pt x="243" y="686"/>
                    <a:pt x="243" y="1604"/>
                  </a:cubicBezTo>
                  <a:cubicBezTo>
                    <a:pt x="243" y="2063"/>
                    <a:pt x="243" y="2368"/>
                    <a:pt x="3161" y="5121"/>
                  </a:cubicBezTo>
                  <a:cubicBezTo>
                    <a:pt x="18211" y="20259"/>
                    <a:pt x="26965" y="44571"/>
                    <a:pt x="26965" y="76529"/>
                  </a:cubicBezTo>
                  <a:cubicBezTo>
                    <a:pt x="26965" y="102677"/>
                    <a:pt x="21283" y="129589"/>
                    <a:pt x="2240" y="148855"/>
                  </a:cubicBezTo>
                  <a:cubicBezTo>
                    <a:pt x="243" y="150690"/>
                    <a:pt x="243" y="150996"/>
                    <a:pt x="243" y="151455"/>
                  </a:cubicBezTo>
                  <a:cubicBezTo>
                    <a:pt x="243" y="152372"/>
                    <a:pt x="857" y="152984"/>
                    <a:pt x="1779" y="152984"/>
                  </a:cubicBezTo>
                  <a:cubicBezTo>
                    <a:pt x="3315" y="152984"/>
                    <a:pt x="17136" y="142586"/>
                    <a:pt x="26197" y="123167"/>
                  </a:cubicBezTo>
                  <a:cubicBezTo>
                    <a:pt x="34029" y="106347"/>
                    <a:pt x="35872" y="89374"/>
                    <a:pt x="35872" y="7652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15" name="Freeform: Shape 2414">
              <a:extLst>
                <a:ext uri="{FF2B5EF4-FFF2-40B4-BE49-F238E27FC236}">
                  <a16:creationId xmlns:a16="http://schemas.microsoft.com/office/drawing/2014/main" id="{A46C4144-54C8-CA85-10AE-7E6715368463}"/>
                </a:ext>
              </a:extLst>
            </p:cNvPr>
            <p:cNvSpPr/>
            <p:nvPr>
              <p:custDataLst>
                <p:tags r:id="rId59"/>
              </p:custDataLst>
            </p:nvPr>
          </p:nvSpPr>
          <p:spPr>
            <a:xfrm>
              <a:off x="11106787" y="5956932"/>
              <a:ext cx="93833" cy="6116"/>
            </a:xfrm>
            <a:custGeom>
              <a:avLst/>
              <a:gdLst>
                <a:gd name="connsiteX0" fmla="*/ 88708 w 93833"/>
                <a:gd name="connsiteY0" fmla="*/ 6191 h 6116"/>
                <a:gd name="connsiteX1" fmla="*/ 94083 w 93833"/>
                <a:gd name="connsiteY1" fmla="*/ 3133 h 6116"/>
                <a:gd name="connsiteX2" fmla="*/ 88708 w 93833"/>
                <a:gd name="connsiteY2" fmla="*/ 75 h 6116"/>
                <a:gd name="connsiteX3" fmla="*/ 5624 w 93833"/>
                <a:gd name="connsiteY3" fmla="*/ 75 h 6116"/>
                <a:gd name="connsiteX4" fmla="*/ 249 w 93833"/>
                <a:gd name="connsiteY4" fmla="*/ 3133 h 6116"/>
                <a:gd name="connsiteX5" fmla="*/ 5624 w 93833"/>
                <a:gd name="connsiteY5" fmla="*/ 6191 h 6116"/>
                <a:gd name="connsiteX6" fmla="*/ 88708 w 93833"/>
                <a:gd name="connsiteY6" fmla="*/ 6191 h 6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833" h="6116">
                  <a:moveTo>
                    <a:pt x="88708" y="6191"/>
                  </a:moveTo>
                  <a:cubicBezTo>
                    <a:pt x="91319" y="6191"/>
                    <a:pt x="94083" y="6191"/>
                    <a:pt x="94083" y="3133"/>
                  </a:cubicBezTo>
                  <a:cubicBezTo>
                    <a:pt x="94083" y="75"/>
                    <a:pt x="91319" y="75"/>
                    <a:pt x="88708" y="75"/>
                  </a:cubicBezTo>
                  <a:lnTo>
                    <a:pt x="5624" y="75"/>
                  </a:lnTo>
                  <a:cubicBezTo>
                    <a:pt x="3014" y="75"/>
                    <a:pt x="249" y="75"/>
                    <a:pt x="249" y="3133"/>
                  </a:cubicBezTo>
                  <a:cubicBezTo>
                    <a:pt x="249" y="6191"/>
                    <a:pt x="3014" y="6191"/>
                    <a:pt x="5624" y="6191"/>
                  </a:cubicBezTo>
                  <a:lnTo>
                    <a:pt x="88708" y="619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16" name="Freeform: Shape 2415">
              <a:extLst>
                <a:ext uri="{FF2B5EF4-FFF2-40B4-BE49-F238E27FC236}">
                  <a16:creationId xmlns:a16="http://schemas.microsoft.com/office/drawing/2014/main" id="{DCCBC01E-5FA6-DD11-FBA2-C4907B6C725F}"/>
                </a:ext>
              </a:extLst>
            </p:cNvPr>
            <p:cNvSpPr/>
            <p:nvPr>
              <p:custDataLst>
                <p:tags r:id="rId60"/>
              </p:custDataLst>
            </p:nvPr>
          </p:nvSpPr>
          <p:spPr>
            <a:xfrm>
              <a:off x="11265736" y="5883536"/>
              <a:ext cx="21039" cy="152909"/>
            </a:xfrm>
            <a:custGeom>
              <a:avLst/>
              <a:gdLst>
                <a:gd name="connsiteX0" fmla="*/ 21299 w 21039"/>
                <a:gd name="connsiteY0" fmla="*/ 152984 h 152909"/>
                <a:gd name="connsiteX1" fmla="*/ 21299 w 21039"/>
                <a:gd name="connsiteY1" fmla="*/ 146867 h 152909"/>
                <a:gd name="connsiteX2" fmla="*/ 6402 w 21039"/>
                <a:gd name="connsiteY2" fmla="*/ 146867 h 152909"/>
                <a:gd name="connsiteX3" fmla="*/ 6402 w 21039"/>
                <a:gd name="connsiteY3" fmla="*/ 6191 h 152909"/>
                <a:gd name="connsiteX4" fmla="*/ 21299 w 21039"/>
                <a:gd name="connsiteY4" fmla="*/ 6191 h 152909"/>
                <a:gd name="connsiteX5" fmla="*/ 21299 w 21039"/>
                <a:gd name="connsiteY5" fmla="*/ 75 h 152909"/>
                <a:gd name="connsiteX6" fmla="*/ 259 w 21039"/>
                <a:gd name="connsiteY6" fmla="*/ 75 h 152909"/>
                <a:gd name="connsiteX7" fmla="*/ 259 w 21039"/>
                <a:gd name="connsiteY7" fmla="*/ 152984 h 152909"/>
                <a:gd name="connsiteX8" fmla="*/ 21299 w 21039"/>
                <a:gd name="connsiteY8" fmla="*/ 152984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39" h="152909">
                  <a:moveTo>
                    <a:pt x="21299" y="152984"/>
                  </a:moveTo>
                  <a:lnTo>
                    <a:pt x="21299" y="146867"/>
                  </a:lnTo>
                  <a:lnTo>
                    <a:pt x="6402" y="146867"/>
                  </a:lnTo>
                  <a:lnTo>
                    <a:pt x="6402" y="6191"/>
                  </a:lnTo>
                  <a:lnTo>
                    <a:pt x="21299" y="6191"/>
                  </a:lnTo>
                  <a:lnTo>
                    <a:pt x="21299" y="75"/>
                  </a:lnTo>
                  <a:lnTo>
                    <a:pt x="259" y="75"/>
                  </a:lnTo>
                  <a:lnTo>
                    <a:pt x="259" y="152984"/>
                  </a:lnTo>
                  <a:lnTo>
                    <a:pt x="21299" y="15298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17" name="Freeform: Shape 2416">
              <a:extLst>
                <a:ext uri="{FF2B5EF4-FFF2-40B4-BE49-F238E27FC236}">
                  <a16:creationId xmlns:a16="http://schemas.microsoft.com/office/drawing/2014/main" id="{2C06BADC-B8B6-2BB4-2E35-FC02CCB05557}"/>
                </a:ext>
              </a:extLst>
            </p:cNvPr>
            <p:cNvSpPr/>
            <p:nvPr>
              <p:custDataLst>
                <p:tags r:id="rId61"/>
              </p:custDataLst>
            </p:nvPr>
          </p:nvSpPr>
          <p:spPr>
            <a:xfrm>
              <a:off x="11292424" y="5893475"/>
              <a:ext cx="95983" cy="104742"/>
            </a:xfrm>
            <a:custGeom>
              <a:avLst/>
              <a:gdLst>
                <a:gd name="connsiteX0" fmla="*/ 37888 w 95983"/>
                <a:gd name="connsiteY0" fmla="*/ 53440 h 104742"/>
                <a:gd name="connsiteX1" fmla="*/ 54474 w 95983"/>
                <a:gd name="connsiteY1" fmla="*/ 56651 h 104742"/>
                <a:gd name="connsiteX2" fmla="*/ 62460 w 95983"/>
                <a:gd name="connsiteY2" fmla="*/ 70566 h 104742"/>
                <a:gd name="connsiteX3" fmla="*/ 65224 w 95983"/>
                <a:gd name="connsiteY3" fmla="*/ 74694 h 104742"/>
                <a:gd name="connsiteX4" fmla="*/ 67835 w 95983"/>
                <a:gd name="connsiteY4" fmla="*/ 69801 h 104742"/>
                <a:gd name="connsiteX5" fmla="*/ 67835 w 95983"/>
                <a:gd name="connsiteY5" fmla="*/ 28363 h 104742"/>
                <a:gd name="connsiteX6" fmla="*/ 65224 w 95983"/>
                <a:gd name="connsiteY6" fmla="*/ 23470 h 104742"/>
                <a:gd name="connsiteX7" fmla="*/ 62460 w 95983"/>
                <a:gd name="connsiteY7" fmla="*/ 26987 h 104742"/>
                <a:gd name="connsiteX8" fmla="*/ 37888 w 95983"/>
                <a:gd name="connsiteY8" fmla="*/ 47935 h 104742"/>
                <a:gd name="connsiteX9" fmla="*/ 37888 w 95983"/>
                <a:gd name="connsiteY9" fmla="*/ 15671 h 104742"/>
                <a:gd name="connsiteX10" fmla="*/ 44491 w 95983"/>
                <a:gd name="connsiteY10" fmla="*/ 5427 h 104742"/>
                <a:gd name="connsiteX11" fmla="*/ 51863 w 95983"/>
                <a:gd name="connsiteY11" fmla="*/ 5427 h 104742"/>
                <a:gd name="connsiteX12" fmla="*/ 83806 w 95983"/>
                <a:gd name="connsiteY12" fmla="*/ 26528 h 104742"/>
                <a:gd name="connsiteX13" fmla="*/ 86571 w 95983"/>
                <a:gd name="connsiteY13" fmla="*/ 30045 h 104742"/>
                <a:gd name="connsiteX14" fmla="*/ 89181 w 95983"/>
                <a:gd name="connsiteY14" fmla="*/ 24999 h 104742"/>
                <a:gd name="connsiteX15" fmla="*/ 89181 w 95983"/>
                <a:gd name="connsiteY15" fmla="*/ 5121 h 104742"/>
                <a:gd name="connsiteX16" fmla="*/ 84113 w 95983"/>
                <a:gd name="connsiteY16" fmla="*/ 75 h 104742"/>
                <a:gd name="connsiteX17" fmla="*/ 5484 w 95983"/>
                <a:gd name="connsiteY17" fmla="*/ 75 h 104742"/>
                <a:gd name="connsiteX18" fmla="*/ 262 w 95983"/>
                <a:gd name="connsiteY18" fmla="*/ 2827 h 104742"/>
                <a:gd name="connsiteX19" fmla="*/ 4408 w 95983"/>
                <a:gd name="connsiteY19" fmla="*/ 5427 h 104742"/>
                <a:gd name="connsiteX20" fmla="*/ 13777 w 95983"/>
                <a:gd name="connsiteY20" fmla="*/ 14142 h 104742"/>
                <a:gd name="connsiteX21" fmla="*/ 13777 w 95983"/>
                <a:gd name="connsiteY21" fmla="*/ 90750 h 104742"/>
                <a:gd name="connsiteX22" fmla="*/ 5176 w 95983"/>
                <a:gd name="connsiteY22" fmla="*/ 99466 h 104742"/>
                <a:gd name="connsiteX23" fmla="*/ 262 w 95983"/>
                <a:gd name="connsiteY23" fmla="*/ 102065 h 104742"/>
                <a:gd name="connsiteX24" fmla="*/ 5484 w 95983"/>
                <a:gd name="connsiteY24" fmla="*/ 104817 h 104742"/>
                <a:gd name="connsiteX25" fmla="*/ 86878 w 95983"/>
                <a:gd name="connsiteY25" fmla="*/ 104817 h 104742"/>
                <a:gd name="connsiteX26" fmla="*/ 91792 w 95983"/>
                <a:gd name="connsiteY26" fmla="*/ 102677 h 104742"/>
                <a:gd name="connsiteX27" fmla="*/ 96246 w 95983"/>
                <a:gd name="connsiteY27" fmla="*/ 76223 h 104742"/>
                <a:gd name="connsiteX28" fmla="*/ 93635 w 95983"/>
                <a:gd name="connsiteY28" fmla="*/ 73471 h 104742"/>
                <a:gd name="connsiteX29" fmla="*/ 90871 w 95983"/>
                <a:gd name="connsiteY29" fmla="*/ 75612 h 104742"/>
                <a:gd name="connsiteX30" fmla="*/ 77203 w 95983"/>
                <a:gd name="connsiteY30" fmla="*/ 92585 h 104742"/>
                <a:gd name="connsiteX31" fmla="*/ 52938 w 95983"/>
                <a:gd name="connsiteY31" fmla="*/ 99466 h 104742"/>
                <a:gd name="connsiteX32" fmla="*/ 44491 w 95983"/>
                <a:gd name="connsiteY32" fmla="*/ 99466 h 104742"/>
                <a:gd name="connsiteX33" fmla="*/ 37888 w 95983"/>
                <a:gd name="connsiteY33" fmla="*/ 89221 h 104742"/>
                <a:gd name="connsiteX34" fmla="*/ 37888 w 95983"/>
                <a:gd name="connsiteY34" fmla="*/ 53440 h 104742"/>
                <a:gd name="connsiteX35" fmla="*/ 83806 w 95983"/>
                <a:gd name="connsiteY35" fmla="*/ 5427 h 104742"/>
                <a:gd name="connsiteX36" fmla="*/ 83806 w 95983"/>
                <a:gd name="connsiteY36" fmla="*/ 12766 h 104742"/>
                <a:gd name="connsiteX37" fmla="*/ 75053 w 95983"/>
                <a:gd name="connsiteY37" fmla="*/ 5427 h 104742"/>
                <a:gd name="connsiteX38" fmla="*/ 83806 w 95983"/>
                <a:gd name="connsiteY38" fmla="*/ 5427 h 104742"/>
                <a:gd name="connsiteX39" fmla="*/ 53859 w 95983"/>
                <a:gd name="connsiteY39" fmla="*/ 50229 h 104742"/>
                <a:gd name="connsiteX40" fmla="*/ 62460 w 95983"/>
                <a:gd name="connsiteY40" fmla="*/ 43654 h 104742"/>
                <a:gd name="connsiteX41" fmla="*/ 62460 w 95983"/>
                <a:gd name="connsiteY41" fmla="*/ 56498 h 104742"/>
                <a:gd name="connsiteX42" fmla="*/ 53859 w 95983"/>
                <a:gd name="connsiteY42" fmla="*/ 50382 h 104742"/>
                <a:gd name="connsiteX43" fmla="*/ 53859 w 95983"/>
                <a:gd name="connsiteY43" fmla="*/ 50229 h 104742"/>
                <a:gd name="connsiteX44" fmla="*/ 19152 w 95983"/>
                <a:gd name="connsiteY44" fmla="*/ 13837 h 104742"/>
                <a:gd name="connsiteX45" fmla="*/ 17923 w 95983"/>
                <a:gd name="connsiteY45" fmla="*/ 5427 h 104742"/>
                <a:gd name="connsiteX46" fmla="*/ 34202 w 95983"/>
                <a:gd name="connsiteY46" fmla="*/ 5427 h 104742"/>
                <a:gd name="connsiteX47" fmla="*/ 32513 w 95983"/>
                <a:gd name="connsiteY47" fmla="*/ 15366 h 104742"/>
                <a:gd name="connsiteX48" fmla="*/ 32513 w 95983"/>
                <a:gd name="connsiteY48" fmla="*/ 89527 h 104742"/>
                <a:gd name="connsiteX49" fmla="*/ 34202 w 95983"/>
                <a:gd name="connsiteY49" fmla="*/ 99466 h 104742"/>
                <a:gd name="connsiteX50" fmla="*/ 17923 w 95983"/>
                <a:gd name="connsiteY50" fmla="*/ 99466 h 104742"/>
                <a:gd name="connsiteX51" fmla="*/ 19152 w 95983"/>
                <a:gd name="connsiteY51" fmla="*/ 91056 h 104742"/>
                <a:gd name="connsiteX52" fmla="*/ 19152 w 95983"/>
                <a:gd name="connsiteY52" fmla="*/ 13837 h 104742"/>
                <a:gd name="connsiteX53" fmla="*/ 76281 w 95983"/>
                <a:gd name="connsiteY53" fmla="*/ 99466 h 104742"/>
                <a:gd name="connsiteX54" fmla="*/ 76281 w 95983"/>
                <a:gd name="connsiteY54" fmla="*/ 99313 h 104742"/>
                <a:gd name="connsiteX55" fmla="*/ 88414 w 95983"/>
                <a:gd name="connsiteY55" fmla="*/ 90903 h 104742"/>
                <a:gd name="connsiteX56" fmla="*/ 87031 w 95983"/>
                <a:gd name="connsiteY56" fmla="*/ 99466 h 104742"/>
                <a:gd name="connsiteX57" fmla="*/ 76281 w 95983"/>
                <a:gd name="connsiteY57" fmla="*/ 99466 h 104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5983" h="104742">
                  <a:moveTo>
                    <a:pt x="37888" y="53440"/>
                  </a:moveTo>
                  <a:cubicBezTo>
                    <a:pt x="41727" y="53440"/>
                    <a:pt x="49099" y="53440"/>
                    <a:pt x="54474" y="56651"/>
                  </a:cubicBezTo>
                  <a:cubicBezTo>
                    <a:pt x="61845" y="61391"/>
                    <a:pt x="62460" y="69648"/>
                    <a:pt x="62460" y="70566"/>
                  </a:cubicBezTo>
                  <a:cubicBezTo>
                    <a:pt x="62613" y="72707"/>
                    <a:pt x="62613" y="74694"/>
                    <a:pt x="65224" y="74694"/>
                  </a:cubicBezTo>
                  <a:cubicBezTo>
                    <a:pt x="67835" y="74694"/>
                    <a:pt x="67835" y="72554"/>
                    <a:pt x="67835" y="69801"/>
                  </a:cubicBezTo>
                  <a:lnTo>
                    <a:pt x="67835" y="28363"/>
                  </a:lnTo>
                  <a:cubicBezTo>
                    <a:pt x="67835" y="25916"/>
                    <a:pt x="67835" y="23470"/>
                    <a:pt x="65224" y="23470"/>
                  </a:cubicBezTo>
                  <a:cubicBezTo>
                    <a:pt x="62613" y="23470"/>
                    <a:pt x="62460" y="25763"/>
                    <a:pt x="62460" y="26987"/>
                  </a:cubicBezTo>
                  <a:cubicBezTo>
                    <a:pt x="61538" y="46712"/>
                    <a:pt x="45874" y="47782"/>
                    <a:pt x="37888" y="47935"/>
                  </a:cubicBezTo>
                  <a:lnTo>
                    <a:pt x="37888" y="15671"/>
                  </a:lnTo>
                  <a:cubicBezTo>
                    <a:pt x="37888" y="5427"/>
                    <a:pt x="40806" y="5427"/>
                    <a:pt x="44491" y="5427"/>
                  </a:cubicBezTo>
                  <a:lnTo>
                    <a:pt x="51863" y="5427"/>
                  </a:lnTo>
                  <a:cubicBezTo>
                    <a:pt x="72595" y="5427"/>
                    <a:pt x="82885" y="15977"/>
                    <a:pt x="83806" y="26528"/>
                  </a:cubicBezTo>
                  <a:cubicBezTo>
                    <a:pt x="83960" y="27751"/>
                    <a:pt x="84113" y="30045"/>
                    <a:pt x="86571" y="30045"/>
                  </a:cubicBezTo>
                  <a:cubicBezTo>
                    <a:pt x="89181" y="30045"/>
                    <a:pt x="89181" y="27598"/>
                    <a:pt x="89181" y="24999"/>
                  </a:cubicBezTo>
                  <a:lnTo>
                    <a:pt x="89181" y="5121"/>
                  </a:lnTo>
                  <a:cubicBezTo>
                    <a:pt x="89181" y="381"/>
                    <a:pt x="88874" y="75"/>
                    <a:pt x="84113" y="75"/>
                  </a:cubicBezTo>
                  <a:lnTo>
                    <a:pt x="5484" y="75"/>
                  </a:lnTo>
                  <a:cubicBezTo>
                    <a:pt x="2719" y="75"/>
                    <a:pt x="262" y="75"/>
                    <a:pt x="262" y="2827"/>
                  </a:cubicBezTo>
                  <a:cubicBezTo>
                    <a:pt x="262" y="5427"/>
                    <a:pt x="3180" y="5427"/>
                    <a:pt x="4408" y="5427"/>
                  </a:cubicBezTo>
                  <a:cubicBezTo>
                    <a:pt x="13162" y="5427"/>
                    <a:pt x="13777" y="6650"/>
                    <a:pt x="13777" y="14142"/>
                  </a:cubicBezTo>
                  <a:lnTo>
                    <a:pt x="13777" y="90750"/>
                  </a:lnTo>
                  <a:cubicBezTo>
                    <a:pt x="13777" y="97937"/>
                    <a:pt x="13316" y="99466"/>
                    <a:pt x="5176" y="99466"/>
                  </a:cubicBezTo>
                  <a:cubicBezTo>
                    <a:pt x="2873" y="99466"/>
                    <a:pt x="262" y="99466"/>
                    <a:pt x="262" y="102065"/>
                  </a:cubicBezTo>
                  <a:cubicBezTo>
                    <a:pt x="262" y="104817"/>
                    <a:pt x="2719" y="104817"/>
                    <a:pt x="5484" y="104817"/>
                  </a:cubicBezTo>
                  <a:lnTo>
                    <a:pt x="86878" y="104817"/>
                  </a:lnTo>
                  <a:cubicBezTo>
                    <a:pt x="89796" y="104817"/>
                    <a:pt x="91331" y="104817"/>
                    <a:pt x="91792" y="102677"/>
                  </a:cubicBezTo>
                  <a:cubicBezTo>
                    <a:pt x="91946" y="102524"/>
                    <a:pt x="96246" y="76988"/>
                    <a:pt x="96246" y="76223"/>
                  </a:cubicBezTo>
                  <a:cubicBezTo>
                    <a:pt x="96246" y="74541"/>
                    <a:pt x="94864" y="73471"/>
                    <a:pt x="93635" y="73471"/>
                  </a:cubicBezTo>
                  <a:cubicBezTo>
                    <a:pt x="91485" y="73471"/>
                    <a:pt x="90871" y="75459"/>
                    <a:pt x="90871" y="75612"/>
                  </a:cubicBezTo>
                  <a:cubicBezTo>
                    <a:pt x="89949" y="79587"/>
                    <a:pt x="88414" y="86010"/>
                    <a:pt x="77203" y="92585"/>
                  </a:cubicBezTo>
                  <a:cubicBezTo>
                    <a:pt x="69217" y="97325"/>
                    <a:pt x="61385" y="99466"/>
                    <a:pt x="52938" y="99466"/>
                  </a:cubicBezTo>
                  <a:lnTo>
                    <a:pt x="44491" y="99466"/>
                  </a:lnTo>
                  <a:cubicBezTo>
                    <a:pt x="40806" y="99466"/>
                    <a:pt x="37888" y="99466"/>
                    <a:pt x="37888" y="89221"/>
                  </a:cubicBezTo>
                  <a:lnTo>
                    <a:pt x="37888" y="53440"/>
                  </a:lnTo>
                  <a:close/>
                  <a:moveTo>
                    <a:pt x="83806" y="5427"/>
                  </a:moveTo>
                  <a:lnTo>
                    <a:pt x="83806" y="12766"/>
                  </a:lnTo>
                  <a:cubicBezTo>
                    <a:pt x="81196" y="9861"/>
                    <a:pt x="78278" y="7414"/>
                    <a:pt x="75053" y="5427"/>
                  </a:cubicBezTo>
                  <a:lnTo>
                    <a:pt x="83806" y="5427"/>
                  </a:lnTo>
                  <a:close/>
                  <a:moveTo>
                    <a:pt x="53859" y="50229"/>
                  </a:moveTo>
                  <a:cubicBezTo>
                    <a:pt x="56317" y="49159"/>
                    <a:pt x="59695" y="46865"/>
                    <a:pt x="62460" y="43654"/>
                  </a:cubicBezTo>
                  <a:lnTo>
                    <a:pt x="62460" y="56498"/>
                  </a:lnTo>
                  <a:cubicBezTo>
                    <a:pt x="58774" y="52370"/>
                    <a:pt x="54013" y="50382"/>
                    <a:pt x="53859" y="50382"/>
                  </a:cubicBezTo>
                  <a:lnTo>
                    <a:pt x="53859" y="50229"/>
                  </a:lnTo>
                  <a:close/>
                  <a:moveTo>
                    <a:pt x="19152" y="13837"/>
                  </a:moveTo>
                  <a:cubicBezTo>
                    <a:pt x="19152" y="12002"/>
                    <a:pt x="19152" y="8179"/>
                    <a:pt x="17923" y="5427"/>
                  </a:cubicBezTo>
                  <a:lnTo>
                    <a:pt x="34202" y="5427"/>
                  </a:lnTo>
                  <a:cubicBezTo>
                    <a:pt x="32513" y="8943"/>
                    <a:pt x="32513" y="13989"/>
                    <a:pt x="32513" y="15366"/>
                  </a:cubicBezTo>
                  <a:lnTo>
                    <a:pt x="32513" y="89527"/>
                  </a:lnTo>
                  <a:cubicBezTo>
                    <a:pt x="32513" y="95031"/>
                    <a:pt x="33588" y="98089"/>
                    <a:pt x="34202" y="99466"/>
                  </a:cubicBezTo>
                  <a:lnTo>
                    <a:pt x="17923" y="99466"/>
                  </a:lnTo>
                  <a:cubicBezTo>
                    <a:pt x="19152" y="96713"/>
                    <a:pt x="19152" y="92891"/>
                    <a:pt x="19152" y="91056"/>
                  </a:cubicBezTo>
                  <a:lnTo>
                    <a:pt x="19152" y="13837"/>
                  </a:lnTo>
                  <a:close/>
                  <a:moveTo>
                    <a:pt x="76281" y="99466"/>
                  </a:moveTo>
                  <a:lnTo>
                    <a:pt x="76281" y="99313"/>
                  </a:lnTo>
                  <a:cubicBezTo>
                    <a:pt x="81196" y="96866"/>
                    <a:pt x="85342" y="93655"/>
                    <a:pt x="88414" y="90903"/>
                  </a:cubicBezTo>
                  <a:cubicBezTo>
                    <a:pt x="88260" y="91514"/>
                    <a:pt x="87185" y="98242"/>
                    <a:pt x="87031" y="99466"/>
                  </a:cubicBezTo>
                  <a:lnTo>
                    <a:pt x="76281" y="9946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18" name="Freeform: Shape 2417">
              <a:extLst>
                <a:ext uri="{FF2B5EF4-FFF2-40B4-BE49-F238E27FC236}">
                  <a16:creationId xmlns:a16="http://schemas.microsoft.com/office/drawing/2014/main" id="{14AAD4EC-89B5-F289-CAED-726E347D56C2}"/>
                </a:ext>
              </a:extLst>
            </p:cNvPr>
            <p:cNvSpPr/>
            <p:nvPr>
              <p:custDataLst>
                <p:tags r:id="rId62"/>
              </p:custDataLst>
            </p:nvPr>
          </p:nvSpPr>
          <p:spPr>
            <a:xfrm>
              <a:off x="11407860" y="5883536"/>
              <a:ext cx="35629" cy="152909"/>
            </a:xfrm>
            <a:custGeom>
              <a:avLst/>
              <a:gdLst>
                <a:gd name="connsiteX0" fmla="*/ 35898 w 35629"/>
                <a:gd name="connsiteY0" fmla="*/ 151455 h 152909"/>
                <a:gd name="connsiteX1" fmla="*/ 33287 w 35629"/>
                <a:gd name="connsiteY1" fmla="*/ 148091 h 152909"/>
                <a:gd name="connsiteX2" fmla="*/ 9176 w 35629"/>
                <a:gd name="connsiteY2" fmla="*/ 76529 h 152909"/>
                <a:gd name="connsiteX3" fmla="*/ 33901 w 35629"/>
                <a:gd name="connsiteY3" fmla="*/ 4203 h 152909"/>
                <a:gd name="connsiteX4" fmla="*/ 35898 w 35629"/>
                <a:gd name="connsiteY4" fmla="*/ 1604 h 152909"/>
                <a:gd name="connsiteX5" fmla="*/ 34362 w 35629"/>
                <a:gd name="connsiteY5" fmla="*/ 75 h 152909"/>
                <a:gd name="connsiteX6" fmla="*/ 9944 w 35629"/>
                <a:gd name="connsiteY6" fmla="*/ 29892 h 152909"/>
                <a:gd name="connsiteX7" fmla="*/ 269 w 35629"/>
                <a:gd name="connsiteY7" fmla="*/ 76529 h 152909"/>
                <a:gd name="connsiteX8" fmla="*/ 10405 w 35629"/>
                <a:gd name="connsiteY8" fmla="*/ 124237 h 152909"/>
                <a:gd name="connsiteX9" fmla="*/ 34362 w 35629"/>
                <a:gd name="connsiteY9" fmla="*/ 152984 h 152909"/>
                <a:gd name="connsiteX10" fmla="*/ 35898 w 35629"/>
                <a:gd name="connsiteY10" fmla="*/ 151455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29" h="152909">
                  <a:moveTo>
                    <a:pt x="35898" y="151455"/>
                  </a:moveTo>
                  <a:cubicBezTo>
                    <a:pt x="35898" y="150996"/>
                    <a:pt x="35898" y="150690"/>
                    <a:pt x="33287" y="148091"/>
                  </a:cubicBezTo>
                  <a:cubicBezTo>
                    <a:pt x="14090" y="128824"/>
                    <a:pt x="9176" y="99924"/>
                    <a:pt x="9176" y="76529"/>
                  </a:cubicBezTo>
                  <a:cubicBezTo>
                    <a:pt x="9176" y="49923"/>
                    <a:pt x="15012" y="23317"/>
                    <a:pt x="33901" y="4203"/>
                  </a:cubicBezTo>
                  <a:cubicBezTo>
                    <a:pt x="35898" y="2368"/>
                    <a:pt x="35898" y="2063"/>
                    <a:pt x="35898" y="1604"/>
                  </a:cubicBezTo>
                  <a:cubicBezTo>
                    <a:pt x="35898" y="533"/>
                    <a:pt x="35284" y="75"/>
                    <a:pt x="34362" y="75"/>
                  </a:cubicBezTo>
                  <a:cubicBezTo>
                    <a:pt x="32826" y="75"/>
                    <a:pt x="19005" y="10473"/>
                    <a:pt x="9944" y="29892"/>
                  </a:cubicBezTo>
                  <a:cubicBezTo>
                    <a:pt x="2112" y="46712"/>
                    <a:pt x="269" y="63685"/>
                    <a:pt x="269" y="76529"/>
                  </a:cubicBezTo>
                  <a:cubicBezTo>
                    <a:pt x="269" y="88456"/>
                    <a:pt x="1958" y="106958"/>
                    <a:pt x="10405" y="124237"/>
                  </a:cubicBezTo>
                  <a:cubicBezTo>
                    <a:pt x="19619" y="143045"/>
                    <a:pt x="32826" y="152984"/>
                    <a:pt x="34362" y="152984"/>
                  </a:cubicBezTo>
                  <a:cubicBezTo>
                    <a:pt x="35284" y="152984"/>
                    <a:pt x="35898" y="152525"/>
                    <a:pt x="35898" y="15145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19" name="Freeform: Shape 2418">
              <a:extLst>
                <a:ext uri="{FF2B5EF4-FFF2-40B4-BE49-F238E27FC236}">
                  <a16:creationId xmlns:a16="http://schemas.microsoft.com/office/drawing/2014/main" id="{13DBE38B-AA5C-9636-9B33-4F78B190522F}"/>
                </a:ext>
              </a:extLst>
            </p:cNvPr>
            <p:cNvSpPr/>
            <p:nvPr>
              <p:custDataLst>
                <p:tags r:id="rId63"/>
              </p:custDataLst>
            </p:nvPr>
          </p:nvSpPr>
          <p:spPr>
            <a:xfrm>
              <a:off x="11457755" y="5893781"/>
              <a:ext cx="111648" cy="104436"/>
            </a:xfrm>
            <a:custGeom>
              <a:avLst/>
              <a:gdLst>
                <a:gd name="connsiteX0" fmla="*/ 86581 w 111648"/>
                <a:gd name="connsiteY0" fmla="*/ 17506 h 104436"/>
                <a:gd name="connsiteX1" fmla="*/ 88731 w 111648"/>
                <a:gd name="connsiteY1" fmla="*/ 15366 h 104436"/>
                <a:gd name="connsiteX2" fmla="*/ 108849 w 111648"/>
                <a:gd name="connsiteY2" fmla="*/ 4815 h 104436"/>
                <a:gd name="connsiteX3" fmla="*/ 111921 w 111648"/>
                <a:gd name="connsiteY3" fmla="*/ 1910 h 104436"/>
                <a:gd name="connsiteX4" fmla="*/ 109924 w 111648"/>
                <a:gd name="connsiteY4" fmla="*/ 75 h 104436"/>
                <a:gd name="connsiteX5" fmla="*/ 97331 w 111648"/>
                <a:gd name="connsiteY5" fmla="*/ 533 h 104436"/>
                <a:gd name="connsiteX6" fmla="*/ 81974 w 111648"/>
                <a:gd name="connsiteY6" fmla="*/ 75 h 104436"/>
                <a:gd name="connsiteX7" fmla="*/ 79056 w 111648"/>
                <a:gd name="connsiteY7" fmla="*/ 2980 h 104436"/>
                <a:gd name="connsiteX8" fmla="*/ 81360 w 111648"/>
                <a:gd name="connsiteY8" fmla="*/ 4815 h 104436"/>
                <a:gd name="connsiteX9" fmla="*/ 86888 w 111648"/>
                <a:gd name="connsiteY9" fmla="*/ 8332 h 104436"/>
                <a:gd name="connsiteX10" fmla="*/ 82742 w 111648"/>
                <a:gd name="connsiteY10" fmla="*/ 15671 h 104436"/>
                <a:gd name="connsiteX11" fmla="*/ 47113 w 111648"/>
                <a:gd name="connsiteY11" fmla="*/ 56498 h 104436"/>
                <a:gd name="connsiteX12" fmla="*/ 30219 w 111648"/>
                <a:gd name="connsiteY12" fmla="*/ 11084 h 104436"/>
                <a:gd name="connsiteX13" fmla="*/ 29298 w 111648"/>
                <a:gd name="connsiteY13" fmla="*/ 8485 h 104436"/>
                <a:gd name="connsiteX14" fmla="*/ 38359 w 111648"/>
                <a:gd name="connsiteY14" fmla="*/ 4815 h 104436"/>
                <a:gd name="connsiteX15" fmla="*/ 42045 w 111648"/>
                <a:gd name="connsiteY15" fmla="*/ 1757 h 104436"/>
                <a:gd name="connsiteX16" fmla="*/ 39741 w 111648"/>
                <a:gd name="connsiteY16" fmla="*/ 75 h 104436"/>
                <a:gd name="connsiteX17" fmla="*/ 20391 w 111648"/>
                <a:gd name="connsiteY17" fmla="*/ 533 h 104436"/>
                <a:gd name="connsiteX18" fmla="*/ 3190 w 111648"/>
                <a:gd name="connsiteY18" fmla="*/ 75 h 104436"/>
                <a:gd name="connsiteX19" fmla="*/ 273 w 111648"/>
                <a:gd name="connsiteY19" fmla="*/ 3133 h 104436"/>
                <a:gd name="connsiteX20" fmla="*/ 3805 w 111648"/>
                <a:gd name="connsiteY20" fmla="*/ 4815 h 104436"/>
                <a:gd name="connsiteX21" fmla="*/ 15016 w 111648"/>
                <a:gd name="connsiteY21" fmla="*/ 10014 h 104436"/>
                <a:gd name="connsiteX22" fmla="*/ 33905 w 111648"/>
                <a:gd name="connsiteY22" fmla="*/ 60321 h 104436"/>
                <a:gd name="connsiteX23" fmla="*/ 34520 w 111648"/>
                <a:gd name="connsiteY23" fmla="*/ 62920 h 104436"/>
                <a:gd name="connsiteX24" fmla="*/ 27609 w 111648"/>
                <a:gd name="connsiteY24" fmla="*/ 90750 h 104436"/>
                <a:gd name="connsiteX25" fmla="*/ 13173 w 111648"/>
                <a:gd name="connsiteY25" fmla="*/ 99771 h 104436"/>
                <a:gd name="connsiteX26" fmla="*/ 9026 w 111648"/>
                <a:gd name="connsiteY26" fmla="*/ 102830 h 104436"/>
                <a:gd name="connsiteX27" fmla="*/ 11176 w 111648"/>
                <a:gd name="connsiteY27" fmla="*/ 104512 h 104436"/>
                <a:gd name="connsiteX28" fmla="*/ 30527 w 111648"/>
                <a:gd name="connsiteY28" fmla="*/ 104053 h 104436"/>
                <a:gd name="connsiteX29" fmla="*/ 50184 w 111648"/>
                <a:gd name="connsiteY29" fmla="*/ 104512 h 104436"/>
                <a:gd name="connsiteX30" fmla="*/ 53102 w 111648"/>
                <a:gd name="connsiteY30" fmla="*/ 101453 h 104436"/>
                <a:gd name="connsiteX31" fmla="*/ 48802 w 111648"/>
                <a:gd name="connsiteY31" fmla="*/ 99771 h 104436"/>
                <a:gd name="connsiteX32" fmla="*/ 42966 w 111648"/>
                <a:gd name="connsiteY32" fmla="*/ 99466 h 104436"/>
                <a:gd name="connsiteX33" fmla="*/ 38820 w 111648"/>
                <a:gd name="connsiteY33" fmla="*/ 97019 h 104436"/>
                <a:gd name="connsiteX34" fmla="*/ 40970 w 111648"/>
                <a:gd name="connsiteY34" fmla="*/ 87386 h 104436"/>
                <a:gd name="connsiteX35" fmla="*/ 46345 w 111648"/>
                <a:gd name="connsiteY35" fmla="*/ 65826 h 104436"/>
                <a:gd name="connsiteX36" fmla="*/ 48495 w 111648"/>
                <a:gd name="connsiteY36" fmla="*/ 61085 h 104436"/>
                <a:gd name="connsiteX37" fmla="*/ 86581 w 111648"/>
                <a:gd name="connsiteY37" fmla="*/ 17506 h 104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648" h="104436">
                  <a:moveTo>
                    <a:pt x="86581" y="17506"/>
                  </a:moveTo>
                  <a:lnTo>
                    <a:pt x="88731" y="15366"/>
                  </a:lnTo>
                  <a:cubicBezTo>
                    <a:pt x="93338" y="10778"/>
                    <a:pt x="98406" y="5579"/>
                    <a:pt x="108849" y="4815"/>
                  </a:cubicBezTo>
                  <a:cubicBezTo>
                    <a:pt x="110539" y="4662"/>
                    <a:pt x="111921" y="4662"/>
                    <a:pt x="111921" y="1910"/>
                  </a:cubicBezTo>
                  <a:cubicBezTo>
                    <a:pt x="111921" y="686"/>
                    <a:pt x="111153" y="75"/>
                    <a:pt x="109924" y="75"/>
                  </a:cubicBezTo>
                  <a:cubicBezTo>
                    <a:pt x="105932" y="75"/>
                    <a:pt x="101478" y="533"/>
                    <a:pt x="97331" y="533"/>
                  </a:cubicBezTo>
                  <a:cubicBezTo>
                    <a:pt x="92263" y="533"/>
                    <a:pt x="86888" y="75"/>
                    <a:pt x="81974" y="75"/>
                  </a:cubicBezTo>
                  <a:cubicBezTo>
                    <a:pt x="81053" y="75"/>
                    <a:pt x="79056" y="75"/>
                    <a:pt x="79056" y="2980"/>
                  </a:cubicBezTo>
                  <a:cubicBezTo>
                    <a:pt x="79056" y="4662"/>
                    <a:pt x="80592" y="4815"/>
                    <a:pt x="81360" y="4815"/>
                  </a:cubicBezTo>
                  <a:cubicBezTo>
                    <a:pt x="82435" y="4815"/>
                    <a:pt x="86888" y="5121"/>
                    <a:pt x="86888" y="8332"/>
                  </a:cubicBezTo>
                  <a:cubicBezTo>
                    <a:pt x="86888" y="10931"/>
                    <a:pt x="83356" y="14907"/>
                    <a:pt x="82742" y="15671"/>
                  </a:cubicBezTo>
                  <a:lnTo>
                    <a:pt x="47113" y="56498"/>
                  </a:lnTo>
                  <a:lnTo>
                    <a:pt x="30219" y="11084"/>
                  </a:lnTo>
                  <a:cubicBezTo>
                    <a:pt x="29298" y="8943"/>
                    <a:pt x="29298" y="8638"/>
                    <a:pt x="29298" y="8485"/>
                  </a:cubicBezTo>
                  <a:cubicBezTo>
                    <a:pt x="29298" y="4815"/>
                    <a:pt x="36823" y="4815"/>
                    <a:pt x="38359" y="4815"/>
                  </a:cubicBezTo>
                  <a:cubicBezTo>
                    <a:pt x="40509" y="4815"/>
                    <a:pt x="42045" y="4815"/>
                    <a:pt x="42045" y="1757"/>
                  </a:cubicBezTo>
                  <a:cubicBezTo>
                    <a:pt x="42045" y="75"/>
                    <a:pt x="40202" y="75"/>
                    <a:pt x="39741" y="75"/>
                  </a:cubicBezTo>
                  <a:cubicBezTo>
                    <a:pt x="35441" y="75"/>
                    <a:pt x="24691" y="533"/>
                    <a:pt x="20391" y="533"/>
                  </a:cubicBezTo>
                  <a:cubicBezTo>
                    <a:pt x="16551" y="533"/>
                    <a:pt x="7030" y="75"/>
                    <a:pt x="3190" y="75"/>
                  </a:cubicBezTo>
                  <a:cubicBezTo>
                    <a:pt x="2269" y="75"/>
                    <a:pt x="273" y="75"/>
                    <a:pt x="273" y="3133"/>
                  </a:cubicBezTo>
                  <a:cubicBezTo>
                    <a:pt x="273" y="4815"/>
                    <a:pt x="1808" y="4815"/>
                    <a:pt x="3805" y="4815"/>
                  </a:cubicBezTo>
                  <a:cubicBezTo>
                    <a:pt x="13019" y="4815"/>
                    <a:pt x="13633" y="6191"/>
                    <a:pt x="15016" y="10014"/>
                  </a:cubicBezTo>
                  <a:lnTo>
                    <a:pt x="33905" y="60321"/>
                  </a:lnTo>
                  <a:cubicBezTo>
                    <a:pt x="34059" y="60780"/>
                    <a:pt x="34520" y="62462"/>
                    <a:pt x="34520" y="62920"/>
                  </a:cubicBezTo>
                  <a:cubicBezTo>
                    <a:pt x="34520" y="63379"/>
                    <a:pt x="28377" y="87997"/>
                    <a:pt x="27609" y="90750"/>
                  </a:cubicBezTo>
                  <a:cubicBezTo>
                    <a:pt x="25612" y="99160"/>
                    <a:pt x="25459" y="99619"/>
                    <a:pt x="13173" y="99771"/>
                  </a:cubicBezTo>
                  <a:cubicBezTo>
                    <a:pt x="10255" y="99771"/>
                    <a:pt x="9026" y="99771"/>
                    <a:pt x="9026" y="102830"/>
                  </a:cubicBezTo>
                  <a:cubicBezTo>
                    <a:pt x="9026" y="104512"/>
                    <a:pt x="10869" y="104512"/>
                    <a:pt x="11176" y="104512"/>
                  </a:cubicBezTo>
                  <a:cubicBezTo>
                    <a:pt x="15476" y="104512"/>
                    <a:pt x="26227" y="104053"/>
                    <a:pt x="30527" y="104053"/>
                  </a:cubicBezTo>
                  <a:cubicBezTo>
                    <a:pt x="34827" y="104053"/>
                    <a:pt x="45884" y="104512"/>
                    <a:pt x="50184" y="104512"/>
                  </a:cubicBezTo>
                  <a:cubicBezTo>
                    <a:pt x="51259" y="104512"/>
                    <a:pt x="53102" y="104512"/>
                    <a:pt x="53102" y="101453"/>
                  </a:cubicBezTo>
                  <a:cubicBezTo>
                    <a:pt x="53102" y="99771"/>
                    <a:pt x="51720" y="99771"/>
                    <a:pt x="48802" y="99771"/>
                  </a:cubicBezTo>
                  <a:cubicBezTo>
                    <a:pt x="48495" y="99771"/>
                    <a:pt x="45577" y="99771"/>
                    <a:pt x="42966" y="99466"/>
                  </a:cubicBezTo>
                  <a:cubicBezTo>
                    <a:pt x="39741" y="99160"/>
                    <a:pt x="38820" y="98854"/>
                    <a:pt x="38820" y="97019"/>
                  </a:cubicBezTo>
                  <a:cubicBezTo>
                    <a:pt x="38820" y="95949"/>
                    <a:pt x="40202" y="90597"/>
                    <a:pt x="40970" y="87386"/>
                  </a:cubicBezTo>
                  <a:lnTo>
                    <a:pt x="46345" y="65826"/>
                  </a:lnTo>
                  <a:cubicBezTo>
                    <a:pt x="47113" y="62920"/>
                    <a:pt x="47266" y="62462"/>
                    <a:pt x="48495" y="61085"/>
                  </a:cubicBezTo>
                  <a:lnTo>
                    <a:pt x="86581" y="175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20" name="Freeform: Shape 2419">
              <a:extLst>
                <a:ext uri="{FF2B5EF4-FFF2-40B4-BE49-F238E27FC236}">
                  <a16:creationId xmlns:a16="http://schemas.microsoft.com/office/drawing/2014/main" id="{ABC696B5-ACEC-A502-FBAD-31B622DA4235}"/>
                </a:ext>
              </a:extLst>
            </p:cNvPr>
            <p:cNvSpPr/>
            <p:nvPr>
              <p:custDataLst>
                <p:tags r:id="rId64"/>
              </p:custDataLst>
            </p:nvPr>
          </p:nvSpPr>
          <p:spPr>
            <a:xfrm>
              <a:off x="11584420" y="5883536"/>
              <a:ext cx="35629" cy="152909"/>
            </a:xfrm>
            <a:custGeom>
              <a:avLst/>
              <a:gdLst>
                <a:gd name="connsiteX0" fmla="*/ 35910 w 35629"/>
                <a:gd name="connsiteY0" fmla="*/ 76529 h 152909"/>
                <a:gd name="connsiteX1" fmla="*/ 25774 w 35629"/>
                <a:gd name="connsiteY1" fmla="*/ 28822 h 152909"/>
                <a:gd name="connsiteX2" fmla="*/ 1816 w 35629"/>
                <a:gd name="connsiteY2" fmla="*/ 75 h 152909"/>
                <a:gd name="connsiteX3" fmla="*/ 281 w 35629"/>
                <a:gd name="connsiteY3" fmla="*/ 1604 h 152909"/>
                <a:gd name="connsiteX4" fmla="*/ 3198 w 35629"/>
                <a:gd name="connsiteY4" fmla="*/ 5121 h 152909"/>
                <a:gd name="connsiteX5" fmla="*/ 27002 w 35629"/>
                <a:gd name="connsiteY5" fmla="*/ 76529 h 152909"/>
                <a:gd name="connsiteX6" fmla="*/ 2277 w 35629"/>
                <a:gd name="connsiteY6" fmla="*/ 148855 h 152909"/>
                <a:gd name="connsiteX7" fmla="*/ 281 w 35629"/>
                <a:gd name="connsiteY7" fmla="*/ 151455 h 152909"/>
                <a:gd name="connsiteX8" fmla="*/ 1816 w 35629"/>
                <a:gd name="connsiteY8" fmla="*/ 152984 h 152909"/>
                <a:gd name="connsiteX9" fmla="*/ 26235 w 35629"/>
                <a:gd name="connsiteY9" fmla="*/ 123167 h 152909"/>
                <a:gd name="connsiteX10" fmla="*/ 35910 w 35629"/>
                <a:gd name="connsiteY10" fmla="*/ 76529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29" h="152909">
                  <a:moveTo>
                    <a:pt x="35910" y="76529"/>
                  </a:moveTo>
                  <a:cubicBezTo>
                    <a:pt x="35910" y="64602"/>
                    <a:pt x="34220" y="46100"/>
                    <a:pt x="25774" y="28822"/>
                  </a:cubicBezTo>
                  <a:cubicBezTo>
                    <a:pt x="16559" y="10014"/>
                    <a:pt x="3352" y="75"/>
                    <a:pt x="1816" y="75"/>
                  </a:cubicBezTo>
                  <a:cubicBezTo>
                    <a:pt x="895" y="75"/>
                    <a:pt x="281" y="686"/>
                    <a:pt x="281" y="1604"/>
                  </a:cubicBezTo>
                  <a:cubicBezTo>
                    <a:pt x="281" y="2063"/>
                    <a:pt x="281" y="2368"/>
                    <a:pt x="3198" y="5121"/>
                  </a:cubicBezTo>
                  <a:cubicBezTo>
                    <a:pt x="18249" y="20259"/>
                    <a:pt x="27002" y="44571"/>
                    <a:pt x="27002" y="76529"/>
                  </a:cubicBezTo>
                  <a:cubicBezTo>
                    <a:pt x="27002" y="102677"/>
                    <a:pt x="21320" y="129589"/>
                    <a:pt x="2277" y="148855"/>
                  </a:cubicBezTo>
                  <a:cubicBezTo>
                    <a:pt x="281" y="150690"/>
                    <a:pt x="281" y="150996"/>
                    <a:pt x="281" y="151455"/>
                  </a:cubicBezTo>
                  <a:cubicBezTo>
                    <a:pt x="281" y="152372"/>
                    <a:pt x="895" y="152984"/>
                    <a:pt x="1816" y="152984"/>
                  </a:cubicBezTo>
                  <a:cubicBezTo>
                    <a:pt x="3352" y="152984"/>
                    <a:pt x="17174" y="142586"/>
                    <a:pt x="26235" y="123167"/>
                  </a:cubicBezTo>
                  <a:cubicBezTo>
                    <a:pt x="34067" y="106347"/>
                    <a:pt x="35910" y="89374"/>
                    <a:pt x="35910" y="7652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21" name="Freeform: Shape 2420">
              <a:extLst>
                <a:ext uri="{FF2B5EF4-FFF2-40B4-BE49-F238E27FC236}">
                  <a16:creationId xmlns:a16="http://schemas.microsoft.com/office/drawing/2014/main" id="{228267EC-3833-DD33-5293-D10E981889E3}"/>
                </a:ext>
              </a:extLst>
            </p:cNvPr>
            <p:cNvSpPr/>
            <p:nvPr>
              <p:custDataLst>
                <p:tags r:id="rId65"/>
              </p:custDataLst>
            </p:nvPr>
          </p:nvSpPr>
          <p:spPr>
            <a:xfrm>
              <a:off x="11638769" y="5883536"/>
              <a:ext cx="21039" cy="152909"/>
            </a:xfrm>
            <a:custGeom>
              <a:avLst/>
              <a:gdLst>
                <a:gd name="connsiteX0" fmla="*/ 21324 w 21039"/>
                <a:gd name="connsiteY0" fmla="*/ 75 h 152909"/>
                <a:gd name="connsiteX1" fmla="*/ 284 w 21039"/>
                <a:gd name="connsiteY1" fmla="*/ 75 h 152909"/>
                <a:gd name="connsiteX2" fmla="*/ 284 w 21039"/>
                <a:gd name="connsiteY2" fmla="*/ 6191 h 152909"/>
                <a:gd name="connsiteX3" fmla="*/ 15181 w 21039"/>
                <a:gd name="connsiteY3" fmla="*/ 6191 h 152909"/>
                <a:gd name="connsiteX4" fmla="*/ 15181 w 21039"/>
                <a:gd name="connsiteY4" fmla="*/ 146867 h 152909"/>
                <a:gd name="connsiteX5" fmla="*/ 284 w 21039"/>
                <a:gd name="connsiteY5" fmla="*/ 146867 h 152909"/>
                <a:gd name="connsiteX6" fmla="*/ 284 w 21039"/>
                <a:gd name="connsiteY6" fmla="*/ 152984 h 152909"/>
                <a:gd name="connsiteX7" fmla="*/ 21324 w 21039"/>
                <a:gd name="connsiteY7" fmla="*/ 152984 h 152909"/>
                <a:gd name="connsiteX8" fmla="*/ 21324 w 21039"/>
                <a:gd name="connsiteY8" fmla="*/ 75 h 15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39" h="152909">
                  <a:moveTo>
                    <a:pt x="21324" y="75"/>
                  </a:moveTo>
                  <a:lnTo>
                    <a:pt x="284" y="75"/>
                  </a:lnTo>
                  <a:lnTo>
                    <a:pt x="284" y="6191"/>
                  </a:lnTo>
                  <a:lnTo>
                    <a:pt x="15181" y="6191"/>
                  </a:lnTo>
                  <a:lnTo>
                    <a:pt x="15181" y="146867"/>
                  </a:lnTo>
                  <a:lnTo>
                    <a:pt x="284" y="146867"/>
                  </a:lnTo>
                  <a:lnTo>
                    <a:pt x="284" y="152984"/>
                  </a:lnTo>
                  <a:lnTo>
                    <a:pt x="21324" y="152984"/>
                  </a:lnTo>
                  <a:lnTo>
                    <a:pt x="21324" y="7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22" name="Freeform: Shape 2421">
              <a:extLst>
                <a:ext uri="{FF2B5EF4-FFF2-40B4-BE49-F238E27FC236}">
                  <a16:creationId xmlns:a16="http://schemas.microsoft.com/office/drawing/2014/main" id="{8DBC79F1-33C5-54B3-49C5-BCC64B08F38C}"/>
                </a:ext>
              </a:extLst>
            </p:cNvPr>
            <p:cNvSpPr/>
            <p:nvPr>
              <p:custDataLst>
                <p:tags r:id="rId66"/>
              </p:custDataLst>
            </p:nvPr>
          </p:nvSpPr>
          <p:spPr>
            <a:xfrm>
              <a:off x="11684822" y="5850266"/>
              <a:ext cx="47515" cy="71072"/>
            </a:xfrm>
            <a:custGeom>
              <a:avLst/>
              <a:gdLst>
                <a:gd name="connsiteX0" fmla="*/ 47803 w 47515"/>
                <a:gd name="connsiteY0" fmla="*/ 51661 h 71072"/>
                <a:gd name="connsiteX1" fmla="*/ 44148 w 47515"/>
                <a:gd name="connsiteY1" fmla="*/ 51661 h 71072"/>
                <a:gd name="connsiteX2" fmla="*/ 41353 w 47515"/>
                <a:gd name="connsiteY2" fmla="*/ 61402 h 71072"/>
                <a:gd name="connsiteX3" fmla="*/ 30710 w 47515"/>
                <a:gd name="connsiteY3" fmla="*/ 62044 h 71072"/>
                <a:gd name="connsiteX4" fmla="*/ 10930 w 47515"/>
                <a:gd name="connsiteY4" fmla="*/ 62044 h 71072"/>
                <a:gd name="connsiteX5" fmla="*/ 32430 w 47515"/>
                <a:gd name="connsiteY5" fmla="*/ 44062 h 71072"/>
                <a:gd name="connsiteX6" fmla="*/ 47803 w 47515"/>
                <a:gd name="connsiteY6" fmla="*/ 20942 h 71072"/>
                <a:gd name="connsiteX7" fmla="*/ 22648 w 47515"/>
                <a:gd name="connsiteY7" fmla="*/ 70 h 71072"/>
                <a:gd name="connsiteX8" fmla="*/ 287 w 47515"/>
                <a:gd name="connsiteY8" fmla="*/ 19229 h 71072"/>
                <a:gd name="connsiteX9" fmla="*/ 5985 w 47515"/>
                <a:gd name="connsiteY9" fmla="*/ 25223 h 71072"/>
                <a:gd name="connsiteX10" fmla="*/ 11682 w 47515"/>
                <a:gd name="connsiteY10" fmla="*/ 19550 h 71072"/>
                <a:gd name="connsiteX11" fmla="*/ 5340 w 47515"/>
                <a:gd name="connsiteY11" fmla="*/ 13877 h 71072"/>
                <a:gd name="connsiteX12" fmla="*/ 21035 w 47515"/>
                <a:gd name="connsiteY12" fmla="*/ 3923 h 71072"/>
                <a:gd name="connsiteX13" fmla="*/ 37375 w 47515"/>
                <a:gd name="connsiteY13" fmla="*/ 20942 h 71072"/>
                <a:gd name="connsiteX14" fmla="*/ 27270 w 47515"/>
                <a:gd name="connsiteY14" fmla="*/ 41493 h 71072"/>
                <a:gd name="connsiteX15" fmla="*/ 1362 w 47515"/>
                <a:gd name="connsiteY15" fmla="*/ 66967 h 71072"/>
                <a:gd name="connsiteX16" fmla="*/ 287 w 47515"/>
                <a:gd name="connsiteY16" fmla="*/ 71142 h 71072"/>
                <a:gd name="connsiteX17" fmla="*/ 44578 w 47515"/>
                <a:gd name="connsiteY17" fmla="*/ 71142 h 71072"/>
                <a:gd name="connsiteX18" fmla="*/ 47803 w 47515"/>
                <a:gd name="connsiteY18" fmla="*/ 51661 h 71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515" h="71072">
                  <a:moveTo>
                    <a:pt x="47803" y="51661"/>
                  </a:moveTo>
                  <a:lnTo>
                    <a:pt x="44148" y="51661"/>
                  </a:lnTo>
                  <a:cubicBezTo>
                    <a:pt x="43825" y="54016"/>
                    <a:pt x="42750" y="60331"/>
                    <a:pt x="41353" y="61402"/>
                  </a:cubicBezTo>
                  <a:cubicBezTo>
                    <a:pt x="40493" y="62044"/>
                    <a:pt x="32215" y="62044"/>
                    <a:pt x="30710" y="62044"/>
                  </a:cubicBezTo>
                  <a:lnTo>
                    <a:pt x="10930" y="62044"/>
                  </a:lnTo>
                  <a:cubicBezTo>
                    <a:pt x="22218" y="52089"/>
                    <a:pt x="25980" y="49092"/>
                    <a:pt x="32430" y="44062"/>
                  </a:cubicBezTo>
                  <a:cubicBezTo>
                    <a:pt x="40385" y="37747"/>
                    <a:pt x="47803" y="31110"/>
                    <a:pt x="47803" y="20942"/>
                  </a:cubicBezTo>
                  <a:cubicBezTo>
                    <a:pt x="47803" y="7990"/>
                    <a:pt x="36408" y="70"/>
                    <a:pt x="22648" y="70"/>
                  </a:cubicBezTo>
                  <a:cubicBezTo>
                    <a:pt x="9317" y="70"/>
                    <a:pt x="287" y="9382"/>
                    <a:pt x="287" y="19229"/>
                  </a:cubicBezTo>
                  <a:cubicBezTo>
                    <a:pt x="287" y="24688"/>
                    <a:pt x="4910" y="25223"/>
                    <a:pt x="5985" y="25223"/>
                  </a:cubicBezTo>
                  <a:cubicBezTo>
                    <a:pt x="8565" y="25223"/>
                    <a:pt x="11682" y="23404"/>
                    <a:pt x="11682" y="19550"/>
                  </a:cubicBezTo>
                  <a:cubicBezTo>
                    <a:pt x="11682" y="17624"/>
                    <a:pt x="10930" y="13877"/>
                    <a:pt x="5340" y="13877"/>
                  </a:cubicBezTo>
                  <a:cubicBezTo>
                    <a:pt x="8672" y="6278"/>
                    <a:pt x="15982" y="3923"/>
                    <a:pt x="21035" y="3923"/>
                  </a:cubicBezTo>
                  <a:cubicBezTo>
                    <a:pt x="31785" y="3923"/>
                    <a:pt x="37375" y="12272"/>
                    <a:pt x="37375" y="20942"/>
                  </a:cubicBezTo>
                  <a:cubicBezTo>
                    <a:pt x="37375" y="30254"/>
                    <a:pt x="30710" y="37639"/>
                    <a:pt x="27270" y="41493"/>
                  </a:cubicBezTo>
                  <a:lnTo>
                    <a:pt x="1362" y="66967"/>
                  </a:lnTo>
                  <a:cubicBezTo>
                    <a:pt x="287" y="67931"/>
                    <a:pt x="287" y="68145"/>
                    <a:pt x="287" y="71142"/>
                  </a:cubicBezTo>
                  <a:lnTo>
                    <a:pt x="44578" y="71142"/>
                  </a:lnTo>
                  <a:lnTo>
                    <a:pt x="47803" y="516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423" name="Group 2422" descr="\documentclass{article}&#10;\usepackage{amsmath}&#10;\usepackage{amsfonts}&#10;\pagestyle{empty}&#10;\begin{document}&#10;&#10;&#10;\[&#10;\mathrm{Var}(Y) = \mathbb{E}(Y) - \mu^2&#10;\]&#10;&#10;&#10;&#10;&#10;&#10;\end{document}" title="IguanaTex Shape Display">
            <a:extLst>
              <a:ext uri="{FF2B5EF4-FFF2-40B4-BE49-F238E27FC236}">
                <a16:creationId xmlns:a16="http://schemas.microsoft.com/office/drawing/2014/main" id="{63167E85-3340-4494-9650-0AA6901FE09A}"/>
              </a:ext>
            </a:extLst>
          </p:cNvPr>
          <p:cNvGrpSpPr>
            <a:grpSpLocks noChangeAspect="1"/>
          </p:cNvGrpSpPr>
          <p:nvPr>
            <p:custDataLst>
              <p:tags r:id="rId5"/>
            </p:custDataLst>
          </p:nvPr>
        </p:nvGrpSpPr>
        <p:grpSpPr>
          <a:xfrm>
            <a:off x="2236787" y="5253855"/>
            <a:ext cx="1361452" cy="176353"/>
            <a:chOff x="10160935" y="6133478"/>
            <a:chExt cx="1361452" cy="176353"/>
          </a:xfrm>
        </p:grpSpPr>
        <p:sp>
          <p:nvSpPr>
            <p:cNvPr id="2424" name="Freeform: Shape 2423">
              <a:extLst>
                <a:ext uri="{FF2B5EF4-FFF2-40B4-BE49-F238E27FC236}">
                  <a16:creationId xmlns:a16="http://schemas.microsoft.com/office/drawing/2014/main" id="{8BBD9FDB-B381-317F-9100-B4AAAC40127A}"/>
                </a:ext>
              </a:extLst>
            </p:cNvPr>
            <p:cNvSpPr/>
            <p:nvPr>
              <p:custDataLst>
                <p:tags r:id="rId33"/>
              </p:custDataLst>
            </p:nvPr>
          </p:nvSpPr>
          <p:spPr>
            <a:xfrm>
              <a:off x="10160935" y="6163924"/>
              <a:ext cx="109023" cy="110251"/>
            </a:xfrm>
            <a:custGeom>
              <a:avLst/>
              <a:gdLst>
                <a:gd name="connsiteX0" fmla="*/ 92499 w 109023"/>
                <a:gd name="connsiteY0" fmla="*/ 15400 h 110251"/>
                <a:gd name="connsiteX1" fmla="*/ 109213 w 109023"/>
                <a:gd name="connsiteY1" fmla="*/ 4923 h 110251"/>
                <a:gd name="connsiteX2" fmla="*/ 109213 w 109023"/>
                <a:gd name="connsiteY2" fmla="*/ 75 h 110251"/>
                <a:gd name="connsiteX3" fmla="*/ 94339 w 109023"/>
                <a:gd name="connsiteY3" fmla="*/ 544 h 110251"/>
                <a:gd name="connsiteX4" fmla="*/ 76858 w 109023"/>
                <a:gd name="connsiteY4" fmla="*/ 75 h 110251"/>
                <a:gd name="connsiteX5" fmla="*/ 76858 w 109023"/>
                <a:gd name="connsiteY5" fmla="*/ 4923 h 110251"/>
                <a:gd name="connsiteX6" fmla="*/ 88052 w 109023"/>
                <a:gd name="connsiteY6" fmla="*/ 12742 h 110251"/>
                <a:gd name="connsiteX7" fmla="*/ 87285 w 109023"/>
                <a:gd name="connsiteY7" fmla="*/ 15870 h 110251"/>
                <a:gd name="connsiteX8" fmla="*/ 59224 w 109023"/>
                <a:gd name="connsiteY8" fmla="*/ 91247 h 110251"/>
                <a:gd name="connsiteX9" fmla="*/ 29937 w 109023"/>
                <a:gd name="connsiteY9" fmla="*/ 12273 h 110251"/>
                <a:gd name="connsiteX10" fmla="*/ 29017 w 109023"/>
                <a:gd name="connsiteY10" fmla="*/ 9458 h 110251"/>
                <a:gd name="connsiteX11" fmla="*/ 41590 w 109023"/>
                <a:gd name="connsiteY11" fmla="*/ 4923 h 110251"/>
                <a:gd name="connsiteX12" fmla="*/ 41590 w 109023"/>
                <a:gd name="connsiteY12" fmla="*/ 75 h 110251"/>
                <a:gd name="connsiteX13" fmla="*/ 19663 w 109023"/>
                <a:gd name="connsiteY13" fmla="*/ 544 h 110251"/>
                <a:gd name="connsiteX14" fmla="*/ 189 w 109023"/>
                <a:gd name="connsiteY14" fmla="*/ 75 h 110251"/>
                <a:gd name="connsiteX15" fmla="*/ 189 w 109023"/>
                <a:gd name="connsiteY15" fmla="*/ 4923 h 110251"/>
                <a:gd name="connsiteX16" fmla="*/ 15216 w 109023"/>
                <a:gd name="connsiteY16" fmla="*/ 10865 h 110251"/>
                <a:gd name="connsiteX17" fmla="*/ 50791 w 109023"/>
                <a:gd name="connsiteY17" fmla="*/ 106885 h 110251"/>
                <a:gd name="connsiteX18" fmla="*/ 54624 w 109023"/>
                <a:gd name="connsiteY18" fmla="*/ 110326 h 110251"/>
                <a:gd name="connsiteX19" fmla="*/ 58304 w 109023"/>
                <a:gd name="connsiteY19" fmla="*/ 107354 h 110251"/>
                <a:gd name="connsiteX20" fmla="*/ 92499 w 109023"/>
                <a:gd name="connsiteY20" fmla="*/ 15400 h 11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9023" h="110251">
                  <a:moveTo>
                    <a:pt x="92499" y="15400"/>
                  </a:moveTo>
                  <a:cubicBezTo>
                    <a:pt x="94646" y="9614"/>
                    <a:pt x="98786" y="5079"/>
                    <a:pt x="109213" y="4923"/>
                  </a:cubicBezTo>
                  <a:lnTo>
                    <a:pt x="109213" y="75"/>
                  </a:lnTo>
                  <a:cubicBezTo>
                    <a:pt x="104459" y="387"/>
                    <a:pt x="98326" y="544"/>
                    <a:pt x="94339" y="544"/>
                  </a:cubicBezTo>
                  <a:cubicBezTo>
                    <a:pt x="89739" y="544"/>
                    <a:pt x="80845" y="231"/>
                    <a:pt x="76858" y="75"/>
                  </a:cubicBezTo>
                  <a:lnTo>
                    <a:pt x="76858" y="4923"/>
                  </a:lnTo>
                  <a:cubicBezTo>
                    <a:pt x="84832" y="5079"/>
                    <a:pt x="88052" y="9145"/>
                    <a:pt x="88052" y="12742"/>
                  </a:cubicBezTo>
                  <a:cubicBezTo>
                    <a:pt x="88052" y="13993"/>
                    <a:pt x="87592" y="14931"/>
                    <a:pt x="87285" y="15870"/>
                  </a:cubicBezTo>
                  <a:lnTo>
                    <a:pt x="59224" y="91247"/>
                  </a:lnTo>
                  <a:lnTo>
                    <a:pt x="29937" y="12273"/>
                  </a:lnTo>
                  <a:cubicBezTo>
                    <a:pt x="29017" y="10083"/>
                    <a:pt x="29017" y="9771"/>
                    <a:pt x="29017" y="9458"/>
                  </a:cubicBezTo>
                  <a:cubicBezTo>
                    <a:pt x="29017" y="4923"/>
                    <a:pt x="37757" y="4923"/>
                    <a:pt x="41590" y="4923"/>
                  </a:cubicBezTo>
                  <a:lnTo>
                    <a:pt x="41590" y="75"/>
                  </a:lnTo>
                  <a:cubicBezTo>
                    <a:pt x="36070" y="544"/>
                    <a:pt x="25490" y="544"/>
                    <a:pt x="19663" y="544"/>
                  </a:cubicBezTo>
                  <a:cubicBezTo>
                    <a:pt x="12303" y="544"/>
                    <a:pt x="5709" y="231"/>
                    <a:pt x="189" y="75"/>
                  </a:cubicBezTo>
                  <a:lnTo>
                    <a:pt x="189" y="4923"/>
                  </a:lnTo>
                  <a:cubicBezTo>
                    <a:pt x="10156" y="4923"/>
                    <a:pt x="13069" y="4923"/>
                    <a:pt x="15216" y="10865"/>
                  </a:cubicBezTo>
                  <a:lnTo>
                    <a:pt x="50791" y="106885"/>
                  </a:lnTo>
                  <a:cubicBezTo>
                    <a:pt x="51864" y="109857"/>
                    <a:pt x="52631" y="110326"/>
                    <a:pt x="54624" y="110326"/>
                  </a:cubicBezTo>
                  <a:cubicBezTo>
                    <a:pt x="57231" y="110326"/>
                    <a:pt x="57538" y="109544"/>
                    <a:pt x="58304" y="107354"/>
                  </a:cubicBezTo>
                  <a:lnTo>
                    <a:pt x="92499" y="154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34" name="Freeform: Shape 2433">
              <a:extLst>
                <a:ext uri="{FF2B5EF4-FFF2-40B4-BE49-F238E27FC236}">
                  <a16:creationId xmlns:a16="http://schemas.microsoft.com/office/drawing/2014/main" id="{9C78AC70-2B7D-640A-17C2-7912118C68C1}"/>
                </a:ext>
              </a:extLst>
            </p:cNvPr>
            <p:cNvSpPr/>
            <p:nvPr>
              <p:custDataLst>
                <p:tags r:id="rId34"/>
              </p:custDataLst>
            </p:nvPr>
          </p:nvSpPr>
          <p:spPr>
            <a:xfrm>
              <a:off x="10266688" y="6200675"/>
              <a:ext cx="69155" cy="71780"/>
            </a:xfrm>
            <a:custGeom>
              <a:avLst/>
              <a:gdLst>
                <a:gd name="connsiteX0" fmla="*/ 44817 w 69155"/>
                <a:gd name="connsiteY0" fmla="*/ 58250 h 71780"/>
                <a:gd name="connsiteX1" fmla="*/ 56778 w 69155"/>
                <a:gd name="connsiteY1" fmla="*/ 71073 h 71780"/>
                <a:gd name="connsiteX2" fmla="*/ 69351 w 69155"/>
                <a:gd name="connsiteY2" fmla="*/ 56217 h 71780"/>
                <a:gd name="connsiteX3" fmla="*/ 69351 w 69155"/>
                <a:gd name="connsiteY3" fmla="*/ 47459 h 71780"/>
                <a:gd name="connsiteX4" fmla="*/ 65518 w 69155"/>
                <a:gd name="connsiteY4" fmla="*/ 47459 h 71780"/>
                <a:gd name="connsiteX5" fmla="*/ 65518 w 69155"/>
                <a:gd name="connsiteY5" fmla="*/ 56217 h 71780"/>
                <a:gd name="connsiteX6" fmla="*/ 59998 w 69155"/>
                <a:gd name="connsiteY6" fmla="*/ 66225 h 71780"/>
                <a:gd name="connsiteX7" fmla="*/ 54324 w 69155"/>
                <a:gd name="connsiteY7" fmla="*/ 58406 h 71780"/>
                <a:gd name="connsiteX8" fmla="*/ 54324 w 69155"/>
                <a:gd name="connsiteY8" fmla="*/ 27129 h 71780"/>
                <a:gd name="connsiteX9" fmla="*/ 48804 w 69155"/>
                <a:gd name="connsiteY9" fmla="*/ 8676 h 71780"/>
                <a:gd name="connsiteX10" fmla="*/ 27796 w 69155"/>
                <a:gd name="connsiteY10" fmla="*/ 75 h 71780"/>
                <a:gd name="connsiteX11" fmla="*/ 4642 w 69155"/>
                <a:gd name="connsiteY11" fmla="*/ 17746 h 71780"/>
                <a:gd name="connsiteX12" fmla="*/ 11696 w 69155"/>
                <a:gd name="connsiteY12" fmla="*/ 25096 h 71780"/>
                <a:gd name="connsiteX13" fmla="*/ 18749 w 69155"/>
                <a:gd name="connsiteY13" fmla="*/ 17903 h 71780"/>
                <a:gd name="connsiteX14" fmla="*/ 10929 w 69155"/>
                <a:gd name="connsiteY14" fmla="*/ 10709 h 71780"/>
                <a:gd name="connsiteX15" fmla="*/ 27490 w 69155"/>
                <a:gd name="connsiteY15" fmla="*/ 3515 h 71780"/>
                <a:gd name="connsiteX16" fmla="*/ 43744 w 69155"/>
                <a:gd name="connsiteY16" fmla="*/ 23532 h 71780"/>
                <a:gd name="connsiteX17" fmla="*/ 43744 w 69155"/>
                <a:gd name="connsiteY17" fmla="*/ 29319 h 71780"/>
                <a:gd name="connsiteX18" fmla="*/ 15529 w 69155"/>
                <a:gd name="connsiteY18" fmla="*/ 34948 h 71780"/>
                <a:gd name="connsiteX19" fmla="*/ 195 w 69155"/>
                <a:gd name="connsiteY19" fmla="*/ 55278 h 71780"/>
                <a:gd name="connsiteX20" fmla="*/ 24730 w 69155"/>
                <a:gd name="connsiteY20" fmla="*/ 71855 h 71780"/>
                <a:gd name="connsiteX21" fmla="*/ 44817 w 69155"/>
                <a:gd name="connsiteY21" fmla="*/ 58250 h 71780"/>
                <a:gd name="connsiteX22" fmla="*/ 43744 w 69155"/>
                <a:gd name="connsiteY22" fmla="*/ 32603 h 71780"/>
                <a:gd name="connsiteX23" fmla="*/ 43744 w 69155"/>
                <a:gd name="connsiteY23" fmla="*/ 48241 h 71780"/>
                <a:gd name="connsiteX24" fmla="*/ 25803 w 69155"/>
                <a:gd name="connsiteY24" fmla="*/ 68415 h 71780"/>
                <a:gd name="connsiteX25" fmla="*/ 12003 w 69155"/>
                <a:gd name="connsiteY25" fmla="*/ 55122 h 71780"/>
                <a:gd name="connsiteX26" fmla="*/ 43744 w 69155"/>
                <a:gd name="connsiteY26" fmla="*/ 32603 h 7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9155" h="71780">
                  <a:moveTo>
                    <a:pt x="44817" y="58250"/>
                  </a:moveTo>
                  <a:cubicBezTo>
                    <a:pt x="45430" y="64505"/>
                    <a:pt x="49571" y="71073"/>
                    <a:pt x="56778" y="71073"/>
                  </a:cubicBezTo>
                  <a:cubicBezTo>
                    <a:pt x="59998" y="71073"/>
                    <a:pt x="69351" y="68884"/>
                    <a:pt x="69351" y="56217"/>
                  </a:cubicBezTo>
                  <a:lnTo>
                    <a:pt x="69351" y="47459"/>
                  </a:lnTo>
                  <a:lnTo>
                    <a:pt x="65518" y="47459"/>
                  </a:lnTo>
                  <a:lnTo>
                    <a:pt x="65518" y="56217"/>
                  </a:lnTo>
                  <a:cubicBezTo>
                    <a:pt x="65518" y="65287"/>
                    <a:pt x="61684" y="66225"/>
                    <a:pt x="59998" y="66225"/>
                  </a:cubicBezTo>
                  <a:cubicBezTo>
                    <a:pt x="54937" y="66225"/>
                    <a:pt x="54324" y="59188"/>
                    <a:pt x="54324" y="58406"/>
                  </a:cubicBezTo>
                  <a:lnTo>
                    <a:pt x="54324" y="27129"/>
                  </a:lnTo>
                  <a:cubicBezTo>
                    <a:pt x="54324" y="20561"/>
                    <a:pt x="54324" y="14462"/>
                    <a:pt x="48804" y="8676"/>
                  </a:cubicBezTo>
                  <a:cubicBezTo>
                    <a:pt x="42824" y="2577"/>
                    <a:pt x="35157" y="75"/>
                    <a:pt x="27796" y="75"/>
                  </a:cubicBezTo>
                  <a:cubicBezTo>
                    <a:pt x="15223" y="75"/>
                    <a:pt x="4642" y="7425"/>
                    <a:pt x="4642" y="17746"/>
                  </a:cubicBezTo>
                  <a:cubicBezTo>
                    <a:pt x="4642" y="22438"/>
                    <a:pt x="7709" y="25096"/>
                    <a:pt x="11696" y="25096"/>
                  </a:cubicBezTo>
                  <a:cubicBezTo>
                    <a:pt x="15989" y="25096"/>
                    <a:pt x="18749" y="21969"/>
                    <a:pt x="18749" y="17903"/>
                  </a:cubicBezTo>
                  <a:cubicBezTo>
                    <a:pt x="18749" y="16026"/>
                    <a:pt x="17983" y="10865"/>
                    <a:pt x="10929" y="10709"/>
                  </a:cubicBezTo>
                  <a:cubicBezTo>
                    <a:pt x="15069" y="5235"/>
                    <a:pt x="22583" y="3515"/>
                    <a:pt x="27490" y="3515"/>
                  </a:cubicBezTo>
                  <a:cubicBezTo>
                    <a:pt x="35003" y="3515"/>
                    <a:pt x="43744" y="9614"/>
                    <a:pt x="43744" y="23532"/>
                  </a:cubicBezTo>
                  <a:lnTo>
                    <a:pt x="43744" y="29319"/>
                  </a:lnTo>
                  <a:cubicBezTo>
                    <a:pt x="35923" y="29788"/>
                    <a:pt x="25190" y="30257"/>
                    <a:pt x="15529" y="34948"/>
                  </a:cubicBezTo>
                  <a:cubicBezTo>
                    <a:pt x="4029" y="40266"/>
                    <a:pt x="195" y="48398"/>
                    <a:pt x="195" y="55278"/>
                  </a:cubicBezTo>
                  <a:cubicBezTo>
                    <a:pt x="195" y="67946"/>
                    <a:pt x="15069" y="71855"/>
                    <a:pt x="24730" y="71855"/>
                  </a:cubicBezTo>
                  <a:cubicBezTo>
                    <a:pt x="34850" y="71855"/>
                    <a:pt x="41904" y="65600"/>
                    <a:pt x="44817" y="58250"/>
                  </a:cubicBezTo>
                  <a:close/>
                  <a:moveTo>
                    <a:pt x="43744" y="32603"/>
                  </a:moveTo>
                  <a:lnTo>
                    <a:pt x="43744" y="48241"/>
                  </a:lnTo>
                  <a:cubicBezTo>
                    <a:pt x="43744" y="63098"/>
                    <a:pt x="32703" y="68415"/>
                    <a:pt x="25803" y="68415"/>
                  </a:cubicBezTo>
                  <a:cubicBezTo>
                    <a:pt x="18289" y="68415"/>
                    <a:pt x="12003" y="62941"/>
                    <a:pt x="12003" y="55122"/>
                  </a:cubicBezTo>
                  <a:cubicBezTo>
                    <a:pt x="12003" y="46521"/>
                    <a:pt x="18443" y="33541"/>
                    <a:pt x="43744" y="3260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35" name="Freeform: Shape 2434">
              <a:extLst>
                <a:ext uri="{FF2B5EF4-FFF2-40B4-BE49-F238E27FC236}">
                  <a16:creationId xmlns:a16="http://schemas.microsoft.com/office/drawing/2014/main" id="{09E1A755-28B9-CE2B-1BD8-EA4080A78180}"/>
                </a:ext>
              </a:extLst>
            </p:cNvPr>
            <p:cNvSpPr/>
            <p:nvPr>
              <p:custDataLst>
                <p:tags r:id="rId35"/>
              </p:custDataLst>
            </p:nvPr>
          </p:nvSpPr>
          <p:spPr>
            <a:xfrm>
              <a:off x="10341211" y="6201613"/>
              <a:ext cx="51521" cy="69121"/>
            </a:xfrm>
            <a:custGeom>
              <a:avLst/>
              <a:gdLst>
                <a:gd name="connsiteX0" fmla="*/ 21515 w 51521"/>
                <a:gd name="connsiteY0" fmla="*/ 17277 h 69121"/>
                <a:gd name="connsiteX1" fmla="*/ 21515 w 51521"/>
                <a:gd name="connsiteY1" fmla="*/ 75 h 69121"/>
                <a:gd name="connsiteX2" fmla="*/ 200 w 51521"/>
                <a:gd name="connsiteY2" fmla="*/ 1795 h 69121"/>
                <a:gd name="connsiteX3" fmla="*/ 200 w 51521"/>
                <a:gd name="connsiteY3" fmla="*/ 6643 h 69121"/>
                <a:gd name="connsiteX4" fmla="*/ 12161 w 51521"/>
                <a:gd name="connsiteY4" fmla="*/ 15400 h 69121"/>
                <a:gd name="connsiteX5" fmla="*/ 12161 w 51521"/>
                <a:gd name="connsiteY5" fmla="*/ 57311 h 69121"/>
                <a:gd name="connsiteX6" fmla="*/ 200 w 51521"/>
                <a:gd name="connsiteY6" fmla="*/ 64349 h 69121"/>
                <a:gd name="connsiteX7" fmla="*/ 200 w 51521"/>
                <a:gd name="connsiteY7" fmla="*/ 69197 h 69121"/>
                <a:gd name="connsiteX8" fmla="*/ 17681 w 51521"/>
                <a:gd name="connsiteY8" fmla="*/ 68728 h 69121"/>
                <a:gd name="connsiteX9" fmla="*/ 37155 w 51521"/>
                <a:gd name="connsiteY9" fmla="*/ 69197 h 69121"/>
                <a:gd name="connsiteX10" fmla="*/ 37155 w 51521"/>
                <a:gd name="connsiteY10" fmla="*/ 64349 h 69121"/>
                <a:gd name="connsiteX11" fmla="*/ 33935 w 51521"/>
                <a:gd name="connsiteY11" fmla="*/ 64349 h 69121"/>
                <a:gd name="connsiteX12" fmla="*/ 22281 w 51521"/>
                <a:gd name="connsiteY12" fmla="*/ 56999 h 69121"/>
                <a:gd name="connsiteX13" fmla="*/ 22281 w 51521"/>
                <a:gd name="connsiteY13" fmla="*/ 32915 h 69121"/>
                <a:gd name="connsiteX14" fmla="*/ 40375 w 51521"/>
                <a:gd name="connsiteY14" fmla="*/ 3515 h 69121"/>
                <a:gd name="connsiteX15" fmla="*/ 42062 w 51521"/>
                <a:gd name="connsiteY15" fmla="*/ 3672 h 69121"/>
                <a:gd name="connsiteX16" fmla="*/ 38535 w 51521"/>
                <a:gd name="connsiteY16" fmla="*/ 9771 h 69121"/>
                <a:gd name="connsiteX17" fmla="*/ 45129 w 51521"/>
                <a:gd name="connsiteY17" fmla="*/ 16495 h 69121"/>
                <a:gd name="connsiteX18" fmla="*/ 51722 w 51521"/>
                <a:gd name="connsiteY18" fmla="*/ 9614 h 69121"/>
                <a:gd name="connsiteX19" fmla="*/ 40375 w 51521"/>
                <a:gd name="connsiteY19" fmla="*/ 75 h 69121"/>
                <a:gd name="connsiteX20" fmla="*/ 21515 w 51521"/>
                <a:gd name="connsiteY20" fmla="*/ 17277 h 6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521" h="69121">
                  <a:moveTo>
                    <a:pt x="21515" y="17277"/>
                  </a:moveTo>
                  <a:lnTo>
                    <a:pt x="21515" y="75"/>
                  </a:lnTo>
                  <a:lnTo>
                    <a:pt x="200" y="1795"/>
                  </a:lnTo>
                  <a:lnTo>
                    <a:pt x="200" y="6643"/>
                  </a:lnTo>
                  <a:cubicBezTo>
                    <a:pt x="10934" y="6643"/>
                    <a:pt x="12161" y="7738"/>
                    <a:pt x="12161" y="15400"/>
                  </a:cubicBezTo>
                  <a:lnTo>
                    <a:pt x="12161" y="57311"/>
                  </a:lnTo>
                  <a:cubicBezTo>
                    <a:pt x="12161" y="64349"/>
                    <a:pt x="10474" y="64349"/>
                    <a:pt x="200" y="64349"/>
                  </a:cubicBezTo>
                  <a:lnTo>
                    <a:pt x="200" y="69197"/>
                  </a:lnTo>
                  <a:cubicBezTo>
                    <a:pt x="6181" y="69040"/>
                    <a:pt x="13388" y="68728"/>
                    <a:pt x="17681" y="68728"/>
                  </a:cubicBezTo>
                  <a:cubicBezTo>
                    <a:pt x="23815" y="68728"/>
                    <a:pt x="31022" y="68728"/>
                    <a:pt x="37155" y="69197"/>
                  </a:cubicBezTo>
                  <a:lnTo>
                    <a:pt x="37155" y="64349"/>
                  </a:lnTo>
                  <a:lnTo>
                    <a:pt x="33935" y="64349"/>
                  </a:lnTo>
                  <a:cubicBezTo>
                    <a:pt x="22588" y="64349"/>
                    <a:pt x="22281" y="62629"/>
                    <a:pt x="22281" y="56999"/>
                  </a:cubicBezTo>
                  <a:lnTo>
                    <a:pt x="22281" y="32915"/>
                  </a:lnTo>
                  <a:cubicBezTo>
                    <a:pt x="22281" y="17433"/>
                    <a:pt x="28721" y="3515"/>
                    <a:pt x="40375" y="3515"/>
                  </a:cubicBezTo>
                  <a:cubicBezTo>
                    <a:pt x="41449" y="3515"/>
                    <a:pt x="41755" y="3515"/>
                    <a:pt x="42062" y="3672"/>
                  </a:cubicBezTo>
                  <a:cubicBezTo>
                    <a:pt x="41602" y="3828"/>
                    <a:pt x="38535" y="5705"/>
                    <a:pt x="38535" y="9771"/>
                  </a:cubicBezTo>
                  <a:cubicBezTo>
                    <a:pt x="38535" y="14149"/>
                    <a:pt x="41755" y="16495"/>
                    <a:pt x="45129" y="16495"/>
                  </a:cubicBezTo>
                  <a:cubicBezTo>
                    <a:pt x="47889" y="16495"/>
                    <a:pt x="51722" y="14618"/>
                    <a:pt x="51722" y="9614"/>
                  </a:cubicBezTo>
                  <a:cubicBezTo>
                    <a:pt x="51722" y="4610"/>
                    <a:pt x="46969" y="75"/>
                    <a:pt x="40375" y="75"/>
                  </a:cubicBezTo>
                  <a:cubicBezTo>
                    <a:pt x="29182" y="75"/>
                    <a:pt x="23661" y="10552"/>
                    <a:pt x="21515" y="1727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36" name="Freeform: Shape 2435">
              <a:extLst>
                <a:ext uri="{FF2B5EF4-FFF2-40B4-BE49-F238E27FC236}">
                  <a16:creationId xmlns:a16="http://schemas.microsoft.com/office/drawing/2014/main" id="{4393D30C-8F02-4CAD-66A4-134F64D9B939}"/>
                </a:ext>
              </a:extLst>
            </p:cNvPr>
            <p:cNvSpPr/>
            <p:nvPr>
              <p:custDataLst>
                <p:tags r:id="rId36"/>
              </p:custDataLst>
            </p:nvPr>
          </p:nvSpPr>
          <p:spPr>
            <a:xfrm>
              <a:off x="10412155" y="6153447"/>
              <a:ext cx="35574" cy="156384"/>
            </a:xfrm>
            <a:custGeom>
              <a:avLst/>
              <a:gdLst>
                <a:gd name="connsiteX0" fmla="*/ 35779 w 35574"/>
                <a:gd name="connsiteY0" fmla="*/ 154895 h 156384"/>
                <a:gd name="connsiteX1" fmla="*/ 33172 w 35574"/>
                <a:gd name="connsiteY1" fmla="*/ 151455 h 156384"/>
                <a:gd name="connsiteX2" fmla="*/ 9098 w 35574"/>
                <a:gd name="connsiteY2" fmla="*/ 78267 h 156384"/>
                <a:gd name="connsiteX3" fmla="*/ 33786 w 35574"/>
                <a:gd name="connsiteY3" fmla="*/ 4297 h 156384"/>
                <a:gd name="connsiteX4" fmla="*/ 35779 w 35574"/>
                <a:gd name="connsiteY4" fmla="*/ 1639 h 156384"/>
                <a:gd name="connsiteX5" fmla="*/ 34246 w 35574"/>
                <a:gd name="connsiteY5" fmla="*/ 75 h 156384"/>
                <a:gd name="connsiteX6" fmla="*/ 9865 w 35574"/>
                <a:gd name="connsiteY6" fmla="*/ 30570 h 156384"/>
                <a:gd name="connsiteX7" fmla="*/ 204 w 35574"/>
                <a:gd name="connsiteY7" fmla="*/ 78267 h 156384"/>
                <a:gd name="connsiteX8" fmla="*/ 10325 w 35574"/>
                <a:gd name="connsiteY8" fmla="*/ 127059 h 156384"/>
                <a:gd name="connsiteX9" fmla="*/ 34246 w 35574"/>
                <a:gd name="connsiteY9" fmla="*/ 156459 h 156384"/>
                <a:gd name="connsiteX10" fmla="*/ 35779 w 35574"/>
                <a:gd name="connsiteY10" fmla="*/ 154895 h 156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74" h="156384">
                  <a:moveTo>
                    <a:pt x="35779" y="154895"/>
                  </a:moveTo>
                  <a:cubicBezTo>
                    <a:pt x="35779" y="154426"/>
                    <a:pt x="35779" y="154113"/>
                    <a:pt x="33172" y="151455"/>
                  </a:cubicBezTo>
                  <a:cubicBezTo>
                    <a:pt x="14005" y="131750"/>
                    <a:pt x="9098" y="102194"/>
                    <a:pt x="9098" y="78267"/>
                  </a:cubicBezTo>
                  <a:cubicBezTo>
                    <a:pt x="9098" y="51056"/>
                    <a:pt x="14925" y="23845"/>
                    <a:pt x="33786" y="4297"/>
                  </a:cubicBezTo>
                  <a:cubicBezTo>
                    <a:pt x="35779" y="2420"/>
                    <a:pt x="35779" y="2108"/>
                    <a:pt x="35779" y="1639"/>
                  </a:cubicBezTo>
                  <a:cubicBezTo>
                    <a:pt x="35779" y="544"/>
                    <a:pt x="35166" y="75"/>
                    <a:pt x="34246" y="75"/>
                  </a:cubicBezTo>
                  <a:cubicBezTo>
                    <a:pt x="32712" y="75"/>
                    <a:pt x="18912" y="10709"/>
                    <a:pt x="9865" y="30570"/>
                  </a:cubicBezTo>
                  <a:cubicBezTo>
                    <a:pt x="2044" y="47772"/>
                    <a:pt x="204" y="65131"/>
                    <a:pt x="204" y="78267"/>
                  </a:cubicBezTo>
                  <a:cubicBezTo>
                    <a:pt x="204" y="90465"/>
                    <a:pt x="1891" y="109387"/>
                    <a:pt x="10325" y="127059"/>
                  </a:cubicBezTo>
                  <a:cubicBezTo>
                    <a:pt x="19525" y="146294"/>
                    <a:pt x="32712" y="156459"/>
                    <a:pt x="34246" y="156459"/>
                  </a:cubicBezTo>
                  <a:cubicBezTo>
                    <a:pt x="35166" y="156459"/>
                    <a:pt x="35779" y="155990"/>
                    <a:pt x="35779" y="15489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37" name="Freeform: Shape 2436">
              <a:extLst>
                <a:ext uri="{FF2B5EF4-FFF2-40B4-BE49-F238E27FC236}">
                  <a16:creationId xmlns:a16="http://schemas.microsoft.com/office/drawing/2014/main" id="{4D2952D5-DD65-48DD-D928-0E32900EF85A}"/>
                </a:ext>
              </a:extLst>
            </p:cNvPr>
            <p:cNvSpPr/>
            <p:nvPr>
              <p:custDataLst>
                <p:tags r:id="rId37"/>
              </p:custDataLst>
            </p:nvPr>
          </p:nvSpPr>
          <p:spPr>
            <a:xfrm>
              <a:off x="10461974" y="6163924"/>
              <a:ext cx="111477" cy="106810"/>
            </a:xfrm>
            <a:custGeom>
              <a:avLst/>
              <a:gdLst>
                <a:gd name="connsiteX0" fmla="*/ 86385 w 111477"/>
                <a:gd name="connsiteY0" fmla="*/ 17903 h 106810"/>
                <a:gd name="connsiteX1" fmla="*/ 88531 w 111477"/>
                <a:gd name="connsiteY1" fmla="*/ 15713 h 106810"/>
                <a:gd name="connsiteX2" fmla="*/ 108619 w 111477"/>
                <a:gd name="connsiteY2" fmla="*/ 4923 h 106810"/>
                <a:gd name="connsiteX3" fmla="*/ 111686 w 111477"/>
                <a:gd name="connsiteY3" fmla="*/ 1951 h 106810"/>
                <a:gd name="connsiteX4" fmla="*/ 109692 w 111477"/>
                <a:gd name="connsiteY4" fmla="*/ 75 h 106810"/>
                <a:gd name="connsiteX5" fmla="*/ 97118 w 111477"/>
                <a:gd name="connsiteY5" fmla="*/ 544 h 106810"/>
                <a:gd name="connsiteX6" fmla="*/ 81785 w 111477"/>
                <a:gd name="connsiteY6" fmla="*/ 75 h 106810"/>
                <a:gd name="connsiteX7" fmla="*/ 78871 w 111477"/>
                <a:gd name="connsiteY7" fmla="*/ 3046 h 106810"/>
                <a:gd name="connsiteX8" fmla="*/ 81171 w 111477"/>
                <a:gd name="connsiteY8" fmla="*/ 4923 h 106810"/>
                <a:gd name="connsiteX9" fmla="*/ 86691 w 111477"/>
                <a:gd name="connsiteY9" fmla="*/ 8519 h 106810"/>
                <a:gd name="connsiteX10" fmla="*/ 82551 w 111477"/>
                <a:gd name="connsiteY10" fmla="*/ 16026 h 106810"/>
                <a:gd name="connsiteX11" fmla="*/ 46977 w 111477"/>
                <a:gd name="connsiteY11" fmla="*/ 57781 h 106810"/>
                <a:gd name="connsiteX12" fmla="*/ 30109 w 111477"/>
                <a:gd name="connsiteY12" fmla="*/ 11334 h 106810"/>
                <a:gd name="connsiteX13" fmla="*/ 29189 w 111477"/>
                <a:gd name="connsiteY13" fmla="*/ 8676 h 106810"/>
                <a:gd name="connsiteX14" fmla="*/ 38236 w 111477"/>
                <a:gd name="connsiteY14" fmla="*/ 4923 h 106810"/>
                <a:gd name="connsiteX15" fmla="*/ 41916 w 111477"/>
                <a:gd name="connsiteY15" fmla="*/ 1795 h 106810"/>
                <a:gd name="connsiteX16" fmla="*/ 39616 w 111477"/>
                <a:gd name="connsiteY16" fmla="*/ 75 h 106810"/>
                <a:gd name="connsiteX17" fmla="*/ 20296 w 111477"/>
                <a:gd name="connsiteY17" fmla="*/ 544 h 106810"/>
                <a:gd name="connsiteX18" fmla="*/ 3122 w 111477"/>
                <a:gd name="connsiteY18" fmla="*/ 75 h 106810"/>
                <a:gd name="connsiteX19" fmla="*/ 208 w 111477"/>
                <a:gd name="connsiteY19" fmla="*/ 3202 h 106810"/>
                <a:gd name="connsiteX20" fmla="*/ 3735 w 111477"/>
                <a:gd name="connsiteY20" fmla="*/ 4923 h 106810"/>
                <a:gd name="connsiteX21" fmla="*/ 14929 w 111477"/>
                <a:gd name="connsiteY21" fmla="*/ 10240 h 106810"/>
                <a:gd name="connsiteX22" fmla="*/ 33789 w 111477"/>
                <a:gd name="connsiteY22" fmla="*/ 61690 h 106810"/>
                <a:gd name="connsiteX23" fmla="*/ 34403 w 111477"/>
                <a:gd name="connsiteY23" fmla="*/ 64349 h 106810"/>
                <a:gd name="connsiteX24" fmla="*/ 27503 w 111477"/>
                <a:gd name="connsiteY24" fmla="*/ 92811 h 106810"/>
                <a:gd name="connsiteX25" fmla="*/ 13089 w 111477"/>
                <a:gd name="connsiteY25" fmla="*/ 102037 h 106810"/>
                <a:gd name="connsiteX26" fmla="*/ 8949 w 111477"/>
                <a:gd name="connsiteY26" fmla="*/ 105165 h 106810"/>
                <a:gd name="connsiteX27" fmla="*/ 11095 w 111477"/>
                <a:gd name="connsiteY27" fmla="*/ 106885 h 106810"/>
                <a:gd name="connsiteX28" fmla="*/ 30416 w 111477"/>
                <a:gd name="connsiteY28" fmla="*/ 106416 h 106810"/>
                <a:gd name="connsiteX29" fmla="*/ 50043 w 111477"/>
                <a:gd name="connsiteY29" fmla="*/ 106885 h 106810"/>
                <a:gd name="connsiteX30" fmla="*/ 52957 w 111477"/>
                <a:gd name="connsiteY30" fmla="*/ 103758 h 106810"/>
                <a:gd name="connsiteX31" fmla="*/ 48663 w 111477"/>
                <a:gd name="connsiteY31" fmla="*/ 102037 h 106810"/>
                <a:gd name="connsiteX32" fmla="*/ 42836 w 111477"/>
                <a:gd name="connsiteY32" fmla="*/ 101725 h 106810"/>
                <a:gd name="connsiteX33" fmla="*/ 38696 w 111477"/>
                <a:gd name="connsiteY33" fmla="*/ 99222 h 106810"/>
                <a:gd name="connsiteX34" fmla="*/ 40843 w 111477"/>
                <a:gd name="connsiteY34" fmla="*/ 89370 h 106810"/>
                <a:gd name="connsiteX35" fmla="*/ 46210 w 111477"/>
                <a:gd name="connsiteY35" fmla="*/ 67320 h 106810"/>
                <a:gd name="connsiteX36" fmla="*/ 48357 w 111477"/>
                <a:gd name="connsiteY36" fmla="*/ 62472 h 106810"/>
                <a:gd name="connsiteX37" fmla="*/ 86385 w 111477"/>
                <a:gd name="connsiteY37" fmla="*/ 17903 h 106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477" h="106810">
                  <a:moveTo>
                    <a:pt x="86385" y="17903"/>
                  </a:moveTo>
                  <a:lnTo>
                    <a:pt x="88531" y="15713"/>
                  </a:lnTo>
                  <a:cubicBezTo>
                    <a:pt x="93132" y="11022"/>
                    <a:pt x="98192" y="5705"/>
                    <a:pt x="108619" y="4923"/>
                  </a:cubicBezTo>
                  <a:cubicBezTo>
                    <a:pt x="110306" y="4766"/>
                    <a:pt x="111686" y="4766"/>
                    <a:pt x="111686" y="1951"/>
                  </a:cubicBezTo>
                  <a:cubicBezTo>
                    <a:pt x="111686" y="700"/>
                    <a:pt x="110919" y="75"/>
                    <a:pt x="109692" y="75"/>
                  </a:cubicBezTo>
                  <a:cubicBezTo>
                    <a:pt x="105705" y="75"/>
                    <a:pt x="101259" y="544"/>
                    <a:pt x="97118" y="544"/>
                  </a:cubicBezTo>
                  <a:cubicBezTo>
                    <a:pt x="92058" y="544"/>
                    <a:pt x="86691" y="75"/>
                    <a:pt x="81785" y="75"/>
                  </a:cubicBezTo>
                  <a:cubicBezTo>
                    <a:pt x="80865" y="75"/>
                    <a:pt x="78871" y="75"/>
                    <a:pt x="78871" y="3046"/>
                  </a:cubicBezTo>
                  <a:cubicBezTo>
                    <a:pt x="78871" y="4766"/>
                    <a:pt x="80404" y="4923"/>
                    <a:pt x="81171" y="4923"/>
                  </a:cubicBezTo>
                  <a:cubicBezTo>
                    <a:pt x="82245" y="4923"/>
                    <a:pt x="86691" y="5235"/>
                    <a:pt x="86691" y="8519"/>
                  </a:cubicBezTo>
                  <a:cubicBezTo>
                    <a:pt x="86691" y="11178"/>
                    <a:pt x="83165" y="15244"/>
                    <a:pt x="82551" y="16026"/>
                  </a:cubicBezTo>
                  <a:lnTo>
                    <a:pt x="46977" y="57781"/>
                  </a:lnTo>
                  <a:lnTo>
                    <a:pt x="30109" y="11334"/>
                  </a:lnTo>
                  <a:cubicBezTo>
                    <a:pt x="29189" y="9145"/>
                    <a:pt x="29189" y="8832"/>
                    <a:pt x="29189" y="8676"/>
                  </a:cubicBezTo>
                  <a:cubicBezTo>
                    <a:pt x="29189" y="4923"/>
                    <a:pt x="36703" y="4923"/>
                    <a:pt x="38236" y="4923"/>
                  </a:cubicBezTo>
                  <a:cubicBezTo>
                    <a:pt x="40383" y="4923"/>
                    <a:pt x="41916" y="4923"/>
                    <a:pt x="41916" y="1795"/>
                  </a:cubicBezTo>
                  <a:cubicBezTo>
                    <a:pt x="41916" y="75"/>
                    <a:pt x="40076" y="75"/>
                    <a:pt x="39616" y="75"/>
                  </a:cubicBezTo>
                  <a:cubicBezTo>
                    <a:pt x="35323" y="75"/>
                    <a:pt x="24589" y="544"/>
                    <a:pt x="20296" y="544"/>
                  </a:cubicBezTo>
                  <a:cubicBezTo>
                    <a:pt x="16462" y="544"/>
                    <a:pt x="6955" y="75"/>
                    <a:pt x="3122" y="75"/>
                  </a:cubicBezTo>
                  <a:cubicBezTo>
                    <a:pt x="2202" y="75"/>
                    <a:pt x="208" y="75"/>
                    <a:pt x="208" y="3202"/>
                  </a:cubicBezTo>
                  <a:cubicBezTo>
                    <a:pt x="208" y="4923"/>
                    <a:pt x="1742" y="4923"/>
                    <a:pt x="3735" y="4923"/>
                  </a:cubicBezTo>
                  <a:cubicBezTo>
                    <a:pt x="12935" y="4923"/>
                    <a:pt x="13549" y="6330"/>
                    <a:pt x="14929" y="10240"/>
                  </a:cubicBezTo>
                  <a:lnTo>
                    <a:pt x="33789" y="61690"/>
                  </a:lnTo>
                  <a:cubicBezTo>
                    <a:pt x="33943" y="62159"/>
                    <a:pt x="34403" y="63880"/>
                    <a:pt x="34403" y="64349"/>
                  </a:cubicBezTo>
                  <a:cubicBezTo>
                    <a:pt x="34403" y="64818"/>
                    <a:pt x="28269" y="89996"/>
                    <a:pt x="27503" y="92811"/>
                  </a:cubicBezTo>
                  <a:cubicBezTo>
                    <a:pt x="25509" y="101412"/>
                    <a:pt x="25356" y="101881"/>
                    <a:pt x="13089" y="102037"/>
                  </a:cubicBezTo>
                  <a:cubicBezTo>
                    <a:pt x="10175" y="102037"/>
                    <a:pt x="8949" y="102037"/>
                    <a:pt x="8949" y="105165"/>
                  </a:cubicBezTo>
                  <a:cubicBezTo>
                    <a:pt x="8949" y="106885"/>
                    <a:pt x="10789" y="106885"/>
                    <a:pt x="11095" y="106885"/>
                  </a:cubicBezTo>
                  <a:cubicBezTo>
                    <a:pt x="15389" y="106885"/>
                    <a:pt x="26123" y="106416"/>
                    <a:pt x="30416" y="106416"/>
                  </a:cubicBezTo>
                  <a:cubicBezTo>
                    <a:pt x="34709" y="106416"/>
                    <a:pt x="45750" y="106885"/>
                    <a:pt x="50043" y="106885"/>
                  </a:cubicBezTo>
                  <a:cubicBezTo>
                    <a:pt x="51117" y="106885"/>
                    <a:pt x="52957" y="106885"/>
                    <a:pt x="52957" y="103758"/>
                  </a:cubicBezTo>
                  <a:cubicBezTo>
                    <a:pt x="52957" y="102037"/>
                    <a:pt x="51577" y="102037"/>
                    <a:pt x="48663" y="102037"/>
                  </a:cubicBezTo>
                  <a:cubicBezTo>
                    <a:pt x="48357" y="102037"/>
                    <a:pt x="45443" y="102037"/>
                    <a:pt x="42836" y="101725"/>
                  </a:cubicBezTo>
                  <a:cubicBezTo>
                    <a:pt x="39616" y="101412"/>
                    <a:pt x="38696" y="101099"/>
                    <a:pt x="38696" y="99222"/>
                  </a:cubicBezTo>
                  <a:cubicBezTo>
                    <a:pt x="38696" y="98128"/>
                    <a:pt x="40076" y="92654"/>
                    <a:pt x="40843" y="89370"/>
                  </a:cubicBezTo>
                  <a:lnTo>
                    <a:pt x="46210" y="67320"/>
                  </a:lnTo>
                  <a:cubicBezTo>
                    <a:pt x="46977" y="64349"/>
                    <a:pt x="47130" y="63880"/>
                    <a:pt x="48357" y="62472"/>
                  </a:cubicBezTo>
                  <a:lnTo>
                    <a:pt x="86385" y="1790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38" name="Freeform: Shape 2437">
              <a:extLst>
                <a:ext uri="{FF2B5EF4-FFF2-40B4-BE49-F238E27FC236}">
                  <a16:creationId xmlns:a16="http://schemas.microsoft.com/office/drawing/2014/main" id="{1585B652-E254-742F-7153-60C7B9946887}"/>
                </a:ext>
              </a:extLst>
            </p:cNvPr>
            <p:cNvSpPr/>
            <p:nvPr>
              <p:custDataLst>
                <p:tags r:id="rId38"/>
              </p:custDataLst>
            </p:nvPr>
          </p:nvSpPr>
          <p:spPr>
            <a:xfrm>
              <a:off x="10588445" y="6153447"/>
              <a:ext cx="35574" cy="156384"/>
            </a:xfrm>
            <a:custGeom>
              <a:avLst/>
              <a:gdLst>
                <a:gd name="connsiteX0" fmla="*/ 35791 w 35574"/>
                <a:gd name="connsiteY0" fmla="*/ 78267 h 156384"/>
                <a:gd name="connsiteX1" fmla="*/ 25670 w 35574"/>
                <a:gd name="connsiteY1" fmla="*/ 29475 h 156384"/>
                <a:gd name="connsiteX2" fmla="*/ 1750 w 35574"/>
                <a:gd name="connsiteY2" fmla="*/ 75 h 156384"/>
                <a:gd name="connsiteX3" fmla="*/ 216 w 35574"/>
                <a:gd name="connsiteY3" fmla="*/ 1639 h 156384"/>
                <a:gd name="connsiteX4" fmla="*/ 3130 w 35574"/>
                <a:gd name="connsiteY4" fmla="*/ 5235 h 156384"/>
                <a:gd name="connsiteX5" fmla="*/ 26897 w 35574"/>
                <a:gd name="connsiteY5" fmla="*/ 78267 h 156384"/>
                <a:gd name="connsiteX6" fmla="*/ 2210 w 35574"/>
                <a:gd name="connsiteY6" fmla="*/ 152237 h 156384"/>
                <a:gd name="connsiteX7" fmla="*/ 216 w 35574"/>
                <a:gd name="connsiteY7" fmla="*/ 154895 h 156384"/>
                <a:gd name="connsiteX8" fmla="*/ 1750 w 35574"/>
                <a:gd name="connsiteY8" fmla="*/ 156459 h 156384"/>
                <a:gd name="connsiteX9" fmla="*/ 26131 w 35574"/>
                <a:gd name="connsiteY9" fmla="*/ 125964 h 156384"/>
                <a:gd name="connsiteX10" fmla="*/ 35791 w 35574"/>
                <a:gd name="connsiteY10" fmla="*/ 78267 h 156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74" h="156384">
                  <a:moveTo>
                    <a:pt x="35791" y="78267"/>
                  </a:moveTo>
                  <a:cubicBezTo>
                    <a:pt x="35791" y="66069"/>
                    <a:pt x="34104" y="47146"/>
                    <a:pt x="25670" y="29475"/>
                  </a:cubicBezTo>
                  <a:cubicBezTo>
                    <a:pt x="16470" y="10240"/>
                    <a:pt x="3283" y="75"/>
                    <a:pt x="1750" y="75"/>
                  </a:cubicBezTo>
                  <a:cubicBezTo>
                    <a:pt x="830" y="75"/>
                    <a:pt x="216" y="700"/>
                    <a:pt x="216" y="1639"/>
                  </a:cubicBezTo>
                  <a:cubicBezTo>
                    <a:pt x="216" y="2108"/>
                    <a:pt x="216" y="2420"/>
                    <a:pt x="3130" y="5235"/>
                  </a:cubicBezTo>
                  <a:cubicBezTo>
                    <a:pt x="18157" y="20717"/>
                    <a:pt x="26897" y="45583"/>
                    <a:pt x="26897" y="78267"/>
                  </a:cubicBezTo>
                  <a:cubicBezTo>
                    <a:pt x="26897" y="105009"/>
                    <a:pt x="21224" y="132532"/>
                    <a:pt x="2210" y="152237"/>
                  </a:cubicBezTo>
                  <a:cubicBezTo>
                    <a:pt x="216" y="154113"/>
                    <a:pt x="216" y="154426"/>
                    <a:pt x="216" y="154895"/>
                  </a:cubicBezTo>
                  <a:cubicBezTo>
                    <a:pt x="216" y="155834"/>
                    <a:pt x="830" y="156459"/>
                    <a:pt x="1750" y="156459"/>
                  </a:cubicBezTo>
                  <a:cubicBezTo>
                    <a:pt x="3283" y="156459"/>
                    <a:pt x="17084" y="145825"/>
                    <a:pt x="26131" y="125964"/>
                  </a:cubicBezTo>
                  <a:cubicBezTo>
                    <a:pt x="33951" y="108762"/>
                    <a:pt x="35791" y="91403"/>
                    <a:pt x="35791" y="7826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39" name="Freeform: Shape 2438">
              <a:extLst>
                <a:ext uri="{FF2B5EF4-FFF2-40B4-BE49-F238E27FC236}">
                  <a16:creationId xmlns:a16="http://schemas.microsoft.com/office/drawing/2014/main" id="{066AB75E-D012-3172-6E74-007650E11A1C}"/>
                </a:ext>
              </a:extLst>
            </p:cNvPr>
            <p:cNvSpPr/>
            <p:nvPr>
              <p:custDataLst>
                <p:tags r:id="rId39"/>
              </p:custDataLst>
            </p:nvPr>
          </p:nvSpPr>
          <p:spPr>
            <a:xfrm>
              <a:off x="10690516" y="6213342"/>
              <a:ext cx="101970" cy="36593"/>
            </a:xfrm>
            <a:custGeom>
              <a:avLst/>
              <a:gdLst>
                <a:gd name="connsiteX0" fmla="*/ 96980 w 101970"/>
                <a:gd name="connsiteY0" fmla="*/ 6330 h 36593"/>
                <a:gd name="connsiteX1" fmla="*/ 102193 w 101970"/>
                <a:gd name="connsiteY1" fmla="*/ 3202 h 36593"/>
                <a:gd name="connsiteX2" fmla="*/ 97133 w 101970"/>
                <a:gd name="connsiteY2" fmla="*/ 75 h 36593"/>
                <a:gd name="connsiteX3" fmla="*/ 5283 w 101970"/>
                <a:gd name="connsiteY3" fmla="*/ 75 h 36593"/>
                <a:gd name="connsiteX4" fmla="*/ 223 w 101970"/>
                <a:gd name="connsiteY4" fmla="*/ 3202 h 36593"/>
                <a:gd name="connsiteX5" fmla="*/ 5436 w 101970"/>
                <a:gd name="connsiteY5" fmla="*/ 6330 h 36593"/>
                <a:gd name="connsiteX6" fmla="*/ 96980 w 101970"/>
                <a:gd name="connsiteY6" fmla="*/ 6330 h 36593"/>
                <a:gd name="connsiteX7" fmla="*/ 97133 w 101970"/>
                <a:gd name="connsiteY7" fmla="*/ 36669 h 36593"/>
                <a:gd name="connsiteX8" fmla="*/ 102193 w 101970"/>
                <a:gd name="connsiteY8" fmla="*/ 33541 h 36593"/>
                <a:gd name="connsiteX9" fmla="*/ 96980 w 101970"/>
                <a:gd name="connsiteY9" fmla="*/ 30413 h 36593"/>
                <a:gd name="connsiteX10" fmla="*/ 5436 w 101970"/>
                <a:gd name="connsiteY10" fmla="*/ 30413 h 36593"/>
                <a:gd name="connsiteX11" fmla="*/ 223 w 101970"/>
                <a:gd name="connsiteY11" fmla="*/ 33541 h 36593"/>
                <a:gd name="connsiteX12" fmla="*/ 5283 w 101970"/>
                <a:gd name="connsiteY12" fmla="*/ 36669 h 36593"/>
                <a:gd name="connsiteX13" fmla="*/ 97133 w 101970"/>
                <a:gd name="connsiteY13" fmla="*/ 36669 h 36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970" h="36593">
                  <a:moveTo>
                    <a:pt x="96980" y="6330"/>
                  </a:moveTo>
                  <a:cubicBezTo>
                    <a:pt x="99280" y="6330"/>
                    <a:pt x="102193" y="6330"/>
                    <a:pt x="102193" y="3202"/>
                  </a:cubicBezTo>
                  <a:cubicBezTo>
                    <a:pt x="102193" y="75"/>
                    <a:pt x="99280" y="75"/>
                    <a:pt x="97133" y="75"/>
                  </a:cubicBezTo>
                  <a:lnTo>
                    <a:pt x="5283" y="75"/>
                  </a:lnTo>
                  <a:cubicBezTo>
                    <a:pt x="3136" y="75"/>
                    <a:pt x="223" y="75"/>
                    <a:pt x="223" y="3202"/>
                  </a:cubicBezTo>
                  <a:cubicBezTo>
                    <a:pt x="223" y="6330"/>
                    <a:pt x="3136" y="6330"/>
                    <a:pt x="5436" y="6330"/>
                  </a:cubicBezTo>
                  <a:lnTo>
                    <a:pt x="96980" y="6330"/>
                  </a:lnTo>
                  <a:close/>
                  <a:moveTo>
                    <a:pt x="97133" y="36669"/>
                  </a:moveTo>
                  <a:cubicBezTo>
                    <a:pt x="99280" y="36669"/>
                    <a:pt x="102193" y="36669"/>
                    <a:pt x="102193" y="33541"/>
                  </a:cubicBezTo>
                  <a:cubicBezTo>
                    <a:pt x="102193" y="30413"/>
                    <a:pt x="99280" y="30413"/>
                    <a:pt x="96980" y="30413"/>
                  </a:cubicBezTo>
                  <a:lnTo>
                    <a:pt x="5436" y="30413"/>
                  </a:lnTo>
                  <a:cubicBezTo>
                    <a:pt x="3136" y="30413"/>
                    <a:pt x="223" y="30413"/>
                    <a:pt x="223" y="33541"/>
                  </a:cubicBezTo>
                  <a:cubicBezTo>
                    <a:pt x="223" y="36669"/>
                    <a:pt x="3136" y="36669"/>
                    <a:pt x="5283" y="36669"/>
                  </a:cubicBezTo>
                  <a:lnTo>
                    <a:pt x="97133" y="3666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40" name="Freeform: Shape 2439">
              <a:extLst>
                <a:ext uri="{FF2B5EF4-FFF2-40B4-BE49-F238E27FC236}">
                  <a16:creationId xmlns:a16="http://schemas.microsoft.com/office/drawing/2014/main" id="{C94C6F86-F629-537D-AC8A-19BB94F036CC}"/>
                </a:ext>
              </a:extLst>
            </p:cNvPr>
            <p:cNvSpPr/>
            <p:nvPr>
              <p:custDataLst>
                <p:tags r:id="rId40"/>
              </p:custDataLst>
            </p:nvPr>
          </p:nvSpPr>
          <p:spPr>
            <a:xfrm>
              <a:off x="10845933" y="6163612"/>
              <a:ext cx="95836" cy="107123"/>
            </a:xfrm>
            <a:custGeom>
              <a:avLst/>
              <a:gdLst>
                <a:gd name="connsiteX0" fmla="*/ 37801 w 95836"/>
                <a:gd name="connsiteY0" fmla="*/ 54653 h 107123"/>
                <a:gd name="connsiteX1" fmla="*/ 54362 w 95836"/>
                <a:gd name="connsiteY1" fmla="*/ 57937 h 107123"/>
                <a:gd name="connsiteX2" fmla="*/ 62336 w 95836"/>
                <a:gd name="connsiteY2" fmla="*/ 72168 h 107123"/>
                <a:gd name="connsiteX3" fmla="*/ 65096 w 95836"/>
                <a:gd name="connsiteY3" fmla="*/ 76390 h 107123"/>
                <a:gd name="connsiteX4" fmla="*/ 67703 w 95836"/>
                <a:gd name="connsiteY4" fmla="*/ 71386 h 107123"/>
                <a:gd name="connsiteX5" fmla="*/ 67703 w 95836"/>
                <a:gd name="connsiteY5" fmla="*/ 29006 h 107123"/>
                <a:gd name="connsiteX6" fmla="*/ 65096 w 95836"/>
                <a:gd name="connsiteY6" fmla="*/ 24002 h 107123"/>
                <a:gd name="connsiteX7" fmla="*/ 62336 w 95836"/>
                <a:gd name="connsiteY7" fmla="*/ 27598 h 107123"/>
                <a:gd name="connsiteX8" fmla="*/ 37801 w 95836"/>
                <a:gd name="connsiteY8" fmla="*/ 49023 h 107123"/>
                <a:gd name="connsiteX9" fmla="*/ 37801 w 95836"/>
                <a:gd name="connsiteY9" fmla="*/ 16026 h 107123"/>
                <a:gd name="connsiteX10" fmla="*/ 44395 w 95836"/>
                <a:gd name="connsiteY10" fmla="*/ 5548 h 107123"/>
                <a:gd name="connsiteX11" fmla="*/ 51755 w 95836"/>
                <a:gd name="connsiteY11" fmla="*/ 5548 h 107123"/>
                <a:gd name="connsiteX12" fmla="*/ 83650 w 95836"/>
                <a:gd name="connsiteY12" fmla="*/ 27129 h 107123"/>
                <a:gd name="connsiteX13" fmla="*/ 86410 w 95836"/>
                <a:gd name="connsiteY13" fmla="*/ 30726 h 107123"/>
                <a:gd name="connsiteX14" fmla="*/ 89017 w 95836"/>
                <a:gd name="connsiteY14" fmla="*/ 25565 h 107123"/>
                <a:gd name="connsiteX15" fmla="*/ 89017 w 95836"/>
                <a:gd name="connsiteY15" fmla="*/ 5235 h 107123"/>
                <a:gd name="connsiteX16" fmla="*/ 83956 w 95836"/>
                <a:gd name="connsiteY16" fmla="*/ 75 h 107123"/>
                <a:gd name="connsiteX17" fmla="*/ 5447 w 95836"/>
                <a:gd name="connsiteY17" fmla="*/ 75 h 107123"/>
                <a:gd name="connsiteX18" fmla="*/ 233 w 95836"/>
                <a:gd name="connsiteY18" fmla="*/ 2890 h 107123"/>
                <a:gd name="connsiteX19" fmla="*/ 4374 w 95836"/>
                <a:gd name="connsiteY19" fmla="*/ 5548 h 107123"/>
                <a:gd name="connsiteX20" fmla="*/ 13727 w 95836"/>
                <a:gd name="connsiteY20" fmla="*/ 14462 h 107123"/>
                <a:gd name="connsiteX21" fmla="*/ 13727 w 95836"/>
                <a:gd name="connsiteY21" fmla="*/ 92811 h 107123"/>
                <a:gd name="connsiteX22" fmla="*/ 5140 w 95836"/>
                <a:gd name="connsiteY22" fmla="*/ 101725 h 107123"/>
                <a:gd name="connsiteX23" fmla="*/ 233 w 95836"/>
                <a:gd name="connsiteY23" fmla="*/ 104383 h 107123"/>
                <a:gd name="connsiteX24" fmla="*/ 5447 w 95836"/>
                <a:gd name="connsiteY24" fmla="*/ 107198 h 107123"/>
                <a:gd name="connsiteX25" fmla="*/ 86717 w 95836"/>
                <a:gd name="connsiteY25" fmla="*/ 107198 h 107123"/>
                <a:gd name="connsiteX26" fmla="*/ 91623 w 95836"/>
                <a:gd name="connsiteY26" fmla="*/ 105009 h 107123"/>
                <a:gd name="connsiteX27" fmla="*/ 96070 w 95836"/>
                <a:gd name="connsiteY27" fmla="*/ 77954 h 107123"/>
                <a:gd name="connsiteX28" fmla="*/ 93463 w 95836"/>
                <a:gd name="connsiteY28" fmla="*/ 75139 h 107123"/>
                <a:gd name="connsiteX29" fmla="*/ 90703 w 95836"/>
                <a:gd name="connsiteY29" fmla="*/ 77329 h 107123"/>
                <a:gd name="connsiteX30" fmla="*/ 77056 w 95836"/>
                <a:gd name="connsiteY30" fmla="*/ 94687 h 107123"/>
                <a:gd name="connsiteX31" fmla="*/ 52829 w 95836"/>
                <a:gd name="connsiteY31" fmla="*/ 101725 h 107123"/>
                <a:gd name="connsiteX32" fmla="*/ 44395 w 95836"/>
                <a:gd name="connsiteY32" fmla="*/ 101725 h 107123"/>
                <a:gd name="connsiteX33" fmla="*/ 37801 w 95836"/>
                <a:gd name="connsiteY33" fmla="*/ 91247 h 107123"/>
                <a:gd name="connsiteX34" fmla="*/ 37801 w 95836"/>
                <a:gd name="connsiteY34" fmla="*/ 54653 h 107123"/>
                <a:gd name="connsiteX35" fmla="*/ 83650 w 95836"/>
                <a:gd name="connsiteY35" fmla="*/ 5548 h 107123"/>
                <a:gd name="connsiteX36" fmla="*/ 83650 w 95836"/>
                <a:gd name="connsiteY36" fmla="*/ 13055 h 107123"/>
                <a:gd name="connsiteX37" fmla="*/ 74909 w 95836"/>
                <a:gd name="connsiteY37" fmla="*/ 5548 h 107123"/>
                <a:gd name="connsiteX38" fmla="*/ 83650 w 95836"/>
                <a:gd name="connsiteY38" fmla="*/ 5548 h 107123"/>
                <a:gd name="connsiteX39" fmla="*/ 53749 w 95836"/>
                <a:gd name="connsiteY39" fmla="*/ 51369 h 107123"/>
                <a:gd name="connsiteX40" fmla="*/ 62336 w 95836"/>
                <a:gd name="connsiteY40" fmla="*/ 44644 h 107123"/>
                <a:gd name="connsiteX41" fmla="*/ 62336 w 95836"/>
                <a:gd name="connsiteY41" fmla="*/ 57781 h 107123"/>
                <a:gd name="connsiteX42" fmla="*/ 53749 w 95836"/>
                <a:gd name="connsiteY42" fmla="*/ 51525 h 107123"/>
                <a:gd name="connsiteX43" fmla="*/ 53749 w 95836"/>
                <a:gd name="connsiteY43" fmla="*/ 51369 h 107123"/>
                <a:gd name="connsiteX44" fmla="*/ 19094 w 95836"/>
                <a:gd name="connsiteY44" fmla="*/ 14149 h 107123"/>
                <a:gd name="connsiteX45" fmla="*/ 17867 w 95836"/>
                <a:gd name="connsiteY45" fmla="*/ 5548 h 107123"/>
                <a:gd name="connsiteX46" fmla="*/ 34121 w 95836"/>
                <a:gd name="connsiteY46" fmla="*/ 5548 h 107123"/>
                <a:gd name="connsiteX47" fmla="*/ 32435 w 95836"/>
                <a:gd name="connsiteY47" fmla="*/ 15713 h 107123"/>
                <a:gd name="connsiteX48" fmla="*/ 32435 w 95836"/>
                <a:gd name="connsiteY48" fmla="*/ 91560 h 107123"/>
                <a:gd name="connsiteX49" fmla="*/ 34121 w 95836"/>
                <a:gd name="connsiteY49" fmla="*/ 101725 h 107123"/>
                <a:gd name="connsiteX50" fmla="*/ 17867 w 95836"/>
                <a:gd name="connsiteY50" fmla="*/ 101725 h 107123"/>
                <a:gd name="connsiteX51" fmla="*/ 19094 w 95836"/>
                <a:gd name="connsiteY51" fmla="*/ 93123 h 107123"/>
                <a:gd name="connsiteX52" fmla="*/ 19094 w 95836"/>
                <a:gd name="connsiteY52" fmla="*/ 14149 h 107123"/>
                <a:gd name="connsiteX53" fmla="*/ 76136 w 95836"/>
                <a:gd name="connsiteY53" fmla="*/ 101725 h 107123"/>
                <a:gd name="connsiteX54" fmla="*/ 76136 w 95836"/>
                <a:gd name="connsiteY54" fmla="*/ 101568 h 107123"/>
                <a:gd name="connsiteX55" fmla="*/ 88250 w 95836"/>
                <a:gd name="connsiteY55" fmla="*/ 92967 h 107123"/>
                <a:gd name="connsiteX56" fmla="*/ 86870 w 95836"/>
                <a:gd name="connsiteY56" fmla="*/ 101725 h 107123"/>
                <a:gd name="connsiteX57" fmla="*/ 76136 w 95836"/>
                <a:gd name="connsiteY57" fmla="*/ 101725 h 107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5836" h="107123">
                  <a:moveTo>
                    <a:pt x="37801" y="54653"/>
                  </a:moveTo>
                  <a:cubicBezTo>
                    <a:pt x="41635" y="54653"/>
                    <a:pt x="48995" y="54653"/>
                    <a:pt x="54362" y="57937"/>
                  </a:cubicBezTo>
                  <a:cubicBezTo>
                    <a:pt x="61722" y="62785"/>
                    <a:pt x="62336" y="71230"/>
                    <a:pt x="62336" y="72168"/>
                  </a:cubicBezTo>
                  <a:cubicBezTo>
                    <a:pt x="62489" y="74357"/>
                    <a:pt x="62489" y="76390"/>
                    <a:pt x="65096" y="76390"/>
                  </a:cubicBezTo>
                  <a:cubicBezTo>
                    <a:pt x="67703" y="76390"/>
                    <a:pt x="67703" y="74201"/>
                    <a:pt x="67703" y="71386"/>
                  </a:cubicBezTo>
                  <a:lnTo>
                    <a:pt x="67703" y="29006"/>
                  </a:lnTo>
                  <a:cubicBezTo>
                    <a:pt x="67703" y="26504"/>
                    <a:pt x="67703" y="24002"/>
                    <a:pt x="65096" y="24002"/>
                  </a:cubicBezTo>
                  <a:cubicBezTo>
                    <a:pt x="62489" y="24002"/>
                    <a:pt x="62336" y="26347"/>
                    <a:pt x="62336" y="27598"/>
                  </a:cubicBezTo>
                  <a:cubicBezTo>
                    <a:pt x="61416" y="47772"/>
                    <a:pt x="45775" y="48867"/>
                    <a:pt x="37801" y="49023"/>
                  </a:cubicBezTo>
                  <a:lnTo>
                    <a:pt x="37801" y="16026"/>
                  </a:lnTo>
                  <a:cubicBezTo>
                    <a:pt x="37801" y="5548"/>
                    <a:pt x="40715" y="5548"/>
                    <a:pt x="44395" y="5548"/>
                  </a:cubicBezTo>
                  <a:lnTo>
                    <a:pt x="51755" y="5548"/>
                  </a:lnTo>
                  <a:cubicBezTo>
                    <a:pt x="72456" y="5548"/>
                    <a:pt x="82730" y="16339"/>
                    <a:pt x="83650" y="27129"/>
                  </a:cubicBezTo>
                  <a:cubicBezTo>
                    <a:pt x="83803" y="28380"/>
                    <a:pt x="83956" y="30726"/>
                    <a:pt x="86410" y="30726"/>
                  </a:cubicBezTo>
                  <a:cubicBezTo>
                    <a:pt x="89017" y="30726"/>
                    <a:pt x="89017" y="28224"/>
                    <a:pt x="89017" y="25565"/>
                  </a:cubicBezTo>
                  <a:lnTo>
                    <a:pt x="89017" y="5235"/>
                  </a:lnTo>
                  <a:cubicBezTo>
                    <a:pt x="89017" y="387"/>
                    <a:pt x="88710" y="75"/>
                    <a:pt x="83956" y="75"/>
                  </a:cubicBezTo>
                  <a:lnTo>
                    <a:pt x="5447" y="75"/>
                  </a:lnTo>
                  <a:cubicBezTo>
                    <a:pt x="2687" y="75"/>
                    <a:pt x="233" y="75"/>
                    <a:pt x="233" y="2890"/>
                  </a:cubicBezTo>
                  <a:cubicBezTo>
                    <a:pt x="233" y="5548"/>
                    <a:pt x="3147" y="5548"/>
                    <a:pt x="4374" y="5548"/>
                  </a:cubicBezTo>
                  <a:cubicBezTo>
                    <a:pt x="13114" y="5548"/>
                    <a:pt x="13727" y="6799"/>
                    <a:pt x="13727" y="14462"/>
                  </a:cubicBezTo>
                  <a:lnTo>
                    <a:pt x="13727" y="92811"/>
                  </a:lnTo>
                  <a:cubicBezTo>
                    <a:pt x="13727" y="100161"/>
                    <a:pt x="13267" y="101725"/>
                    <a:pt x="5140" y="101725"/>
                  </a:cubicBezTo>
                  <a:cubicBezTo>
                    <a:pt x="2840" y="101725"/>
                    <a:pt x="233" y="101725"/>
                    <a:pt x="233" y="104383"/>
                  </a:cubicBezTo>
                  <a:cubicBezTo>
                    <a:pt x="233" y="107198"/>
                    <a:pt x="2687" y="107198"/>
                    <a:pt x="5447" y="107198"/>
                  </a:cubicBezTo>
                  <a:lnTo>
                    <a:pt x="86717" y="107198"/>
                  </a:lnTo>
                  <a:cubicBezTo>
                    <a:pt x="89630" y="107198"/>
                    <a:pt x="91163" y="107198"/>
                    <a:pt x="91623" y="105009"/>
                  </a:cubicBezTo>
                  <a:cubicBezTo>
                    <a:pt x="91777" y="104852"/>
                    <a:pt x="96070" y="78736"/>
                    <a:pt x="96070" y="77954"/>
                  </a:cubicBezTo>
                  <a:cubicBezTo>
                    <a:pt x="96070" y="76234"/>
                    <a:pt x="94690" y="75139"/>
                    <a:pt x="93463" y="75139"/>
                  </a:cubicBezTo>
                  <a:cubicBezTo>
                    <a:pt x="91317" y="75139"/>
                    <a:pt x="90703" y="77172"/>
                    <a:pt x="90703" y="77329"/>
                  </a:cubicBezTo>
                  <a:cubicBezTo>
                    <a:pt x="89783" y="81395"/>
                    <a:pt x="88250" y="87963"/>
                    <a:pt x="77056" y="94687"/>
                  </a:cubicBezTo>
                  <a:cubicBezTo>
                    <a:pt x="69083" y="99535"/>
                    <a:pt x="61262" y="101725"/>
                    <a:pt x="52829" y="101725"/>
                  </a:cubicBezTo>
                  <a:lnTo>
                    <a:pt x="44395" y="101725"/>
                  </a:lnTo>
                  <a:cubicBezTo>
                    <a:pt x="40715" y="101725"/>
                    <a:pt x="37801" y="101725"/>
                    <a:pt x="37801" y="91247"/>
                  </a:cubicBezTo>
                  <a:lnTo>
                    <a:pt x="37801" y="54653"/>
                  </a:lnTo>
                  <a:close/>
                  <a:moveTo>
                    <a:pt x="83650" y="5548"/>
                  </a:moveTo>
                  <a:lnTo>
                    <a:pt x="83650" y="13055"/>
                  </a:lnTo>
                  <a:cubicBezTo>
                    <a:pt x="81043" y="10083"/>
                    <a:pt x="78130" y="7581"/>
                    <a:pt x="74909" y="5548"/>
                  </a:cubicBezTo>
                  <a:lnTo>
                    <a:pt x="83650" y="5548"/>
                  </a:lnTo>
                  <a:close/>
                  <a:moveTo>
                    <a:pt x="53749" y="51369"/>
                  </a:moveTo>
                  <a:cubicBezTo>
                    <a:pt x="56202" y="50274"/>
                    <a:pt x="59576" y="47928"/>
                    <a:pt x="62336" y="44644"/>
                  </a:cubicBezTo>
                  <a:lnTo>
                    <a:pt x="62336" y="57781"/>
                  </a:lnTo>
                  <a:cubicBezTo>
                    <a:pt x="58656" y="53558"/>
                    <a:pt x="53902" y="51525"/>
                    <a:pt x="53749" y="51525"/>
                  </a:cubicBezTo>
                  <a:lnTo>
                    <a:pt x="53749" y="51369"/>
                  </a:lnTo>
                  <a:close/>
                  <a:moveTo>
                    <a:pt x="19094" y="14149"/>
                  </a:moveTo>
                  <a:cubicBezTo>
                    <a:pt x="19094" y="12273"/>
                    <a:pt x="19094" y="8363"/>
                    <a:pt x="17867" y="5548"/>
                  </a:cubicBezTo>
                  <a:lnTo>
                    <a:pt x="34121" y="5548"/>
                  </a:lnTo>
                  <a:cubicBezTo>
                    <a:pt x="32435" y="9145"/>
                    <a:pt x="32435" y="14306"/>
                    <a:pt x="32435" y="15713"/>
                  </a:cubicBezTo>
                  <a:lnTo>
                    <a:pt x="32435" y="91560"/>
                  </a:lnTo>
                  <a:cubicBezTo>
                    <a:pt x="32435" y="97189"/>
                    <a:pt x="33508" y="100317"/>
                    <a:pt x="34121" y="101725"/>
                  </a:cubicBezTo>
                  <a:lnTo>
                    <a:pt x="17867" y="101725"/>
                  </a:lnTo>
                  <a:cubicBezTo>
                    <a:pt x="19094" y="98910"/>
                    <a:pt x="19094" y="95000"/>
                    <a:pt x="19094" y="93123"/>
                  </a:cubicBezTo>
                  <a:lnTo>
                    <a:pt x="19094" y="14149"/>
                  </a:lnTo>
                  <a:close/>
                  <a:moveTo>
                    <a:pt x="76136" y="101725"/>
                  </a:moveTo>
                  <a:lnTo>
                    <a:pt x="76136" y="101568"/>
                  </a:lnTo>
                  <a:cubicBezTo>
                    <a:pt x="81043" y="99066"/>
                    <a:pt x="85183" y="95782"/>
                    <a:pt x="88250" y="92967"/>
                  </a:cubicBezTo>
                  <a:cubicBezTo>
                    <a:pt x="88097" y="93593"/>
                    <a:pt x="87023" y="100474"/>
                    <a:pt x="86870" y="101725"/>
                  </a:cubicBezTo>
                  <a:lnTo>
                    <a:pt x="76136" y="10172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41" name="Freeform: Shape 2440">
              <a:extLst>
                <a:ext uri="{FF2B5EF4-FFF2-40B4-BE49-F238E27FC236}">
                  <a16:creationId xmlns:a16="http://schemas.microsoft.com/office/drawing/2014/main" id="{F2FF7A2A-F975-B836-B70D-DDB3ADC1E271}"/>
                </a:ext>
              </a:extLst>
            </p:cNvPr>
            <p:cNvSpPr/>
            <p:nvPr>
              <p:custDataLst>
                <p:tags r:id="rId41"/>
              </p:custDataLst>
            </p:nvPr>
          </p:nvSpPr>
          <p:spPr>
            <a:xfrm>
              <a:off x="10961193" y="6153447"/>
              <a:ext cx="35574" cy="156384"/>
            </a:xfrm>
            <a:custGeom>
              <a:avLst/>
              <a:gdLst>
                <a:gd name="connsiteX0" fmla="*/ 35815 w 35574"/>
                <a:gd name="connsiteY0" fmla="*/ 154895 h 156384"/>
                <a:gd name="connsiteX1" fmla="*/ 33208 w 35574"/>
                <a:gd name="connsiteY1" fmla="*/ 151455 h 156384"/>
                <a:gd name="connsiteX2" fmla="*/ 9134 w 35574"/>
                <a:gd name="connsiteY2" fmla="*/ 78267 h 156384"/>
                <a:gd name="connsiteX3" fmla="*/ 33821 w 35574"/>
                <a:gd name="connsiteY3" fmla="*/ 4297 h 156384"/>
                <a:gd name="connsiteX4" fmla="*/ 35815 w 35574"/>
                <a:gd name="connsiteY4" fmla="*/ 1639 h 156384"/>
                <a:gd name="connsiteX5" fmla="*/ 34281 w 35574"/>
                <a:gd name="connsiteY5" fmla="*/ 75 h 156384"/>
                <a:gd name="connsiteX6" fmla="*/ 9900 w 35574"/>
                <a:gd name="connsiteY6" fmla="*/ 30570 h 156384"/>
                <a:gd name="connsiteX7" fmla="*/ 240 w 35574"/>
                <a:gd name="connsiteY7" fmla="*/ 78267 h 156384"/>
                <a:gd name="connsiteX8" fmla="*/ 10360 w 35574"/>
                <a:gd name="connsiteY8" fmla="*/ 127059 h 156384"/>
                <a:gd name="connsiteX9" fmla="*/ 34281 w 35574"/>
                <a:gd name="connsiteY9" fmla="*/ 156459 h 156384"/>
                <a:gd name="connsiteX10" fmla="*/ 35815 w 35574"/>
                <a:gd name="connsiteY10" fmla="*/ 154895 h 156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74" h="156384">
                  <a:moveTo>
                    <a:pt x="35815" y="154895"/>
                  </a:moveTo>
                  <a:cubicBezTo>
                    <a:pt x="35815" y="154426"/>
                    <a:pt x="35815" y="154113"/>
                    <a:pt x="33208" y="151455"/>
                  </a:cubicBezTo>
                  <a:cubicBezTo>
                    <a:pt x="14041" y="131750"/>
                    <a:pt x="9134" y="102194"/>
                    <a:pt x="9134" y="78267"/>
                  </a:cubicBezTo>
                  <a:cubicBezTo>
                    <a:pt x="9134" y="51056"/>
                    <a:pt x="14961" y="23845"/>
                    <a:pt x="33821" y="4297"/>
                  </a:cubicBezTo>
                  <a:cubicBezTo>
                    <a:pt x="35815" y="2420"/>
                    <a:pt x="35815" y="2108"/>
                    <a:pt x="35815" y="1639"/>
                  </a:cubicBezTo>
                  <a:cubicBezTo>
                    <a:pt x="35815" y="544"/>
                    <a:pt x="35201" y="75"/>
                    <a:pt x="34281" y="75"/>
                  </a:cubicBezTo>
                  <a:cubicBezTo>
                    <a:pt x="32748" y="75"/>
                    <a:pt x="18947" y="10709"/>
                    <a:pt x="9900" y="30570"/>
                  </a:cubicBezTo>
                  <a:cubicBezTo>
                    <a:pt x="2080" y="47772"/>
                    <a:pt x="240" y="65131"/>
                    <a:pt x="240" y="78267"/>
                  </a:cubicBezTo>
                  <a:cubicBezTo>
                    <a:pt x="240" y="90465"/>
                    <a:pt x="1927" y="109387"/>
                    <a:pt x="10360" y="127059"/>
                  </a:cubicBezTo>
                  <a:cubicBezTo>
                    <a:pt x="19561" y="146294"/>
                    <a:pt x="32748" y="156459"/>
                    <a:pt x="34281" y="156459"/>
                  </a:cubicBezTo>
                  <a:cubicBezTo>
                    <a:pt x="35201" y="156459"/>
                    <a:pt x="35815" y="155990"/>
                    <a:pt x="35815" y="15489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42" name="Freeform: Shape 2441">
              <a:extLst>
                <a:ext uri="{FF2B5EF4-FFF2-40B4-BE49-F238E27FC236}">
                  <a16:creationId xmlns:a16="http://schemas.microsoft.com/office/drawing/2014/main" id="{4D7FAC29-3A39-CC73-B5F2-DC24D0E5F284}"/>
                </a:ext>
              </a:extLst>
            </p:cNvPr>
            <p:cNvSpPr/>
            <p:nvPr>
              <p:custDataLst>
                <p:tags r:id="rId42"/>
              </p:custDataLst>
            </p:nvPr>
          </p:nvSpPr>
          <p:spPr>
            <a:xfrm>
              <a:off x="11011012" y="6163924"/>
              <a:ext cx="111477" cy="106810"/>
            </a:xfrm>
            <a:custGeom>
              <a:avLst/>
              <a:gdLst>
                <a:gd name="connsiteX0" fmla="*/ 86420 w 111477"/>
                <a:gd name="connsiteY0" fmla="*/ 17903 h 106810"/>
                <a:gd name="connsiteX1" fmla="*/ 88567 w 111477"/>
                <a:gd name="connsiteY1" fmla="*/ 15713 h 106810"/>
                <a:gd name="connsiteX2" fmla="*/ 108655 w 111477"/>
                <a:gd name="connsiteY2" fmla="*/ 4923 h 106810"/>
                <a:gd name="connsiteX3" fmla="*/ 111721 w 111477"/>
                <a:gd name="connsiteY3" fmla="*/ 1951 h 106810"/>
                <a:gd name="connsiteX4" fmla="*/ 109728 w 111477"/>
                <a:gd name="connsiteY4" fmla="*/ 75 h 106810"/>
                <a:gd name="connsiteX5" fmla="*/ 97154 w 111477"/>
                <a:gd name="connsiteY5" fmla="*/ 544 h 106810"/>
                <a:gd name="connsiteX6" fmla="*/ 81820 w 111477"/>
                <a:gd name="connsiteY6" fmla="*/ 75 h 106810"/>
                <a:gd name="connsiteX7" fmla="*/ 78907 w 111477"/>
                <a:gd name="connsiteY7" fmla="*/ 3046 h 106810"/>
                <a:gd name="connsiteX8" fmla="*/ 81207 w 111477"/>
                <a:gd name="connsiteY8" fmla="*/ 4923 h 106810"/>
                <a:gd name="connsiteX9" fmla="*/ 86727 w 111477"/>
                <a:gd name="connsiteY9" fmla="*/ 8519 h 106810"/>
                <a:gd name="connsiteX10" fmla="*/ 82587 w 111477"/>
                <a:gd name="connsiteY10" fmla="*/ 16026 h 106810"/>
                <a:gd name="connsiteX11" fmla="*/ 47012 w 111477"/>
                <a:gd name="connsiteY11" fmla="*/ 57781 h 106810"/>
                <a:gd name="connsiteX12" fmla="*/ 30145 w 111477"/>
                <a:gd name="connsiteY12" fmla="*/ 11334 h 106810"/>
                <a:gd name="connsiteX13" fmla="*/ 29225 w 111477"/>
                <a:gd name="connsiteY13" fmla="*/ 8676 h 106810"/>
                <a:gd name="connsiteX14" fmla="*/ 38272 w 111477"/>
                <a:gd name="connsiteY14" fmla="*/ 4923 h 106810"/>
                <a:gd name="connsiteX15" fmla="*/ 41952 w 111477"/>
                <a:gd name="connsiteY15" fmla="*/ 1795 h 106810"/>
                <a:gd name="connsiteX16" fmla="*/ 39652 w 111477"/>
                <a:gd name="connsiteY16" fmla="*/ 75 h 106810"/>
                <a:gd name="connsiteX17" fmla="*/ 20331 w 111477"/>
                <a:gd name="connsiteY17" fmla="*/ 544 h 106810"/>
                <a:gd name="connsiteX18" fmla="*/ 3157 w 111477"/>
                <a:gd name="connsiteY18" fmla="*/ 75 h 106810"/>
                <a:gd name="connsiteX19" fmla="*/ 244 w 111477"/>
                <a:gd name="connsiteY19" fmla="*/ 3202 h 106810"/>
                <a:gd name="connsiteX20" fmla="*/ 3771 w 111477"/>
                <a:gd name="connsiteY20" fmla="*/ 4923 h 106810"/>
                <a:gd name="connsiteX21" fmla="*/ 14964 w 111477"/>
                <a:gd name="connsiteY21" fmla="*/ 10240 h 106810"/>
                <a:gd name="connsiteX22" fmla="*/ 33825 w 111477"/>
                <a:gd name="connsiteY22" fmla="*/ 61690 h 106810"/>
                <a:gd name="connsiteX23" fmla="*/ 34438 w 111477"/>
                <a:gd name="connsiteY23" fmla="*/ 64349 h 106810"/>
                <a:gd name="connsiteX24" fmla="*/ 27538 w 111477"/>
                <a:gd name="connsiteY24" fmla="*/ 92811 h 106810"/>
                <a:gd name="connsiteX25" fmla="*/ 13124 w 111477"/>
                <a:gd name="connsiteY25" fmla="*/ 102037 h 106810"/>
                <a:gd name="connsiteX26" fmla="*/ 8984 w 111477"/>
                <a:gd name="connsiteY26" fmla="*/ 105165 h 106810"/>
                <a:gd name="connsiteX27" fmla="*/ 11131 w 111477"/>
                <a:gd name="connsiteY27" fmla="*/ 106885 h 106810"/>
                <a:gd name="connsiteX28" fmla="*/ 30452 w 111477"/>
                <a:gd name="connsiteY28" fmla="*/ 106416 h 106810"/>
                <a:gd name="connsiteX29" fmla="*/ 50079 w 111477"/>
                <a:gd name="connsiteY29" fmla="*/ 106885 h 106810"/>
                <a:gd name="connsiteX30" fmla="*/ 52992 w 111477"/>
                <a:gd name="connsiteY30" fmla="*/ 103758 h 106810"/>
                <a:gd name="connsiteX31" fmla="*/ 48699 w 111477"/>
                <a:gd name="connsiteY31" fmla="*/ 102037 h 106810"/>
                <a:gd name="connsiteX32" fmla="*/ 42872 w 111477"/>
                <a:gd name="connsiteY32" fmla="*/ 101725 h 106810"/>
                <a:gd name="connsiteX33" fmla="*/ 38732 w 111477"/>
                <a:gd name="connsiteY33" fmla="*/ 99222 h 106810"/>
                <a:gd name="connsiteX34" fmla="*/ 40879 w 111477"/>
                <a:gd name="connsiteY34" fmla="*/ 89370 h 106810"/>
                <a:gd name="connsiteX35" fmla="*/ 46246 w 111477"/>
                <a:gd name="connsiteY35" fmla="*/ 67320 h 106810"/>
                <a:gd name="connsiteX36" fmla="*/ 48392 w 111477"/>
                <a:gd name="connsiteY36" fmla="*/ 62472 h 106810"/>
                <a:gd name="connsiteX37" fmla="*/ 86420 w 111477"/>
                <a:gd name="connsiteY37" fmla="*/ 17903 h 106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1477" h="106810">
                  <a:moveTo>
                    <a:pt x="86420" y="17903"/>
                  </a:moveTo>
                  <a:lnTo>
                    <a:pt x="88567" y="15713"/>
                  </a:lnTo>
                  <a:cubicBezTo>
                    <a:pt x="93167" y="11022"/>
                    <a:pt x="98227" y="5705"/>
                    <a:pt x="108655" y="4923"/>
                  </a:cubicBezTo>
                  <a:cubicBezTo>
                    <a:pt x="110341" y="4766"/>
                    <a:pt x="111721" y="4766"/>
                    <a:pt x="111721" y="1951"/>
                  </a:cubicBezTo>
                  <a:cubicBezTo>
                    <a:pt x="111721" y="700"/>
                    <a:pt x="110955" y="75"/>
                    <a:pt x="109728" y="75"/>
                  </a:cubicBezTo>
                  <a:cubicBezTo>
                    <a:pt x="105741" y="75"/>
                    <a:pt x="101294" y="544"/>
                    <a:pt x="97154" y="544"/>
                  </a:cubicBezTo>
                  <a:cubicBezTo>
                    <a:pt x="92094" y="544"/>
                    <a:pt x="86727" y="75"/>
                    <a:pt x="81820" y="75"/>
                  </a:cubicBezTo>
                  <a:cubicBezTo>
                    <a:pt x="80900" y="75"/>
                    <a:pt x="78907" y="75"/>
                    <a:pt x="78907" y="3046"/>
                  </a:cubicBezTo>
                  <a:cubicBezTo>
                    <a:pt x="78907" y="4766"/>
                    <a:pt x="80440" y="4923"/>
                    <a:pt x="81207" y="4923"/>
                  </a:cubicBezTo>
                  <a:cubicBezTo>
                    <a:pt x="82280" y="4923"/>
                    <a:pt x="86727" y="5235"/>
                    <a:pt x="86727" y="8519"/>
                  </a:cubicBezTo>
                  <a:cubicBezTo>
                    <a:pt x="86727" y="11178"/>
                    <a:pt x="83200" y="15244"/>
                    <a:pt x="82587" y="16026"/>
                  </a:cubicBezTo>
                  <a:lnTo>
                    <a:pt x="47012" y="57781"/>
                  </a:lnTo>
                  <a:lnTo>
                    <a:pt x="30145" y="11334"/>
                  </a:lnTo>
                  <a:cubicBezTo>
                    <a:pt x="29225" y="9145"/>
                    <a:pt x="29225" y="8832"/>
                    <a:pt x="29225" y="8676"/>
                  </a:cubicBezTo>
                  <a:cubicBezTo>
                    <a:pt x="29225" y="4923"/>
                    <a:pt x="36739" y="4923"/>
                    <a:pt x="38272" y="4923"/>
                  </a:cubicBezTo>
                  <a:cubicBezTo>
                    <a:pt x="40419" y="4923"/>
                    <a:pt x="41952" y="4923"/>
                    <a:pt x="41952" y="1795"/>
                  </a:cubicBezTo>
                  <a:cubicBezTo>
                    <a:pt x="41952" y="75"/>
                    <a:pt x="40112" y="75"/>
                    <a:pt x="39652" y="75"/>
                  </a:cubicBezTo>
                  <a:cubicBezTo>
                    <a:pt x="35359" y="75"/>
                    <a:pt x="24625" y="544"/>
                    <a:pt x="20331" y="544"/>
                  </a:cubicBezTo>
                  <a:cubicBezTo>
                    <a:pt x="16498" y="544"/>
                    <a:pt x="6991" y="75"/>
                    <a:pt x="3157" y="75"/>
                  </a:cubicBezTo>
                  <a:cubicBezTo>
                    <a:pt x="2237" y="75"/>
                    <a:pt x="244" y="75"/>
                    <a:pt x="244" y="3202"/>
                  </a:cubicBezTo>
                  <a:cubicBezTo>
                    <a:pt x="244" y="4923"/>
                    <a:pt x="1777" y="4923"/>
                    <a:pt x="3771" y="4923"/>
                  </a:cubicBezTo>
                  <a:cubicBezTo>
                    <a:pt x="12971" y="4923"/>
                    <a:pt x="13584" y="6330"/>
                    <a:pt x="14964" y="10240"/>
                  </a:cubicBezTo>
                  <a:lnTo>
                    <a:pt x="33825" y="61690"/>
                  </a:lnTo>
                  <a:cubicBezTo>
                    <a:pt x="33978" y="62159"/>
                    <a:pt x="34438" y="63880"/>
                    <a:pt x="34438" y="64349"/>
                  </a:cubicBezTo>
                  <a:cubicBezTo>
                    <a:pt x="34438" y="64818"/>
                    <a:pt x="28305" y="89996"/>
                    <a:pt x="27538" y="92811"/>
                  </a:cubicBezTo>
                  <a:cubicBezTo>
                    <a:pt x="25545" y="101412"/>
                    <a:pt x="25391" y="101881"/>
                    <a:pt x="13124" y="102037"/>
                  </a:cubicBezTo>
                  <a:cubicBezTo>
                    <a:pt x="10211" y="102037"/>
                    <a:pt x="8984" y="102037"/>
                    <a:pt x="8984" y="105165"/>
                  </a:cubicBezTo>
                  <a:cubicBezTo>
                    <a:pt x="8984" y="106885"/>
                    <a:pt x="10824" y="106885"/>
                    <a:pt x="11131" y="106885"/>
                  </a:cubicBezTo>
                  <a:cubicBezTo>
                    <a:pt x="15424" y="106885"/>
                    <a:pt x="26158" y="106416"/>
                    <a:pt x="30452" y="106416"/>
                  </a:cubicBezTo>
                  <a:cubicBezTo>
                    <a:pt x="34745" y="106416"/>
                    <a:pt x="45786" y="106885"/>
                    <a:pt x="50079" y="106885"/>
                  </a:cubicBezTo>
                  <a:cubicBezTo>
                    <a:pt x="51152" y="106885"/>
                    <a:pt x="52992" y="106885"/>
                    <a:pt x="52992" y="103758"/>
                  </a:cubicBezTo>
                  <a:cubicBezTo>
                    <a:pt x="52992" y="102037"/>
                    <a:pt x="51612" y="102037"/>
                    <a:pt x="48699" y="102037"/>
                  </a:cubicBezTo>
                  <a:cubicBezTo>
                    <a:pt x="48392" y="102037"/>
                    <a:pt x="45479" y="102037"/>
                    <a:pt x="42872" y="101725"/>
                  </a:cubicBezTo>
                  <a:cubicBezTo>
                    <a:pt x="39652" y="101412"/>
                    <a:pt x="38732" y="101099"/>
                    <a:pt x="38732" y="99222"/>
                  </a:cubicBezTo>
                  <a:cubicBezTo>
                    <a:pt x="38732" y="98128"/>
                    <a:pt x="40112" y="92654"/>
                    <a:pt x="40879" y="89370"/>
                  </a:cubicBezTo>
                  <a:lnTo>
                    <a:pt x="46246" y="67320"/>
                  </a:lnTo>
                  <a:cubicBezTo>
                    <a:pt x="47012" y="64349"/>
                    <a:pt x="47166" y="63880"/>
                    <a:pt x="48392" y="62472"/>
                  </a:cubicBezTo>
                  <a:lnTo>
                    <a:pt x="86420" y="1790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43" name="Freeform: Shape 2442">
              <a:extLst>
                <a:ext uri="{FF2B5EF4-FFF2-40B4-BE49-F238E27FC236}">
                  <a16:creationId xmlns:a16="http://schemas.microsoft.com/office/drawing/2014/main" id="{18DFFB3E-9F78-2311-84C4-A6D4E7ED327D}"/>
                </a:ext>
              </a:extLst>
            </p:cNvPr>
            <p:cNvSpPr/>
            <p:nvPr>
              <p:custDataLst>
                <p:tags r:id="rId43"/>
              </p:custDataLst>
            </p:nvPr>
          </p:nvSpPr>
          <p:spPr>
            <a:xfrm>
              <a:off x="11137483" y="6153447"/>
              <a:ext cx="35574" cy="156384"/>
            </a:xfrm>
            <a:custGeom>
              <a:avLst/>
              <a:gdLst>
                <a:gd name="connsiteX0" fmla="*/ 35827 w 35574"/>
                <a:gd name="connsiteY0" fmla="*/ 78267 h 156384"/>
                <a:gd name="connsiteX1" fmla="*/ 25706 w 35574"/>
                <a:gd name="connsiteY1" fmla="*/ 29475 h 156384"/>
                <a:gd name="connsiteX2" fmla="*/ 1785 w 35574"/>
                <a:gd name="connsiteY2" fmla="*/ 75 h 156384"/>
                <a:gd name="connsiteX3" fmla="*/ 252 w 35574"/>
                <a:gd name="connsiteY3" fmla="*/ 1639 h 156384"/>
                <a:gd name="connsiteX4" fmla="*/ 3165 w 35574"/>
                <a:gd name="connsiteY4" fmla="*/ 5235 h 156384"/>
                <a:gd name="connsiteX5" fmla="*/ 26933 w 35574"/>
                <a:gd name="connsiteY5" fmla="*/ 78267 h 156384"/>
                <a:gd name="connsiteX6" fmla="*/ 2245 w 35574"/>
                <a:gd name="connsiteY6" fmla="*/ 152237 h 156384"/>
                <a:gd name="connsiteX7" fmla="*/ 252 w 35574"/>
                <a:gd name="connsiteY7" fmla="*/ 154895 h 156384"/>
                <a:gd name="connsiteX8" fmla="*/ 1785 w 35574"/>
                <a:gd name="connsiteY8" fmla="*/ 156459 h 156384"/>
                <a:gd name="connsiteX9" fmla="*/ 26166 w 35574"/>
                <a:gd name="connsiteY9" fmla="*/ 125964 h 156384"/>
                <a:gd name="connsiteX10" fmla="*/ 35827 w 35574"/>
                <a:gd name="connsiteY10" fmla="*/ 78267 h 156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74" h="156384">
                  <a:moveTo>
                    <a:pt x="35827" y="78267"/>
                  </a:moveTo>
                  <a:cubicBezTo>
                    <a:pt x="35827" y="66069"/>
                    <a:pt x="34140" y="47146"/>
                    <a:pt x="25706" y="29475"/>
                  </a:cubicBezTo>
                  <a:cubicBezTo>
                    <a:pt x="16506" y="10240"/>
                    <a:pt x="3319" y="75"/>
                    <a:pt x="1785" y="75"/>
                  </a:cubicBezTo>
                  <a:cubicBezTo>
                    <a:pt x="865" y="75"/>
                    <a:pt x="252" y="700"/>
                    <a:pt x="252" y="1639"/>
                  </a:cubicBezTo>
                  <a:cubicBezTo>
                    <a:pt x="252" y="2108"/>
                    <a:pt x="252" y="2420"/>
                    <a:pt x="3165" y="5235"/>
                  </a:cubicBezTo>
                  <a:cubicBezTo>
                    <a:pt x="18193" y="20717"/>
                    <a:pt x="26933" y="45583"/>
                    <a:pt x="26933" y="78267"/>
                  </a:cubicBezTo>
                  <a:cubicBezTo>
                    <a:pt x="26933" y="105009"/>
                    <a:pt x="21259" y="132532"/>
                    <a:pt x="2245" y="152237"/>
                  </a:cubicBezTo>
                  <a:cubicBezTo>
                    <a:pt x="252" y="154113"/>
                    <a:pt x="252" y="154426"/>
                    <a:pt x="252" y="154895"/>
                  </a:cubicBezTo>
                  <a:cubicBezTo>
                    <a:pt x="252" y="155834"/>
                    <a:pt x="865" y="156459"/>
                    <a:pt x="1785" y="156459"/>
                  </a:cubicBezTo>
                  <a:cubicBezTo>
                    <a:pt x="3319" y="156459"/>
                    <a:pt x="17119" y="145825"/>
                    <a:pt x="26166" y="125964"/>
                  </a:cubicBezTo>
                  <a:cubicBezTo>
                    <a:pt x="33986" y="108762"/>
                    <a:pt x="35827" y="91403"/>
                    <a:pt x="35827" y="7826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44" name="Freeform: Shape 2443">
              <a:extLst>
                <a:ext uri="{FF2B5EF4-FFF2-40B4-BE49-F238E27FC236}">
                  <a16:creationId xmlns:a16="http://schemas.microsoft.com/office/drawing/2014/main" id="{54412BB4-DE1B-E21F-72FB-9B8CBEF5CDFC}"/>
                </a:ext>
              </a:extLst>
            </p:cNvPr>
            <p:cNvSpPr/>
            <p:nvPr>
              <p:custDataLst>
                <p:tags r:id="rId44"/>
              </p:custDataLst>
            </p:nvPr>
          </p:nvSpPr>
          <p:spPr>
            <a:xfrm>
              <a:off x="11235176" y="6228511"/>
              <a:ext cx="93690" cy="6255"/>
            </a:xfrm>
            <a:custGeom>
              <a:avLst/>
              <a:gdLst>
                <a:gd name="connsiteX0" fmla="*/ 88581 w 93690"/>
                <a:gd name="connsiteY0" fmla="*/ 6330 h 6255"/>
                <a:gd name="connsiteX1" fmla="*/ 93948 w 93690"/>
                <a:gd name="connsiteY1" fmla="*/ 3202 h 6255"/>
                <a:gd name="connsiteX2" fmla="*/ 88581 w 93690"/>
                <a:gd name="connsiteY2" fmla="*/ 75 h 6255"/>
                <a:gd name="connsiteX3" fmla="*/ 5625 w 93690"/>
                <a:gd name="connsiteY3" fmla="*/ 75 h 6255"/>
                <a:gd name="connsiteX4" fmla="*/ 258 w 93690"/>
                <a:gd name="connsiteY4" fmla="*/ 3202 h 6255"/>
                <a:gd name="connsiteX5" fmla="*/ 5625 w 93690"/>
                <a:gd name="connsiteY5" fmla="*/ 6330 h 6255"/>
                <a:gd name="connsiteX6" fmla="*/ 88581 w 93690"/>
                <a:gd name="connsiteY6" fmla="*/ 6330 h 6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690" h="6255">
                  <a:moveTo>
                    <a:pt x="88581" y="6330"/>
                  </a:moveTo>
                  <a:cubicBezTo>
                    <a:pt x="91188" y="6330"/>
                    <a:pt x="93948" y="6330"/>
                    <a:pt x="93948" y="3202"/>
                  </a:cubicBezTo>
                  <a:cubicBezTo>
                    <a:pt x="93948" y="75"/>
                    <a:pt x="91188" y="75"/>
                    <a:pt x="88581" y="75"/>
                  </a:cubicBezTo>
                  <a:lnTo>
                    <a:pt x="5625" y="75"/>
                  </a:lnTo>
                  <a:cubicBezTo>
                    <a:pt x="3018" y="75"/>
                    <a:pt x="258" y="75"/>
                    <a:pt x="258" y="3202"/>
                  </a:cubicBezTo>
                  <a:cubicBezTo>
                    <a:pt x="258" y="6330"/>
                    <a:pt x="3018" y="6330"/>
                    <a:pt x="5625" y="6330"/>
                  </a:cubicBezTo>
                  <a:lnTo>
                    <a:pt x="88581" y="633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45" name="Freeform: Shape 2444">
              <a:extLst>
                <a:ext uri="{FF2B5EF4-FFF2-40B4-BE49-F238E27FC236}">
                  <a16:creationId xmlns:a16="http://schemas.microsoft.com/office/drawing/2014/main" id="{DD51C5B8-B3F6-975A-6D3F-DF3CDAF1737F}"/>
                </a:ext>
              </a:extLst>
            </p:cNvPr>
            <p:cNvSpPr/>
            <p:nvPr>
              <p:custDataLst>
                <p:tags r:id="rId45"/>
              </p:custDataLst>
            </p:nvPr>
          </p:nvSpPr>
          <p:spPr>
            <a:xfrm>
              <a:off x="11380387" y="6201613"/>
              <a:ext cx="83109" cy="102900"/>
            </a:xfrm>
            <a:custGeom>
              <a:avLst/>
              <a:gdLst>
                <a:gd name="connsiteX0" fmla="*/ 31089 w 83109"/>
                <a:gd name="connsiteY0" fmla="*/ 14306 h 102900"/>
                <a:gd name="connsiteX1" fmla="*/ 33389 w 83109"/>
                <a:gd name="connsiteY1" fmla="*/ 4297 h 102900"/>
                <a:gd name="connsiteX2" fmla="*/ 28942 w 83109"/>
                <a:gd name="connsiteY2" fmla="*/ 75 h 102900"/>
                <a:gd name="connsiteX3" fmla="*/ 22809 w 83109"/>
                <a:gd name="connsiteY3" fmla="*/ 5705 h 102900"/>
                <a:gd name="connsiteX4" fmla="*/ 728 w 83109"/>
                <a:gd name="connsiteY4" fmla="*/ 96251 h 102900"/>
                <a:gd name="connsiteX5" fmla="*/ 268 w 83109"/>
                <a:gd name="connsiteY5" fmla="*/ 98753 h 102900"/>
                <a:gd name="connsiteX6" fmla="*/ 4561 w 83109"/>
                <a:gd name="connsiteY6" fmla="*/ 102976 h 102900"/>
                <a:gd name="connsiteX7" fmla="*/ 9928 w 83109"/>
                <a:gd name="connsiteY7" fmla="*/ 99692 h 102900"/>
                <a:gd name="connsiteX8" fmla="*/ 18362 w 83109"/>
                <a:gd name="connsiteY8" fmla="*/ 66069 h 102900"/>
                <a:gd name="connsiteX9" fmla="*/ 33236 w 83109"/>
                <a:gd name="connsiteY9" fmla="*/ 70917 h 102900"/>
                <a:gd name="connsiteX10" fmla="*/ 53630 w 83109"/>
                <a:gd name="connsiteY10" fmla="*/ 59501 h 102900"/>
                <a:gd name="connsiteX11" fmla="*/ 67430 w 83109"/>
                <a:gd name="connsiteY11" fmla="*/ 70917 h 102900"/>
                <a:gd name="connsiteX12" fmla="*/ 78777 w 83109"/>
                <a:gd name="connsiteY12" fmla="*/ 62316 h 102900"/>
                <a:gd name="connsiteX13" fmla="*/ 83378 w 83109"/>
                <a:gd name="connsiteY13" fmla="*/ 46834 h 102900"/>
                <a:gd name="connsiteX14" fmla="*/ 81538 w 83109"/>
                <a:gd name="connsiteY14" fmla="*/ 45270 h 102900"/>
                <a:gd name="connsiteX15" fmla="*/ 79391 w 83109"/>
                <a:gd name="connsiteY15" fmla="*/ 48085 h 102900"/>
                <a:gd name="connsiteX16" fmla="*/ 67737 w 83109"/>
                <a:gd name="connsiteY16" fmla="*/ 67476 h 102900"/>
                <a:gd name="connsiteX17" fmla="*/ 63137 w 83109"/>
                <a:gd name="connsiteY17" fmla="*/ 60283 h 102900"/>
                <a:gd name="connsiteX18" fmla="*/ 66204 w 83109"/>
                <a:gd name="connsiteY18" fmla="*/ 44019 h 102900"/>
                <a:gd name="connsiteX19" fmla="*/ 70497 w 83109"/>
                <a:gd name="connsiteY19" fmla="*/ 27129 h 102900"/>
                <a:gd name="connsiteX20" fmla="*/ 73104 w 83109"/>
                <a:gd name="connsiteY20" fmla="*/ 16495 h 102900"/>
                <a:gd name="connsiteX21" fmla="*/ 75404 w 83109"/>
                <a:gd name="connsiteY21" fmla="*/ 6017 h 102900"/>
                <a:gd name="connsiteX22" fmla="*/ 70957 w 83109"/>
                <a:gd name="connsiteY22" fmla="*/ 1795 h 102900"/>
                <a:gd name="connsiteX23" fmla="*/ 64977 w 83109"/>
                <a:gd name="connsiteY23" fmla="*/ 7268 h 102900"/>
                <a:gd name="connsiteX24" fmla="*/ 57770 w 83109"/>
                <a:gd name="connsiteY24" fmla="*/ 36512 h 102900"/>
                <a:gd name="connsiteX25" fmla="*/ 53783 w 83109"/>
                <a:gd name="connsiteY25" fmla="*/ 52464 h 102900"/>
                <a:gd name="connsiteX26" fmla="*/ 33849 w 83109"/>
                <a:gd name="connsiteY26" fmla="*/ 67476 h 102900"/>
                <a:gd name="connsiteX27" fmla="*/ 22502 w 83109"/>
                <a:gd name="connsiteY27" fmla="*/ 53871 h 102900"/>
                <a:gd name="connsiteX28" fmla="*/ 24649 w 83109"/>
                <a:gd name="connsiteY28" fmla="*/ 40578 h 102900"/>
                <a:gd name="connsiteX29" fmla="*/ 31089 w 83109"/>
                <a:gd name="connsiteY29" fmla="*/ 14306 h 10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3109" h="102900">
                  <a:moveTo>
                    <a:pt x="31089" y="14306"/>
                  </a:moveTo>
                  <a:cubicBezTo>
                    <a:pt x="31856" y="11022"/>
                    <a:pt x="33389" y="5079"/>
                    <a:pt x="33389" y="4297"/>
                  </a:cubicBezTo>
                  <a:cubicBezTo>
                    <a:pt x="33389" y="1639"/>
                    <a:pt x="31549" y="75"/>
                    <a:pt x="28942" y="75"/>
                  </a:cubicBezTo>
                  <a:cubicBezTo>
                    <a:pt x="28482" y="75"/>
                    <a:pt x="24189" y="231"/>
                    <a:pt x="22809" y="5705"/>
                  </a:cubicBezTo>
                  <a:lnTo>
                    <a:pt x="728" y="96251"/>
                  </a:lnTo>
                  <a:cubicBezTo>
                    <a:pt x="268" y="98128"/>
                    <a:pt x="268" y="98441"/>
                    <a:pt x="268" y="98753"/>
                  </a:cubicBezTo>
                  <a:cubicBezTo>
                    <a:pt x="268" y="101099"/>
                    <a:pt x="1955" y="102976"/>
                    <a:pt x="4561" y="102976"/>
                  </a:cubicBezTo>
                  <a:cubicBezTo>
                    <a:pt x="7782" y="102976"/>
                    <a:pt x="9622" y="100161"/>
                    <a:pt x="9928" y="99692"/>
                  </a:cubicBezTo>
                  <a:cubicBezTo>
                    <a:pt x="10542" y="98284"/>
                    <a:pt x="12535" y="90152"/>
                    <a:pt x="18362" y="66069"/>
                  </a:cubicBezTo>
                  <a:cubicBezTo>
                    <a:pt x="23269" y="70291"/>
                    <a:pt x="30169" y="70917"/>
                    <a:pt x="33236" y="70917"/>
                  </a:cubicBezTo>
                  <a:cubicBezTo>
                    <a:pt x="43970" y="70917"/>
                    <a:pt x="49950" y="63880"/>
                    <a:pt x="53630" y="59501"/>
                  </a:cubicBezTo>
                  <a:cubicBezTo>
                    <a:pt x="55010" y="66538"/>
                    <a:pt x="60683" y="70917"/>
                    <a:pt x="67430" y="70917"/>
                  </a:cubicBezTo>
                  <a:cubicBezTo>
                    <a:pt x="72797" y="70917"/>
                    <a:pt x="76324" y="67320"/>
                    <a:pt x="78777" y="62316"/>
                  </a:cubicBezTo>
                  <a:cubicBezTo>
                    <a:pt x="81384" y="56686"/>
                    <a:pt x="83378" y="47146"/>
                    <a:pt x="83378" y="46834"/>
                  </a:cubicBezTo>
                  <a:cubicBezTo>
                    <a:pt x="83378" y="45270"/>
                    <a:pt x="81998" y="45270"/>
                    <a:pt x="81538" y="45270"/>
                  </a:cubicBezTo>
                  <a:cubicBezTo>
                    <a:pt x="80004" y="45270"/>
                    <a:pt x="79851" y="45895"/>
                    <a:pt x="79391" y="48085"/>
                  </a:cubicBezTo>
                  <a:cubicBezTo>
                    <a:pt x="76784" y="58250"/>
                    <a:pt x="74024" y="67476"/>
                    <a:pt x="67737" y="67476"/>
                  </a:cubicBezTo>
                  <a:cubicBezTo>
                    <a:pt x="63597" y="67476"/>
                    <a:pt x="63137" y="63410"/>
                    <a:pt x="63137" y="60283"/>
                  </a:cubicBezTo>
                  <a:cubicBezTo>
                    <a:pt x="63137" y="56842"/>
                    <a:pt x="64977" y="49492"/>
                    <a:pt x="66204" y="44019"/>
                  </a:cubicBezTo>
                  <a:lnTo>
                    <a:pt x="70497" y="27129"/>
                  </a:lnTo>
                  <a:cubicBezTo>
                    <a:pt x="70957" y="24783"/>
                    <a:pt x="72491" y="18841"/>
                    <a:pt x="73104" y="16495"/>
                  </a:cubicBezTo>
                  <a:cubicBezTo>
                    <a:pt x="73871" y="12898"/>
                    <a:pt x="75404" y="6956"/>
                    <a:pt x="75404" y="6017"/>
                  </a:cubicBezTo>
                  <a:cubicBezTo>
                    <a:pt x="75404" y="3202"/>
                    <a:pt x="73257" y="1795"/>
                    <a:pt x="70957" y="1795"/>
                  </a:cubicBezTo>
                  <a:cubicBezTo>
                    <a:pt x="70190" y="1795"/>
                    <a:pt x="66204" y="1951"/>
                    <a:pt x="64977" y="7268"/>
                  </a:cubicBezTo>
                  <a:lnTo>
                    <a:pt x="57770" y="36512"/>
                  </a:lnTo>
                  <a:cubicBezTo>
                    <a:pt x="55930" y="44332"/>
                    <a:pt x="54243" y="50900"/>
                    <a:pt x="53783" y="52464"/>
                  </a:cubicBezTo>
                  <a:cubicBezTo>
                    <a:pt x="53630" y="53245"/>
                    <a:pt x="46270" y="67476"/>
                    <a:pt x="33849" y="67476"/>
                  </a:cubicBezTo>
                  <a:cubicBezTo>
                    <a:pt x="26182" y="67476"/>
                    <a:pt x="22502" y="62316"/>
                    <a:pt x="22502" y="53871"/>
                  </a:cubicBezTo>
                  <a:cubicBezTo>
                    <a:pt x="22502" y="49336"/>
                    <a:pt x="23575" y="44957"/>
                    <a:pt x="24649" y="40578"/>
                  </a:cubicBezTo>
                  <a:lnTo>
                    <a:pt x="31089" y="143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46" name="Freeform: Shape 2445">
              <a:extLst>
                <a:ext uri="{FF2B5EF4-FFF2-40B4-BE49-F238E27FC236}">
                  <a16:creationId xmlns:a16="http://schemas.microsoft.com/office/drawing/2014/main" id="{160F0343-5892-1D9A-E975-E61656A7D09F}"/>
                </a:ext>
              </a:extLst>
            </p:cNvPr>
            <p:cNvSpPr/>
            <p:nvPr>
              <p:custDataLst>
                <p:tags r:id="rId46"/>
              </p:custDataLst>
            </p:nvPr>
          </p:nvSpPr>
          <p:spPr>
            <a:xfrm>
              <a:off x="11474944" y="6133478"/>
              <a:ext cx="47443" cy="72687"/>
            </a:xfrm>
            <a:custGeom>
              <a:avLst/>
              <a:gdLst>
                <a:gd name="connsiteX0" fmla="*/ 47717 w 47443"/>
                <a:gd name="connsiteY0" fmla="*/ 52835 h 72687"/>
                <a:gd name="connsiteX1" fmla="*/ 44068 w 47443"/>
                <a:gd name="connsiteY1" fmla="*/ 52835 h 72687"/>
                <a:gd name="connsiteX2" fmla="*/ 41277 w 47443"/>
                <a:gd name="connsiteY2" fmla="*/ 62796 h 72687"/>
                <a:gd name="connsiteX3" fmla="*/ 30650 w 47443"/>
                <a:gd name="connsiteY3" fmla="*/ 63453 h 72687"/>
                <a:gd name="connsiteX4" fmla="*/ 10900 w 47443"/>
                <a:gd name="connsiteY4" fmla="*/ 63453 h 72687"/>
                <a:gd name="connsiteX5" fmla="*/ 32368 w 47443"/>
                <a:gd name="connsiteY5" fmla="*/ 45062 h 72687"/>
                <a:gd name="connsiteX6" fmla="*/ 47717 w 47443"/>
                <a:gd name="connsiteY6" fmla="*/ 21417 h 72687"/>
                <a:gd name="connsiteX7" fmla="*/ 22600 w 47443"/>
                <a:gd name="connsiteY7" fmla="*/ 71 h 72687"/>
                <a:gd name="connsiteX8" fmla="*/ 274 w 47443"/>
                <a:gd name="connsiteY8" fmla="*/ 19666 h 72687"/>
                <a:gd name="connsiteX9" fmla="*/ 5963 w 47443"/>
                <a:gd name="connsiteY9" fmla="*/ 25796 h 72687"/>
                <a:gd name="connsiteX10" fmla="*/ 11652 w 47443"/>
                <a:gd name="connsiteY10" fmla="*/ 19994 h 72687"/>
                <a:gd name="connsiteX11" fmla="*/ 5319 w 47443"/>
                <a:gd name="connsiteY11" fmla="*/ 14192 h 72687"/>
                <a:gd name="connsiteX12" fmla="*/ 20990 w 47443"/>
                <a:gd name="connsiteY12" fmla="*/ 4011 h 72687"/>
                <a:gd name="connsiteX13" fmla="*/ 37305 w 47443"/>
                <a:gd name="connsiteY13" fmla="*/ 21417 h 72687"/>
                <a:gd name="connsiteX14" fmla="*/ 27216 w 47443"/>
                <a:gd name="connsiteY14" fmla="*/ 42435 h 72687"/>
                <a:gd name="connsiteX15" fmla="*/ 1347 w 47443"/>
                <a:gd name="connsiteY15" fmla="*/ 68489 h 72687"/>
                <a:gd name="connsiteX16" fmla="*/ 274 w 47443"/>
                <a:gd name="connsiteY16" fmla="*/ 72758 h 72687"/>
                <a:gd name="connsiteX17" fmla="*/ 44497 w 47443"/>
                <a:gd name="connsiteY17" fmla="*/ 72758 h 72687"/>
                <a:gd name="connsiteX18" fmla="*/ 47717 w 47443"/>
                <a:gd name="connsiteY18" fmla="*/ 52835 h 72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443" h="72687">
                  <a:moveTo>
                    <a:pt x="47717" y="52835"/>
                  </a:moveTo>
                  <a:lnTo>
                    <a:pt x="44068" y="52835"/>
                  </a:lnTo>
                  <a:cubicBezTo>
                    <a:pt x="43746" y="55243"/>
                    <a:pt x="42672" y="61702"/>
                    <a:pt x="41277" y="62796"/>
                  </a:cubicBezTo>
                  <a:cubicBezTo>
                    <a:pt x="40418" y="63453"/>
                    <a:pt x="32153" y="63453"/>
                    <a:pt x="30650" y="63453"/>
                  </a:cubicBezTo>
                  <a:lnTo>
                    <a:pt x="10900" y="63453"/>
                  </a:lnTo>
                  <a:cubicBezTo>
                    <a:pt x="22171" y="53273"/>
                    <a:pt x="25928" y="50207"/>
                    <a:pt x="32368" y="45062"/>
                  </a:cubicBezTo>
                  <a:cubicBezTo>
                    <a:pt x="40311" y="38604"/>
                    <a:pt x="47717" y="31817"/>
                    <a:pt x="47717" y="21417"/>
                  </a:cubicBezTo>
                  <a:cubicBezTo>
                    <a:pt x="47717" y="8171"/>
                    <a:pt x="36339" y="71"/>
                    <a:pt x="22600" y="71"/>
                  </a:cubicBezTo>
                  <a:cubicBezTo>
                    <a:pt x="9290" y="71"/>
                    <a:pt x="274" y="9594"/>
                    <a:pt x="274" y="19666"/>
                  </a:cubicBezTo>
                  <a:cubicBezTo>
                    <a:pt x="274" y="25249"/>
                    <a:pt x="4889" y="25796"/>
                    <a:pt x="5963" y="25796"/>
                  </a:cubicBezTo>
                  <a:cubicBezTo>
                    <a:pt x="8539" y="25796"/>
                    <a:pt x="11652" y="23935"/>
                    <a:pt x="11652" y="19994"/>
                  </a:cubicBezTo>
                  <a:cubicBezTo>
                    <a:pt x="11652" y="18024"/>
                    <a:pt x="10900" y="14192"/>
                    <a:pt x="5319" y="14192"/>
                  </a:cubicBezTo>
                  <a:cubicBezTo>
                    <a:pt x="8646" y="6420"/>
                    <a:pt x="15945" y="4011"/>
                    <a:pt x="20990" y="4011"/>
                  </a:cubicBezTo>
                  <a:cubicBezTo>
                    <a:pt x="31724" y="4011"/>
                    <a:pt x="37305" y="12550"/>
                    <a:pt x="37305" y="21417"/>
                  </a:cubicBezTo>
                  <a:cubicBezTo>
                    <a:pt x="37305" y="30941"/>
                    <a:pt x="30650" y="38494"/>
                    <a:pt x="27216" y="42435"/>
                  </a:cubicBezTo>
                  <a:lnTo>
                    <a:pt x="1347" y="68489"/>
                  </a:lnTo>
                  <a:cubicBezTo>
                    <a:pt x="274" y="69474"/>
                    <a:pt x="274" y="69693"/>
                    <a:pt x="274" y="72758"/>
                  </a:cubicBezTo>
                  <a:lnTo>
                    <a:pt x="44497" y="72758"/>
                  </a:lnTo>
                  <a:lnTo>
                    <a:pt x="47717" y="5283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447" name="Group 2446" descr="\documentclass{article}&#10;\usepackage{amsmath}&#10;\usepackage{amsfonts}&#10;\pagestyle{empty}&#10;\begin{document}&#10;&#10;&#10;\[&#10;\mathrm{Var}(Y) = \mu - \mu^2&#10;\]&#10;&#10;&#10;&#10;&#10;&#10;\end{document}" title="IguanaTex Shape Display">
            <a:extLst>
              <a:ext uri="{FF2B5EF4-FFF2-40B4-BE49-F238E27FC236}">
                <a16:creationId xmlns:a16="http://schemas.microsoft.com/office/drawing/2014/main" id="{4443284C-B2E5-811C-E660-DCE838860DC1}"/>
              </a:ext>
            </a:extLst>
          </p:cNvPr>
          <p:cNvGrpSpPr>
            <a:grpSpLocks noChangeAspect="1"/>
          </p:cNvGrpSpPr>
          <p:nvPr>
            <p:custDataLst>
              <p:tags r:id="rId6"/>
            </p:custDataLst>
          </p:nvPr>
        </p:nvGrpSpPr>
        <p:grpSpPr>
          <a:xfrm>
            <a:off x="2238373" y="5470530"/>
            <a:ext cx="1102363" cy="176353"/>
            <a:chOff x="10298948" y="6328384"/>
            <a:chExt cx="1102363" cy="176353"/>
          </a:xfrm>
        </p:grpSpPr>
        <p:sp>
          <p:nvSpPr>
            <p:cNvPr id="2448" name="Freeform: Shape 2447">
              <a:extLst>
                <a:ext uri="{FF2B5EF4-FFF2-40B4-BE49-F238E27FC236}">
                  <a16:creationId xmlns:a16="http://schemas.microsoft.com/office/drawing/2014/main" id="{CB1D0FB7-F766-71EA-9B37-90404486E30B}"/>
                </a:ext>
              </a:extLst>
            </p:cNvPr>
            <p:cNvSpPr/>
            <p:nvPr>
              <p:custDataLst>
                <p:tags r:id="rId22"/>
              </p:custDataLst>
            </p:nvPr>
          </p:nvSpPr>
          <p:spPr>
            <a:xfrm>
              <a:off x="10298948" y="6358830"/>
              <a:ext cx="108346" cy="110251"/>
            </a:xfrm>
            <a:custGeom>
              <a:avLst/>
              <a:gdLst>
                <a:gd name="connsiteX0" fmla="*/ 91933 w 108346"/>
                <a:gd name="connsiteY0" fmla="*/ 15400 h 110251"/>
                <a:gd name="connsiteX1" fmla="*/ 108543 w 108346"/>
                <a:gd name="connsiteY1" fmla="*/ 4923 h 110251"/>
                <a:gd name="connsiteX2" fmla="*/ 108543 w 108346"/>
                <a:gd name="connsiteY2" fmla="*/ 75 h 110251"/>
                <a:gd name="connsiteX3" fmla="*/ 93762 w 108346"/>
                <a:gd name="connsiteY3" fmla="*/ 544 h 110251"/>
                <a:gd name="connsiteX4" fmla="*/ 76390 w 108346"/>
                <a:gd name="connsiteY4" fmla="*/ 75 h 110251"/>
                <a:gd name="connsiteX5" fmla="*/ 76390 w 108346"/>
                <a:gd name="connsiteY5" fmla="*/ 4923 h 110251"/>
                <a:gd name="connsiteX6" fmla="*/ 87514 w 108346"/>
                <a:gd name="connsiteY6" fmla="*/ 12742 h 110251"/>
                <a:gd name="connsiteX7" fmla="*/ 86752 w 108346"/>
                <a:gd name="connsiteY7" fmla="*/ 15870 h 110251"/>
                <a:gd name="connsiteX8" fmla="*/ 58866 w 108346"/>
                <a:gd name="connsiteY8" fmla="*/ 91247 h 110251"/>
                <a:gd name="connsiteX9" fmla="*/ 29760 w 108346"/>
                <a:gd name="connsiteY9" fmla="*/ 12273 h 110251"/>
                <a:gd name="connsiteX10" fmla="*/ 28846 w 108346"/>
                <a:gd name="connsiteY10" fmla="*/ 9458 h 110251"/>
                <a:gd name="connsiteX11" fmla="*/ 41341 w 108346"/>
                <a:gd name="connsiteY11" fmla="*/ 4923 h 110251"/>
                <a:gd name="connsiteX12" fmla="*/ 41341 w 108346"/>
                <a:gd name="connsiteY12" fmla="*/ 75 h 110251"/>
                <a:gd name="connsiteX13" fmla="*/ 19550 w 108346"/>
                <a:gd name="connsiteY13" fmla="*/ 544 h 110251"/>
                <a:gd name="connsiteX14" fmla="*/ 197 w 108346"/>
                <a:gd name="connsiteY14" fmla="*/ 75 h 110251"/>
                <a:gd name="connsiteX15" fmla="*/ 197 w 108346"/>
                <a:gd name="connsiteY15" fmla="*/ 4923 h 110251"/>
                <a:gd name="connsiteX16" fmla="*/ 15131 w 108346"/>
                <a:gd name="connsiteY16" fmla="*/ 10865 h 110251"/>
                <a:gd name="connsiteX17" fmla="*/ 50484 w 108346"/>
                <a:gd name="connsiteY17" fmla="*/ 106885 h 110251"/>
                <a:gd name="connsiteX18" fmla="*/ 54294 w 108346"/>
                <a:gd name="connsiteY18" fmla="*/ 110326 h 110251"/>
                <a:gd name="connsiteX19" fmla="*/ 57951 w 108346"/>
                <a:gd name="connsiteY19" fmla="*/ 107354 h 110251"/>
                <a:gd name="connsiteX20" fmla="*/ 91933 w 108346"/>
                <a:gd name="connsiteY20" fmla="*/ 15400 h 11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8346" h="110251">
                  <a:moveTo>
                    <a:pt x="91933" y="15400"/>
                  </a:moveTo>
                  <a:cubicBezTo>
                    <a:pt x="94067" y="9614"/>
                    <a:pt x="98181" y="5079"/>
                    <a:pt x="108543" y="4923"/>
                  </a:cubicBezTo>
                  <a:lnTo>
                    <a:pt x="108543" y="75"/>
                  </a:lnTo>
                  <a:cubicBezTo>
                    <a:pt x="103819" y="387"/>
                    <a:pt x="97724" y="544"/>
                    <a:pt x="93762" y="544"/>
                  </a:cubicBezTo>
                  <a:cubicBezTo>
                    <a:pt x="89190" y="544"/>
                    <a:pt x="80352" y="231"/>
                    <a:pt x="76390" y="75"/>
                  </a:cubicBezTo>
                  <a:lnTo>
                    <a:pt x="76390" y="4923"/>
                  </a:lnTo>
                  <a:cubicBezTo>
                    <a:pt x="84314" y="5079"/>
                    <a:pt x="87514" y="9145"/>
                    <a:pt x="87514" y="12742"/>
                  </a:cubicBezTo>
                  <a:cubicBezTo>
                    <a:pt x="87514" y="13993"/>
                    <a:pt x="87057" y="14931"/>
                    <a:pt x="86752" y="15870"/>
                  </a:cubicBezTo>
                  <a:lnTo>
                    <a:pt x="58866" y="91247"/>
                  </a:lnTo>
                  <a:lnTo>
                    <a:pt x="29760" y="12273"/>
                  </a:lnTo>
                  <a:cubicBezTo>
                    <a:pt x="28846" y="10083"/>
                    <a:pt x="28846" y="9771"/>
                    <a:pt x="28846" y="9458"/>
                  </a:cubicBezTo>
                  <a:cubicBezTo>
                    <a:pt x="28846" y="4923"/>
                    <a:pt x="37532" y="4923"/>
                    <a:pt x="41341" y="4923"/>
                  </a:cubicBezTo>
                  <a:lnTo>
                    <a:pt x="41341" y="75"/>
                  </a:lnTo>
                  <a:cubicBezTo>
                    <a:pt x="35855" y="544"/>
                    <a:pt x="25341" y="544"/>
                    <a:pt x="19550" y="544"/>
                  </a:cubicBezTo>
                  <a:cubicBezTo>
                    <a:pt x="12235" y="544"/>
                    <a:pt x="5683" y="231"/>
                    <a:pt x="197" y="75"/>
                  </a:cubicBezTo>
                  <a:lnTo>
                    <a:pt x="197" y="4923"/>
                  </a:lnTo>
                  <a:cubicBezTo>
                    <a:pt x="10102" y="4923"/>
                    <a:pt x="12997" y="4923"/>
                    <a:pt x="15131" y="10865"/>
                  </a:cubicBezTo>
                  <a:lnTo>
                    <a:pt x="50484" y="106885"/>
                  </a:lnTo>
                  <a:cubicBezTo>
                    <a:pt x="51551" y="109857"/>
                    <a:pt x="52313" y="110326"/>
                    <a:pt x="54294" y="110326"/>
                  </a:cubicBezTo>
                  <a:cubicBezTo>
                    <a:pt x="56884" y="110326"/>
                    <a:pt x="57189" y="109544"/>
                    <a:pt x="57951" y="107354"/>
                  </a:cubicBezTo>
                  <a:lnTo>
                    <a:pt x="91933" y="154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49" name="Freeform: Shape 2448">
              <a:extLst>
                <a:ext uri="{FF2B5EF4-FFF2-40B4-BE49-F238E27FC236}">
                  <a16:creationId xmlns:a16="http://schemas.microsoft.com/office/drawing/2014/main" id="{E8C593AE-432E-2B22-CD4D-0599122FAD97}"/>
                </a:ext>
              </a:extLst>
            </p:cNvPr>
            <p:cNvSpPr/>
            <p:nvPr>
              <p:custDataLst>
                <p:tags r:id="rId23"/>
              </p:custDataLst>
            </p:nvPr>
          </p:nvSpPr>
          <p:spPr>
            <a:xfrm>
              <a:off x="10404044" y="6395581"/>
              <a:ext cx="68725" cy="71780"/>
            </a:xfrm>
            <a:custGeom>
              <a:avLst/>
              <a:gdLst>
                <a:gd name="connsiteX0" fmla="*/ 44548 w 68725"/>
                <a:gd name="connsiteY0" fmla="*/ 58250 h 71780"/>
                <a:gd name="connsiteX1" fmla="*/ 56434 w 68725"/>
                <a:gd name="connsiteY1" fmla="*/ 71073 h 71780"/>
                <a:gd name="connsiteX2" fmla="*/ 68930 w 68725"/>
                <a:gd name="connsiteY2" fmla="*/ 56217 h 71780"/>
                <a:gd name="connsiteX3" fmla="*/ 68930 w 68725"/>
                <a:gd name="connsiteY3" fmla="*/ 47459 h 71780"/>
                <a:gd name="connsiteX4" fmla="*/ 65120 w 68725"/>
                <a:gd name="connsiteY4" fmla="*/ 47459 h 71780"/>
                <a:gd name="connsiteX5" fmla="*/ 65120 w 68725"/>
                <a:gd name="connsiteY5" fmla="*/ 56217 h 71780"/>
                <a:gd name="connsiteX6" fmla="*/ 59634 w 68725"/>
                <a:gd name="connsiteY6" fmla="*/ 66225 h 71780"/>
                <a:gd name="connsiteX7" fmla="*/ 53996 w 68725"/>
                <a:gd name="connsiteY7" fmla="*/ 58406 h 71780"/>
                <a:gd name="connsiteX8" fmla="*/ 53996 w 68725"/>
                <a:gd name="connsiteY8" fmla="*/ 27129 h 71780"/>
                <a:gd name="connsiteX9" fmla="*/ 48510 w 68725"/>
                <a:gd name="connsiteY9" fmla="*/ 8676 h 71780"/>
                <a:gd name="connsiteX10" fmla="*/ 27633 w 68725"/>
                <a:gd name="connsiteY10" fmla="*/ 75 h 71780"/>
                <a:gd name="connsiteX11" fmla="*/ 4623 w 68725"/>
                <a:gd name="connsiteY11" fmla="*/ 17746 h 71780"/>
                <a:gd name="connsiteX12" fmla="*/ 11633 w 68725"/>
                <a:gd name="connsiteY12" fmla="*/ 25096 h 71780"/>
                <a:gd name="connsiteX13" fmla="*/ 18642 w 68725"/>
                <a:gd name="connsiteY13" fmla="*/ 17903 h 71780"/>
                <a:gd name="connsiteX14" fmla="*/ 10871 w 68725"/>
                <a:gd name="connsiteY14" fmla="*/ 10709 h 71780"/>
                <a:gd name="connsiteX15" fmla="*/ 27328 w 68725"/>
                <a:gd name="connsiteY15" fmla="*/ 3515 h 71780"/>
                <a:gd name="connsiteX16" fmla="*/ 43481 w 68725"/>
                <a:gd name="connsiteY16" fmla="*/ 23532 h 71780"/>
                <a:gd name="connsiteX17" fmla="*/ 43481 w 68725"/>
                <a:gd name="connsiteY17" fmla="*/ 29319 h 71780"/>
                <a:gd name="connsiteX18" fmla="*/ 15442 w 68725"/>
                <a:gd name="connsiteY18" fmla="*/ 34948 h 71780"/>
                <a:gd name="connsiteX19" fmla="*/ 204 w 68725"/>
                <a:gd name="connsiteY19" fmla="*/ 55278 h 71780"/>
                <a:gd name="connsiteX20" fmla="*/ 24585 w 68725"/>
                <a:gd name="connsiteY20" fmla="*/ 71855 h 71780"/>
                <a:gd name="connsiteX21" fmla="*/ 44548 w 68725"/>
                <a:gd name="connsiteY21" fmla="*/ 58250 h 71780"/>
                <a:gd name="connsiteX22" fmla="*/ 43481 w 68725"/>
                <a:gd name="connsiteY22" fmla="*/ 32603 h 71780"/>
                <a:gd name="connsiteX23" fmla="*/ 43481 w 68725"/>
                <a:gd name="connsiteY23" fmla="*/ 48241 h 71780"/>
                <a:gd name="connsiteX24" fmla="*/ 25652 w 68725"/>
                <a:gd name="connsiteY24" fmla="*/ 68415 h 71780"/>
                <a:gd name="connsiteX25" fmla="*/ 11937 w 68725"/>
                <a:gd name="connsiteY25" fmla="*/ 55122 h 71780"/>
                <a:gd name="connsiteX26" fmla="*/ 43481 w 68725"/>
                <a:gd name="connsiteY26" fmla="*/ 32603 h 7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8725" h="71780">
                  <a:moveTo>
                    <a:pt x="44548" y="58250"/>
                  </a:moveTo>
                  <a:cubicBezTo>
                    <a:pt x="45157" y="64505"/>
                    <a:pt x="49272" y="71073"/>
                    <a:pt x="56434" y="71073"/>
                  </a:cubicBezTo>
                  <a:cubicBezTo>
                    <a:pt x="59634" y="71073"/>
                    <a:pt x="68930" y="68884"/>
                    <a:pt x="68930" y="56217"/>
                  </a:cubicBezTo>
                  <a:lnTo>
                    <a:pt x="68930" y="47459"/>
                  </a:lnTo>
                  <a:lnTo>
                    <a:pt x="65120" y="47459"/>
                  </a:lnTo>
                  <a:lnTo>
                    <a:pt x="65120" y="56217"/>
                  </a:lnTo>
                  <a:cubicBezTo>
                    <a:pt x="65120" y="65287"/>
                    <a:pt x="61310" y="66225"/>
                    <a:pt x="59634" y="66225"/>
                  </a:cubicBezTo>
                  <a:cubicBezTo>
                    <a:pt x="54605" y="66225"/>
                    <a:pt x="53996" y="59188"/>
                    <a:pt x="53996" y="58406"/>
                  </a:cubicBezTo>
                  <a:lnTo>
                    <a:pt x="53996" y="27129"/>
                  </a:lnTo>
                  <a:cubicBezTo>
                    <a:pt x="53996" y="20561"/>
                    <a:pt x="53996" y="14462"/>
                    <a:pt x="48510" y="8676"/>
                  </a:cubicBezTo>
                  <a:cubicBezTo>
                    <a:pt x="42567" y="2577"/>
                    <a:pt x="34948" y="75"/>
                    <a:pt x="27633" y="75"/>
                  </a:cubicBezTo>
                  <a:cubicBezTo>
                    <a:pt x="15137" y="75"/>
                    <a:pt x="4623" y="7425"/>
                    <a:pt x="4623" y="17746"/>
                  </a:cubicBezTo>
                  <a:cubicBezTo>
                    <a:pt x="4623" y="22438"/>
                    <a:pt x="7671" y="25096"/>
                    <a:pt x="11633" y="25096"/>
                  </a:cubicBezTo>
                  <a:cubicBezTo>
                    <a:pt x="15899" y="25096"/>
                    <a:pt x="18642" y="21969"/>
                    <a:pt x="18642" y="17903"/>
                  </a:cubicBezTo>
                  <a:cubicBezTo>
                    <a:pt x="18642" y="16026"/>
                    <a:pt x="17880" y="10865"/>
                    <a:pt x="10871" y="10709"/>
                  </a:cubicBezTo>
                  <a:cubicBezTo>
                    <a:pt x="14985" y="5235"/>
                    <a:pt x="22452" y="3515"/>
                    <a:pt x="27328" y="3515"/>
                  </a:cubicBezTo>
                  <a:cubicBezTo>
                    <a:pt x="34795" y="3515"/>
                    <a:pt x="43481" y="9614"/>
                    <a:pt x="43481" y="23532"/>
                  </a:cubicBezTo>
                  <a:lnTo>
                    <a:pt x="43481" y="29319"/>
                  </a:lnTo>
                  <a:cubicBezTo>
                    <a:pt x="35710" y="29788"/>
                    <a:pt x="25043" y="30257"/>
                    <a:pt x="15442" y="34948"/>
                  </a:cubicBezTo>
                  <a:cubicBezTo>
                    <a:pt x="4013" y="40266"/>
                    <a:pt x="204" y="48398"/>
                    <a:pt x="204" y="55278"/>
                  </a:cubicBezTo>
                  <a:cubicBezTo>
                    <a:pt x="204" y="67946"/>
                    <a:pt x="14985" y="71855"/>
                    <a:pt x="24585" y="71855"/>
                  </a:cubicBezTo>
                  <a:cubicBezTo>
                    <a:pt x="34643" y="71855"/>
                    <a:pt x="41653" y="65600"/>
                    <a:pt x="44548" y="58250"/>
                  </a:cubicBezTo>
                  <a:close/>
                  <a:moveTo>
                    <a:pt x="43481" y="32603"/>
                  </a:moveTo>
                  <a:lnTo>
                    <a:pt x="43481" y="48241"/>
                  </a:lnTo>
                  <a:cubicBezTo>
                    <a:pt x="43481" y="63098"/>
                    <a:pt x="32509" y="68415"/>
                    <a:pt x="25652" y="68415"/>
                  </a:cubicBezTo>
                  <a:cubicBezTo>
                    <a:pt x="18185" y="68415"/>
                    <a:pt x="11937" y="62941"/>
                    <a:pt x="11937" y="55122"/>
                  </a:cubicBezTo>
                  <a:cubicBezTo>
                    <a:pt x="11937" y="46521"/>
                    <a:pt x="18338" y="33541"/>
                    <a:pt x="43481" y="3260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50" name="Freeform: Shape 2449">
              <a:extLst>
                <a:ext uri="{FF2B5EF4-FFF2-40B4-BE49-F238E27FC236}">
                  <a16:creationId xmlns:a16="http://schemas.microsoft.com/office/drawing/2014/main" id="{E3F793EC-34F0-147B-A9A1-CCD088790B25}"/>
                </a:ext>
              </a:extLst>
            </p:cNvPr>
            <p:cNvSpPr/>
            <p:nvPr>
              <p:custDataLst>
                <p:tags r:id="rId24"/>
              </p:custDataLst>
            </p:nvPr>
          </p:nvSpPr>
          <p:spPr>
            <a:xfrm>
              <a:off x="10478104" y="6396519"/>
              <a:ext cx="51201" cy="69121"/>
            </a:xfrm>
            <a:custGeom>
              <a:avLst/>
              <a:gdLst>
                <a:gd name="connsiteX0" fmla="*/ 21390 w 51201"/>
                <a:gd name="connsiteY0" fmla="*/ 17277 h 69121"/>
                <a:gd name="connsiteX1" fmla="*/ 21390 w 51201"/>
                <a:gd name="connsiteY1" fmla="*/ 75 h 69121"/>
                <a:gd name="connsiteX2" fmla="*/ 209 w 51201"/>
                <a:gd name="connsiteY2" fmla="*/ 1795 h 69121"/>
                <a:gd name="connsiteX3" fmla="*/ 209 w 51201"/>
                <a:gd name="connsiteY3" fmla="*/ 6643 h 69121"/>
                <a:gd name="connsiteX4" fmla="*/ 12095 w 51201"/>
                <a:gd name="connsiteY4" fmla="*/ 15400 h 69121"/>
                <a:gd name="connsiteX5" fmla="*/ 12095 w 51201"/>
                <a:gd name="connsiteY5" fmla="*/ 57311 h 69121"/>
                <a:gd name="connsiteX6" fmla="*/ 209 w 51201"/>
                <a:gd name="connsiteY6" fmla="*/ 64349 h 69121"/>
                <a:gd name="connsiteX7" fmla="*/ 209 w 51201"/>
                <a:gd name="connsiteY7" fmla="*/ 69197 h 69121"/>
                <a:gd name="connsiteX8" fmla="*/ 17581 w 51201"/>
                <a:gd name="connsiteY8" fmla="*/ 68728 h 69121"/>
                <a:gd name="connsiteX9" fmla="*/ 36934 w 51201"/>
                <a:gd name="connsiteY9" fmla="*/ 69197 h 69121"/>
                <a:gd name="connsiteX10" fmla="*/ 36934 w 51201"/>
                <a:gd name="connsiteY10" fmla="*/ 64349 h 69121"/>
                <a:gd name="connsiteX11" fmla="*/ 33733 w 51201"/>
                <a:gd name="connsiteY11" fmla="*/ 64349 h 69121"/>
                <a:gd name="connsiteX12" fmla="*/ 22152 w 51201"/>
                <a:gd name="connsiteY12" fmla="*/ 56999 h 69121"/>
                <a:gd name="connsiteX13" fmla="*/ 22152 w 51201"/>
                <a:gd name="connsiteY13" fmla="*/ 32915 h 69121"/>
                <a:gd name="connsiteX14" fmla="*/ 40134 w 51201"/>
                <a:gd name="connsiteY14" fmla="*/ 3515 h 69121"/>
                <a:gd name="connsiteX15" fmla="*/ 41810 w 51201"/>
                <a:gd name="connsiteY15" fmla="*/ 3672 h 69121"/>
                <a:gd name="connsiteX16" fmla="*/ 38305 w 51201"/>
                <a:gd name="connsiteY16" fmla="*/ 9771 h 69121"/>
                <a:gd name="connsiteX17" fmla="*/ 44858 w 51201"/>
                <a:gd name="connsiteY17" fmla="*/ 16495 h 69121"/>
                <a:gd name="connsiteX18" fmla="*/ 51410 w 51201"/>
                <a:gd name="connsiteY18" fmla="*/ 9614 h 69121"/>
                <a:gd name="connsiteX19" fmla="*/ 40134 w 51201"/>
                <a:gd name="connsiteY19" fmla="*/ 75 h 69121"/>
                <a:gd name="connsiteX20" fmla="*/ 21390 w 51201"/>
                <a:gd name="connsiteY20" fmla="*/ 17277 h 6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201" h="69121">
                  <a:moveTo>
                    <a:pt x="21390" y="17277"/>
                  </a:moveTo>
                  <a:lnTo>
                    <a:pt x="21390" y="75"/>
                  </a:lnTo>
                  <a:lnTo>
                    <a:pt x="209" y="1795"/>
                  </a:lnTo>
                  <a:lnTo>
                    <a:pt x="209" y="6643"/>
                  </a:lnTo>
                  <a:cubicBezTo>
                    <a:pt x="10876" y="6643"/>
                    <a:pt x="12095" y="7738"/>
                    <a:pt x="12095" y="15400"/>
                  </a:cubicBezTo>
                  <a:lnTo>
                    <a:pt x="12095" y="57311"/>
                  </a:lnTo>
                  <a:cubicBezTo>
                    <a:pt x="12095" y="64349"/>
                    <a:pt x="10418" y="64349"/>
                    <a:pt x="209" y="64349"/>
                  </a:cubicBezTo>
                  <a:lnTo>
                    <a:pt x="209" y="69197"/>
                  </a:lnTo>
                  <a:cubicBezTo>
                    <a:pt x="6152" y="69040"/>
                    <a:pt x="13314" y="68728"/>
                    <a:pt x="17581" y="68728"/>
                  </a:cubicBezTo>
                  <a:cubicBezTo>
                    <a:pt x="23676" y="68728"/>
                    <a:pt x="30838" y="68728"/>
                    <a:pt x="36934" y="69197"/>
                  </a:cubicBezTo>
                  <a:lnTo>
                    <a:pt x="36934" y="64349"/>
                  </a:lnTo>
                  <a:lnTo>
                    <a:pt x="33733" y="64349"/>
                  </a:lnTo>
                  <a:cubicBezTo>
                    <a:pt x="22457" y="64349"/>
                    <a:pt x="22152" y="62629"/>
                    <a:pt x="22152" y="56999"/>
                  </a:cubicBezTo>
                  <a:lnTo>
                    <a:pt x="22152" y="32915"/>
                  </a:lnTo>
                  <a:cubicBezTo>
                    <a:pt x="22152" y="17433"/>
                    <a:pt x="28552" y="3515"/>
                    <a:pt x="40134" y="3515"/>
                  </a:cubicBezTo>
                  <a:cubicBezTo>
                    <a:pt x="41200" y="3515"/>
                    <a:pt x="41505" y="3515"/>
                    <a:pt x="41810" y="3672"/>
                  </a:cubicBezTo>
                  <a:cubicBezTo>
                    <a:pt x="41353" y="3828"/>
                    <a:pt x="38305" y="5705"/>
                    <a:pt x="38305" y="9771"/>
                  </a:cubicBezTo>
                  <a:cubicBezTo>
                    <a:pt x="38305" y="14149"/>
                    <a:pt x="41505" y="16495"/>
                    <a:pt x="44858" y="16495"/>
                  </a:cubicBezTo>
                  <a:cubicBezTo>
                    <a:pt x="47601" y="16495"/>
                    <a:pt x="51410" y="14618"/>
                    <a:pt x="51410" y="9614"/>
                  </a:cubicBezTo>
                  <a:cubicBezTo>
                    <a:pt x="51410" y="4610"/>
                    <a:pt x="46686" y="75"/>
                    <a:pt x="40134" y="75"/>
                  </a:cubicBezTo>
                  <a:cubicBezTo>
                    <a:pt x="29010" y="75"/>
                    <a:pt x="23524" y="10552"/>
                    <a:pt x="21390" y="1727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51" name="Freeform: Shape 2450">
              <a:extLst>
                <a:ext uri="{FF2B5EF4-FFF2-40B4-BE49-F238E27FC236}">
                  <a16:creationId xmlns:a16="http://schemas.microsoft.com/office/drawing/2014/main" id="{1177B472-266F-98B4-E7D7-0B1975BAD9C9}"/>
                </a:ext>
              </a:extLst>
            </p:cNvPr>
            <p:cNvSpPr/>
            <p:nvPr>
              <p:custDataLst>
                <p:tags r:id="rId25"/>
              </p:custDataLst>
            </p:nvPr>
          </p:nvSpPr>
          <p:spPr>
            <a:xfrm>
              <a:off x="10548607" y="6348353"/>
              <a:ext cx="35353" cy="156384"/>
            </a:xfrm>
            <a:custGeom>
              <a:avLst/>
              <a:gdLst>
                <a:gd name="connsiteX0" fmla="*/ 35566 w 35353"/>
                <a:gd name="connsiteY0" fmla="*/ 154895 h 156384"/>
                <a:gd name="connsiteX1" fmla="*/ 32975 w 35353"/>
                <a:gd name="connsiteY1" fmla="*/ 151455 h 156384"/>
                <a:gd name="connsiteX2" fmla="*/ 9051 w 35353"/>
                <a:gd name="connsiteY2" fmla="*/ 78267 h 156384"/>
                <a:gd name="connsiteX3" fmla="*/ 33585 w 35353"/>
                <a:gd name="connsiteY3" fmla="*/ 4297 h 156384"/>
                <a:gd name="connsiteX4" fmla="*/ 35566 w 35353"/>
                <a:gd name="connsiteY4" fmla="*/ 1639 h 156384"/>
                <a:gd name="connsiteX5" fmla="*/ 34042 w 35353"/>
                <a:gd name="connsiteY5" fmla="*/ 75 h 156384"/>
                <a:gd name="connsiteX6" fmla="*/ 9813 w 35353"/>
                <a:gd name="connsiteY6" fmla="*/ 30570 h 156384"/>
                <a:gd name="connsiteX7" fmla="*/ 213 w 35353"/>
                <a:gd name="connsiteY7" fmla="*/ 78267 h 156384"/>
                <a:gd name="connsiteX8" fmla="*/ 10270 w 35353"/>
                <a:gd name="connsiteY8" fmla="*/ 127059 h 156384"/>
                <a:gd name="connsiteX9" fmla="*/ 34042 w 35353"/>
                <a:gd name="connsiteY9" fmla="*/ 156459 h 156384"/>
                <a:gd name="connsiteX10" fmla="*/ 35566 w 35353"/>
                <a:gd name="connsiteY10" fmla="*/ 154895 h 156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353" h="156384">
                  <a:moveTo>
                    <a:pt x="35566" y="154895"/>
                  </a:moveTo>
                  <a:cubicBezTo>
                    <a:pt x="35566" y="154426"/>
                    <a:pt x="35566" y="154113"/>
                    <a:pt x="32975" y="151455"/>
                  </a:cubicBezTo>
                  <a:cubicBezTo>
                    <a:pt x="13927" y="131750"/>
                    <a:pt x="9051" y="102194"/>
                    <a:pt x="9051" y="78267"/>
                  </a:cubicBezTo>
                  <a:cubicBezTo>
                    <a:pt x="9051" y="51056"/>
                    <a:pt x="14842" y="23845"/>
                    <a:pt x="33585" y="4297"/>
                  </a:cubicBezTo>
                  <a:cubicBezTo>
                    <a:pt x="35566" y="2420"/>
                    <a:pt x="35566" y="2108"/>
                    <a:pt x="35566" y="1639"/>
                  </a:cubicBezTo>
                  <a:cubicBezTo>
                    <a:pt x="35566" y="544"/>
                    <a:pt x="34956" y="75"/>
                    <a:pt x="34042" y="75"/>
                  </a:cubicBezTo>
                  <a:cubicBezTo>
                    <a:pt x="32518" y="75"/>
                    <a:pt x="18804" y="10709"/>
                    <a:pt x="9813" y="30570"/>
                  </a:cubicBezTo>
                  <a:cubicBezTo>
                    <a:pt x="2041" y="47772"/>
                    <a:pt x="213" y="65131"/>
                    <a:pt x="213" y="78267"/>
                  </a:cubicBezTo>
                  <a:cubicBezTo>
                    <a:pt x="213" y="90465"/>
                    <a:pt x="1889" y="109387"/>
                    <a:pt x="10270" y="127059"/>
                  </a:cubicBezTo>
                  <a:cubicBezTo>
                    <a:pt x="19413" y="146294"/>
                    <a:pt x="32518" y="156459"/>
                    <a:pt x="34042" y="156459"/>
                  </a:cubicBezTo>
                  <a:cubicBezTo>
                    <a:pt x="34956" y="156459"/>
                    <a:pt x="35566" y="155990"/>
                    <a:pt x="35566" y="15489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52" name="Freeform: Shape 2451">
              <a:extLst>
                <a:ext uri="{FF2B5EF4-FFF2-40B4-BE49-F238E27FC236}">
                  <a16:creationId xmlns:a16="http://schemas.microsoft.com/office/drawing/2014/main" id="{7BDFC51E-F21C-9F8F-6F31-EFDB670B307E}"/>
                </a:ext>
              </a:extLst>
            </p:cNvPr>
            <p:cNvSpPr/>
            <p:nvPr>
              <p:custDataLst>
                <p:tags r:id="rId26"/>
              </p:custDataLst>
            </p:nvPr>
          </p:nvSpPr>
          <p:spPr>
            <a:xfrm>
              <a:off x="10598116" y="6358830"/>
              <a:ext cx="110784" cy="106810"/>
            </a:xfrm>
            <a:custGeom>
              <a:avLst/>
              <a:gdLst>
                <a:gd name="connsiteX0" fmla="*/ 85857 w 110784"/>
                <a:gd name="connsiteY0" fmla="*/ 17903 h 106810"/>
                <a:gd name="connsiteX1" fmla="*/ 87991 w 110784"/>
                <a:gd name="connsiteY1" fmla="*/ 15713 h 106810"/>
                <a:gd name="connsiteX2" fmla="*/ 107953 w 110784"/>
                <a:gd name="connsiteY2" fmla="*/ 4923 h 106810"/>
                <a:gd name="connsiteX3" fmla="*/ 111001 w 110784"/>
                <a:gd name="connsiteY3" fmla="*/ 1951 h 106810"/>
                <a:gd name="connsiteX4" fmla="*/ 109020 w 110784"/>
                <a:gd name="connsiteY4" fmla="*/ 75 h 106810"/>
                <a:gd name="connsiteX5" fmla="*/ 96524 w 110784"/>
                <a:gd name="connsiteY5" fmla="*/ 544 h 106810"/>
                <a:gd name="connsiteX6" fmla="*/ 81286 w 110784"/>
                <a:gd name="connsiteY6" fmla="*/ 75 h 106810"/>
                <a:gd name="connsiteX7" fmla="*/ 78390 w 110784"/>
                <a:gd name="connsiteY7" fmla="*/ 3046 h 106810"/>
                <a:gd name="connsiteX8" fmla="*/ 80676 w 110784"/>
                <a:gd name="connsiteY8" fmla="*/ 4923 h 106810"/>
                <a:gd name="connsiteX9" fmla="*/ 86162 w 110784"/>
                <a:gd name="connsiteY9" fmla="*/ 8519 h 106810"/>
                <a:gd name="connsiteX10" fmla="*/ 82048 w 110784"/>
                <a:gd name="connsiteY10" fmla="*/ 16026 h 106810"/>
                <a:gd name="connsiteX11" fmla="*/ 46694 w 110784"/>
                <a:gd name="connsiteY11" fmla="*/ 57781 h 106810"/>
                <a:gd name="connsiteX12" fmla="*/ 29932 w 110784"/>
                <a:gd name="connsiteY12" fmla="*/ 11334 h 106810"/>
                <a:gd name="connsiteX13" fmla="*/ 29017 w 110784"/>
                <a:gd name="connsiteY13" fmla="*/ 8676 h 106810"/>
                <a:gd name="connsiteX14" fmla="*/ 38008 w 110784"/>
                <a:gd name="connsiteY14" fmla="*/ 4923 h 106810"/>
                <a:gd name="connsiteX15" fmla="*/ 41665 w 110784"/>
                <a:gd name="connsiteY15" fmla="*/ 1795 h 106810"/>
                <a:gd name="connsiteX16" fmla="*/ 39380 w 110784"/>
                <a:gd name="connsiteY16" fmla="*/ 75 h 106810"/>
                <a:gd name="connsiteX17" fmla="*/ 20179 w 110784"/>
                <a:gd name="connsiteY17" fmla="*/ 544 h 106810"/>
                <a:gd name="connsiteX18" fmla="*/ 3112 w 110784"/>
                <a:gd name="connsiteY18" fmla="*/ 75 h 106810"/>
                <a:gd name="connsiteX19" fmla="*/ 216 w 110784"/>
                <a:gd name="connsiteY19" fmla="*/ 3202 h 106810"/>
                <a:gd name="connsiteX20" fmla="*/ 3721 w 110784"/>
                <a:gd name="connsiteY20" fmla="*/ 4923 h 106810"/>
                <a:gd name="connsiteX21" fmla="*/ 14845 w 110784"/>
                <a:gd name="connsiteY21" fmla="*/ 10240 h 106810"/>
                <a:gd name="connsiteX22" fmla="*/ 33589 w 110784"/>
                <a:gd name="connsiteY22" fmla="*/ 61690 h 106810"/>
                <a:gd name="connsiteX23" fmla="*/ 34198 w 110784"/>
                <a:gd name="connsiteY23" fmla="*/ 64349 h 106810"/>
                <a:gd name="connsiteX24" fmla="*/ 27341 w 110784"/>
                <a:gd name="connsiteY24" fmla="*/ 92811 h 106810"/>
                <a:gd name="connsiteX25" fmla="*/ 13017 w 110784"/>
                <a:gd name="connsiteY25" fmla="*/ 102037 h 106810"/>
                <a:gd name="connsiteX26" fmla="*/ 8902 w 110784"/>
                <a:gd name="connsiteY26" fmla="*/ 105165 h 106810"/>
                <a:gd name="connsiteX27" fmla="*/ 11036 w 110784"/>
                <a:gd name="connsiteY27" fmla="*/ 106885 h 106810"/>
                <a:gd name="connsiteX28" fmla="*/ 30236 w 110784"/>
                <a:gd name="connsiteY28" fmla="*/ 106416 h 106810"/>
                <a:gd name="connsiteX29" fmla="*/ 49742 w 110784"/>
                <a:gd name="connsiteY29" fmla="*/ 106885 h 106810"/>
                <a:gd name="connsiteX30" fmla="*/ 52637 w 110784"/>
                <a:gd name="connsiteY30" fmla="*/ 103758 h 106810"/>
                <a:gd name="connsiteX31" fmla="*/ 48370 w 110784"/>
                <a:gd name="connsiteY31" fmla="*/ 102037 h 106810"/>
                <a:gd name="connsiteX32" fmla="*/ 42580 w 110784"/>
                <a:gd name="connsiteY32" fmla="*/ 101725 h 106810"/>
                <a:gd name="connsiteX33" fmla="*/ 38465 w 110784"/>
                <a:gd name="connsiteY33" fmla="*/ 99222 h 106810"/>
                <a:gd name="connsiteX34" fmla="*/ 40599 w 110784"/>
                <a:gd name="connsiteY34" fmla="*/ 89370 h 106810"/>
                <a:gd name="connsiteX35" fmla="*/ 45932 w 110784"/>
                <a:gd name="connsiteY35" fmla="*/ 67320 h 106810"/>
                <a:gd name="connsiteX36" fmla="*/ 48066 w 110784"/>
                <a:gd name="connsiteY36" fmla="*/ 62472 h 106810"/>
                <a:gd name="connsiteX37" fmla="*/ 85857 w 110784"/>
                <a:gd name="connsiteY37" fmla="*/ 17903 h 106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0784" h="106810">
                  <a:moveTo>
                    <a:pt x="85857" y="17903"/>
                  </a:moveTo>
                  <a:lnTo>
                    <a:pt x="87991" y="15713"/>
                  </a:lnTo>
                  <a:cubicBezTo>
                    <a:pt x="92562" y="11022"/>
                    <a:pt x="97591" y="5705"/>
                    <a:pt x="107953" y="4923"/>
                  </a:cubicBezTo>
                  <a:cubicBezTo>
                    <a:pt x="109629" y="4766"/>
                    <a:pt x="111001" y="4766"/>
                    <a:pt x="111001" y="1951"/>
                  </a:cubicBezTo>
                  <a:cubicBezTo>
                    <a:pt x="111001" y="700"/>
                    <a:pt x="110239" y="75"/>
                    <a:pt x="109020" y="75"/>
                  </a:cubicBezTo>
                  <a:cubicBezTo>
                    <a:pt x="105058" y="75"/>
                    <a:pt x="100639" y="544"/>
                    <a:pt x="96524" y="544"/>
                  </a:cubicBezTo>
                  <a:cubicBezTo>
                    <a:pt x="91495" y="544"/>
                    <a:pt x="86162" y="75"/>
                    <a:pt x="81286" y="75"/>
                  </a:cubicBezTo>
                  <a:cubicBezTo>
                    <a:pt x="80371" y="75"/>
                    <a:pt x="78390" y="75"/>
                    <a:pt x="78390" y="3046"/>
                  </a:cubicBezTo>
                  <a:cubicBezTo>
                    <a:pt x="78390" y="4766"/>
                    <a:pt x="79914" y="4923"/>
                    <a:pt x="80676" y="4923"/>
                  </a:cubicBezTo>
                  <a:cubicBezTo>
                    <a:pt x="81743" y="4923"/>
                    <a:pt x="86162" y="5235"/>
                    <a:pt x="86162" y="8519"/>
                  </a:cubicBezTo>
                  <a:cubicBezTo>
                    <a:pt x="86162" y="11178"/>
                    <a:pt x="82657" y="15244"/>
                    <a:pt x="82048" y="16026"/>
                  </a:cubicBezTo>
                  <a:lnTo>
                    <a:pt x="46694" y="57781"/>
                  </a:lnTo>
                  <a:lnTo>
                    <a:pt x="29932" y="11334"/>
                  </a:lnTo>
                  <a:cubicBezTo>
                    <a:pt x="29017" y="9145"/>
                    <a:pt x="29017" y="8832"/>
                    <a:pt x="29017" y="8676"/>
                  </a:cubicBezTo>
                  <a:cubicBezTo>
                    <a:pt x="29017" y="4923"/>
                    <a:pt x="36484" y="4923"/>
                    <a:pt x="38008" y="4923"/>
                  </a:cubicBezTo>
                  <a:cubicBezTo>
                    <a:pt x="40141" y="4923"/>
                    <a:pt x="41665" y="4923"/>
                    <a:pt x="41665" y="1795"/>
                  </a:cubicBezTo>
                  <a:cubicBezTo>
                    <a:pt x="41665" y="75"/>
                    <a:pt x="39837" y="75"/>
                    <a:pt x="39380" y="75"/>
                  </a:cubicBezTo>
                  <a:cubicBezTo>
                    <a:pt x="35113" y="75"/>
                    <a:pt x="24446" y="544"/>
                    <a:pt x="20179" y="544"/>
                  </a:cubicBezTo>
                  <a:cubicBezTo>
                    <a:pt x="16369" y="544"/>
                    <a:pt x="6921" y="75"/>
                    <a:pt x="3112" y="75"/>
                  </a:cubicBezTo>
                  <a:cubicBezTo>
                    <a:pt x="2197" y="75"/>
                    <a:pt x="216" y="75"/>
                    <a:pt x="216" y="3202"/>
                  </a:cubicBezTo>
                  <a:cubicBezTo>
                    <a:pt x="216" y="4923"/>
                    <a:pt x="1740" y="4923"/>
                    <a:pt x="3721" y="4923"/>
                  </a:cubicBezTo>
                  <a:cubicBezTo>
                    <a:pt x="12864" y="4923"/>
                    <a:pt x="13474" y="6330"/>
                    <a:pt x="14845" y="10240"/>
                  </a:cubicBezTo>
                  <a:lnTo>
                    <a:pt x="33589" y="61690"/>
                  </a:lnTo>
                  <a:cubicBezTo>
                    <a:pt x="33741" y="62159"/>
                    <a:pt x="34198" y="63880"/>
                    <a:pt x="34198" y="64349"/>
                  </a:cubicBezTo>
                  <a:cubicBezTo>
                    <a:pt x="34198" y="64818"/>
                    <a:pt x="28103" y="89996"/>
                    <a:pt x="27341" y="92811"/>
                  </a:cubicBezTo>
                  <a:cubicBezTo>
                    <a:pt x="25360" y="101412"/>
                    <a:pt x="25208" y="101881"/>
                    <a:pt x="13017" y="102037"/>
                  </a:cubicBezTo>
                  <a:cubicBezTo>
                    <a:pt x="10121" y="102037"/>
                    <a:pt x="8902" y="102037"/>
                    <a:pt x="8902" y="105165"/>
                  </a:cubicBezTo>
                  <a:cubicBezTo>
                    <a:pt x="8902" y="106885"/>
                    <a:pt x="10731" y="106885"/>
                    <a:pt x="11036" y="106885"/>
                  </a:cubicBezTo>
                  <a:cubicBezTo>
                    <a:pt x="15303" y="106885"/>
                    <a:pt x="25970" y="106416"/>
                    <a:pt x="30236" y="106416"/>
                  </a:cubicBezTo>
                  <a:cubicBezTo>
                    <a:pt x="34503" y="106416"/>
                    <a:pt x="45475" y="106885"/>
                    <a:pt x="49742" y="106885"/>
                  </a:cubicBezTo>
                  <a:cubicBezTo>
                    <a:pt x="50808" y="106885"/>
                    <a:pt x="52637" y="106885"/>
                    <a:pt x="52637" y="103758"/>
                  </a:cubicBezTo>
                  <a:cubicBezTo>
                    <a:pt x="52637" y="102037"/>
                    <a:pt x="51266" y="102037"/>
                    <a:pt x="48370" y="102037"/>
                  </a:cubicBezTo>
                  <a:cubicBezTo>
                    <a:pt x="48066" y="102037"/>
                    <a:pt x="45170" y="102037"/>
                    <a:pt x="42580" y="101725"/>
                  </a:cubicBezTo>
                  <a:cubicBezTo>
                    <a:pt x="39380" y="101412"/>
                    <a:pt x="38465" y="101099"/>
                    <a:pt x="38465" y="99222"/>
                  </a:cubicBezTo>
                  <a:cubicBezTo>
                    <a:pt x="38465" y="98128"/>
                    <a:pt x="39837" y="92654"/>
                    <a:pt x="40599" y="89370"/>
                  </a:cubicBezTo>
                  <a:lnTo>
                    <a:pt x="45932" y="67320"/>
                  </a:lnTo>
                  <a:cubicBezTo>
                    <a:pt x="46694" y="64349"/>
                    <a:pt x="46846" y="63880"/>
                    <a:pt x="48066" y="62472"/>
                  </a:cubicBezTo>
                  <a:lnTo>
                    <a:pt x="85857" y="1790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53" name="Freeform: Shape 2452">
              <a:extLst>
                <a:ext uri="{FF2B5EF4-FFF2-40B4-BE49-F238E27FC236}">
                  <a16:creationId xmlns:a16="http://schemas.microsoft.com/office/drawing/2014/main" id="{AB4C448C-8807-0614-822A-95A72D8226A6}"/>
                </a:ext>
              </a:extLst>
            </p:cNvPr>
            <p:cNvSpPr/>
            <p:nvPr>
              <p:custDataLst>
                <p:tags r:id="rId27"/>
              </p:custDataLst>
            </p:nvPr>
          </p:nvSpPr>
          <p:spPr>
            <a:xfrm>
              <a:off x="10723801" y="6348353"/>
              <a:ext cx="35353" cy="156384"/>
            </a:xfrm>
            <a:custGeom>
              <a:avLst/>
              <a:gdLst>
                <a:gd name="connsiteX0" fmla="*/ 35578 w 35353"/>
                <a:gd name="connsiteY0" fmla="*/ 78267 h 156384"/>
                <a:gd name="connsiteX1" fmla="*/ 25520 w 35353"/>
                <a:gd name="connsiteY1" fmla="*/ 29475 h 156384"/>
                <a:gd name="connsiteX2" fmla="*/ 1748 w 35353"/>
                <a:gd name="connsiteY2" fmla="*/ 75 h 156384"/>
                <a:gd name="connsiteX3" fmla="*/ 224 w 35353"/>
                <a:gd name="connsiteY3" fmla="*/ 1639 h 156384"/>
                <a:gd name="connsiteX4" fmla="*/ 3120 w 35353"/>
                <a:gd name="connsiteY4" fmla="*/ 5235 h 156384"/>
                <a:gd name="connsiteX5" fmla="*/ 26740 w 35353"/>
                <a:gd name="connsiteY5" fmla="*/ 78267 h 156384"/>
                <a:gd name="connsiteX6" fmla="*/ 2205 w 35353"/>
                <a:gd name="connsiteY6" fmla="*/ 152237 h 156384"/>
                <a:gd name="connsiteX7" fmla="*/ 224 w 35353"/>
                <a:gd name="connsiteY7" fmla="*/ 154895 h 156384"/>
                <a:gd name="connsiteX8" fmla="*/ 1748 w 35353"/>
                <a:gd name="connsiteY8" fmla="*/ 156459 h 156384"/>
                <a:gd name="connsiteX9" fmla="*/ 25978 w 35353"/>
                <a:gd name="connsiteY9" fmla="*/ 125964 h 156384"/>
                <a:gd name="connsiteX10" fmla="*/ 35578 w 35353"/>
                <a:gd name="connsiteY10" fmla="*/ 78267 h 156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353" h="156384">
                  <a:moveTo>
                    <a:pt x="35578" y="78267"/>
                  </a:moveTo>
                  <a:cubicBezTo>
                    <a:pt x="35578" y="66069"/>
                    <a:pt x="33902" y="47146"/>
                    <a:pt x="25520" y="29475"/>
                  </a:cubicBezTo>
                  <a:cubicBezTo>
                    <a:pt x="16377" y="10240"/>
                    <a:pt x="3272" y="75"/>
                    <a:pt x="1748" y="75"/>
                  </a:cubicBezTo>
                  <a:cubicBezTo>
                    <a:pt x="834" y="75"/>
                    <a:pt x="224" y="700"/>
                    <a:pt x="224" y="1639"/>
                  </a:cubicBezTo>
                  <a:cubicBezTo>
                    <a:pt x="224" y="2108"/>
                    <a:pt x="224" y="2420"/>
                    <a:pt x="3120" y="5235"/>
                  </a:cubicBezTo>
                  <a:cubicBezTo>
                    <a:pt x="18054" y="20717"/>
                    <a:pt x="26740" y="45583"/>
                    <a:pt x="26740" y="78267"/>
                  </a:cubicBezTo>
                  <a:cubicBezTo>
                    <a:pt x="26740" y="105009"/>
                    <a:pt x="21101" y="132532"/>
                    <a:pt x="2205" y="152237"/>
                  </a:cubicBezTo>
                  <a:cubicBezTo>
                    <a:pt x="224" y="154113"/>
                    <a:pt x="224" y="154426"/>
                    <a:pt x="224" y="154895"/>
                  </a:cubicBezTo>
                  <a:cubicBezTo>
                    <a:pt x="224" y="155834"/>
                    <a:pt x="834" y="156459"/>
                    <a:pt x="1748" y="156459"/>
                  </a:cubicBezTo>
                  <a:cubicBezTo>
                    <a:pt x="3272" y="156459"/>
                    <a:pt x="16987" y="145825"/>
                    <a:pt x="25978" y="125964"/>
                  </a:cubicBezTo>
                  <a:cubicBezTo>
                    <a:pt x="33749" y="108762"/>
                    <a:pt x="35578" y="91403"/>
                    <a:pt x="35578" y="7826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54" name="Freeform: Shape 2453">
              <a:extLst>
                <a:ext uri="{FF2B5EF4-FFF2-40B4-BE49-F238E27FC236}">
                  <a16:creationId xmlns:a16="http://schemas.microsoft.com/office/drawing/2014/main" id="{FEAD426D-BC67-2BB1-94B8-972BBDED6194}"/>
                </a:ext>
              </a:extLst>
            </p:cNvPr>
            <p:cNvSpPr/>
            <p:nvPr>
              <p:custDataLst>
                <p:tags r:id="rId28"/>
              </p:custDataLst>
            </p:nvPr>
          </p:nvSpPr>
          <p:spPr>
            <a:xfrm>
              <a:off x="10825238" y="6408248"/>
              <a:ext cx="101336" cy="36593"/>
            </a:xfrm>
            <a:custGeom>
              <a:avLst/>
              <a:gdLst>
                <a:gd name="connsiteX0" fmla="*/ 96386 w 101336"/>
                <a:gd name="connsiteY0" fmla="*/ 6330 h 36593"/>
                <a:gd name="connsiteX1" fmla="*/ 101568 w 101336"/>
                <a:gd name="connsiteY1" fmla="*/ 3202 h 36593"/>
                <a:gd name="connsiteX2" fmla="*/ 96539 w 101336"/>
                <a:gd name="connsiteY2" fmla="*/ 75 h 36593"/>
                <a:gd name="connsiteX3" fmla="*/ 5260 w 101336"/>
                <a:gd name="connsiteY3" fmla="*/ 75 h 36593"/>
                <a:gd name="connsiteX4" fmla="*/ 231 w 101336"/>
                <a:gd name="connsiteY4" fmla="*/ 3202 h 36593"/>
                <a:gd name="connsiteX5" fmla="*/ 5412 w 101336"/>
                <a:gd name="connsiteY5" fmla="*/ 6330 h 36593"/>
                <a:gd name="connsiteX6" fmla="*/ 96386 w 101336"/>
                <a:gd name="connsiteY6" fmla="*/ 6330 h 36593"/>
                <a:gd name="connsiteX7" fmla="*/ 96539 w 101336"/>
                <a:gd name="connsiteY7" fmla="*/ 36669 h 36593"/>
                <a:gd name="connsiteX8" fmla="*/ 101568 w 101336"/>
                <a:gd name="connsiteY8" fmla="*/ 33541 h 36593"/>
                <a:gd name="connsiteX9" fmla="*/ 96386 w 101336"/>
                <a:gd name="connsiteY9" fmla="*/ 30413 h 36593"/>
                <a:gd name="connsiteX10" fmla="*/ 5412 w 101336"/>
                <a:gd name="connsiteY10" fmla="*/ 30413 h 36593"/>
                <a:gd name="connsiteX11" fmla="*/ 231 w 101336"/>
                <a:gd name="connsiteY11" fmla="*/ 33541 h 36593"/>
                <a:gd name="connsiteX12" fmla="*/ 5260 w 101336"/>
                <a:gd name="connsiteY12" fmla="*/ 36669 h 36593"/>
                <a:gd name="connsiteX13" fmla="*/ 96539 w 101336"/>
                <a:gd name="connsiteY13" fmla="*/ 36669 h 36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336" h="36593">
                  <a:moveTo>
                    <a:pt x="96386" y="6330"/>
                  </a:moveTo>
                  <a:cubicBezTo>
                    <a:pt x="98672" y="6330"/>
                    <a:pt x="101568" y="6330"/>
                    <a:pt x="101568" y="3202"/>
                  </a:cubicBezTo>
                  <a:cubicBezTo>
                    <a:pt x="101568" y="75"/>
                    <a:pt x="98672" y="75"/>
                    <a:pt x="96539" y="75"/>
                  </a:cubicBezTo>
                  <a:lnTo>
                    <a:pt x="5260" y="75"/>
                  </a:lnTo>
                  <a:cubicBezTo>
                    <a:pt x="3126" y="75"/>
                    <a:pt x="231" y="75"/>
                    <a:pt x="231" y="3202"/>
                  </a:cubicBezTo>
                  <a:cubicBezTo>
                    <a:pt x="231" y="6330"/>
                    <a:pt x="3126" y="6330"/>
                    <a:pt x="5412" y="6330"/>
                  </a:cubicBezTo>
                  <a:lnTo>
                    <a:pt x="96386" y="6330"/>
                  </a:lnTo>
                  <a:close/>
                  <a:moveTo>
                    <a:pt x="96539" y="36669"/>
                  </a:moveTo>
                  <a:cubicBezTo>
                    <a:pt x="98672" y="36669"/>
                    <a:pt x="101568" y="36669"/>
                    <a:pt x="101568" y="33541"/>
                  </a:cubicBezTo>
                  <a:cubicBezTo>
                    <a:pt x="101568" y="30413"/>
                    <a:pt x="98672" y="30413"/>
                    <a:pt x="96386" y="30413"/>
                  </a:cubicBezTo>
                  <a:lnTo>
                    <a:pt x="5412" y="30413"/>
                  </a:lnTo>
                  <a:cubicBezTo>
                    <a:pt x="3126" y="30413"/>
                    <a:pt x="231" y="30413"/>
                    <a:pt x="231" y="33541"/>
                  </a:cubicBezTo>
                  <a:cubicBezTo>
                    <a:pt x="231" y="36669"/>
                    <a:pt x="3126" y="36669"/>
                    <a:pt x="5260" y="36669"/>
                  </a:cubicBezTo>
                  <a:lnTo>
                    <a:pt x="96539" y="3666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55" name="Freeform: Shape 2454">
              <a:extLst>
                <a:ext uri="{FF2B5EF4-FFF2-40B4-BE49-F238E27FC236}">
                  <a16:creationId xmlns:a16="http://schemas.microsoft.com/office/drawing/2014/main" id="{58B06AB0-6546-670E-3099-785E065685FC}"/>
                </a:ext>
              </a:extLst>
            </p:cNvPr>
            <p:cNvSpPr/>
            <p:nvPr>
              <p:custDataLst>
                <p:tags r:id="rId29"/>
              </p:custDataLst>
            </p:nvPr>
          </p:nvSpPr>
          <p:spPr>
            <a:xfrm>
              <a:off x="10982127" y="6396519"/>
              <a:ext cx="82593" cy="102900"/>
            </a:xfrm>
            <a:custGeom>
              <a:avLst/>
              <a:gdLst>
                <a:gd name="connsiteX0" fmla="*/ 30871 w 82593"/>
                <a:gd name="connsiteY0" fmla="*/ 14306 h 102900"/>
                <a:gd name="connsiteX1" fmla="*/ 33157 w 82593"/>
                <a:gd name="connsiteY1" fmla="*/ 4297 h 102900"/>
                <a:gd name="connsiteX2" fmla="*/ 28738 w 82593"/>
                <a:gd name="connsiteY2" fmla="*/ 75 h 102900"/>
                <a:gd name="connsiteX3" fmla="*/ 22642 w 82593"/>
                <a:gd name="connsiteY3" fmla="*/ 5705 h 102900"/>
                <a:gd name="connsiteX4" fmla="*/ 699 w 82593"/>
                <a:gd name="connsiteY4" fmla="*/ 96251 h 102900"/>
                <a:gd name="connsiteX5" fmla="*/ 242 w 82593"/>
                <a:gd name="connsiteY5" fmla="*/ 98753 h 102900"/>
                <a:gd name="connsiteX6" fmla="*/ 4508 w 82593"/>
                <a:gd name="connsiteY6" fmla="*/ 102976 h 102900"/>
                <a:gd name="connsiteX7" fmla="*/ 9842 w 82593"/>
                <a:gd name="connsiteY7" fmla="*/ 99692 h 102900"/>
                <a:gd name="connsiteX8" fmla="*/ 18223 w 82593"/>
                <a:gd name="connsiteY8" fmla="*/ 66069 h 102900"/>
                <a:gd name="connsiteX9" fmla="*/ 33005 w 82593"/>
                <a:gd name="connsiteY9" fmla="*/ 70917 h 102900"/>
                <a:gd name="connsiteX10" fmla="*/ 53272 w 82593"/>
                <a:gd name="connsiteY10" fmla="*/ 59501 h 102900"/>
                <a:gd name="connsiteX11" fmla="*/ 66987 w 82593"/>
                <a:gd name="connsiteY11" fmla="*/ 70917 h 102900"/>
                <a:gd name="connsiteX12" fmla="*/ 78263 w 82593"/>
                <a:gd name="connsiteY12" fmla="*/ 62316 h 102900"/>
                <a:gd name="connsiteX13" fmla="*/ 82835 w 82593"/>
                <a:gd name="connsiteY13" fmla="*/ 46834 h 102900"/>
                <a:gd name="connsiteX14" fmla="*/ 81006 w 82593"/>
                <a:gd name="connsiteY14" fmla="*/ 45270 h 102900"/>
                <a:gd name="connsiteX15" fmla="*/ 78873 w 82593"/>
                <a:gd name="connsiteY15" fmla="*/ 48085 h 102900"/>
                <a:gd name="connsiteX16" fmla="*/ 67291 w 82593"/>
                <a:gd name="connsiteY16" fmla="*/ 67476 h 102900"/>
                <a:gd name="connsiteX17" fmla="*/ 62720 w 82593"/>
                <a:gd name="connsiteY17" fmla="*/ 60283 h 102900"/>
                <a:gd name="connsiteX18" fmla="*/ 65767 w 82593"/>
                <a:gd name="connsiteY18" fmla="*/ 44019 h 102900"/>
                <a:gd name="connsiteX19" fmla="*/ 70034 w 82593"/>
                <a:gd name="connsiteY19" fmla="*/ 27129 h 102900"/>
                <a:gd name="connsiteX20" fmla="*/ 72625 w 82593"/>
                <a:gd name="connsiteY20" fmla="*/ 16495 h 102900"/>
                <a:gd name="connsiteX21" fmla="*/ 74911 w 82593"/>
                <a:gd name="connsiteY21" fmla="*/ 6017 h 102900"/>
                <a:gd name="connsiteX22" fmla="*/ 70491 w 82593"/>
                <a:gd name="connsiteY22" fmla="*/ 1795 h 102900"/>
                <a:gd name="connsiteX23" fmla="*/ 64548 w 82593"/>
                <a:gd name="connsiteY23" fmla="*/ 7268 h 102900"/>
                <a:gd name="connsiteX24" fmla="*/ 57386 w 82593"/>
                <a:gd name="connsiteY24" fmla="*/ 36512 h 102900"/>
                <a:gd name="connsiteX25" fmla="*/ 53424 w 82593"/>
                <a:gd name="connsiteY25" fmla="*/ 52464 h 102900"/>
                <a:gd name="connsiteX26" fmla="*/ 33614 w 82593"/>
                <a:gd name="connsiteY26" fmla="*/ 67476 h 102900"/>
                <a:gd name="connsiteX27" fmla="*/ 22338 w 82593"/>
                <a:gd name="connsiteY27" fmla="*/ 53871 h 102900"/>
                <a:gd name="connsiteX28" fmla="*/ 24471 w 82593"/>
                <a:gd name="connsiteY28" fmla="*/ 40578 h 102900"/>
                <a:gd name="connsiteX29" fmla="*/ 30871 w 82593"/>
                <a:gd name="connsiteY29" fmla="*/ 14306 h 10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2593" h="102900">
                  <a:moveTo>
                    <a:pt x="30871" y="14306"/>
                  </a:moveTo>
                  <a:cubicBezTo>
                    <a:pt x="31633" y="11022"/>
                    <a:pt x="33157" y="5079"/>
                    <a:pt x="33157" y="4297"/>
                  </a:cubicBezTo>
                  <a:cubicBezTo>
                    <a:pt x="33157" y="1639"/>
                    <a:pt x="31328" y="75"/>
                    <a:pt x="28738" y="75"/>
                  </a:cubicBezTo>
                  <a:cubicBezTo>
                    <a:pt x="28281" y="75"/>
                    <a:pt x="24014" y="231"/>
                    <a:pt x="22642" y="5705"/>
                  </a:cubicBezTo>
                  <a:lnTo>
                    <a:pt x="699" y="96251"/>
                  </a:lnTo>
                  <a:cubicBezTo>
                    <a:pt x="242" y="98128"/>
                    <a:pt x="242" y="98441"/>
                    <a:pt x="242" y="98753"/>
                  </a:cubicBezTo>
                  <a:cubicBezTo>
                    <a:pt x="242" y="101099"/>
                    <a:pt x="1918" y="102976"/>
                    <a:pt x="4508" y="102976"/>
                  </a:cubicBezTo>
                  <a:cubicBezTo>
                    <a:pt x="7708" y="102976"/>
                    <a:pt x="9537" y="100161"/>
                    <a:pt x="9842" y="99692"/>
                  </a:cubicBezTo>
                  <a:cubicBezTo>
                    <a:pt x="10451" y="98284"/>
                    <a:pt x="12432" y="90152"/>
                    <a:pt x="18223" y="66069"/>
                  </a:cubicBezTo>
                  <a:cubicBezTo>
                    <a:pt x="23099" y="70291"/>
                    <a:pt x="29957" y="70917"/>
                    <a:pt x="33005" y="70917"/>
                  </a:cubicBezTo>
                  <a:cubicBezTo>
                    <a:pt x="43672" y="70917"/>
                    <a:pt x="49615" y="63880"/>
                    <a:pt x="53272" y="59501"/>
                  </a:cubicBezTo>
                  <a:cubicBezTo>
                    <a:pt x="54643" y="66538"/>
                    <a:pt x="60282" y="70917"/>
                    <a:pt x="66987" y="70917"/>
                  </a:cubicBezTo>
                  <a:cubicBezTo>
                    <a:pt x="72320" y="70917"/>
                    <a:pt x="75825" y="67320"/>
                    <a:pt x="78263" y="62316"/>
                  </a:cubicBezTo>
                  <a:cubicBezTo>
                    <a:pt x="80854" y="56686"/>
                    <a:pt x="82835" y="47146"/>
                    <a:pt x="82835" y="46834"/>
                  </a:cubicBezTo>
                  <a:cubicBezTo>
                    <a:pt x="82835" y="45270"/>
                    <a:pt x="81463" y="45270"/>
                    <a:pt x="81006" y="45270"/>
                  </a:cubicBezTo>
                  <a:cubicBezTo>
                    <a:pt x="79482" y="45270"/>
                    <a:pt x="79330" y="45895"/>
                    <a:pt x="78873" y="48085"/>
                  </a:cubicBezTo>
                  <a:cubicBezTo>
                    <a:pt x="76282" y="58250"/>
                    <a:pt x="73539" y="67476"/>
                    <a:pt x="67291" y="67476"/>
                  </a:cubicBezTo>
                  <a:cubicBezTo>
                    <a:pt x="63177" y="67476"/>
                    <a:pt x="62720" y="63410"/>
                    <a:pt x="62720" y="60283"/>
                  </a:cubicBezTo>
                  <a:cubicBezTo>
                    <a:pt x="62720" y="56842"/>
                    <a:pt x="64548" y="49492"/>
                    <a:pt x="65767" y="44019"/>
                  </a:cubicBezTo>
                  <a:lnTo>
                    <a:pt x="70034" y="27129"/>
                  </a:lnTo>
                  <a:cubicBezTo>
                    <a:pt x="70491" y="24783"/>
                    <a:pt x="72015" y="18841"/>
                    <a:pt x="72625" y="16495"/>
                  </a:cubicBezTo>
                  <a:cubicBezTo>
                    <a:pt x="73387" y="12898"/>
                    <a:pt x="74911" y="6956"/>
                    <a:pt x="74911" y="6017"/>
                  </a:cubicBezTo>
                  <a:cubicBezTo>
                    <a:pt x="74911" y="3202"/>
                    <a:pt x="72777" y="1795"/>
                    <a:pt x="70491" y="1795"/>
                  </a:cubicBezTo>
                  <a:cubicBezTo>
                    <a:pt x="69729" y="1795"/>
                    <a:pt x="65767" y="1951"/>
                    <a:pt x="64548" y="7268"/>
                  </a:cubicBezTo>
                  <a:lnTo>
                    <a:pt x="57386" y="36512"/>
                  </a:lnTo>
                  <a:cubicBezTo>
                    <a:pt x="55558" y="44332"/>
                    <a:pt x="53881" y="50900"/>
                    <a:pt x="53424" y="52464"/>
                  </a:cubicBezTo>
                  <a:cubicBezTo>
                    <a:pt x="53272" y="53245"/>
                    <a:pt x="45957" y="67476"/>
                    <a:pt x="33614" y="67476"/>
                  </a:cubicBezTo>
                  <a:cubicBezTo>
                    <a:pt x="25995" y="67476"/>
                    <a:pt x="22338" y="62316"/>
                    <a:pt x="22338" y="53871"/>
                  </a:cubicBezTo>
                  <a:cubicBezTo>
                    <a:pt x="22338" y="49336"/>
                    <a:pt x="23404" y="44957"/>
                    <a:pt x="24471" y="40578"/>
                  </a:cubicBezTo>
                  <a:lnTo>
                    <a:pt x="30871" y="143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57" name="Freeform: Shape 2456">
              <a:extLst>
                <a:ext uri="{FF2B5EF4-FFF2-40B4-BE49-F238E27FC236}">
                  <a16:creationId xmlns:a16="http://schemas.microsoft.com/office/drawing/2014/main" id="{5BB9DC3C-5412-E3F7-5DF5-18A20A5C83B7}"/>
                </a:ext>
              </a:extLst>
            </p:cNvPr>
            <p:cNvSpPr/>
            <p:nvPr>
              <p:custDataLst>
                <p:tags r:id="rId30"/>
              </p:custDataLst>
            </p:nvPr>
          </p:nvSpPr>
          <p:spPr>
            <a:xfrm>
              <a:off x="11115886" y="6423417"/>
              <a:ext cx="93107" cy="6255"/>
            </a:xfrm>
            <a:custGeom>
              <a:avLst/>
              <a:gdLst>
                <a:gd name="connsiteX0" fmla="*/ 88024 w 93107"/>
                <a:gd name="connsiteY0" fmla="*/ 6330 h 6255"/>
                <a:gd name="connsiteX1" fmla="*/ 93357 w 93107"/>
                <a:gd name="connsiteY1" fmla="*/ 3202 h 6255"/>
                <a:gd name="connsiteX2" fmla="*/ 88024 w 93107"/>
                <a:gd name="connsiteY2" fmla="*/ 75 h 6255"/>
                <a:gd name="connsiteX3" fmla="*/ 5583 w 93107"/>
                <a:gd name="connsiteY3" fmla="*/ 75 h 6255"/>
                <a:gd name="connsiteX4" fmla="*/ 250 w 93107"/>
                <a:gd name="connsiteY4" fmla="*/ 3202 h 6255"/>
                <a:gd name="connsiteX5" fmla="*/ 5583 w 93107"/>
                <a:gd name="connsiteY5" fmla="*/ 6330 h 6255"/>
                <a:gd name="connsiteX6" fmla="*/ 88024 w 93107"/>
                <a:gd name="connsiteY6" fmla="*/ 6330 h 6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107" h="6255">
                  <a:moveTo>
                    <a:pt x="88024" y="6330"/>
                  </a:moveTo>
                  <a:cubicBezTo>
                    <a:pt x="90615" y="6330"/>
                    <a:pt x="93357" y="6330"/>
                    <a:pt x="93357" y="3202"/>
                  </a:cubicBezTo>
                  <a:cubicBezTo>
                    <a:pt x="93357" y="75"/>
                    <a:pt x="90615" y="75"/>
                    <a:pt x="88024" y="75"/>
                  </a:cubicBezTo>
                  <a:lnTo>
                    <a:pt x="5583" y="75"/>
                  </a:lnTo>
                  <a:cubicBezTo>
                    <a:pt x="2993" y="75"/>
                    <a:pt x="250" y="75"/>
                    <a:pt x="250" y="3202"/>
                  </a:cubicBezTo>
                  <a:cubicBezTo>
                    <a:pt x="250" y="6330"/>
                    <a:pt x="2993" y="6330"/>
                    <a:pt x="5583" y="6330"/>
                  </a:cubicBezTo>
                  <a:lnTo>
                    <a:pt x="88024" y="633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58" name="Freeform: Shape 2457">
              <a:extLst>
                <a:ext uri="{FF2B5EF4-FFF2-40B4-BE49-F238E27FC236}">
                  <a16:creationId xmlns:a16="http://schemas.microsoft.com/office/drawing/2014/main" id="{391A9255-FA18-5F5F-4452-DDA1FA34C823}"/>
                </a:ext>
              </a:extLst>
            </p:cNvPr>
            <p:cNvSpPr/>
            <p:nvPr>
              <p:custDataLst>
                <p:tags r:id="rId31"/>
              </p:custDataLst>
            </p:nvPr>
          </p:nvSpPr>
          <p:spPr>
            <a:xfrm>
              <a:off x="11260195" y="6396519"/>
              <a:ext cx="82593" cy="102900"/>
            </a:xfrm>
            <a:custGeom>
              <a:avLst/>
              <a:gdLst>
                <a:gd name="connsiteX0" fmla="*/ 30889 w 82593"/>
                <a:gd name="connsiteY0" fmla="*/ 14306 h 102900"/>
                <a:gd name="connsiteX1" fmla="*/ 33175 w 82593"/>
                <a:gd name="connsiteY1" fmla="*/ 4297 h 102900"/>
                <a:gd name="connsiteX2" fmla="*/ 28756 w 82593"/>
                <a:gd name="connsiteY2" fmla="*/ 75 h 102900"/>
                <a:gd name="connsiteX3" fmla="*/ 22660 w 82593"/>
                <a:gd name="connsiteY3" fmla="*/ 5705 h 102900"/>
                <a:gd name="connsiteX4" fmla="*/ 717 w 82593"/>
                <a:gd name="connsiteY4" fmla="*/ 96251 h 102900"/>
                <a:gd name="connsiteX5" fmla="*/ 260 w 82593"/>
                <a:gd name="connsiteY5" fmla="*/ 98753 h 102900"/>
                <a:gd name="connsiteX6" fmla="*/ 4527 w 82593"/>
                <a:gd name="connsiteY6" fmla="*/ 102976 h 102900"/>
                <a:gd name="connsiteX7" fmla="*/ 9860 w 82593"/>
                <a:gd name="connsiteY7" fmla="*/ 99692 h 102900"/>
                <a:gd name="connsiteX8" fmla="*/ 18241 w 82593"/>
                <a:gd name="connsiteY8" fmla="*/ 66069 h 102900"/>
                <a:gd name="connsiteX9" fmla="*/ 33023 w 82593"/>
                <a:gd name="connsiteY9" fmla="*/ 70917 h 102900"/>
                <a:gd name="connsiteX10" fmla="*/ 53290 w 82593"/>
                <a:gd name="connsiteY10" fmla="*/ 59501 h 102900"/>
                <a:gd name="connsiteX11" fmla="*/ 67005 w 82593"/>
                <a:gd name="connsiteY11" fmla="*/ 70917 h 102900"/>
                <a:gd name="connsiteX12" fmla="*/ 78281 w 82593"/>
                <a:gd name="connsiteY12" fmla="*/ 62316 h 102900"/>
                <a:gd name="connsiteX13" fmla="*/ 82853 w 82593"/>
                <a:gd name="connsiteY13" fmla="*/ 46834 h 102900"/>
                <a:gd name="connsiteX14" fmla="*/ 81024 w 82593"/>
                <a:gd name="connsiteY14" fmla="*/ 45270 h 102900"/>
                <a:gd name="connsiteX15" fmla="*/ 78891 w 82593"/>
                <a:gd name="connsiteY15" fmla="*/ 48085 h 102900"/>
                <a:gd name="connsiteX16" fmla="*/ 67309 w 82593"/>
                <a:gd name="connsiteY16" fmla="*/ 67476 h 102900"/>
                <a:gd name="connsiteX17" fmla="*/ 62738 w 82593"/>
                <a:gd name="connsiteY17" fmla="*/ 60283 h 102900"/>
                <a:gd name="connsiteX18" fmla="*/ 65786 w 82593"/>
                <a:gd name="connsiteY18" fmla="*/ 44019 h 102900"/>
                <a:gd name="connsiteX19" fmla="*/ 70052 w 82593"/>
                <a:gd name="connsiteY19" fmla="*/ 27129 h 102900"/>
                <a:gd name="connsiteX20" fmla="*/ 72643 w 82593"/>
                <a:gd name="connsiteY20" fmla="*/ 16495 h 102900"/>
                <a:gd name="connsiteX21" fmla="*/ 74929 w 82593"/>
                <a:gd name="connsiteY21" fmla="*/ 6017 h 102900"/>
                <a:gd name="connsiteX22" fmla="*/ 70510 w 82593"/>
                <a:gd name="connsiteY22" fmla="*/ 1795 h 102900"/>
                <a:gd name="connsiteX23" fmla="*/ 64567 w 82593"/>
                <a:gd name="connsiteY23" fmla="*/ 7268 h 102900"/>
                <a:gd name="connsiteX24" fmla="*/ 57404 w 82593"/>
                <a:gd name="connsiteY24" fmla="*/ 36512 h 102900"/>
                <a:gd name="connsiteX25" fmla="*/ 53442 w 82593"/>
                <a:gd name="connsiteY25" fmla="*/ 52464 h 102900"/>
                <a:gd name="connsiteX26" fmla="*/ 33632 w 82593"/>
                <a:gd name="connsiteY26" fmla="*/ 67476 h 102900"/>
                <a:gd name="connsiteX27" fmla="*/ 22356 w 82593"/>
                <a:gd name="connsiteY27" fmla="*/ 53871 h 102900"/>
                <a:gd name="connsiteX28" fmla="*/ 24489 w 82593"/>
                <a:gd name="connsiteY28" fmla="*/ 40578 h 102900"/>
                <a:gd name="connsiteX29" fmla="*/ 30889 w 82593"/>
                <a:gd name="connsiteY29" fmla="*/ 14306 h 10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2593" h="102900">
                  <a:moveTo>
                    <a:pt x="30889" y="14306"/>
                  </a:moveTo>
                  <a:cubicBezTo>
                    <a:pt x="31651" y="11022"/>
                    <a:pt x="33175" y="5079"/>
                    <a:pt x="33175" y="4297"/>
                  </a:cubicBezTo>
                  <a:cubicBezTo>
                    <a:pt x="33175" y="1639"/>
                    <a:pt x="31346" y="75"/>
                    <a:pt x="28756" y="75"/>
                  </a:cubicBezTo>
                  <a:cubicBezTo>
                    <a:pt x="28299" y="75"/>
                    <a:pt x="24032" y="231"/>
                    <a:pt x="22660" y="5705"/>
                  </a:cubicBezTo>
                  <a:lnTo>
                    <a:pt x="717" y="96251"/>
                  </a:lnTo>
                  <a:cubicBezTo>
                    <a:pt x="260" y="98128"/>
                    <a:pt x="260" y="98441"/>
                    <a:pt x="260" y="98753"/>
                  </a:cubicBezTo>
                  <a:cubicBezTo>
                    <a:pt x="260" y="101099"/>
                    <a:pt x="1936" y="102976"/>
                    <a:pt x="4527" y="102976"/>
                  </a:cubicBezTo>
                  <a:cubicBezTo>
                    <a:pt x="7727" y="102976"/>
                    <a:pt x="9555" y="100161"/>
                    <a:pt x="9860" y="99692"/>
                  </a:cubicBezTo>
                  <a:cubicBezTo>
                    <a:pt x="10470" y="98284"/>
                    <a:pt x="12451" y="90152"/>
                    <a:pt x="18241" y="66069"/>
                  </a:cubicBezTo>
                  <a:cubicBezTo>
                    <a:pt x="23118" y="70291"/>
                    <a:pt x="29975" y="70917"/>
                    <a:pt x="33023" y="70917"/>
                  </a:cubicBezTo>
                  <a:cubicBezTo>
                    <a:pt x="43690" y="70917"/>
                    <a:pt x="49633" y="63880"/>
                    <a:pt x="53290" y="59501"/>
                  </a:cubicBezTo>
                  <a:cubicBezTo>
                    <a:pt x="54661" y="66538"/>
                    <a:pt x="60300" y="70917"/>
                    <a:pt x="67005" y="70917"/>
                  </a:cubicBezTo>
                  <a:cubicBezTo>
                    <a:pt x="72338" y="70917"/>
                    <a:pt x="75843" y="67320"/>
                    <a:pt x="78281" y="62316"/>
                  </a:cubicBezTo>
                  <a:cubicBezTo>
                    <a:pt x="80872" y="56686"/>
                    <a:pt x="82853" y="47146"/>
                    <a:pt x="82853" y="46834"/>
                  </a:cubicBezTo>
                  <a:cubicBezTo>
                    <a:pt x="82853" y="45270"/>
                    <a:pt x="81481" y="45270"/>
                    <a:pt x="81024" y="45270"/>
                  </a:cubicBezTo>
                  <a:cubicBezTo>
                    <a:pt x="79500" y="45270"/>
                    <a:pt x="79348" y="45895"/>
                    <a:pt x="78891" y="48085"/>
                  </a:cubicBezTo>
                  <a:cubicBezTo>
                    <a:pt x="76300" y="58250"/>
                    <a:pt x="73557" y="67476"/>
                    <a:pt x="67309" y="67476"/>
                  </a:cubicBezTo>
                  <a:cubicBezTo>
                    <a:pt x="63195" y="67476"/>
                    <a:pt x="62738" y="63410"/>
                    <a:pt x="62738" y="60283"/>
                  </a:cubicBezTo>
                  <a:cubicBezTo>
                    <a:pt x="62738" y="56842"/>
                    <a:pt x="64567" y="49492"/>
                    <a:pt x="65786" y="44019"/>
                  </a:cubicBezTo>
                  <a:lnTo>
                    <a:pt x="70052" y="27129"/>
                  </a:lnTo>
                  <a:cubicBezTo>
                    <a:pt x="70510" y="24783"/>
                    <a:pt x="72033" y="18841"/>
                    <a:pt x="72643" y="16495"/>
                  </a:cubicBezTo>
                  <a:cubicBezTo>
                    <a:pt x="73405" y="12898"/>
                    <a:pt x="74929" y="6956"/>
                    <a:pt x="74929" y="6017"/>
                  </a:cubicBezTo>
                  <a:cubicBezTo>
                    <a:pt x="74929" y="3202"/>
                    <a:pt x="72795" y="1795"/>
                    <a:pt x="70510" y="1795"/>
                  </a:cubicBezTo>
                  <a:cubicBezTo>
                    <a:pt x="69748" y="1795"/>
                    <a:pt x="65786" y="1951"/>
                    <a:pt x="64567" y="7268"/>
                  </a:cubicBezTo>
                  <a:lnTo>
                    <a:pt x="57404" y="36512"/>
                  </a:lnTo>
                  <a:cubicBezTo>
                    <a:pt x="55576" y="44332"/>
                    <a:pt x="53900" y="50900"/>
                    <a:pt x="53442" y="52464"/>
                  </a:cubicBezTo>
                  <a:cubicBezTo>
                    <a:pt x="53290" y="53245"/>
                    <a:pt x="45975" y="67476"/>
                    <a:pt x="33632" y="67476"/>
                  </a:cubicBezTo>
                  <a:cubicBezTo>
                    <a:pt x="26013" y="67476"/>
                    <a:pt x="22356" y="62316"/>
                    <a:pt x="22356" y="53871"/>
                  </a:cubicBezTo>
                  <a:cubicBezTo>
                    <a:pt x="22356" y="49336"/>
                    <a:pt x="23422" y="44957"/>
                    <a:pt x="24489" y="40578"/>
                  </a:cubicBezTo>
                  <a:lnTo>
                    <a:pt x="30889" y="143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59" name="Freeform: Shape 2458">
              <a:extLst>
                <a:ext uri="{FF2B5EF4-FFF2-40B4-BE49-F238E27FC236}">
                  <a16:creationId xmlns:a16="http://schemas.microsoft.com/office/drawing/2014/main" id="{0C0488C0-5FFB-7190-940A-401151A171E7}"/>
                </a:ext>
              </a:extLst>
            </p:cNvPr>
            <p:cNvSpPr/>
            <p:nvPr>
              <p:custDataLst>
                <p:tags r:id="rId32"/>
              </p:custDataLst>
            </p:nvPr>
          </p:nvSpPr>
          <p:spPr>
            <a:xfrm>
              <a:off x="11354163" y="6328384"/>
              <a:ext cx="47148" cy="72687"/>
            </a:xfrm>
            <a:custGeom>
              <a:avLst/>
              <a:gdLst>
                <a:gd name="connsiteX0" fmla="*/ 47414 w 47148"/>
                <a:gd name="connsiteY0" fmla="*/ 52835 h 72687"/>
                <a:gd name="connsiteX1" fmla="*/ 43787 w 47148"/>
                <a:gd name="connsiteY1" fmla="*/ 52835 h 72687"/>
                <a:gd name="connsiteX2" fmla="*/ 41014 w 47148"/>
                <a:gd name="connsiteY2" fmla="*/ 62796 h 72687"/>
                <a:gd name="connsiteX3" fmla="*/ 30453 w 47148"/>
                <a:gd name="connsiteY3" fmla="*/ 63453 h 72687"/>
                <a:gd name="connsiteX4" fmla="*/ 10826 w 47148"/>
                <a:gd name="connsiteY4" fmla="*/ 63453 h 72687"/>
                <a:gd name="connsiteX5" fmla="*/ 32160 w 47148"/>
                <a:gd name="connsiteY5" fmla="*/ 45062 h 72687"/>
                <a:gd name="connsiteX6" fmla="*/ 47414 w 47148"/>
                <a:gd name="connsiteY6" fmla="*/ 21417 h 72687"/>
                <a:gd name="connsiteX7" fmla="*/ 22453 w 47148"/>
                <a:gd name="connsiteY7" fmla="*/ 71 h 72687"/>
                <a:gd name="connsiteX8" fmla="*/ 266 w 47148"/>
                <a:gd name="connsiteY8" fmla="*/ 19666 h 72687"/>
                <a:gd name="connsiteX9" fmla="*/ 5919 w 47148"/>
                <a:gd name="connsiteY9" fmla="*/ 25796 h 72687"/>
                <a:gd name="connsiteX10" fmla="*/ 11573 w 47148"/>
                <a:gd name="connsiteY10" fmla="*/ 19994 h 72687"/>
                <a:gd name="connsiteX11" fmla="*/ 5279 w 47148"/>
                <a:gd name="connsiteY11" fmla="*/ 14192 h 72687"/>
                <a:gd name="connsiteX12" fmla="*/ 20853 w 47148"/>
                <a:gd name="connsiteY12" fmla="*/ 4011 h 72687"/>
                <a:gd name="connsiteX13" fmla="*/ 37067 w 47148"/>
                <a:gd name="connsiteY13" fmla="*/ 21417 h 72687"/>
                <a:gd name="connsiteX14" fmla="*/ 27040 w 47148"/>
                <a:gd name="connsiteY14" fmla="*/ 42435 h 72687"/>
                <a:gd name="connsiteX15" fmla="*/ 1332 w 47148"/>
                <a:gd name="connsiteY15" fmla="*/ 68489 h 72687"/>
                <a:gd name="connsiteX16" fmla="*/ 266 w 47148"/>
                <a:gd name="connsiteY16" fmla="*/ 72758 h 72687"/>
                <a:gd name="connsiteX17" fmla="*/ 44214 w 47148"/>
                <a:gd name="connsiteY17" fmla="*/ 72758 h 72687"/>
                <a:gd name="connsiteX18" fmla="*/ 47414 w 47148"/>
                <a:gd name="connsiteY18" fmla="*/ 52835 h 72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148" h="72687">
                  <a:moveTo>
                    <a:pt x="47414" y="52835"/>
                  </a:moveTo>
                  <a:lnTo>
                    <a:pt x="43787" y="52835"/>
                  </a:lnTo>
                  <a:cubicBezTo>
                    <a:pt x="43467" y="55243"/>
                    <a:pt x="42400" y="61702"/>
                    <a:pt x="41014" y="62796"/>
                  </a:cubicBezTo>
                  <a:cubicBezTo>
                    <a:pt x="40160" y="63453"/>
                    <a:pt x="31947" y="63453"/>
                    <a:pt x="30453" y="63453"/>
                  </a:cubicBezTo>
                  <a:lnTo>
                    <a:pt x="10826" y="63453"/>
                  </a:lnTo>
                  <a:cubicBezTo>
                    <a:pt x="22026" y="53273"/>
                    <a:pt x="25760" y="50207"/>
                    <a:pt x="32160" y="45062"/>
                  </a:cubicBezTo>
                  <a:cubicBezTo>
                    <a:pt x="40054" y="38604"/>
                    <a:pt x="47414" y="31817"/>
                    <a:pt x="47414" y="21417"/>
                  </a:cubicBezTo>
                  <a:cubicBezTo>
                    <a:pt x="47414" y="8171"/>
                    <a:pt x="36107" y="71"/>
                    <a:pt x="22453" y="71"/>
                  </a:cubicBezTo>
                  <a:cubicBezTo>
                    <a:pt x="9226" y="71"/>
                    <a:pt x="266" y="9594"/>
                    <a:pt x="266" y="19666"/>
                  </a:cubicBezTo>
                  <a:cubicBezTo>
                    <a:pt x="266" y="25249"/>
                    <a:pt x="4853" y="25796"/>
                    <a:pt x="5919" y="25796"/>
                  </a:cubicBezTo>
                  <a:cubicBezTo>
                    <a:pt x="8479" y="25796"/>
                    <a:pt x="11573" y="23935"/>
                    <a:pt x="11573" y="19994"/>
                  </a:cubicBezTo>
                  <a:cubicBezTo>
                    <a:pt x="11573" y="18024"/>
                    <a:pt x="10826" y="14192"/>
                    <a:pt x="5279" y="14192"/>
                  </a:cubicBezTo>
                  <a:cubicBezTo>
                    <a:pt x="8586" y="6420"/>
                    <a:pt x="15840" y="4011"/>
                    <a:pt x="20853" y="4011"/>
                  </a:cubicBezTo>
                  <a:cubicBezTo>
                    <a:pt x="31520" y="4011"/>
                    <a:pt x="37067" y="12550"/>
                    <a:pt x="37067" y="21417"/>
                  </a:cubicBezTo>
                  <a:cubicBezTo>
                    <a:pt x="37067" y="30941"/>
                    <a:pt x="30453" y="38494"/>
                    <a:pt x="27040" y="42435"/>
                  </a:cubicBezTo>
                  <a:lnTo>
                    <a:pt x="1332" y="68489"/>
                  </a:lnTo>
                  <a:cubicBezTo>
                    <a:pt x="266" y="69474"/>
                    <a:pt x="266" y="69693"/>
                    <a:pt x="266" y="72758"/>
                  </a:cubicBezTo>
                  <a:lnTo>
                    <a:pt x="44214" y="72758"/>
                  </a:lnTo>
                  <a:lnTo>
                    <a:pt x="47414" y="5283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460" name="Group 2459" descr="\documentclass{article}&#10;\usepackage{amsmath}&#10;\usepackage{amsfonts}&#10;\pagestyle{empty}&#10;\begin{document}&#10;&#10;&#10;\[&#10;\mathrm{Var}(Y) = \mu \cdot (1 - \mu)&#10;\]&#10;&#10;&#10;&#10;&#10;&#10;\end{document}" title="IguanaTex Shape Display">
            <a:extLst>
              <a:ext uri="{FF2B5EF4-FFF2-40B4-BE49-F238E27FC236}">
                <a16:creationId xmlns:a16="http://schemas.microsoft.com/office/drawing/2014/main" id="{6A0609D0-5A1A-3AAA-081D-7A40B2D1D9AB}"/>
              </a:ext>
            </a:extLst>
          </p:cNvPr>
          <p:cNvGrpSpPr>
            <a:grpSpLocks noChangeAspect="1"/>
          </p:cNvGrpSpPr>
          <p:nvPr>
            <p:custDataLst>
              <p:tags r:id="rId7"/>
            </p:custDataLst>
          </p:nvPr>
        </p:nvGrpSpPr>
        <p:grpSpPr>
          <a:xfrm>
            <a:off x="2240248" y="5681170"/>
            <a:ext cx="1335098" cy="149085"/>
            <a:chOff x="10181682" y="6557486"/>
            <a:chExt cx="1335098" cy="149085"/>
          </a:xfrm>
        </p:grpSpPr>
        <p:sp>
          <p:nvSpPr>
            <p:cNvPr id="2461" name="Freeform: Shape 2460">
              <a:extLst>
                <a:ext uri="{FF2B5EF4-FFF2-40B4-BE49-F238E27FC236}">
                  <a16:creationId xmlns:a16="http://schemas.microsoft.com/office/drawing/2014/main" id="{B96F3E60-BDDB-B439-71B1-10D51EAA5CE6}"/>
                </a:ext>
              </a:extLst>
            </p:cNvPr>
            <p:cNvSpPr/>
            <p:nvPr>
              <p:custDataLst>
                <p:tags r:id="rId8"/>
              </p:custDataLst>
            </p:nvPr>
          </p:nvSpPr>
          <p:spPr>
            <a:xfrm>
              <a:off x="10181682" y="6567474"/>
              <a:ext cx="108107" cy="105105"/>
            </a:xfrm>
            <a:custGeom>
              <a:avLst/>
              <a:gdLst>
                <a:gd name="connsiteX0" fmla="*/ 91724 w 108107"/>
                <a:gd name="connsiteY0" fmla="*/ 14685 h 105105"/>
                <a:gd name="connsiteX1" fmla="*/ 108297 w 108107"/>
                <a:gd name="connsiteY1" fmla="*/ 4696 h 105105"/>
                <a:gd name="connsiteX2" fmla="*/ 108297 w 108107"/>
                <a:gd name="connsiteY2" fmla="*/ 75 h 105105"/>
                <a:gd name="connsiteX3" fmla="*/ 93548 w 108107"/>
                <a:gd name="connsiteY3" fmla="*/ 522 h 105105"/>
                <a:gd name="connsiteX4" fmla="*/ 76214 w 108107"/>
                <a:gd name="connsiteY4" fmla="*/ 75 h 105105"/>
                <a:gd name="connsiteX5" fmla="*/ 76214 w 108107"/>
                <a:gd name="connsiteY5" fmla="*/ 4696 h 105105"/>
                <a:gd name="connsiteX6" fmla="*/ 87314 w 108107"/>
                <a:gd name="connsiteY6" fmla="*/ 12151 h 105105"/>
                <a:gd name="connsiteX7" fmla="*/ 86554 w 108107"/>
                <a:gd name="connsiteY7" fmla="*/ 15132 h 105105"/>
                <a:gd name="connsiteX8" fmla="*/ 58729 w 108107"/>
                <a:gd name="connsiteY8" fmla="*/ 86992 h 105105"/>
                <a:gd name="connsiteX9" fmla="*/ 29687 w 108107"/>
                <a:gd name="connsiteY9" fmla="*/ 11703 h 105105"/>
                <a:gd name="connsiteX10" fmla="*/ 28775 w 108107"/>
                <a:gd name="connsiteY10" fmla="*/ 9020 h 105105"/>
                <a:gd name="connsiteX11" fmla="*/ 41243 w 108107"/>
                <a:gd name="connsiteY11" fmla="*/ 4696 h 105105"/>
                <a:gd name="connsiteX12" fmla="*/ 41243 w 108107"/>
                <a:gd name="connsiteY12" fmla="*/ 75 h 105105"/>
                <a:gd name="connsiteX13" fmla="*/ 19500 w 108107"/>
                <a:gd name="connsiteY13" fmla="*/ 522 h 105105"/>
                <a:gd name="connsiteX14" fmla="*/ 189 w 108107"/>
                <a:gd name="connsiteY14" fmla="*/ 75 h 105105"/>
                <a:gd name="connsiteX15" fmla="*/ 189 w 108107"/>
                <a:gd name="connsiteY15" fmla="*/ 4696 h 105105"/>
                <a:gd name="connsiteX16" fmla="*/ 15090 w 108107"/>
                <a:gd name="connsiteY16" fmla="*/ 10362 h 105105"/>
                <a:gd name="connsiteX17" fmla="*/ 50366 w 108107"/>
                <a:gd name="connsiteY17" fmla="*/ 101900 h 105105"/>
                <a:gd name="connsiteX18" fmla="*/ 54167 w 108107"/>
                <a:gd name="connsiteY18" fmla="*/ 105180 h 105105"/>
                <a:gd name="connsiteX19" fmla="*/ 57816 w 108107"/>
                <a:gd name="connsiteY19" fmla="*/ 102348 h 105105"/>
                <a:gd name="connsiteX20" fmla="*/ 91724 w 108107"/>
                <a:gd name="connsiteY20" fmla="*/ 14685 h 10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8107" h="105105">
                  <a:moveTo>
                    <a:pt x="91724" y="14685"/>
                  </a:moveTo>
                  <a:cubicBezTo>
                    <a:pt x="93852" y="9169"/>
                    <a:pt x="97958" y="4845"/>
                    <a:pt x="108297" y="4696"/>
                  </a:cubicBezTo>
                  <a:lnTo>
                    <a:pt x="108297" y="75"/>
                  </a:lnTo>
                  <a:cubicBezTo>
                    <a:pt x="103584" y="373"/>
                    <a:pt x="97502" y="522"/>
                    <a:pt x="93548" y="522"/>
                  </a:cubicBezTo>
                  <a:cubicBezTo>
                    <a:pt x="88987" y="522"/>
                    <a:pt x="80168" y="224"/>
                    <a:pt x="76214" y="75"/>
                  </a:cubicBezTo>
                  <a:lnTo>
                    <a:pt x="76214" y="4696"/>
                  </a:lnTo>
                  <a:cubicBezTo>
                    <a:pt x="84121" y="4845"/>
                    <a:pt x="87314" y="8722"/>
                    <a:pt x="87314" y="12151"/>
                  </a:cubicBezTo>
                  <a:cubicBezTo>
                    <a:pt x="87314" y="13343"/>
                    <a:pt x="86858" y="14238"/>
                    <a:pt x="86554" y="15132"/>
                  </a:cubicBezTo>
                  <a:lnTo>
                    <a:pt x="58729" y="86992"/>
                  </a:lnTo>
                  <a:lnTo>
                    <a:pt x="29687" y="11703"/>
                  </a:lnTo>
                  <a:cubicBezTo>
                    <a:pt x="28775" y="9616"/>
                    <a:pt x="28775" y="9318"/>
                    <a:pt x="28775" y="9020"/>
                  </a:cubicBezTo>
                  <a:cubicBezTo>
                    <a:pt x="28775" y="4696"/>
                    <a:pt x="37442" y="4696"/>
                    <a:pt x="41243" y="4696"/>
                  </a:cubicBezTo>
                  <a:lnTo>
                    <a:pt x="41243" y="75"/>
                  </a:lnTo>
                  <a:cubicBezTo>
                    <a:pt x="35769" y="522"/>
                    <a:pt x="25278" y="522"/>
                    <a:pt x="19500" y="522"/>
                  </a:cubicBezTo>
                  <a:cubicBezTo>
                    <a:pt x="12201" y="522"/>
                    <a:pt x="5663" y="224"/>
                    <a:pt x="189" y="75"/>
                  </a:cubicBezTo>
                  <a:lnTo>
                    <a:pt x="189" y="4696"/>
                  </a:lnTo>
                  <a:cubicBezTo>
                    <a:pt x="10073" y="4696"/>
                    <a:pt x="12962" y="4696"/>
                    <a:pt x="15090" y="10362"/>
                  </a:cubicBezTo>
                  <a:lnTo>
                    <a:pt x="50366" y="101900"/>
                  </a:lnTo>
                  <a:cubicBezTo>
                    <a:pt x="51430" y="104733"/>
                    <a:pt x="52191" y="105180"/>
                    <a:pt x="54167" y="105180"/>
                  </a:cubicBezTo>
                  <a:cubicBezTo>
                    <a:pt x="56752" y="105180"/>
                    <a:pt x="57056" y="104435"/>
                    <a:pt x="57816" y="102348"/>
                  </a:cubicBezTo>
                  <a:lnTo>
                    <a:pt x="91724" y="1468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62" name="Freeform: Shape 2461">
              <a:extLst>
                <a:ext uri="{FF2B5EF4-FFF2-40B4-BE49-F238E27FC236}">
                  <a16:creationId xmlns:a16="http://schemas.microsoft.com/office/drawing/2014/main" id="{D4D6BCF5-7F62-35BB-A57C-DA194313689B}"/>
                </a:ext>
              </a:extLst>
            </p:cNvPr>
            <p:cNvSpPr/>
            <p:nvPr>
              <p:custDataLst>
                <p:tags r:id="rId9"/>
              </p:custDataLst>
            </p:nvPr>
          </p:nvSpPr>
          <p:spPr>
            <a:xfrm>
              <a:off x="10286546" y="6602509"/>
              <a:ext cx="68574" cy="68430"/>
            </a:xfrm>
            <a:custGeom>
              <a:avLst/>
              <a:gdLst>
                <a:gd name="connsiteX0" fmla="*/ 44443 w 68574"/>
                <a:gd name="connsiteY0" fmla="*/ 55535 h 68430"/>
                <a:gd name="connsiteX1" fmla="*/ 56303 w 68574"/>
                <a:gd name="connsiteY1" fmla="*/ 67760 h 68430"/>
                <a:gd name="connsiteX2" fmla="*/ 68771 w 68574"/>
                <a:gd name="connsiteY2" fmla="*/ 53597 h 68430"/>
                <a:gd name="connsiteX3" fmla="*/ 68771 w 68574"/>
                <a:gd name="connsiteY3" fmla="*/ 45248 h 68430"/>
                <a:gd name="connsiteX4" fmla="*/ 64969 w 68574"/>
                <a:gd name="connsiteY4" fmla="*/ 45248 h 68430"/>
                <a:gd name="connsiteX5" fmla="*/ 64969 w 68574"/>
                <a:gd name="connsiteY5" fmla="*/ 53597 h 68430"/>
                <a:gd name="connsiteX6" fmla="*/ 59496 w 68574"/>
                <a:gd name="connsiteY6" fmla="*/ 63138 h 68430"/>
                <a:gd name="connsiteX7" fmla="*/ 53870 w 68574"/>
                <a:gd name="connsiteY7" fmla="*/ 55684 h 68430"/>
                <a:gd name="connsiteX8" fmla="*/ 53870 w 68574"/>
                <a:gd name="connsiteY8" fmla="*/ 25867 h 68430"/>
                <a:gd name="connsiteX9" fmla="*/ 48396 w 68574"/>
                <a:gd name="connsiteY9" fmla="*/ 8274 h 68430"/>
                <a:gd name="connsiteX10" fmla="*/ 27565 w 68574"/>
                <a:gd name="connsiteY10" fmla="*/ 75 h 68430"/>
                <a:gd name="connsiteX11" fmla="*/ 4605 w 68574"/>
                <a:gd name="connsiteY11" fmla="*/ 16921 h 68430"/>
                <a:gd name="connsiteX12" fmla="*/ 11600 w 68574"/>
                <a:gd name="connsiteY12" fmla="*/ 23928 h 68430"/>
                <a:gd name="connsiteX13" fmla="*/ 18594 w 68574"/>
                <a:gd name="connsiteY13" fmla="*/ 17071 h 68430"/>
                <a:gd name="connsiteX14" fmla="*/ 10839 w 68574"/>
                <a:gd name="connsiteY14" fmla="*/ 10213 h 68430"/>
                <a:gd name="connsiteX15" fmla="*/ 27261 w 68574"/>
                <a:gd name="connsiteY15" fmla="*/ 3355 h 68430"/>
                <a:gd name="connsiteX16" fmla="*/ 43378 w 68574"/>
                <a:gd name="connsiteY16" fmla="*/ 22438 h 68430"/>
                <a:gd name="connsiteX17" fmla="*/ 43378 w 68574"/>
                <a:gd name="connsiteY17" fmla="*/ 27954 h 68430"/>
                <a:gd name="connsiteX18" fmla="*/ 15401 w 68574"/>
                <a:gd name="connsiteY18" fmla="*/ 33321 h 68430"/>
                <a:gd name="connsiteX19" fmla="*/ 196 w 68574"/>
                <a:gd name="connsiteY19" fmla="*/ 52702 h 68430"/>
                <a:gd name="connsiteX20" fmla="*/ 24524 w 68574"/>
                <a:gd name="connsiteY20" fmla="*/ 68505 h 68430"/>
                <a:gd name="connsiteX21" fmla="*/ 44443 w 68574"/>
                <a:gd name="connsiteY21" fmla="*/ 55535 h 68430"/>
                <a:gd name="connsiteX22" fmla="*/ 43378 w 68574"/>
                <a:gd name="connsiteY22" fmla="*/ 31085 h 68430"/>
                <a:gd name="connsiteX23" fmla="*/ 43378 w 68574"/>
                <a:gd name="connsiteY23" fmla="*/ 45993 h 68430"/>
                <a:gd name="connsiteX24" fmla="*/ 25588 w 68574"/>
                <a:gd name="connsiteY24" fmla="*/ 65225 h 68430"/>
                <a:gd name="connsiteX25" fmla="*/ 11904 w 68574"/>
                <a:gd name="connsiteY25" fmla="*/ 52553 h 68430"/>
                <a:gd name="connsiteX26" fmla="*/ 43378 w 68574"/>
                <a:gd name="connsiteY26" fmla="*/ 31085 h 68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8574" h="68430">
                  <a:moveTo>
                    <a:pt x="44443" y="55535"/>
                  </a:moveTo>
                  <a:cubicBezTo>
                    <a:pt x="45051" y="61498"/>
                    <a:pt x="49156" y="67760"/>
                    <a:pt x="56303" y="67760"/>
                  </a:cubicBezTo>
                  <a:cubicBezTo>
                    <a:pt x="59496" y="67760"/>
                    <a:pt x="68771" y="65673"/>
                    <a:pt x="68771" y="53597"/>
                  </a:cubicBezTo>
                  <a:lnTo>
                    <a:pt x="68771" y="45248"/>
                  </a:lnTo>
                  <a:lnTo>
                    <a:pt x="64969" y="45248"/>
                  </a:lnTo>
                  <a:lnTo>
                    <a:pt x="64969" y="53597"/>
                  </a:lnTo>
                  <a:cubicBezTo>
                    <a:pt x="64969" y="62244"/>
                    <a:pt x="61168" y="63138"/>
                    <a:pt x="59496" y="63138"/>
                  </a:cubicBezTo>
                  <a:cubicBezTo>
                    <a:pt x="54478" y="63138"/>
                    <a:pt x="53870" y="56429"/>
                    <a:pt x="53870" y="55684"/>
                  </a:cubicBezTo>
                  <a:lnTo>
                    <a:pt x="53870" y="25867"/>
                  </a:lnTo>
                  <a:cubicBezTo>
                    <a:pt x="53870" y="19605"/>
                    <a:pt x="53870" y="13791"/>
                    <a:pt x="48396" y="8274"/>
                  </a:cubicBezTo>
                  <a:cubicBezTo>
                    <a:pt x="42466" y="2460"/>
                    <a:pt x="34863" y="75"/>
                    <a:pt x="27565" y="75"/>
                  </a:cubicBezTo>
                  <a:cubicBezTo>
                    <a:pt x="15097" y="75"/>
                    <a:pt x="4605" y="7082"/>
                    <a:pt x="4605" y="16921"/>
                  </a:cubicBezTo>
                  <a:cubicBezTo>
                    <a:pt x="4605" y="21394"/>
                    <a:pt x="7646" y="23928"/>
                    <a:pt x="11600" y="23928"/>
                  </a:cubicBezTo>
                  <a:cubicBezTo>
                    <a:pt x="15857" y="23928"/>
                    <a:pt x="18594" y="20947"/>
                    <a:pt x="18594" y="17071"/>
                  </a:cubicBezTo>
                  <a:cubicBezTo>
                    <a:pt x="18594" y="15281"/>
                    <a:pt x="17834" y="10362"/>
                    <a:pt x="10839" y="10213"/>
                  </a:cubicBezTo>
                  <a:cubicBezTo>
                    <a:pt x="14945" y="4995"/>
                    <a:pt x="22395" y="3355"/>
                    <a:pt x="27261" y="3355"/>
                  </a:cubicBezTo>
                  <a:cubicBezTo>
                    <a:pt x="34711" y="3355"/>
                    <a:pt x="43378" y="9169"/>
                    <a:pt x="43378" y="22438"/>
                  </a:cubicBezTo>
                  <a:lnTo>
                    <a:pt x="43378" y="27954"/>
                  </a:lnTo>
                  <a:cubicBezTo>
                    <a:pt x="35624" y="28401"/>
                    <a:pt x="24980" y="28848"/>
                    <a:pt x="15401" y="33321"/>
                  </a:cubicBezTo>
                  <a:cubicBezTo>
                    <a:pt x="3997" y="38390"/>
                    <a:pt x="196" y="46142"/>
                    <a:pt x="196" y="52702"/>
                  </a:cubicBezTo>
                  <a:cubicBezTo>
                    <a:pt x="196" y="64778"/>
                    <a:pt x="14945" y="68505"/>
                    <a:pt x="24524" y="68505"/>
                  </a:cubicBezTo>
                  <a:cubicBezTo>
                    <a:pt x="34559" y="68505"/>
                    <a:pt x="41554" y="62542"/>
                    <a:pt x="44443" y="55535"/>
                  </a:cubicBezTo>
                  <a:close/>
                  <a:moveTo>
                    <a:pt x="43378" y="31085"/>
                  </a:moveTo>
                  <a:lnTo>
                    <a:pt x="43378" y="45993"/>
                  </a:lnTo>
                  <a:cubicBezTo>
                    <a:pt x="43378" y="60156"/>
                    <a:pt x="32431" y="65225"/>
                    <a:pt x="25588" y="65225"/>
                  </a:cubicBezTo>
                  <a:cubicBezTo>
                    <a:pt x="18138" y="65225"/>
                    <a:pt x="11904" y="60007"/>
                    <a:pt x="11904" y="52553"/>
                  </a:cubicBezTo>
                  <a:cubicBezTo>
                    <a:pt x="11904" y="44353"/>
                    <a:pt x="18290" y="31979"/>
                    <a:pt x="43378" y="3108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63" name="Freeform: Shape 2462">
              <a:extLst>
                <a:ext uri="{FF2B5EF4-FFF2-40B4-BE49-F238E27FC236}">
                  <a16:creationId xmlns:a16="http://schemas.microsoft.com/office/drawing/2014/main" id="{7A36D9D1-5356-47A6-F52A-6A988FD48931}"/>
                </a:ext>
              </a:extLst>
            </p:cNvPr>
            <p:cNvSpPr/>
            <p:nvPr>
              <p:custDataLst>
                <p:tags r:id="rId10"/>
              </p:custDataLst>
            </p:nvPr>
          </p:nvSpPr>
          <p:spPr>
            <a:xfrm>
              <a:off x="10360443" y="6603404"/>
              <a:ext cx="51088" cy="65895"/>
            </a:xfrm>
            <a:custGeom>
              <a:avLst/>
              <a:gdLst>
                <a:gd name="connsiteX0" fmla="*/ 21336 w 51088"/>
                <a:gd name="connsiteY0" fmla="*/ 16474 h 65895"/>
                <a:gd name="connsiteX1" fmla="*/ 21336 w 51088"/>
                <a:gd name="connsiteY1" fmla="*/ 75 h 65895"/>
                <a:gd name="connsiteX2" fmla="*/ 201 w 51088"/>
                <a:gd name="connsiteY2" fmla="*/ 1715 h 65895"/>
                <a:gd name="connsiteX3" fmla="*/ 201 w 51088"/>
                <a:gd name="connsiteY3" fmla="*/ 6336 h 65895"/>
                <a:gd name="connsiteX4" fmla="*/ 12061 w 51088"/>
                <a:gd name="connsiteY4" fmla="*/ 14685 h 65895"/>
                <a:gd name="connsiteX5" fmla="*/ 12061 w 51088"/>
                <a:gd name="connsiteY5" fmla="*/ 54640 h 65895"/>
                <a:gd name="connsiteX6" fmla="*/ 201 w 51088"/>
                <a:gd name="connsiteY6" fmla="*/ 61349 h 65895"/>
                <a:gd name="connsiteX7" fmla="*/ 201 w 51088"/>
                <a:gd name="connsiteY7" fmla="*/ 65971 h 65895"/>
                <a:gd name="connsiteX8" fmla="*/ 17535 w 51088"/>
                <a:gd name="connsiteY8" fmla="*/ 65523 h 65895"/>
                <a:gd name="connsiteX9" fmla="*/ 36845 w 51088"/>
                <a:gd name="connsiteY9" fmla="*/ 65971 h 65895"/>
                <a:gd name="connsiteX10" fmla="*/ 36845 w 51088"/>
                <a:gd name="connsiteY10" fmla="*/ 61349 h 65895"/>
                <a:gd name="connsiteX11" fmla="*/ 33652 w 51088"/>
                <a:gd name="connsiteY11" fmla="*/ 61349 h 65895"/>
                <a:gd name="connsiteX12" fmla="*/ 22096 w 51088"/>
                <a:gd name="connsiteY12" fmla="*/ 54342 h 65895"/>
                <a:gd name="connsiteX13" fmla="*/ 22096 w 51088"/>
                <a:gd name="connsiteY13" fmla="*/ 31383 h 65895"/>
                <a:gd name="connsiteX14" fmla="*/ 40038 w 51088"/>
                <a:gd name="connsiteY14" fmla="*/ 3355 h 65895"/>
                <a:gd name="connsiteX15" fmla="*/ 41711 w 51088"/>
                <a:gd name="connsiteY15" fmla="*/ 3504 h 65895"/>
                <a:gd name="connsiteX16" fmla="*/ 38214 w 51088"/>
                <a:gd name="connsiteY16" fmla="*/ 9318 h 65895"/>
                <a:gd name="connsiteX17" fmla="*/ 44752 w 51088"/>
                <a:gd name="connsiteY17" fmla="*/ 15729 h 65895"/>
                <a:gd name="connsiteX18" fmla="*/ 51290 w 51088"/>
                <a:gd name="connsiteY18" fmla="*/ 9169 h 65895"/>
                <a:gd name="connsiteX19" fmla="*/ 40038 w 51088"/>
                <a:gd name="connsiteY19" fmla="*/ 75 h 65895"/>
                <a:gd name="connsiteX20" fmla="*/ 21336 w 51088"/>
                <a:gd name="connsiteY20" fmla="*/ 16474 h 6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088" h="65895">
                  <a:moveTo>
                    <a:pt x="21336" y="16474"/>
                  </a:moveTo>
                  <a:lnTo>
                    <a:pt x="21336" y="75"/>
                  </a:lnTo>
                  <a:lnTo>
                    <a:pt x="201" y="1715"/>
                  </a:lnTo>
                  <a:lnTo>
                    <a:pt x="201" y="6336"/>
                  </a:lnTo>
                  <a:cubicBezTo>
                    <a:pt x="10844" y="6336"/>
                    <a:pt x="12061" y="7380"/>
                    <a:pt x="12061" y="14685"/>
                  </a:cubicBezTo>
                  <a:lnTo>
                    <a:pt x="12061" y="54640"/>
                  </a:lnTo>
                  <a:cubicBezTo>
                    <a:pt x="12061" y="61349"/>
                    <a:pt x="10388" y="61349"/>
                    <a:pt x="201" y="61349"/>
                  </a:cubicBezTo>
                  <a:lnTo>
                    <a:pt x="201" y="65971"/>
                  </a:lnTo>
                  <a:cubicBezTo>
                    <a:pt x="6131" y="65822"/>
                    <a:pt x="13277" y="65523"/>
                    <a:pt x="17535" y="65523"/>
                  </a:cubicBezTo>
                  <a:cubicBezTo>
                    <a:pt x="23617" y="65523"/>
                    <a:pt x="30763" y="65523"/>
                    <a:pt x="36845" y="65971"/>
                  </a:cubicBezTo>
                  <a:lnTo>
                    <a:pt x="36845" y="61349"/>
                  </a:lnTo>
                  <a:lnTo>
                    <a:pt x="33652" y="61349"/>
                  </a:lnTo>
                  <a:cubicBezTo>
                    <a:pt x="22400" y="61349"/>
                    <a:pt x="22096" y="59709"/>
                    <a:pt x="22096" y="54342"/>
                  </a:cubicBezTo>
                  <a:lnTo>
                    <a:pt x="22096" y="31383"/>
                  </a:lnTo>
                  <a:cubicBezTo>
                    <a:pt x="22096" y="16623"/>
                    <a:pt x="28482" y="3355"/>
                    <a:pt x="40038" y="3355"/>
                  </a:cubicBezTo>
                  <a:cubicBezTo>
                    <a:pt x="41102" y="3355"/>
                    <a:pt x="41407" y="3355"/>
                    <a:pt x="41711" y="3504"/>
                  </a:cubicBezTo>
                  <a:cubicBezTo>
                    <a:pt x="41255" y="3653"/>
                    <a:pt x="38214" y="5442"/>
                    <a:pt x="38214" y="9318"/>
                  </a:cubicBezTo>
                  <a:cubicBezTo>
                    <a:pt x="38214" y="13492"/>
                    <a:pt x="41407" y="15729"/>
                    <a:pt x="44752" y="15729"/>
                  </a:cubicBezTo>
                  <a:cubicBezTo>
                    <a:pt x="47489" y="15729"/>
                    <a:pt x="51290" y="13940"/>
                    <a:pt x="51290" y="9169"/>
                  </a:cubicBezTo>
                  <a:cubicBezTo>
                    <a:pt x="51290" y="4398"/>
                    <a:pt x="46576" y="75"/>
                    <a:pt x="40038" y="75"/>
                  </a:cubicBezTo>
                  <a:cubicBezTo>
                    <a:pt x="28938" y="75"/>
                    <a:pt x="23465" y="10063"/>
                    <a:pt x="21336" y="1647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64" name="Freeform: Shape 2463">
              <a:extLst>
                <a:ext uri="{FF2B5EF4-FFF2-40B4-BE49-F238E27FC236}">
                  <a16:creationId xmlns:a16="http://schemas.microsoft.com/office/drawing/2014/main" id="{0C61C1FF-CE9A-D1F0-B899-CCBE15902437}"/>
                </a:ext>
              </a:extLst>
            </p:cNvPr>
            <p:cNvSpPr/>
            <p:nvPr>
              <p:custDataLst>
                <p:tags r:id="rId11"/>
              </p:custDataLst>
            </p:nvPr>
          </p:nvSpPr>
          <p:spPr>
            <a:xfrm>
              <a:off x="10430792" y="6557486"/>
              <a:ext cx="35275" cy="149085"/>
            </a:xfrm>
            <a:custGeom>
              <a:avLst/>
              <a:gdLst>
                <a:gd name="connsiteX0" fmla="*/ 35481 w 35275"/>
                <a:gd name="connsiteY0" fmla="*/ 147670 h 149085"/>
                <a:gd name="connsiteX1" fmla="*/ 32896 w 35275"/>
                <a:gd name="connsiteY1" fmla="*/ 144390 h 149085"/>
                <a:gd name="connsiteX2" fmla="*/ 9024 w 35275"/>
                <a:gd name="connsiteY2" fmla="*/ 74618 h 149085"/>
                <a:gd name="connsiteX3" fmla="*/ 33504 w 35275"/>
                <a:gd name="connsiteY3" fmla="*/ 4100 h 149085"/>
                <a:gd name="connsiteX4" fmla="*/ 35481 w 35275"/>
                <a:gd name="connsiteY4" fmla="*/ 1566 h 149085"/>
                <a:gd name="connsiteX5" fmla="*/ 33960 w 35275"/>
                <a:gd name="connsiteY5" fmla="*/ 75 h 149085"/>
                <a:gd name="connsiteX6" fmla="*/ 9784 w 35275"/>
                <a:gd name="connsiteY6" fmla="*/ 29146 h 149085"/>
                <a:gd name="connsiteX7" fmla="*/ 205 w 35275"/>
                <a:gd name="connsiteY7" fmla="*/ 74618 h 149085"/>
                <a:gd name="connsiteX8" fmla="*/ 10240 w 35275"/>
                <a:gd name="connsiteY8" fmla="*/ 121133 h 149085"/>
                <a:gd name="connsiteX9" fmla="*/ 33960 w 35275"/>
                <a:gd name="connsiteY9" fmla="*/ 149161 h 149085"/>
                <a:gd name="connsiteX10" fmla="*/ 35481 w 35275"/>
                <a:gd name="connsiteY10" fmla="*/ 147670 h 14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275" h="149085">
                  <a:moveTo>
                    <a:pt x="35481" y="147670"/>
                  </a:moveTo>
                  <a:cubicBezTo>
                    <a:pt x="35481" y="147223"/>
                    <a:pt x="35481" y="146924"/>
                    <a:pt x="32896" y="144390"/>
                  </a:cubicBezTo>
                  <a:cubicBezTo>
                    <a:pt x="13889" y="125605"/>
                    <a:pt x="9024" y="97428"/>
                    <a:pt x="9024" y="74618"/>
                  </a:cubicBezTo>
                  <a:cubicBezTo>
                    <a:pt x="9024" y="48677"/>
                    <a:pt x="14802" y="22736"/>
                    <a:pt x="33504" y="4100"/>
                  </a:cubicBezTo>
                  <a:cubicBezTo>
                    <a:pt x="35481" y="2311"/>
                    <a:pt x="35481" y="2013"/>
                    <a:pt x="35481" y="1566"/>
                  </a:cubicBezTo>
                  <a:cubicBezTo>
                    <a:pt x="35481" y="522"/>
                    <a:pt x="34872" y="75"/>
                    <a:pt x="33960" y="75"/>
                  </a:cubicBezTo>
                  <a:cubicBezTo>
                    <a:pt x="32440" y="75"/>
                    <a:pt x="18755" y="10213"/>
                    <a:pt x="9784" y="29146"/>
                  </a:cubicBezTo>
                  <a:cubicBezTo>
                    <a:pt x="2029" y="45546"/>
                    <a:pt x="205" y="62094"/>
                    <a:pt x="205" y="74618"/>
                  </a:cubicBezTo>
                  <a:cubicBezTo>
                    <a:pt x="205" y="86246"/>
                    <a:pt x="1877" y="104286"/>
                    <a:pt x="10240" y="121133"/>
                  </a:cubicBezTo>
                  <a:cubicBezTo>
                    <a:pt x="19363" y="139470"/>
                    <a:pt x="32440" y="149161"/>
                    <a:pt x="33960" y="149161"/>
                  </a:cubicBezTo>
                  <a:cubicBezTo>
                    <a:pt x="34872" y="149161"/>
                    <a:pt x="35481" y="148713"/>
                    <a:pt x="35481" y="14767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65" name="Freeform: Shape 2464">
              <a:extLst>
                <a:ext uri="{FF2B5EF4-FFF2-40B4-BE49-F238E27FC236}">
                  <a16:creationId xmlns:a16="http://schemas.microsoft.com/office/drawing/2014/main" id="{EEDEC04A-38C5-6C50-490F-C4B359B4CE38}"/>
                </a:ext>
              </a:extLst>
            </p:cNvPr>
            <p:cNvSpPr/>
            <p:nvPr>
              <p:custDataLst>
                <p:tags r:id="rId12"/>
              </p:custDataLst>
            </p:nvPr>
          </p:nvSpPr>
          <p:spPr>
            <a:xfrm>
              <a:off x="10480191" y="6567474"/>
              <a:ext cx="110540" cy="101825"/>
            </a:xfrm>
            <a:custGeom>
              <a:avLst/>
              <a:gdLst>
                <a:gd name="connsiteX0" fmla="*/ 85661 w 110540"/>
                <a:gd name="connsiteY0" fmla="*/ 17071 h 101825"/>
                <a:gd name="connsiteX1" fmla="*/ 87790 w 110540"/>
                <a:gd name="connsiteY1" fmla="*/ 14983 h 101825"/>
                <a:gd name="connsiteX2" fmla="*/ 107708 w 110540"/>
                <a:gd name="connsiteY2" fmla="*/ 4696 h 101825"/>
                <a:gd name="connsiteX3" fmla="*/ 110749 w 110540"/>
                <a:gd name="connsiteY3" fmla="*/ 1864 h 101825"/>
                <a:gd name="connsiteX4" fmla="*/ 108773 w 110540"/>
                <a:gd name="connsiteY4" fmla="*/ 75 h 101825"/>
                <a:gd name="connsiteX5" fmla="*/ 96305 w 110540"/>
                <a:gd name="connsiteY5" fmla="*/ 522 h 101825"/>
                <a:gd name="connsiteX6" fmla="*/ 81100 w 110540"/>
                <a:gd name="connsiteY6" fmla="*/ 75 h 101825"/>
                <a:gd name="connsiteX7" fmla="*/ 78211 w 110540"/>
                <a:gd name="connsiteY7" fmla="*/ 2907 h 101825"/>
                <a:gd name="connsiteX8" fmla="*/ 80491 w 110540"/>
                <a:gd name="connsiteY8" fmla="*/ 4696 h 101825"/>
                <a:gd name="connsiteX9" fmla="*/ 85965 w 110540"/>
                <a:gd name="connsiteY9" fmla="*/ 8125 h 101825"/>
                <a:gd name="connsiteX10" fmla="*/ 81860 w 110540"/>
                <a:gd name="connsiteY10" fmla="*/ 15281 h 101825"/>
                <a:gd name="connsiteX11" fmla="*/ 46584 w 110540"/>
                <a:gd name="connsiteY11" fmla="*/ 55087 h 101825"/>
                <a:gd name="connsiteX12" fmla="*/ 29859 w 110540"/>
                <a:gd name="connsiteY12" fmla="*/ 10809 h 101825"/>
                <a:gd name="connsiteX13" fmla="*/ 28946 w 110540"/>
                <a:gd name="connsiteY13" fmla="*/ 8274 h 101825"/>
                <a:gd name="connsiteX14" fmla="*/ 37917 w 110540"/>
                <a:gd name="connsiteY14" fmla="*/ 4696 h 101825"/>
                <a:gd name="connsiteX15" fmla="*/ 41566 w 110540"/>
                <a:gd name="connsiteY15" fmla="*/ 1715 h 101825"/>
                <a:gd name="connsiteX16" fmla="*/ 39286 w 110540"/>
                <a:gd name="connsiteY16" fmla="*/ 75 h 101825"/>
                <a:gd name="connsiteX17" fmla="*/ 20127 w 110540"/>
                <a:gd name="connsiteY17" fmla="*/ 522 h 101825"/>
                <a:gd name="connsiteX18" fmla="*/ 3098 w 110540"/>
                <a:gd name="connsiteY18" fmla="*/ 75 h 101825"/>
                <a:gd name="connsiteX19" fmla="*/ 209 w 110540"/>
                <a:gd name="connsiteY19" fmla="*/ 3056 h 101825"/>
                <a:gd name="connsiteX20" fmla="*/ 3706 w 110540"/>
                <a:gd name="connsiteY20" fmla="*/ 4696 h 101825"/>
                <a:gd name="connsiteX21" fmla="*/ 14806 w 110540"/>
                <a:gd name="connsiteY21" fmla="*/ 9765 h 101825"/>
                <a:gd name="connsiteX22" fmla="*/ 33508 w 110540"/>
                <a:gd name="connsiteY22" fmla="*/ 58815 h 101825"/>
                <a:gd name="connsiteX23" fmla="*/ 34116 w 110540"/>
                <a:gd name="connsiteY23" fmla="*/ 61349 h 101825"/>
                <a:gd name="connsiteX24" fmla="*/ 27274 w 110540"/>
                <a:gd name="connsiteY24" fmla="*/ 88483 h 101825"/>
                <a:gd name="connsiteX25" fmla="*/ 12981 w 110540"/>
                <a:gd name="connsiteY25" fmla="*/ 97279 h 101825"/>
                <a:gd name="connsiteX26" fmla="*/ 8876 w 110540"/>
                <a:gd name="connsiteY26" fmla="*/ 100260 h 101825"/>
                <a:gd name="connsiteX27" fmla="*/ 11004 w 110540"/>
                <a:gd name="connsiteY27" fmla="*/ 101900 h 101825"/>
                <a:gd name="connsiteX28" fmla="*/ 30163 w 110540"/>
                <a:gd name="connsiteY28" fmla="*/ 101453 h 101825"/>
                <a:gd name="connsiteX29" fmla="*/ 49625 w 110540"/>
                <a:gd name="connsiteY29" fmla="*/ 101900 h 101825"/>
                <a:gd name="connsiteX30" fmla="*/ 52514 w 110540"/>
                <a:gd name="connsiteY30" fmla="*/ 98919 h 101825"/>
                <a:gd name="connsiteX31" fmla="*/ 48257 w 110540"/>
                <a:gd name="connsiteY31" fmla="*/ 97279 h 101825"/>
                <a:gd name="connsiteX32" fmla="*/ 42479 w 110540"/>
                <a:gd name="connsiteY32" fmla="*/ 96981 h 101825"/>
                <a:gd name="connsiteX33" fmla="*/ 38373 w 110540"/>
                <a:gd name="connsiteY33" fmla="*/ 94595 h 101825"/>
                <a:gd name="connsiteX34" fmla="*/ 40502 w 110540"/>
                <a:gd name="connsiteY34" fmla="*/ 85203 h 101825"/>
                <a:gd name="connsiteX35" fmla="*/ 45824 w 110540"/>
                <a:gd name="connsiteY35" fmla="*/ 64182 h 101825"/>
                <a:gd name="connsiteX36" fmla="*/ 47953 w 110540"/>
                <a:gd name="connsiteY36" fmla="*/ 59560 h 101825"/>
                <a:gd name="connsiteX37" fmla="*/ 85661 w 110540"/>
                <a:gd name="connsiteY37" fmla="*/ 17071 h 101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0540" h="101825">
                  <a:moveTo>
                    <a:pt x="85661" y="17071"/>
                  </a:moveTo>
                  <a:lnTo>
                    <a:pt x="87790" y="14983"/>
                  </a:lnTo>
                  <a:cubicBezTo>
                    <a:pt x="92351" y="10511"/>
                    <a:pt x="97369" y="5442"/>
                    <a:pt x="107708" y="4696"/>
                  </a:cubicBezTo>
                  <a:cubicBezTo>
                    <a:pt x="109381" y="4547"/>
                    <a:pt x="110749" y="4547"/>
                    <a:pt x="110749" y="1864"/>
                  </a:cubicBezTo>
                  <a:cubicBezTo>
                    <a:pt x="110749" y="671"/>
                    <a:pt x="109989" y="75"/>
                    <a:pt x="108773" y="75"/>
                  </a:cubicBezTo>
                  <a:cubicBezTo>
                    <a:pt x="104819" y="75"/>
                    <a:pt x="100410" y="522"/>
                    <a:pt x="96305" y="522"/>
                  </a:cubicBezTo>
                  <a:cubicBezTo>
                    <a:pt x="91287" y="522"/>
                    <a:pt x="85965" y="75"/>
                    <a:pt x="81100" y="75"/>
                  </a:cubicBezTo>
                  <a:cubicBezTo>
                    <a:pt x="80187" y="75"/>
                    <a:pt x="78211" y="75"/>
                    <a:pt x="78211" y="2907"/>
                  </a:cubicBezTo>
                  <a:cubicBezTo>
                    <a:pt x="78211" y="4547"/>
                    <a:pt x="79731" y="4696"/>
                    <a:pt x="80491" y="4696"/>
                  </a:cubicBezTo>
                  <a:cubicBezTo>
                    <a:pt x="81556" y="4696"/>
                    <a:pt x="85965" y="4995"/>
                    <a:pt x="85965" y="8125"/>
                  </a:cubicBezTo>
                  <a:cubicBezTo>
                    <a:pt x="85965" y="10660"/>
                    <a:pt x="82468" y="14536"/>
                    <a:pt x="81860" y="15281"/>
                  </a:cubicBezTo>
                  <a:lnTo>
                    <a:pt x="46584" y="55087"/>
                  </a:lnTo>
                  <a:lnTo>
                    <a:pt x="29859" y="10809"/>
                  </a:lnTo>
                  <a:cubicBezTo>
                    <a:pt x="28946" y="8722"/>
                    <a:pt x="28946" y="8424"/>
                    <a:pt x="28946" y="8274"/>
                  </a:cubicBezTo>
                  <a:cubicBezTo>
                    <a:pt x="28946" y="4696"/>
                    <a:pt x="36397" y="4696"/>
                    <a:pt x="37917" y="4696"/>
                  </a:cubicBezTo>
                  <a:cubicBezTo>
                    <a:pt x="40046" y="4696"/>
                    <a:pt x="41566" y="4696"/>
                    <a:pt x="41566" y="1715"/>
                  </a:cubicBezTo>
                  <a:cubicBezTo>
                    <a:pt x="41566" y="75"/>
                    <a:pt x="39742" y="75"/>
                    <a:pt x="39286" y="75"/>
                  </a:cubicBezTo>
                  <a:cubicBezTo>
                    <a:pt x="35028" y="75"/>
                    <a:pt x="24385" y="522"/>
                    <a:pt x="20127" y="522"/>
                  </a:cubicBezTo>
                  <a:cubicBezTo>
                    <a:pt x="16326" y="522"/>
                    <a:pt x="6899" y="75"/>
                    <a:pt x="3098" y="75"/>
                  </a:cubicBezTo>
                  <a:cubicBezTo>
                    <a:pt x="2185" y="75"/>
                    <a:pt x="209" y="75"/>
                    <a:pt x="209" y="3056"/>
                  </a:cubicBezTo>
                  <a:cubicBezTo>
                    <a:pt x="209" y="4696"/>
                    <a:pt x="1729" y="4696"/>
                    <a:pt x="3706" y="4696"/>
                  </a:cubicBezTo>
                  <a:cubicBezTo>
                    <a:pt x="12829" y="4696"/>
                    <a:pt x="13437" y="6038"/>
                    <a:pt x="14806" y="9765"/>
                  </a:cubicBezTo>
                  <a:lnTo>
                    <a:pt x="33508" y="58815"/>
                  </a:lnTo>
                  <a:cubicBezTo>
                    <a:pt x="33660" y="59262"/>
                    <a:pt x="34116" y="60902"/>
                    <a:pt x="34116" y="61349"/>
                  </a:cubicBezTo>
                  <a:cubicBezTo>
                    <a:pt x="34116" y="61796"/>
                    <a:pt x="28034" y="85799"/>
                    <a:pt x="27274" y="88483"/>
                  </a:cubicBezTo>
                  <a:cubicBezTo>
                    <a:pt x="25297" y="96682"/>
                    <a:pt x="25145" y="97130"/>
                    <a:pt x="12981" y="97279"/>
                  </a:cubicBezTo>
                  <a:cubicBezTo>
                    <a:pt x="10092" y="97279"/>
                    <a:pt x="8876" y="97279"/>
                    <a:pt x="8876" y="100260"/>
                  </a:cubicBezTo>
                  <a:cubicBezTo>
                    <a:pt x="8876" y="101900"/>
                    <a:pt x="10700" y="101900"/>
                    <a:pt x="11004" y="101900"/>
                  </a:cubicBezTo>
                  <a:cubicBezTo>
                    <a:pt x="15262" y="101900"/>
                    <a:pt x="25905" y="101453"/>
                    <a:pt x="30163" y="101453"/>
                  </a:cubicBezTo>
                  <a:cubicBezTo>
                    <a:pt x="34420" y="101453"/>
                    <a:pt x="45368" y="101900"/>
                    <a:pt x="49625" y="101900"/>
                  </a:cubicBezTo>
                  <a:cubicBezTo>
                    <a:pt x="50689" y="101900"/>
                    <a:pt x="52514" y="101900"/>
                    <a:pt x="52514" y="98919"/>
                  </a:cubicBezTo>
                  <a:cubicBezTo>
                    <a:pt x="52514" y="97279"/>
                    <a:pt x="51146" y="97279"/>
                    <a:pt x="48257" y="97279"/>
                  </a:cubicBezTo>
                  <a:cubicBezTo>
                    <a:pt x="47953" y="97279"/>
                    <a:pt x="45064" y="97279"/>
                    <a:pt x="42479" y="96981"/>
                  </a:cubicBezTo>
                  <a:cubicBezTo>
                    <a:pt x="39286" y="96682"/>
                    <a:pt x="38373" y="96384"/>
                    <a:pt x="38373" y="94595"/>
                  </a:cubicBezTo>
                  <a:cubicBezTo>
                    <a:pt x="38373" y="93552"/>
                    <a:pt x="39742" y="88334"/>
                    <a:pt x="40502" y="85203"/>
                  </a:cubicBezTo>
                  <a:lnTo>
                    <a:pt x="45824" y="64182"/>
                  </a:lnTo>
                  <a:cubicBezTo>
                    <a:pt x="46584" y="61349"/>
                    <a:pt x="46736" y="60902"/>
                    <a:pt x="47953" y="59560"/>
                  </a:cubicBezTo>
                  <a:lnTo>
                    <a:pt x="85661" y="1707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66" name="Freeform: Shape 2465">
              <a:extLst>
                <a:ext uri="{FF2B5EF4-FFF2-40B4-BE49-F238E27FC236}">
                  <a16:creationId xmlns:a16="http://schemas.microsoft.com/office/drawing/2014/main" id="{AF3BE53E-C71A-30C9-DED3-AA3C6A4394AD}"/>
                </a:ext>
              </a:extLst>
            </p:cNvPr>
            <p:cNvSpPr/>
            <p:nvPr>
              <p:custDataLst>
                <p:tags r:id="rId13"/>
              </p:custDataLst>
            </p:nvPr>
          </p:nvSpPr>
          <p:spPr>
            <a:xfrm>
              <a:off x="10605599" y="6557486"/>
              <a:ext cx="35275" cy="149085"/>
            </a:xfrm>
            <a:custGeom>
              <a:avLst/>
              <a:gdLst>
                <a:gd name="connsiteX0" fmla="*/ 35492 w 35275"/>
                <a:gd name="connsiteY0" fmla="*/ 74618 h 149085"/>
                <a:gd name="connsiteX1" fmla="*/ 25457 w 35275"/>
                <a:gd name="connsiteY1" fmla="*/ 28103 h 149085"/>
                <a:gd name="connsiteX2" fmla="*/ 1737 w 35275"/>
                <a:gd name="connsiteY2" fmla="*/ 75 h 149085"/>
                <a:gd name="connsiteX3" fmla="*/ 217 w 35275"/>
                <a:gd name="connsiteY3" fmla="*/ 1566 h 149085"/>
                <a:gd name="connsiteX4" fmla="*/ 3106 w 35275"/>
                <a:gd name="connsiteY4" fmla="*/ 4995 h 149085"/>
                <a:gd name="connsiteX5" fmla="*/ 26673 w 35275"/>
                <a:gd name="connsiteY5" fmla="*/ 74618 h 149085"/>
                <a:gd name="connsiteX6" fmla="*/ 2193 w 35275"/>
                <a:gd name="connsiteY6" fmla="*/ 145135 h 149085"/>
                <a:gd name="connsiteX7" fmla="*/ 217 w 35275"/>
                <a:gd name="connsiteY7" fmla="*/ 147670 h 149085"/>
                <a:gd name="connsiteX8" fmla="*/ 1737 w 35275"/>
                <a:gd name="connsiteY8" fmla="*/ 149161 h 149085"/>
                <a:gd name="connsiteX9" fmla="*/ 25913 w 35275"/>
                <a:gd name="connsiteY9" fmla="*/ 120089 h 149085"/>
                <a:gd name="connsiteX10" fmla="*/ 35492 w 35275"/>
                <a:gd name="connsiteY10" fmla="*/ 74618 h 14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275" h="149085">
                  <a:moveTo>
                    <a:pt x="35492" y="74618"/>
                  </a:moveTo>
                  <a:cubicBezTo>
                    <a:pt x="35492" y="62989"/>
                    <a:pt x="33820" y="44950"/>
                    <a:pt x="25457" y="28103"/>
                  </a:cubicBezTo>
                  <a:cubicBezTo>
                    <a:pt x="16334" y="9765"/>
                    <a:pt x="3258" y="75"/>
                    <a:pt x="1737" y="75"/>
                  </a:cubicBezTo>
                  <a:cubicBezTo>
                    <a:pt x="825" y="75"/>
                    <a:pt x="217" y="671"/>
                    <a:pt x="217" y="1566"/>
                  </a:cubicBezTo>
                  <a:cubicBezTo>
                    <a:pt x="217" y="2013"/>
                    <a:pt x="217" y="2311"/>
                    <a:pt x="3106" y="4995"/>
                  </a:cubicBezTo>
                  <a:cubicBezTo>
                    <a:pt x="18007" y="19754"/>
                    <a:pt x="26673" y="43459"/>
                    <a:pt x="26673" y="74618"/>
                  </a:cubicBezTo>
                  <a:cubicBezTo>
                    <a:pt x="26673" y="100111"/>
                    <a:pt x="21048" y="126351"/>
                    <a:pt x="2193" y="145135"/>
                  </a:cubicBezTo>
                  <a:cubicBezTo>
                    <a:pt x="217" y="146924"/>
                    <a:pt x="217" y="147223"/>
                    <a:pt x="217" y="147670"/>
                  </a:cubicBezTo>
                  <a:cubicBezTo>
                    <a:pt x="217" y="148564"/>
                    <a:pt x="825" y="149161"/>
                    <a:pt x="1737" y="149161"/>
                  </a:cubicBezTo>
                  <a:cubicBezTo>
                    <a:pt x="3258" y="149161"/>
                    <a:pt x="16942" y="139023"/>
                    <a:pt x="25913" y="120089"/>
                  </a:cubicBezTo>
                  <a:cubicBezTo>
                    <a:pt x="33668" y="103689"/>
                    <a:pt x="35492" y="87141"/>
                    <a:pt x="35492" y="7461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67" name="Freeform: Shape 2466">
              <a:extLst>
                <a:ext uri="{FF2B5EF4-FFF2-40B4-BE49-F238E27FC236}">
                  <a16:creationId xmlns:a16="http://schemas.microsoft.com/office/drawing/2014/main" id="{29FBCBF0-2B4D-EDCC-0C5D-01F5AD37A9C7}"/>
                </a:ext>
              </a:extLst>
            </p:cNvPr>
            <p:cNvSpPr/>
            <p:nvPr>
              <p:custDataLst>
                <p:tags r:id="rId14"/>
              </p:custDataLst>
            </p:nvPr>
          </p:nvSpPr>
          <p:spPr>
            <a:xfrm>
              <a:off x="10706813" y="6614585"/>
              <a:ext cx="101113" cy="34886"/>
            </a:xfrm>
            <a:custGeom>
              <a:avLst/>
              <a:gdLst>
                <a:gd name="connsiteX0" fmla="*/ 96167 w 101113"/>
                <a:gd name="connsiteY0" fmla="*/ 6038 h 34886"/>
                <a:gd name="connsiteX1" fmla="*/ 101337 w 101113"/>
                <a:gd name="connsiteY1" fmla="*/ 3056 h 34886"/>
                <a:gd name="connsiteX2" fmla="*/ 96319 w 101113"/>
                <a:gd name="connsiteY2" fmla="*/ 75 h 34886"/>
                <a:gd name="connsiteX3" fmla="*/ 5241 w 101113"/>
                <a:gd name="connsiteY3" fmla="*/ 75 h 34886"/>
                <a:gd name="connsiteX4" fmla="*/ 223 w 101113"/>
                <a:gd name="connsiteY4" fmla="*/ 3056 h 34886"/>
                <a:gd name="connsiteX5" fmla="*/ 5393 w 101113"/>
                <a:gd name="connsiteY5" fmla="*/ 6038 h 34886"/>
                <a:gd name="connsiteX6" fmla="*/ 96167 w 101113"/>
                <a:gd name="connsiteY6" fmla="*/ 6038 h 34886"/>
                <a:gd name="connsiteX7" fmla="*/ 96319 w 101113"/>
                <a:gd name="connsiteY7" fmla="*/ 34961 h 34886"/>
                <a:gd name="connsiteX8" fmla="*/ 101337 w 101113"/>
                <a:gd name="connsiteY8" fmla="*/ 31979 h 34886"/>
                <a:gd name="connsiteX9" fmla="*/ 96167 w 101113"/>
                <a:gd name="connsiteY9" fmla="*/ 28997 h 34886"/>
                <a:gd name="connsiteX10" fmla="*/ 5393 w 101113"/>
                <a:gd name="connsiteY10" fmla="*/ 28997 h 34886"/>
                <a:gd name="connsiteX11" fmla="*/ 223 w 101113"/>
                <a:gd name="connsiteY11" fmla="*/ 31979 h 34886"/>
                <a:gd name="connsiteX12" fmla="*/ 5241 w 101113"/>
                <a:gd name="connsiteY12" fmla="*/ 34961 h 34886"/>
                <a:gd name="connsiteX13" fmla="*/ 96319 w 101113"/>
                <a:gd name="connsiteY13" fmla="*/ 34961 h 3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113" h="34886">
                  <a:moveTo>
                    <a:pt x="96167" y="6038"/>
                  </a:moveTo>
                  <a:cubicBezTo>
                    <a:pt x="98448" y="6038"/>
                    <a:pt x="101337" y="6038"/>
                    <a:pt x="101337" y="3056"/>
                  </a:cubicBezTo>
                  <a:cubicBezTo>
                    <a:pt x="101337" y="75"/>
                    <a:pt x="98448" y="75"/>
                    <a:pt x="96319" y="75"/>
                  </a:cubicBezTo>
                  <a:lnTo>
                    <a:pt x="5241" y="75"/>
                  </a:lnTo>
                  <a:cubicBezTo>
                    <a:pt x="3112" y="75"/>
                    <a:pt x="223" y="75"/>
                    <a:pt x="223" y="3056"/>
                  </a:cubicBezTo>
                  <a:cubicBezTo>
                    <a:pt x="223" y="6038"/>
                    <a:pt x="3112" y="6038"/>
                    <a:pt x="5393" y="6038"/>
                  </a:cubicBezTo>
                  <a:lnTo>
                    <a:pt x="96167" y="6038"/>
                  </a:lnTo>
                  <a:close/>
                  <a:moveTo>
                    <a:pt x="96319" y="34961"/>
                  </a:moveTo>
                  <a:cubicBezTo>
                    <a:pt x="98448" y="34961"/>
                    <a:pt x="101337" y="34961"/>
                    <a:pt x="101337" y="31979"/>
                  </a:cubicBezTo>
                  <a:cubicBezTo>
                    <a:pt x="101337" y="28997"/>
                    <a:pt x="98448" y="28997"/>
                    <a:pt x="96167" y="28997"/>
                  </a:cubicBezTo>
                  <a:lnTo>
                    <a:pt x="5393" y="28997"/>
                  </a:lnTo>
                  <a:cubicBezTo>
                    <a:pt x="3112" y="28997"/>
                    <a:pt x="223" y="28997"/>
                    <a:pt x="223" y="31979"/>
                  </a:cubicBezTo>
                  <a:cubicBezTo>
                    <a:pt x="223" y="34961"/>
                    <a:pt x="3112" y="34961"/>
                    <a:pt x="5241" y="34961"/>
                  </a:cubicBezTo>
                  <a:lnTo>
                    <a:pt x="96319" y="349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68" name="Freeform: Shape 2467">
              <a:extLst>
                <a:ext uri="{FF2B5EF4-FFF2-40B4-BE49-F238E27FC236}">
                  <a16:creationId xmlns:a16="http://schemas.microsoft.com/office/drawing/2014/main" id="{F2ABB441-317F-A524-4B02-E87172AC9347}"/>
                </a:ext>
              </a:extLst>
            </p:cNvPr>
            <p:cNvSpPr/>
            <p:nvPr>
              <p:custDataLst>
                <p:tags r:id="rId15"/>
              </p:custDataLst>
            </p:nvPr>
          </p:nvSpPr>
          <p:spPr>
            <a:xfrm>
              <a:off x="10863357" y="6603404"/>
              <a:ext cx="82411" cy="98098"/>
            </a:xfrm>
            <a:custGeom>
              <a:avLst/>
              <a:gdLst>
                <a:gd name="connsiteX0" fmla="*/ 30796 w 82411"/>
                <a:gd name="connsiteY0" fmla="*/ 13642 h 98098"/>
                <a:gd name="connsiteX1" fmla="*/ 33077 w 82411"/>
                <a:gd name="connsiteY1" fmla="*/ 4100 h 98098"/>
                <a:gd name="connsiteX2" fmla="*/ 28667 w 82411"/>
                <a:gd name="connsiteY2" fmla="*/ 75 h 98098"/>
                <a:gd name="connsiteX3" fmla="*/ 22585 w 82411"/>
                <a:gd name="connsiteY3" fmla="*/ 5442 h 98098"/>
                <a:gd name="connsiteX4" fmla="*/ 690 w 82411"/>
                <a:gd name="connsiteY4" fmla="*/ 91763 h 98098"/>
                <a:gd name="connsiteX5" fmla="*/ 234 w 82411"/>
                <a:gd name="connsiteY5" fmla="*/ 94148 h 98098"/>
                <a:gd name="connsiteX6" fmla="*/ 4491 w 82411"/>
                <a:gd name="connsiteY6" fmla="*/ 98173 h 98098"/>
                <a:gd name="connsiteX7" fmla="*/ 9813 w 82411"/>
                <a:gd name="connsiteY7" fmla="*/ 95042 h 98098"/>
                <a:gd name="connsiteX8" fmla="*/ 18176 w 82411"/>
                <a:gd name="connsiteY8" fmla="*/ 62989 h 98098"/>
                <a:gd name="connsiteX9" fmla="*/ 32925 w 82411"/>
                <a:gd name="connsiteY9" fmla="*/ 67611 h 98098"/>
                <a:gd name="connsiteX10" fmla="*/ 53147 w 82411"/>
                <a:gd name="connsiteY10" fmla="*/ 56727 h 98098"/>
                <a:gd name="connsiteX11" fmla="*/ 66832 w 82411"/>
                <a:gd name="connsiteY11" fmla="*/ 67611 h 98098"/>
                <a:gd name="connsiteX12" fmla="*/ 78084 w 82411"/>
                <a:gd name="connsiteY12" fmla="*/ 59411 h 98098"/>
                <a:gd name="connsiteX13" fmla="*/ 82645 w 82411"/>
                <a:gd name="connsiteY13" fmla="*/ 44651 h 98098"/>
                <a:gd name="connsiteX14" fmla="*/ 80821 w 82411"/>
                <a:gd name="connsiteY14" fmla="*/ 43161 h 98098"/>
                <a:gd name="connsiteX15" fmla="*/ 78692 w 82411"/>
                <a:gd name="connsiteY15" fmla="*/ 45844 h 98098"/>
                <a:gd name="connsiteX16" fmla="*/ 67136 w 82411"/>
                <a:gd name="connsiteY16" fmla="*/ 64331 h 98098"/>
                <a:gd name="connsiteX17" fmla="*/ 62575 w 82411"/>
                <a:gd name="connsiteY17" fmla="*/ 57473 h 98098"/>
                <a:gd name="connsiteX18" fmla="*/ 65616 w 82411"/>
                <a:gd name="connsiteY18" fmla="*/ 41968 h 98098"/>
                <a:gd name="connsiteX19" fmla="*/ 69873 w 82411"/>
                <a:gd name="connsiteY19" fmla="*/ 25867 h 98098"/>
                <a:gd name="connsiteX20" fmla="*/ 72458 w 82411"/>
                <a:gd name="connsiteY20" fmla="*/ 15729 h 98098"/>
                <a:gd name="connsiteX21" fmla="*/ 74739 w 82411"/>
                <a:gd name="connsiteY21" fmla="*/ 5740 h 98098"/>
                <a:gd name="connsiteX22" fmla="*/ 70329 w 82411"/>
                <a:gd name="connsiteY22" fmla="*/ 1715 h 98098"/>
                <a:gd name="connsiteX23" fmla="*/ 64399 w 82411"/>
                <a:gd name="connsiteY23" fmla="*/ 6933 h 98098"/>
                <a:gd name="connsiteX24" fmla="*/ 57253 w 82411"/>
                <a:gd name="connsiteY24" fmla="*/ 34812 h 98098"/>
                <a:gd name="connsiteX25" fmla="*/ 53299 w 82411"/>
                <a:gd name="connsiteY25" fmla="*/ 50019 h 98098"/>
                <a:gd name="connsiteX26" fmla="*/ 33533 w 82411"/>
                <a:gd name="connsiteY26" fmla="*/ 64331 h 98098"/>
                <a:gd name="connsiteX27" fmla="*/ 22281 w 82411"/>
                <a:gd name="connsiteY27" fmla="*/ 51360 h 98098"/>
                <a:gd name="connsiteX28" fmla="*/ 24410 w 82411"/>
                <a:gd name="connsiteY28" fmla="*/ 38688 h 98098"/>
                <a:gd name="connsiteX29" fmla="*/ 30796 w 82411"/>
                <a:gd name="connsiteY29" fmla="*/ 13642 h 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2411" h="98098">
                  <a:moveTo>
                    <a:pt x="30796" y="13642"/>
                  </a:moveTo>
                  <a:cubicBezTo>
                    <a:pt x="31556" y="10511"/>
                    <a:pt x="33077" y="4845"/>
                    <a:pt x="33077" y="4100"/>
                  </a:cubicBezTo>
                  <a:cubicBezTo>
                    <a:pt x="33077" y="1566"/>
                    <a:pt x="31252" y="75"/>
                    <a:pt x="28667" y="75"/>
                  </a:cubicBezTo>
                  <a:cubicBezTo>
                    <a:pt x="28211" y="75"/>
                    <a:pt x="23954" y="224"/>
                    <a:pt x="22585" y="5442"/>
                  </a:cubicBezTo>
                  <a:lnTo>
                    <a:pt x="690" y="91763"/>
                  </a:lnTo>
                  <a:cubicBezTo>
                    <a:pt x="234" y="93552"/>
                    <a:pt x="234" y="93850"/>
                    <a:pt x="234" y="94148"/>
                  </a:cubicBezTo>
                  <a:cubicBezTo>
                    <a:pt x="234" y="96384"/>
                    <a:pt x="1906" y="98173"/>
                    <a:pt x="4491" y="98173"/>
                  </a:cubicBezTo>
                  <a:cubicBezTo>
                    <a:pt x="7684" y="98173"/>
                    <a:pt x="9509" y="95490"/>
                    <a:pt x="9813" y="95042"/>
                  </a:cubicBezTo>
                  <a:cubicBezTo>
                    <a:pt x="10421" y="93701"/>
                    <a:pt x="12398" y="85948"/>
                    <a:pt x="18176" y="62989"/>
                  </a:cubicBezTo>
                  <a:cubicBezTo>
                    <a:pt x="23041" y="67014"/>
                    <a:pt x="29884" y="67611"/>
                    <a:pt x="32925" y="67611"/>
                  </a:cubicBezTo>
                  <a:cubicBezTo>
                    <a:pt x="43568" y="67611"/>
                    <a:pt x="49498" y="60902"/>
                    <a:pt x="53147" y="56727"/>
                  </a:cubicBezTo>
                  <a:cubicBezTo>
                    <a:pt x="54516" y="63436"/>
                    <a:pt x="60142" y="67611"/>
                    <a:pt x="66832" y="67611"/>
                  </a:cubicBezTo>
                  <a:cubicBezTo>
                    <a:pt x="72154" y="67611"/>
                    <a:pt x="75651" y="64182"/>
                    <a:pt x="78084" y="59411"/>
                  </a:cubicBezTo>
                  <a:cubicBezTo>
                    <a:pt x="80669" y="54044"/>
                    <a:pt x="82645" y="44950"/>
                    <a:pt x="82645" y="44651"/>
                  </a:cubicBezTo>
                  <a:cubicBezTo>
                    <a:pt x="82645" y="43161"/>
                    <a:pt x="81277" y="43161"/>
                    <a:pt x="80821" y="43161"/>
                  </a:cubicBezTo>
                  <a:cubicBezTo>
                    <a:pt x="79300" y="43161"/>
                    <a:pt x="79148" y="43757"/>
                    <a:pt x="78692" y="45844"/>
                  </a:cubicBezTo>
                  <a:cubicBezTo>
                    <a:pt x="76107" y="55535"/>
                    <a:pt x="73370" y="64331"/>
                    <a:pt x="67136" y="64331"/>
                  </a:cubicBezTo>
                  <a:cubicBezTo>
                    <a:pt x="63031" y="64331"/>
                    <a:pt x="62575" y="60455"/>
                    <a:pt x="62575" y="57473"/>
                  </a:cubicBezTo>
                  <a:cubicBezTo>
                    <a:pt x="62575" y="54193"/>
                    <a:pt x="64399" y="47186"/>
                    <a:pt x="65616" y="41968"/>
                  </a:cubicBezTo>
                  <a:lnTo>
                    <a:pt x="69873" y="25867"/>
                  </a:lnTo>
                  <a:cubicBezTo>
                    <a:pt x="70329" y="23630"/>
                    <a:pt x="71850" y="17965"/>
                    <a:pt x="72458" y="15729"/>
                  </a:cubicBezTo>
                  <a:cubicBezTo>
                    <a:pt x="73218" y="12300"/>
                    <a:pt x="74739" y="6635"/>
                    <a:pt x="74739" y="5740"/>
                  </a:cubicBezTo>
                  <a:cubicBezTo>
                    <a:pt x="74739" y="3056"/>
                    <a:pt x="72610" y="1715"/>
                    <a:pt x="70329" y="1715"/>
                  </a:cubicBezTo>
                  <a:cubicBezTo>
                    <a:pt x="69569" y="1715"/>
                    <a:pt x="65616" y="1864"/>
                    <a:pt x="64399" y="6933"/>
                  </a:cubicBezTo>
                  <a:lnTo>
                    <a:pt x="57253" y="34812"/>
                  </a:lnTo>
                  <a:cubicBezTo>
                    <a:pt x="55428" y="42266"/>
                    <a:pt x="53756" y="48528"/>
                    <a:pt x="53299" y="50019"/>
                  </a:cubicBezTo>
                  <a:cubicBezTo>
                    <a:pt x="53147" y="50764"/>
                    <a:pt x="45849" y="64331"/>
                    <a:pt x="33533" y="64331"/>
                  </a:cubicBezTo>
                  <a:cubicBezTo>
                    <a:pt x="25930" y="64331"/>
                    <a:pt x="22281" y="59411"/>
                    <a:pt x="22281" y="51360"/>
                  </a:cubicBezTo>
                  <a:cubicBezTo>
                    <a:pt x="22281" y="47037"/>
                    <a:pt x="23346" y="42862"/>
                    <a:pt x="24410" y="38688"/>
                  </a:cubicBezTo>
                  <a:lnTo>
                    <a:pt x="30796" y="136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69" name="Freeform: Shape 2468">
              <a:extLst>
                <a:ext uri="{FF2B5EF4-FFF2-40B4-BE49-F238E27FC236}">
                  <a16:creationId xmlns:a16="http://schemas.microsoft.com/office/drawing/2014/main" id="{4F9D5AE8-5E3F-8D53-C3E7-629C848CC96F}"/>
                </a:ext>
              </a:extLst>
            </p:cNvPr>
            <p:cNvSpPr/>
            <p:nvPr>
              <p:custDataLst>
                <p:tags r:id="rId16"/>
              </p:custDataLst>
            </p:nvPr>
          </p:nvSpPr>
          <p:spPr>
            <a:xfrm>
              <a:off x="10997278" y="6624127"/>
              <a:ext cx="16117" cy="15803"/>
            </a:xfrm>
            <a:custGeom>
              <a:avLst/>
              <a:gdLst>
                <a:gd name="connsiteX0" fmla="*/ 16359 w 16117"/>
                <a:gd name="connsiteY0" fmla="*/ 7976 h 15803"/>
                <a:gd name="connsiteX1" fmla="*/ 8301 w 16117"/>
                <a:gd name="connsiteY1" fmla="*/ 75 h 15803"/>
                <a:gd name="connsiteX2" fmla="*/ 242 w 16117"/>
                <a:gd name="connsiteY2" fmla="*/ 7976 h 15803"/>
                <a:gd name="connsiteX3" fmla="*/ 8301 w 16117"/>
                <a:gd name="connsiteY3" fmla="*/ 15878 h 15803"/>
                <a:gd name="connsiteX4" fmla="*/ 16359 w 16117"/>
                <a:gd name="connsiteY4" fmla="*/ 7976 h 15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7" h="15803">
                  <a:moveTo>
                    <a:pt x="16359" y="7976"/>
                  </a:moveTo>
                  <a:cubicBezTo>
                    <a:pt x="16359" y="3653"/>
                    <a:pt x="12710" y="75"/>
                    <a:pt x="8301" y="75"/>
                  </a:cubicBezTo>
                  <a:cubicBezTo>
                    <a:pt x="3891" y="75"/>
                    <a:pt x="242" y="3653"/>
                    <a:pt x="242" y="7976"/>
                  </a:cubicBezTo>
                  <a:cubicBezTo>
                    <a:pt x="242" y="12300"/>
                    <a:pt x="3891" y="15878"/>
                    <a:pt x="8301" y="15878"/>
                  </a:cubicBezTo>
                  <a:cubicBezTo>
                    <a:pt x="12710" y="15878"/>
                    <a:pt x="16359" y="12300"/>
                    <a:pt x="16359" y="797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70" name="Freeform: Shape 2469">
              <a:extLst>
                <a:ext uri="{FF2B5EF4-FFF2-40B4-BE49-F238E27FC236}">
                  <a16:creationId xmlns:a16="http://schemas.microsoft.com/office/drawing/2014/main" id="{7C1DB0D4-521C-63B4-D0C0-BCD028117CF0}"/>
                </a:ext>
              </a:extLst>
            </p:cNvPr>
            <p:cNvSpPr/>
            <p:nvPr>
              <p:custDataLst>
                <p:tags r:id="rId17"/>
              </p:custDataLst>
            </p:nvPr>
          </p:nvSpPr>
          <p:spPr>
            <a:xfrm>
              <a:off x="11075279" y="6557486"/>
              <a:ext cx="35275" cy="149085"/>
            </a:xfrm>
            <a:custGeom>
              <a:avLst/>
              <a:gdLst>
                <a:gd name="connsiteX0" fmla="*/ 35523 w 35275"/>
                <a:gd name="connsiteY0" fmla="*/ 147670 h 149085"/>
                <a:gd name="connsiteX1" fmla="*/ 32938 w 35275"/>
                <a:gd name="connsiteY1" fmla="*/ 144390 h 149085"/>
                <a:gd name="connsiteX2" fmla="*/ 9066 w 35275"/>
                <a:gd name="connsiteY2" fmla="*/ 74618 h 149085"/>
                <a:gd name="connsiteX3" fmla="*/ 33546 w 35275"/>
                <a:gd name="connsiteY3" fmla="*/ 4100 h 149085"/>
                <a:gd name="connsiteX4" fmla="*/ 35523 w 35275"/>
                <a:gd name="connsiteY4" fmla="*/ 1566 h 149085"/>
                <a:gd name="connsiteX5" fmla="*/ 34002 w 35275"/>
                <a:gd name="connsiteY5" fmla="*/ 75 h 149085"/>
                <a:gd name="connsiteX6" fmla="*/ 9826 w 35275"/>
                <a:gd name="connsiteY6" fmla="*/ 29146 h 149085"/>
                <a:gd name="connsiteX7" fmla="*/ 247 w 35275"/>
                <a:gd name="connsiteY7" fmla="*/ 74618 h 149085"/>
                <a:gd name="connsiteX8" fmla="*/ 10282 w 35275"/>
                <a:gd name="connsiteY8" fmla="*/ 121133 h 149085"/>
                <a:gd name="connsiteX9" fmla="*/ 34002 w 35275"/>
                <a:gd name="connsiteY9" fmla="*/ 149161 h 149085"/>
                <a:gd name="connsiteX10" fmla="*/ 35523 w 35275"/>
                <a:gd name="connsiteY10" fmla="*/ 147670 h 14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275" h="149085">
                  <a:moveTo>
                    <a:pt x="35523" y="147670"/>
                  </a:moveTo>
                  <a:cubicBezTo>
                    <a:pt x="35523" y="147223"/>
                    <a:pt x="35523" y="146924"/>
                    <a:pt x="32938" y="144390"/>
                  </a:cubicBezTo>
                  <a:cubicBezTo>
                    <a:pt x="13932" y="125605"/>
                    <a:pt x="9066" y="97428"/>
                    <a:pt x="9066" y="74618"/>
                  </a:cubicBezTo>
                  <a:cubicBezTo>
                    <a:pt x="9066" y="48677"/>
                    <a:pt x="14844" y="22736"/>
                    <a:pt x="33546" y="4100"/>
                  </a:cubicBezTo>
                  <a:cubicBezTo>
                    <a:pt x="35523" y="2311"/>
                    <a:pt x="35523" y="2013"/>
                    <a:pt x="35523" y="1566"/>
                  </a:cubicBezTo>
                  <a:cubicBezTo>
                    <a:pt x="35523" y="522"/>
                    <a:pt x="34915" y="75"/>
                    <a:pt x="34002" y="75"/>
                  </a:cubicBezTo>
                  <a:cubicBezTo>
                    <a:pt x="32482" y="75"/>
                    <a:pt x="18797" y="10213"/>
                    <a:pt x="9826" y="29146"/>
                  </a:cubicBezTo>
                  <a:cubicBezTo>
                    <a:pt x="2072" y="45546"/>
                    <a:pt x="247" y="62094"/>
                    <a:pt x="247" y="74618"/>
                  </a:cubicBezTo>
                  <a:cubicBezTo>
                    <a:pt x="247" y="86246"/>
                    <a:pt x="1920" y="104286"/>
                    <a:pt x="10282" y="121133"/>
                  </a:cubicBezTo>
                  <a:cubicBezTo>
                    <a:pt x="19405" y="139470"/>
                    <a:pt x="32482" y="149161"/>
                    <a:pt x="34002" y="149161"/>
                  </a:cubicBezTo>
                  <a:cubicBezTo>
                    <a:pt x="34915" y="149161"/>
                    <a:pt x="35523" y="148713"/>
                    <a:pt x="35523" y="14767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71" name="Freeform: Shape 2470">
              <a:extLst>
                <a:ext uri="{FF2B5EF4-FFF2-40B4-BE49-F238E27FC236}">
                  <a16:creationId xmlns:a16="http://schemas.microsoft.com/office/drawing/2014/main" id="{A650A34B-2251-5BCE-BE1B-382B121799F2}"/>
                </a:ext>
              </a:extLst>
            </p:cNvPr>
            <p:cNvSpPr/>
            <p:nvPr>
              <p:custDataLst>
                <p:tags r:id="rId18"/>
              </p:custDataLst>
            </p:nvPr>
          </p:nvSpPr>
          <p:spPr>
            <a:xfrm>
              <a:off x="11132889" y="6570009"/>
              <a:ext cx="50176" cy="99291"/>
            </a:xfrm>
            <a:custGeom>
              <a:avLst/>
              <a:gdLst>
                <a:gd name="connsiteX0" fmla="*/ 31421 w 50176"/>
                <a:gd name="connsiteY0" fmla="*/ 3951 h 99291"/>
                <a:gd name="connsiteX1" fmla="*/ 27924 w 50176"/>
                <a:gd name="connsiteY1" fmla="*/ 75 h 99291"/>
                <a:gd name="connsiteX2" fmla="*/ 251 w 50176"/>
                <a:gd name="connsiteY2" fmla="*/ 9616 h 99291"/>
                <a:gd name="connsiteX3" fmla="*/ 251 w 50176"/>
                <a:gd name="connsiteY3" fmla="*/ 14238 h 99291"/>
                <a:gd name="connsiteX4" fmla="*/ 20170 w 50176"/>
                <a:gd name="connsiteY4" fmla="*/ 10362 h 99291"/>
                <a:gd name="connsiteX5" fmla="*/ 20170 w 50176"/>
                <a:gd name="connsiteY5" fmla="*/ 87588 h 99291"/>
                <a:gd name="connsiteX6" fmla="*/ 6029 w 50176"/>
                <a:gd name="connsiteY6" fmla="*/ 94744 h 99291"/>
                <a:gd name="connsiteX7" fmla="*/ 1163 w 50176"/>
                <a:gd name="connsiteY7" fmla="*/ 94744 h 99291"/>
                <a:gd name="connsiteX8" fmla="*/ 1163 w 50176"/>
                <a:gd name="connsiteY8" fmla="*/ 99366 h 99291"/>
                <a:gd name="connsiteX9" fmla="*/ 25795 w 50176"/>
                <a:gd name="connsiteY9" fmla="*/ 98919 h 99291"/>
                <a:gd name="connsiteX10" fmla="*/ 50428 w 50176"/>
                <a:gd name="connsiteY10" fmla="*/ 99366 h 99291"/>
                <a:gd name="connsiteX11" fmla="*/ 50428 w 50176"/>
                <a:gd name="connsiteY11" fmla="*/ 94744 h 99291"/>
                <a:gd name="connsiteX12" fmla="*/ 45562 w 50176"/>
                <a:gd name="connsiteY12" fmla="*/ 94744 h 99291"/>
                <a:gd name="connsiteX13" fmla="*/ 31421 w 50176"/>
                <a:gd name="connsiteY13" fmla="*/ 87588 h 99291"/>
                <a:gd name="connsiteX14" fmla="*/ 31421 w 50176"/>
                <a:gd name="connsiteY14" fmla="*/ 3951 h 9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176" h="99291">
                  <a:moveTo>
                    <a:pt x="31421" y="3951"/>
                  </a:moveTo>
                  <a:cubicBezTo>
                    <a:pt x="31421" y="373"/>
                    <a:pt x="31421" y="75"/>
                    <a:pt x="27924" y="75"/>
                  </a:cubicBezTo>
                  <a:cubicBezTo>
                    <a:pt x="18497" y="9616"/>
                    <a:pt x="5117" y="9616"/>
                    <a:pt x="251" y="9616"/>
                  </a:cubicBezTo>
                  <a:lnTo>
                    <a:pt x="251" y="14238"/>
                  </a:lnTo>
                  <a:cubicBezTo>
                    <a:pt x="3292" y="14238"/>
                    <a:pt x="12263" y="14238"/>
                    <a:pt x="20170" y="10362"/>
                  </a:cubicBezTo>
                  <a:lnTo>
                    <a:pt x="20170" y="87588"/>
                  </a:lnTo>
                  <a:cubicBezTo>
                    <a:pt x="20170" y="92955"/>
                    <a:pt x="19713" y="94744"/>
                    <a:pt x="6029" y="94744"/>
                  </a:cubicBezTo>
                  <a:lnTo>
                    <a:pt x="1163" y="94744"/>
                  </a:lnTo>
                  <a:lnTo>
                    <a:pt x="1163" y="99366"/>
                  </a:lnTo>
                  <a:cubicBezTo>
                    <a:pt x="6485" y="98919"/>
                    <a:pt x="19713" y="98919"/>
                    <a:pt x="25795" y="98919"/>
                  </a:cubicBezTo>
                  <a:cubicBezTo>
                    <a:pt x="31877" y="98919"/>
                    <a:pt x="45106" y="98919"/>
                    <a:pt x="50428" y="99366"/>
                  </a:cubicBezTo>
                  <a:lnTo>
                    <a:pt x="50428" y="94744"/>
                  </a:lnTo>
                  <a:lnTo>
                    <a:pt x="45562" y="94744"/>
                  </a:lnTo>
                  <a:cubicBezTo>
                    <a:pt x="31877" y="94744"/>
                    <a:pt x="31421" y="93104"/>
                    <a:pt x="31421" y="87588"/>
                  </a:cubicBezTo>
                  <a:lnTo>
                    <a:pt x="31421" y="395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72" name="Freeform: Shape 2471">
              <a:extLst>
                <a:ext uri="{FF2B5EF4-FFF2-40B4-BE49-F238E27FC236}">
                  <a16:creationId xmlns:a16="http://schemas.microsoft.com/office/drawing/2014/main" id="{6C1446C5-24FB-74A3-8215-477806DD211A}"/>
                </a:ext>
              </a:extLst>
            </p:cNvPr>
            <p:cNvSpPr/>
            <p:nvPr>
              <p:custDataLst>
                <p:tags r:id="rId19"/>
              </p:custDataLst>
            </p:nvPr>
          </p:nvSpPr>
          <p:spPr>
            <a:xfrm>
              <a:off x="11241791" y="6629047"/>
              <a:ext cx="92902" cy="5963"/>
            </a:xfrm>
            <a:custGeom>
              <a:avLst/>
              <a:gdLst>
                <a:gd name="connsiteX0" fmla="*/ 87839 w 92902"/>
                <a:gd name="connsiteY0" fmla="*/ 6038 h 5963"/>
                <a:gd name="connsiteX1" fmla="*/ 93161 w 92902"/>
                <a:gd name="connsiteY1" fmla="*/ 3056 h 5963"/>
                <a:gd name="connsiteX2" fmla="*/ 87839 w 92902"/>
                <a:gd name="connsiteY2" fmla="*/ 75 h 5963"/>
                <a:gd name="connsiteX3" fmla="*/ 5580 w 92902"/>
                <a:gd name="connsiteY3" fmla="*/ 75 h 5963"/>
                <a:gd name="connsiteX4" fmla="*/ 258 w 92902"/>
                <a:gd name="connsiteY4" fmla="*/ 3056 h 5963"/>
                <a:gd name="connsiteX5" fmla="*/ 5580 w 92902"/>
                <a:gd name="connsiteY5" fmla="*/ 6038 h 5963"/>
                <a:gd name="connsiteX6" fmla="*/ 87839 w 92902"/>
                <a:gd name="connsiteY6" fmla="*/ 6038 h 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902" h="5963">
                  <a:moveTo>
                    <a:pt x="87839" y="6038"/>
                  </a:moveTo>
                  <a:cubicBezTo>
                    <a:pt x="90424" y="6038"/>
                    <a:pt x="93161" y="6038"/>
                    <a:pt x="93161" y="3056"/>
                  </a:cubicBezTo>
                  <a:cubicBezTo>
                    <a:pt x="93161" y="75"/>
                    <a:pt x="90424" y="75"/>
                    <a:pt x="87839" y="75"/>
                  </a:cubicBezTo>
                  <a:lnTo>
                    <a:pt x="5580" y="75"/>
                  </a:lnTo>
                  <a:cubicBezTo>
                    <a:pt x="2995" y="75"/>
                    <a:pt x="258" y="75"/>
                    <a:pt x="258" y="3056"/>
                  </a:cubicBezTo>
                  <a:cubicBezTo>
                    <a:pt x="258" y="6038"/>
                    <a:pt x="2995" y="6038"/>
                    <a:pt x="5580" y="6038"/>
                  </a:cubicBezTo>
                  <a:lnTo>
                    <a:pt x="87839" y="603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73" name="Freeform: Shape 2472">
              <a:extLst>
                <a:ext uri="{FF2B5EF4-FFF2-40B4-BE49-F238E27FC236}">
                  <a16:creationId xmlns:a16="http://schemas.microsoft.com/office/drawing/2014/main" id="{FFFB6918-A170-BE63-84A4-E68DE6CD4B0E}"/>
                </a:ext>
              </a:extLst>
            </p:cNvPr>
            <p:cNvSpPr/>
            <p:nvPr>
              <p:custDataLst>
                <p:tags r:id="rId20"/>
              </p:custDataLst>
            </p:nvPr>
          </p:nvSpPr>
          <p:spPr>
            <a:xfrm>
              <a:off x="11385782" y="6603404"/>
              <a:ext cx="82411" cy="98098"/>
            </a:xfrm>
            <a:custGeom>
              <a:avLst/>
              <a:gdLst>
                <a:gd name="connsiteX0" fmla="*/ 30830 w 82411"/>
                <a:gd name="connsiteY0" fmla="*/ 13642 h 98098"/>
                <a:gd name="connsiteX1" fmla="*/ 33111 w 82411"/>
                <a:gd name="connsiteY1" fmla="*/ 4100 h 98098"/>
                <a:gd name="connsiteX2" fmla="*/ 28702 w 82411"/>
                <a:gd name="connsiteY2" fmla="*/ 75 h 98098"/>
                <a:gd name="connsiteX3" fmla="*/ 22619 w 82411"/>
                <a:gd name="connsiteY3" fmla="*/ 5442 h 98098"/>
                <a:gd name="connsiteX4" fmla="*/ 724 w 82411"/>
                <a:gd name="connsiteY4" fmla="*/ 91763 h 98098"/>
                <a:gd name="connsiteX5" fmla="*/ 268 w 82411"/>
                <a:gd name="connsiteY5" fmla="*/ 94148 h 98098"/>
                <a:gd name="connsiteX6" fmla="*/ 4525 w 82411"/>
                <a:gd name="connsiteY6" fmla="*/ 98173 h 98098"/>
                <a:gd name="connsiteX7" fmla="*/ 9847 w 82411"/>
                <a:gd name="connsiteY7" fmla="*/ 95042 h 98098"/>
                <a:gd name="connsiteX8" fmla="*/ 18210 w 82411"/>
                <a:gd name="connsiteY8" fmla="*/ 62989 h 98098"/>
                <a:gd name="connsiteX9" fmla="*/ 32959 w 82411"/>
                <a:gd name="connsiteY9" fmla="*/ 67611 h 98098"/>
                <a:gd name="connsiteX10" fmla="*/ 53182 w 82411"/>
                <a:gd name="connsiteY10" fmla="*/ 56727 h 98098"/>
                <a:gd name="connsiteX11" fmla="*/ 66866 w 82411"/>
                <a:gd name="connsiteY11" fmla="*/ 67611 h 98098"/>
                <a:gd name="connsiteX12" fmla="*/ 78118 w 82411"/>
                <a:gd name="connsiteY12" fmla="*/ 59411 h 98098"/>
                <a:gd name="connsiteX13" fmla="*/ 82679 w 82411"/>
                <a:gd name="connsiteY13" fmla="*/ 44651 h 98098"/>
                <a:gd name="connsiteX14" fmla="*/ 80855 w 82411"/>
                <a:gd name="connsiteY14" fmla="*/ 43161 h 98098"/>
                <a:gd name="connsiteX15" fmla="*/ 78726 w 82411"/>
                <a:gd name="connsiteY15" fmla="*/ 45844 h 98098"/>
                <a:gd name="connsiteX16" fmla="*/ 67170 w 82411"/>
                <a:gd name="connsiteY16" fmla="*/ 64331 h 98098"/>
                <a:gd name="connsiteX17" fmla="*/ 62609 w 82411"/>
                <a:gd name="connsiteY17" fmla="*/ 57473 h 98098"/>
                <a:gd name="connsiteX18" fmla="*/ 65650 w 82411"/>
                <a:gd name="connsiteY18" fmla="*/ 41968 h 98098"/>
                <a:gd name="connsiteX19" fmla="*/ 69907 w 82411"/>
                <a:gd name="connsiteY19" fmla="*/ 25867 h 98098"/>
                <a:gd name="connsiteX20" fmla="*/ 72492 w 82411"/>
                <a:gd name="connsiteY20" fmla="*/ 15729 h 98098"/>
                <a:gd name="connsiteX21" fmla="*/ 74773 w 82411"/>
                <a:gd name="connsiteY21" fmla="*/ 5740 h 98098"/>
                <a:gd name="connsiteX22" fmla="*/ 70363 w 82411"/>
                <a:gd name="connsiteY22" fmla="*/ 1715 h 98098"/>
                <a:gd name="connsiteX23" fmla="*/ 64433 w 82411"/>
                <a:gd name="connsiteY23" fmla="*/ 6933 h 98098"/>
                <a:gd name="connsiteX24" fmla="*/ 57287 w 82411"/>
                <a:gd name="connsiteY24" fmla="*/ 34812 h 98098"/>
                <a:gd name="connsiteX25" fmla="*/ 53334 w 82411"/>
                <a:gd name="connsiteY25" fmla="*/ 50019 h 98098"/>
                <a:gd name="connsiteX26" fmla="*/ 33567 w 82411"/>
                <a:gd name="connsiteY26" fmla="*/ 64331 h 98098"/>
                <a:gd name="connsiteX27" fmla="*/ 22315 w 82411"/>
                <a:gd name="connsiteY27" fmla="*/ 51360 h 98098"/>
                <a:gd name="connsiteX28" fmla="*/ 24444 w 82411"/>
                <a:gd name="connsiteY28" fmla="*/ 38688 h 98098"/>
                <a:gd name="connsiteX29" fmla="*/ 30830 w 82411"/>
                <a:gd name="connsiteY29" fmla="*/ 13642 h 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2411" h="98098">
                  <a:moveTo>
                    <a:pt x="30830" y="13642"/>
                  </a:moveTo>
                  <a:cubicBezTo>
                    <a:pt x="31590" y="10511"/>
                    <a:pt x="33111" y="4845"/>
                    <a:pt x="33111" y="4100"/>
                  </a:cubicBezTo>
                  <a:cubicBezTo>
                    <a:pt x="33111" y="1566"/>
                    <a:pt x="31286" y="75"/>
                    <a:pt x="28702" y="75"/>
                  </a:cubicBezTo>
                  <a:cubicBezTo>
                    <a:pt x="28245" y="75"/>
                    <a:pt x="23988" y="224"/>
                    <a:pt x="22619" y="5442"/>
                  </a:cubicBezTo>
                  <a:lnTo>
                    <a:pt x="724" y="91763"/>
                  </a:lnTo>
                  <a:cubicBezTo>
                    <a:pt x="268" y="93552"/>
                    <a:pt x="268" y="93850"/>
                    <a:pt x="268" y="94148"/>
                  </a:cubicBezTo>
                  <a:cubicBezTo>
                    <a:pt x="268" y="96384"/>
                    <a:pt x="1941" y="98173"/>
                    <a:pt x="4525" y="98173"/>
                  </a:cubicBezTo>
                  <a:cubicBezTo>
                    <a:pt x="7719" y="98173"/>
                    <a:pt x="9543" y="95490"/>
                    <a:pt x="9847" y="95042"/>
                  </a:cubicBezTo>
                  <a:cubicBezTo>
                    <a:pt x="10455" y="93701"/>
                    <a:pt x="12432" y="85948"/>
                    <a:pt x="18210" y="62989"/>
                  </a:cubicBezTo>
                  <a:cubicBezTo>
                    <a:pt x="23076" y="67014"/>
                    <a:pt x="29918" y="67611"/>
                    <a:pt x="32959" y="67611"/>
                  </a:cubicBezTo>
                  <a:cubicBezTo>
                    <a:pt x="43602" y="67611"/>
                    <a:pt x="49532" y="60902"/>
                    <a:pt x="53182" y="56727"/>
                  </a:cubicBezTo>
                  <a:cubicBezTo>
                    <a:pt x="54550" y="63436"/>
                    <a:pt x="60176" y="67611"/>
                    <a:pt x="66866" y="67611"/>
                  </a:cubicBezTo>
                  <a:cubicBezTo>
                    <a:pt x="72188" y="67611"/>
                    <a:pt x="75685" y="64182"/>
                    <a:pt x="78118" y="59411"/>
                  </a:cubicBezTo>
                  <a:cubicBezTo>
                    <a:pt x="80703" y="54044"/>
                    <a:pt x="82679" y="44950"/>
                    <a:pt x="82679" y="44651"/>
                  </a:cubicBezTo>
                  <a:cubicBezTo>
                    <a:pt x="82679" y="43161"/>
                    <a:pt x="81311" y="43161"/>
                    <a:pt x="80855" y="43161"/>
                  </a:cubicBezTo>
                  <a:cubicBezTo>
                    <a:pt x="79334" y="43161"/>
                    <a:pt x="79182" y="43757"/>
                    <a:pt x="78726" y="45844"/>
                  </a:cubicBezTo>
                  <a:cubicBezTo>
                    <a:pt x="76141" y="55535"/>
                    <a:pt x="73404" y="64331"/>
                    <a:pt x="67170" y="64331"/>
                  </a:cubicBezTo>
                  <a:cubicBezTo>
                    <a:pt x="63065" y="64331"/>
                    <a:pt x="62609" y="60455"/>
                    <a:pt x="62609" y="57473"/>
                  </a:cubicBezTo>
                  <a:cubicBezTo>
                    <a:pt x="62609" y="54193"/>
                    <a:pt x="64433" y="47186"/>
                    <a:pt x="65650" y="41968"/>
                  </a:cubicBezTo>
                  <a:lnTo>
                    <a:pt x="69907" y="25867"/>
                  </a:lnTo>
                  <a:cubicBezTo>
                    <a:pt x="70363" y="23630"/>
                    <a:pt x="71884" y="17965"/>
                    <a:pt x="72492" y="15729"/>
                  </a:cubicBezTo>
                  <a:cubicBezTo>
                    <a:pt x="73252" y="12300"/>
                    <a:pt x="74773" y="6635"/>
                    <a:pt x="74773" y="5740"/>
                  </a:cubicBezTo>
                  <a:cubicBezTo>
                    <a:pt x="74773" y="3056"/>
                    <a:pt x="72644" y="1715"/>
                    <a:pt x="70363" y="1715"/>
                  </a:cubicBezTo>
                  <a:cubicBezTo>
                    <a:pt x="69603" y="1715"/>
                    <a:pt x="65650" y="1864"/>
                    <a:pt x="64433" y="6933"/>
                  </a:cubicBezTo>
                  <a:lnTo>
                    <a:pt x="57287" y="34812"/>
                  </a:lnTo>
                  <a:cubicBezTo>
                    <a:pt x="55462" y="42266"/>
                    <a:pt x="53790" y="48528"/>
                    <a:pt x="53334" y="50019"/>
                  </a:cubicBezTo>
                  <a:cubicBezTo>
                    <a:pt x="53182" y="50764"/>
                    <a:pt x="45883" y="64331"/>
                    <a:pt x="33567" y="64331"/>
                  </a:cubicBezTo>
                  <a:cubicBezTo>
                    <a:pt x="25965" y="64331"/>
                    <a:pt x="22315" y="59411"/>
                    <a:pt x="22315" y="51360"/>
                  </a:cubicBezTo>
                  <a:cubicBezTo>
                    <a:pt x="22315" y="47037"/>
                    <a:pt x="23380" y="42862"/>
                    <a:pt x="24444" y="38688"/>
                  </a:cubicBezTo>
                  <a:lnTo>
                    <a:pt x="30830" y="136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74" name="Freeform: Shape 2473">
              <a:extLst>
                <a:ext uri="{FF2B5EF4-FFF2-40B4-BE49-F238E27FC236}">
                  <a16:creationId xmlns:a16="http://schemas.microsoft.com/office/drawing/2014/main" id="{91ACA957-BA13-F131-E9E3-C2B0EDBF905C}"/>
                </a:ext>
              </a:extLst>
            </p:cNvPr>
            <p:cNvSpPr/>
            <p:nvPr>
              <p:custDataLst>
                <p:tags r:id="rId21"/>
              </p:custDataLst>
            </p:nvPr>
          </p:nvSpPr>
          <p:spPr>
            <a:xfrm>
              <a:off x="11481505" y="6557486"/>
              <a:ext cx="35275" cy="149085"/>
            </a:xfrm>
            <a:custGeom>
              <a:avLst/>
              <a:gdLst>
                <a:gd name="connsiteX0" fmla="*/ 35550 w 35275"/>
                <a:gd name="connsiteY0" fmla="*/ 74618 h 149085"/>
                <a:gd name="connsiteX1" fmla="*/ 25514 w 35275"/>
                <a:gd name="connsiteY1" fmla="*/ 28103 h 149085"/>
                <a:gd name="connsiteX2" fmla="*/ 1795 w 35275"/>
                <a:gd name="connsiteY2" fmla="*/ 75 h 149085"/>
                <a:gd name="connsiteX3" fmla="*/ 274 w 35275"/>
                <a:gd name="connsiteY3" fmla="*/ 1566 h 149085"/>
                <a:gd name="connsiteX4" fmla="*/ 3163 w 35275"/>
                <a:gd name="connsiteY4" fmla="*/ 4995 h 149085"/>
                <a:gd name="connsiteX5" fmla="*/ 26731 w 35275"/>
                <a:gd name="connsiteY5" fmla="*/ 74618 h 149085"/>
                <a:gd name="connsiteX6" fmla="*/ 2251 w 35275"/>
                <a:gd name="connsiteY6" fmla="*/ 145135 h 149085"/>
                <a:gd name="connsiteX7" fmla="*/ 274 w 35275"/>
                <a:gd name="connsiteY7" fmla="*/ 147670 h 149085"/>
                <a:gd name="connsiteX8" fmla="*/ 1795 w 35275"/>
                <a:gd name="connsiteY8" fmla="*/ 149161 h 149085"/>
                <a:gd name="connsiteX9" fmla="*/ 25971 w 35275"/>
                <a:gd name="connsiteY9" fmla="*/ 120089 h 149085"/>
                <a:gd name="connsiteX10" fmla="*/ 35550 w 35275"/>
                <a:gd name="connsiteY10" fmla="*/ 74618 h 14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275" h="149085">
                  <a:moveTo>
                    <a:pt x="35550" y="74618"/>
                  </a:moveTo>
                  <a:cubicBezTo>
                    <a:pt x="35550" y="62989"/>
                    <a:pt x="33877" y="44950"/>
                    <a:pt x="25514" y="28103"/>
                  </a:cubicBezTo>
                  <a:cubicBezTo>
                    <a:pt x="16391" y="9765"/>
                    <a:pt x="3315" y="75"/>
                    <a:pt x="1795" y="75"/>
                  </a:cubicBezTo>
                  <a:cubicBezTo>
                    <a:pt x="882" y="75"/>
                    <a:pt x="274" y="671"/>
                    <a:pt x="274" y="1566"/>
                  </a:cubicBezTo>
                  <a:cubicBezTo>
                    <a:pt x="274" y="2013"/>
                    <a:pt x="274" y="2311"/>
                    <a:pt x="3163" y="4995"/>
                  </a:cubicBezTo>
                  <a:cubicBezTo>
                    <a:pt x="18064" y="19754"/>
                    <a:pt x="26731" y="43459"/>
                    <a:pt x="26731" y="74618"/>
                  </a:cubicBezTo>
                  <a:cubicBezTo>
                    <a:pt x="26731" y="100111"/>
                    <a:pt x="21105" y="126351"/>
                    <a:pt x="2251" y="145135"/>
                  </a:cubicBezTo>
                  <a:cubicBezTo>
                    <a:pt x="274" y="146924"/>
                    <a:pt x="274" y="147223"/>
                    <a:pt x="274" y="147670"/>
                  </a:cubicBezTo>
                  <a:cubicBezTo>
                    <a:pt x="274" y="148564"/>
                    <a:pt x="882" y="149161"/>
                    <a:pt x="1795" y="149161"/>
                  </a:cubicBezTo>
                  <a:cubicBezTo>
                    <a:pt x="3315" y="149161"/>
                    <a:pt x="17000" y="139023"/>
                    <a:pt x="25971" y="120089"/>
                  </a:cubicBezTo>
                  <a:cubicBezTo>
                    <a:pt x="33725" y="103689"/>
                    <a:pt x="35550" y="87141"/>
                    <a:pt x="35550" y="7461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2482" name="Group 2481">
            <a:extLst>
              <a:ext uri="{FF2B5EF4-FFF2-40B4-BE49-F238E27FC236}">
                <a16:creationId xmlns:a16="http://schemas.microsoft.com/office/drawing/2014/main" id="{BB176749-1956-6622-AD94-632CD7870D1E}"/>
              </a:ext>
            </a:extLst>
          </p:cNvPr>
          <p:cNvGrpSpPr/>
          <p:nvPr/>
        </p:nvGrpSpPr>
        <p:grpSpPr>
          <a:xfrm>
            <a:off x="6341679" y="1734645"/>
            <a:ext cx="4559190" cy="2956750"/>
            <a:chOff x="6341679" y="1734645"/>
            <a:chExt cx="4559190" cy="2956750"/>
          </a:xfrm>
        </p:grpSpPr>
        <p:pic>
          <p:nvPicPr>
            <p:cNvPr id="6" name="Picture 5">
              <a:extLst>
                <a:ext uri="{FF2B5EF4-FFF2-40B4-BE49-F238E27FC236}">
                  <a16:creationId xmlns:a16="http://schemas.microsoft.com/office/drawing/2014/main" id="{D19F6B55-1F4D-6F04-069E-08DC4C2A91F9}"/>
                </a:ext>
              </a:extLst>
            </p:cNvPr>
            <p:cNvPicPr>
              <a:picLocks noChangeAspect="1"/>
            </p:cNvPicPr>
            <p:nvPr/>
          </p:nvPicPr>
          <p:blipFill>
            <a:blip r:embed="rId111"/>
            <a:srcRect t="-1771"/>
            <a:stretch>
              <a:fillRect/>
            </a:stretch>
          </p:blipFill>
          <p:spPr>
            <a:xfrm>
              <a:off x="6577909" y="1747838"/>
              <a:ext cx="4322960" cy="2899892"/>
            </a:xfrm>
            <a:prstGeom prst="rect">
              <a:avLst/>
            </a:prstGeom>
          </p:spPr>
        </p:pic>
        <p:sp>
          <p:nvSpPr>
            <p:cNvPr id="2475" name="TextBox 2474">
              <a:extLst>
                <a:ext uri="{FF2B5EF4-FFF2-40B4-BE49-F238E27FC236}">
                  <a16:creationId xmlns:a16="http://schemas.microsoft.com/office/drawing/2014/main" id="{6CA4FBD7-AE16-9ED5-A9E5-01FE93C8759D}"/>
                </a:ext>
              </a:extLst>
            </p:cNvPr>
            <p:cNvSpPr txBox="1"/>
            <p:nvPr/>
          </p:nvSpPr>
          <p:spPr>
            <a:xfrm>
              <a:off x="8141218" y="4475951"/>
              <a:ext cx="1519514" cy="215444"/>
            </a:xfrm>
            <a:prstGeom prst="rect">
              <a:avLst/>
            </a:prstGeom>
            <a:solidFill>
              <a:schemeClr val="bg1"/>
            </a:solidFill>
          </p:spPr>
          <p:txBody>
            <a:bodyPr wrap="square">
              <a:spAutoFit/>
            </a:bodyPr>
            <a:lstStyle/>
            <a:p>
              <a:pPr lvl="0" algn="ctr">
                <a:defRPr/>
              </a:pPr>
              <a:r>
                <a:rPr lang="en-US" sz="800"/>
                <a:t>μ (probability of success)</a:t>
              </a:r>
              <a:endParaRPr kumimoji="0" lang="en-GB" sz="600" b="1" i="1" u="sng" strike="noStrike" kern="1200" cap="none" spc="0" normalizeH="0" baseline="0" noProof="0">
                <a:ln>
                  <a:noFill/>
                </a:ln>
                <a:solidFill>
                  <a:prstClr val="black"/>
                </a:solidFill>
                <a:effectLst/>
                <a:uLnTx/>
                <a:uFillTx/>
                <a:latin typeface="Aptos" panose="020B0004020202020204"/>
              </a:endParaRPr>
            </a:p>
          </p:txBody>
        </p:sp>
        <p:sp>
          <p:nvSpPr>
            <p:cNvPr id="2476" name="TextBox 2475">
              <a:extLst>
                <a:ext uri="{FF2B5EF4-FFF2-40B4-BE49-F238E27FC236}">
                  <a16:creationId xmlns:a16="http://schemas.microsoft.com/office/drawing/2014/main" id="{0884CD0B-76BC-3BCD-4358-CBF3829DE62A}"/>
                </a:ext>
              </a:extLst>
            </p:cNvPr>
            <p:cNvSpPr txBox="1"/>
            <p:nvPr/>
          </p:nvSpPr>
          <p:spPr>
            <a:xfrm rot="16200000">
              <a:off x="5873924" y="3042327"/>
              <a:ext cx="1519514" cy="215444"/>
            </a:xfrm>
            <a:prstGeom prst="rect">
              <a:avLst/>
            </a:prstGeom>
            <a:solidFill>
              <a:schemeClr val="bg1"/>
            </a:solidFill>
          </p:spPr>
          <p:txBody>
            <a:bodyPr wrap="square">
              <a:spAutoFit/>
            </a:bodyPr>
            <a:lstStyle/>
            <a:p>
              <a:pPr lvl="0" algn="ctr">
                <a:defRPr/>
              </a:pPr>
              <a:r>
                <a:rPr lang="en-US" sz="800"/>
                <a:t>Variance: μ (1 - μ  )</a:t>
              </a:r>
              <a:endParaRPr kumimoji="0" lang="en-GB" sz="600" b="1" i="1" u="sng" strike="noStrike" kern="1200" cap="none" spc="0" normalizeH="0" baseline="0" noProof="0">
                <a:ln>
                  <a:noFill/>
                </a:ln>
                <a:solidFill>
                  <a:prstClr val="black"/>
                </a:solidFill>
                <a:effectLst/>
                <a:uLnTx/>
                <a:uFillTx/>
                <a:latin typeface="Aptos" panose="020B0004020202020204"/>
              </a:endParaRPr>
            </a:p>
          </p:txBody>
        </p:sp>
        <p:sp>
          <p:nvSpPr>
            <p:cNvPr id="2480" name="TextBox 2479">
              <a:extLst>
                <a:ext uri="{FF2B5EF4-FFF2-40B4-BE49-F238E27FC236}">
                  <a16:creationId xmlns:a16="http://schemas.microsoft.com/office/drawing/2014/main" id="{E93AECFA-D662-D9FD-E2EC-0CDA3C9C22D7}"/>
                </a:ext>
              </a:extLst>
            </p:cNvPr>
            <p:cNvSpPr txBox="1"/>
            <p:nvPr/>
          </p:nvSpPr>
          <p:spPr>
            <a:xfrm>
              <a:off x="8536780" y="1967672"/>
              <a:ext cx="719139" cy="215444"/>
            </a:xfrm>
            <a:prstGeom prst="rect">
              <a:avLst/>
            </a:prstGeom>
            <a:solidFill>
              <a:schemeClr val="bg1"/>
            </a:solidFill>
          </p:spPr>
          <p:txBody>
            <a:bodyPr wrap="square">
              <a:spAutoFit/>
            </a:bodyPr>
            <a:lstStyle/>
            <a:p>
              <a:pPr lvl="0" algn="ctr">
                <a:defRPr/>
              </a:pPr>
              <a:r>
                <a:rPr lang="en-US" sz="800"/>
                <a:t>Max: μ= 0.5</a:t>
              </a:r>
              <a:endParaRPr kumimoji="0" lang="en-GB" sz="600" b="1" i="1" u="sng" strike="noStrike" kern="1200" cap="none" spc="0" normalizeH="0" baseline="0" noProof="0">
                <a:ln>
                  <a:noFill/>
                </a:ln>
                <a:solidFill>
                  <a:prstClr val="black"/>
                </a:solidFill>
                <a:effectLst/>
                <a:uLnTx/>
                <a:uFillTx/>
                <a:latin typeface="Aptos" panose="020B0004020202020204"/>
              </a:endParaRPr>
            </a:p>
          </p:txBody>
        </p:sp>
        <p:sp>
          <p:nvSpPr>
            <p:cNvPr id="2481" name="TextBox 2480">
              <a:extLst>
                <a:ext uri="{FF2B5EF4-FFF2-40B4-BE49-F238E27FC236}">
                  <a16:creationId xmlns:a16="http://schemas.microsoft.com/office/drawing/2014/main" id="{DB28C008-D9D9-3823-8F51-459BC1016413}"/>
                </a:ext>
              </a:extLst>
            </p:cNvPr>
            <p:cNvSpPr txBox="1"/>
            <p:nvPr/>
          </p:nvSpPr>
          <p:spPr>
            <a:xfrm>
              <a:off x="6341679" y="1734645"/>
              <a:ext cx="2914240" cy="246221"/>
            </a:xfrm>
            <a:prstGeom prst="rect">
              <a:avLst/>
            </a:prstGeom>
            <a:solidFill>
              <a:schemeClr val="bg1"/>
            </a:solidFill>
          </p:spPr>
          <p:txBody>
            <a:bodyPr wrap="square">
              <a:spAutoFit/>
            </a:bodyPr>
            <a:lstStyle/>
            <a:p>
              <a:pPr lvl="0">
                <a:defRPr/>
              </a:pPr>
              <a:r>
                <a:rPr lang="en-US" sz="1000" b="1"/>
                <a:t>Variance of a Bernoulli distribution</a:t>
              </a:r>
              <a:endParaRPr kumimoji="0" lang="en-GB" sz="800" b="1" i="1" u="sng" strike="noStrike" kern="1200" cap="none" spc="0" normalizeH="0" baseline="0" noProof="0">
                <a:ln>
                  <a:noFill/>
                </a:ln>
                <a:solidFill>
                  <a:prstClr val="black"/>
                </a:solidFill>
                <a:effectLst/>
                <a:uLnTx/>
                <a:uFillTx/>
                <a:latin typeface="Aptos" panose="020B0004020202020204"/>
              </a:endParaRPr>
            </a:p>
          </p:txBody>
        </p:sp>
      </p:grpSp>
    </p:spTree>
    <p:extLst>
      <p:ext uri="{BB962C8B-B14F-4D97-AF65-F5344CB8AC3E}">
        <p14:creationId xmlns:p14="http://schemas.microsoft.com/office/powerpoint/2010/main" val="24907681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218"/>
                                        </p:tgtEl>
                                        <p:attrNameLst>
                                          <p:attrName>style.visibility</p:attrName>
                                        </p:attrNameLst>
                                      </p:cBhvr>
                                      <p:to>
                                        <p:strVal val="visible"/>
                                      </p:to>
                                    </p:set>
                                    <p:animEffect transition="in" filter="fade">
                                      <p:cBhvr>
                                        <p:cTn id="7" dur="500"/>
                                        <p:tgtEl>
                                          <p:spTgt spid="32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19"/>
                                        </p:tgtEl>
                                        <p:attrNameLst>
                                          <p:attrName>style.visibility</p:attrName>
                                        </p:attrNameLst>
                                      </p:cBhvr>
                                      <p:to>
                                        <p:strVal val="visible"/>
                                      </p:to>
                                    </p:set>
                                    <p:animEffect transition="in" filter="fade">
                                      <p:cBhvr>
                                        <p:cTn id="12" dur="500"/>
                                        <p:tgtEl>
                                          <p:spTgt spid="3219"/>
                                        </p:tgtEl>
                                      </p:cBhvr>
                                    </p:animEffect>
                                  </p:childTnLst>
                                </p:cTn>
                              </p:par>
                              <p:par>
                                <p:cTn id="13" presetID="10" presetClass="entr" presetSubtype="0" fill="hold" nodeType="withEffect">
                                  <p:stCondLst>
                                    <p:cond delay="0"/>
                                  </p:stCondLst>
                                  <p:childTnLst>
                                    <p:set>
                                      <p:cBhvr>
                                        <p:cTn id="14" dur="1" fill="hold">
                                          <p:stCondLst>
                                            <p:cond delay="0"/>
                                          </p:stCondLst>
                                        </p:cTn>
                                        <p:tgtEl>
                                          <p:spTgt spid="3236"/>
                                        </p:tgtEl>
                                        <p:attrNameLst>
                                          <p:attrName>style.visibility</p:attrName>
                                        </p:attrNameLst>
                                      </p:cBhvr>
                                      <p:to>
                                        <p:strVal val="visible"/>
                                      </p:to>
                                    </p:set>
                                    <p:animEffect transition="in" filter="fade">
                                      <p:cBhvr>
                                        <p:cTn id="15" dur="500"/>
                                        <p:tgtEl>
                                          <p:spTgt spid="3236"/>
                                        </p:tgtEl>
                                      </p:cBhvr>
                                    </p:animEffect>
                                  </p:childTnLst>
                                </p:cTn>
                              </p:par>
                              <p:par>
                                <p:cTn id="16" presetID="10" presetClass="entr" presetSubtype="0" fill="hold" nodeType="withEffect">
                                  <p:stCondLst>
                                    <p:cond delay="0"/>
                                  </p:stCondLst>
                                  <p:childTnLst>
                                    <p:set>
                                      <p:cBhvr>
                                        <p:cTn id="17" dur="1" fill="hold">
                                          <p:stCondLst>
                                            <p:cond delay="0"/>
                                          </p:stCondLst>
                                        </p:cTn>
                                        <p:tgtEl>
                                          <p:spTgt spid="2392"/>
                                        </p:tgtEl>
                                        <p:attrNameLst>
                                          <p:attrName>style.visibility</p:attrName>
                                        </p:attrNameLst>
                                      </p:cBhvr>
                                      <p:to>
                                        <p:strVal val="visible"/>
                                      </p:to>
                                    </p:set>
                                    <p:animEffect transition="in" filter="fade">
                                      <p:cBhvr>
                                        <p:cTn id="18" dur="500"/>
                                        <p:tgtEl>
                                          <p:spTgt spid="2392"/>
                                        </p:tgtEl>
                                      </p:cBhvr>
                                    </p:animEffect>
                                  </p:childTnLst>
                                </p:cTn>
                              </p:par>
                              <p:par>
                                <p:cTn id="19" presetID="10" presetClass="entr" presetSubtype="0" fill="hold" nodeType="withEffect">
                                  <p:stCondLst>
                                    <p:cond delay="0"/>
                                  </p:stCondLst>
                                  <p:childTnLst>
                                    <p:set>
                                      <p:cBhvr>
                                        <p:cTn id="20" dur="1" fill="hold">
                                          <p:stCondLst>
                                            <p:cond delay="0"/>
                                          </p:stCondLst>
                                        </p:cTn>
                                        <p:tgtEl>
                                          <p:spTgt spid="2402"/>
                                        </p:tgtEl>
                                        <p:attrNameLst>
                                          <p:attrName>style.visibility</p:attrName>
                                        </p:attrNameLst>
                                      </p:cBhvr>
                                      <p:to>
                                        <p:strVal val="visible"/>
                                      </p:to>
                                    </p:set>
                                    <p:animEffect transition="in" filter="fade">
                                      <p:cBhvr>
                                        <p:cTn id="21" dur="500"/>
                                        <p:tgtEl>
                                          <p:spTgt spid="2402"/>
                                        </p:tgtEl>
                                      </p:cBhvr>
                                    </p:animEffect>
                                  </p:childTnLst>
                                </p:cTn>
                              </p:par>
                              <p:par>
                                <p:cTn id="22" presetID="10" presetClass="entr" presetSubtype="0" fill="hold" nodeType="withEffect">
                                  <p:stCondLst>
                                    <p:cond delay="0"/>
                                  </p:stCondLst>
                                  <p:childTnLst>
                                    <p:set>
                                      <p:cBhvr>
                                        <p:cTn id="23" dur="1" fill="hold">
                                          <p:stCondLst>
                                            <p:cond delay="0"/>
                                          </p:stCondLst>
                                        </p:cTn>
                                        <p:tgtEl>
                                          <p:spTgt spid="2423"/>
                                        </p:tgtEl>
                                        <p:attrNameLst>
                                          <p:attrName>style.visibility</p:attrName>
                                        </p:attrNameLst>
                                      </p:cBhvr>
                                      <p:to>
                                        <p:strVal val="visible"/>
                                      </p:to>
                                    </p:set>
                                    <p:animEffect transition="in" filter="fade">
                                      <p:cBhvr>
                                        <p:cTn id="24" dur="500"/>
                                        <p:tgtEl>
                                          <p:spTgt spid="2423"/>
                                        </p:tgtEl>
                                      </p:cBhvr>
                                    </p:animEffect>
                                  </p:childTnLst>
                                </p:cTn>
                              </p:par>
                              <p:par>
                                <p:cTn id="25" presetID="10" presetClass="entr" presetSubtype="0" fill="hold" nodeType="withEffect">
                                  <p:stCondLst>
                                    <p:cond delay="0"/>
                                  </p:stCondLst>
                                  <p:childTnLst>
                                    <p:set>
                                      <p:cBhvr>
                                        <p:cTn id="26" dur="1" fill="hold">
                                          <p:stCondLst>
                                            <p:cond delay="0"/>
                                          </p:stCondLst>
                                        </p:cTn>
                                        <p:tgtEl>
                                          <p:spTgt spid="2447"/>
                                        </p:tgtEl>
                                        <p:attrNameLst>
                                          <p:attrName>style.visibility</p:attrName>
                                        </p:attrNameLst>
                                      </p:cBhvr>
                                      <p:to>
                                        <p:strVal val="visible"/>
                                      </p:to>
                                    </p:set>
                                    <p:animEffect transition="in" filter="fade">
                                      <p:cBhvr>
                                        <p:cTn id="27" dur="500"/>
                                        <p:tgtEl>
                                          <p:spTgt spid="2447"/>
                                        </p:tgtEl>
                                      </p:cBhvr>
                                    </p:animEffect>
                                  </p:childTnLst>
                                </p:cTn>
                              </p:par>
                              <p:par>
                                <p:cTn id="28" presetID="10" presetClass="entr" presetSubtype="0" fill="hold" nodeType="withEffect">
                                  <p:stCondLst>
                                    <p:cond delay="0"/>
                                  </p:stCondLst>
                                  <p:childTnLst>
                                    <p:set>
                                      <p:cBhvr>
                                        <p:cTn id="29" dur="1" fill="hold">
                                          <p:stCondLst>
                                            <p:cond delay="0"/>
                                          </p:stCondLst>
                                        </p:cTn>
                                        <p:tgtEl>
                                          <p:spTgt spid="2460"/>
                                        </p:tgtEl>
                                        <p:attrNameLst>
                                          <p:attrName>style.visibility</p:attrName>
                                        </p:attrNameLst>
                                      </p:cBhvr>
                                      <p:to>
                                        <p:strVal val="visible"/>
                                      </p:to>
                                    </p:set>
                                    <p:animEffect transition="in" filter="fade">
                                      <p:cBhvr>
                                        <p:cTn id="30" dur="500"/>
                                        <p:tgtEl>
                                          <p:spTgt spid="246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401"/>
                                        </p:tgtEl>
                                        <p:attrNameLst>
                                          <p:attrName>style.visibility</p:attrName>
                                        </p:attrNameLst>
                                      </p:cBhvr>
                                      <p:to>
                                        <p:strVal val="visible"/>
                                      </p:to>
                                    </p:set>
                                    <p:animEffect transition="in" filter="fade">
                                      <p:cBhvr>
                                        <p:cTn id="33" dur="500"/>
                                        <p:tgtEl>
                                          <p:spTgt spid="240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482"/>
                                        </p:tgtEl>
                                        <p:attrNameLst>
                                          <p:attrName>style.visibility</p:attrName>
                                        </p:attrNameLst>
                                      </p:cBhvr>
                                      <p:to>
                                        <p:strVal val="visible"/>
                                      </p:to>
                                    </p:set>
                                    <p:animEffect transition="in" filter="fade">
                                      <p:cBhvr>
                                        <p:cTn id="38" dur="500"/>
                                        <p:tgtEl>
                                          <p:spTgt spid="248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218" grpId="0"/>
      <p:bldP spid="240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10269-D248-F797-4DC7-DF490212CB95}"/>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914D3F13-91CE-5456-54E9-9214D45618EE}"/>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4D8DED39-B378-6E81-21F4-C11B3355FC5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F22C3044-E49E-9FAF-11C2-480646EC932A}"/>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Binomial</a:t>
            </a:r>
            <a:br>
              <a:rPr lang="en-GB" sz="3200" b="1">
                <a:solidFill>
                  <a:srgbClr val="FF0000"/>
                </a:solidFill>
                <a:latin typeface="Aptos SemiBold" panose="020F0502020204030204" pitchFamily="34" charset="0"/>
              </a:rPr>
            </a:br>
            <a:r>
              <a:rPr lang="en-GB" sz="3200" b="1">
                <a:solidFill>
                  <a:srgbClr val="FF0000"/>
                </a:solidFill>
                <a:latin typeface="Aptos SemiBold" panose="020F0502020204030204" pitchFamily="34" charset="0"/>
              </a:rPr>
              <a:t>Models</a:t>
            </a:r>
          </a:p>
        </p:txBody>
      </p:sp>
      <p:sp>
        <p:nvSpPr>
          <p:cNvPr id="10" name="Date Placeholder 3 2">
            <a:extLst>
              <a:ext uri="{FF2B5EF4-FFF2-40B4-BE49-F238E27FC236}">
                <a16:creationId xmlns:a16="http://schemas.microsoft.com/office/drawing/2014/main" id="{43A04AC6-44B1-A990-74DE-09E5214B1894}"/>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3" name="TextBox 2">
            <a:extLst>
              <a:ext uri="{FF2B5EF4-FFF2-40B4-BE49-F238E27FC236}">
                <a16:creationId xmlns:a16="http://schemas.microsoft.com/office/drawing/2014/main" id="{0E8B770C-3CAF-FB80-0108-76F8FC5E0D05}"/>
              </a:ext>
            </a:extLst>
          </p:cNvPr>
          <p:cNvSpPr txBox="1"/>
          <p:nvPr/>
        </p:nvSpPr>
        <p:spPr>
          <a:xfrm>
            <a:off x="1009649" y="1667057"/>
            <a:ext cx="4817667" cy="369332"/>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0000"/>
                </a:solidFill>
                <a:effectLst/>
                <a:uLnTx/>
                <a:uFillTx/>
                <a:latin typeface="Aptos" panose="020B0004020202020204"/>
                <a:ea typeface="+mn-ea"/>
                <a:cs typeface="+mn-cs"/>
              </a:rPr>
              <a:t>Index function</a:t>
            </a:r>
          </a:p>
        </p:txBody>
      </p:sp>
      <p:sp>
        <p:nvSpPr>
          <p:cNvPr id="2456" name="TextBox 2455">
            <a:extLst>
              <a:ext uri="{FF2B5EF4-FFF2-40B4-BE49-F238E27FC236}">
                <a16:creationId xmlns:a16="http://schemas.microsoft.com/office/drawing/2014/main" id="{E939D1A6-B8CC-66D7-77D8-DFAFC71D51A0}"/>
              </a:ext>
            </a:extLst>
          </p:cNvPr>
          <p:cNvSpPr txBox="1"/>
          <p:nvPr/>
        </p:nvSpPr>
        <p:spPr>
          <a:xfrm>
            <a:off x="1067263" y="2073140"/>
            <a:ext cx="5028738" cy="738664"/>
          </a:xfrm>
          <a:prstGeom prst="rect">
            <a:avLst/>
          </a:prstGeom>
          <a:noFill/>
        </p:spPr>
        <p:txBody>
          <a:bodyPr wrap="square">
            <a:spAutoFit/>
          </a:bodyPr>
          <a:lstStyle/>
          <a:p>
            <a:pPr lvl="0">
              <a:defRPr/>
            </a:pPr>
            <a:r>
              <a:rPr lang="en-US" sz="1400">
                <a:solidFill>
                  <a:prstClr val="black"/>
                </a:solidFill>
              </a:rPr>
              <a:t>To construct a regression model for a binomial response, we first define an index function, </a:t>
            </a:r>
            <a:r>
              <a:rPr lang="en-US" sz="1400" b="1">
                <a:solidFill>
                  <a:prstClr val="black"/>
                </a:solidFill>
                <a:highlight>
                  <a:srgbClr val="FFC000"/>
                </a:highlight>
              </a:rPr>
              <a:t>also known as the linear predictor</a:t>
            </a:r>
            <a:r>
              <a:rPr lang="en-US" sz="1400">
                <a:solidFill>
                  <a:prstClr val="black"/>
                </a:solidFill>
              </a:rPr>
              <a:t>:</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3137" name="Group 3136" descr="\documentclass{article}&#10;\usepackage{amsmath}&#10;\usepackage{amsfonts}&#10;\pagestyle{empty}&#10;\begin{document}&#10;&#10;&#10;\[&#10;\eta_n = \gamma^\top z_n = \alpha + \beta^\top x_n&#10;\]&#10;&#10;&#10;&#10;&#10;&#10;\end{document}" title="IguanaTex Shape Display">
            <a:extLst>
              <a:ext uri="{FF2B5EF4-FFF2-40B4-BE49-F238E27FC236}">
                <a16:creationId xmlns:a16="http://schemas.microsoft.com/office/drawing/2014/main" id="{BDC2AC3F-2118-7A8C-00CE-DF0CDDA39D40}"/>
              </a:ext>
            </a:extLst>
          </p:cNvPr>
          <p:cNvGrpSpPr>
            <a:grpSpLocks noChangeAspect="1"/>
          </p:cNvGrpSpPr>
          <p:nvPr>
            <p:custDataLst>
              <p:tags r:id="rId1"/>
            </p:custDataLst>
          </p:nvPr>
        </p:nvGrpSpPr>
        <p:grpSpPr>
          <a:xfrm>
            <a:off x="2120900" y="3022600"/>
            <a:ext cx="2371650" cy="268953"/>
            <a:chOff x="6414362" y="4614079"/>
            <a:chExt cx="2371650" cy="268953"/>
          </a:xfrm>
        </p:grpSpPr>
        <p:sp>
          <p:nvSpPr>
            <p:cNvPr id="51" name="Freeform: Shape 50">
              <a:extLst>
                <a:ext uri="{FF2B5EF4-FFF2-40B4-BE49-F238E27FC236}">
                  <a16:creationId xmlns:a16="http://schemas.microsoft.com/office/drawing/2014/main" id="{841E173E-74F0-FEBE-D8A3-D82DED2C075B}"/>
                </a:ext>
              </a:extLst>
            </p:cNvPr>
            <p:cNvSpPr/>
            <p:nvPr>
              <p:custDataLst>
                <p:tags r:id="rId11"/>
              </p:custDataLst>
            </p:nvPr>
          </p:nvSpPr>
          <p:spPr>
            <a:xfrm>
              <a:off x="6414362" y="4724270"/>
              <a:ext cx="109363" cy="158762"/>
            </a:xfrm>
            <a:custGeom>
              <a:avLst/>
              <a:gdLst>
                <a:gd name="connsiteX0" fmla="*/ 107673 w 109363"/>
                <a:gd name="connsiteY0" fmla="*/ 39886 h 158762"/>
                <a:gd name="connsiteX1" fmla="*/ 109546 w 109363"/>
                <a:gd name="connsiteY1" fmla="*/ 25892 h 158762"/>
                <a:gd name="connsiteX2" fmla="*/ 82615 w 109363"/>
                <a:gd name="connsiteY2" fmla="*/ 75 h 158762"/>
                <a:gd name="connsiteX3" fmla="*/ 46317 w 109363"/>
                <a:gd name="connsiteY3" fmla="*/ 21066 h 158762"/>
                <a:gd name="connsiteX4" fmla="*/ 24772 w 109363"/>
                <a:gd name="connsiteY4" fmla="*/ 75 h 158762"/>
                <a:gd name="connsiteX5" fmla="*/ 7442 w 109363"/>
                <a:gd name="connsiteY5" fmla="*/ 13828 h 158762"/>
                <a:gd name="connsiteX6" fmla="*/ 183 w 109363"/>
                <a:gd name="connsiteY6" fmla="*/ 37232 h 158762"/>
                <a:gd name="connsiteX7" fmla="*/ 2993 w 109363"/>
                <a:gd name="connsiteY7" fmla="*/ 39645 h 158762"/>
                <a:gd name="connsiteX8" fmla="*/ 6974 w 109363"/>
                <a:gd name="connsiteY8" fmla="*/ 34095 h 158762"/>
                <a:gd name="connsiteX9" fmla="*/ 24069 w 109363"/>
                <a:gd name="connsiteY9" fmla="*/ 5383 h 158762"/>
                <a:gd name="connsiteX10" fmla="*/ 31329 w 109363"/>
                <a:gd name="connsiteY10" fmla="*/ 16482 h 158762"/>
                <a:gd name="connsiteX11" fmla="*/ 27582 w 109363"/>
                <a:gd name="connsiteY11" fmla="*/ 36749 h 158762"/>
                <a:gd name="connsiteX12" fmla="*/ 13999 w 109363"/>
                <a:gd name="connsiteY12" fmla="*/ 92485 h 158762"/>
                <a:gd name="connsiteX13" fmla="*/ 11892 w 109363"/>
                <a:gd name="connsiteY13" fmla="*/ 102860 h 158762"/>
                <a:gd name="connsiteX14" fmla="*/ 18683 w 109363"/>
                <a:gd name="connsiteY14" fmla="*/ 109374 h 158762"/>
                <a:gd name="connsiteX15" fmla="*/ 27348 w 109363"/>
                <a:gd name="connsiteY15" fmla="*/ 102619 h 158762"/>
                <a:gd name="connsiteX16" fmla="*/ 31797 w 109363"/>
                <a:gd name="connsiteY16" fmla="*/ 84764 h 158762"/>
                <a:gd name="connsiteX17" fmla="*/ 36949 w 109363"/>
                <a:gd name="connsiteY17" fmla="*/ 63049 h 158762"/>
                <a:gd name="connsiteX18" fmla="*/ 40930 w 109363"/>
                <a:gd name="connsiteY18" fmla="*/ 46883 h 158762"/>
                <a:gd name="connsiteX19" fmla="*/ 43506 w 109363"/>
                <a:gd name="connsiteY19" fmla="*/ 36025 h 158762"/>
                <a:gd name="connsiteX20" fmla="*/ 59431 w 109363"/>
                <a:gd name="connsiteY20" fmla="*/ 13828 h 158762"/>
                <a:gd name="connsiteX21" fmla="*/ 81913 w 109363"/>
                <a:gd name="connsiteY21" fmla="*/ 5383 h 158762"/>
                <a:gd name="connsiteX22" fmla="*/ 94558 w 109363"/>
                <a:gd name="connsiteY22" fmla="*/ 22272 h 158762"/>
                <a:gd name="connsiteX23" fmla="*/ 92217 w 109363"/>
                <a:gd name="connsiteY23" fmla="*/ 37473 h 158762"/>
                <a:gd name="connsiteX24" fmla="*/ 65520 w 109363"/>
                <a:gd name="connsiteY24" fmla="*/ 148462 h 158762"/>
                <a:gd name="connsiteX25" fmla="*/ 64817 w 109363"/>
                <a:gd name="connsiteY25" fmla="*/ 152322 h 158762"/>
                <a:gd name="connsiteX26" fmla="*/ 71374 w 109363"/>
                <a:gd name="connsiteY26" fmla="*/ 158837 h 158762"/>
                <a:gd name="connsiteX27" fmla="*/ 80976 w 109363"/>
                <a:gd name="connsiteY27" fmla="*/ 149186 h 158762"/>
                <a:gd name="connsiteX28" fmla="*/ 107673 w 109363"/>
                <a:gd name="connsiteY28" fmla="*/ 39886 h 15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9363" h="158762">
                  <a:moveTo>
                    <a:pt x="107673" y="39886"/>
                  </a:moveTo>
                  <a:cubicBezTo>
                    <a:pt x="108844" y="35543"/>
                    <a:pt x="109546" y="32406"/>
                    <a:pt x="109546" y="25892"/>
                  </a:cubicBezTo>
                  <a:cubicBezTo>
                    <a:pt x="109546" y="10208"/>
                    <a:pt x="100179" y="75"/>
                    <a:pt x="82615" y="75"/>
                  </a:cubicBezTo>
                  <a:cubicBezTo>
                    <a:pt x="64115" y="75"/>
                    <a:pt x="51937" y="12621"/>
                    <a:pt x="46317" y="21066"/>
                  </a:cubicBezTo>
                  <a:cubicBezTo>
                    <a:pt x="45146" y="7313"/>
                    <a:pt x="35310" y="75"/>
                    <a:pt x="24772" y="75"/>
                  </a:cubicBezTo>
                  <a:cubicBezTo>
                    <a:pt x="13999" y="75"/>
                    <a:pt x="9550" y="9485"/>
                    <a:pt x="7442" y="13828"/>
                  </a:cubicBezTo>
                  <a:cubicBezTo>
                    <a:pt x="3227" y="22031"/>
                    <a:pt x="183" y="36508"/>
                    <a:pt x="183" y="37232"/>
                  </a:cubicBezTo>
                  <a:cubicBezTo>
                    <a:pt x="183" y="39645"/>
                    <a:pt x="2524" y="39645"/>
                    <a:pt x="2993" y="39645"/>
                  </a:cubicBezTo>
                  <a:cubicBezTo>
                    <a:pt x="5335" y="39645"/>
                    <a:pt x="5569" y="39403"/>
                    <a:pt x="6974" y="34095"/>
                  </a:cubicBezTo>
                  <a:cubicBezTo>
                    <a:pt x="10955" y="16964"/>
                    <a:pt x="15639" y="5383"/>
                    <a:pt x="24069" y="5383"/>
                  </a:cubicBezTo>
                  <a:cubicBezTo>
                    <a:pt x="28050" y="5383"/>
                    <a:pt x="31329" y="7313"/>
                    <a:pt x="31329" y="16482"/>
                  </a:cubicBezTo>
                  <a:cubicBezTo>
                    <a:pt x="31329" y="21549"/>
                    <a:pt x="30626" y="24203"/>
                    <a:pt x="27582" y="36749"/>
                  </a:cubicBezTo>
                  <a:lnTo>
                    <a:pt x="13999" y="92485"/>
                  </a:lnTo>
                  <a:cubicBezTo>
                    <a:pt x="13297" y="96104"/>
                    <a:pt x="11892" y="101654"/>
                    <a:pt x="11892" y="102860"/>
                  </a:cubicBezTo>
                  <a:cubicBezTo>
                    <a:pt x="11892" y="107203"/>
                    <a:pt x="15170" y="109374"/>
                    <a:pt x="18683" y="109374"/>
                  </a:cubicBezTo>
                  <a:cubicBezTo>
                    <a:pt x="21493" y="109374"/>
                    <a:pt x="25709" y="107444"/>
                    <a:pt x="27348" y="102619"/>
                  </a:cubicBezTo>
                  <a:cubicBezTo>
                    <a:pt x="27582" y="102136"/>
                    <a:pt x="30392" y="90796"/>
                    <a:pt x="31797" y="84764"/>
                  </a:cubicBezTo>
                  <a:lnTo>
                    <a:pt x="36949" y="63049"/>
                  </a:lnTo>
                  <a:cubicBezTo>
                    <a:pt x="38354" y="57741"/>
                    <a:pt x="39760" y="52432"/>
                    <a:pt x="40930" y="46883"/>
                  </a:cubicBezTo>
                  <a:cubicBezTo>
                    <a:pt x="41399" y="45435"/>
                    <a:pt x="43272" y="37473"/>
                    <a:pt x="43506" y="36025"/>
                  </a:cubicBezTo>
                  <a:cubicBezTo>
                    <a:pt x="44209" y="33854"/>
                    <a:pt x="51469" y="20342"/>
                    <a:pt x="59431" y="13828"/>
                  </a:cubicBezTo>
                  <a:cubicBezTo>
                    <a:pt x="64583" y="9967"/>
                    <a:pt x="71843" y="5383"/>
                    <a:pt x="81913" y="5383"/>
                  </a:cubicBezTo>
                  <a:cubicBezTo>
                    <a:pt x="91982" y="5383"/>
                    <a:pt x="94558" y="13586"/>
                    <a:pt x="94558" y="22272"/>
                  </a:cubicBezTo>
                  <a:cubicBezTo>
                    <a:pt x="94558" y="23479"/>
                    <a:pt x="94558" y="27822"/>
                    <a:pt x="92217" y="37473"/>
                  </a:cubicBezTo>
                  <a:lnTo>
                    <a:pt x="65520" y="148462"/>
                  </a:lnTo>
                  <a:cubicBezTo>
                    <a:pt x="64817" y="151357"/>
                    <a:pt x="64817" y="151840"/>
                    <a:pt x="64817" y="152322"/>
                  </a:cubicBezTo>
                  <a:cubicBezTo>
                    <a:pt x="64817" y="155941"/>
                    <a:pt x="67393" y="158837"/>
                    <a:pt x="71374" y="158837"/>
                  </a:cubicBezTo>
                  <a:cubicBezTo>
                    <a:pt x="78634" y="158837"/>
                    <a:pt x="80273" y="151840"/>
                    <a:pt x="80976" y="149186"/>
                  </a:cubicBezTo>
                  <a:lnTo>
                    <a:pt x="107673" y="3988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 name="Freeform: Shape 51">
              <a:extLst>
                <a:ext uri="{FF2B5EF4-FFF2-40B4-BE49-F238E27FC236}">
                  <a16:creationId xmlns:a16="http://schemas.microsoft.com/office/drawing/2014/main" id="{974DF9D6-F357-2050-45F7-2E2F45BD4186}"/>
                </a:ext>
              </a:extLst>
            </p:cNvPr>
            <p:cNvSpPr/>
            <p:nvPr>
              <p:custDataLst>
                <p:tags r:id="rId12"/>
              </p:custDataLst>
            </p:nvPr>
          </p:nvSpPr>
          <p:spPr>
            <a:xfrm>
              <a:off x="6531555" y="4792624"/>
              <a:ext cx="100160" cy="76172"/>
            </a:xfrm>
            <a:custGeom>
              <a:avLst/>
              <a:gdLst>
                <a:gd name="connsiteX0" fmla="*/ 12482 w 100160"/>
                <a:gd name="connsiteY0" fmla="*/ 63919 h 76172"/>
                <a:gd name="connsiteX1" fmla="*/ 10843 w 100160"/>
                <a:gd name="connsiteY1" fmla="*/ 70844 h 76172"/>
                <a:gd name="connsiteX2" fmla="*/ 16416 w 100160"/>
                <a:gd name="connsiteY2" fmla="*/ 76248 h 76172"/>
                <a:gd name="connsiteX3" fmla="*/ 22810 w 100160"/>
                <a:gd name="connsiteY3" fmla="*/ 72533 h 76172"/>
                <a:gd name="connsiteX4" fmla="*/ 25760 w 100160"/>
                <a:gd name="connsiteY4" fmla="*/ 62061 h 76172"/>
                <a:gd name="connsiteX5" fmla="*/ 29367 w 100160"/>
                <a:gd name="connsiteY5" fmla="*/ 46860 h 76172"/>
                <a:gd name="connsiteX6" fmla="*/ 32154 w 100160"/>
                <a:gd name="connsiteY6" fmla="*/ 35544 h 76172"/>
                <a:gd name="connsiteX7" fmla="*/ 39039 w 100160"/>
                <a:gd name="connsiteY7" fmla="*/ 20344 h 76172"/>
                <a:gd name="connsiteX8" fmla="*/ 63628 w 100160"/>
                <a:gd name="connsiteY8" fmla="*/ 4805 h 76172"/>
                <a:gd name="connsiteX9" fmla="*/ 73300 w 100160"/>
                <a:gd name="connsiteY9" fmla="*/ 16628 h 76172"/>
                <a:gd name="connsiteX10" fmla="*/ 63628 w 100160"/>
                <a:gd name="connsiteY10" fmla="*/ 52603 h 76172"/>
                <a:gd name="connsiteX11" fmla="*/ 61169 w 100160"/>
                <a:gd name="connsiteY11" fmla="*/ 61723 h 76172"/>
                <a:gd name="connsiteX12" fmla="*/ 76742 w 100160"/>
                <a:gd name="connsiteY12" fmla="*/ 76248 h 76172"/>
                <a:gd name="connsiteX13" fmla="*/ 100348 w 100160"/>
                <a:gd name="connsiteY13" fmla="*/ 50407 h 76172"/>
                <a:gd name="connsiteX14" fmla="*/ 97725 w 100160"/>
                <a:gd name="connsiteY14" fmla="*/ 48212 h 76172"/>
                <a:gd name="connsiteX15" fmla="*/ 94610 w 100160"/>
                <a:gd name="connsiteY15" fmla="*/ 51083 h 76172"/>
                <a:gd name="connsiteX16" fmla="*/ 77234 w 100160"/>
                <a:gd name="connsiteY16" fmla="*/ 71519 h 76172"/>
                <a:gd name="connsiteX17" fmla="*/ 73136 w 100160"/>
                <a:gd name="connsiteY17" fmla="*/ 65608 h 76172"/>
                <a:gd name="connsiteX18" fmla="*/ 76906 w 100160"/>
                <a:gd name="connsiteY18" fmla="*/ 51927 h 76172"/>
                <a:gd name="connsiteX19" fmla="*/ 85594 w 100160"/>
                <a:gd name="connsiteY19" fmla="*/ 19330 h 76172"/>
                <a:gd name="connsiteX20" fmla="*/ 64283 w 100160"/>
                <a:gd name="connsiteY20" fmla="*/ 76 h 76172"/>
                <a:gd name="connsiteX21" fmla="*/ 36580 w 100160"/>
                <a:gd name="connsiteY21" fmla="*/ 15446 h 76172"/>
                <a:gd name="connsiteX22" fmla="*/ 19039 w 100160"/>
                <a:gd name="connsiteY22" fmla="*/ 76 h 76172"/>
                <a:gd name="connsiteX23" fmla="*/ 6089 w 100160"/>
                <a:gd name="connsiteY23" fmla="*/ 9197 h 76172"/>
                <a:gd name="connsiteX24" fmla="*/ 188 w 100160"/>
                <a:gd name="connsiteY24" fmla="*/ 25917 h 76172"/>
                <a:gd name="connsiteX25" fmla="*/ 2974 w 100160"/>
                <a:gd name="connsiteY25" fmla="*/ 28113 h 76172"/>
                <a:gd name="connsiteX26" fmla="*/ 6581 w 100160"/>
                <a:gd name="connsiteY26" fmla="*/ 23046 h 76172"/>
                <a:gd name="connsiteX27" fmla="*/ 18548 w 100160"/>
                <a:gd name="connsiteY27" fmla="*/ 4805 h 76172"/>
                <a:gd name="connsiteX28" fmla="*/ 23957 w 100160"/>
                <a:gd name="connsiteY28" fmla="*/ 13081 h 76172"/>
                <a:gd name="connsiteX29" fmla="*/ 21334 w 100160"/>
                <a:gd name="connsiteY29" fmla="*/ 27100 h 76172"/>
                <a:gd name="connsiteX30" fmla="*/ 17728 w 100160"/>
                <a:gd name="connsiteY30" fmla="*/ 42300 h 76172"/>
                <a:gd name="connsiteX31" fmla="*/ 12482 w 100160"/>
                <a:gd name="connsiteY31" fmla="*/ 63919 h 76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0160" h="76172">
                  <a:moveTo>
                    <a:pt x="12482" y="63919"/>
                  </a:moveTo>
                  <a:cubicBezTo>
                    <a:pt x="11826" y="66114"/>
                    <a:pt x="10843" y="70337"/>
                    <a:pt x="10843" y="70844"/>
                  </a:cubicBezTo>
                  <a:cubicBezTo>
                    <a:pt x="10843" y="74559"/>
                    <a:pt x="13794" y="76248"/>
                    <a:pt x="16416" y="76248"/>
                  </a:cubicBezTo>
                  <a:cubicBezTo>
                    <a:pt x="19367" y="76248"/>
                    <a:pt x="21990" y="74053"/>
                    <a:pt x="22810" y="72533"/>
                  </a:cubicBezTo>
                  <a:cubicBezTo>
                    <a:pt x="23629" y="71012"/>
                    <a:pt x="24941" y="65608"/>
                    <a:pt x="25760" y="62061"/>
                  </a:cubicBezTo>
                  <a:cubicBezTo>
                    <a:pt x="26580" y="58852"/>
                    <a:pt x="28383" y="51083"/>
                    <a:pt x="29367" y="46860"/>
                  </a:cubicBezTo>
                  <a:cubicBezTo>
                    <a:pt x="30350" y="43145"/>
                    <a:pt x="31334" y="39429"/>
                    <a:pt x="32154" y="35544"/>
                  </a:cubicBezTo>
                  <a:cubicBezTo>
                    <a:pt x="33957" y="28620"/>
                    <a:pt x="34285" y="27268"/>
                    <a:pt x="39039" y="20344"/>
                  </a:cubicBezTo>
                  <a:cubicBezTo>
                    <a:pt x="43629" y="13588"/>
                    <a:pt x="51333" y="4805"/>
                    <a:pt x="63628" y="4805"/>
                  </a:cubicBezTo>
                  <a:cubicBezTo>
                    <a:pt x="73136" y="4805"/>
                    <a:pt x="73300" y="13419"/>
                    <a:pt x="73300" y="16628"/>
                  </a:cubicBezTo>
                  <a:cubicBezTo>
                    <a:pt x="73300" y="26762"/>
                    <a:pt x="66251" y="45509"/>
                    <a:pt x="63628" y="52603"/>
                  </a:cubicBezTo>
                  <a:cubicBezTo>
                    <a:pt x="61825" y="57332"/>
                    <a:pt x="61169" y="58852"/>
                    <a:pt x="61169" y="61723"/>
                  </a:cubicBezTo>
                  <a:cubicBezTo>
                    <a:pt x="61169" y="70675"/>
                    <a:pt x="68382" y="76248"/>
                    <a:pt x="76742" y="76248"/>
                  </a:cubicBezTo>
                  <a:cubicBezTo>
                    <a:pt x="93135" y="76248"/>
                    <a:pt x="100348" y="52941"/>
                    <a:pt x="100348" y="50407"/>
                  </a:cubicBezTo>
                  <a:cubicBezTo>
                    <a:pt x="100348" y="48212"/>
                    <a:pt x="98217" y="48212"/>
                    <a:pt x="97725" y="48212"/>
                  </a:cubicBezTo>
                  <a:cubicBezTo>
                    <a:pt x="95430" y="48212"/>
                    <a:pt x="95266" y="49225"/>
                    <a:pt x="94610" y="51083"/>
                  </a:cubicBezTo>
                  <a:cubicBezTo>
                    <a:pt x="90840" y="64594"/>
                    <a:pt x="83791" y="71519"/>
                    <a:pt x="77234" y="71519"/>
                  </a:cubicBezTo>
                  <a:cubicBezTo>
                    <a:pt x="73791" y="71519"/>
                    <a:pt x="73136" y="69155"/>
                    <a:pt x="73136" y="65608"/>
                  </a:cubicBezTo>
                  <a:cubicBezTo>
                    <a:pt x="73136" y="61723"/>
                    <a:pt x="73955" y="59528"/>
                    <a:pt x="76906" y="51927"/>
                  </a:cubicBezTo>
                  <a:cubicBezTo>
                    <a:pt x="78873" y="46691"/>
                    <a:pt x="85594" y="28789"/>
                    <a:pt x="85594" y="19330"/>
                  </a:cubicBezTo>
                  <a:cubicBezTo>
                    <a:pt x="85594" y="2947"/>
                    <a:pt x="72972" y="76"/>
                    <a:pt x="64283" y="76"/>
                  </a:cubicBezTo>
                  <a:cubicBezTo>
                    <a:pt x="50677" y="76"/>
                    <a:pt x="41497" y="8690"/>
                    <a:pt x="36580" y="15446"/>
                  </a:cubicBezTo>
                  <a:cubicBezTo>
                    <a:pt x="35432" y="3792"/>
                    <a:pt x="25760" y="76"/>
                    <a:pt x="19039" y="76"/>
                  </a:cubicBezTo>
                  <a:cubicBezTo>
                    <a:pt x="11990" y="76"/>
                    <a:pt x="8220" y="5312"/>
                    <a:pt x="6089" y="9197"/>
                  </a:cubicBezTo>
                  <a:cubicBezTo>
                    <a:pt x="2483" y="15446"/>
                    <a:pt x="188" y="25073"/>
                    <a:pt x="188" y="25917"/>
                  </a:cubicBezTo>
                  <a:cubicBezTo>
                    <a:pt x="188" y="28113"/>
                    <a:pt x="2483" y="28113"/>
                    <a:pt x="2974" y="28113"/>
                  </a:cubicBezTo>
                  <a:cubicBezTo>
                    <a:pt x="5269" y="28113"/>
                    <a:pt x="5433" y="27606"/>
                    <a:pt x="6581" y="23046"/>
                  </a:cubicBezTo>
                  <a:cubicBezTo>
                    <a:pt x="9040" y="13081"/>
                    <a:pt x="12154" y="4805"/>
                    <a:pt x="18548" y="4805"/>
                  </a:cubicBezTo>
                  <a:cubicBezTo>
                    <a:pt x="22810" y="4805"/>
                    <a:pt x="23957" y="8521"/>
                    <a:pt x="23957" y="13081"/>
                  </a:cubicBezTo>
                  <a:cubicBezTo>
                    <a:pt x="23957" y="16290"/>
                    <a:pt x="22482" y="22539"/>
                    <a:pt x="21334" y="27100"/>
                  </a:cubicBezTo>
                  <a:cubicBezTo>
                    <a:pt x="20187" y="31660"/>
                    <a:pt x="18548" y="38584"/>
                    <a:pt x="17728" y="42300"/>
                  </a:cubicBezTo>
                  <a:lnTo>
                    <a:pt x="12482" y="639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 name="Freeform: Shape 52">
              <a:extLst>
                <a:ext uri="{FF2B5EF4-FFF2-40B4-BE49-F238E27FC236}">
                  <a16:creationId xmlns:a16="http://schemas.microsoft.com/office/drawing/2014/main" id="{88DB15BC-AEF6-44C5-A49C-7114679E9F9E}"/>
                </a:ext>
              </a:extLst>
            </p:cNvPr>
            <p:cNvSpPr/>
            <p:nvPr>
              <p:custDataLst>
                <p:tags r:id="rId13"/>
              </p:custDataLst>
            </p:nvPr>
          </p:nvSpPr>
          <p:spPr>
            <a:xfrm>
              <a:off x="6729487" y="4742366"/>
              <a:ext cx="155731" cy="56459"/>
            </a:xfrm>
            <a:custGeom>
              <a:avLst/>
              <a:gdLst>
                <a:gd name="connsiteX0" fmla="*/ 147965 w 155731"/>
                <a:gd name="connsiteY0" fmla="*/ 9726 h 56459"/>
                <a:gd name="connsiteX1" fmla="*/ 155928 w 155731"/>
                <a:gd name="connsiteY1" fmla="*/ 4900 h 56459"/>
                <a:gd name="connsiteX2" fmla="*/ 148200 w 155731"/>
                <a:gd name="connsiteY2" fmla="*/ 75 h 56459"/>
                <a:gd name="connsiteX3" fmla="*/ 7924 w 155731"/>
                <a:gd name="connsiteY3" fmla="*/ 75 h 56459"/>
                <a:gd name="connsiteX4" fmla="*/ 196 w 155731"/>
                <a:gd name="connsiteY4" fmla="*/ 4900 h 56459"/>
                <a:gd name="connsiteX5" fmla="*/ 8158 w 155731"/>
                <a:gd name="connsiteY5" fmla="*/ 9726 h 56459"/>
                <a:gd name="connsiteX6" fmla="*/ 147965 w 155731"/>
                <a:gd name="connsiteY6" fmla="*/ 9726 h 56459"/>
                <a:gd name="connsiteX7" fmla="*/ 148200 w 155731"/>
                <a:gd name="connsiteY7" fmla="*/ 56534 h 56459"/>
                <a:gd name="connsiteX8" fmla="*/ 155928 w 155731"/>
                <a:gd name="connsiteY8" fmla="*/ 51709 h 56459"/>
                <a:gd name="connsiteX9" fmla="*/ 147965 w 155731"/>
                <a:gd name="connsiteY9" fmla="*/ 46883 h 56459"/>
                <a:gd name="connsiteX10" fmla="*/ 8158 w 155731"/>
                <a:gd name="connsiteY10" fmla="*/ 46883 h 56459"/>
                <a:gd name="connsiteX11" fmla="*/ 196 w 155731"/>
                <a:gd name="connsiteY11" fmla="*/ 51709 h 56459"/>
                <a:gd name="connsiteX12" fmla="*/ 7924 w 155731"/>
                <a:gd name="connsiteY12" fmla="*/ 56534 h 56459"/>
                <a:gd name="connsiteX13" fmla="*/ 148200 w 155731"/>
                <a:gd name="connsiteY13" fmla="*/ 56534 h 5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5731" h="56459">
                  <a:moveTo>
                    <a:pt x="147965" y="9726"/>
                  </a:moveTo>
                  <a:cubicBezTo>
                    <a:pt x="151478" y="9726"/>
                    <a:pt x="155928" y="9726"/>
                    <a:pt x="155928" y="4900"/>
                  </a:cubicBezTo>
                  <a:cubicBezTo>
                    <a:pt x="155928" y="75"/>
                    <a:pt x="151478" y="75"/>
                    <a:pt x="148200" y="75"/>
                  </a:cubicBezTo>
                  <a:lnTo>
                    <a:pt x="7924" y="75"/>
                  </a:lnTo>
                  <a:cubicBezTo>
                    <a:pt x="4645" y="75"/>
                    <a:pt x="196" y="75"/>
                    <a:pt x="196" y="4900"/>
                  </a:cubicBezTo>
                  <a:cubicBezTo>
                    <a:pt x="196" y="9726"/>
                    <a:pt x="4645" y="9726"/>
                    <a:pt x="8158" y="9726"/>
                  </a:cubicBezTo>
                  <a:lnTo>
                    <a:pt x="147965" y="9726"/>
                  </a:lnTo>
                  <a:close/>
                  <a:moveTo>
                    <a:pt x="148200" y="56534"/>
                  </a:moveTo>
                  <a:cubicBezTo>
                    <a:pt x="151478" y="56534"/>
                    <a:pt x="155928" y="56534"/>
                    <a:pt x="155928" y="51709"/>
                  </a:cubicBezTo>
                  <a:cubicBezTo>
                    <a:pt x="155928" y="46883"/>
                    <a:pt x="151478" y="46883"/>
                    <a:pt x="147965" y="46883"/>
                  </a:cubicBezTo>
                  <a:lnTo>
                    <a:pt x="8158" y="46883"/>
                  </a:lnTo>
                  <a:cubicBezTo>
                    <a:pt x="4645" y="46883"/>
                    <a:pt x="196" y="46883"/>
                    <a:pt x="196" y="51709"/>
                  </a:cubicBezTo>
                  <a:cubicBezTo>
                    <a:pt x="196" y="56534"/>
                    <a:pt x="4645" y="56534"/>
                    <a:pt x="7924" y="56534"/>
                  </a:cubicBezTo>
                  <a:lnTo>
                    <a:pt x="148200" y="5653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 name="Freeform: Shape 53">
              <a:extLst>
                <a:ext uri="{FF2B5EF4-FFF2-40B4-BE49-F238E27FC236}">
                  <a16:creationId xmlns:a16="http://schemas.microsoft.com/office/drawing/2014/main" id="{120EEE61-073A-BBF9-AE38-9B967CA1DDF6}"/>
                </a:ext>
              </a:extLst>
            </p:cNvPr>
            <p:cNvSpPr/>
            <p:nvPr>
              <p:custDataLst>
                <p:tags r:id="rId14"/>
              </p:custDataLst>
            </p:nvPr>
          </p:nvSpPr>
          <p:spPr>
            <a:xfrm>
              <a:off x="6967781" y="4724270"/>
              <a:ext cx="122946" cy="158520"/>
            </a:xfrm>
            <a:custGeom>
              <a:avLst/>
              <a:gdLst>
                <a:gd name="connsiteX0" fmla="*/ 5592 w 122946"/>
                <a:gd name="connsiteY0" fmla="*/ 45435 h 158520"/>
                <a:gd name="connsiteX1" fmla="*/ 42828 w 122946"/>
                <a:gd name="connsiteY1" fmla="*/ 17447 h 158520"/>
                <a:gd name="connsiteX2" fmla="*/ 80765 w 122946"/>
                <a:gd name="connsiteY2" fmla="*/ 78732 h 158520"/>
                <a:gd name="connsiteX3" fmla="*/ 77955 w 122946"/>
                <a:gd name="connsiteY3" fmla="*/ 102377 h 158520"/>
                <a:gd name="connsiteX4" fmla="*/ 65778 w 122946"/>
                <a:gd name="connsiteY4" fmla="*/ 154252 h 158520"/>
                <a:gd name="connsiteX5" fmla="*/ 68822 w 122946"/>
                <a:gd name="connsiteY5" fmla="*/ 158596 h 158520"/>
                <a:gd name="connsiteX6" fmla="*/ 76316 w 122946"/>
                <a:gd name="connsiteY6" fmla="*/ 144119 h 158520"/>
                <a:gd name="connsiteX7" fmla="*/ 84981 w 122946"/>
                <a:gd name="connsiteY7" fmla="*/ 102619 h 158520"/>
                <a:gd name="connsiteX8" fmla="*/ 86854 w 122946"/>
                <a:gd name="connsiteY8" fmla="*/ 93209 h 158520"/>
                <a:gd name="connsiteX9" fmla="*/ 118703 w 122946"/>
                <a:gd name="connsiteY9" fmla="*/ 14310 h 158520"/>
                <a:gd name="connsiteX10" fmla="*/ 123152 w 122946"/>
                <a:gd name="connsiteY10" fmla="*/ 5142 h 158520"/>
                <a:gd name="connsiteX11" fmla="*/ 120342 w 122946"/>
                <a:gd name="connsiteY11" fmla="*/ 2729 h 158520"/>
                <a:gd name="connsiteX12" fmla="*/ 117532 w 122946"/>
                <a:gd name="connsiteY12" fmla="*/ 4418 h 158520"/>
                <a:gd name="connsiteX13" fmla="*/ 86620 w 122946"/>
                <a:gd name="connsiteY13" fmla="*/ 75837 h 158520"/>
                <a:gd name="connsiteX14" fmla="*/ 77018 w 122946"/>
                <a:gd name="connsiteY14" fmla="*/ 26615 h 158520"/>
                <a:gd name="connsiteX15" fmla="*/ 45872 w 122946"/>
                <a:gd name="connsiteY15" fmla="*/ 75 h 158520"/>
                <a:gd name="connsiteX16" fmla="*/ 206 w 122946"/>
                <a:gd name="connsiteY16" fmla="*/ 44229 h 158520"/>
                <a:gd name="connsiteX17" fmla="*/ 4656 w 122946"/>
                <a:gd name="connsiteY17" fmla="*/ 46642 h 158520"/>
                <a:gd name="connsiteX18" fmla="*/ 5592 w 122946"/>
                <a:gd name="connsiteY18" fmla="*/ 45435 h 15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2946" h="158520">
                  <a:moveTo>
                    <a:pt x="5592" y="45435"/>
                  </a:moveTo>
                  <a:cubicBezTo>
                    <a:pt x="14726" y="17688"/>
                    <a:pt x="40252" y="17447"/>
                    <a:pt x="42828" y="17447"/>
                  </a:cubicBezTo>
                  <a:cubicBezTo>
                    <a:pt x="78189" y="17447"/>
                    <a:pt x="80765" y="59671"/>
                    <a:pt x="80765" y="78732"/>
                  </a:cubicBezTo>
                  <a:cubicBezTo>
                    <a:pt x="80765" y="93450"/>
                    <a:pt x="79594" y="97552"/>
                    <a:pt x="77955" y="102377"/>
                  </a:cubicBezTo>
                  <a:cubicBezTo>
                    <a:pt x="72803" y="119991"/>
                    <a:pt x="65778" y="147979"/>
                    <a:pt x="65778" y="154252"/>
                  </a:cubicBezTo>
                  <a:cubicBezTo>
                    <a:pt x="65778" y="156907"/>
                    <a:pt x="66948" y="158596"/>
                    <a:pt x="68822" y="158596"/>
                  </a:cubicBezTo>
                  <a:cubicBezTo>
                    <a:pt x="71866" y="158596"/>
                    <a:pt x="73740" y="153287"/>
                    <a:pt x="76316" y="144119"/>
                  </a:cubicBezTo>
                  <a:cubicBezTo>
                    <a:pt x="81702" y="123851"/>
                    <a:pt x="84044" y="110098"/>
                    <a:pt x="84981" y="102619"/>
                  </a:cubicBezTo>
                  <a:cubicBezTo>
                    <a:pt x="85449" y="99482"/>
                    <a:pt x="85917" y="96345"/>
                    <a:pt x="86854" y="93209"/>
                  </a:cubicBezTo>
                  <a:cubicBezTo>
                    <a:pt x="94348" y="69322"/>
                    <a:pt x="109336" y="33371"/>
                    <a:pt x="118703" y="14310"/>
                  </a:cubicBezTo>
                  <a:cubicBezTo>
                    <a:pt x="120342" y="11415"/>
                    <a:pt x="123152" y="6107"/>
                    <a:pt x="123152" y="5142"/>
                  </a:cubicBezTo>
                  <a:cubicBezTo>
                    <a:pt x="123152" y="2729"/>
                    <a:pt x="120811" y="2729"/>
                    <a:pt x="120342" y="2729"/>
                  </a:cubicBezTo>
                  <a:cubicBezTo>
                    <a:pt x="119640" y="2729"/>
                    <a:pt x="118235" y="2729"/>
                    <a:pt x="117532" y="4418"/>
                  </a:cubicBezTo>
                  <a:cubicBezTo>
                    <a:pt x="105355" y="27339"/>
                    <a:pt x="95987" y="51467"/>
                    <a:pt x="86620" y="75837"/>
                  </a:cubicBezTo>
                  <a:cubicBezTo>
                    <a:pt x="86386" y="68357"/>
                    <a:pt x="86151" y="50020"/>
                    <a:pt x="77018" y="26615"/>
                  </a:cubicBezTo>
                  <a:cubicBezTo>
                    <a:pt x="71398" y="11897"/>
                    <a:pt x="62031" y="75"/>
                    <a:pt x="45872" y="75"/>
                  </a:cubicBezTo>
                  <a:cubicBezTo>
                    <a:pt x="16599" y="75"/>
                    <a:pt x="206" y="36749"/>
                    <a:pt x="206" y="44229"/>
                  </a:cubicBezTo>
                  <a:cubicBezTo>
                    <a:pt x="206" y="46642"/>
                    <a:pt x="2314" y="46642"/>
                    <a:pt x="4656" y="46642"/>
                  </a:cubicBezTo>
                  <a:lnTo>
                    <a:pt x="5592" y="4543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 name="Freeform: Shape 54">
              <a:extLst>
                <a:ext uri="{FF2B5EF4-FFF2-40B4-BE49-F238E27FC236}">
                  <a16:creationId xmlns:a16="http://schemas.microsoft.com/office/drawing/2014/main" id="{DA069003-32AF-A15D-A999-D60B97020F41}"/>
                </a:ext>
              </a:extLst>
            </p:cNvPr>
            <p:cNvSpPr/>
            <p:nvPr>
              <p:custDataLst>
                <p:tags r:id="rId15"/>
              </p:custDataLst>
            </p:nvPr>
          </p:nvSpPr>
          <p:spPr>
            <a:xfrm>
              <a:off x="7110441" y="4614079"/>
              <a:ext cx="121142" cy="117213"/>
            </a:xfrm>
            <a:custGeom>
              <a:avLst/>
              <a:gdLst>
                <a:gd name="connsiteX0" fmla="*/ 64800 w 121142"/>
                <a:gd name="connsiteY0" fmla="*/ 8347 h 117213"/>
                <a:gd name="connsiteX1" fmla="*/ 114798 w 121142"/>
                <a:gd name="connsiteY1" fmla="*/ 8347 h 117213"/>
                <a:gd name="connsiteX2" fmla="*/ 121355 w 121142"/>
                <a:gd name="connsiteY2" fmla="*/ 4293 h 117213"/>
                <a:gd name="connsiteX3" fmla="*/ 114798 w 121142"/>
                <a:gd name="connsiteY3" fmla="*/ 71 h 117213"/>
                <a:gd name="connsiteX4" fmla="*/ 6769 w 121142"/>
                <a:gd name="connsiteY4" fmla="*/ 71 h 117213"/>
                <a:gd name="connsiteX5" fmla="*/ 212 w 121142"/>
                <a:gd name="connsiteY5" fmla="*/ 4124 h 117213"/>
                <a:gd name="connsiteX6" fmla="*/ 6769 w 121142"/>
                <a:gd name="connsiteY6" fmla="*/ 8347 h 117213"/>
                <a:gd name="connsiteX7" fmla="*/ 56767 w 121142"/>
                <a:gd name="connsiteY7" fmla="*/ 8347 h 117213"/>
                <a:gd name="connsiteX8" fmla="*/ 56767 w 121142"/>
                <a:gd name="connsiteY8" fmla="*/ 110697 h 117213"/>
                <a:gd name="connsiteX9" fmla="*/ 60865 w 121142"/>
                <a:gd name="connsiteY9" fmla="*/ 117284 h 117213"/>
                <a:gd name="connsiteX10" fmla="*/ 64800 w 121142"/>
                <a:gd name="connsiteY10" fmla="*/ 110697 h 117213"/>
                <a:gd name="connsiteX11" fmla="*/ 64800 w 121142"/>
                <a:gd name="connsiteY11" fmla="*/ 8347 h 11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142" h="117213">
                  <a:moveTo>
                    <a:pt x="64800" y="8347"/>
                  </a:moveTo>
                  <a:lnTo>
                    <a:pt x="114798" y="8347"/>
                  </a:lnTo>
                  <a:cubicBezTo>
                    <a:pt x="117421" y="8347"/>
                    <a:pt x="121355" y="8347"/>
                    <a:pt x="121355" y="4293"/>
                  </a:cubicBezTo>
                  <a:cubicBezTo>
                    <a:pt x="121355" y="71"/>
                    <a:pt x="117585" y="71"/>
                    <a:pt x="114798" y="71"/>
                  </a:cubicBezTo>
                  <a:lnTo>
                    <a:pt x="6769" y="71"/>
                  </a:lnTo>
                  <a:cubicBezTo>
                    <a:pt x="4310" y="71"/>
                    <a:pt x="212" y="71"/>
                    <a:pt x="212" y="4124"/>
                  </a:cubicBezTo>
                  <a:cubicBezTo>
                    <a:pt x="212" y="8347"/>
                    <a:pt x="3982" y="8347"/>
                    <a:pt x="6769" y="8347"/>
                  </a:cubicBezTo>
                  <a:lnTo>
                    <a:pt x="56767" y="8347"/>
                  </a:lnTo>
                  <a:lnTo>
                    <a:pt x="56767" y="110697"/>
                  </a:lnTo>
                  <a:cubicBezTo>
                    <a:pt x="56767" y="113400"/>
                    <a:pt x="56767" y="117284"/>
                    <a:pt x="60865" y="117284"/>
                  </a:cubicBezTo>
                  <a:cubicBezTo>
                    <a:pt x="64800" y="117284"/>
                    <a:pt x="64800" y="113231"/>
                    <a:pt x="64800" y="110697"/>
                  </a:cubicBezTo>
                  <a:lnTo>
                    <a:pt x="64800" y="834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 name="Freeform: Shape 55">
              <a:extLst>
                <a:ext uri="{FF2B5EF4-FFF2-40B4-BE49-F238E27FC236}">
                  <a16:creationId xmlns:a16="http://schemas.microsoft.com/office/drawing/2014/main" id="{7B4B6D81-9D55-2498-0410-245A6D1A2A13}"/>
                </a:ext>
              </a:extLst>
            </p:cNvPr>
            <p:cNvSpPr/>
            <p:nvPr>
              <p:custDataLst>
                <p:tags r:id="rId16"/>
              </p:custDataLst>
            </p:nvPr>
          </p:nvSpPr>
          <p:spPr>
            <a:xfrm>
              <a:off x="7265963" y="4724270"/>
              <a:ext cx="99293" cy="109299"/>
            </a:xfrm>
            <a:custGeom>
              <a:avLst/>
              <a:gdLst>
                <a:gd name="connsiteX0" fmla="*/ 21295 w 99293"/>
                <a:gd name="connsiteY0" fmla="*/ 86694 h 109299"/>
                <a:gd name="connsiteX1" fmla="*/ 49163 w 99293"/>
                <a:gd name="connsiteY1" fmla="*/ 59188 h 109299"/>
                <a:gd name="connsiteX2" fmla="*/ 72113 w 99293"/>
                <a:gd name="connsiteY2" fmla="*/ 37473 h 109299"/>
                <a:gd name="connsiteX3" fmla="*/ 99512 w 99293"/>
                <a:gd name="connsiteY3" fmla="*/ 2488 h 109299"/>
                <a:gd name="connsiteX4" fmla="*/ 96936 w 99293"/>
                <a:gd name="connsiteY4" fmla="*/ 75 h 109299"/>
                <a:gd name="connsiteX5" fmla="*/ 93424 w 99293"/>
                <a:gd name="connsiteY5" fmla="*/ 2729 h 109299"/>
                <a:gd name="connsiteX6" fmla="*/ 75860 w 99293"/>
                <a:gd name="connsiteY6" fmla="*/ 18171 h 109299"/>
                <a:gd name="connsiteX7" fmla="*/ 63917 w 99293"/>
                <a:gd name="connsiteY7" fmla="*/ 10450 h 109299"/>
                <a:gd name="connsiteX8" fmla="*/ 47758 w 99293"/>
                <a:gd name="connsiteY8" fmla="*/ 75 h 109299"/>
                <a:gd name="connsiteX9" fmla="*/ 19422 w 99293"/>
                <a:gd name="connsiteY9" fmla="*/ 27581 h 109299"/>
                <a:gd name="connsiteX10" fmla="*/ 22232 w 99293"/>
                <a:gd name="connsiteY10" fmla="*/ 30235 h 109299"/>
                <a:gd name="connsiteX11" fmla="*/ 25276 w 99293"/>
                <a:gd name="connsiteY11" fmla="*/ 27581 h 109299"/>
                <a:gd name="connsiteX12" fmla="*/ 45182 w 99293"/>
                <a:gd name="connsiteY12" fmla="*/ 16240 h 109299"/>
                <a:gd name="connsiteX13" fmla="*/ 59935 w 99293"/>
                <a:gd name="connsiteY13" fmla="*/ 19860 h 109299"/>
                <a:gd name="connsiteX14" fmla="*/ 77968 w 99293"/>
                <a:gd name="connsiteY14" fmla="*/ 23479 h 109299"/>
                <a:gd name="connsiteX15" fmla="*/ 45416 w 99293"/>
                <a:gd name="connsiteY15" fmla="*/ 55087 h 109299"/>
                <a:gd name="connsiteX16" fmla="*/ 24340 w 99293"/>
                <a:gd name="connsiteY16" fmla="*/ 75354 h 109299"/>
                <a:gd name="connsiteX17" fmla="*/ 219 w 99293"/>
                <a:gd name="connsiteY17" fmla="*/ 106962 h 109299"/>
                <a:gd name="connsiteX18" fmla="*/ 3029 w 99293"/>
                <a:gd name="connsiteY18" fmla="*/ 109374 h 109299"/>
                <a:gd name="connsiteX19" fmla="*/ 6776 w 99293"/>
                <a:gd name="connsiteY19" fmla="*/ 106238 h 109299"/>
                <a:gd name="connsiteX20" fmla="*/ 26681 w 99293"/>
                <a:gd name="connsiteY20" fmla="*/ 91278 h 109299"/>
                <a:gd name="connsiteX21" fmla="*/ 40264 w 99293"/>
                <a:gd name="connsiteY21" fmla="*/ 100447 h 109299"/>
                <a:gd name="connsiteX22" fmla="*/ 55252 w 99293"/>
                <a:gd name="connsiteY22" fmla="*/ 109374 h 109299"/>
                <a:gd name="connsiteX23" fmla="*/ 92018 w 99293"/>
                <a:gd name="connsiteY23" fmla="*/ 72217 h 109299"/>
                <a:gd name="connsiteX24" fmla="*/ 89208 w 99293"/>
                <a:gd name="connsiteY24" fmla="*/ 69805 h 109299"/>
                <a:gd name="connsiteX25" fmla="*/ 85930 w 99293"/>
                <a:gd name="connsiteY25" fmla="*/ 72941 h 109299"/>
                <a:gd name="connsiteX26" fmla="*/ 57828 w 99293"/>
                <a:gd name="connsiteY26" fmla="*/ 93209 h 109299"/>
                <a:gd name="connsiteX27" fmla="*/ 44011 w 99293"/>
                <a:gd name="connsiteY27" fmla="*/ 90072 h 109299"/>
                <a:gd name="connsiteX28" fmla="*/ 27618 w 99293"/>
                <a:gd name="connsiteY28" fmla="*/ 85970 h 109299"/>
                <a:gd name="connsiteX29" fmla="*/ 21295 w 99293"/>
                <a:gd name="connsiteY29" fmla="*/ 86694 h 10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9293" h="109299">
                  <a:moveTo>
                    <a:pt x="21295" y="86694"/>
                  </a:moveTo>
                  <a:cubicBezTo>
                    <a:pt x="33941" y="72700"/>
                    <a:pt x="40732" y="66668"/>
                    <a:pt x="49163" y="59188"/>
                  </a:cubicBezTo>
                  <a:cubicBezTo>
                    <a:pt x="49163" y="58947"/>
                    <a:pt x="63682" y="46159"/>
                    <a:pt x="72113" y="37473"/>
                  </a:cubicBezTo>
                  <a:cubicBezTo>
                    <a:pt x="94360" y="15034"/>
                    <a:pt x="99512" y="3453"/>
                    <a:pt x="99512" y="2488"/>
                  </a:cubicBezTo>
                  <a:cubicBezTo>
                    <a:pt x="99512" y="75"/>
                    <a:pt x="97405" y="75"/>
                    <a:pt x="96936" y="75"/>
                  </a:cubicBezTo>
                  <a:cubicBezTo>
                    <a:pt x="95297" y="75"/>
                    <a:pt x="94595" y="557"/>
                    <a:pt x="93424" y="2729"/>
                  </a:cubicBezTo>
                  <a:cubicBezTo>
                    <a:pt x="86398" y="14310"/>
                    <a:pt x="81480" y="18171"/>
                    <a:pt x="75860" y="18171"/>
                  </a:cubicBezTo>
                  <a:cubicBezTo>
                    <a:pt x="70239" y="18171"/>
                    <a:pt x="67429" y="14552"/>
                    <a:pt x="63917" y="10450"/>
                  </a:cubicBezTo>
                  <a:cubicBezTo>
                    <a:pt x="59467" y="4900"/>
                    <a:pt x="55486" y="75"/>
                    <a:pt x="47758" y="75"/>
                  </a:cubicBezTo>
                  <a:cubicBezTo>
                    <a:pt x="30194" y="75"/>
                    <a:pt x="19422" y="22514"/>
                    <a:pt x="19422" y="27581"/>
                  </a:cubicBezTo>
                  <a:cubicBezTo>
                    <a:pt x="19422" y="28787"/>
                    <a:pt x="20124" y="30235"/>
                    <a:pt x="22232" y="30235"/>
                  </a:cubicBezTo>
                  <a:cubicBezTo>
                    <a:pt x="24340" y="30235"/>
                    <a:pt x="24808" y="29028"/>
                    <a:pt x="25276" y="27581"/>
                  </a:cubicBezTo>
                  <a:cubicBezTo>
                    <a:pt x="29726" y="16482"/>
                    <a:pt x="43308" y="16240"/>
                    <a:pt x="45182" y="16240"/>
                  </a:cubicBezTo>
                  <a:cubicBezTo>
                    <a:pt x="50100" y="16240"/>
                    <a:pt x="54549" y="17929"/>
                    <a:pt x="59935" y="19860"/>
                  </a:cubicBezTo>
                  <a:cubicBezTo>
                    <a:pt x="69303" y="23479"/>
                    <a:pt x="71879" y="23479"/>
                    <a:pt x="77968" y="23479"/>
                  </a:cubicBezTo>
                  <a:cubicBezTo>
                    <a:pt x="69537" y="33854"/>
                    <a:pt x="49866" y="51226"/>
                    <a:pt x="45416" y="55087"/>
                  </a:cubicBezTo>
                  <a:lnTo>
                    <a:pt x="24340" y="75354"/>
                  </a:lnTo>
                  <a:cubicBezTo>
                    <a:pt x="8415" y="91520"/>
                    <a:pt x="219" y="105273"/>
                    <a:pt x="219" y="106962"/>
                  </a:cubicBezTo>
                  <a:cubicBezTo>
                    <a:pt x="219" y="109374"/>
                    <a:pt x="2561" y="109374"/>
                    <a:pt x="3029" y="109374"/>
                  </a:cubicBezTo>
                  <a:cubicBezTo>
                    <a:pt x="4902" y="109374"/>
                    <a:pt x="5371" y="108892"/>
                    <a:pt x="6776" y="106238"/>
                  </a:cubicBezTo>
                  <a:cubicBezTo>
                    <a:pt x="12162" y="97793"/>
                    <a:pt x="19188" y="91278"/>
                    <a:pt x="26681" y="91278"/>
                  </a:cubicBezTo>
                  <a:cubicBezTo>
                    <a:pt x="32068" y="91278"/>
                    <a:pt x="34409" y="93450"/>
                    <a:pt x="40264" y="100447"/>
                  </a:cubicBezTo>
                  <a:cubicBezTo>
                    <a:pt x="44245" y="105514"/>
                    <a:pt x="48460" y="109374"/>
                    <a:pt x="55252" y="109374"/>
                  </a:cubicBezTo>
                  <a:cubicBezTo>
                    <a:pt x="78436" y="109374"/>
                    <a:pt x="92018" y="78732"/>
                    <a:pt x="92018" y="72217"/>
                  </a:cubicBezTo>
                  <a:cubicBezTo>
                    <a:pt x="92018" y="71011"/>
                    <a:pt x="91082" y="69805"/>
                    <a:pt x="89208" y="69805"/>
                  </a:cubicBezTo>
                  <a:cubicBezTo>
                    <a:pt x="87101" y="69805"/>
                    <a:pt x="86632" y="71252"/>
                    <a:pt x="85930" y="72941"/>
                  </a:cubicBezTo>
                  <a:cubicBezTo>
                    <a:pt x="80544" y="88624"/>
                    <a:pt x="65556" y="93209"/>
                    <a:pt x="57828" y="93209"/>
                  </a:cubicBezTo>
                  <a:cubicBezTo>
                    <a:pt x="53144" y="93209"/>
                    <a:pt x="48929" y="91761"/>
                    <a:pt x="44011" y="90072"/>
                  </a:cubicBezTo>
                  <a:cubicBezTo>
                    <a:pt x="36049" y="86935"/>
                    <a:pt x="32536" y="85970"/>
                    <a:pt x="27618" y="85970"/>
                  </a:cubicBezTo>
                  <a:cubicBezTo>
                    <a:pt x="27150" y="85970"/>
                    <a:pt x="23403" y="85970"/>
                    <a:pt x="21295" y="8669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 name="Freeform: Shape 56">
              <a:extLst>
                <a:ext uri="{FF2B5EF4-FFF2-40B4-BE49-F238E27FC236}">
                  <a16:creationId xmlns:a16="http://schemas.microsoft.com/office/drawing/2014/main" id="{0994E852-65D2-4442-79B0-FE58D813E83C}"/>
                </a:ext>
              </a:extLst>
            </p:cNvPr>
            <p:cNvSpPr/>
            <p:nvPr>
              <p:custDataLst>
                <p:tags r:id="rId17"/>
              </p:custDataLst>
            </p:nvPr>
          </p:nvSpPr>
          <p:spPr>
            <a:xfrm>
              <a:off x="7372504" y="4792624"/>
              <a:ext cx="100160" cy="76172"/>
            </a:xfrm>
            <a:custGeom>
              <a:avLst/>
              <a:gdLst>
                <a:gd name="connsiteX0" fmla="*/ 12518 w 100160"/>
                <a:gd name="connsiteY0" fmla="*/ 63919 h 76172"/>
                <a:gd name="connsiteX1" fmla="*/ 10879 w 100160"/>
                <a:gd name="connsiteY1" fmla="*/ 70844 h 76172"/>
                <a:gd name="connsiteX2" fmla="*/ 16452 w 100160"/>
                <a:gd name="connsiteY2" fmla="*/ 76248 h 76172"/>
                <a:gd name="connsiteX3" fmla="*/ 22845 w 100160"/>
                <a:gd name="connsiteY3" fmla="*/ 72533 h 76172"/>
                <a:gd name="connsiteX4" fmla="*/ 25796 w 100160"/>
                <a:gd name="connsiteY4" fmla="*/ 62061 h 76172"/>
                <a:gd name="connsiteX5" fmla="*/ 29403 w 100160"/>
                <a:gd name="connsiteY5" fmla="*/ 46860 h 76172"/>
                <a:gd name="connsiteX6" fmla="*/ 32189 w 100160"/>
                <a:gd name="connsiteY6" fmla="*/ 35544 h 76172"/>
                <a:gd name="connsiteX7" fmla="*/ 39074 w 100160"/>
                <a:gd name="connsiteY7" fmla="*/ 20344 h 76172"/>
                <a:gd name="connsiteX8" fmla="*/ 63664 w 100160"/>
                <a:gd name="connsiteY8" fmla="*/ 4805 h 76172"/>
                <a:gd name="connsiteX9" fmla="*/ 73335 w 100160"/>
                <a:gd name="connsiteY9" fmla="*/ 16628 h 76172"/>
                <a:gd name="connsiteX10" fmla="*/ 63664 w 100160"/>
                <a:gd name="connsiteY10" fmla="*/ 52603 h 76172"/>
                <a:gd name="connsiteX11" fmla="*/ 61205 w 100160"/>
                <a:gd name="connsiteY11" fmla="*/ 61723 h 76172"/>
                <a:gd name="connsiteX12" fmla="*/ 76778 w 100160"/>
                <a:gd name="connsiteY12" fmla="*/ 76248 h 76172"/>
                <a:gd name="connsiteX13" fmla="*/ 100383 w 100160"/>
                <a:gd name="connsiteY13" fmla="*/ 50407 h 76172"/>
                <a:gd name="connsiteX14" fmla="*/ 97761 w 100160"/>
                <a:gd name="connsiteY14" fmla="*/ 48212 h 76172"/>
                <a:gd name="connsiteX15" fmla="*/ 94646 w 100160"/>
                <a:gd name="connsiteY15" fmla="*/ 51083 h 76172"/>
                <a:gd name="connsiteX16" fmla="*/ 77270 w 100160"/>
                <a:gd name="connsiteY16" fmla="*/ 71519 h 76172"/>
                <a:gd name="connsiteX17" fmla="*/ 73171 w 100160"/>
                <a:gd name="connsiteY17" fmla="*/ 65608 h 76172"/>
                <a:gd name="connsiteX18" fmla="*/ 76942 w 100160"/>
                <a:gd name="connsiteY18" fmla="*/ 51927 h 76172"/>
                <a:gd name="connsiteX19" fmla="*/ 85630 w 100160"/>
                <a:gd name="connsiteY19" fmla="*/ 19330 h 76172"/>
                <a:gd name="connsiteX20" fmla="*/ 64319 w 100160"/>
                <a:gd name="connsiteY20" fmla="*/ 76 h 76172"/>
                <a:gd name="connsiteX21" fmla="*/ 36615 w 100160"/>
                <a:gd name="connsiteY21" fmla="*/ 15446 h 76172"/>
                <a:gd name="connsiteX22" fmla="*/ 19075 w 100160"/>
                <a:gd name="connsiteY22" fmla="*/ 76 h 76172"/>
                <a:gd name="connsiteX23" fmla="*/ 6125 w 100160"/>
                <a:gd name="connsiteY23" fmla="*/ 9197 h 76172"/>
                <a:gd name="connsiteX24" fmla="*/ 223 w 100160"/>
                <a:gd name="connsiteY24" fmla="*/ 25917 h 76172"/>
                <a:gd name="connsiteX25" fmla="*/ 3010 w 100160"/>
                <a:gd name="connsiteY25" fmla="*/ 28113 h 76172"/>
                <a:gd name="connsiteX26" fmla="*/ 6617 w 100160"/>
                <a:gd name="connsiteY26" fmla="*/ 23046 h 76172"/>
                <a:gd name="connsiteX27" fmla="*/ 18583 w 100160"/>
                <a:gd name="connsiteY27" fmla="*/ 4805 h 76172"/>
                <a:gd name="connsiteX28" fmla="*/ 23993 w 100160"/>
                <a:gd name="connsiteY28" fmla="*/ 13081 h 76172"/>
                <a:gd name="connsiteX29" fmla="*/ 21370 w 100160"/>
                <a:gd name="connsiteY29" fmla="*/ 27100 h 76172"/>
                <a:gd name="connsiteX30" fmla="*/ 17764 w 100160"/>
                <a:gd name="connsiteY30" fmla="*/ 42300 h 76172"/>
                <a:gd name="connsiteX31" fmla="*/ 12518 w 100160"/>
                <a:gd name="connsiteY31" fmla="*/ 63919 h 76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0160" h="76172">
                  <a:moveTo>
                    <a:pt x="12518" y="63919"/>
                  </a:moveTo>
                  <a:cubicBezTo>
                    <a:pt x="11862" y="66114"/>
                    <a:pt x="10879" y="70337"/>
                    <a:pt x="10879" y="70844"/>
                  </a:cubicBezTo>
                  <a:cubicBezTo>
                    <a:pt x="10879" y="74559"/>
                    <a:pt x="13829" y="76248"/>
                    <a:pt x="16452" y="76248"/>
                  </a:cubicBezTo>
                  <a:cubicBezTo>
                    <a:pt x="19403" y="76248"/>
                    <a:pt x="22026" y="74053"/>
                    <a:pt x="22845" y="72533"/>
                  </a:cubicBezTo>
                  <a:cubicBezTo>
                    <a:pt x="23665" y="71012"/>
                    <a:pt x="24976" y="65608"/>
                    <a:pt x="25796" y="62061"/>
                  </a:cubicBezTo>
                  <a:cubicBezTo>
                    <a:pt x="26616" y="58852"/>
                    <a:pt x="28419" y="51083"/>
                    <a:pt x="29403" y="46860"/>
                  </a:cubicBezTo>
                  <a:cubicBezTo>
                    <a:pt x="30386" y="43145"/>
                    <a:pt x="31370" y="39429"/>
                    <a:pt x="32189" y="35544"/>
                  </a:cubicBezTo>
                  <a:cubicBezTo>
                    <a:pt x="33993" y="28620"/>
                    <a:pt x="34320" y="27268"/>
                    <a:pt x="39074" y="20344"/>
                  </a:cubicBezTo>
                  <a:cubicBezTo>
                    <a:pt x="43664" y="13588"/>
                    <a:pt x="51369" y="4805"/>
                    <a:pt x="63664" y="4805"/>
                  </a:cubicBezTo>
                  <a:cubicBezTo>
                    <a:pt x="73171" y="4805"/>
                    <a:pt x="73335" y="13419"/>
                    <a:pt x="73335" y="16628"/>
                  </a:cubicBezTo>
                  <a:cubicBezTo>
                    <a:pt x="73335" y="26762"/>
                    <a:pt x="66286" y="45509"/>
                    <a:pt x="63664" y="52603"/>
                  </a:cubicBezTo>
                  <a:cubicBezTo>
                    <a:pt x="61860" y="57332"/>
                    <a:pt x="61205" y="58852"/>
                    <a:pt x="61205" y="61723"/>
                  </a:cubicBezTo>
                  <a:cubicBezTo>
                    <a:pt x="61205" y="70675"/>
                    <a:pt x="68417" y="76248"/>
                    <a:pt x="76778" y="76248"/>
                  </a:cubicBezTo>
                  <a:cubicBezTo>
                    <a:pt x="93171" y="76248"/>
                    <a:pt x="100383" y="52941"/>
                    <a:pt x="100383" y="50407"/>
                  </a:cubicBezTo>
                  <a:cubicBezTo>
                    <a:pt x="100383" y="48212"/>
                    <a:pt x="98252" y="48212"/>
                    <a:pt x="97761" y="48212"/>
                  </a:cubicBezTo>
                  <a:cubicBezTo>
                    <a:pt x="95466" y="48212"/>
                    <a:pt x="95302" y="49225"/>
                    <a:pt x="94646" y="51083"/>
                  </a:cubicBezTo>
                  <a:cubicBezTo>
                    <a:pt x="90876" y="64594"/>
                    <a:pt x="83827" y="71519"/>
                    <a:pt x="77270" y="71519"/>
                  </a:cubicBezTo>
                  <a:cubicBezTo>
                    <a:pt x="73827" y="71519"/>
                    <a:pt x="73171" y="69155"/>
                    <a:pt x="73171" y="65608"/>
                  </a:cubicBezTo>
                  <a:cubicBezTo>
                    <a:pt x="73171" y="61723"/>
                    <a:pt x="73991" y="59528"/>
                    <a:pt x="76942" y="51927"/>
                  </a:cubicBezTo>
                  <a:cubicBezTo>
                    <a:pt x="78909" y="46691"/>
                    <a:pt x="85630" y="28789"/>
                    <a:pt x="85630" y="19330"/>
                  </a:cubicBezTo>
                  <a:cubicBezTo>
                    <a:pt x="85630" y="2947"/>
                    <a:pt x="73007" y="76"/>
                    <a:pt x="64319" y="76"/>
                  </a:cubicBezTo>
                  <a:cubicBezTo>
                    <a:pt x="50713" y="76"/>
                    <a:pt x="41533" y="8690"/>
                    <a:pt x="36615" y="15446"/>
                  </a:cubicBezTo>
                  <a:cubicBezTo>
                    <a:pt x="35468" y="3792"/>
                    <a:pt x="25796" y="76"/>
                    <a:pt x="19075" y="76"/>
                  </a:cubicBezTo>
                  <a:cubicBezTo>
                    <a:pt x="12026" y="76"/>
                    <a:pt x="8256" y="5312"/>
                    <a:pt x="6125" y="9197"/>
                  </a:cubicBezTo>
                  <a:cubicBezTo>
                    <a:pt x="2518" y="15446"/>
                    <a:pt x="223" y="25073"/>
                    <a:pt x="223" y="25917"/>
                  </a:cubicBezTo>
                  <a:cubicBezTo>
                    <a:pt x="223" y="28113"/>
                    <a:pt x="2518" y="28113"/>
                    <a:pt x="3010" y="28113"/>
                  </a:cubicBezTo>
                  <a:cubicBezTo>
                    <a:pt x="5305" y="28113"/>
                    <a:pt x="5469" y="27606"/>
                    <a:pt x="6617" y="23046"/>
                  </a:cubicBezTo>
                  <a:cubicBezTo>
                    <a:pt x="9075" y="13081"/>
                    <a:pt x="12190" y="4805"/>
                    <a:pt x="18583" y="4805"/>
                  </a:cubicBezTo>
                  <a:cubicBezTo>
                    <a:pt x="22845" y="4805"/>
                    <a:pt x="23993" y="8521"/>
                    <a:pt x="23993" y="13081"/>
                  </a:cubicBezTo>
                  <a:cubicBezTo>
                    <a:pt x="23993" y="16290"/>
                    <a:pt x="22518" y="22539"/>
                    <a:pt x="21370" y="27100"/>
                  </a:cubicBezTo>
                  <a:cubicBezTo>
                    <a:pt x="20223" y="31660"/>
                    <a:pt x="18583" y="38584"/>
                    <a:pt x="17764" y="42300"/>
                  </a:cubicBezTo>
                  <a:lnTo>
                    <a:pt x="12518" y="639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8" name="Freeform: Shape 57">
              <a:extLst>
                <a:ext uri="{FF2B5EF4-FFF2-40B4-BE49-F238E27FC236}">
                  <a16:creationId xmlns:a16="http://schemas.microsoft.com/office/drawing/2014/main" id="{763D6786-836C-734A-8B0A-99D760D22969}"/>
                </a:ext>
              </a:extLst>
            </p:cNvPr>
            <p:cNvSpPr/>
            <p:nvPr>
              <p:custDataLst>
                <p:tags r:id="rId18"/>
              </p:custDataLst>
            </p:nvPr>
          </p:nvSpPr>
          <p:spPr>
            <a:xfrm>
              <a:off x="7570437" y="4742366"/>
              <a:ext cx="155731" cy="56459"/>
            </a:xfrm>
            <a:custGeom>
              <a:avLst/>
              <a:gdLst>
                <a:gd name="connsiteX0" fmla="*/ 148001 w 155731"/>
                <a:gd name="connsiteY0" fmla="*/ 9726 h 56459"/>
                <a:gd name="connsiteX1" fmla="*/ 155963 w 155731"/>
                <a:gd name="connsiteY1" fmla="*/ 4900 h 56459"/>
                <a:gd name="connsiteX2" fmla="*/ 148235 w 155731"/>
                <a:gd name="connsiteY2" fmla="*/ 75 h 56459"/>
                <a:gd name="connsiteX3" fmla="*/ 7960 w 155731"/>
                <a:gd name="connsiteY3" fmla="*/ 75 h 56459"/>
                <a:gd name="connsiteX4" fmla="*/ 232 w 155731"/>
                <a:gd name="connsiteY4" fmla="*/ 4900 h 56459"/>
                <a:gd name="connsiteX5" fmla="*/ 8194 w 155731"/>
                <a:gd name="connsiteY5" fmla="*/ 9726 h 56459"/>
                <a:gd name="connsiteX6" fmla="*/ 148001 w 155731"/>
                <a:gd name="connsiteY6" fmla="*/ 9726 h 56459"/>
                <a:gd name="connsiteX7" fmla="*/ 148235 w 155731"/>
                <a:gd name="connsiteY7" fmla="*/ 56534 h 56459"/>
                <a:gd name="connsiteX8" fmla="*/ 155963 w 155731"/>
                <a:gd name="connsiteY8" fmla="*/ 51709 h 56459"/>
                <a:gd name="connsiteX9" fmla="*/ 148001 w 155731"/>
                <a:gd name="connsiteY9" fmla="*/ 46883 h 56459"/>
                <a:gd name="connsiteX10" fmla="*/ 8194 w 155731"/>
                <a:gd name="connsiteY10" fmla="*/ 46883 h 56459"/>
                <a:gd name="connsiteX11" fmla="*/ 232 w 155731"/>
                <a:gd name="connsiteY11" fmla="*/ 51709 h 56459"/>
                <a:gd name="connsiteX12" fmla="*/ 7960 w 155731"/>
                <a:gd name="connsiteY12" fmla="*/ 56534 h 56459"/>
                <a:gd name="connsiteX13" fmla="*/ 148235 w 155731"/>
                <a:gd name="connsiteY13" fmla="*/ 56534 h 5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5731" h="56459">
                  <a:moveTo>
                    <a:pt x="148001" y="9726"/>
                  </a:moveTo>
                  <a:cubicBezTo>
                    <a:pt x="151514" y="9726"/>
                    <a:pt x="155963" y="9726"/>
                    <a:pt x="155963" y="4900"/>
                  </a:cubicBezTo>
                  <a:cubicBezTo>
                    <a:pt x="155963" y="75"/>
                    <a:pt x="151514" y="75"/>
                    <a:pt x="148235" y="75"/>
                  </a:cubicBezTo>
                  <a:lnTo>
                    <a:pt x="7960" y="75"/>
                  </a:lnTo>
                  <a:cubicBezTo>
                    <a:pt x="4681" y="75"/>
                    <a:pt x="232" y="75"/>
                    <a:pt x="232" y="4900"/>
                  </a:cubicBezTo>
                  <a:cubicBezTo>
                    <a:pt x="232" y="9726"/>
                    <a:pt x="4681" y="9726"/>
                    <a:pt x="8194" y="9726"/>
                  </a:cubicBezTo>
                  <a:lnTo>
                    <a:pt x="148001" y="9726"/>
                  </a:lnTo>
                  <a:close/>
                  <a:moveTo>
                    <a:pt x="148235" y="56534"/>
                  </a:moveTo>
                  <a:cubicBezTo>
                    <a:pt x="151514" y="56534"/>
                    <a:pt x="155963" y="56534"/>
                    <a:pt x="155963" y="51709"/>
                  </a:cubicBezTo>
                  <a:cubicBezTo>
                    <a:pt x="155963" y="46883"/>
                    <a:pt x="151514" y="46883"/>
                    <a:pt x="148001" y="46883"/>
                  </a:cubicBezTo>
                  <a:lnTo>
                    <a:pt x="8194" y="46883"/>
                  </a:lnTo>
                  <a:cubicBezTo>
                    <a:pt x="4681" y="46883"/>
                    <a:pt x="232" y="46883"/>
                    <a:pt x="232" y="51709"/>
                  </a:cubicBezTo>
                  <a:cubicBezTo>
                    <a:pt x="232" y="56534"/>
                    <a:pt x="4681" y="56534"/>
                    <a:pt x="7960" y="56534"/>
                  </a:cubicBezTo>
                  <a:lnTo>
                    <a:pt x="148235" y="5653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 name="Freeform: Shape 58">
              <a:extLst>
                <a:ext uri="{FF2B5EF4-FFF2-40B4-BE49-F238E27FC236}">
                  <a16:creationId xmlns:a16="http://schemas.microsoft.com/office/drawing/2014/main" id="{9D869BFE-C114-6D95-78FD-B89B261AF225}"/>
                </a:ext>
              </a:extLst>
            </p:cNvPr>
            <p:cNvSpPr/>
            <p:nvPr>
              <p:custDataLst>
                <p:tags r:id="rId19"/>
              </p:custDataLst>
            </p:nvPr>
          </p:nvSpPr>
          <p:spPr>
            <a:xfrm>
              <a:off x="7814117" y="4724270"/>
              <a:ext cx="131376" cy="109299"/>
            </a:xfrm>
            <a:custGeom>
              <a:avLst/>
              <a:gdLst>
                <a:gd name="connsiteX0" fmla="*/ 102346 w 131376"/>
                <a:gd name="connsiteY0" fmla="*/ 49778 h 109299"/>
                <a:gd name="connsiteX1" fmla="*/ 63237 w 131376"/>
                <a:gd name="connsiteY1" fmla="*/ 75 h 109299"/>
                <a:gd name="connsiteX2" fmla="*/ 242 w 131376"/>
                <a:gd name="connsiteY2" fmla="*/ 68598 h 109299"/>
                <a:gd name="connsiteX3" fmla="*/ 38180 w 131376"/>
                <a:gd name="connsiteY3" fmla="*/ 109374 h 109299"/>
                <a:gd name="connsiteX4" fmla="*/ 87592 w 131376"/>
                <a:gd name="connsiteY4" fmla="*/ 89107 h 109299"/>
                <a:gd name="connsiteX5" fmla="*/ 108903 w 131376"/>
                <a:gd name="connsiteY5" fmla="*/ 109374 h 109299"/>
                <a:gd name="connsiteX6" fmla="*/ 128574 w 131376"/>
                <a:gd name="connsiteY6" fmla="*/ 92244 h 109299"/>
                <a:gd name="connsiteX7" fmla="*/ 125764 w 131376"/>
                <a:gd name="connsiteY7" fmla="*/ 89831 h 109299"/>
                <a:gd name="connsiteX8" fmla="*/ 122720 w 131376"/>
                <a:gd name="connsiteY8" fmla="*/ 92244 h 109299"/>
                <a:gd name="connsiteX9" fmla="*/ 109606 w 131376"/>
                <a:gd name="connsiteY9" fmla="*/ 104066 h 109299"/>
                <a:gd name="connsiteX10" fmla="*/ 102346 w 131376"/>
                <a:gd name="connsiteY10" fmla="*/ 79456 h 109299"/>
                <a:gd name="connsiteX11" fmla="*/ 104688 w 131376"/>
                <a:gd name="connsiteY11" fmla="*/ 71011 h 109299"/>
                <a:gd name="connsiteX12" fmla="*/ 131619 w 131376"/>
                <a:gd name="connsiteY12" fmla="*/ 14310 h 109299"/>
                <a:gd name="connsiteX13" fmla="*/ 128809 w 131376"/>
                <a:gd name="connsiteY13" fmla="*/ 11897 h 109299"/>
                <a:gd name="connsiteX14" fmla="*/ 125296 w 131376"/>
                <a:gd name="connsiteY14" fmla="*/ 16964 h 109299"/>
                <a:gd name="connsiteX15" fmla="*/ 102346 w 131376"/>
                <a:gd name="connsiteY15" fmla="*/ 64738 h 109299"/>
                <a:gd name="connsiteX16" fmla="*/ 102346 w 131376"/>
                <a:gd name="connsiteY16" fmla="*/ 49778 h 109299"/>
                <a:gd name="connsiteX17" fmla="*/ 86656 w 131376"/>
                <a:gd name="connsiteY17" fmla="*/ 82834 h 109299"/>
                <a:gd name="connsiteX18" fmla="*/ 38648 w 131376"/>
                <a:gd name="connsiteY18" fmla="*/ 104066 h 109299"/>
                <a:gd name="connsiteX19" fmla="*/ 17572 w 131376"/>
                <a:gd name="connsiteY19" fmla="*/ 77767 h 109299"/>
                <a:gd name="connsiteX20" fmla="*/ 31154 w 131376"/>
                <a:gd name="connsiteY20" fmla="*/ 27581 h 109299"/>
                <a:gd name="connsiteX21" fmla="*/ 63003 w 131376"/>
                <a:gd name="connsiteY21" fmla="*/ 5383 h 109299"/>
                <a:gd name="connsiteX22" fmla="*/ 86187 w 131376"/>
                <a:gd name="connsiteY22" fmla="*/ 55810 h 109299"/>
                <a:gd name="connsiteX23" fmla="*/ 86656 w 131376"/>
                <a:gd name="connsiteY23" fmla="*/ 82834 h 10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376" h="109299">
                  <a:moveTo>
                    <a:pt x="102346" y="49778"/>
                  </a:moveTo>
                  <a:cubicBezTo>
                    <a:pt x="102346" y="11897"/>
                    <a:pt x="80567" y="75"/>
                    <a:pt x="63237" y="75"/>
                  </a:cubicBezTo>
                  <a:cubicBezTo>
                    <a:pt x="31154" y="75"/>
                    <a:pt x="242" y="34578"/>
                    <a:pt x="242" y="68598"/>
                  </a:cubicBezTo>
                  <a:cubicBezTo>
                    <a:pt x="242" y="91037"/>
                    <a:pt x="14293" y="109374"/>
                    <a:pt x="38180" y="109374"/>
                  </a:cubicBezTo>
                  <a:cubicBezTo>
                    <a:pt x="52933" y="109374"/>
                    <a:pt x="69794" y="103825"/>
                    <a:pt x="87592" y="89107"/>
                  </a:cubicBezTo>
                  <a:cubicBezTo>
                    <a:pt x="90637" y="101895"/>
                    <a:pt x="98365" y="109374"/>
                    <a:pt x="108903" y="109374"/>
                  </a:cubicBezTo>
                  <a:cubicBezTo>
                    <a:pt x="121315" y="109374"/>
                    <a:pt x="128574" y="96104"/>
                    <a:pt x="128574" y="92244"/>
                  </a:cubicBezTo>
                  <a:cubicBezTo>
                    <a:pt x="128574" y="90555"/>
                    <a:pt x="127169" y="89831"/>
                    <a:pt x="125764" y="89831"/>
                  </a:cubicBezTo>
                  <a:cubicBezTo>
                    <a:pt x="124125" y="89831"/>
                    <a:pt x="123422" y="90555"/>
                    <a:pt x="122720" y="92244"/>
                  </a:cubicBezTo>
                  <a:cubicBezTo>
                    <a:pt x="118505" y="104066"/>
                    <a:pt x="110074" y="104066"/>
                    <a:pt x="109606" y="104066"/>
                  </a:cubicBezTo>
                  <a:cubicBezTo>
                    <a:pt x="102346" y="104066"/>
                    <a:pt x="102346" y="85246"/>
                    <a:pt x="102346" y="79456"/>
                  </a:cubicBezTo>
                  <a:cubicBezTo>
                    <a:pt x="102346" y="74389"/>
                    <a:pt x="102346" y="73906"/>
                    <a:pt x="104688" y="71011"/>
                  </a:cubicBezTo>
                  <a:cubicBezTo>
                    <a:pt x="126701" y="42540"/>
                    <a:pt x="131619" y="14552"/>
                    <a:pt x="131619" y="14310"/>
                  </a:cubicBezTo>
                  <a:cubicBezTo>
                    <a:pt x="131619" y="13828"/>
                    <a:pt x="131385" y="11897"/>
                    <a:pt x="128809" y="11897"/>
                  </a:cubicBezTo>
                  <a:cubicBezTo>
                    <a:pt x="126467" y="11897"/>
                    <a:pt x="126467" y="12621"/>
                    <a:pt x="125296" y="16964"/>
                  </a:cubicBezTo>
                  <a:cubicBezTo>
                    <a:pt x="121081" y="32165"/>
                    <a:pt x="113353" y="50502"/>
                    <a:pt x="102346" y="64738"/>
                  </a:cubicBezTo>
                  <a:lnTo>
                    <a:pt x="102346" y="49778"/>
                  </a:lnTo>
                  <a:close/>
                  <a:moveTo>
                    <a:pt x="86656" y="82834"/>
                  </a:moveTo>
                  <a:cubicBezTo>
                    <a:pt x="66048" y="101412"/>
                    <a:pt x="48015" y="104066"/>
                    <a:pt x="38648" y="104066"/>
                  </a:cubicBezTo>
                  <a:cubicBezTo>
                    <a:pt x="24597" y="104066"/>
                    <a:pt x="17572" y="93209"/>
                    <a:pt x="17572" y="77767"/>
                  </a:cubicBezTo>
                  <a:cubicBezTo>
                    <a:pt x="17572" y="65944"/>
                    <a:pt x="23660" y="39886"/>
                    <a:pt x="31154" y="27581"/>
                  </a:cubicBezTo>
                  <a:cubicBezTo>
                    <a:pt x="42161" y="9967"/>
                    <a:pt x="54807" y="5383"/>
                    <a:pt x="63003" y="5383"/>
                  </a:cubicBezTo>
                  <a:cubicBezTo>
                    <a:pt x="86187" y="5383"/>
                    <a:pt x="86187" y="36991"/>
                    <a:pt x="86187" y="55810"/>
                  </a:cubicBezTo>
                  <a:cubicBezTo>
                    <a:pt x="86187" y="64738"/>
                    <a:pt x="86187" y="78732"/>
                    <a:pt x="86656" y="8283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 name="Freeform: Shape 59">
              <a:extLst>
                <a:ext uri="{FF2B5EF4-FFF2-40B4-BE49-F238E27FC236}">
                  <a16:creationId xmlns:a16="http://schemas.microsoft.com/office/drawing/2014/main" id="{011F8713-935B-4D63-23B8-D210C3318A95}"/>
                </a:ext>
              </a:extLst>
            </p:cNvPr>
            <p:cNvSpPr/>
            <p:nvPr>
              <p:custDataLst>
                <p:tags r:id="rId20"/>
              </p:custDataLst>
            </p:nvPr>
          </p:nvSpPr>
          <p:spPr>
            <a:xfrm>
              <a:off x="8020343" y="4690250"/>
              <a:ext cx="155731" cy="160692"/>
            </a:xfrm>
            <a:custGeom>
              <a:avLst/>
              <a:gdLst>
                <a:gd name="connsiteX0" fmla="*/ 82917 w 155731"/>
                <a:gd name="connsiteY0" fmla="*/ 85246 h 160692"/>
                <a:gd name="connsiteX1" fmla="*/ 148254 w 155731"/>
                <a:gd name="connsiteY1" fmla="*/ 85246 h 160692"/>
                <a:gd name="connsiteX2" fmla="*/ 155983 w 155731"/>
                <a:gd name="connsiteY2" fmla="*/ 80421 h 160692"/>
                <a:gd name="connsiteX3" fmla="*/ 148254 w 155731"/>
                <a:gd name="connsiteY3" fmla="*/ 75595 h 160692"/>
                <a:gd name="connsiteX4" fmla="*/ 82917 w 155731"/>
                <a:gd name="connsiteY4" fmla="*/ 75595 h 160692"/>
                <a:gd name="connsiteX5" fmla="*/ 82917 w 155731"/>
                <a:gd name="connsiteY5" fmla="*/ 8037 h 160692"/>
                <a:gd name="connsiteX6" fmla="*/ 78234 w 155731"/>
                <a:gd name="connsiteY6" fmla="*/ 75 h 160692"/>
                <a:gd name="connsiteX7" fmla="*/ 73550 w 155731"/>
                <a:gd name="connsiteY7" fmla="*/ 8037 h 160692"/>
                <a:gd name="connsiteX8" fmla="*/ 73550 w 155731"/>
                <a:gd name="connsiteY8" fmla="*/ 75595 h 160692"/>
                <a:gd name="connsiteX9" fmla="*/ 7979 w 155731"/>
                <a:gd name="connsiteY9" fmla="*/ 75595 h 160692"/>
                <a:gd name="connsiteX10" fmla="*/ 251 w 155731"/>
                <a:gd name="connsiteY10" fmla="*/ 80421 h 160692"/>
                <a:gd name="connsiteX11" fmla="*/ 7979 w 155731"/>
                <a:gd name="connsiteY11" fmla="*/ 85246 h 160692"/>
                <a:gd name="connsiteX12" fmla="*/ 73550 w 155731"/>
                <a:gd name="connsiteY12" fmla="*/ 85246 h 160692"/>
                <a:gd name="connsiteX13" fmla="*/ 73550 w 155731"/>
                <a:gd name="connsiteY13" fmla="*/ 152805 h 160692"/>
                <a:gd name="connsiteX14" fmla="*/ 78234 w 155731"/>
                <a:gd name="connsiteY14" fmla="*/ 160767 h 160692"/>
                <a:gd name="connsiteX15" fmla="*/ 82917 w 155731"/>
                <a:gd name="connsiteY15" fmla="*/ 152805 h 160692"/>
                <a:gd name="connsiteX16" fmla="*/ 82917 w 155731"/>
                <a:gd name="connsiteY16" fmla="*/ 85246 h 160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5731" h="160692">
                  <a:moveTo>
                    <a:pt x="82917" y="85246"/>
                  </a:moveTo>
                  <a:lnTo>
                    <a:pt x="148254" y="85246"/>
                  </a:lnTo>
                  <a:cubicBezTo>
                    <a:pt x="151533" y="85246"/>
                    <a:pt x="155983" y="85246"/>
                    <a:pt x="155983" y="80421"/>
                  </a:cubicBezTo>
                  <a:cubicBezTo>
                    <a:pt x="155983" y="75595"/>
                    <a:pt x="151533" y="75595"/>
                    <a:pt x="148254" y="75595"/>
                  </a:cubicBezTo>
                  <a:lnTo>
                    <a:pt x="82917" y="75595"/>
                  </a:lnTo>
                  <a:lnTo>
                    <a:pt x="82917" y="8037"/>
                  </a:lnTo>
                  <a:cubicBezTo>
                    <a:pt x="82917" y="4659"/>
                    <a:pt x="82917" y="75"/>
                    <a:pt x="78234" y="75"/>
                  </a:cubicBezTo>
                  <a:cubicBezTo>
                    <a:pt x="73550" y="75"/>
                    <a:pt x="73550" y="4659"/>
                    <a:pt x="73550" y="8037"/>
                  </a:cubicBezTo>
                  <a:lnTo>
                    <a:pt x="73550" y="75595"/>
                  </a:lnTo>
                  <a:lnTo>
                    <a:pt x="7979" y="75595"/>
                  </a:lnTo>
                  <a:cubicBezTo>
                    <a:pt x="4700" y="75595"/>
                    <a:pt x="251" y="75595"/>
                    <a:pt x="251" y="80421"/>
                  </a:cubicBezTo>
                  <a:cubicBezTo>
                    <a:pt x="251" y="85246"/>
                    <a:pt x="4700" y="85246"/>
                    <a:pt x="7979" y="85246"/>
                  </a:cubicBezTo>
                  <a:lnTo>
                    <a:pt x="73550" y="85246"/>
                  </a:lnTo>
                  <a:lnTo>
                    <a:pt x="73550" y="152805"/>
                  </a:lnTo>
                  <a:cubicBezTo>
                    <a:pt x="73550" y="156183"/>
                    <a:pt x="73550" y="160767"/>
                    <a:pt x="78234" y="160767"/>
                  </a:cubicBezTo>
                  <a:cubicBezTo>
                    <a:pt x="82917" y="160767"/>
                    <a:pt x="82917" y="156183"/>
                    <a:pt x="82917" y="152805"/>
                  </a:cubicBezTo>
                  <a:lnTo>
                    <a:pt x="82917" y="8524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 name="Freeform: Shape 60">
              <a:extLst>
                <a:ext uri="{FF2B5EF4-FFF2-40B4-BE49-F238E27FC236}">
                  <a16:creationId xmlns:a16="http://schemas.microsoft.com/office/drawing/2014/main" id="{4D713B52-0E6C-E56A-373D-76D72B863A62}"/>
                </a:ext>
              </a:extLst>
            </p:cNvPr>
            <p:cNvSpPr/>
            <p:nvPr>
              <p:custDataLst>
                <p:tags r:id="rId21"/>
              </p:custDataLst>
            </p:nvPr>
          </p:nvSpPr>
          <p:spPr>
            <a:xfrm>
              <a:off x="8248407" y="4660572"/>
              <a:ext cx="127659" cy="217151"/>
            </a:xfrm>
            <a:custGeom>
              <a:avLst/>
              <a:gdLst>
                <a:gd name="connsiteX0" fmla="*/ 127920 w 127659"/>
                <a:gd name="connsiteY0" fmla="*/ 33130 h 217151"/>
                <a:gd name="connsiteX1" fmla="*/ 96071 w 127659"/>
                <a:gd name="connsiteY1" fmla="*/ 75 h 217151"/>
                <a:gd name="connsiteX2" fmla="*/ 67735 w 127659"/>
                <a:gd name="connsiteY2" fmla="*/ 10208 h 217151"/>
                <a:gd name="connsiteX3" fmla="*/ 37525 w 127659"/>
                <a:gd name="connsiteY3" fmla="*/ 61601 h 217151"/>
                <a:gd name="connsiteX4" fmla="*/ 290 w 127659"/>
                <a:gd name="connsiteY4" fmla="*/ 214814 h 217151"/>
                <a:gd name="connsiteX5" fmla="*/ 3101 w 127659"/>
                <a:gd name="connsiteY5" fmla="*/ 217227 h 217151"/>
                <a:gd name="connsiteX6" fmla="*/ 5911 w 127659"/>
                <a:gd name="connsiteY6" fmla="*/ 216020 h 217151"/>
                <a:gd name="connsiteX7" fmla="*/ 22304 w 127659"/>
                <a:gd name="connsiteY7" fmla="*/ 149427 h 217151"/>
                <a:gd name="connsiteX8" fmla="*/ 54152 w 127659"/>
                <a:gd name="connsiteY8" fmla="*/ 172831 h 217151"/>
                <a:gd name="connsiteX9" fmla="*/ 99350 w 127659"/>
                <a:gd name="connsiteY9" fmla="*/ 153770 h 217151"/>
                <a:gd name="connsiteX10" fmla="*/ 118084 w 127659"/>
                <a:gd name="connsiteY10" fmla="*/ 109374 h 217151"/>
                <a:gd name="connsiteX11" fmla="*/ 100989 w 127659"/>
                <a:gd name="connsiteY11" fmla="*/ 73424 h 217151"/>
                <a:gd name="connsiteX12" fmla="*/ 127920 w 127659"/>
                <a:gd name="connsiteY12" fmla="*/ 33130 h 217151"/>
                <a:gd name="connsiteX13" fmla="*/ 85767 w 127659"/>
                <a:gd name="connsiteY13" fmla="*/ 73182 h 217151"/>
                <a:gd name="connsiteX14" fmla="*/ 74526 w 127659"/>
                <a:gd name="connsiteY14" fmla="*/ 74871 h 217151"/>
                <a:gd name="connsiteX15" fmla="*/ 64222 w 127659"/>
                <a:gd name="connsiteY15" fmla="*/ 73906 h 217151"/>
                <a:gd name="connsiteX16" fmla="*/ 75697 w 127659"/>
                <a:gd name="connsiteY16" fmla="*/ 71976 h 217151"/>
                <a:gd name="connsiteX17" fmla="*/ 85767 w 127659"/>
                <a:gd name="connsiteY17" fmla="*/ 73182 h 217151"/>
                <a:gd name="connsiteX18" fmla="*/ 114806 w 127659"/>
                <a:gd name="connsiteY18" fmla="*/ 27581 h 217151"/>
                <a:gd name="connsiteX19" fmla="*/ 93729 w 127659"/>
                <a:gd name="connsiteY19" fmla="*/ 69322 h 217151"/>
                <a:gd name="connsiteX20" fmla="*/ 75697 w 127659"/>
                <a:gd name="connsiteY20" fmla="*/ 66427 h 217151"/>
                <a:gd name="connsiteX21" fmla="*/ 57665 w 127659"/>
                <a:gd name="connsiteY21" fmla="*/ 74148 h 217151"/>
                <a:gd name="connsiteX22" fmla="*/ 73824 w 127659"/>
                <a:gd name="connsiteY22" fmla="*/ 80180 h 217151"/>
                <a:gd name="connsiteX23" fmla="*/ 93027 w 127659"/>
                <a:gd name="connsiteY23" fmla="*/ 77043 h 217151"/>
                <a:gd name="connsiteX24" fmla="*/ 103331 w 127659"/>
                <a:gd name="connsiteY24" fmla="*/ 104308 h 217151"/>
                <a:gd name="connsiteX25" fmla="*/ 91622 w 127659"/>
                <a:gd name="connsiteY25" fmla="*/ 145808 h 217151"/>
                <a:gd name="connsiteX26" fmla="*/ 53450 w 127659"/>
                <a:gd name="connsiteY26" fmla="*/ 167523 h 217151"/>
                <a:gd name="connsiteX27" fmla="*/ 26753 w 127659"/>
                <a:gd name="connsiteY27" fmla="*/ 136398 h 217151"/>
                <a:gd name="connsiteX28" fmla="*/ 27924 w 127659"/>
                <a:gd name="connsiteY28" fmla="*/ 125781 h 217151"/>
                <a:gd name="connsiteX29" fmla="*/ 42912 w 127659"/>
                <a:gd name="connsiteY29" fmla="*/ 64738 h 217151"/>
                <a:gd name="connsiteX30" fmla="*/ 93027 w 127659"/>
                <a:gd name="connsiteY30" fmla="*/ 5624 h 217151"/>
                <a:gd name="connsiteX31" fmla="*/ 114806 w 127659"/>
                <a:gd name="connsiteY31" fmla="*/ 27581 h 21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7659" h="217151">
                  <a:moveTo>
                    <a:pt x="127920" y="33130"/>
                  </a:moveTo>
                  <a:cubicBezTo>
                    <a:pt x="127920" y="15034"/>
                    <a:pt x="115040" y="75"/>
                    <a:pt x="96071" y="75"/>
                  </a:cubicBezTo>
                  <a:cubicBezTo>
                    <a:pt x="82489" y="75"/>
                    <a:pt x="75932" y="3935"/>
                    <a:pt x="67735" y="10208"/>
                  </a:cubicBezTo>
                  <a:cubicBezTo>
                    <a:pt x="54855" y="19860"/>
                    <a:pt x="41975" y="43264"/>
                    <a:pt x="37525" y="61601"/>
                  </a:cubicBezTo>
                  <a:lnTo>
                    <a:pt x="290" y="214814"/>
                  </a:lnTo>
                  <a:cubicBezTo>
                    <a:pt x="56" y="215779"/>
                    <a:pt x="1227" y="217227"/>
                    <a:pt x="3101" y="217227"/>
                  </a:cubicBezTo>
                  <a:cubicBezTo>
                    <a:pt x="4974" y="217227"/>
                    <a:pt x="5677" y="216744"/>
                    <a:pt x="5911" y="216020"/>
                  </a:cubicBezTo>
                  <a:lnTo>
                    <a:pt x="22304" y="149427"/>
                  </a:lnTo>
                  <a:cubicBezTo>
                    <a:pt x="26753" y="163904"/>
                    <a:pt x="37057" y="172831"/>
                    <a:pt x="54152" y="172831"/>
                  </a:cubicBezTo>
                  <a:cubicBezTo>
                    <a:pt x="71248" y="172831"/>
                    <a:pt x="88812" y="164386"/>
                    <a:pt x="99350" y="153770"/>
                  </a:cubicBezTo>
                  <a:cubicBezTo>
                    <a:pt x="110591" y="142671"/>
                    <a:pt x="118084" y="127229"/>
                    <a:pt x="118084" y="109374"/>
                  </a:cubicBezTo>
                  <a:cubicBezTo>
                    <a:pt x="118084" y="92002"/>
                    <a:pt x="109420" y="79456"/>
                    <a:pt x="100989" y="73424"/>
                  </a:cubicBezTo>
                  <a:cubicBezTo>
                    <a:pt x="114572" y="65462"/>
                    <a:pt x="127920" y="50502"/>
                    <a:pt x="127920" y="33130"/>
                  </a:cubicBezTo>
                  <a:close/>
                  <a:moveTo>
                    <a:pt x="85767" y="73182"/>
                  </a:moveTo>
                  <a:cubicBezTo>
                    <a:pt x="82723" y="74389"/>
                    <a:pt x="80147" y="74871"/>
                    <a:pt x="74526" y="74871"/>
                  </a:cubicBezTo>
                  <a:cubicBezTo>
                    <a:pt x="71248" y="74871"/>
                    <a:pt x="66564" y="75113"/>
                    <a:pt x="64222" y="73906"/>
                  </a:cubicBezTo>
                  <a:cubicBezTo>
                    <a:pt x="64691" y="71494"/>
                    <a:pt x="73121" y="71976"/>
                    <a:pt x="75697" y="71976"/>
                  </a:cubicBezTo>
                  <a:cubicBezTo>
                    <a:pt x="80615" y="71976"/>
                    <a:pt x="82723" y="71976"/>
                    <a:pt x="85767" y="73182"/>
                  </a:cubicBezTo>
                  <a:close/>
                  <a:moveTo>
                    <a:pt x="114806" y="27581"/>
                  </a:moveTo>
                  <a:cubicBezTo>
                    <a:pt x="114806" y="44470"/>
                    <a:pt x="105907" y="61842"/>
                    <a:pt x="93729" y="69322"/>
                  </a:cubicBezTo>
                  <a:cubicBezTo>
                    <a:pt x="87406" y="66909"/>
                    <a:pt x="82723" y="66427"/>
                    <a:pt x="75697" y="66427"/>
                  </a:cubicBezTo>
                  <a:cubicBezTo>
                    <a:pt x="70779" y="66427"/>
                    <a:pt x="57665" y="66185"/>
                    <a:pt x="57665" y="74148"/>
                  </a:cubicBezTo>
                  <a:cubicBezTo>
                    <a:pt x="57431" y="80903"/>
                    <a:pt x="69609" y="80180"/>
                    <a:pt x="73824" y="80180"/>
                  </a:cubicBezTo>
                  <a:cubicBezTo>
                    <a:pt x="82489" y="80180"/>
                    <a:pt x="86001" y="79938"/>
                    <a:pt x="93027" y="77043"/>
                  </a:cubicBezTo>
                  <a:cubicBezTo>
                    <a:pt x="101926" y="85729"/>
                    <a:pt x="103097" y="93209"/>
                    <a:pt x="103331" y="104308"/>
                  </a:cubicBezTo>
                  <a:cubicBezTo>
                    <a:pt x="103799" y="118302"/>
                    <a:pt x="98179" y="136398"/>
                    <a:pt x="91622" y="145808"/>
                  </a:cubicBezTo>
                  <a:cubicBezTo>
                    <a:pt x="82489" y="158837"/>
                    <a:pt x="66798" y="167523"/>
                    <a:pt x="53450" y="167523"/>
                  </a:cubicBezTo>
                  <a:cubicBezTo>
                    <a:pt x="35652" y="167523"/>
                    <a:pt x="26753" y="153529"/>
                    <a:pt x="26753" y="136398"/>
                  </a:cubicBezTo>
                  <a:cubicBezTo>
                    <a:pt x="26753" y="133985"/>
                    <a:pt x="26753" y="130366"/>
                    <a:pt x="27924" y="125781"/>
                  </a:cubicBezTo>
                  <a:lnTo>
                    <a:pt x="42912" y="64738"/>
                  </a:lnTo>
                  <a:cubicBezTo>
                    <a:pt x="48064" y="43988"/>
                    <a:pt x="64925" y="5624"/>
                    <a:pt x="93027" y="5624"/>
                  </a:cubicBezTo>
                  <a:cubicBezTo>
                    <a:pt x="106609" y="5624"/>
                    <a:pt x="114806" y="13104"/>
                    <a:pt x="114806" y="2758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 name="Freeform: Shape 61">
              <a:extLst>
                <a:ext uri="{FF2B5EF4-FFF2-40B4-BE49-F238E27FC236}">
                  <a16:creationId xmlns:a16="http://schemas.microsoft.com/office/drawing/2014/main" id="{DEBC6403-FBA2-B4A0-28C8-1529E9BE3CE6}"/>
                </a:ext>
              </a:extLst>
            </p:cNvPr>
            <p:cNvSpPr/>
            <p:nvPr>
              <p:custDataLst>
                <p:tags r:id="rId22"/>
              </p:custDataLst>
            </p:nvPr>
          </p:nvSpPr>
          <p:spPr>
            <a:xfrm>
              <a:off x="8398853" y="4614079"/>
              <a:ext cx="121142" cy="117213"/>
            </a:xfrm>
            <a:custGeom>
              <a:avLst/>
              <a:gdLst>
                <a:gd name="connsiteX0" fmla="*/ 64855 w 121142"/>
                <a:gd name="connsiteY0" fmla="*/ 8347 h 117213"/>
                <a:gd name="connsiteX1" fmla="*/ 114853 w 121142"/>
                <a:gd name="connsiteY1" fmla="*/ 8347 h 117213"/>
                <a:gd name="connsiteX2" fmla="*/ 121410 w 121142"/>
                <a:gd name="connsiteY2" fmla="*/ 4293 h 117213"/>
                <a:gd name="connsiteX3" fmla="*/ 114853 w 121142"/>
                <a:gd name="connsiteY3" fmla="*/ 71 h 117213"/>
                <a:gd name="connsiteX4" fmla="*/ 6824 w 121142"/>
                <a:gd name="connsiteY4" fmla="*/ 71 h 117213"/>
                <a:gd name="connsiteX5" fmla="*/ 267 w 121142"/>
                <a:gd name="connsiteY5" fmla="*/ 4124 h 117213"/>
                <a:gd name="connsiteX6" fmla="*/ 6824 w 121142"/>
                <a:gd name="connsiteY6" fmla="*/ 8347 h 117213"/>
                <a:gd name="connsiteX7" fmla="*/ 56822 w 121142"/>
                <a:gd name="connsiteY7" fmla="*/ 8347 h 117213"/>
                <a:gd name="connsiteX8" fmla="*/ 56822 w 121142"/>
                <a:gd name="connsiteY8" fmla="*/ 110697 h 117213"/>
                <a:gd name="connsiteX9" fmla="*/ 60920 w 121142"/>
                <a:gd name="connsiteY9" fmla="*/ 117284 h 117213"/>
                <a:gd name="connsiteX10" fmla="*/ 64855 w 121142"/>
                <a:gd name="connsiteY10" fmla="*/ 110697 h 117213"/>
                <a:gd name="connsiteX11" fmla="*/ 64855 w 121142"/>
                <a:gd name="connsiteY11" fmla="*/ 8347 h 11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142" h="117213">
                  <a:moveTo>
                    <a:pt x="64855" y="8347"/>
                  </a:moveTo>
                  <a:lnTo>
                    <a:pt x="114853" y="8347"/>
                  </a:lnTo>
                  <a:cubicBezTo>
                    <a:pt x="117475" y="8347"/>
                    <a:pt x="121410" y="8347"/>
                    <a:pt x="121410" y="4293"/>
                  </a:cubicBezTo>
                  <a:cubicBezTo>
                    <a:pt x="121410" y="71"/>
                    <a:pt x="117639" y="71"/>
                    <a:pt x="114853" y="71"/>
                  </a:cubicBezTo>
                  <a:lnTo>
                    <a:pt x="6824" y="71"/>
                  </a:lnTo>
                  <a:cubicBezTo>
                    <a:pt x="4365" y="71"/>
                    <a:pt x="267" y="71"/>
                    <a:pt x="267" y="4124"/>
                  </a:cubicBezTo>
                  <a:cubicBezTo>
                    <a:pt x="267" y="8347"/>
                    <a:pt x="4037" y="8347"/>
                    <a:pt x="6824" y="8347"/>
                  </a:cubicBezTo>
                  <a:lnTo>
                    <a:pt x="56822" y="8347"/>
                  </a:lnTo>
                  <a:lnTo>
                    <a:pt x="56822" y="110697"/>
                  </a:lnTo>
                  <a:cubicBezTo>
                    <a:pt x="56822" y="113400"/>
                    <a:pt x="56822" y="117284"/>
                    <a:pt x="60920" y="117284"/>
                  </a:cubicBezTo>
                  <a:cubicBezTo>
                    <a:pt x="64855" y="117284"/>
                    <a:pt x="64855" y="113231"/>
                    <a:pt x="64855" y="110697"/>
                  </a:cubicBezTo>
                  <a:lnTo>
                    <a:pt x="64855" y="834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 name="Freeform: Shape 62">
              <a:extLst>
                <a:ext uri="{FF2B5EF4-FFF2-40B4-BE49-F238E27FC236}">
                  <a16:creationId xmlns:a16="http://schemas.microsoft.com/office/drawing/2014/main" id="{F1A69B18-B43A-B8D2-1ACD-C9B3FE53A891}"/>
                </a:ext>
              </a:extLst>
            </p:cNvPr>
            <p:cNvSpPr/>
            <p:nvPr>
              <p:custDataLst>
                <p:tags r:id="rId23"/>
              </p:custDataLst>
            </p:nvPr>
          </p:nvSpPr>
          <p:spPr>
            <a:xfrm>
              <a:off x="8551096" y="4724270"/>
              <a:ext cx="116623" cy="109299"/>
            </a:xfrm>
            <a:custGeom>
              <a:avLst/>
              <a:gdLst>
                <a:gd name="connsiteX0" fmla="*/ 71699 w 116623"/>
                <a:gd name="connsiteY0" fmla="*/ 33854 h 109299"/>
                <a:gd name="connsiteX1" fmla="*/ 94884 w 116623"/>
                <a:gd name="connsiteY1" fmla="*/ 5383 h 109299"/>
                <a:gd name="connsiteX2" fmla="*/ 106593 w 116623"/>
                <a:gd name="connsiteY2" fmla="*/ 8520 h 109299"/>
                <a:gd name="connsiteX3" fmla="*/ 95352 w 116623"/>
                <a:gd name="connsiteY3" fmla="*/ 21549 h 109299"/>
                <a:gd name="connsiteX4" fmla="*/ 104251 w 116623"/>
                <a:gd name="connsiteY4" fmla="*/ 29993 h 109299"/>
                <a:gd name="connsiteX5" fmla="*/ 116897 w 116623"/>
                <a:gd name="connsiteY5" fmla="*/ 15999 h 109299"/>
                <a:gd name="connsiteX6" fmla="*/ 95118 w 116623"/>
                <a:gd name="connsiteY6" fmla="*/ 75 h 109299"/>
                <a:gd name="connsiteX7" fmla="*/ 70528 w 116623"/>
                <a:gd name="connsiteY7" fmla="*/ 18412 h 109299"/>
                <a:gd name="connsiteX8" fmla="*/ 45237 w 116623"/>
                <a:gd name="connsiteY8" fmla="*/ 75 h 109299"/>
                <a:gd name="connsiteX9" fmla="*/ 7533 w 116623"/>
                <a:gd name="connsiteY9" fmla="*/ 37232 h 109299"/>
                <a:gd name="connsiteX10" fmla="*/ 10343 w 116623"/>
                <a:gd name="connsiteY10" fmla="*/ 39645 h 109299"/>
                <a:gd name="connsiteX11" fmla="*/ 13388 w 116623"/>
                <a:gd name="connsiteY11" fmla="*/ 36991 h 109299"/>
                <a:gd name="connsiteX12" fmla="*/ 44768 w 116623"/>
                <a:gd name="connsiteY12" fmla="*/ 5383 h 109299"/>
                <a:gd name="connsiteX13" fmla="*/ 57414 w 116623"/>
                <a:gd name="connsiteY13" fmla="*/ 21549 h 109299"/>
                <a:gd name="connsiteX14" fmla="*/ 44768 w 116623"/>
                <a:gd name="connsiteY14" fmla="*/ 78973 h 109299"/>
                <a:gd name="connsiteX15" fmla="*/ 22521 w 116623"/>
                <a:gd name="connsiteY15" fmla="*/ 104066 h 109299"/>
                <a:gd name="connsiteX16" fmla="*/ 10812 w 116623"/>
                <a:gd name="connsiteY16" fmla="*/ 100930 h 109299"/>
                <a:gd name="connsiteX17" fmla="*/ 21818 w 116623"/>
                <a:gd name="connsiteY17" fmla="*/ 87901 h 109299"/>
                <a:gd name="connsiteX18" fmla="*/ 13154 w 116623"/>
                <a:gd name="connsiteY18" fmla="*/ 79456 h 109299"/>
                <a:gd name="connsiteX19" fmla="*/ 274 w 116623"/>
                <a:gd name="connsiteY19" fmla="*/ 93450 h 109299"/>
                <a:gd name="connsiteX20" fmla="*/ 22287 w 116623"/>
                <a:gd name="connsiteY20" fmla="*/ 109374 h 109299"/>
                <a:gd name="connsiteX21" fmla="*/ 46876 w 116623"/>
                <a:gd name="connsiteY21" fmla="*/ 91037 h 109299"/>
                <a:gd name="connsiteX22" fmla="*/ 72168 w 116623"/>
                <a:gd name="connsiteY22" fmla="*/ 109374 h 109299"/>
                <a:gd name="connsiteX23" fmla="*/ 109637 w 116623"/>
                <a:gd name="connsiteY23" fmla="*/ 72217 h 109299"/>
                <a:gd name="connsiteX24" fmla="*/ 106827 w 116623"/>
                <a:gd name="connsiteY24" fmla="*/ 69805 h 109299"/>
                <a:gd name="connsiteX25" fmla="*/ 103782 w 116623"/>
                <a:gd name="connsiteY25" fmla="*/ 72459 h 109299"/>
                <a:gd name="connsiteX26" fmla="*/ 72636 w 116623"/>
                <a:gd name="connsiteY26" fmla="*/ 104066 h 109299"/>
                <a:gd name="connsiteX27" fmla="*/ 59756 w 116623"/>
                <a:gd name="connsiteY27" fmla="*/ 88142 h 109299"/>
                <a:gd name="connsiteX28" fmla="*/ 63737 w 116623"/>
                <a:gd name="connsiteY28" fmla="*/ 66909 h 109299"/>
                <a:gd name="connsiteX29" fmla="*/ 71699 w 116623"/>
                <a:gd name="connsiteY29" fmla="*/ 33854 h 10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6623" h="109299">
                  <a:moveTo>
                    <a:pt x="71699" y="33854"/>
                  </a:moveTo>
                  <a:cubicBezTo>
                    <a:pt x="73104" y="27581"/>
                    <a:pt x="78491" y="5383"/>
                    <a:pt x="94884" y="5383"/>
                  </a:cubicBezTo>
                  <a:cubicBezTo>
                    <a:pt x="96054" y="5383"/>
                    <a:pt x="101675" y="5383"/>
                    <a:pt x="106593" y="8520"/>
                  </a:cubicBezTo>
                  <a:cubicBezTo>
                    <a:pt x="100036" y="9726"/>
                    <a:pt x="95352" y="15758"/>
                    <a:pt x="95352" y="21549"/>
                  </a:cubicBezTo>
                  <a:cubicBezTo>
                    <a:pt x="95352" y="25409"/>
                    <a:pt x="97928" y="29993"/>
                    <a:pt x="104251" y="29993"/>
                  </a:cubicBezTo>
                  <a:cubicBezTo>
                    <a:pt x="109403" y="29993"/>
                    <a:pt x="116897" y="25650"/>
                    <a:pt x="116897" y="15999"/>
                  </a:cubicBezTo>
                  <a:cubicBezTo>
                    <a:pt x="116897" y="3453"/>
                    <a:pt x="103080" y="75"/>
                    <a:pt x="95118" y="75"/>
                  </a:cubicBezTo>
                  <a:cubicBezTo>
                    <a:pt x="81535" y="75"/>
                    <a:pt x="73339" y="12863"/>
                    <a:pt x="70528" y="18412"/>
                  </a:cubicBezTo>
                  <a:cubicBezTo>
                    <a:pt x="64674" y="2488"/>
                    <a:pt x="52028" y="75"/>
                    <a:pt x="45237" y="75"/>
                  </a:cubicBezTo>
                  <a:cubicBezTo>
                    <a:pt x="20882" y="75"/>
                    <a:pt x="7533" y="31200"/>
                    <a:pt x="7533" y="37232"/>
                  </a:cubicBezTo>
                  <a:cubicBezTo>
                    <a:pt x="7533" y="39645"/>
                    <a:pt x="9875" y="39645"/>
                    <a:pt x="10343" y="39645"/>
                  </a:cubicBezTo>
                  <a:cubicBezTo>
                    <a:pt x="12217" y="39645"/>
                    <a:pt x="12919" y="39162"/>
                    <a:pt x="13388" y="36991"/>
                  </a:cubicBezTo>
                  <a:cubicBezTo>
                    <a:pt x="21350" y="11415"/>
                    <a:pt x="36806" y="5383"/>
                    <a:pt x="44768" y="5383"/>
                  </a:cubicBezTo>
                  <a:cubicBezTo>
                    <a:pt x="49218" y="5383"/>
                    <a:pt x="57414" y="7554"/>
                    <a:pt x="57414" y="21549"/>
                  </a:cubicBezTo>
                  <a:cubicBezTo>
                    <a:pt x="57414" y="29028"/>
                    <a:pt x="53433" y="45194"/>
                    <a:pt x="44768" y="78973"/>
                  </a:cubicBezTo>
                  <a:cubicBezTo>
                    <a:pt x="41021" y="93933"/>
                    <a:pt x="32825" y="104066"/>
                    <a:pt x="22521" y="104066"/>
                  </a:cubicBezTo>
                  <a:cubicBezTo>
                    <a:pt x="21116" y="104066"/>
                    <a:pt x="15730" y="104066"/>
                    <a:pt x="10812" y="100930"/>
                  </a:cubicBezTo>
                  <a:cubicBezTo>
                    <a:pt x="16666" y="99723"/>
                    <a:pt x="21818" y="94656"/>
                    <a:pt x="21818" y="87901"/>
                  </a:cubicBezTo>
                  <a:cubicBezTo>
                    <a:pt x="21818" y="81386"/>
                    <a:pt x="16666" y="79456"/>
                    <a:pt x="13154" y="79456"/>
                  </a:cubicBezTo>
                  <a:cubicBezTo>
                    <a:pt x="6128" y="79456"/>
                    <a:pt x="274" y="85729"/>
                    <a:pt x="274" y="93450"/>
                  </a:cubicBezTo>
                  <a:cubicBezTo>
                    <a:pt x="274" y="104549"/>
                    <a:pt x="11983" y="109374"/>
                    <a:pt x="22287" y="109374"/>
                  </a:cubicBezTo>
                  <a:cubicBezTo>
                    <a:pt x="37743" y="109374"/>
                    <a:pt x="46173" y="92485"/>
                    <a:pt x="46876" y="91037"/>
                  </a:cubicBezTo>
                  <a:cubicBezTo>
                    <a:pt x="49686" y="99965"/>
                    <a:pt x="58117" y="109374"/>
                    <a:pt x="72168" y="109374"/>
                  </a:cubicBezTo>
                  <a:cubicBezTo>
                    <a:pt x="96289" y="109374"/>
                    <a:pt x="109637" y="78249"/>
                    <a:pt x="109637" y="72217"/>
                  </a:cubicBezTo>
                  <a:cubicBezTo>
                    <a:pt x="109637" y="69805"/>
                    <a:pt x="107529" y="69805"/>
                    <a:pt x="106827" y="69805"/>
                  </a:cubicBezTo>
                  <a:cubicBezTo>
                    <a:pt x="104719" y="69805"/>
                    <a:pt x="104251" y="70770"/>
                    <a:pt x="103782" y="72459"/>
                  </a:cubicBezTo>
                  <a:cubicBezTo>
                    <a:pt x="96054" y="98276"/>
                    <a:pt x="80130" y="104066"/>
                    <a:pt x="72636" y="104066"/>
                  </a:cubicBezTo>
                  <a:cubicBezTo>
                    <a:pt x="63503" y="104066"/>
                    <a:pt x="59756" y="96345"/>
                    <a:pt x="59756" y="88142"/>
                  </a:cubicBezTo>
                  <a:cubicBezTo>
                    <a:pt x="59756" y="82834"/>
                    <a:pt x="61161" y="77526"/>
                    <a:pt x="63737" y="66909"/>
                  </a:cubicBezTo>
                  <a:lnTo>
                    <a:pt x="71699" y="3385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36" name="Freeform: Shape 3135">
              <a:extLst>
                <a:ext uri="{FF2B5EF4-FFF2-40B4-BE49-F238E27FC236}">
                  <a16:creationId xmlns:a16="http://schemas.microsoft.com/office/drawing/2014/main" id="{D41C5852-321C-706C-7AF3-02973F034E22}"/>
                </a:ext>
              </a:extLst>
            </p:cNvPr>
            <p:cNvSpPr/>
            <p:nvPr>
              <p:custDataLst>
                <p:tags r:id="rId24"/>
              </p:custDataLst>
            </p:nvPr>
          </p:nvSpPr>
          <p:spPr>
            <a:xfrm>
              <a:off x="8685852" y="4792624"/>
              <a:ext cx="100160" cy="76172"/>
            </a:xfrm>
            <a:custGeom>
              <a:avLst/>
              <a:gdLst>
                <a:gd name="connsiteX0" fmla="*/ 12574 w 100160"/>
                <a:gd name="connsiteY0" fmla="*/ 63919 h 76172"/>
                <a:gd name="connsiteX1" fmla="*/ 10935 w 100160"/>
                <a:gd name="connsiteY1" fmla="*/ 70844 h 76172"/>
                <a:gd name="connsiteX2" fmla="*/ 16508 w 100160"/>
                <a:gd name="connsiteY2" fmla="*/ 76248 h 76172"/>
                <a:gd name="connsiteX3" fmla="*/ 22901 w 100160"/>
                <a:gd name="connsiteY3" fmla="*/ 72533 h 76172"/>
                <a:gd name="connsiteX4" fmla="*/ 25852 w 100160"/>
                <a:gd name="connsiteY4" fmla="*/ 62061 h 76172"/>
                <a:gd name="connsiteX5" fmla="*/ 29458 w 100160"/>
                <a:gd name="connsiteY5" fmla="*/ 46860 h 76172"/>
                <a:gd name="connsiteX6" fmla="*/ 32245 w 100160"/>
                <a:gd name="connsiteY6" fmla="*/ 35544 h 76172"/>
                <a:gd name="connsiteX7" fmla="*/ 39130 w 100160"/>
                <a:gd name="connsiteY7" fmla="*/ 20344 h 76172"/>
                <a:gd name="connsiteX8" fmla="*/ 63719 w 100160"/>
                <a:gd name="connsiteY8" fmla="*/ 4805 h 76172"/>
                <a:gd name="connsiteX9" fmla="*/ 73391 w 100160"/>
                <a:gd name="connsiteY9" fmla="*/ 16628 h 76172"/>
                <a:gd name="connsiteX10" fmla="*/ 63719 w 100160"/>
                <a:gd name="connsiteY10" fmla="*/ 52603 h 76172"/>
                <a:gd name="connsiteX11" fmla="*/ 61260 w 100160"/>
                <a:gd name="connsiteY11" fmla="*/ 61723 h 76172"/>
                <a:gd name="connsiteX12" fmla="*/ 76834 w 100160"/>
                <a:gd name="connsiteY12" fmla="*/ 76248 h 76172"/>
                <a:gd name="connsiteX13" fmla="*/ 100439 w 100160"/>
                <a:gd name="connsiteY13" fmla="*/ 50407 h 76172"/>
                <a:gd name="connsiteX14" fmla="*/ 97816 w 100160"/>
                <a:gd name="connsiteY14" fmla="*/ 48212 h 76172"/>
                <a:gd name="connsiteX15" fmla="*/ 94702 w 100160"/>
                <a:gd name="connsiteY15" fmla="*/ 51083 h 76172"/>
                <a:gd name="connsiteX16" fmla="*/ 77325 w 100160"/>
                <a:gd name="connsiteY16" fmla="*/ 71519 h 76172"/>
                <a:gd name="connsiteX17" fmla="*/ 73227 w 100160"/>
                <a:gd name="connsiteY17" fmla="*/ 65608 h 76172"/>
                <a:gd name="connsiteX18" fmla="*/ 76998 w 100160"/>
                <a:gd name="connsiteY18" fmla="*/ 51927 h 76172"/>
                <a:gd name="connsiteX19" fmla="*/ 85686 w 100160"/>
                <a:gd name="connsiteY19" fmla="*/ 19330 h 76172"/>
                <a:gd name="connsiteX20" fmla="*/ 64375 w 100160"/>
                <a:gd name="connsiteY20" fmla="*/ 76 h 76172"/>
                <a:gd name="connsiteX21" fmla="*/ 36671 w 100160"/>
                <a:gd name="connsiteY21" fmla="*/ 15446 h 76172"/>
                <a:gd name="connsiteX22" fmla="*/ 19131 w 100160"/>
                <a:gd name="connsiteY22" fmla="*/ 76 h 76172"/>
                <a:gd name="connsiteX23" fmla="*/ 6181 w 100160"/>
                <a:gd name="connsiteY23" fmla="*/ 9197 h 76172"/>
                <a:gd name="connsiteX24" fmla="*/ 279 w 100160"/>
                <a:gd name="connsiteY24" fmla="*/ 25917 h 76172"/>
                <a:gd name="connsiteX25" fmla="*/ 3066 w 100160"/>
                <a:gd name="connsiteY25" fmla="*/ 28113 h 76172"/>
                <a:gd name="connsiteX26" fmla="*/ 6672 w 100160"/>
                <a:gd name="connsiteY26" fmla="*/ 23046 h 76172"/>
                <a:gd name="connsiteX27" fmla="*/ 18639 w 100160"/>
                <a:gd name="connsiteY27" fmla="*/ 4805 h 76172"/>
                <a:gd name="connsiteX28" fmla="*/ 24049 w 100160"/>
                <a:gd name="connsiteY28" fmla="*/ 13081 h 76172"/>
                <a:gd name="connsiteX29" fmla="*/ 21426 w 100160"/>
                <a:gd name="connsiteY29" fmla="*/ 27100 h 76172"/>
                <a:gd name="connsiteX30" fmla="*/ 17820 w 100160"/>
                <a:gd name="connsiteY30" fmla="*/ 42300 h 76172"/>
                <a:gd name="connsiteX31" fmla="*/ 12574 w 100160"/>
                <a:gd name="connsiteY31" fmla="*/ 63919 h 76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0160" h="76172">
                  <a:moveTo>
                    <a:pt x="12574" y="63919"/>
                  </a:moveTo>
                  <a:cubicBezTo>
                    <a:pt x="11918" y="66114"/>
                    <a:pt x="10935" y="70337"/>
                    <a:pt x="10935" y="70844"/>
                  </a:cubicBezTo>
                  <a:cubicBezTo>
                    <a:pt x="10935" y="74559"/>
                    <a:pt x="13885" y="76248"/>
                    <a:pt x="16508" y="76248"/>
                  </a:cubicBezTo>
                  <a:cubicBezTo>
                    <a:pt x="19459" y="76248"/>
                    <a:pt x="22082" y="74053"/>
                    <a:pt x="22901" y="72533"/>
                  </a:cubicBezTo>
                  <a:cubicBezTo>
                    <a:pt x="23721" y="71012"/>
                    <a:pt x="25032" y="65608"/>
                    <a:pt x="25852" y="62061"/>
                  </a:cubicBezTo>
                  <a:cubicBezTo>
                    <a:pt x="26672" y="58852"/>
                    <a:pt x="28475" y="51083"/>
                    <a:pt x="29458" y="46860"/>
                  </a:cubicBezTo>
                  <a:cubicBezTo>
                    <a:pt x="30442" y="43145"/>
                    <a:pt x="31426" y="39429"/>
                    <a:pt x="32245" y="35544"/>
                  </a:cubicBezTo>
                  <a:cubicBezTo>
                    <a:pt x="34048" y="28620"/>
                    <a:pt x="34376" y="27268"/>
                    <a:pt x="39130" y="20344"/>
                  </a:cubicBezTo>
                  <a:cubicBezTo>
                    <a:pt x="43720" y="13588"/>
                    <a:pt x="51425" y="4805"/>
                    <a:pt x="63719" y="4805"/>
                  </a:cubicBezTo>
                  <a:cubicBezTo>
                    <a:pt x="73227" y="4805"/>
                    <a:pt x="73391" y="13419"/>
                    <a:pt x="73391" y="16628"/>
                  </a:cubicBezTo>
                  <a:cubicBezTo>
                    <a:pt x="73391" y="26762"/>
                    <a:pt x="66342" y="45509"/>
                    <a:pt x="63719" y="52603"/>
                  </a:cubicBezTo>
                  <a:cubicBezTo>
                    <a:pt x="61916" y="57332"/>
                    <a:pt x="61260" y="58852"/>
                    <a:pt x="61260" y="61723"/>
                  </a:cubicBezTo>
                  <a:cubicBezTo>
                    <a:pt x="61260" y="70675"/>
                    <a:pt x="68473" y="76248"/>
                    <a:pt x="76834" y="76248"/>
                  </a:cubicBezTo>
                  <a:cubicBezTo>
                    <a:pt x="93227" y="76248"/>
                    <a:pt x="100439" y="52941"/>
                    <a:pt x="100439" y="50407"/>
                  </a:cubicBezTo>
                  <a:cubicBezTo>
                    <a:pt x="100439" y="48212"/>
                    <a:pt x="98308" y="48212"/>
                    <a:pt x="97816" y="48212"/>
                  </a:cubicBezTo>
                  <a:cubicBezTo>
                    <a:pt x="95522" y="48212"/>
                    <a:pt x="95358" y="49225"/>
                    <a:pt x="94702" y="51083"/>
                  </a:cubicBezTo>
                  <a:cubicBezTo>
                    <a:pt x="90932" y="64594"/>
                    <a:pt x="83883" y="71519"/>
                    <a:pt x="77325" y="71519"/>
                  </a:cubicBezTo>
                  <a:cubicBezTo>
                    <a:pt x="73883" y="71519"/>
                    <a:pt x="73227" y="69155"/>
                    <a:pt x="73227" y="65608"/>
                  </a:cubicBezTo>
                  <a:cubicBezTo>
                    <a:pt x="73227" y="61723"/>
                    <a:pt x="74047" y="59528"/>
                    <a:pt x="76998" y="51927"/>
                  </a:cubicBezTo>
                  <a:cubicBezTo>
                    <a:pt x="78965" y="46691"/>
                    <a:pt x="85686" y="28789"/>
                    <a:pt x="85686" y="19330"/>
                  </a:cubicBezTo>
                  <a:cubicBezTo>
                    <a:pt x="85686" y="2947"/>
                    <a:pt x="73063" y="76"/>
                    <a:pt x="64375" y="76"/>
                  </a:cubicBezTo>
                  <a:cubicBezTo>
                    <a:pt x="50769" y="76"/>
                    <a:pt x="41589" y="8690"/>
                    <a:pt x="36671" y="15446"/>
                  </a:cubicBezTo>
                  <a:cubicBezTo>
                    <a:pt x="35524" y="3792"/>
                    <a:pt x="25852" y="76"/>
                    <a:pt x="19131" y="76"/>
                  </a:cubicBezTo>
                  <a:cubicBezTo>
                    <a:pt x="12082" y="76"/>
                    <a:pt x="8312" y="5312"/>
                    <a:pt x="6181" y="9197"/>
                  </a:cubicBezTo>
                  <a:cubicBezTo>
                    <a:pt x="2574" y="15446"/>
                    <a:pt x="279" y="25073"/>
                    <a:pt x="279" y="25917"/>
                  </a:cubicBezTo>
                  <a:cubicBezTo>
                    <a:pt x="279" y="28113"/>
                    <a:pt x="2574" y="28113"/>
                    <a:pt x="3066" y="28113"/>
                  </a:cubicBezTo>
                  <a:cubicBezTo>
                    <a:pt x="5361" y="28113"/>
                    <a:pt x="5525" y="27606"/>
                    <a:pt x="6672" y="23046"/>
                  </a:cubicBezTo>
                  <a:cubicBezTo>
                    <a:pt x="9131" y="13081"/>
                    <a:pt x="12246" y="4805"/>
                    <a:pt x="18639" y="4805"/>
                  </a:cubicBezTo>
                  <a:cubicBezTo>
                    <a:pt x="22901" y="4805"/>
                    <a:pt x="24049" y="8521"/>
                    <a:pt x="24049" y="13081"/>
                  </a:cubicBezTo>
                  <a:cubicBezTo>
                    <a:pt x="24049" y="16290"/>
                    <a:pt x="22573" y="22539"/>
                    <a:pt x="21426" y="27100"/>
                  </a:cubicBezTo>
                  <a:cubicBezTo>
                    <a:pt x="20278" y="31660"/>
                    <a:pt x="18639" y="38584"/>
                    <a:pt x="17820" y="42300"/>
                  </a:cubicBezTo>
                  <a:lnTo>
                    <a:pt x="12574" y="639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8" name="TextBox 7">
            <a:extLst>
              <a:ext uri="{FF2B5EF4-FFF2-40B4-BE49-F238E27FC236}">
                <a16:creationId xmlns:a16="http://schemas.microsoft.com/office/drawing/2014/main" id="{ECB7CF79-DE22-A82B-6186-A9EDD9FEBCA9}"/>
              </a:ext>
            </a:extLst>
          </p:cNvPr>
          <p:cNvSpPr txBox="1"/>
          <p:nvPr/>
        </p:nvSpPr>
        <p:spPr>
          <a:xfrm>
            <a:off x="1074612" y="5187899"/>
            <a:ext cx="5010103" cy="738664"/>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lvl="0">
              <a:defRPr/>
            </a:pPr>
            <a:r>
              <a:rPr lang="en-US" b="1">
                <a:highlight>
                  <a:srgbClr val="FFC000"/>
                </a:highlight>
              </a:rPr>
              <a:t>Different choices of the function </a:t>
            </a:r>
            <a:r>
              <a:rPr lang="en-US" b="1" i="1">
                <a:highlight>
                  <a:srgbClr val="FFC000"/>
                </a:highlight>
              </a:rPr>
              <a:t>F</a:t>
            </a:r>
            <a:r>
              <a:rPr lang="en-US" b="1">
                <a:highlight>
                  <a:srgbClr val="FFC000"/>
                </a:highlight>
              </a:rPr>
              <a:t> lead to different binomial models</a:t>
            </a:r>
            <a:r>
              <a:rPr lang="en-US"/>
              <a:t>. After defining the index function, we select a function </a:t>
            </a:r>
            <a:r>
              <a:rPr lang="en-US" i="1"/>
              <a:t>F</a:t>
            </a:r>
            <a:r>
              <a:rPr lang="en-US"/>
              <a:t> that maps the linear predictor to the binomial probability.</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mc:AlternateContent xmlns:mc="http://schemas.openxmlformats.org/markup-compatibility/2006" xmlns:a14="http://schemas.microsoft.com/office/drawing/2010/main">
        <mc:Choice Requires="a14">
          <p:sp>
            <p:nvSpPr>
              <p:cNvPr id="3169" name="TextBox 3168">
                <a:extLst>
                  <a:ext uri="{FF2B5EF4-FFF2-40B4-BE49-F238E27FC236}">
                    <a16:creationId xmlns:a16="http://schemas.microsoft.com/office/drawing/2014/main" id="{A7D0B79D-0242-B9BF-CCAD-30BA79D03AA5}"/>
                  </a:ext>
                </a:extLst>
              </p:cNvPr>
              <p:cNvSpPr txBox="1"/>
              <p:nvPr/>
            </p:nvSpPr>
            <p:spPr>
              <a:xfrm>
                <a:off x="1067262" y="3650655"/>
                <a:ext cx="5028738" cy="738664"/>
              </a:xfrm>
              <a:prstGeom prst="rect">
                <a:avLst/>
              </a:prstGeom>
              <a:noFill/>
            </p:spPr>
            <p:txBody>
              <a:bodyPr wrap="square">
                <a:spAutoFit/>
              </a:bodyPr>
              <a:lstStyle>
                <a:defPPr>
                  <a:defRPr lang="en-US"/>
                </a:defPPr>
                <a:lvl1pPr>
                  <a:defRPr sz="1400"/>
                </a:lvl1pPr>
              </a:lstStyle>
              <a:p>
                <a:pPr lvl="0">
                  <a:defRPr/>
                </a:pPr>
                <a:r>
                  <a:rPr lang="en-US">
                    <a:solidFill>
                      <a:prstClr val="black"/>
                    </a:solidFill>
                  </a:rPr>
                  <a:t>This index function is then linked to the </a:t>
                </a:r>
                <a:r>
                  <a:rPr lang="en-US" b="1">
                    <a:solidFill>
                      <a:prstClr val="black"/>
                    </a:solidFill>
                    <a:highlight>
                      <a:srgbClr val="FFC000"/>
                    </a:highlight>
                  </a:rPr>
                  <a:t>single parameter of the binomial distribution</a:t>
                </a:r>
                <a:r>
                  <a:rPr lang="en-US">
                    <a:solidFill>
                      <a:prstClr val="black"/>
                    </a:solidFill>
                  </a:rPr>
                  <a:t>, namely the probability of success </a:t>
                </a:r>
                <a14:m>
                  <m:oMath xmlns:m="http://schemas.openxmlformats.org/officeDocument/2006/math">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𝜇</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b>
                    </m:sSub>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lang="en-US">
                    <a:solidFill>
                      <a:prstClr val="black"/>
                    </a:solidFill>
                  </a:rPr>
                  <a:t>through a chosen </a:t>
                </a:r>
                <a:r>
                  <a:rPr lang="en-US" b="1">
                    <a:solidFill>
                      <a:prstClr val="black"/>
                    </a:solidFill>
                    <a:highlight>
                      <a:srgbClr val="FFC000"/>
                    </a:highlight>
                  </a:rPr>
                  <a:t>link function </a:t>
                </a:r>
                <a:r>
                  <a:rPr lang="en-US" b="1" i="1">
                    <a:solidFill>
                      <a:prstClr val="black"/>
                    </a:solidFill>
                    <a:highlight>
                      <a:srgbClr val="FFC000"/>
                    </a:highlight>
                  </a:rPr>
                  <a:t>F</a:t>
                </a:r>
                <a:r>
                  <a:rPr lang="en-US">
                    <a:solidFill>
                      <a:prstClr val="black"/>
                    </a:solidFill>
                  </a:rPr>
                  <a:t>.</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mc:Choice>
        <mc:Fallback xmlns="">
          <p:sp>
            <p:nvSpPr>
              <p:cNvPr id="3169" name="TextBox 3168">
                <a:extLst>
                  <a:ext uri="{FF2B5EF4-FFF2-40B4-BE49-F238E27FC236}">
                    <a16:creationId xmlns:a16="http://schemas.microsoft.com/office/drawing/2014/main" id="{A7D0B79D-0242-B9BF-CCAD-30BA79D03AA5}"/>
                  </a:ext>
                </a:extLst>
              </p:cNvPr>
              <p:cNvSpPr txBox="1">
                <a:spLocks noRot="1" noChangeAspect="1" noMove="1" noResize="1" noEditPoints="1" noAdjustHandles="1" noChangeArrowheads="1" noChangeShapeType="1" noTextEdit="1"/>
              </p:cNvSpPr>
              <p:nvPr/>
            </p:nvSpPr>
            <p:spPr>
              <a:xfrm>
                <a:off x="1067262" y="3650655"/>
                <a:ext cx="5028738" cy="738664"/>
              </a:xfrm>
              <a:prstGeom prst="rect">
                <a:avLst/>
              </a:prstGeom>
              <a:blipFill>
                <a:blip r:embed="rId27"/>
                <a:stretch>
                  <a:fillRect l="-364" t="-1653" b="-7438"/>
                </a:stretch>
              </a:blipFill>
            </p:spPr>
            <p:txBody>
              <a:bodyPr/>
              <a:lstStyle/>
              <a:p>
                <a:r>
                  <a:rPr lang="en-US">
                    <a:noFill/>
                  </a:rPr>
                  <a:t> </a:t>
                </a:r>
              </a:p>
            </p:txBody>
          </p:sp>
        </mc:Fallback>
      </mc:AlternateContent>
      <p:grpSp>
        <p:nvGrpSpPr>
          <p:cNvPr id="3258" name="Group 3257" descr="\documentclass{article}&#10;\usepackage{amsmath}&#10;\usepackage{amsfonts}&#10;\pagestyle{empty}&#10;\begin{document}&#10;&#10;\[&#10;\mu_n = F(\eta_n)&#10;\]&#10;&#10;&#10;\end{document}" title="IguanaTex Shape Display">
            <a:extLst>
              <a:ext uri="{FF2B5EF4-FFF2-40B4-BE49-F238E27FC236}">
                <a16:creationId xmlns:a16="http://schemas.microsoft.com/office/drawing/2014/main" id="{C2696FA8-C114-A904-B2C6-19DFBCC86DF2}"/>
              </a:ext>
            </a:extLst>
          </p:cNvPr>
          <p:cNvGrpSpPr>
            <a:grpSpLocks noChangeAspect="1"/>
          </p:cNvGrpSpPr>
          <p:nvPr>
            <p:custDataLst>
              <p:tags r:id="rId2"/>
            </p:custDataLst>
          </p:nvPr>
        </p:nvGrpSpPr>
        <p:grpSpPr>
          <a:xfrm>
            <a:off x="2854325" y="4673600"/>
            <a:ext cx="1150830" cy="230019"/>
            <a:chOff x="6988274" y="6226230"/>
            <a:chExt cx="1150830" cy="230019"/>
          </a:xfrm>
        </p:grpSpPr>
        <p:sp>
          <p:nvSpPr>
            <p:cNvPr id="3235" name="Freeform: Shape 3234">
              <a:extLst>
                <a:ext uri="{FF2B5EF4-FFF2-40B4-BE49-F238E27FC236}">
                  <a16:creationId xmlns:a16="http://schemas.microsoft.com/office/drawing/2014/main" id="{B01FC8C2-9E22-EDAA-8080-897EFF00FE7D}"/>
                </a:ext>
              </a:extLst>
            </p:cNvPr>
            <p:cNvSpPr/>
            <p:nvPr>
              <p:custDataLst>
                <p:tags r:id="rId3"/>
              </p:custDataLst>
            </p:nvPr>
          </p:nvSpPr>
          <p:spPr>
            <a:xfrm>
              <a:off x="6988274" y="6297076"/>
              <a:ext cx="125986" cy="151352"/>
            </a:xfrm>
            <a:custGeom>
              <a:avLst/>
              <a:gdLst>
                <a:gd name="connsiteX0" fmla="*/ 46930 w 125986"/>
                <a:gd name="connsiteY0" fmla="*/ 21006 h 151352"/>
                <a:gd name="connsiteX1" fmla="*/ 50417 w 125986"/>
                <a:gd name="connsiteY1" fmla="*/ 6285 h 151352"/>
                <a:gd name="connsiteX2" fmla="*/ 43676 w 125986"/>
                <a:gd name="connsiteY2" fmla="*/ 75 h 151352"/>
                <a:gd name="connsiteX3" fmla="*/ 34378 w 125986"/>
                <a:gd name="connsiteY3" fmla="*/ 8355 h 151352"/>
                <a:gd name="connsiteX4" fmla="*/ 906 w 125986"/>
                <a:gd name="connsiteY4" fmla="*/ 141537 h 151352"/>
                <a:gd name="connsiteX5" fmla="*/ 208 w 125986"/>
                <a:gd name="connsiteY5" fmla="*/ 145217 h 151352"/>
                <a:gd name="connsiteX6" fmla="*/ 6717 w 125986"/>
                <a:gd name="connsiteY6" fmla="*/ 151428 h 151352"/>
                <a:gd name="connsiteX7" fmla="*/ 14853 w 125986"/>
                <a:gd name="connsiteY7" fmla="*/ 146597 h 151352"/>
                <a:gd name="connsiteX8" fmla="*/ 27637 w 125986"/>
                <a:gd name="connsiteY8" fmla="*/ 97143 h 151352"/>
                <a:gd name="connsiteX9" fmla="*/ 50185 w 125986"/>
                <a:gd name="connsiteY9" fmla="*/ 104274 h 151352"/>
                <a:gd name="connsiteX10" fmla="*/ 81100 w 125986"/>
                <a:gd name="connsiteY10" fmla="*/ 87482 h 151352"/>
                <a:gd name="connsiteX11" fmla="*/ 102021 w 125986"/>
                <a:gd name="connsiteY11" fmla="*/ 104274 h 151352"/>
                <a:gd name="connsiteX12" fmla="*/ 119222 w 125986"/>
                <a:gd name="connsiteY12" fmla="*/ 91622 h 151352"/>
                <a:gd name="connsiteX13" fmla="*/ 126195 w 125986"/>
                <a:gd name="connsiteY13" fmla="*/ 68851 h 151352"/>
                <a:gd name="connsiteX14" fmla="*/ 123406 w 125986"/>
                <a:gd name="connsiteY14" fmla="*/ 66550 h 151352"/>
                <a:gd name="connsiteX15" fmla="*/ 120152 w 125986"/>
                <a:gd name="connsiteY15" fmla="*/ 70691 h 151352"/>
                <a:gd name="connsiteX16" fmla="*/ 102486 w 125986"/>
                <a:gd name="connsiteY16" fmla="*/ 99213 h 151352"/>
                <a:gd name="connsiteX17" fmla="*/ 95512 w 125986"/>
                <a:gd name="connsiteY17" fmla="*/ 88632 h 151352"/>
                <a:gd name="connsiteX18" fmla="*/ 100161 w 125986"/>
                <a:gd name="connsiteY18" fmla="*/ 64710 h 151352"/>
                <a:gd name="connsiteX19" fmla="*/ 106670 w 125986"/>
                <a:gd name="connsiteY19" fmla="*/ 39868 h 151352"/>
                <a:gd name="connsiteX20" fmla="*/ 110621 w 125986"/>
                <a:gd name="connsiteY20" fmla="*/ 24227 h 151352"/>
                <a:gd name="connsiteX21" fmla="*/ 114108 w 125986"/>
                <a:gd name="connsiteY21" fmla="*/ 8815 h 151352"/>
                <a:gd name="connsiteX22" fmla="*/ 107367 w 125986"/>
                <a:gd name="connsiteY22" fmla="*/ 2605 h 151352"/>
                <a:gd name="connsiteX23" fmla="*/ 98302 w 125986"/>
                <a:gd name="connsiteY23" fmla="*/ 10656 h 151352"/>
                <a:gd name="connsiteX24" fmla="*/ 87376 w 125986"/>
                <a:gd name="connsiteY24" fmla="*/ 53669 h 151352"/>
                <a:gd name="connsiteX25" fmla="*/ 81333 w 125986"/>
                <a:gd name="connsiteY25" fmla="*/ 77131 h 151352"/>
                <a:gd name="connsiteX26" fmla="*/ 51114 w 125986"/>
                <a:gd name="connsiteY26" fmla="*/ 99213 h 151352"/>
                <a:gd name="connsiteX27" fmla="*/ 33913 w 125986"/>
                <a:gd name="connsiteY27" fmla="*/ 79201 h 151352"/>
                <a:gd name="connsiteX28" fmla="*/ 37168 w 125986"/>
                <a:gd name="connsiteY28" fmla="*/ 59650 h 151352"/>
                <a:gd name="connsiteX29" fmla="*/ 46930 w 125986"/>
                <a:gd name="connsiteY29" fmla="*/ 21006 h 151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5986" h="151352">
                  <a:moveTo>
                    <a:pt x="46930" y="21006"/>
                  </a:moveTo>
                  <a:cubicBezTo>
                    <a:pt x="48093" y="16176"/>
                    <a:pt x="50417" y="7435"/>
                    <a:pt x="50417" y="6285"/>
                  </a:cubicBezTo>
                  <a:cubicBezTo>
                    <a:pt x="50417" y="2375"/>
                    <a:pt x="47628" y="75"/>
                    <a:pt x="43676" y="75"/>
                  </a:cubicBezTo>
                  <a:cubicBezTo>
                    <a:pt x="42979" y="75"/>
                    <a:pt x="36470" y="305"/>
                    <a:pt x="34378" y="8355"/>
                  </a:cubicBezTo>
                  <a:lnTo>
                    <a:pt x="906" y="141537"/>
                  </a:lnTo>
                  <a:cubicBezTo>
                    <a:pt x="208" y="144297"/>
                    <a:pt x="208" y="144757"/>
                    <a:pt x="208" y="145217"/>
                  </a:cubicBezTo>
                  <a:cubicBezTo>
                    <a:pt x="208" y="148667"/>
                    <a:pt x="2765" y="151428"/>
                    <a:pt x="6717" y="151428"/>
                  </a:cubicBezTo>
                  <a:cubicBezTo>
                    <a:pt x="11598" y="151428"/>
                    <a:pt x="14388" y="147287"/>
                    <a:pt x="14853" y="146597"/>
                  </a:cubicBezTo>
                  <a:cubicBezTo>
                    <a:pt x="15782" y="144527"/>
                    <a:pt x="18804" y="132566"/>
                    <a:pt x="27637" y="97143"/>
                  </a:cubicBezTo>
                  <a:cubicBezTo>
                    <a:pt x="35076" y="103353"/>
                    <a:pt x="45536" y="104274"/>
                    <a:pt x="50185" y="104274"/>
                  </a:cubicBezTo>
                  <a:cubicBezTo>
                    <a:pt x="66456" y="104274"/>
                    <a:pt x="75522" y="93923"/>
                    <a:pt x="81100" y="87482"/>
                  </a:cubicBezTo>
                  <a:cubicBezTo>
                    <a:pt x="83192" y="97833"/>
                    <a:pt x="91793" y="104274"/>
                    <a:pt x="102021" y="104274"/>
                  </a:cubicBezTo>
                  <a:cubicBezTo>
                    <a:pt x="110156" y="104274"/>
                    <a:pt x="115503" y="98983"/>
                    <a:pt x="119222" y="91622"/>
                  </a:cubicBezTo>
                  <a:cubicBezTo>
                    <a:pt x="123173" y="83342"/>
                    <a:pt x="126195" y="69311"/>
                    <a:pt x="126195" y="68851"/>
                  </a:cubicBezTo>
                  <a:cubicBezTo>
                    <a:pt x="126195" y="66550"/>
                    <a:pt x="124103" y="66550"/>
                    <a:pt x="123406" y="66550"/>
                  </a:cubicBezTo>
                  <a:cubicBezTo>
                    <a:pt x="121081" y="66550"/>
                    <a:pt x="120849" y="67470"/>
                    <a:pt x="120152" y="70691"/>
                  </a:cubicBezTo>
                  <a:cubicBezTo>
                    <a:pt x="116200" y="85642"/>
                    <a:pt x="112016" y="99213"/>
                    <a:pt x="102486" y="99213"/>
                  </a:cubicBezTo>
                  <a:cubicBezTo>
                    <a:pt x="96209" y="99213"/>
                    <a:pt x="95512" y="93233"/>
                    <a:pt x="95512" y="88632"/>
                  </a:cubicBezTo>
                  <a:cubicBezTo>
                    <a:pt x="95512" y="83572"/>
                    <a:pt x="98302" y="72761"/>
                    <a:pt x="100161" y="64710"/>
                  </a:cubicBezTo>
                  <a:lnTo>
                    <a:pt x="106670" y="39868"/>
                  </a:lnTo>
                  <a:cubicBezTo>
                    <a:pt x="107367" y="36418"/>
                    <a:pt x="109691" y="27677"/>
                    <a:pt x="110621" y="24227"/>
                  </a:cubicBezTo>
                  <a:cubicBezTo>
                    <a:pt x="111784" y="18936"/>
                    <a:pt x="114108" y="10196"/>
                    <a:pt x="114108" y="8815"/>
                  </a:cubicBezTo>
                  <a:cubicBezTo>
                    <a:pt x="114108" y="4675"/>
                    <a:pt x="110854" y="2605"/>
                    <a:pt x="107367" y="2605"/>
                  </a:cubicBezTo>
                  <a:cubicBezTo>
                    <a:pt x="106205" y="2605"/>
                    <a:pt x="100161" y="2835"/>
                    <a:pt x="98302" y="10656"/>
                  </a:cubicBezTo>
                  <a:lnTo>
                    <a:pt x="87376" y="53669"/>
                  </a:lnTo>
                  <a:cubicBezTo>
                    <a:pt x="84587" y="65170"/>
                    <a:pt x="82030" y="74831"/>
                    <a:pt x="81333" y="77131"/>
                  </a:cubicBezTo>
                  <a:cubicBezTo>
                    <a:pt x="81100" y="78281"/>
                    <a:pt x="69943" y="99213"/>
                    <a:pt x="51114" y="99213"/>
                  </a:cubicBezTo>
                  <a:cubicBezTo>
                    <a:pt x="39492" y="99213"/>
                    <a:pt x="33913" y="91622"/>
                    <a:pt x="33913" y="79201"/>
                  </a:cubicBezTo>
                  <a:cubicBezTo>
                    <a:pt x="33913" y="72531"/>
                    <a:pt x="35540" y="66090"/>
                    <a:pt x="37168" y="59650"/>
                  </a:cubicBezTo>
                  <a:lnTo>
                    <a:pt x="46930" y="210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36" name="Freeform: Shape 3235">
              <a:extLst>
                <a:ext uri="{FF2B5EF4-FFF2-40B4-BE49-F238E27FC236}">
                  <a16:creationId xmlns:a16="http://schemas.microsoft.com/office/drawing/2014/main" id="{D0592BD6-4A81-A659-AD6D-562F74A92F10}"/>
                </a:ext>
              </a:extLst>
            </p:cNvPr>
            <p:cNvSpPr/>
            <p:nvPr>
              <p:custDataLst>
                <p:tags r:id="rId4"/>
              </p:custDataLst>
            </p:nvPr>
          </p:nvSpPr>
          <p:spPr>
            <a:xfrm>
              <a:off x="7129010" y="6362240"/>
              <a:ext cx="99418" cy="72617"/>
            </a:xfrm>
            <a:custGeom>
              <a:avLst/>
              <a:gdLst>
                <a:gd name="connsiteX0" fmla="*/ 12418 w 99418"/>
                <a:gd name="connsiteY0" fmla="*/ 60939 h 72617"/>
                <a:gd name="connsiteX1" fmla="*/ 10791 w 99418"/>
                <a:gd name="connsiteY1" fmla="*/ 67541 h 72617"/>
                <a:gd name="connsiteX2" fmla="*/ 16323 w 99418"/>
                <a:gd name="connsiteY2" fmla="*/ 72693 h 72617"/>
                <a:gd name="connsiteX3" fmla="*/ 22669 w 99418"/>
                <a:gd name="connsiteY3" fmla="*/ 69151 h 72617"/>
                <a:gd name="connsiteX4" fmla="*/ 25598 w 99418"/>
                <a:gd name="connsiteY4" fmla="*/ 59168 h 72617"/>
                <a:gd name="connsiteX5" fmla="*/ 29177 w 99418"/>
                <a:gd name="connsiteY5" fmla="*/ 44677 h 72617"/>
                <a:gd name="connsiteX6" fmla="*/ 31944 w 99418"/>
                <a:gd name="connsiteY6" fmla="*/ 33889 h 72617"/>
                <a:gd name="connsiteX7" fmla="*/ 38777 w 99418"/>
                <a:gd name="connsiteY7" fmla="*/ 19398 h 72617"/>
                <a:gd name="connsiteX8" fmla="*/ 63185 w 99418"/>
                <a:gd name="connsiteY8" fmla="*/ 4585 h 72617"/>
                <a:gd name="connsiteX9" fmla="*/ 72785 w 99418"/>
                <a:gd name="connsiteY9" fmla="*/ 15856 h 72617"/>
                <a:gd name="connsiteX10" fmla="*/ 63185 w 99418"/>
                <a:gd name="connsiteY10" fmla="*/ 50151 h 72617"/>
                <a:gd name="connsiteX11" fmla="*/ 60744 w 99418"/>
                <a:gd name="connsiteY11" fmla="*/ 58846 h 72617"/>
                <a:gd name="connsiteX12" fmla="*/ 76202 w 99418"/>
                <a:gd name="connsiteY12" fmla="*/ 72693 h 72617"/>
                <a:gd name="connsiteX13" fmla="*/ 99632 w 99418"/>
                <a:gd name="connsiteY13" fmla="*/ 48058 h 72617"/>
                <a:gd name="connsiteX14" fmla="*/ 97029 w 99418"/>
                <a:gd name="connsiteY14" fmla="*/ 45965 h 72617"/>
                <a:gd name="connsiteX15" fmla="*/ 93937 w 99418"/>
                <a:gd name="connsiteY15" fmla="*/ 48702 h 72617"/>
                <a:gd name="connsiteX16" fmla="*/ 76690 w 99418"/>
                <a:gd name="connsiteY16" fmla="*/ 68185 h 72617"/>
                <a:gd name="connsiteX17" fmla="*/ 72622 w 99418"/>
                <a:gd name="connsiteY17" fmla="*/ 62549 h 72617"/>
                <a:gd name="connsiteX18" fmla="*/ 76364 w 99418"/>
                <a:gd name="connsiteY18" fmla="*/ 49507 h 72617"/>
                <a:gd name="connsiteX19" fmla="*/ 84988 w 99418"/>
                <a:gd name="connsiteY19" fmla="*/ 18432 h 72617"/>
                <a:gd name="connsiteX20" fmla="*/ 63835 w 99418"/>
                <a:gd name="connsiteY20" fmla="*/ 76 h 72617"/>
                <a:gd name="connsiteX21" fmla="*/ 36337 w 99418"/>
                <a:gd name="connsiteY21" fmla="*/ 14728 h 72617"/>
                <a:gd name="connsiteX22" fmla="*/ 18926 w 99418"/>
                <a:gd name="connsiteY22" fmla="*/ 76 h 72617"/>
                <a:gd name="connsiteX23" fmla="*/ 6072 w 99418"/>
                <a:gd name="connsiteY23" fmla="*/ 8771 h 72617"/>
                <a:gd name="connsiteX24" fmla="*/ 214 w 99418"/>
                <a:gd name="connsiteY24" fmla="*/ 24711 h 72617"/>
                <a:gd name="connsiteX25" fmla="*/ 2980 w 99418"/>
                <a:gd name="connsiteY25" fmla="*/ 26804 h 72617"/>
                <a:gd name="connsiteX26" fmla="*/ 6560 w 99418"/>
                <a:gd name="connsiteY26" fmla="*/ 21974 h 72617"/>
                <a:gd name="connsiteX27" fmla="*/ 18438 w 99418"/>
                <a:gd name="connsiteY27" fmla="*/ 4585 h 72617"/>
                <a:gd name="connsiteX28" fmla="*/ 23808 w 99418"/>
                <a:gd name="connsiteY28" fmla="*/ 12474 h 72617"/>
                <a:gd name="connsiteX29" fmla="*/ 21204 w 99418"/>
                <a:gd name="connsiteY29" fmla="*/ 25838 h 72617"/>
                <a:gd name="connsiteX30" fmla="*/ 17625 w 99418"/>
                <a:gd name="connsiteY30" fmla="*/ 40330 h 72617"/>
                <a:gd name="connsiteX31" fmla="*/ 12418 w 99418"/>
                <a:gd name="connsiteY31" fmla="*/ 60939 h 72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9418" h="72617">
                  <a:moveTo>
                    <a:pt x="12418" y="60939"/>
                  </a:moveTo>
                  <a:cubicBezTo>
                    <a:pt x="11767" y="63033"/>
                    <a:pt x="10791" y="67058"/>
                    <a:pt x="10791" y="67541"/>
                  </a:cubicBezTo>
                  <a:cubicBezTo>
                    <a:pt x="10791" y="71083"/>
                    <a:pt x="13720" y="72693"/>
                    <a:pt x="16323" y="72693"/>
                  </a:cubicBezTo>
                  <a:cubicBezTo>
                    <a:pt x="19252" y="72693"/>
                    <a:pt x="21855" y="70600"/>
                    <a:pt x="22669" y="69151"/>
                  </a:cubicBezTo>
                  <a:cubicBezTo>
                    <a:pt x="23482" y="67702"/>
                    <a:pt x="24784" y="62549"/>
                    <a:pt x="25598" y="59168"/>
                  </a:cubicBezTo>
                  <a:cubicBezTo>
                    <a:pt x="26411" y="56109"/>
                    <a:pt x="28201" y="48702"/>
                    <a:pt x="29177" y="44677"/>
                  </a:cubicBezTo>
                  <a:cubicBezTo>
                    <a:pt x="30154" y="41135"/>
                    <a:pt x="31130" y="37592"/>
                    <a:pt x="31944" y="33889"/>
                  </a:cubicBezTo>
                  <a:cubicBezTo>
                    <a:pt x="33733" y="27288"/>
                    <a:pt x="34059" y="25999"/>
                    <a:pt x="38777" y="19398"/>
                  </a:cubicBezTo>
                  <a:cubicBezTo>
                    <a:pt x="43333" y="12957"/>
                    <a:pt x="50981" y="4585"/>
                    <a:pt x="63185" y="4585"/>
                  </a:cubicBezTo>
                  <a:cubicBezTo>
                    <a:pt x="72622" y="4585"/>
                    <a:pt x="72785" y="12796"/>
                    <a:pt x="72785" y="15856"/>
                  </a:cubicBezTo>
                  <a:cubicBezTo>
                    <a:pt x="72785" y="25516"/>
                    <a:pt x="65788" y="43389"/>
                    <a:pt x="63185" y="50151"/>
                  </a:cubicBezTo>
                  <a:cubicBezTo>
                    <a:pt x="61395" y="54660"/>
                    <a:pt x="60744" y="56109"/>
                    <a:pt x="60744" y="58846"/>
                  </a:cubicBezTo>
                  <a:cubicBezTo>
                    <a:pt x="60744" y="67380"/>
                    <a:pt x="67903" y="72693"/>
                    <a:pt x="76202" y="72693"/>
                  </a:cubicBezTo>
                  <a:cubicBezTo>
                    <a:pt x="92473" y="72693"/>
                    <a:pt x="99632" y="50473"/>
                    <a:pt x="99632" y="48058"/>
                  </a:cubicBezTo>
                  <a:cubicBezTo>
                    <a:pt x="99632" y="45965"/>
                    <a:pt x="97517" y="45965"/>
                    <a:pt x="97029" y="45965"/>
                  </a:cubicBezTo>
                  <a:cubicBezTo>
                    <a:pt x="94751" y="45965"/>
                    <a:pt x="94588" y="46931"/>
                    <a:pt x="93937" y="48702"/>
                  </a:cubicBezTo>
                  <a:cubicBezTo>
                    <a:pt x="90195" y="61583"/>
                    <a:pt x="83198" y="68185"/>
                    <a:pt x="76690" y="68185"/>
                  </a:cubicBezTo>
                  <a:cubicBezTo>
                    <a:pt x="73273" y="68185"/>
                    <a:pt x="72622" y="65931"/>
                    <a:pt x="72622" y="62549"/>
                  </a:cubicBezTo>
                  <a:cubicBezTo>
                    <a:pt x="72622" y="58846"/>
                    <a:pt x="73436" y="56753"/>
                    <a:pt x="76364" y="49507"/>
                  </a:cubicBezTo>
                  <a:cubicBezTo>
                    <a:pt x="78317" y="44516"/>
                    <a:pt x="84988" y="27449"/>
                    <a:pt x="84988" y="18432"/>
                  </a:cubicBezTo>
                  <a:cubicBezTo>
                    <a:pt x="84988" y="2813"/>
                    <a:pt x="72459" y="76"/>
                    <a:pt x="63835" y="76"/>
                  </a:cubicBezTo>
                  <a:cubicBezTo>
                    <a:pt x="50330" y="76"/>
                    <a:pt x="41218" y="8288"/>
                    <a:pt x="36337" y="14728"/>
                  </a:cubicBezTo>
                  <a:cubicBezTo>
                    <a:pt x="35198" y="3619"/>
                    <a:pt x="25598" y="76"/>
                    <a:pt x="18926" y="76"/>
                  </a:cubicBezTo>
                  <a:cubicBezTo>
                    <a:pt x="11930" y="76"/>
                    <a:pt x="8187" y="5068"/>
                    <a:pt x="6072" y="8771"/>
                  </a:cubicBezTo>
                  <a:cubicBezTo>
                    <a:pt x="2492" y="14728"/>
                    <a:pt x="214" y="23906"/>
                    <a:pt x="214" y="24711"/>
                  </a:cubicBezTo>
                  <a:cubicBezTo>
                    <a:pt x="214" y="26804"/>
                    <a:pt x="2492" y="26804"/>
                    <a:pt x="2980" y="26804"/>
                  </a:cubicBezTo>
                  <a:cubicBezTo>
                    <a:pt x="5258" y="26804"/>
                    <a:pt x="5421" y="26321"/>
                    <a:pt x="6560" y="21974"/>
                  </a:cubicBezTo>
                  <a:cubicBezTo>
                    <a:pt x="9001" y="12474"/>
                    <a:pt x="12092" y="4585"/>
                    <a:pt x="18438" y="4585"/>
                  </a:cubicBezTo>
                  <a:cubicBezTo>
                    <a:pt x="22669" y="4585"/>
                    <a:pt x="23808" y="8127"/>
                    <a:pt x="23808" y="12474"/>
                  </a:cubicBezTo>
                  <a:cubicBezTo>
                    <a:pt x="23808" y="15534"/>
                    <a:pt x="22343" y="21491"/>
                    <a:pt x="21204" y="25838"/>
                  </a:cubicBezTo>
                  <a:cubicBezTo>
                    <a:pt x="20065" y="30186"/>
                    <a:pt x="18438" y="36787"/>
                    <a:pt x="17625" y="40330"/>
                  </a:cubicBezTo>
                  <a:lnTo>
                    <a:pt x="12418" y="6093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37" name="Freeform: Shape 3236">
              <a:extLst>
                <a:ext uri="{FF2B5EF4-FFF2-40B4-BE49-F238E27FC236}">
                  <a16:creationId xmlns:a16="http://schemas.microsoft.com/office/drawing/2014/main" id="{276CDCA8-81E7-FC5C-99E3-DE812A183138}"/>
                </a:ext>
              </a:extLst>
            </p:cNvPr>
            <p:cNvSpPr/>
            <p:nvPr>
              <p:custDataLst>
                <p:tags r:id="rId5"/>
              </p:custDataLst>
            </p:nvPr>
          </p:nvSpPr>
          <p:spPr>
            <a:xfrm>
              <a:off x="7325476" y="6314327"/>
              <a:ext cx="154578" cy="53824"/>
            </a:xfrm>
            <a:custGeom>
              <a:avLst/>
              <a:gdLst>
                <a:gd name="connsiteX0" fmla="*/ 146897 w 154578"/>
                <a:gd name="connsiteY0" fmla="*/ 9276 h 53824"/>
                <a:gd name="connsiteX1" fmla="*/ 154801 w 154578"/>
                <a:gd name="connsiteY1" fmla="*/ 4675 h 53824"/>
                <a:gd name="connsiteX2" fmla="*/ 147130 w 154578"/>
                <a:gd name="connsiteY2" fmla="*/ 75 h 53824"/>
                <a:gd name="connsiteX3" fmla="*/ 7893 w 154578"/>
                <a:gd name="connsiteY3" fmla="*/ 75 h 53824"/>
                <a:gd name="connsiteX4" fmla="*/ 223 w 154578"/>
                <a:gd name="connsiteY4" fmla="*/ 4675 h 53824"/>
                <a:gd name="connsiteX5" fmla="*/ 8126 w 154578"/>
                <a:gd name="connsiteY5" fmla="*/ 9276 h 53824"/>
                <a:gd name="connsiteX6" fmla="*/ 146897 w 154578"/>
                <a:gd name="connsiteY6" fmla="*/ 9276 h 53824"/>
                <a:gd name="connsiteX7" fmla="*/ 147130 w 154578"/>
                <a:gd name="connsiteY7" fmla="*/ 53899 h 53824"/>
                <a:gd name="connsiteX8" fmla="*/ 154801 w 154578"/>
                <a:gd name="connsiteY8" fmla="*/ 49299 h 53824"/>
                <a:gd name="connsiteX9" fmla="*/ 146897 w 154578"/>
                <a:gd name="connsiteY9" fmla="*/ 44698 h 53824"/>
                <a:gd name="connsiteX10" fmla="*/ 8126 w 154578"/>
                <a:gd name="connsiteY10" fmla="*/ 44698 h 53824"/>
                <a:gd name="connsiteX11" fmla="*/ 223 w 154578"/>
                <a:gd name="connsiteY11" fmla="*/ 49299 h 53824"/>
                <a:gd name="connsiteX12" fmla="*/ 7893 w 154578"/>
                <a:gd name="connsiteY12" fmla="*/ 53899 h 53824"/>
                <a:gd name="connsiteX13" fmla="*/ 147130 w 154578"/>
                <a:gd name="connsiteY13" fmla="*/ 53899 h 5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4578" h="53824">
                  <a:moveTo>
                    <a:pt x="146897" y="9276"/>
                  </a:moveTo>
                  <a:cubicBezTo>
                    <a:pt x="150384" y="9276"/>
                    <a:pt x="154801" y="9276"/>
                    <a:pt x="154801" y="4675"/>
                  </a:cubicBezTo>
                  <a:cubicBezTo>
                    <a:pt x="154801" y="75"/>
                    <a:pt x="150384" y="75"/>
                    <a:pt x="147130" y="75"/>
                  </a:cubicBezTo>
                  <a:lnTo>
                    <a:pt x="7893" y="75"/>
                  </a:lnTo>
                  <a:cubicBezTo>
                    <a:pt x="4639" y="75"/>
                    <a:pt x="223" y="75"/>
                    <a:pt x="223" y="4675"/>
                  </a:cubicBezTo>
                  <a:cubicBezTo>
                    <a:pt x="223" y="9276"/>
                    <a:pt x="4639" y="9276"/>
                    <a:pt x="8126" y="9276"/>
                  </a:cubicBezTo>
                  <a:lnTo>
                    <a:pt x="146897" y="9276"/>
                  </a:lnTo>
                  <a:close/>
                  <a:moveTo>
                    <a:pt x="147130" y="53899"/>
                  </a:moveTo>
                  <a:cubicBezTo>
                    <a:pt x="150384" y="53899"/>
                    <a:pt x="154801" y="53899"/>
                    <a:pt x="154801" y="49299"/>
                  </a:cubicBezTo>
                  <a:cubicBezTo>
                    <a:pt x="154801" y="44698"/>
                    <a:pt x="150384" y="44698"/>
                    <a:pt x="146897" y="44698"/>
                  </a:cubicBezTo>
                  <a:lnTo>
                    <a:pt x="8126" y="44698"/>
                  </a:lnTo>
                  <a:cubicBezTo>
                    <a:pt x="4639" y="44698"/>
                    <a:pt x="223" y="44698"/>
                    <a:pt x="223" y="49299"/>
                  </a:cubicBezTo>
                  <a:cubicBezTo>
                    <a:pt x="223" y="53899"/>
                    <a:pt x="4639" y="53899"/>
                    <a:pt x="7893" y="53899"/>
                  </a:cubicBezTo>
                  <a:lnTo>
                    <a:pt x="147130" y="5389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38" name="Freeform: Shape 3237">
              <a:extLst>
                <a:ext uri="{FF2B5EF4-FFF2-40B4-BE49-F238E27FC236}">
                  <a16:creationId xmlns:a16="http://schemas.microsoft.com/office/drawing/2014/main" id="{9B4EB841-EEA8-CAE0-EC27-0A6950A281A5}"/>
                </a:ext>
              </a:extLst>
            </p:cNvPr>
            <p:cNvSpPr/>
            <p:nvPr>
              <p:custDataLst>
                <p:tags r:id="rId6"/>
              </p:custDataLst>
            </p:nvPr>
          </p:nvSpPr>
          <p:spPr>
            <a:xfrm>
              <a:off x="7566653" y="6242331"/>
              <a:ext cx="165219" cy="156413"/>
            </a:xfrm>
            <a:custGeom>
              <a:avLst/>
              <a:gdLst>
                <a:gd name="connsiteX0" fmla="*/ 61832 w 165219"/>
                <a:gd name="connsiteY0" fmla="*/ 81732 h 156413"/>
                <a:gd name="connsiteX1" fmla="*/ 84379 w 165219"/>
                <a:gd name="connsiteY1" fmla="*/ 81732 h 156413"/>
                <a:gd name="connsiteX2" fmla="*/ 103673 w 165219"/>
                <a:gd name="connsiteY2" fmla="*/ 92082 h 156413"/>
                <a:gd name="connsiteX3" fmla="*/ 102045 w 165219"/>
                <a:gd name="connsiteY3" fmla="*/ 103353 h 156413"/>
                <a:gd name="connsiteX4" fmla="*/ 101348 w 165219"/>
                <a:gd name="connsiteY4" fmla="*/ 105884 h 156413"/>
                <a:gd name="connsiteX5" fmla="*/ 104137 w 165219"/>
                <a:gd name="connsiteY5" fmla="*/ 108644 h 156413"/>
                <a:gd name="connsiteX6" fmla="*/ 107624 w 165219"/>
                <a:gd name="connsiteY6" fmla="*/ 103813 h 156413"/>
                <a:gd name="connsiteX7" fmla="*/ 120409 w 165219"/>
                <a:gd name="connsiteY7" fmla="*/ 53899 h 156413"/>
                <a:gd name="connsiteX8" fmla="*/ 121106 w 165219"/>
                <a:gd name="connsiteY8" fmla="*/ 50219 h 156413"/>
                <a:gd name="connsiteX9" fmla="*/ 118317 w 165219"/>
                <a:gd name="connsiteY9" fmla="*/ 47689 h 156413"/>
                <a:gd name="connsiteX10" fmla="*/ 114830 w 165219"/>
                <a:gd name="connsiteY10" fmla="*/ 52519 h 156413"/>
                <a:gd name="connsiteX11" fmla="*/ 84844 w 165219"/>
                <a:gd name="connsiteY11" fmla="*/ 74601 h 156413"/>
                <a:gd name="connsiteX12" fmla="*/ 63691 w 165219"/>
                <a:gd name="connsiteY12" fmla="*/ 74601 h 156413"/>
                <a:gd name="connsiteX13" fmla="*/ 78568 w 165219"/>
                <a:gd name="connsiteY13" fmla="*/ 16176 h 156413"/>
                <a:gd name="connsiteX14" fmla="*/ 91120 w 165219"/>
                <a:gd name="connsiteY14" fmla="*/ 7205 h 156413"/>
                <a:gd name="connsiteX15" fmla="*/ 121804 w 165219"/>
                <a:gd name="connsiteY15" fmla="*/ 7205 h 156413"/>
                <a:gd name="connsiteX16" fmla="*/ 155741 w 165219"/>
                <a:gd name="connsiteY16" fmla="*/ 32507 h 156413"/>
                <a:gd name="connsiteX17" fmla="*/ 155044 w 165219"/>
                <a:gd name="connsiteY17" fmla="*/ 44929 h 156413"/>
                <a:gd name="connsiteX18" fmla="*/ 154579 w 165219"/>
                <a:gd name="connsiteY18" fmla="*/ 49069 h 156413"/>
                <a:gd name="connsiteX19" fmla="*/ 157368 w 165219"/>
                <a:gd name="connsiteY19" fmla="*/ 51829 h 156413"/>
                <a:gd name="connsiteX20" fmla="*/ 160622 w 165219"/>
                <a:gd name="connsiteY20" fmla="*/ 46079 h 156413"/>
                <a:gd name="connsiteX21" fmla="*/ 165271 w 165219"/>
                <a:gd name="connsiteY21" fmla="*/ 6285 h 156413"/>
                <a:gd name="connsiteX22" fmla="*/ 158995 w 165219"/>
                <a:gd name="connsiteY22" fmla="*/ 75 h 156413"/>
                <a:gd name="connsiteX23" fmla="*/ 45096 w 165219"/>
                <a:gd name="connsiteY23" fmla="*/ 75 h 156413"/>
                <a:gd name="connsiteX24" fmla="*/ 38122 w 165219"/>
                <a:gd name="connsiteY24" fmla="*/ 4675 h 156413"/>
                <a:gd name="connsiteX25" fmla="*/ 44631 w 165219"/>
                <a:gd name="connsiteY25" fmla="*/ 7205 h 156413"/>
                <a:gd name="connsiteX26" fmla="*/ 59740 w 165219"/>
                <a:gd name="connsiteY26" fmla="*/ 11346 h 156413"/>
                <a:gd name="connsiteX27" fmla="*/ 58578 w 165219"/>
                <a:gd name="connsiteY27" fmla="*/ 16866 h 156413"/>
                <a:gd name="connsiteX28" fmla="*/ 27894 w 165219"/>
                <a:gd name="connsiteY28" fmla="*/ 138546 h 156413"/>
                <a:gd name="connsiteX29" fmla="*/ 6742 w 165219"/>
                <a:gd name="connsiteY29" fmla="*/ 149357 h 156413"/>
                <a:gd name="connsiteX30" fmla="*/ 233 w 165219"/>
                <a:gd name="connsiteY30" fmla="*/ 153728 h 156413"/>
                <a:gd name="connsiteX31" fmla="*/ 3720 w 165219"/>
                <a:gd name="connsiteY31" fmla="*/ 156488 h 156413"/>
                <a:gd name="connsiteX32" fmla="*/ 34403 w 165219"/>
                <a:gd name="connsiteY32" fmla="*/ 155798 h 156413"/>
                <a:gd name="connsiteX33" fmla="*/ 69038 w 165219"/>
                <a:gd name="connsiteY33" fmla="*/ 156488 h 156413"/>
                <a:gd name="connsiteX34" fmla="*/ 73919 w 165219"/>
                <a:gd name="connsiteY34" fmla="*/ 152118 h 156413"/>
                <a:gd name="connsiteX35" fmla="*/ 72524 w 165219"/>
                <a:gd name="connsiteY35" fmla="*/ 149587 h 156413"/>
                <a:gd name="connsiteX36" fmla="*/ 66016 w 165219"/>
                <a:gd name="connsiteY36" fmla="*/ 149357 h 156413"/>
                <a:gd name="connsiteX37" fmla="*/ 53929 w 165219"/>
                <a:gd name="connsiteY37" fmla="*/ 148897 h 156413"/>
                <a:gd name="connsiteX38" fmla="*/ 46490 w 165219"/>
                <a:gd name="connsiteY38" fmla="*/ 144297 h 156413"/>
                <a:gd name="connsiteX39" fmla="*/ 47420 w 165219"/>
                <a:gd name="connsiteY39" fmla="*/ 139006 h 156413"/>
                <a:gd name="connsiteX40" fmla="*/ 61832 w 165219"/>
                <a:gd name="connsiteY40" fmla="*/ 81732 h 15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5219" h="156413">
                  <a:moveTo>
                    <a:pt x="61832" y="81732"/>
                  </a:moveTo>
                  <a:lnTo>
                    <a:pt x="84379" y="81732"/>
                  </a:lnTo>
                  <a:cubicBezTo>
                    <a:pt x="101813" y="81732"/>
                    <a:pt x="103673" y="85412"/>
                    <a:pt x="103673" y="92082"/>
                  </a:cubicBezTo>
                  <a:cubicBezTo>
                    <a:pt x="103673" y="93693"/>
                    <a:pt x="103673" y="96453"/>
                    <a:pt x="102045" y="103353"/>
                  </a:cubicBezTo>
                  <a:cubicBezTo>
                    <a:pt x="101580" y="104504"/>
                    <a:pt x="101348" y="105424"/>
                    <a:pt x="101348" y="105884"/>
                  </a:cubicBezTo>
                  <a:cubicBezTo>
                    <a:pt x="101348" y="107724"/>
                    <a:pt x="102743" y="108644"/>
                    <a:pt x="104137" y="108644"/>
                  </a:cubicBezTo>
                  <a:cubicBezTo>
                    <a:pt x="106462" y="108644"/>
                    <a:pt x="106462" y="107954"/>
                    <a:pt x="107624" y="103813"/>
                  </a:cubicBezTo>
                  <a:lnTo>
                    <a:pt x="120409" y="53899"/>
                  </a:lnTo>
                  <a:cubicBezTo>
                    <a:pt x="121106" y="51369"/>
                    <a:pt x="121106" y="50909"/>
                    <a:pt x="121106" y="50219"/>
                  </a:cubicBezTo>
                  <a:cubicBezTo>
                    <a:pt x="121106" y="49759"/>
                    <a:pt x="120641" y="47689"/>
                    <a:pt x="118317" y="47689"/>
                  </a:cubicBezTo>
                  <a:cubicBezTo>
                    <a:pt x="115992" y="47689"/>
                    <a:pt x="115760" y="48839"/>
                    <a:pt x="114830" y="52519"/>
                  </a:cubicBezTo>
                  <a:cubicBezTo>
                    <a:pt x="109949" y="70461"/>
                    <a:pt x="104602" y="74601"/>
                    <a:pt x="84844" y="74601"/>
                  </a:cubicBezTo>
                  <a:lnTo>
                    <a:pt x="63691" y="74601"/>
                  </a:lnTo>
                  <a:lnTo>
                    <a:pt x="78568" y="16176"/>
                  </a:lnTo>
                  <a:cubicBezTo>
                    <a:pt x="80660" y="8125"/>
                    <a:pt x="80893" y="7205"/>
                    <a:pt x="91120" y="7205"/>
                  </a:cubicBezTo>
                  <a:lnTo>
                    <a:pt x="121804" y="7205"/>
                  </a:lnTo>
                  <a:cubicBezTo>
                    <a:pt x="150395" y="7205"/>
                    <a:pt x="155741" y="14796"/>
                    <a:pt x="155741" y="32507"/>
                  </a:cubicBezTo>
                  <a:cubicBezTo>
                    <a:pt x="155741" y="37798"/>
                    <a:pt x="155741" y="38718"/>
                    <a:pt x="155044" y="44929"/>
                  </a:cubicBezTo>
                  <a:cubicBezTo>
                    <a:pt x="154579" y="47919"/>
                    <a:pt x="154579" y="48379"/>
                    <a:pt x="154579" y="49069"/>
                  </a:cubicBezTo>
                  <a:cubicBezTo>
                    <a:pt x="154579" y="50219"/>
                    <a:pt x="155276" y="51829"/>
                    <a:pt x="157368" y="51829"/>
                  </a:cubicBezTo>
                  <a:cubicBezTo>
                    <a:pt x="159925" y="51829"/>
                    <a:pt x="160157" y="50449"/>
                    <a:pt x="160622" y="46079"/>
                  </a:cubicBezTo>
                  <a:lnTo>
                    <a:pt x="165271" y="6285"/>
                  </a:lnTo>
                  <a:cubicBezTo>
                    <a:pt x="165969" y="75"/>
                    <a:pt x="164806" y="75"/>
                    <a:pt x="158995" y="75"/>
                  </a:cubicBezTo>
                  <a:lnTo>
                    <a:pt x="45096" y="75"/>
                  </a:lnTo>
                  <a:cubicBezTo>
                    <a:pt x="40447" y="75"/>
                    <a:pt x="38122" y="75"/>
                    <a:pt x="38122" y="4675"/>
                  </a:cubicBezTo>
                  <a:cubicBezTo>
                    <a:pt x="38122" y="7205"/>
                    <a:pt x="40214" y="7205"/>
                    <a:pt x="44631" y="7205"/>
                  </a:cubicBezTo>
                  <a:cubicBezTo>
                    <a:pt x="53231" y="7205"/>
                    <a:pt x="59740" y="7205"/>
                    <a:pt x="59740" y="11346"/>
                  </a:cubicBezTo>
                  <a:cubicBezTo>
                    <a:pt x="59740" y="12266"/>
                    <a:pt x="59740" y="12726"/>
                    <a:pt x="58578" y="16866"/>
                  </a:cubicBezTo>
                  <a:lnTo>
                    <a:pt x="27894" y="138546"/>
                  </a:lnTo>
                  <a:cubicBezTo>
                    <a:pt x="25570" y="147517"/>
                    <a:pt x="25105" y="149357"/>
                    <a:pt x="6742" y="149357"/>
                  </a:cubicBezTo>
                  <a:cubicBezTo>
                    <a:pt x="2790" y="149357"/>
                    <a:pt x="233" y="149357"/>
                    <a:pt x="233" y="153728"/>
                  </a:cubicBezTo>
                  <a:cubicBezTo>
                    <a:pt x="233" y="156488"/>
                    <a:pt x="3022" y="156488"/>
                    <a:pt x="3720" y="156488"/>
                  </a:cubicBezTo>
                  <a:cubicBezTo>
                    <a:pt x="10461" y="156488"/>
                    <a:pt x="27662" y="155798"/>
                    <a:pt x="34403" y="155798"/>
                  </a:cubicBezTo>
                  <a:cubicBezTo>
                    <a:pt x="42074" y="155798"/>
                    <a:pt x="61367" y="156488"/>
                    <a:pt x="69038" y="156488"/>
                  </a:cubicBezTo>
                  <a:cubicBezTo>
                    <a:pt x="71130" y="156488"/>
                    <a:pt x="73919" y="156488"/>
                    <a:pt x="73919" y="152118"/>
                  </a:cubicBezTo>
                  <a:cubicBezTo>
                    <a:pt x="73919" y="150277"/>
                    <a:pt x="72524" y="149817"/>
                    <a:pt x="72524" y="149587"/>
                  </a:cubicBezTo>
                  <a:cubicBezTo>
                    <a:pt x="71827" y="149357"/>
                    <a:pt x="71362" y="149357"/>
                    <a:pt x="66016" y="149357"/>
                  </a:cubicBezTo>
                  <a:cubicBezTo>
                    <a:pt x="60902" y="149357"/>
                    <a:pt x="59740" y="149357"/>
                    <a:pt x="53929" y="148897"/>
                  </a:cubicBezTo>
                  <a:cubicBezTo>
                    <a:pt x="47188" y="148207"/>
                    <a:pt x="46490" y="147287"/>
                    <a:pt x="46490" y="144297"/>
                  </a:cubicBezTo>
                  <a:cubicBezTo>
                    <a:pt x="46490" y="143837"/>
                    <a:pt x="46490" y="142457"/>
                    <a:pt x="47420" y="139006"/>
                  </a:cubicBezTo>
                  <a:lnTo>
                    <a:pt x="61832" y="8173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4" name="Freeform: Shape 3253">
              <a:extLst>
                <a:ext uri="{FF2B5EF4-FFF2-40B4-BE49-F238E27FC236}">
                  <a16:creationId xmlns:a16="http://schemas.microsoft.com/office/drawing/2014/main" id="{DCC9BE29-4467-3FFD-4141-F1B9961EF612}"/>
                </a:ext>
              </a:extLst>
            </p:cNvPr>
            <p:cNvSpPr/>
            <p:nvPr>
              <p:custDataLst>
                <p:tags r:id="rId7"/>
              </p:custDataLst>
            </p:nvPr>
          </p:nvSpPr>
          <p:spPr>
            <a:xfrm>
              <a:off x="7762595" y="6226230"/>
              <a:ext cx="53928" cy="230019"/>
            </a:xfrm>
            <a:custGeom>
              <a:avLst/>
              <a:gdLst>
                <a:gd name="connsiteX0" fmla="*/ 54169 w 53928"/>
                <a:gd name="connsiteY0" fmla="*/ 227794 h 230019"/>
                <a:gd name="connsiteX1" fmla="*/ 50217 w 53928"/>
                <a:gd name="connsiteY1" fmla="*/ 222734 h 230019"/>
                <a:gd name="connsiteX2" fmla="*/ 13723 w 53928"/>
                <a:gd name="connsiteY2" fmla="*/ 115084 h 230019"/>
                <a:gd name="connsiteX3" fmla="*/ 51147 w 53928"/>
                <a:gd name="connsiteY3" fmla="*/ 6285 h 230019"/>
                <a:gd name="connsiteX4" fmla="*/ 54169 w 53928"/>
                <a:gd name="connsiteY4" fmla="*/ 2375 h 230019"/>
                <a:gd name="connsiteX5" fmla="*/ 51844 w 53928"/>
                <a:gd name="connsiteY5" fmla="*/ 75 h 230019"/>
                <a:gd name="connsiteX6" fmla="*/ 14885 w 53928"/>
                <a:gd name="connsiteY6" fmla="*/ 44929 h 230019"/>
                <a:gd name="connsiteX7" fmla="*/ 241 w 53928"/>
                <a:gd name="connsiteY7" fmla="*/ 115084 h 230019"/>
                <a:gd name="connsiteX8" fmla="*/ 15582 w 53928"/>
                <a:gd name="connsiteY8" fmla="*/ 186851 h 230019"/>
                <a:gd name="connsiteX9" fmla="*/ 51844 w 53928"/>
                <a:gd name="connsiteY9" fmla="*/ 230094 h 230019"/>
                <a:gd name="connsiteX10" fmla="*/ 54169 w 53928"/>
                <a:gd name="connsiteY10" fmla="*/ 227794 h 23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928" h="230019">
                  <a:moveTo>
                    <a:pt x="54169" y="227794"/>
                  </a:moveTo>
                  <a:cubicBezTo>
                    <a:pt x="54169" y="227104"/>
                    <a:pt x="54169" y="226644"/>
                    <a:pt x="50217" y="222734"/>
                  </a:cubicBezTo>
                  <a:cubicBezTo>
                    <a:pt x="21161" y="193751"/>
                    <a:pt x="13723" y="150277"/>
                    <a:pt x="13723" y="115084"/>
                  </a:cubicBezTo>
                  <a:cubicBezTo>
                    <a:pt x="13723" y="75061"/>
                    <a:pt x="22556" y="35038"/>
                    <a:pt x="51147" y="6285"/>
                  </a:cubicBezTo>
                  <a:cubicBezTo>
                    <a:pt x="54169" y="3525"/>
                    <a:pt x="54169" y="3065"/>
                    <a:pt x="54169" y="2375"/>
                  </a:cubicBezTo>
                  <a:cubicBezTo>
                    <a:pt x="54169" y="765"/>
                    <a:pt x="53239" y="75"/>
                    <a:pt x="51844" y="75"/>
                  </a:cubicBezTo>
                  <a:cubicBezTo>
                    <a:pt x="49520" y="75"/>
                    <a:pt x="28600" y="15716"/>
                    <a:pt x="14885" y="44929"/>
                  </a:cubicBezTo>
                  <a:cubicBezTo>
                    <a:pt x="3030" y="70231"/>
                    <a:pt x="241" y="95763"/>
                    <a:pt x="241" y="115084"/>
                  </a:cubicBezTo>
                  <a:cubicBezTo>
                    <a:pt x="241" y="133026"/>
                    <a:pt x="2798" y="160858"/>
                    <a:pt x="15582" y="186851"/>
                  </a:cubicBezTo>
                  <a:cubicBezTo>
                    <a:pt x="29529" y="215143"/>
                    <a:pt x="49520" y="230094"/>
                    <a:pt x="51844" y="230094"/>
                  </a:cubicBezTo>
                  <a:cubicBezTo>
                    <a:pt x="53239" y="230094"/>
                    <a:pt x="54169" y="229404"/>
                    <a:pt x="54169" y="22779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5" name="Freeform: Shape 3254">
              <a:extLst>
                <a:ext uri="{FF2B5EF4-FFF2-40B4-BE49-F238E27FC236}">
                  <a16:creationId xmlns:a16="http://schemas.microsoft.com/office/drawing/2014/main" id="{9A01477D-D6E1-0DD4-CB90-B03A2846F629}"/>
                </a:ext>
              </a:extLst>
            </p:cNvPr>
            <p:cNvSpPr/>
            <p:nvPr>
              <p:custDataLst>
                <p:tags r:id="rId8"/>
              </p:custDataLst>
            </p:nvPr>
          </p:nvSpPr>
          <p:spPr>
            <a:xfrm>
              <a:off x="7836720" y="6297076"/>
              <a:ext cx="108553" cy="151352"/>
            </a:xfrm>
            <a:custGeom>
              <a:avLst/>
              <a:gdLst>
                <a:gd name="connsiteX0" fmla="*/ 106938 w 108553"/>
                <a:gd name="connsiteY0" fmla="*/ 38028 h 151352"/>
                <a:gd name="connsiteX1" fmla="*/ 108798 w 108553"/>
                <a:gd name="connsiteY1" fmla="*/ 24687 h 151352"/>
                <a:gd name="connsiteX2" fmla="*/ 82066 w 108553"/>
                <a:gd name="connsiteY2" fmla="*/ 75 h 151352"/>
                <a:gd name="connsiteX3" fmla="*/ 46037 w 108553"/>
                <a:gd name="connsiteY3" fmla="*/ 20086 h 151352"/>
                <a:gd name="connsiteX4" fmla="*/ 24652 w 108553"/>
                <a:gd name="connsiteY4" fmla="*/ 75 h 151352"/>
                <a:gd name="connsiteX5" fmla="*/ 7451 w 108553"/>
                <a:gd name="connsiteY5" fmla="*/ 13186 h 151352"/>
                <a:gd name="connsiteX6" fmla="*/ 245 w 108553"/>
                <a:gd name="connsiteY6" fmla="*/ 35498 h 151352"/>
                <a:gd name="connsiteX7" fmla="*/ 3034 w 108553"/>
                <a:gd name="connsiteY7" fmla="*/ 37798 h 151352"/>
                <a:gd name="connsiteX8" fmla="*/ 6986 w 108553"/>
                <a:gd name="connsiteY8" fmla="*/ 32507 h 151352"/>
                <a:gd name="connsiteX9" fmla="*/ 23954 w 108553"/>
                <a:gd name="connsiteY9" fmla="*/ 5135 h 151352"/>
                <a:gd name="connsiteX10" fmla="*/ 31160 w 108553"/>
                <a:gd name="connsiteY10" fmla="*/ 15716 h 151352"/>
                <a:gd name="connsiteX11" fmla="*/ 27441 w 108553"/>
                <a:gd name="connsiteY11" fmla="*/ 35038 h 151352"/>
                <a:gd name="connsiteX12" fmla="*/ 13959 w 108553"/>
                <a:gd name="connsiteY12" fmla="*/ 88172 h 151352"/>
                <a:gd name="connsiteX13" fmla="*/ 11867 w 108553"/>
                <a:gd name="connsiteY13" fmla="*/ 98063 h 151352"/>
                <a:gd name="connsiteX14" fmla="*/ 18608 w 108553"/>
                <a:gd name="connsiteY14" fmla="*/ 104274 h 151352"/>
                <a:gd name="connsiteX15" fmla="*/ 27209 w 108553"/>
                <a:gd name="connsiteY15" fmla="*/ 97833 h 151352"/>
                <a:gd name="connsiteX16" fmla="*/ 31625 w 108553"/>
                <a:gd name="connsiteY16" fmla="*/ 80812 h 151352"/>
                <a:gd name="connsiteX17" fmla="*/ 36739 w 108553"/>
                <a:gd name="connsiteY17" fmla="*/ 60110 h 151352"/>
                <a:gd name="connsiteX18" fmla="*/ 40691 w 108553"/>
                <a:gd name="connsiteY18" fmla="*/ 44698 h 151352"/>
                <a:gd name="connsiteX19" fmla="*/ 43248 w 108553"/>
                <a:gd name="connsiteY19" fmla="*/ 34348 h 151352"/>
                <a:gd name="connsiteX20" fmla="*/ 59054 w 108553"/>
                <a:gd name="connsiteY20" fmla="*/ 13186 h 151352"/>
                <a:gd name="connsiteX21" fmla="*/ 81369 w 108553"/>
                <a:gd name="connsiteY21" fmla="*/ 5135 h 151352"/>
                <a:gd name="connsiteX22" fmla="*/ 93921 w 108553"/>
                <a:gd name="connsiteY22" fmla="*/ 21237 h 151352"/>
                <a:gd name="connsiteX23" fmla="*/ 91597 w 108553"/>
                <a:gd name="connsiteY23" fmla="*/ 35728 h 151352"/>
                <a:gd name="connsiteX24" fmla="*/ 65098 w 108553"/>
                <a:gd name="connsiteY24" fmla="*/ 141537 h 151352"/>
                <a:gd name="connsiteX25" fmla="*/ 64400 w 108553"/>
                <a:gd name="connsiteY25" fmla="*/ 145217 h 151352"/>
                <a:gd name="connsiteX26" fmla="*/ 70909 w 108553"/>
                <a:gd name="connsiteY26" fmla="*/ 151428 h 151352"/>
                <a:gd name="connsiteX27" fmla="*/ 80439 w 108553"/>
                <a:gd name="connsiteY27" fmla="*/ 142227 h 151352"/>
                <a:gd name="connsiteX28" fmla="*/ 106938 w 108553"/>
                <a:gd name="connsiteY28" fmla="*/ 38028 h 151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553" h="151352">
                  <a:moveTo>
                    <a:pt x="106938" y="38028"/>
                  </a:moveTo>
                  <a:cubicBezTo>
                    <a:pt x="108101" y="33888"/>
                    <a:pt x="108798" y="30897"/>
                    <a:pt x="108798" y="24687"/>
                  </a:cubicBezTo>
                  <a:cubicBezTo>
                    <a:pt x="108798" y="9736"/>
                    <a:pt x="99500" y="75"/>
                    <a:pt x="82066" y="75"/>
                  </a:cubicBezTo>
                  <a:cubicBezTo>
                    <a:pt x="63703" y="75"/>
                    <a:pt x="51616" y="12036"/>
                    <a:pt x="46037" y="20086"/>
                  </a:cubicBezTo>
                  <a:cubicBezTo>
                    <a:pt x="44875" y="6975"/>
                    <a:pt x="35112" y="75"/>
                    <a:pt x="24652" y="75"/>
                  </a:cubicBezTo>
                  <a:cubicBezTo>
                    <a:pt x="13959" y="75"/>
                    <a:pt x="9543" y="9045"/>
                    <a:pt x="7451" y="13186"/>
                  </a:cubicBezTo>
                  <a:cubicBezTo>
                    <a:pt x="3267" y="21006"/>
                    <a:pt x="245" y="34808"/>
                    <a:pt x="245" y="35498"/>
                  </a:cubicBezTo>
                  <a:cubicBezTo>
                    <a:pt x="245" y="37798"/>
                    <a:pt x="2569" y="37798"/>
                    <a:pt x="3034" y="37798"/>
                  </a:cubicBezTo>
                  <a:cubicBezTo>
                    <a:pt x="5359" y="37798"/>
                    <a:pt x="5591" y="37568"/>
                    <a:pt x="6986" y="32507"/>
                  </a:cubicBezTo>
                  <a:cubicBezTo>
                    <a:pt x="10937" y="16176"/>
                    <a:pt x="15586" y="5135"/>
                    <a:pt x="23954" y="5135"/>
                  </a:cubicBezTo>
                  <a:cubicBezTo>
                    <a:pt x="27906" y="5135"/>
                    <a:pt x="31160" y="6975"/>
                    <a:pt x="31160" y="15716"/>
                  </a:cubicBezTo>
                  <a:cubicBezTo>
                    <a:pt x="31160" y="20546"/>
                    <a:pt x="30463" y="23077"/>
                    <a:pt x="27441" y="35038"/>
                  </a:cubicBezTo>
                  <a:lnTo>
                    <a:pt x="13959" y="88172"/>
                  </a:lnTo>
                  <a:cubicBezTo>
                    <a:pt x="13262" y="91622"/>
                    <a:pt x="11867" y="96913"/>
                    <a:pt x="11867" y="98063"/>
                  </a:cubicBezTo>
                  <a:cubicBezTo>
                    <a:pt x="11867" y="102203"/>
                    <a:pt x="15121" y="104274"/>
                    <a:pt x="18608" y="104274"/>
                  </a:cubicBezTo>
                  <a:cubicBezTo>
                    <a:pt x="21397" y="104274"/>
                    <a:pt x="25582" y="102433"/>
                    <a:pt x="27209" y="97833"/>
                  </a:cubicBezTo>
                  <a:cubicBezTo>
                    <a:pt x="27441" y="97373"/>
                    <a:pt x="30231" y="86562"/>
                    <a:pt x="31625" y="80812"/>
                  </a:cubicBezTo>
                  <a:lnTo>
                    <a:pt x="36739" y="60110"/>
                  </a:lnTo>
                  <a:cubicBezTo>
                    <a:pt x="38134" y="55049"/>
                    <a:pt x="39528" y="49989"/>
                    <a:pt x="40691" y="44698"/>
                  </a:cubicBezTo>
                  <a:cubicBezTo>
                    <a:pt x="41156" y="43318"/>
                    <a:pt x="43015" y="35728"/>
                    <a:pt x="43248" y="34348"/>
                  </a:cubicBezTo>
                  <a:cubicBezTo>
                    <a:pt x="43945" y="32277"/>
                    <a:pt x="51151" y="19396"/>
                    <a:pt x="59054" y="13186"/>
                  </a:cubicBezTo>
                  <a:cubicBezTo>
                    <a:pt x="64168" y="9506"/>
                    <a:pt x="71374" y="5135"/>
                    <a:pt x="81369" y="5135"/>
                  </a:cubicBezTo>
                  <a:cubicBezTo>
                    <a:pt x="91364" y="5135"/>
                    <a:pt x="93921" y="12956"/>
                    <a:pt x="93921" y="21237"/>
                  </a:cubicBezTo>
                  <a:cubicBezTo>
                    <a:pt x="93921" y="22387"/>
                    <a:pt x="93921" y="26527"/>
                    <a:pt x="91597" y="35728"/>
                  </a:cubicBezTo>
                  <a:lnTo>
                    <a:pt x="65098" y="141537"/>
                  </a:lnTo>
                  <a:cubicBezTo>
                    <a:pt x="64400" y="144297"/>
                    <a:pt x="64400" y="144757"/>
                    <a:pt x="64400" y="145217"/>
                  </a:cubicBezTo>
                  <a:cubicBezTo>
                    <a:pt x="64400" y="148667"/>
                    <a:pt x="66957" y="151428"/>
                    <a:pt x="70909" y="151428"/>
                  </a:cubicBezTo>
                  <a:cubicBezTo>
                    <a:pt x="78115" y="151428"/>
                    <a:pt x="79742" y="144757"/>
                    <a:pt x="80439" y="142227"/>
                  </a:cubicBezTo>
                  <a:lnTo>
                    <a:pt x="106938" y="3802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6" name="Freeform: Shape 3255">
              <a:extLst>
                <a:ext uri="{FF2B5EF4-FFF2-40B4-BE49-F238E27FC236}">
                  <a16:creationId xmlns:a16="http://schemas.microsoft.com/office/drawing/2014/main" id="{CFCBCADC-BB71-DE53-B4F8-04E9E5A6ABC2}"/>
                </a:ext>
              </a:extLst>
            </p:cNvPr>
            <p:cNvSpPr/>
            <p:nvPr>
              <p:custDataLst>
                <p:tags r:id="rId9"/>
              </p:custDataLst>
            </p:nvPr>
          </p:nvSpPr>
          <p:spPr>
            <a:xfrm>
              <a:off x="7953045" y="6362240"/>
              <a:ext cx="99418" cy="72617"/>
            </a:xfrm>
            <a:custGeom>
              <a:avLst/>
              <a:gdLst>
                <a:gd name="connsiteX0" fmla="*/ 12453 w 99418"/>
                <a:gd name="connsiteY0" fmla="*/ 60939 h 72617"/>
                <a:gd name="connsiteX1" fmla="*/ 10826 w 99418"/>
                <a:gd name="connsiteY1" fmla="*/ 67541 h 72617"/>
                <a:gd name="connsiteX2" fmla="*/ 16358 w 99418"/>
                <a:gd name="connsiteY2" fmla="*/ 72693 h 72617"/>
                <a:gd name="connsiteX3" fmla="*/ 22704 w 99418"/>
                <a:gd name="connsiteY3" fmla="*/ 69151 h 72617"/>
                <a:gd name="connsiteX4" fmla="*/ 25633 w 99418"/>
                <a:gd name="connsiteY4" fmla="*/ 59168 h 72617"/>
                <a:gd name="connsiteX5" fmla="*/ 29213 w 99418"/>
                <a:gd name="connsiteY5" fmla="*/ 44677 h 72617"/>
                <a:gd name="connsiteX6" fmla="*/ 31979 w 99418"/>
                <a:gd name="connsiteY6" fmla="*/ 33889 h 72617"/>
                <a:gd name="connsiteX7" fmla="*/ 38813 w 99418"/>
                <a:gd name="connsiteY7" fmla="*/ 19398 h 72617"/>
                <a:gd name="connsiteX8" fmla="*/ 63220 w 99418"/>
                <a:gd name="connsiteY8" fmla="*/ 4585 h 72617"/>
                <a:gd name="connsiteX9" fmla="*/ 72820 w 99418"/>
                <a:gd name="connsiteY9" fmla="*/ 15856 h 72617"/>
                <a:gd name="connsiteX10" fmla="*/ 63220 w 99418"/>
                <a:gd name="connsiteY10" fmla="*/ 50151 h 72617"/>
                <a:gd name="connsiteX11" fmla="*/ 60779 w 99418"/>
                <a:gd name="connsiteY11" fmla="*/ 58846 h 72617"/>
                <a:gd name="connsiteX12" fmla="*/ 76237 w 99418"/>
                <a:gd name="connsiteY12" fmla="*/ 72693 h 72617"/>
                <a:gd name="connsiteX13" fmla="*/ 99668 w 99418"/>
                <a:gd name="connsiteY13" fmla="*/ 48058 h 72617"/>
                <a:gd name="connsiteX14" fmla="*/ 97064 w 99418"/>
                <a:gd name="connsiteY14" fmla="*/ 45965 h 72617"/>
                <a:gd name="connsiteX15" fmla="*/ 93973 w 99418"/>
                <a:gd name="connsiteY15" fmla="*/ 48702 h 72617"/>
                <a:gd name="connsiteX16" fmla="*/ 76725 w 99418"/>
                <a:gd name="connsiteY16" fmla="*/ 68185 h 72617"/>
                <a:gd name="connsiteX17" fmla="*/ 72657 w 99418"/>
                <a:gd name="connsiteY17" fmla="*/ 62549 h 72617"/>
                <a:gd name="connsiteX18" fmla="*/ 76400 w 99418"/>
                <a:gd name="connsiteY18" fmla="*/ 49507 h 72617"/>
                <a:gd name="connsiteX19" fmla="*/ 85024 w 99418"/>
                <a:gd name="connsiteY19" fmla="*/ 18432 h 72617"/>
                <a:gd name="connsiteX20" fmla="*/ 63871 w 99418"/>
                <a:gd name="connsiteY20" fmla="*/ 76 h 72617"/>
                <a:gd name="connsiteX21" fmla="*/ 36372 w 99418"/>
                <a:gd name="connsiteY21" fmla="*/ 14728 h 72617"/>
                <a:gd name="connsiteX22" fmla="*/ 18962 w 99418"/>
                <a:gd name="connsiteY22" fmla="*/ 76 h 72617"/>
                <a:gd name="connsiteX23" fmla="*/ 6107 w 99418"/>
                <a:gd name="connsiteY23" fmla="*/ 8771 h 72617"/>
                <a:gd name="connsiteX24" fmla="*/ 250 w 99418"/>
                <a:gd name="connsiteY24" fmla="*/ 24711 h 72617"/>
                <a:gd name="connsiteX25" fmla="*/ 3016 w 99418"/>
                <a:gd name="connsiteY25" fmla="*/ 26804 h 72617"/>
                <a:gd name="connsiteX26" fmla="*/ 6595 w 99418"/>
                <a:gd name="connsiteY26" fmla="*/ 21974 h 72617"/>
                <a:gd name="connsiteX27" fmla="*/ 18474 w 99418"/>
                <a:gd name="connsiteY27" fmla="*/ 4585 h 72617"/>
                <a:gd name="connsiteX28" fmla="*/ 23843 w 99418"/>
                <a:gd name="connsiteY28" fmla="*/ 12474 h 72617"/>
                <a:gd name="connsiteX29" fmla="*/ 21240 w 99418"/>
                <a:gd name="connsiteY29" fmla="*/ 25838 h 72617"/>
                <a:gd name="connsiteX30" fmla="*/ 17660 w 99418"/>
                <a:gd name="connsiteY30" fmla="*/ 40330 h 72617"/>
                <a:gd name="connsiteX31" fmla="*/ 12453 w 99418"/>
                <a:gd name="connsiteY31" fmla="*/ 60939 h 72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9418" h="72617">
                  <a:moveTo>
                    <a:pt x="12453" y="60939"/>
                  </a:moveTo>
                  <a:cubicBezTo>
                    <a:pt x="11802" y="63033"/>
                    <a:pt x="10826" y="67058"/>
                    <a:pt x="10826" y="67541"/>
                  </a:cubicBezTo>
                  <a:cubicBezTo>
                    <a:pt x="10826" y="71083"/>
                    <a:pt x="13755" y="72693"/>
                    <a:pt x="16358" y="72693"/>
                  </a:cubicBezTo>
                  <a:cubicBezTo>
                    <a:pt x="19287" y="72693"/>
                    <a:pt x="21891" y="70600"/>
                    <a:pt x="22704" y="69151"/>
                  </a:cubicBezTo>
                  <a:cubicBezTo>
                    <a:pt x="23518" y="67702"/>
                    <a:pt x="24819" y="62549"/>
                    <a:pt x="25633" y="59168"/>
                  </a:cubicBezTo>
                  <a:cubicBezTo>
                    <a:pt x="26447" y="56109"/>
                    <a:pt x="28236" y="48702"/>
                    <a:pt x="29213" y="44677"/>
                  </a:cubicBezTo>
                  <a:cubicBezTo>
                    <a:pt x="30189" y="41135"/>
                    <a:pt x="31165" y="37592"/>
                    <a:pt x="31979" y="33889"/>
                  </a:cubicBezTo>
                  <a:cubicBezTo>
                    <a:pt x="33769" y="27288"/>
                    <a:pt x="34094" y="25999"/>
                    <a:pt x="38813" y="19398"/>
                  </a:cubicBezTo>
                  <a:cubicBezTo>
                    <a:pt x="43369" y="12957"/>
                    <a:pt x="51016" y="4585"/>
                    <a:pt x="63220" y="4585"/>
                  </a:cubicBezTo>
                  <a:cubicBezTo>
                    <a:pt x="72657" y="4585"/>
                    <a:pt x="72820" y="12796"/>
                    <a:pt x="72820" y="15856"/>
                  </a:cubicBezTo>
                  <a:cubicBezTo>
                    <a:pt x="72820" y="25516"/>
                    <a:pt x="65823" y="43389"/>
                    <a:pt x="63220" y="50151"/>
                  </a:cubicBezTo>
                  <a:cubicBezTo>
                    <a:pt x="61430" y="54660"/>
                    <a:pt x="60779" y="56109"/>
                    <a:pt x="60779" y="58846"/>
                  </a:cubicBezTo>
                  <a:cubicBezTo>
                    <a:pt x="60779" y="67380"/>
                    <a:pt x="67939" y="72693"/>
                    <a:pt x="76237" y="72693"/>
                  </a:cubicBezTo>
                  <a:cubicBezTo>
                    <a:pt x="92508" y="72693"/>
                    <a:pt x="99668" y="50473"/>
                    <a:pt x="99668" y="48058"/>
                  </a:cubicBezTo>
                  <a:cubicBezTo>
                    <a:pt x="99668" y="45965"/>
                    <a:pt x="97553" y="45965"/>
                    <a:pt x="97064" y="45965"/>
                  </a:cubicBezTo>
                  <a:cubicBezTo>
                    <a:pt x="94786" y="45965"/>
                    <a:pt x="94624" y="46931"/>
                    <a:pt x="93973" y="48702"/>
                  </a:cubicBezTo>
                  <a:cubicBezTo>
                    <a:pt x="90230" y="61583"/>
                    <a:pt x="83234" y="68185"/>
                    <a:pt x="76725" y="68185"/>
                  </a:cubicBezTo>
                  <a:cubicBezTo>
                    <a:pt x="73308" y="68185"/>
                    <a:pt x="72657" y="65931"/>
                    <a:pt x="72657" y="62549"/>
                  </a:cubicBezTo>
                  <a:cubicBezTo>
                    <a:pt x="72657" y="58846"/>
                    <a:pt x="73471" y="56753"/>
                    <a:pt x="76400" y="49507"/>
                  </a:cubicBezTo>
                  <a:cubicBezTo>
                    <a:pt x="78352" y="44516"/>
                    <a:pt x="85024" y="27449"/>
                    <a:pt x="85024" y="18432"/>
                  </a:cubicBezTo>
                  <a:cubicBezTo>
                    <a:pt x="85024" y="2813"/>
                    <a:pt x="72495" y="76"/>
                    <a:pt x="63871" y="76"/>
                  </a:cubicBezTo>
                  <a:cubicBezTo>
                    <a:pt x="50365" y="76"/>
                    <a:pt x="41254" y="8288"/>
                    <a:pt x="36372" y="14728"/>
                  </a:cubicBezTo>
                  <a:cubicBezTo>
                    <a:pt x="35233" y="3619"/>
                    <a:pt x="25633" y="76"/>
                    <a:pt x="18962" y="76"/>
                  </a:cubicBezTo>
                  <a:cubicBezTo>
                    <a:pt x="11965" y="76"/>
                    <a:pt x="8223" y="5068"/>
                    <a:pt x="6107" y="8771"/>
                  </a:cubicBezTo>
                  <a:cubicBezTo>
                    <a:pt x="2528" y="14728"/>
                    <a:pt x="250" y="23906"/>
                    <a:pt x="250" y="24711"/>
                  </a:cubicBezTo>
                  <a:cubicBezTo>
                    <a:pt x="250" y="26804"/>
                    <a:pt x="2528" y="26804"/>
                    <a:pt x="3016" y="26804"/>
                  </a:cubicBezTo>
                  <a:cubicBezTo>
                    <a:pt x="5294" y="26804"/>
                    <a:pt x="5456" y="26321"/>
                    <a:pt x="6595" y="21974"/>
                  </a:cubicBezTo>
                  <a:cubicBezTo>
                    <a:pt x="9036" y="12474"/>
                    <a:pt x="12128" y="4585"/>
                    <a:pt x="18474" y="4585"/>
                  </a:cubicBezTo>
                  <a:cubicBezTo>
                    <a:pt x="22704" y="4585"/>
                    <a:pt x="23843" y="8127"/>
                    <a:pt x="23843" y="12474"/>
                  </a:cubicBezTo>
                  <a:cubicBezTo>
                    <a:pt x="23843" y="15534"/>
                    <a:pt x="22379" y="21491"/>
                    <a:pt x="21240" y="25838"/>
                  </a:cubicBezTo>
                  <a:cubicBezTo>
                    <a:pt x="20101" y="30186"/>
                    <a:pt x="18474" y="36787"/>
                    <a:pt x="17660" y="40330"/>
                  </a:cubicBezTo>
                  <a:lnTo>
                    <a:pt x="12453" y="6093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7" name="Freeform: Shape 3256">
              <a:extLst>
                <a:ext uri="{FF2B5EF4-FFF2-40B4-BE49-F238E27FC236}">
                  <a16:creationId xmlns:a16="http://schemas.microsoft.com/office/drawing/2014/main" id="{59A58111-0996-05C7-836E-B2F5C8B57B4A}"/>
                </a:ext>
              </a:extLst>
            </p:cNvPr>
            <p:cNvSpPr/>
            <p:nvPr>
              <p:custDataLst>
                <p:tags r:id="rId10"/>
              </p:custDataLst>
            </p:nvPr>
          </p:nvSpPr>
          <p:spPr>
            <a:xfrm>
              <a:off x="8085176" y="6226230"/>
              <a:ext cx="53928" cy="230019"/>
            </a:xfrm>
            <a:custGeom>
              <a:avLst/>
              <a:gdLst>
                <a:gd name="connsiteX0" fmla="*/ 54183 w 53928"/>
                <a:gd name="connsiteY0" fmla="*/ 115084 h 230019"/>
                <a:gd name="connsiteX1" fmla="*/ 38841 w 53928"/>
                <a:gd name="connsiteY1" fmla="*/ 43318 h 230019"/>
                <a:gd name="connsiteX2" fmla="*/ 2580 w 53928"/>
                <a:gd name="connsiteY2" fmla="*/ 75 h 230019"/>
                <a:gd name="connsiteX3" fmla="*/ 255 w 53928"/>
                <a:gd name="connsiteY3" fmla="*/ 2375 h 230019"/>
                <a:gd name="connsiteX4" fmla="*/ 4672 w 53928"/>
                <a:gd name="connsiteY4" fmla="*/ 7665 h 230019"/>
                <a:gd name="connsiteX5" fmla="*/ 40701 w 53928"/>
                <a:gd name="connsiteY5" fmla="*/ 115084 h 230019"/>
                <a:gd name="connsiteX6" fmla="*/ 3277 w 53928"/>
                <a:gd name="connsiteY6" fmla="*/ 223884 h 230019"/>
                <a:gd name="connsiteX7" fmla="*/ 255 w 53928"/>
                <a:gd name="connsiteY7" fmla="*/ 227794 h 230019"/>
                <a:gd name="connsiteX8" fmla="*/ 2580 w 53928"/>
                <a:gd name="connsiteY8" fmla="*/ 230094 h 230019"/>
                <a:gd name="connsiteX9" fmla="*/ 39539 w 53928"/>
                <a:gd name="connsiteY9" fmla="*/ 185240 h 230019"/>
                <a:gd name="connsiteX10" fmla="*/ 54183 w 53928"/>
                <a:gd name="connsiteY10" fmla="*/ 115084 h 23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928" h="230019">
                  <a:moveTo>
                    <a:pt x="54183" y="115084"/>
                  </a:moveTo>
                  <a:cubicBezTo>
                    <a:pt x="54183" y="97143"/>
                    <a:pt x="51626" y="69311"/>
                    <a:pt x="38841" y="43318"/>
                  </a:cubicBezTo>
                  <a:cubicBezTo>
                    <a:pt x="24895" y="15026"/>
                    <a:pt x="4904" y="75"/>
                    <a:pt x="2580" y="75"/>
                  </a:cubicBezTo>
                  <a:cubicBezTo>
                    <a:pt x="1185" y="75"/>
                    <a:pt x="255" y="995"/>
                    <a:pt x="255" y="2375"/>
                  </a:cubicBezTo>
                  <a:cubicBezTo>
                    <a:pt x="255" y="3065"/>
                    <a:pt x="255" y="3525"/>
                    <a:pt x="4672" y="7665"/>
                  </a:cubicBezTo>
                  <a:cubicBezTo>
                    <a:pt x="27452" y="30437"/>
                    <a:pt x="40701" y="67010"/>
                    <a:pt x="40701" y="115084"/>
                  </a:cubicBezTo>
                  <a:cubicBezTo>
                    <a:pt x="40701" y="154418"/>
                    <a:pt x="32100" y="194901"/>
                    <a:pt x="3277" y="223884"/>
                  </a:cubicBezTo>
                  <a:cubicBezTo>
                    <a:pt x="255" y="226644"/>
                    <a:pt x="255" y="227104"/>
                    <a:pt x="255" y="227794"/>
                  </a:cubicBezTo>
                  <a:cubicBezTo>
                    <a:pt x="255" y="229174"/>
                    <a:pt x="1185" y="230094"/>
                    <a:pt x="2580" y="230094"/>
                  </a:cubicBezTo>
                  <a:cubicBezTo>
                    <a:pt x="4904" y="230094"/>
                    <a:pt x="25824" y="214453"/>
                    <a:pt x="39539" y="185240"/>
                  </a:cubicBezTo>
                  <a:cubicBezTo>
                    <a:pt x="51394" y="159938"/>
                    <a:pt x="54183" y="134406"/>
                    <a:pt x="54183" y="11508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2398" name="TextBox 2397">
            <a:extLst>
              <a:ext uri="{FF2B5EF4-FFF2-40B4-BE49-F238E27FC236}">
                <a16:creationId xmlns:a16="http://schemas.microsoft.com/office/drawing/2014/main" id="{AA0418B4-2DD6-DE9E-6AB8-F60774705A47}"/>
              </a:ext>
            </a:extLst>
          </p:cNvPr>
          <p:cNvSpPr txBox="1"/>
          <p:nvPr/>
        </p:nvSpPr>
        <p:spPr>
          <a:xfrm>
            <a:off x="7103747" y="1968537"/>
            <a:ext cx="59367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FF0000"/>
                </a:solidFill>
                <a:effectLst/>
                <a:uLnTx/>
                <a:uFillTx/>
                <a:latin typeface="Aptos Black" panose="020B0004020202020204" pitchFamily="34" charset="0"/>
                <a:ea typeface="+mn-ea"/>
                <a:cs typeface="+mn-cs"/>
              </a:rPr>
              <a:t>1.</a:t>
            </a:r>
            <a:endParaRPr kumimoji="0" lang="en-GB" sz="3600" b="1" i="0" u="none" strike="noStrike" kern="1200" cap="none" spc="0" normalizeH="0" baseline="0" noProof="0">
              <a:ln>
                <a:noFill/>
              </a:ln>
              <a:solidFill>
                <a:srgbClr val="FF0000"/>
              </a:solidFill>
              <a:effectLst/>
              <a:uLnTx/>
              <a:uFillTx/>
              <a:latin typeface="Aptos Black" panose="020B0004020202020204" pitchFamily="34" charset="0"/>
              <a:ea typeface="+mn-ea"/>
              <a:cs typeface="+mn-cs"/>
            </a:endParaRPr>
          </a:p>
        </p:txBody>
      </p:sp>
      <p:sp>
        <p:nvSpPr>
          <p:cNvPr id="2399" name="TextBox 2398">
            <a:extLst>
              <a:ext uri="{FF2B5EF4-FFF2-40B4-BE49-F238E27FC236}">
                <a16:creationId xmlns:a16="http://schemas.microsoft.com/office/drawing/2014/main" id="{CE335CF0-0FAA-4F61-1ED7-03D0886C7749}"/>
              </a:ext>
            </a:extLst>
          </p:cNvPr>
          <p:cNvSpPr txBox="1"/>
          <p:nvPr/>
        </p:nvSpPr>
        <p:spPr>
          <a:xfrm>
            <a:off x="7623536" y="2052809"/>
            <a:ext cx="1972226" cy="485839"/>
          </a:xfrm>
          <a:prstGeom prst="rect">
            <a:avLst/>
          </a:prstGeom>
          <a:noFill/>
        </p:spPr>
        <p:txBody>
          <a:bodyPr wrap="square">
            <a:spAutoFit/>
          </a:bodyPr>
          <a:lstStyle/>
          <a:p>
            <a:pPr lvl="0">
              <a:lnSpc>
                <a:spcPts val="1500"/>
              </a:lnSpc>
              <a:defRPr/>
            </a:pPr>
            <a:r>
              <a:rPr lang="en-GB" sz="1600" b="1">
                <a:solidFill>
                  <a:prstClr val="black"/>
                </a:solidFill>
              </a:rPr>
              <a:t>Linear Probability Model</a:t>
            </a:r>
            <a:endParaRPr kumimoji="0" lang="en-GB" sz="1600" b="0"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endParaRPr>
          </a:p>
        </p:txBody>
      </p:sp>
      <p:sp>
        <p:nvSpPr>
          <p:cNvPr id="2400" name="TextBox 2399">
            <a:extLst>
              <a:ext uri="{FF2B5EF4-FFF2-40B4-BE49-F238E27FC236}">
                <a16:creationId xmlns:a16="http://schemas.microsoft.com/office/drawing/2014/main" id="{CC501DCD-85E0-B69D-6542-52D850AB8BF4}"/>
              </a:ext>
            </a:extLst>
          </p:cNvPr>
          <p:cNvSpPr txBox="1"/>
          <p:nvPr/>
        </p:nvSpPr>
        <p:spPr>
          <a:xfrm>
            <a:off x="7140530" y="3295053"/>
            <a:ext cx="59367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FF0000"/>
                </a:solidFill>
                <a:effectLst/>
                <a:uLnTx/>
                <a:uFillTx/>
                <a:latin typeface="Aptos Black" panose="020B0004020202020204" pitchFamily="34" charset="0"/>
                <a:ea typeface="+mn-ea"/>
                <a:cs typeface="+mn-cs"/>
              </a:rPr>
              <a:t>2.</a:t>
            </a:r>
            <a:endParaRPr kumimoji="0" lang="en-GB" sz="3600" b="1" i="0" u="none" strike="noStrike" kern="1200" cap="none" spc="0" normalizeH="0" baseline="0" noProof="0">
              <a:ln>
                <a:noFill/>
              </a:ln>
              <a:solidFill>
                <a:srgbClr val="FF0000"/>
              </a:solidFill>
              <a:effectLst/>
              <a:uLnTx/>
              <a:uFillTx/>
              <a:latin typeface="Aptos Black" panose="020B0004020202020204" pitchFamily="34" charset="0"/>
              <a:ea typeface="+mn-ea"/>
              <a:cs typeface="+mn-cs"/>
            </a:endParaRPr>
          </a:p>
        </p:txBody>
      </p:sp>
      <p:sp>
        <p:nvSpPr>
          <p:cNvPr id="2401" name="TextBox 2400">
            <a:extLst>
              <a:ext uri="{FF2B5EF4-FFF2-40B4-BE49-F238E27FC236}">
                <a16:creationId xmlns:a16="http://schemas.microsoft.com/office/drawing/2014/main" id="{AC768859-F1D3-BF57-2F98-5A31E73AC44A}"/>
              </a:ext>
            </a:extLst>
          </p:cNvPr>
          <p:cNvSpPr txBox="1"/>
          <p:nvPr/>
        </p:nvSpPr>
        <p:spPr>
          <a:xfrm>
            <a:off x="7660319" y="3538178"/>
            <a:ext cx="2023762" cy="293478"/>
          </a:xfrm>
          <a:prstGeom prst="rect">
            <a:avLst/>
          </a:prstGeom>
          <a:noFill/>
        </p:spPr>
        <p:txBody>
          <a:bodyPr wrap="square">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Logit model</a:t>
            </a:r>
            <a:endParaRPr kumimoji="0" lang="en-GB" sz="1600" b="0"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endParaRPr>
          </a:p>
        </p:txBody>
      </p:sp>
      <p:sp>
        <p:nvSpPr>
          <p:cNvPr id="2402" name="TextBox 2401">
            <a:extLst>
              <a:ext uri="{FF2B5EF4-FFF2-40B4-BE49-F238E27FC236}">
                <a16:creationId xmlns:a16="http://schemas.microsoft.com/office/drawing/2014/main" id="{E4309F0F-8CE5-97B2-6F02-446D8385AFE5}"/>
              </a:ext>
            </a:extLst>
          </p:cNvPr>
          <p:cNvSpPr txBox="1"/>
          <p:nvPr/>
        </p:nvSpPr>
        <p:spPr>
          <a:xfrm>
            <a:off x="7152190" y="4639752"/>
            <a:ext cx="59367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FF0000"/>
                </a:solidFill>
                <a:effectLst/>
                <a:uLnTx/>
                <a:uFillTx/>
                <a:latin typeface="Aptos Black" panose="020B0004020202020204" pitchFamily="34" charset="0"/>
                <a:ea typeface="+mn-ea"/>
                <a:cs typeface="+mn-cs"/>
              </a:rPr>
              <a:t>3.</a:t>
            </a:r>
            <a:endParaRPr kumimoji="0" lang="en-GB" sz="3600" b="1" i="0" u="none" strike="noStrike" kern="1200" cap="none" spc="0" normalizeH="0" baseline="0" noProof="0">
              <a:ln>
                <a:noFill/>
              </a:ln>
              <a:solidFill>
                <a:srgbClr val="FF0000"/>
              </a:solidFill>
              <a:effectLst/>
              <a:uLnTx/>
              <a:uFillTx/>
              <a:latin typeface="Aptos Black" panose="020B0004020202020204" pitchFamily="34" charset="0"/>
              <a:ea typeface="+mn-ea"/>
              <a:cs typeface="+mn-cs"/>
            </a:endParaRPr>
          </a:p>
        </p:txBody>
      </p:sp>
      <p:sp>
        <p:nvSpPr>
          <p:cNvPr id="2403" name="TextBox 2402">
            <a:extLst>
              <a:ext uri="{FF2B5EF4-FFF2-40B4-BE49-F238E27FC236}">
                <a16:creationId xmlns:a16="http://schemas.microsoft.com/office/drawing/2014/main" id="{31B428D5-86CE-94B6-9C2D-7F59CBB24B74}"/>
              </a:ext>
            </a:extLst>
          </p:cNvPr>
          <p:cNvSpPr txBox="1"/>
          <p:nvPr/>
        </p:nvSpPr>
        <p:spPr>
          <a:xfrm>
            <a:off x="7660319" y="4823731"/>
            <a:ext cx="2023762" cy="293478"/>
          </a:xfrm>
          <a:prstGeom prst="rect">
            <a:avLst/>
          </a:prstGeom>
          <a:noFill/>
        </p:spPr>
        <p:txBody>
          <a:bodyPr wrap="square">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Probir model</a:t>
            </a:r>
            <a:endParaRPr kumimoji="0" lang="en-GB" sz="1600" b="0"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endParaRPr>
          </a:p>
        </p:txBody>
      </p:sp>
      <p:sp>
        <p:nvSpPr>
          <p:cNvPr id="2404" name="Left Brace 2403">
            <a:extLst>
              <a:ext uri="{FF2B5EF4-FFF2-40B4-BE49-F238E27FC236}">
                <a16:creationId xmlns:a16="http://schemas.microsoft.com/office/drawing/2014/main" id="{0A98122D-4857-C62A-FC0F-06E9D7651BB5}"/>
              </a:ext>
            </a:extLst>
          </p:cNvPr>
          <p:cNvSpPr/>
          <p:nvPr/>
        </p:nvSpPr>
        <p:spPr>
          <a:xfrm rot="10800000">
            <a:off x="6130311" y="2044599"/>
            <a:ext cx="593674" cy="3980148"/>
          </a:xfrm>
          <a:prstGeom prst="leftBrace">
            <a:avLst>
              <a:gd name="adj1" fmla="val 46839"/>
              <a:gd name="adj2" fmla="val 52250"/>
            </a:avLst>
          </a:prstGeom>
          <a:ln w="12700">
            <a:solidFill>
              <a:schemeClr val="bg1">
                <a:lumMod val="85000"/>
              </a:schemeClr>
            </a:solidFill>
          </a:ln>
        </p:spPr>
        <p:style>
          <a:lnRef idx="2">
            <a:schemeClr val="dk1"/>
          </a:lnRef>
          <a:fillRef idx="0">
            <a:schemeClr val="dk1"/>
          </a:fillRef>
          <a:effectRef idx="1">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D8C6BB48-F195-C6DA-EC7B-3872B0A8B6AF}"/>
              </a:ext>
            </a:extLst>
          </p:cNvPr>
          <p:cNvSpPr txBox="1"/>
          <p:nvPr/>
        </p:nvSpPr>
        <p:spPr>
          <a:xfrm>
            <a:off x="7141019" y="2504835"/>
            <a:ext cx="3756852" cy="738664"/>
          </a:xfrm>
          <a:prstGeom prst="rect">
            <a:avLst/>
          </a:prstGeom>
          <a:noFill/>
        </p:spPr>
        <p:txBody>
          <a:bodyPr wrap="square">
            <a:spAutoFit/>
          </a:bodyPr>
          <a:lstStyle>
            <a:defPPr>
              <a:defRPr lang="en-US"/>
            </a:defPPr>
            <a:lvl1pPr>
              <a:defRPr sz="1400"/>
            </a:lvl1pPr>
          </a:lstStyle>
          <a:p>
            <a:pPr lvl="0">
              <a:defRPr/>
            </a:pPr>
            <a:r>
              <a:rPr lang="en-US">
                <a:solidFill>
                  <a:schemeClr val="bg1">
                    <a:lumMod val="85000"/>
                  </a:schemeClr>
                </a:solidFill>
              </a:rPr>
              <a:t>Uses the identity function as the link. Simple to estimate via OLS, but may produce probabilities outside the [0,1] interval.</a:t>
            </a:r>
            <a:endParaRPr kumimoji="0" lang="en-GB" sz="1400" b="0" i="0" u="none" strike="noStrike" kern="1200" cap="none" spc="0" normalizeH="0" baseline="0" noProof="0">
              <a:ln>
                <a:noFill/>
              </a:ln>
              <a:solidFill>
                <a:schemeClr val="bg1">
                  <a:lumMod val="85000"/>
                </a:schemeClr>
              </a:solidFill>
              <a:effectLst/>
              <a:uLnTx/>
              <a:uFillTx/>
              <a:latin typeface="Aptos" panose="020B0004020202020204"/>
            </a:endParaRPr>
          </a:p>
        </p:txBody>
      </p:sp>
      <p:sp>
        <p:nvSpPr>
          <p:cNvPr id="7" name="TextBox 6">
            <a:extLst>
              <a:ext uri="{FF2B5EF4-FFF2-40B4-BE49-F238E27FC236}">
                <a16:creationId xmlns:a16="http://schemas.microsoft.com/office/drawing/2014/main" id="{24D08D75-6055-F6E6-E5EA-E137B0F1BEC0}"/>
              </a:ext>
            </a:extLst>
          </p:cNvPr>
          <p:cNvSpPr txBox="1"/>
          <p:nvPr/>
        </p:nvSpPr>
        <p:spPr>
          <a:xfrm>
            <a:off x="7140530" y="3857349"/>
            <a:ext cx="3756852" cy="738664"/>
          </a:xfrm>
          <a:prstGeom prst="rect">
            <a:avLst/>
          </a:prstGeom>
          <a:noFill/>
        </p:spPr>
        <p:txBody>
          <a:bodyPr wrap="square">
            <a:spAutoFit/>
          </a:bodyPr>
          <a:lstStyle>
            <a:defPPr>
              <a:defRPr lang="en-US"/>
            </a:defPPr>
            <a:lvl1pPr>
              <a:defRPr sz="1400"/>
            </a:lvl1pPr>
          </a:lstStyle>
          <a:p>
            <a:pPr lvl="0">
              <a:defRPr/>
            </a:pPr>
            <a:r>
              <a:rPr lang="en-US">
                <a:solidFill>
                  <a:schemeClr val="bg1">
                    <a:lumMod val="85000"/>
                  </a:schemeClr>
                </a:solidFill>
              </a:rPr>
              <a:t>Uses the logistic cumulative distribution function as the link. Ensures probabilities remain between 0 and 1.</a:t>
            </a:r>
            <a:endParaRPr kumimoji="0" lang="en-GB" sz="1400" b="0" i="0" u="none" strike="noStrike" kern="1200" cap="none" spc="0" normalizeH="0" baseline="0" noProof="0">
              <a:ln>
                <a:noFill/>
              </a:ln>
              <a:solidFill>
                <a:schemeClr val="bg1">
                  <a:lumMod val="85000"/>
                </a:schemeClr>
              </a:solidFill>
              <a:effectLst/>
              <a:uLnTx/>
              <a:uFillTx/>
              <a:latin typeface="Aptos" panose="020B0004020202020204"/>
            </a:endParaRPr>
          </a:p>
        </p:txBody>
      </p:sp>
      <p:sp>
        <p:nvSpPr>
          <p:cNvPr id="9" name="TextBox 8">
            <a:extLst>
              <a:ext uri="{FF2B5EF4-FFF2-40B4-BE49-F238E27FC236}">
                <a16:creationId xmlns:a16="http://schemas.microsoft.com/office/drawing/2014/main" id="{1531217D-100E-0ED1-B083-BEA5F670D93C}"/>
              </a:ext>
            </a:extLst>
          </p:cNvPr>
          <p:cNvSpPr txBox="1"/>
          <p:nvPr/>
        </p:nvSpPr>
        <p:spPr>
          <a:xfrm>
            <a:off x="7140530" y="5286083"/>
            <a:ext cx="3756852" cy="738664"/>
          </a:xfrm>
          <a:prstGeom prst="rect">
            <a:avLst/>
          </a:prstGeom>
          <a:noFill/>
        </p:spPr>
        <p:txBody>
          <a:bodyPr wrap="square">
            <a:spAutoFit/>
          </a:bodyPr>
          <a:lstStyle>
            <a:defPPr>
              <a:defRPr lang="en-US"/>
            </a:defPPr>
            <a:lvl1pPr>
              <a:defRPr sz="1400"/>
            </a:lvl1pPr>
          </a:lstStyle>
          <a:p>
            <a:pPr lvl="0">
              <a:defRPr/>
            </a:pPr>
            <a:r>
              <a:rPr lang="en-US">
                <a:solidFill>
                  <a:schemeClr val="bg1">
                    <a:lumMod val="85000"/>
                  </a:schemeClr>
                </a:solidFill>
              </a:rPr>
              <a:t>Uses the standard normal cumulative distribution function as the link. Also ensures probabilities remain between 0 and 1.</a:t>
            </a:r>
            <a:endParaRPr kumimoji="0" lang="en-GB" sz="1400" b="0" i="0" u="none" strike="noStrike" kern="1200" cap="none" spc="0" normalizeH="0" baseline="0" noProof="0">
              <a:ln>
                <a:noFill/>
              </a:ln>
              <a:solidFill>
                <a:schemeClr val="bg1">
                  <a:lumMod val="85000"/>
                </a:schemeClr>
              </a:solidFill>
              <a:effectLst/>
              <a:uLnTx/>
              <a:uFillTx/>
              <a:latin typeface="Aptos" panose="020B0004020202020204"/>
            </a:endParaRPr>
          </a:p>
        </p:txBody>
      </p:sp>
    </p:spTree>
    <p:extLst>
      <p:ext uri="{BB962C8B-B14F-4D97-AF65-F5344CB8AC3E}">
        <p14:creationId xmlns:p14="http://schemas.microsoft.com/office/powerpoint/2010/main" val="27452136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56"/>
                                        </p:tgtEl>
                                        <p:attrNameLst>
                                          <p:attrName>style.visibility</p:attrName>
                                        </p:attrNameLst>
                                      </p:cBhvr>
                                      <p:to>
                                        <p:strVal val="visible"/>
                                      </p:to>
                                    </p:set>
                                    <p:animEffect transition="in" filter="fade">
                                      <p:cBhvr>
                                        <p:cTn id="10" dur="500"/>
                                        <p:tgtEl>
                                          <p:spTgt spid="2456"/>
                                        </p:tgtEl>
                                      </p:cBhvr>
                                    </p:animEffect>
                                  </p:childTnLst>
                                </p:cTn>
                              </p:par>
                              <p:par>
                                <p:cTn id="11" presetID="10" presetClass="entr" presetSubtype="0" fill="hold" nodeType="withEffect">
                                  <p:stCondLst>
                                    <p:cond delay="0"/>
                                  </p:stCondLst>
                                  <p:childTnLst>
                                    <p:set>
                                      <p:cBhvr>
                                        <p:cTn id="12" dur="1" fill="hold">
                                          <p:stCondLst>
                                            <p:cond delay="0"/>
                                          </p:stCondLst>
                                        </p:cTn>
                                        <p:tgtEl>
                                          <p:spTgt spid="3137"/>
                                        </p:tgtEl>
                                        <p:attrNameLst>
                                          <p:attrName>style.visibility</p:attrName>
                                        </p:attrNameLst>
                                      </p:cBhvr>
                                      <p:to>
                                        <p:strVal val="visible"/>
                                      </p:to>
                                    </p:set>
                                    <p:animEffect transition="in" filter="fade">
                                      <p:cBhvr>
                                        <p:cTn id="13" dur="500"/>
                                        <p:tgtEl>
                                          <p:spTgt spid="313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69"/>
                                        </p:tgtEl>
                                        <p:attrNameLst>
                                          <p:attrName>style.visibility</p:attrName>
                                        </p:attrNameLst>
                                      </p:cBhvr>
                                      <p:to>
                                        <p:strVal val="visible"/>
                                      </p:to>
                                    </p:set>
                                    <p:animEffect transition="in" filter="fade">
                                      <p:cBhvr>
                                        <p:cTn id="19" dur="500"/>
                                        <p:tgtEl>
                                          <p:spTgt spid="3169"/>
                                        </p:tgtEl>
                                      </p:cBhvr>
                                    </p:animEffect>
                                  </p:childTnLst>
                                </p:cTn>
                              </p:par>
                              <p:par>
                                <p:cTn id="20" presetID="10" presetClass="entr" presetSubtype="0" fill="hold" nodeType="withEffect">
                                  <p:stCondLst>
                                    <p:cond delay="0"/>
                                  </p:stCondLst>
                                  <p:childTnLst>
                                    <p:set>
                                      <p:cBhvr>
                                        <p:cTn id="21" dur="1" fill="hold">
                                          <p:stCondLst>
                                            <p:cond delay="0"/>
                                          </p:stCondLst>
                                        </p:cTn>
                                        <p:tgtEl>
                                          <p:spTgt spid="3258"/>
                                        </p:tgtEl>
                                        <p:attrNameLst>
                                          <p:attrName>style.visibility</p:attrName>
                                        </p:attrNameLst>
                                      </p:cBhvr>
                                      <p:to>
                                        <p:strVal val="visible"/>
                                      </p:to>
                                    </p:set>
                                    <p:animEffect transition="in" filter="fade">
                                      <p:cBhvr>
                                        <p:cTn id="22" dur="500"/>
                                        <p:tgtEl>
                                          <p:spTgt spid="325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04"/>
                                        </p:tgtEl>
                                        <p:attrNameLst>
                                          <p:attrName>style.visibility</p:attrName>
                                        </p:attrNameLst>
                                      </p:cBhvr>
                                      <p:to>
                                        <p:strVal val="visible"/>
                                      </p:to>
                                    </p:set>
                                    <p:animEffect transition="in" filter="fade">
                                      <p:cBhvr>
                                        <p:cTn id="25" dur="500"/>
                                        <p:tgtEl>
                                          <p:spTgt spid="240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399"/>
                                        </p:tgtEl>
                                        <p:attrNameLst>
                                          <p:attrName>style.visibility</p:attrName>
                                        </p:attrNameLst>
                                      </p:cBhvr>
                                      <p:to>
                                        <p:strVal val="visible"/>
                                      </p:to>
                                    </p:set>
                                    <p:animEffect transition="in" filter="fade">
                                      <p:cBhvr>
                                        <p:cTn id="30" dur="500"/>
                                        <p:tgtEl>
                                          <p:spTgt spid="239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398"/>
                                        </p:tgtEl>
                                        <p:attrNameLst>
                                          <p:attrName>style.visibility</p:attrName>
                                        </p:attrNameLst>
                                      </p:cBhvr>
                                      <p:to>
                                        <p:strVal val="visible"/>
                                      </p:to>
                                    </p:set>
                                    <p:animEffect transition="in" filter="fade">
                                      <p:cBhvr>
                                        <p:cTn id="33" dur="500"/>
                                        <p:tgtEl>
                                          <p:spTgt spid="239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01"/>
                                        </p:tgtEl>
                                        <p:attrNameLst>
                                          <p:attrName>style.visibility</p:attrName>
                                        </p:attrNameLst>
                                      </p:cBhvr>
                                      <p:to>
                                        <p:strVal val="visible"/>
                                      </p:to>
                                    </p:set>
                                    <p:animEffect transition="in" filter="fade">
                                      <p:cBhvr>
                                        <p:cTn id="36" dur="500"/>
                                        <p:tgtEl>
                                          <p:spTgt spid="240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400"/>
                                        </p:tgtEl>
                                        <p:attrNameLst>
                                          <p:attrName>style.visibility</p:attrName>
                                        </p:attrNameLst>
                                      </p:cBhvr>
                                      <p:to>
                                        <p:strVal val="visible"/>
                                      </p:to>
                                    </p:set>
                                    <p:animEffect transition="in" filter="fade">
                                      <p:cBhvr>
                                        <p:cTn id="39" dur="500"/>
                                        <p:tgtEl>
                                          <p:spTgt spid="240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03"/>
                                        </p:tgtEl>
                                        <p:attrNameLst>
                                          <p:attrName>style.visibility</p:attrName>
                                        </p:attrNameLst>
                                      </p:cBhvr>
                                      <p:to>
                                        <p:strVal val="visible"/>
                                      </p:to>
                                    </p:set>
                                    <p:animEffect transition="in" filter="fade">
                                      <p:cBhvr>
                                        <p:cTn id="42" dur="500"/>
                                        <p:tgtEl>
                                          <p:spTgt spid="240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402"/>
                                        </p:tgtEl>
                                        <p:attrNameLst>
                                          <p:attrName>style.visibility</p:attrName>
                                        </p:attrNameLst>
                                      </p:cBhvr>
                                      <p:to>
                                        <p:strVal val="visible"/>
                                      </p:to>
                                    </p:set>
                                    <p:animEffect transition="in" filter="fade">
                                      <p:cBhvr>
                                        <p:cTn id="45" dur="500"/>
                                        <p:tgtEl>
                                          <p:spTgt spid="240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fade">
                                      <p:cBhvr>
                                        <p:cTn id="48" dur="500"/>
                                        <p:tgtEl>
                                          <p:spTgt spid="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fade">
                                      <p:cBhvr>
                                        <p:cTn id="51" dur="500"/>
                                        <p:tgtEl>
                                          <p:spTgt spid="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456" grpId="0"/>
      <p:bldP spid="8" grpId="0"/>
      <p:bldP spid="3169" grpId="0"/>
      <p:bldP spid="2398" grpId="0"/>
      <p:bldP spid="2399" grpId="0"/>
      <p:bldP spid="2400" grpId="0"/>
      <p:bldP spid="2401" grpId="0"/>
      <p:bldP spid="2402" grpId="0"/>
      <p:bldP spid="2403" grpId="0"/>
      <p:bldP spid="2404" grpId="0" animBg="1"/>
      <p:bldP spid="6" grpId="0"/>
      <p:bldP spid="7"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8BE86-4426-DE7B-8C97-ADACDA10A188}"/>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4D15AECB-864C-4FDE-6932-2A06570F945B}"/>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FF7F5B45-ECE0-051A-BCEA-23FD1719450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4A69AA3C-4E24-4960-CC5B-BA5CA699A462}"/>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Binomial</a:t>
            </a:r>
            <a:br>
              <a:rPr lang="en-GB" sz="3200" b="1">
                <a:solidFill>
                  <a:srgbClr val="FF0000"/>
                </a:solidFill>
                <a:latin typeface="Aptos SemiBold" panose="020F0502020204030204" pitchFamily="34" charset="0"/>
              </a:rPr>
            </a:br>
            <a:r>
              <a:rPr lang="en-GB" sz="3200" b="1">
                <a:solidFill>
                  <a:srgbClr val="FF0000"/>
                </a:solidFill>
                <a:latin typeface="Aptos SemiBold" panose="020F0502020204030204" pitchFamily="34" charset="0"/>
              </a:rPr>
              <a:t>Models</a:t>
            </a:r>
          </a:p>
        </p:txBody>
      </p:sp>
      <p:sp>
        <p:nvSpPr>
          <p:cNvPr id="10" name="Date Placeholder 3 2">
            <a:extLst>
              <a:ext uri="{FF2B5EF4-FFF2-40B4-BE49-F238E27FC236}">
                <a16:creationId xmlns:a16="http://schemas.microsoft.com/office/drawing/2014/main" id="{8111927F-825D-2172-ABB5-BEDEAFE098CE}"/>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3" name="TextBox 2">
            <a:extLst>
              <a:ext uri="{FF2B5EF4-FFF2-40B4-BE49-F238E27FC236}">
                <a16:creationId xmlns:a16="http://schemas.microsoft.com/office/drawing/2014/main" id="{BB9B8C59-A345-66FD-2264-6E7DEEEE0538}"/>
              </a:ext>
            </a:extLst>
          </p:cNvPr>
          <p:cNvSpPr txBox="1"/>
          <p:nvPr/>
        </p:nvSpPr>
        <p:spPr>
          <a:xfrm>
            <a:off x="1009649" y="1667057"/>
            <a:ext cx="4817667" cy="369332"/>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0000"/>
                </a:solidFill>
                <a:effectLst/>
                <a:uLnTx/>
                <a:uFillTx/>
                <a:latin typeface="Aptos" panose="020B0004020202020204"/>
                <a:ea typeface="+mn-ea"/>
                <a:cs typeface="+mn-cs"/>
              </a:rPr>
              <a:t>Linear probability model</a:t>
            </a:r>
          </a:p>
        </p:txBody>
      </p:sp>
      <p:sp>
        <p:nvSpPr>
          <p:cNvPr id="2456" name="TextBox 2455">
            <a:extLst>
              <a:ext uri="{FF2B5EF4-FFF2-40B4-BE49-F238E27FC236}">
                <a16:creationId xmlns:a16="http://schemas.microsoft.com/office/drawing/2014/main" id="{25CFA0AC-5664-D620-9CB4-222A653BF234}"/>
              </a:ext>
            </a:extLst>
          </p:cNvPr>
          <p:cNvSpPr txBox="1"/>
          <p:nvPr/>
        </p:nvSpPr>
        <p:spPr>
          <a:xfrm>
            <a:off x="1067263" y="2073140"/>
            <a:ext cx="4760051" cy="523220"/>
          </a:xfrm>
          <a:prstGeom prst="rect">
            <a:avLst/>
          </a:prstGeom>
          <a:noFill/>
        </p:spPr>
        <p:txBody>
          <a:bodyPr wrap="square">
            <a:spAutoFit/>
          </a:bodyPr>
          <a:lstStyle/>
          <a:p>
            <a:pPr lvl="0">
              <a:defRPr/>
            </a:pPr>
            <a:r>
              <a:rPr lang="en-US" sz="1400">
                <a:solidFill>
                  <a:prstClr val="black"/>
                </a:solidFill>
              </a:rPr>
              <a:t>The most direct choice for the link function </a:t>
            </a:r>
            <a:r>
              <a:rPr lang="en-US" sz="1400" i="1">
                <a:solidFill>
                  <a:prstClr val="black"/>
                </a:solidFill>
              </a:rPr>
              <a:t>F</a:t>
            </a:r>
            <a:r>
              <a:rPr lang="en-US" sz="1400">
                <a:solidFill>
                  <a:prstClr val="black"/>
                </a:solidFill>
              </a:rPr>
              <a:t> is the identity function:</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3146" name="Group 3145" descr="\documentclass{article}&#10;\usepackage{amsmath}&#10;\usepackage{amsfonts}&#10;\pagestyle{empty}&#10;\begin{document}&#10;&#10;&#10;\[&#10;\mu_n = \eta_n = \alpha + \beta^\top x_n&#10;\]&#10;&#10;&#10;&#10;&#10;&#10;\end{document}" title="IguanaTex Shape Display">
            <a:extLst>
              <a:ext uri="{FF2B5EF4-FFF2-40B4-BE49-F238E27FC236}">
                <a16:creationId xmlns:a16="http://schemas.microsoft.com/office/drawing/2014/main" id="{F136FD2E-A606-559C-E672-9724BC3B9C1D}"/>
              </a:ext>
            </a:extLst>
          </p:cNvPr>
          <p:cNvGrpSpPr>
            <a:grpSpLocks noChangeAspect="1"/>
          </p:cNvGrpSpPr>
          <p:nvPr>
            <p:custDataLst>
              <p:tags r:id="rId1"/>
            </p:custDataLst>
          </p:nvPr>
        </p:nvGrpSpPr>
        <p:grpSpPr>
          <a:xfrm>
            <a:off x="2187393" y="2470599"/>
            <a:ext cx="2144649" cy="268953"/>
            <a:chOff x="6620555" y="4615361"/>
            <a:chExt cx="2144649" cy="268953"/>
          </a:xfrm>
        </p:grpSpPr>
        <p:sp>
          <p:nvSpPr>
            <p:cNvPr id="47" name="Freeform: Shape 46">
              <a:extLst>
                <a:ext uri="{FF2B5EF4-FFF2-40B4-BE49-F238E27FC236}">
                  <a16:creationId xmlns:a16="http://schemas.microsoft.com/office/drawing/2014/main" id="{3B7A95D7-AE70-D92B-5D1D-DBC622B98714}"/>
                </a:ext>
              </a:extLst>
            </p:cNvPr>
            <p:cNvSpPr/>
            <p:nvPr>
              <p:custDataLst>
                <p:tags r:id="rId59"/>
              </p:custDataLst>
            </p:nvPr>
          </p:nvSpPr>
          <p:spPr>
            <a:xfrm>
              <a:off x="6620555" y="4725552"/>
              <a:ext cx="128932" cy="158762"/>
            </a:xfrm>
            <a:custGeom>
              <a:avLst/>
              <a:gdLst>
                <a:gd name="connsiteX0" fmla="*/ 48003 w 128932"/>
                <a:gd name="connsiteY0" fmla="*/ 22031 h 158762"/>
                <a:gd name="connsiteX1" fmla="*/ 51571 w 128932"/>
                <a:gd name="connsiteY1" fmla="*/ 6589 h 158762"/>
                <a:gd name="connsiteX2" fmla="*/ 44672 w 128932"/>
                <a:gd name="connsiteY2" fmla="*/ 75 h 158762"/>
                <a:gd name="connsiteX3" fmla="*/ 35157 w 128932"/>
                <a:gd name="connsiteY3" fmla="*/ 8761 h 158762"/>
                <a:gd name="connsiteX4" fmla="*/ 902 w 128932"/>
                <a:gd name="connsiteY4" fmla="*/ 148462 h 158762"/>
                <a:gd name="connsiteX5" fmla="*/ 188 w 128932"/>
                <a:gd name="connsiteY5" fmla="*/ 152322 h 158762"/>
                <a:gd name="connsiteX6" fmla="*/ 6849 w 128932"/>
                <a:gd name="connsiteY6" fmla="*/ 158837 h 158762"/>
                <a:gd name="connsiteX7" fmla="*/ 15175 w 128932"/>
                <a:gd name="connsiteY7" fmla="*/ 153770 h 158762"/>
                <a:gd name="connsiteX8" fmla="*/ 28258 w 128932"/>
                <a:gd name="connsiteY8" fmla="*/ 101895 h 158762"/>
                <a:gd name="connsiteX9" fmla="*/ 51333 w 128932"/>
                <a:gd name="connsiteY9" fmla="*/ 109374 h 158762"/>
                <a:gd name="connsiteX10" fmla="*/ 82972 w 128932"/>
                <a:gd name="connsiteY10" fmla="*/ 91761 h 158762"/>
                <a:gd name="connsiteX11" fmla="*/ 104381 w 128932"/>
                <a:gd name="connsiteY11" fmla="*/ 109374 h 158762"/>
                <a:gd name="connsiteX12" fmla="*/ 121985 w 128932"/>
                <a:gd name="connsiteY12" fmla="*/ 96104 h 158762"/>
                <a:gd name="connsiteX13" fmla="*/ 129121 w 128932"/>
                <a:gd name="connsiteY13" fmla="*/ 72217 h 158762"/>
                <a:gd name="connsiteX14" fmla="*/ 126266 w 128932"/>
                <a:gd name="connsiteY14" fmla="*/ 69805 h 158762"/>
                <a:gd name="connsiteX15" fmla="*/ 122936 w 128932"/>
                <a:gd name="connsiteY15" fmla="*/ 74148 h 158762"/>
                <a:gd name="connsiteX16" fmla="*/ 104857 w 128932"/>
                <a:gd name="connsiteY16" fmla="*/ 104066 h 158762"/>
                <a:gd name="connsiteX17" fmla="*/ 97720 w 128932"/>
                <a:gd name="connsiteY17" fmla="*/ 92967 h 158762"/>
                <a:gd name="connsiteX18" fmla="*/ 102478 w 128932"/>
                <a:gd name="connsiteY18" fmla="*/ 67874 h 158762"/>
                <a:gd name="connsiteX19" fmla="*/ 109139 w 128932"/>
                <a:gd name="connsiteY19" fmla="*/ 41816 h 158762"/>
                <a:gd name="connsiteX20" fmla="*/ 113183 w 128932"/>
                <a:gd name="connsiteY20" fmla="*/ 25409 h 158762"/>
                <a:gd name="connsiteX21" fmla="*/ 116751 w 128932"/>
                <a:gd name="connsiteY21" fmla="*/ 9243 h 158762"/>
                <a:gd name="connsiteX22" fmla="*/ 109852 w 128932"/>
                <a:gd name="connsiteY22" fmla="*/ 2729 h 158762"/>
                <a:gd name="connsiteX23" fmla="*/ 100575 w 128932"/>
                <a:gd name="connsiteY23" fmla="*/ 11174 h 158762"/>
                <a:gd name="connsiteX24" fmla="*/ 89395 w 128932"/>
                <a:gd name="connsiteY24" fmla="*/ 56293 h 158762"/>
                <a:gd name="connsiteX25" fmla="*/ 83210 w 128932"/>
                <a:gd name="connsiteY25" fmla="*/ 80903 h 158762"/>
                <a:gd name="connsiteX26" fmla="*/ 52285 w 128932"/>
                <a:gd name="connsiteY26" fmla="*/ 104066 h 158762"/>
                <a:gd name="connsiteX27" fmla="*/ 34681 w 128932"/>
                <a:gd name="connsiteY27" fmla="*/ 83075 h 158762"/>
                <a:gd name="connsiteX28" fmla="*/ 38012 w 128932"/>
                <a:gd name="connsiteY28" fmla="*/ 62566 h 158762"/>
                <a:gd name="connsiteX29" fmla="*/ 48003 w 128932"/>
                <a:gd name="connsiteY29" fmla="*/ 22031 h 15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8932" h="158762">
                  <a:moveTo>
                    <a:pt x="48003" y="22031"/>
                  </a:moveTo>
                  <a:cubicBezTo>
                    <a:pt x="49192" y="16964"/>
                    <a:pt x="51571" y="7796"/>
                    <a:pt x="51571" y="6589"/>
                  </a:cubicBezTo>
                  <a:cubicBezTo>
                    <a:pt x="51571" y="2488"/>
                    <a:pt x="48716" y="75"/>
                    <a:pt x="44672" y="75"/>
                  </a:cubicBezTo>
                  <a:cubicBezTo>
                    <a:pt x="43959" y="75"/>
                    <a:pt x="37298" y="316"/>
                    <a:pt x="35157" y="8761"/>
                  </a:cubicBezTo>
                  <a:lnTo>
                    <a:pt x="902" y="148462"/>
                  </a:lnTo>
                  <a:cubicBezTo>
                    <a:pt x="188" y="151357"/>
                    <a:pt x="188" y="151840"/>
                    <a:pt x="188" y="152322"/>
                  </a:cubicBezTo>
                  <a:cubicBezTo>
                    <a:pt x="188" y="155941"/>
                    <a:pt x="2805" y="158837"/>
                    <a:pt x="6849" y="158837"/>
                  </a:cubicBezTo>
                  <a:cubicBezTo>
                    <a:pt x="11844" y="158837"/>
                    <a:pt x="14699" y="154494"/>
                    <a:pt x="15175" y="153770"/>
                  </a:cubicBezTo>
                  <a:cubicBezTo>
                    <a:pt x="16126" y="151598"/>
                    <a:pt x="19219" y="139052"/>
                    <a:pt x="28258" y="101895"/>
                  </a:cubicBezTo>
                  <a:cubicBezTo>
                    <a:pt x="35871" y="108409"/>
                    <a:pt x="46575" y="109374"/>
                    <a:pt x="51333" y="109374"/>
                  </a:cubicBezTo>
                  <a:cubicBezTo>
                    <a:pt x="67985" y="109374"/>
                    <a:pt x="77262" y="98517"/>
                    <a:pt x="82972" y="91761"/>
                  </a:cubicBezTo>
                  <a:cubicBezTo>
                    <a:pt x="85113" y="102619"/>
                    <a:pt x="93914" y="109374"/>
                    <a:pt x="104381" y="109374"/>
                  </a:cubicBezTo>
                  <a:cubicBezTo>
                    <a:pt x="112707" y="109374"/>
                    <a:pt x="118178" y="103825"/>
                    <a:pt x="121985" y="96104"/>
                  </a:cubicBezTo>
                  <a:cubicBezTo>
                    <a:pt x="126029" y="87418"/>
                    <a:pt x="129121" y="72700"/>
                    <a:pt x="129121" y="72217"/>
                  </a:cubicBezTo>
                  <a:cubicBezTo>
                    <a:pt x="129121" y="69805"/>
                    <a:pt x="126980" y="69805"/>
                    <a:pt x="126266" y="69805"/>
                  </a:cubicBezTo>
                  <a:cubicBezTo>
                    <a:pt x="123888" y="69805"/>
                    <a:pt x="123650" y="70770"/>
                    <a:pt x="122936" y="74148"/>
                  </a:cubicBezTo>
                  <a:cubicBezTo>
                    <a:pt x="118892" y="89831"/>
                    <a:pt x="114610" y="104066"/>
                    <a:pt x="104857" y="104066"/>
                  </a:cubicBezTo>
                  <a:cubicBezTo>
                    <a:pt x="98434" y="104066"/>
                    <a:pt x="97720" y="97793"/>
                    <a:pt x="97720" y="92967"/>
                  </a:cubicBezTo>
                  <a:cubicBezTo>
                    <a:pt x="97720" y="87659"/>
                    <a:pt x="100575" y="76319"/>
                    <a:pt x="102478" y="67874"/>
                  </a:cubicBezTo>
                  <a:lnTo>
                    <a:pt x="109139" y="41816"/>
                  </a:lnTo>
                  <a:cubicBezTo>
                    <a:pt x="109852" y="38197"/>
                    <a:pt x="112231" y="29028"/>
                    <a:pt x="113183" y="25409"/>
                  </a:cubicBezTo>
                  <a:cubicBezTo>
                    <a:pt x="114372" y="19860"/>
                    <a:pt x="116751" y="10691"/>
                    <a:pt x="116751" y="9243"/>
                  </a:cubicBezTo>
                  <a:cubicBezTo>
                    <a:pt x="116751" y="4900"/>
                    <a:pt x="113421" y="2729"/>
                    <a:pt x="109852" y="2729"/>
                  </a:cubicBezTo>
                  <a:cubicBezTo>
                    <a:pt x="108663" y="2729"/>
                    <a:pt x="102478" y="2970"/>
                    <a:pt x="100575" y="11174"/>
                  </a:cubicBezTo>
                  <a:lnTo>
                    <a:pt x="89395" y="56293"/>
                  </a:lnTo>
                  <a:cubicBezTo>
                    <a:pt x="86540" y="68357"/>
                    <a:pt x="83923" y="78491"/>
                    <a:pt x="83210" y="80903"/>
                  </a:cubicBezTo>
                  <a:cubicBezTo>
                    <a:pt x="82972" y="82110"/>
                    <a:pt x="71553" y="104066"/>
                    <a:pt x="52285" y="104066"/>
                  </a:cubicBezTo>
                  <a:cubicBezTo>
                    <a:pt x="40390" y="104066"/>
                    <a:pt x="34681" y="96104"/>
                    <a:pt x="34681" y="83075"/>
                  </a:cubicBezTo>
                  <a:cubicBezTo>
                    <a:pt x="34681" y="76078"/>
                    <a:pt x="36346" y="69322"/>
                    <a:pt x="38012" y="62566"/>
                  </a:cubicBezTo>
                  <a:lnTo>
                    <a:pt x="48003" y="2203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Freeform: Shape 47">
              <a:extLst>
                <a:ext uri="{FF2B5EF4-FFF2-40B4-BE49-F238E27FC236}">
                  <a16:creationId xmlns:a16="http://schemas.microsoft.com/office/drawing/2014/main" id="{27D9314B-A1FD-8402-02D5-E038C1EC5CE0}"/>
                </a:ext>
              </a:extLst>
            </p:cNvPr>
            <p:cNvSpPr/>
            <p:nvPr>
              <p:custDataLst>
                <p:tags r:id="rId60"/>
              </p:custDataLst>
            </p:nvPr>
          </p:nvSpPr>
          <p:spPr>
            <a:xfrm>
              <a:off x="6764581" y="4793906"/>
              <a:ext cx="101742" cy="76172"/>
            </a:xfrm>
            <a:custGeom>
              <a:avLst/>
              <a:gdLst>
                <a:gd name="connsiteX0" fmla="*/ 12683 w 101742"/>
                <a:gd name="connsiteY0" fmla="*/ 63919 h 76172"/>
                <a:gd name="connsiteX1" fmla="*/ 11018 w 101742"/>
                <a:gd name="connsiteY1" fmla="*/ 70844 h 76172"/>
                <a:gd name="connsiteX2" fmla="*/ 16679 w 101742"/>
                <a:gd name="connsiteY2" fmla="*/ 76248 h 76172"/>
                <a:gd name="connsiteX3" fmla="*/ 23174 w 101742"/>
                <a:gd name="connsiteY3" fmla="*/ 72533 h 76172"/>
                <a:gd name="connsiteX4" fmla="*/ 26171 w 101742"/>
                <a:gd name="connsiteY4" fmla="*/ 62061 h 76172"/>
                <a:gd name="connsiteX5" fmla="*/ 29834 w 101742"/>
                <a:gd name="connsiteY5" fmla="*/ 46860 h 76172"/>
                <a:gd name="connsiteX6" fmla="*/ 32665 w 101742"/>
                <a:gd name="connsiteY6" fmla="*/ 35544 h 76172"/>
                <a:gd name="connsiteX7" fmla="*/ 39659 w 101742"/>
                <a:gd name="connsiteY7" fmla="*/ 20344 h 76172"/>
                <a:gd name="connsiteX8" fmla="*/ 64637 w 101742"/>
                <a:gd name="connsiteY8" fmla="*/ 4805 h 76172"/>
                <a:gd name="connsiteX9" fmla="*/ 74461 w 101742"/>
                <a:gd name="connsiteY9" fmla="*/ 16628 h 76172"/>
                <a:gd name="connsiteX10" fmla="*/ 64637 w 101742"/>
                <a:gd name="connsiteY10" fmla="*/ 52603 h 76172"/>
                <a:gd name="connsiteX11" fmla="*/ 62139 w 101742"/>
                <a:gd name="connsiteY11" fmla="*/ 61723 h 76172"/>
                <a:gd name="connsiteX12" fmla="*/ 77958 w 101742"/>
                <a:gd name="connsiteY12" fmla="*/ 76248 h 76172"/>
                <a:gd name="connsiteX13" fmla="*/ 101937 w 101742"/>
                <a:gd name="connsiteY13" fmla="*/ 50407 h 76172"/>
                <a:gd name="connsiteX14" fmla="*/ 99273 w 101742"/>
                <a:gd name="connsiteY14" fmla="*/ 48212 h 76172"/>
                <a:gd name="connsiteX15" fmla="*/ 96109 w 101742"/>
                <a:gd name="connsiteY15" fmla="*/ 51083 h 76172"/>
                <a:gd name="connsiteX16" fmla="*/ 78458 w 101742"/>
                <a:gd name="connsiteY16" fmla="*/ 71519 h 76172"/>
                <a:gd name="connsiteX17" fmla="*/ 74295 w 101742"/>
                <a:gd name="connsiteY17" fmla="*/ 65608 h 76172"/>
                <a:gd name="connsiteX18" fmla="*/ 78125 w 101742"/>
                <a:gd name="connsiteY18" fmla="*/ 51927 h 76172"/>
                <a:gd name="connsiteX19" fmla="*/ 86950 w 101742"/>
                <a:gd name="connsiteY19" fmla="*/ 19330 h 76172"/>
                <a:gd name="connsiteX20" fmla="*/ 65303 w 101742"/>
                <a:gd name="connsiteY20" fmla="*/ 76 h 76172"/>
                <a:gd name="connsiteX21" fmla="*/ 37161 w 101742"/>
                <a:gd name="connsiteY21" fmla="*/ 15446 h 76172"/>
                <a:gd name="connsiteX22" fmla="*/ 19344 w 101742"/>
                <a:gd name="connsiteY22" fmla="*/ 76 h 76172"/>
                <a:gd name="connsiteX23" fmla="*/ 6189 w 101742"/>
                <a:gd name="connsiteY23" fmla="*/ 9197 h 76172"/>
                <a:gd name="connsiteX24" fmla="*/ 194 w 101742"/>
                <a:gd name="connsiteY24" fmla="*/ 25917 h 76172"/>
                <a:gd name="connsiteX25" fmla="*/ 3025 w 101742"/>
                <a:gd name="connsiteY25" fmla="*/ 28113 h 76172"/>
                <a:gd name="connsiteX26" fmla="*/ 6688 w 101742"/>
                <a:gd name="connsiteY26" fmla="*/ 23046 h 76172"/>
                <a:gd name="connsiteX27" fmla="*/ 18844 w 101742"/>
                <a:gd name="connsiteY27" fmla="*/ 4805 h 76172"/>
                <a:gd name="connsiteX28" fmla="*/ 24339 w 101742"/>
                <a:gd name="connsiteY28" fmla="*/ 13081 h 76172"/>
                <a:gd name="connsiteX29" fmla="*/ 21675 w 101742"/>
                <a:gd name="connsiteY29" fmla="*/ 27100 h 76172"/>
                <a:gd name="connsiteX30" fmla="*/ 18012 w 101742"/>
                <a:gd name="connsiteY30" fmla="*/ 42300 h 76172"/>
                <a:gd name="connsiteX31" fmla="*/ 12683 w 101742"/>
                <a:gd name="connsiteY31" fmla="*/ 63919 h 76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742" h="76172">
                  <a:moveTo>
                    <a:pt x="12683" y="63919"/>
                  </a:moveTo>
                  <a:cubicBezTo>
                    <a:pt x="12017" y="66114"/>
                    <a:pt x="11018" y="70337"/>
                    <a:pt x="11018" y="70844"/>
                  </a:cubicBezTo>
                  <a:cubicBezTo>
                    <a:pt x="11018" y="74559"/>
                    <a:pt x="14015" y="76248"/>
                    <a:pt x="16679" y="76248"/>
                  </a:cubicBezTo>
                  <a:cubicBezTo>
                    <a:pt x="19677" y="76248"/>
                    <a:pt x="22341" y="74053"/>
                    <a:pt x="23174" y="72533"/>
                  </a:cubicBezTo>
                  <a:cubicBezTo>
                    <a:pt x="24006" y="71012"/>
                    <a:pt x="25338" y="65608"/>
                    <a:pt x="26171" y="62061"/>
                  </a:cubicBezTo>
                  <a:cubicBezTo>
                    <a:pt x="27004" y="58852"/>
                    <a:pt x="28835" y="51083"/>
                    <a:pt x="29834" y="46860"/>
                  </a:cubicBezTo>
                  <a:cubicBezTo>
                    <a:pt x="30834" y="43145"/>
                    <a:pt x="31833" y="39429"/>
                    <a:pt x="32665" y="35544"/>
                  </a:cubicBezTo>
                  <a:cubicBezTo>
                    <a:pt x="34497" y="28620"/>
                    <a:pt x="34830" y="27268"/>
                    <a:pt x="39659" y="20344"/>
                  </a:cubicBezTo>
                  <a:cubicBezTo>
                    <a:pt x="44322" y="13588"/>
                    <a:pt x="52148" y="4805"/>
                    <a:pt x="64637" y="4805"/>
                  </a:cubicBezTo>
                  <a:cubicBezTo>
                    <a:pt x="74295" y="4805"/>
                    <a:pt x="74461" y="13419"/>
                    <a:pt x="74461" y="16628"/>
                  </a:cubicBezTo>
                  <a:cubicBezTo>
                    <a:pt x="74461" y="26762"/>
                    <a:pt x="67301" y="45509"/>
                    <a:pt x="64637" y="52603"/>
                  </a:cubicBezTo>
                  <a:cubicBezTo>
                    <a:pt x="62805" y="57332"/>
                    <a:pt x="62139" y="58852"/>
                    <a:pt x="62139" y="61723"/>
                  </a:cubicBezTo>
                  <a:cubicBezTo>
                    <a:pt x="62139" y="70675"/>
                    <a:pt x="69466" y="76248"/>
                    <a:pt x="77958" y="76248"/>
                  </a:cubicBezTo>
                  <a:cubicBezTo>
                    <a:pt x="94610" y="76248"/>
                    <a:pt x="101937" y="52941"/>
                    <a:pt x="101937" y="50407"/>
                  </a:cubicBezTo>
                  <a:cubicBezTo>
                    <a:pt x="101937" y="48212"/>
                    <a:pt x="99772" y="48212"/>
                    <a:pt x="99273" y="48212"/>
                  </a:cubicBezTo>
                  <a:cubicBezTo>
                    <a:pt x="96941" y="48212"/>
                    <a:pt x="96775" y="49225"/>
                    <a:pt x="96109" y="51083"/>
                  </a:cubicBezTo>
                  <a:cubicBezTo>
                    <a:pt x="92279" y="64594"/>
                    <a:pt x="85119" y="71519"/>
                    <a:pt x="78458" y="71519"/>
                  </a:cubicBezTo>
                  <a:cubicBezTo>
                    <a:pt x="74961" y="71519"/>
                    <a:pt x="74295" y="69155"/>
                    <a:pt x="74295" y="65608"/>
                  </a:cubicBezTo>
                  <a:cubicBezTo>
                    <a:pt x="74295" y="61723"/>
                    <a:pt x="75127" y="59528"/>
                    <a:pt x="78125" y="51927"/>
                  </a:cubicBezTo>
                  <a:cubicBezTo>
                    <a:pt x="80123" y="46691"/>
                    <a:pt x="86950" y="28789"/>
                    <a:pt x="86950" y="19330"/>
                  </a:cubicBezTo>
                  <a:cubicBezTo>
                    <a:pt x="86950" y="2947"/>
                    <a:pt x="74128" y="76"/>
                    <a:pt x="65303" y="76"/>
                  </a:cubicBezTo>
                  <a:cubicBezTo>
                    <a:pt x="51482" y="76"/>
                    <a:pt x="42157" y="8690"/>
                    <a:pt x="37161" y="15446"/>
                  </a:cubicBezTo>
                  <a:cubicBezTo>
                    <a:pt x="35996" y="3792"/>
                    <a:pt x="26171" y="76"/>
                    <a:pt x="19344" y="76"/>
                  </a:cubicBezTo>
                  <a:cubicBezTo>
                    <a:pt x="12183" y="76"/>
                    <a:pt x="8354" y="5312"/>
                    <a:pt x="6189" y="9197"/>
                  </a:cubicBezTo>
                  <a:cubicBezTo>
                    <a:pt x="2525" y="15446"/>
                    <a:pt x="194" y="25073"/>
                    <a:pt x="194" y="25917"/>
                  </a:cubicBezTo>
                  <a:cubicBezTo>
                    <a:pt x="194" y="28113"/>
                    <a:pt x="2525" y="28113"/>
                    <a:pt x="3025" y="28113"/>
                  </a:cubicBezTo>
                  <a:cubicBezTo>
                    <a:pt x="5356" y="28113"/>
                    <a:pt x="5523" y="27606"/>
                    <a:pt x="6688" y="23046"/>
                  </a:cubicBezTo>
                  <a:cubicBezTo>
                    <a:pt x="9186" y="13081"/>
                    <a:pt x="12350" y="4805"/>
                    <a:pt x="18844" y="4805"/>
                  </a:cubicBezTo>
                  <a:cubicBezTo>
                    <a:pt x="23174" y="4805"/>
                    <a:pt x="24339" y="8521"/>
                    <a:pt x="24339" y="13081"/>
                  </a:cubicBezTo>
                  <a:cubicBezTo>
                    <a:pt x="24339" y="16290"/>
                    <a:pt x="22841" y="22539"/>
                    <a:pt x="21675" y="27100"/>
                  </a:cubicBezTo>
                  <a:cubicBezTo>
                    <a:pt x="20509" y="31660"/>
                    <a:pt x="18844" y="38584"/>
                    <a:pt x="18012" y="42300"/>
                  </a:cubicBezTo>
                  <a:lnTo>
                    <a:pt x="12683" y="639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 name="Freeform: Shape 48">
              <a:extLst>
                <a:ext uri="{FF2B5EF4-FFF2-40B4-BE49-F238E27FC236}">
                  <a16:creationId xmlns:a16="http://schemas.microsoft.com/office/drawing/2014/main" id="{5F5F66FD-EB2C-60A3-6663-4F8927117B50}"/>
                </a:ext>
              </a:extLst>
            </p:cNvPr>
            <p:cNvSpPr/>
            <p:nvPr>
              <p:custDataLst>
                <p:tags r:id="rId61"/>
              </p:custDataLst>
            </p:nvPr>
          </p:nvSpPr>
          <p:spPr>
            <a:xfrm>
              <a:off x="6965641" y="4743648"/>
              <a:ext cx="158192" cy="56459"/>
            </a:xfrm>
            <a:custGeom>
              <a:avLst/>
              <a:gdLst>
                <a:gd name="connsiteX0" fmla="*/ 150307 w 158192"/>
                <a:gd name="connsiteY0" fmla="*/ 9726 h 56459"/>
                <a:gd name="connsiteX1" fmla="*/ 158395 w 158192"/>
                <a:gd name="connsiteY1" fmla="*/ 4900 h 56459"/>
                <a:gd name="connsiteX2" fmla="*/ 150545 w 158192"/>
                <a:gd name="connsiteY2" fmla="*/ 75 h 56459"/>
                <a:gd name="connsiteX3" fmla="*/ 8052 w 158192"/>
                <a:gd name="connsiteY3" fmla="*/ 75 h 56459"/>
                <a:gd name="connsiteX4" fmla="*/ 202 w 158192"/>
                <a:gd name="connsiteY4" fmla="*/ 4900 h 56459"/>
                <a:gd name="connsiteX5" fmla="*/ 8290 w 158192"/>
                <a:gd name="connsiteY5" fmla="*/ 9726 h 56459"/>
                <a:gd name="connsiteX6" fmla="*/ 150307 w 158192"/>
                <a:gd name="connsiteY6" fmla="*/ 9726 h 56459"/>
                <a:gd name="connsiteX7" fmla="*/ 150545 w 158192"/>
                <a:gd name="connsiteY7" fmla="*/ 56534 h 56459"/>
                <a:gd name="connsiteX8" fmla="*/ 158395 w 158192"/>
                <a:gd name="connsiteY8" fmla="*/ 51709 h 56459"/>
                <a:gd name="connsiteX9" fmla="*/ 150307 w 158192"/>
                <a:gd name="connsiteY9" fmla="*/ 46883 h 56459"/>
                <a:gd name="connsiteX10" fmla="*/ 8290 w 158192"/>
                <a:gd name="connsiteY10" fmla="*/ 46883 h 56459"/>
                <a:gd name="connsiteX11" fmla="*/ 202 w 158192"/>
                <a:gd name="connsiteY11" fmla="*/ 51709 h 56459"/>
                <a:gd name="connsiteX12" fmla="*/ 8052 w 158192"/>
                <a:gd name="connsiteY12" fmla="*/ 56534 h 56459"/>
                <a:gd name="connsiteX13" fmla="*/ 150545 w 158192"/>
                <a:gd name="connsiteY13" fmla="*/ 56534 h 5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8192" h="56459">
                  <a:moveTo>
                    <a:pt x="150307" y="9726"/>
                  </a:moveTo>
                  <a:cubicBezTo>
                    <a:pt x="153875" y="9726"/>
                    <a:pt x="158395" y="9726"/>
                    <a:pt x="158395" y="4900"/>
                  </a:cubicBezTo>
                  <a:cubicBezTo>
                    <a:pt x="158395" y="75"/>
                    <a:pt x="153875" y="75"/>
                    <a:pt x="150545" y="75"/>
                  </a:cubicBezTo>
                  <a:lnTo>
                    <a:pt x="8052" y="75"/>
                  </a:lnTo>
                  <a:cubicBezTo>
                    <a:pt x="4722" y="75"/>
                    <a:pt x="202" y="75"/>
                    <a:pt x="202" y="4900"/>
                  </a:cubicBezTo>
                  <a:cubicBezTo>
                    <a:pt x="202" y="9726"/>
                    <a:pt x="4722" y="9726"/>
                    <a:pt x="8290" y="9726"/>
                  </a:cubicBezTo>
                  <a:lnTo>
                    <a:pt x="150307" y="9726"/>
                  </a:lnTo>
                  <a:close/>
                  <a:moveTo>
                    <a:pt x="150545" y="56534"/>
                  </a:moveTo>
                  <a:cubicBezTo>
                    <a:pt x="153875" y="56534"/>
                    <a:pt x="158395" y="56534"/>
                    <a:pt x="158395" y="51709"/>
                  </a:cubicBezTo>
                  <a:cubicBezTo>
                    <a:pt x="158395" y="46883"/>
                    <a:pt x="153875" y="46883"/>
                    <a:pt x="150307" y="46883"/>
                  </a:cubicBezTo>
                  <a:lnTo>
                    <a:pt x="8290" y="46883"/>
                  </a:lnTo>
                  <a:cubicBezTo>
                    <a:pt x="4722" y="46883"/>
                    <a:pt x="202" y="46883"/>
                    <a:pt x="202" y="51709"/>
                  </a:cubicBezTo>
                  <a:cubicBezTo>
                    <a:pt x="202" y="56534"/>
                    <a:pt x="4722" y="56534"/>
                    <a:pt x="8052" y="56534"/>
                  </a:cubicBezTo>
                  <a:lnTo>
                    <a:pt x="150545" y="5653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 name="Freeform: Shape 49">
              <a:extLst>
                <a:ext uri="{FF2B5EF4-FFF2-40B4-BE49-F238E27FC236}">
                  <a16:creationId xmlns:a16="http://schemas.microsoft.com/office/drawing/2014/main" id="{DE40D52E-7286-9496-242C-FC0EBBC15256}"/>
                </a:ext>
              </a:extLst>
            </p:cNvPr>
            <p:cNvSpPr/>
            <p:nvPr>
              <p:custDataLst>
                <p:tags r:id="rId62"/>
              </p:custDataLst>
            </p:nvPr>
          </p:nvSpPr>
          <p:spPr>
            <a:xfrm>
              <a:off x="7210317" y="4725552"/>
              <a:ext cx="111091" cy="158762"/>
            </a:xfrm>
            <a:custGeom>
              <a:avLst/>
              <a:gdLst>
                <a:gd name="connsiteX0" fmla="*/ 109401 w 111091"/>
                <a:gd name="connsiteY0" fmla="*/ 39886 h 158762"/>
                <a:gd name="connsiteX1" fmla="*/ 111304 w 111091"/>
                <a:gd name="connsiteY1" fmla="*/ 25892 h 158762"/>
                <a:gd name="connsiteX2" fmla="*/ 83948 w 111091"/>
                <a:gd name="connsiteY2" fmla="*/ 75 h 158762"/>
                <a:gd name="connsiteX3" fmla="*/ 47076 w 111091"/>
                <a:gd name="connsiteY3" fmla="*/ 21066 h 158762"/>
                <a:gd name="connsiteX4" fmla="*/ 25191 w 111091"/>
                <a:gd name="connsiteY4" fmla="*/ 75 h 158762"/>
                <a:gd name="connsiteX5" fmla="*/ 7587 w 111091"/>
                <a:gd name="connsiteY5" fmla="*/ 13828 h 158762"/>
                <a:gd name="connsiteX6" fmla="*/ 213 w 111091"/>
                <a:gd name="connsiteY6" fmla="*/ 37232 h 158762"/>
                <a:gd name="connsiteX7" fmla="*/ 3067 w 111091"/>
                <a:gd name="connsiteY7" fmla="*/ 39645 h 158762"/>
                <a:gd name="connsiteX8" fmla="*/ 7111 w 111091"/>
                <a:gd name="connsiteY8" fmla="*/ 34095 h 158762"/>
                <a:gd name="connsiteX9" fmla="*/ 24477 w 111091"/>
                <a:gd name="connsiteY9" fmla="*/ 5383 h 158762"/>
                <a:gd name="connsiteX10" fmla="*/ 31851 w 111091"/>
                <a:gd name="connsiteY10" fmla="*/ 16482 h 158762"/>
                <a:gd name="connsiteX11" fmla="*/ 28045 w 111091"/>
                <a:gd name="connsiteY11" fmla="*/ 36749 h 158762"/>
                <a:gd name="connsiteX12" fmla="*/ 14248 w 111091"/>
                <a:gd name="connsiteY12" fmla="*/ 92485 h 158762"/>
                <a:gd name="connsiteX13" fmla="*/ 12107 w 111091"/>
                <a:gd name="connsiteY13" fmla="*/ 102860 h 158762"/>
                <a:gd name="connsiteX14" fmla="*/ 19006 w 111091"/>
                <a:gd name="connsiteY14" fmla="*/ 109374 h 158762"/>
                <a:gd name="connsiteX15" fmla="*/ 27807 w 111091"/>
                <a:gd name="connsiteY15" fmla="*/ 102619 h 158762"/>
                <a:gd name="connsiteX16" fmla="*/ 32327 w 111091"/>
                <a:gd name="connsiteY16" fmla="*/ 84764 h 158762"/>
                <a:gd name="connsiteX17" fmla="*/ 37561 w 111091"/>
                <a:gd name="connsiteY17" fmla="*/ 63049 h 158762"/>
                <a:gd name="connsiteX18" fmla="*/ 41605 w 111091"/>
                <a:gd name="connsiteY18" fmla="*/ 46883 h 158762"/>
                <a:gd name="connsiteX19" fmla="*/ 44221 w 111091"/>
                <a:gd name="connsiteY19" fmla="*/ 36025 h 158762"/>
                <a:gd name="connsiteX20" fmla="*/ 60397 w 111091"/>
                <a:gd name="connsiteY20" fmla="*/ 13828 h 158762"/>
                <a:gd name="connsiteX21" fmla="*/ 83234 w 111091"/>
                <a:gd name="connsiteY21" fmla="*/ 5383 h 158762"/>
                <a:gd name="connsiteX22" fmla="*/ 96080 w 111091"/>
                <a:gd name="connsiteY22" fmla="*/ 22272 h 158762"/>
                <a:gd name="connsiteX23" fmla="*/ 93701 w 111091"/>
                <a:gd name="connsiteY23" fmla="*/ 37473 h 158762"/>
                <a:gd name="connsiteX24" fmla="*/ 66582 w 111091"/>
                <a:gd name="connsiteY24" fmla="*/ 148462 h 158762"/>
                <a:gd name="connsiteX25" fmla="*/ 65869 w 111091"/>
                <a:gd name="connsiteY25" fmla="*/ 152322 h 158762"/>
                <a:gd name="connsiteX26" fmla="*/ 72529 w 111091"/>
                <a:gd name="connsiteY26" fmla="*/ 158837 h 158762"/>
                <a:gd name="connsiteX27" fmla="*/ 82283 w 111091"/>
                <a:gd name="connsiteY27" fmla="*/ 149186 h 158762"/>
                <a:gd name="connsiteX28" fmla="*/ 109401 w 111091"/>
                <a:gd name="connsiteY28" fmla="*/ 39886 h 15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1091" h="158762">
                  <a:moveTo>
                    <a:pt x="109401" y="39886"/>
                  </a:moveTo>
                  <a:cubicBezTo>
                    <a:pt x="110591" y="35543"/>
                    <a:pt x="111304" y="32406"/>
                    <a:pt x="111304" y="25892"/>
                  </a:cubicBezTo>
                  <a:cubicBezTo>
                    <a:pt x="111304" y="10208"/>
                    <a:pt x="101789" y="75"/>
                    <a:pt x="83948" y="75"/>
                  </a:cubicBezTo>
                  <a:cubicBezTo>
                    <a:pt x="65155" y="75"/>
                    <a:pt x="52785" y="12621"/>
                    <a:pt x="47076" y="21066"/>
                  </a:cubicBezTo>
                  <a:cubicBezTo>
                    <a:pt x="45886" y="7313"/>
                    <a:pt x="35895" y="75"/>
                    <a:pt x="25191" y="75"/>
                  </a:cubicBezTo>
                  <a:cubicBezTo>
                    <a:pt x="14248" y="75"/>
                    <a:pt x="9728" y="9485"/>
                    <a:pt x="7587" y="13828"/>
                  </a:cubicBezTo>
                  <a:cubicBezTo>
                    <a:pt x="3305" y="22031"/>
                    <a:pt x="213" y="36508"/>
                    <a:pt x="213" y="37232"/>
                  </a:cubicBezTo>
                  <a:cubicBezTo>
                    <a:pt x="213" y="39645"/>
                    <a:pt x="2592" y="39645"/>
                    <a:pt x="3067" y="39645"/>
                  </a:cubicBezTo>
                  <a:cubicBezTo>
                    <a:pt x="5446" y="39645"/>
                    <a:pt x="5684" y="39403"/>
                    <a:pt x="7111" y="34095"/>
                  </a:cubicBezTo>
                  <a:cubicBezTo>
                    <a:pt x="11155" y="16964"/>
                    <a:pt x="15913" y="5383"/>
                    <a:pt x="24477" y="5383"/>
                  </a:cubicBezTo>
                  <a:cubicBezTo>
                    <a:pt x="28521" y="5383"/>
                    <a:pt x="31851" y="7313"/>
                    <a:pt x="31851" y="16482"/>
                  </a:cubicBezTo>
                  <a:cubicBezTo>
                    <a:pt x="31851" y="21549"/>
                    <a:pt x="31138" y="24203"/>
                    <a:pt x="28045" y="36749"/>
                  </a:cubicBezTo>
                  <a:lnTo>
                    <a:pt x="14248" y="92485"/>
                  </a:lnTo>
                  <a:cubicBezTo>
                    <a:pt x="13534" y="96104"/>
                    <a:pt x="12107" y="101654"/>
                    <a:pt x="12107" y="102860"/>
                  </a:cubicBezTo>
                  <a:cubicBezTo>
                    <a:pt x="12107" y="107203"/>
                    <a:pt x="15437" y="109374"/>
                    <a:pt x="19006" y="109374"/>
                  </a:cubicBezTo>
                  <a:cubicBezTo>
                    <a:pt x="21860" y="109374"/>
                    <a:pt x="26142" y="107444"/>
                    <a:pt x="27807" y="102619"/>
                  </a:cubicBezTo>
                  <a:cubicBezTo>
                    <a:pt x="28045" y="102136"/>
                    <a:pt x="30900" y="90796"/>
                    <a:pt x="32327" y="84764"/>
                  </a:cubicBezTo>
                  <a:lnTo>
                    <a:pt x="37561" y="63049"/>
                  </a:lnTo>
                  <a:cubicBezTo>
                    <a:pt x="38988" y="57741"/>
                    <a:pt x="40415" y="52432"/>
                    <a:pt x="41605" y="46883"/>
                  </a:cubicBezTo>
                  <a:cubicBezTo>
                    <a:pt x="42080" y="45435"/>
                    <a:pt x="43983" y="37473"/>
                    <a:pt x="44221" y="36025"/>
                  </a:cubicBezTo>
                  <a:cubicBezTo>
                    <a:pt x="44935" y="33854"/>
                    <a:pt x="52309" y="20342"/>
                    <a:pt x="60397" y="13828"/>
                  </a:cubicBezTo>
                  <a:cubicBezTo>
                    <a:pt x="65631" y="9967"/>
                    <a:pt x="73005" y="5383"/>
                    <a:pt x="83234" y="5383"/>
                  </a:cubicBezTo>
                  <a:cubicBezTo>
                    <a:pt x="93463" y="5383"/>
                    <a:pt x="96080" y="13586"/>
                    <a:pt x="96080" y="22272"/>
                  </a:cubicBezTo>
                  <a:cubicBezTo>
                    <a:pt x="96080" y="23479"/>
                    <a:pt x="96080" y="27822"/>
                    <a:pt x="93701" y="37473"/>
                  </a:cubicBezTo>
                  <a:lnTo>
                    <a:pt x="66582" y="148462"/>
                  </a:lnTo>
                  <a:cubicBezTo>
                    <a:pt x="65869" y="151357"/>
                    <a:pt x="65869" y="151840"/>
                    <a:pt x="65869" y="152322"/>
                  </a:cubicBezTo>
                  <a:cubicBezTo>
                    <a:pt x="65869" y="155941"/>
                    <a:pt x="68485" y="158837"/>
                    <a:pt x="72529" y="158837"/>
                  </a:cubicBezTo>
                  <a:cubicBezTo>
                    <a:pt x="79904" y="158837"/>
                    <a:pt x="81569" y="151840"/>
                    <a:pt x="82283" y="149186"/>
                  </a:cubicBezTo>
                  <a:lnTo>
                    <a:pt x="109401" y="3988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38" name="Freeform: Shape 3137">
              <a:extLst>
                <a:ext uri="{FF2B5EF4-FFF2-40B4-BE49-F238E27FC236}">
                  <a16:creationId xmlns:a16="http://schemas.microsoft.com/office/drawing/2014/main" id="{E1BE208B-74F9-1606-9815-99BF06AB2B03}"/>
                </a:ext>
              </a:extLst>
            </p:cNvPr>
            <p:cNvSpPr/>
            <p:nvPr>
              <p:custDataLst>
                <p:tags r:id="rId63"/>
              </p:custDataLst>
            </p:nvPr>
          </p:nvSpPr>
          <p:spPr>
            <a:xfrm>
              <a:off x="7329361" y="4793906"/>
              <a:ext cx="101742" cy="76172"/>
            </a:xfrm>
            <a:custGeom>
              <a:avLst/>
              <a:gdLst>
                <a:gd name="connsiteX0" fmla="*/ 12707 w 101742"/>
                <a:gd name="connsiteY0" fmla="*/ 63919 h 76172"/>
                <a:gd name="connsiteX1" fmla="*/ 11042 w 101742"/>
                <a:gd name="connsiteY1" fmla="*/ 70844 h 76172"/>
                <a:gd name="connsiteX2" fmla="*/ 16703 w 101742"/>
                <a:gd name="connsiteY2" fmla="*/ 76248 h 76172"/>
                <a:gd name="connsiteX3" fmla="*/ 23197 w 101742"/>
                <a:gd name="connsiteY3" fmla="*/ 72533 h 76172"/>
                <a:gd name="connsiteX4" fmla="*/ 26195 w 101742"/>
                <a:gd name="connsiteY4" fmla="*/ 62061 h 76172"/>
                <a:gd name="connsiteX5" fmla="*/ 29858 w 101742"/>
                <a:gd name="connsiteY5" fmla="*/ 46860 h 76172"/>
                <a:gd name="connsiteX6" fmla="*/ 32689 w 101742"/>
                <a:gd name="connsiteY6" fmla="*/ 35544 h 76172"/>
                <a:gd name="connsiteX7" fmla="*/ 39683 w 101742"/>
                <a:gd name="connsiteY7" fmla="*/ 20344 h 76172"/>
                <a:gd name="connsiteX8" fmla="*/ 64660 w 101742"/>
                <a:gd name="connsiteY8" fmla="*/ 4805 h 76172"/>
                <a:gd name="connsiteX9" fmla="*/ 74485 w 101742"/>
                <a:gd name="connsiteY9" fmla="*/ 16628 h 76172"/>
                <a:gd name="connsiteX10" fmla="*/ 64660 w 101742"/>
                <a:gd name="connsiteY10" fmla="*/ 52603 h 76172"/>
                <a:gd name="connsiteX11" fmla="*/ 62163 w 101742"/>
                <a:gd name="connsiteY11" fmla="*/ 61723 h 76172"/>
                <a:gd name="connsiteX12" fmla="*/ 77982 w 101742"/>
                <a:gd name="connsiteY12" fmla="*/ 76248 h 76172"/>
                <a:gd name="connsiteX13" fmla="*/ 101961 w 101742"/>
                <a:gd name="connsiteY13" fmla="*/ 50407 h 76172"/>
                <a:gd name="connsiteX14" fmla="*/ 99296 w 101742"/>
                <a:gd name="connsiteY14" fmla="*/ 48212 h 76172"/>
                <a:gd name="connsiteX15" fmla="*/ 96132 w 101742"/>
                <a:gd name="connsiteY15" fmla="*/ 51083 h 76172"/>
                <a:gd name="connsiteX16" fmla="*/ 78481 w 101742"/>
                <a:gd name="connsiteY16" fmla="*/ 71519 h 76172"/>
                <a:gd name="connsiteX17" fmla="*/ 74319 w 101742"/>
                <a:gd name="connsiteY17" fmla="*/ 65608 h 76172"/>
                <a:gd name="connsiteX18" fmla="*/ 78148 w 101742"/>
                <a:gd name="connsiteY18" fmla="*/ 51927 h 76172"/>
                <a:gd name="connsiteX19" fmla="*/ 86974 w 101742"/>
                <a:gd name="connsiteY19" fmla="*/ 19330 h 76172"/>
                <a:gd name="connsiteX20" fmla="*/ 65327 w 101742"/>
                <a:gd name="connsiteY20" fmla="*/ 76 h 76172"/>
                <a:gd name="connsiteX21" fmla="*/ 37185 w 101742"/>
                <a:gd name="connsiteY21" fmla="*/ 15446 h 76172"/>
                <a:gd name="connsiteX22" fmla="*/ 19367 w 101742"/>
                <a:gd name="connsiteY22" fmla="*/ 76 h 76172"/>
                <a:gd name="connsiteX23" fmla="*/ 6212 w 101742"/>
                <a:gd name="connsiteY23" fmla="*/ 9197 h 76172"/>
                <a:gd name="connsiteX24" fmla="*/ 218 w 101742"/>
                <a:gd name="connsiteY24" fmla="*/ 25917 h 76172"/>
                <a:gd name="connsiteX25" fmla="*/ 3049 w 101742"/>
                <a:gd name="connsiteY25" fmla="*/ 28113 h 76172"/>
                <a:gd name="connsiteX26" fmla="*/ 6712 w 101742"/>
                <a:gd name="connsiteY26" fmla="*/ 23046 h 76172"/>
                <a:gd name="connsiteX27" fmla="*/ 18868 w 101742"/>
                <a:gd name="connsiteY27" fmla="*/ 4805 h 76172"/>
                <a:gd name="connsiteX28" fmla="*/ 24363 w 101742"/>
                <a:gd name="connsiteY28" fmla="*/ 13081 h 76172"/>
                <a:gd name="connsiteX29" fmla="*/ 21699 w 101742"/>
                <a:gd name="connsiteY29" fmla="*/ 27100 h 76172"/>
                <a:gd name="connsiteX30" fmla="*/ 18035 w 101742"/>
                <a:gd name="connsiteY30" fmla="*/ 42300 h 76172"/>
                <a:gd name="connsiteX31" fmla="*/ 12707 w 101742"/>
                <a:gd name="connsiteY31" fmla="*/ 63919 h 76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742" h="76172">
                  <a:moveTo>
                    <a:pt x="12707" y="63919"/>
                  </a:moveTo>
                  <a:cubicBezTo>
                    <a:pt x="12041" y="66114"/>
                    <a:pt x="11042" y="70337"/>
                    <a:pt x="11042" y="70844"/>
                  </a:cubicBezTo>
                  <a:cubicBezTo>
                    <a:pt x="11042" y="74559"/>
                    <a:pt x="14039" y="76248"/>
                    <a:pt x="16703" y="76248"/>
                  </a:cubicBezTo>
                  <a:cubicBezTo>
                    <a:pt x="19700" y="76248"/>
                    <a:pt x="22365" y="74053"/>
                    <a:pt x="23197" y="72533"/>
                  </a:cubicBezTo>
                  <a:cubicBezTo>
                    <a:pt x="24030" y="71012"/>
                    <a:pt x="25362" y="65608"/>
                    <a:pt x="26195" y="62061"/>
                  </a:cubicBezTo>
                  <a:cubicBezTo>
                    <a:pt x="27027" y="58852"/>
                    <a:pt x="28859" y="51083"/>
                    <a:pt x="29858" y="46860"/>
                  </a:cubicBezTo>
                  <a:cubicBezTo>
                    <a:pt x="30857" y="43145"/>
                    <a:pt x="31856" y="39429"/>
                    <a:pt x="32689" y="35544"/>
                  </a:cubicBezTo>
                  <a:cubicBezTo>
                    <a:pt x="34521" y="28620"/>
                    <a:pt x="34854" y="27268"/>
                    <a:pt x="39683" y="20344"/>
                  </a:cubicBezTo>
                  <a:cubicBezTo>
                    <a:pt x="44345" y="13588"/>
                    <a:pt x="52172" y="4805"/>
                    <a:pt x="64660" y="4805"/>
                  </a:cubicBezTo>
                  <a:cubicBezTo>
                    <a:pt x="74319" y="4805"/>
                    <a:pt x="74485" y="13419"/>
                    <a:pt x="74485" y="16628"/>
                  </a:cubicBezTo>
                  <a:cubicBezTo>
                    <a:pt x="74485" y="26762"/>
                    <a:pt x="67325" y="45509"/>
                    <a:pt x="64660" y="52603"/>
                  </a:cubicBezTo>
                  <a:cubicBezTo>
                    <a:pt x="62829" y="57332"/>
                    <a:pt x="62163" y="58852"/>
                    <a:pt x="62163" y="61723"/>
                  </a:cubicBezTo>
                  <a:cubicBezTo>
                    <a:pt x="62163" y="70675"/>
                    <a:pt x="69490" y="76248"/>
                    <a:pt x="77982" y="76248"/>
                  </a:cubicBezTo>
                  <a:cubicBezTo>
                    <a:pt x="94634" y="76248"/>
                    <a:pt x="101961" y="52941"/>
                    <a:pt x="101961" y="50407"/>
                  </a:cubicBezTo>
                  <a:cubicBezTo>
                    <a:pt x="101961" y="48212"/>
                    <a:pt x="99796" y="48212"/>
                    <a:pt x="99296" y="48212"/>
                  </a:cubicBezTo>
                  <a:cubicBezTo>
                    <a:pt x="96965" y="48212"/>
                    <a:pt x="96799" y="49225"/>
                    <a:pt x="96132" y="51083"/>
                  </a:cubicBezTo>
                  <a:cubicBezTo>
                    <a:pt x="92303" y="64594"/>
                    <a:pt x="85142" y="71519"/>
                    <a:pt x="78481" y="71519"/>
                  </a:cubicBezTo>
                  <a:cubicBezTo>
                    <a:pt x="74985" y="71519"/>
                    <a:pt x="74319" y="69155"/>
                    <a:pt x="74319" y="65608"/>
                  </a:cubicBezTo>
                  <a:cubicBezTo>
                    <a:pt x="74319" y="61723"/>
                    <a:pt x="75151" y="59528"/>
                    <a:pt x="78148" y="51927"/>
                  </a:cubicBezTo>
                  <a:cubicBezTo>
                    <a:pt x="80147" y="46691"/>
                    <a:pt x="86974" y="28789"/>
                    <a:pt x="86974" y="19330"/>
                  </a:cubicBezTo>
                  <a:cubicBezTo>
                    <a:pt x="86974" y="2947"/>
                    <a:pt x="74152" y="76"/>
                    <a:pt x="65327" y="76"/>
                  </a:cubicBezTo>
                  <a:cubicBezTo>
                    <a:pt x="51506" y="76"/>
                    <a:pt x="42180" y="8690"/>
                    <a:pt x="37185" y="15446"/>
                  </a:cubicBezTo>
                  <a:cubicBezTo>
                    <a:pt x="36019" y="3792"/>
                    <a:pt x="26195" y="76"/>
                    <a:pt x="19367" y="76"/>
                  </a:cubicBezTo>
                  <a:cubicBezTo>
                    <a:pt x="12207" y="76"/>
                    <a:pt x="8377" y="5312"/>
                    <a:pt x="6212" y="9197"/>
                  </a:cubicBezTo>
                  <a:cubicBezTo>
                    <a:pt x="2549" y="15446"/>
                    <a:pt x="218" y="25073"/>
                    <a:pt x="218" y="25917"/>
                  </a:cubicBezTo>
                  <a:cubicBezTo>
                    <a:pt x="218" y="28113"/>
                    <a:pt x="2549" y="28113"/>
                    <a:pt x="3049" y="28113"/>
                  </a:cubicBezTo>
                  <a:cubicBezTo>
                    <a:pt x="5380" y="28113"/>
                    <a:pt x="5546" y="27606"/>
                    <a:pt x="6712" y="23046"/>
                  </a:cubicBezTo>
                  <a:cubicBezTo>
                    <a:pt x="9210" y="13081"/>
                    <a:pt x="12374" y="4805"/>
                    <a:pt x="18868" y="4805"/>
                  </a:cubicBezTo>
                  <a:cubicBezTo>
                    <a:pt x="23197" y="4805"/>
                    <a:pt x="24363" y="8521"/>
                    <a:pt x="24363" y="13081"/>
                  </a:cubicBezTo>
                  <a:cubicBezTo>
                    <a:pt x="24363" y="16290"/>
                    <a:pt x="22864" y="22539"/>
                    <a:pt x="21699" y="27100"/>
                  </a:cubicBezTo>
                  <a:cubicBezTo>
                    <a:pt x="20533" y="31660"/>
                    <a:pt x="18868" y="38584"/>
                    <a:pt x="18035" y="42300"/>
                  </a:cubicBezTo>
                  <a:lnTo>
                    <a:pt x="12707" y="639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39" name="Freeform: Shape 3138">
              <a:extLst>
                <a:ext uri="{FF2B5EF4-FFF2-40B4-BE49-F238E27FC236}">
                  <a16:creationId xmlns:a16="http://schemas.microsoft.com/office/drawing/2014/main" id="{BED59991-8D0F-682C-0341-63CF72DDD5D9}"/>
                </a:ext>
              </a:extLst>
            </p:cNvPr>
            <p:cNvSpPr/>
            <p:nvPr>
              <p:custDataLst>
                <p:tags r:id="rId64"/>
              </p:custDataLst>
            </p:nvPr>
          </p:nvSpPr>
          <p:spPr>
            <a:xfrm>
              <a:off x="7530422" y="4743648"/>
              <a:ext cx="158192" cy="56459"/>
            </a:xfrm>
            <a:custGeom>
              <a:avLst/>
              <a:gdLst>
                <a:gd name="connsiteX0" fmla="*/ 150331 w 158192"/>
                <a:gd name="connsiteY0" fmla="*/ 9726 h 56459"/>
                <a:gd name="connsiteX1" fmla="*/ 158419 w 158192"/>
                <a:gd name="connsiteY1" fmla="*/ 4900 h 56459"/>
                <a:gd name="connsiteX2" fmla="*/ 150568 w 158192"/>
                <a:gd name="connsiteY2" fmla="*/ 75 h 56459"/>
                <a:gd name="connsiteX3" fmla="*/ 8076 w 158192"/>
                <a:gd name="connsiteY3" fmla="*/ 75 h 56459"/>
                <a:gd name="connsiteX4" fmla="*/ 226 w 158192"/>
                <a:gd name="connsiteY4" fmla="*/ 4900 h 56459"/>
                <a:gd name="connsiteX5" fmla="*/ 8314 w 158192"/>
                <a:gd name="connsiteY5" fmla="*/ 9726 h 56459"/>
                <a:gd name="connsiteX6" fmla="*/ 150331 w 158192"/>
                <a:gd name="connsiteY6" fmla="*/ 9726 h 56459"/>
                <a:gd name="connsiteX7" fmla="*/ 150568 w 158192"/>
                <a:gd name="connsiteY7" fmla="*/ 56534 h 56459"/>
                <a:gd name="connsiteX8" fmla="*/ 158419 w 158192"/>
                <a:gd name="connsiteY8" fmla="*/ 51709 h 56459"/>
                <a:gd name="connsiteX9" fmla="*/ 150331 w 158192"/>
                <a:gd name="connsiteY9" fmla="*/ 46883 h 56459"/>
                <a:gd name="connsiteX10" fmla="*/ 8314 w 158192"/>
                <a:gd name="connsiteY10" fmla="*/ 46883 h 56459"/>
                <a:gd name="connsiteX11" fmla="*/ 226 w 158192"/>
                <a:gd name="connsiteY11" fmla="*/ 51709 h 56459"/>
                <a:gd name="connsiteX12" fmla="*/ 8076 w 158192"/>
                <a:gd name="connsiteY12" fmla="*/ 56534 h 56459"/>
                <a:gd name="connsiteX13" fmla="*/ 150568 w 158192"/>
                <a:gd name="connsiteY13" fmla="*/ 56534 h 5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8192" h="56459">
                  <a:moveTo>
                    <a:pt x="150331" y="9726"/>
                  </a:moveTo>
                  <a:cubicBezTo>
                    <a:pt x="153899" y="9726"/>
                    <a:pt x="158419" y="9726"/>
                    <a:pt x="158419" y="4900"/>
                  </a:cubicBezTo>
                  <a:cubicBezTo>
                    <a:pt x="158419" y="75"/>
                    <a:pt x="153899" y="75"/>
                    <a:pt x="150568" y="75"/>
                  </a:cubicBezTo>
                  <a:lnTo>
                    <a:pt x="8076" y="75"/>
                  </a:lnTo>
                  <a:cubicBezTo>
                    <a:pt x="4746" y="75"/>
                    <a:pt x="226" y="75"/>
                    <a:pt x="226" y="4900"/>
                  </a:cubicBezTo>
                  <a:cubicBezTo>
                    <a:pt x="226" y="9726"/>
                    <a:pt x="4746" y="9726"/>
                    <a:pt x="8314" y="9726"/>
                  </a:cubicBezTo>
                  <a:lnTo>
                    <a:pt x="150331" y="9726"/>
                  </a:lnTo>
                  <a:close/>
                  <a:moveTo>
                    <a:pt x="150568" y="56534"/>
                  </a:moveTo>
                  <a:cubicBezTo>
                    <a:pt x="153899" y="56534"/>
                    <a:pt x="158419" y="56534"/>
                    <a:pt x="158419" y="51709"/>
                  </a:cubicBezTo>
                  <a:cubicBezTo>
                    <a:pt x="158419" y="46883"/>
                    <a:pt x="153899" y="46883"/>
                    <a:pt x="150331" y="46883"/>
                  </a:cubicBezTo>
                  <a:lnTo>
                    <a:pt x="8314" y="46883"/>
                  </a:lnTo>
                  <a:cubicBezTo>
                    <a:pt x="4746" y="46883"/>
                    <a:pt x="226" y="46883"/>
                    <a:pt x="226" y="51709"/>
                  </a:cubicBezTo>
                  <a:cubicBezTo>
                    <a:pt x="226" y="56534"/>
                    <a:pt x="4746" y="56534"/>
                    <a:pt x="8076" y="56534"/>
                  </a:cubicBezTo>
                  <a:lnTo>
                    <a:pt x="150568" y="5653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40" name="Freeform: Shape 3139">
              <a:extLst>
                <a:ext uri="{FF2B5EF4-FFF2-40B4-BE49-F238E27FC236}">
                  <a16:creationId xmlns:a16="http://schemas.microsoft.com/office/drawing/2014/main" id="{A0F578FF-264B-8BDA-FF3F-65AA67E44B7B}"/>
                </a:ext>
              </a:extLst>
            </p:cNvPr>
            <p:cNvSpPr/>
            <p:nvPr>
              <p:custDataLst>
                <p:tags r:id="rId65"/>
              </p:custDataLst>
            </p:nvPr>
          </p:nvSpPr>
          <p:spPr>
            <a:xfrm>
              <a:off x="7777952" y="4725552"/>
              <a:ext cx="133452" cy="109299"/>
            </a:xfrm>
            <a:custGeom>
              <a:avLst/>
              <a:gdLst>
                <a:gd name="connsiteX0" fmla="*/ 103954 w 133452"/>
                <a:gd name="connsiteY0" fmla="*/ 49778 h 109299"/>
                <a:gd name="connsiteX1" fmla="*/ 64227 w 133452"/>
                <a:gd name="connsiteY1" fmla="*/ 75 h 109299"/>
                <a:gd name="connsiteX2" fmla="*/ 237 w 133452"/>
                <a:gd name="connsiteY2" fmla="*/ 68598 h 109299"/>
                <a:gd name="connsiteX3" fmla="*/ 38774 w 133452"/>
                <a:gd name="connsiteY3" fmla="*/ 109374 h 109299"/>
                <a:gd name="connsiteX4" fmla="*/ 88967 w 133452"/>
                <a:gd name="connsiteY4" fmla="*/ 89107 h 109299"/>
                <a:gd name="connsiteX5" fmla="*/ 110615 w 133452"/>
                <a:gd name="connsiteY5" fmla="*/ 109374 h 109299"/>
                <a:gd name="connsiteX6" fmla="*/ 130597 w 133452"/>
                <a:gd name="connsiteY6" fmla="*/ 92244 h 109299"/>
                <a:gd name="connsiteX7" fmla="*/ 127742 w 133452"/>
                <a:gd name="connsiteY7" fmla="*/ 89831 h 109299"/>
                <a:gd name="connsiteX8" fmla="*/ 124650 w 133452"/>
                <a:gd name="connsiteY8" fmla="*/ 92244 h 109299"/>
                <a:gd name="connsiteX9" fmla="*/ 111328 w 133452"/>
                <a:gd name="connsiteY9" fmla="*/ 104066 h 109299"/>
                <a:gd name="connsiteX10" fmla="*/ 103954 w 133452"/>
                <a:gd name="connsiteY10" fmla="*/ 79456 h 109299"/>
                <a:gd name="connsiteX11" fmla="*/ 106333 w 133452"/>
                <a:gd name="connsiteY11" fmla="*/ 71011 h 109299"/>
                <a:gd name="connsiteX12" fmla="*/ 133689 w 133452"/>
                <a:gd name="connsiteY12" fmla="*/ 14310 h 109299"/>
                <a:gd name="connsiteX13" fmla="*/ 130835 w 133452"/>
                <a:gd name="connsiteY13" fmla="*/ 11897 h 109299"/>
                <a:gd name="connsiteX14" fmla="*/ 127266 w 133452"/>
                <a:gd name="connsiteY14" fmla="*/ 16964 h 109299"/>
                <a:gd name="connsiteX15" fmla="*/ 103954 w 133452"/>
                <a:gd name="connsiteY15" fmla="*/ 64738 h 109299"/>
                <a:gd name="connsiteX16" fmla="*/ 103954 w 133452"/>
                <a:gd name="connsiteY16" fmla="*/ 49778 h 109299"/>
                <a:gd name="connsiteX17" fmla="*/ 88016 w 133452"/>
                <a:gd name="connsiteY17" fmla="*/ 82834 h 109299"/>
                <a:gd name="connsiteX18" fmla="*/ 39249 w 133452"/>
                <a:gd name="connsiteY18" fmla="*/ 104066 h 109299"/>
                <a:gd name="connsiteX19" fmla="*/ 17840 w 133452"/>
                <a:gd name="connsiteY19" fmla="*/ 77767 h 109299"/>
                <a:gd name="connsiteX20" fmla="*/ 31637 w 133452"/>
                <a:gd name="connsiteY20" fmla="*/ 27581 h 109299"/>
                <a:gd name="connsiteX21" fmla="*/ 63989 w 133452"/>
                <a:gd name="connsiteY21" fmla="*/ 5383 h 109299"/>
                <a:gd name="connsiteX22" fmla="*/ 87540 w 133452"/>
                <a:gd name="connsiteY22" fmla="*/ 55810 h 109299"/>
                <a:gd name="connsiteX23" fmla="*/ 88016 w 133452"/>
                <a:gd name="connsiteY23" fmla="*/ 82834 h 10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3452" h="109299">
                  <a:moveTo>
                    <a:pt x="103954" y="49778"/>
                  </a:moveTo>
                  <a:cubicBezTo>
                    <a:pt x="103954" y="11897"/>
                    <a:pt x="81831" y="75"/>
                    <a:pt x="64227" y="75"/>
                  </a:cubicBezTo>
                  <a:cubicBezTo>
                    <a:pt x="31637" y="75"/>
                    <a:pt x="237" y="34578"/>
                    <a:pt x="237" y="68598"/>
                  </a:cubicBezTo>
                  <a:cubicBezTo>
                    <a:pt x="237" y="91037"/>
                    <a:pt x="14510" y="109374"/>
                    <a:pt x="38774" y="109374"/>
                  </a:cubicBezTo>
                  <a:cubicBezTo>
                    <a:pt x="53760" y="109374"/>
                    <a:pt x="70888" y="103825"/>
                    <a:pt x="88967" y="89107"/>
                  </a:cubicBezTo>
                  <a:cubicBezTo>
                    <a:pt x="92060" y="101895"/>
                    <a:pt x="99910" y="109374"/>
                    <a:pt x="110615" y="109374"/>
                  </a:cubicBezTo>
                  <a:cubicBezTo>
                    <a:pt x="123222" y="109374"/>
                    <a:pt x="130597" y="96104"/>
                    <a:pt x="130597" y="92244"/>
                  </a:cubicBezTo>
                  <a:cubicBezTo>
                    <a:pt x="130597" y="90555"/>
                    <a:pt x="129169" y="89831"/>
                    <a:pt x="127742" y="89831"/>
                  </a:cubicBezTo>
                  <a:cubicBezTo>
                    <a:pt x="126077" y="89831"/>
                    <a:pt x="125363" y="90555"/>
                    <a:pt x="124650" y="92244"/>
                  </a:cubicBezTo>
                  <a:cubicBezTo>
                    <a:pt x="120368" y="104066"/>
                    <a:pt x="111804" y="104066"/>
                    <a:pt x="111328" y="104066"/>
                  </a:cubicBezTo>
                  <a:cubicBezTo>
                    <a:pt x="103954" y="104066"/>
                    <a:pt x="103954" y="85246"/>
                    <a:pt x="103954" y="79456"/>
                  </a:cubicBezTo>
                  <a:cubicBezTo>
                    <a:pt x="103954" y="74389"/>
                    <a:pt x="103954" y="73906"/>
                    <a:pt x="106333" y="71011"/>
                  </a:cubicBezTo>
                  <a:cubicBezTo>
                    <a:pt x="128694" y="42540"/>
                    <a:pt x="133689" y="14552"/>
                    <a:pt x="133689" y="14310"/>
                  </a:cubicBezTo>
                  <a:cubicBezTo>
                    <a:pt x="133689" y="13828"/>
                    <a:pt x="133451" y="11897"/>
                    <a:pt x="130835" y="11897"/>
                  </a:cubicBezTo>
                  <a:cubicBezTo>
                    <a:pt x="128456" y="11897"/>
                    <a:pt x="128456" y="12621"/>
                    <a:pt x="127266" y="16964"/>
                  </a:cubicBezTo>
                  <a:cubicBezTo>
                    <a:pt x="122984" y="32165"/>
                    <a:pt x="115134" y="50502"/>
                    <a:pt x="103954" y="64738"/>
                  </a:cubicBezTo>
                  <a:lnTo>
                    <a:pt x="103954" y="49778"/>
                  </a:lnTo>
                  <a:close/>
                  <a:moveTo>
                    <a:pt x="88016" y="82834"/>
                  </a:moveTo>
                  <a:cubicBezTo>
                    <a:pt x="67082" y="101412"/>
                    <a:pt x="48765" y="104066"/>
                    <a:pt x="39249" y="104066"/>
                  </a:cubicBezTo>
                  <a:cubicBezTo>
                    <a:pt x="24976" y="104066"/>
                    <a:pt x="17840" y="93209"/>
                    <a:pt x="17840" y="77767"/>
                  </a:cubicBezTo>
                  <a:cubicBezTo>
                    <a:pt x="17840" y="65944"/>
                    <a:pt x="24025" y="39886"/>
                    <a:pt x="31637" y="27581"/>
                  </a:cubicBezTo>
                  <a:cubicBezTo>
                    <a:pt x="42818" y="9967"/>
                    <a:pt x="55663" y="5383"/>
                    <a:pt x="63989" y="5383"/>
                  </a:cubicBezTo>
                  <a:cubicBezTo>
                    <a:pt x="87540" y="5383"/>
                    <a:pt x="87540" y="36991"/>
                    <a:pt x="87540" y="55810"/>
                  </a:cubicBezTo>
                  <a:cubicBezTo>
                    <a:pt x="87540" y="64738"/>
                    <a:pt x="87540" y="78732"/>
                    <a:pt x="88016" y="8283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41" name="Freeform: Shape 3140">
              <a:extLst>
                <a:ext uri="{FF2B5EF4-FFF2-40B4-BE49-F238E27FC236}">
                  <a16:creationId xmlns:a16="http://schemas.microsoft.com/office/drawing/2014/main" id="{A0CB7B8C-07E5-E9C2-83E4-3FDBDB6BCD91}"/>
                </a:ext>
              </a:extLst>
            </p:cNvPr>
            <p:cNvSpPr/>
            <p:nvPr>
              <p:custDataLst>
                <p:tags r:id="rId66"/>
              </p:custDataLst>
            </p:nvPr>
          </p:nvSpPr>
          <p:spPr>
            <a:xfrm>
              <a:off x="7987437" y="4691532"/>
              <a:ext cx="158192" cy="160692"/>
            </a:xfrm>
            <a:custGeom>
              <a:avLst/>
              <a:gdLst>
                <a:gd name="connsiteX0" fmla="*/ 84218 w 158192"/>
                <a:gd name="connsiteY0" fmla="*/ 85246 h 160692"/>
                <a:gd name="connsiteX1" fmla="*/ 150588 w 158192"/>
                <a:gd name="connsiteY1" fmla="*/ 85246 h 160692"/>
                <a:gd name="connsiteX2" fmla="*/ 158438 w 158192"/>
                <a:gd name="connsiteY2" fmla="*/ 80421 h 160692"/>
                <a:gd name="connsiteX3" fmla="*/ 150588 w 158192"/>
                <a:gd name="connsiteY3" fmla="*/ 75595 h 160692"/>
                <a:gd name="connsiteX4" fmla="*/ 84218 w 158192"/>
                <a:gd name="connsiteY4" fmla="*/ 75595 h 160692"/>
                <a:gd name="connsiteX5" fmla="*/ 84218 w 158192"/>
                <a:gd name="connsiteY5" fmla="*/ 8037 h 160692"/>
                <a:gd name="connsiteX6" fmla="*/ 79460 w 158192"/>
                <a:gd name="connsiteY6" fmla="*/ 75 h 160692"/>
                <a:gd name="connsiteX7" fmla="*/ 74703 w 158192"/>
                <a:gd name="connsiteY7" fmla="*/ 8037 h 160692"/>
                <a:gd name="connsiteX8" fmla="*/ 74703 w 158192"/>
                <a:gd name="connsiteY8" fmla="*/ 75595 h 160692"/>
                <a:gd name="connsiteX9" fmla="*/ 8095 w 158192"/>
                <a:gd name="connsiteY9" fmla="*/ 75595 h 160692"/>
                <a:gd name="connsiteX10" fmla="*/ 245 w 158192"/>
                <a:gd name="connsiteY10" fmla="*/ 80421 h 160692"/>
                <a:gd name="connsiteX11" fmla="*/ 8095 w 158192"/>
                <a:gd name="connsiteY11" fmla="*/ 85246 h 160692"/>
                <a:gd name="connsiteX12" fmla="*/ 74703 w 158192"/>
                <a:gd name="connsiteY12" fmla="*/ 85246 h 160692"/>
                <a:gd name="connsiteX13" fmla="*/ 74703 w 158192"/>
                <a:gd name="connsiteY13" fmla="*/ 152805 h 160692"/>
                <a:gd name="connsiteX14" fmla="*/ 79460 w 158192"/>
                <a:gd name="connsiteY14" fmla="*/ 160767 h 160692"/>
                <a:gd name="connsiteX15" fmla="*/ 84218 w 158192"/>
                <a:gd name="connsiteY15" fmla="*/ 152805 h 160692"/>
                <a:gd name="connsiteX16" fmla="*/ 84218 w 158192"/>
                <a:gd name="connsiteY16" fmla="*/ 85246 h 160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192" h="160692">
                  <a:moveTo>
                    <a:pt x="84218" y="85246"/>
                  </a:moveTo>
                  <a:lnTo>
                    <a:pt x="150588" y="85246"/>
                  </a:lnTo>
                  <a:cubicBezTo>
                    <a:pt x="153918" y="85246"/>
                    <a:pt x="158438" y="85246"/>
                    <a:pt x="158438" y="80421"/>
                  </a:cubicBezTo>
                  <a:cubicBezTo>
                    <a:pt x="158438" y="75595"/>
                    <a:pt x="153918" y="75595"/>
                    <a:pt x="150588" y="75595"/>
                  </a:cubicBezTo>
                  <a:lnTo>
                    <a:pt x="84218" y="75595"/>
                  </a:lnTo>
                  <a:lnTo>
                    <a:pt x="84218" y="8037"/>
                  </a:lnTo>
                  <a:cubicBezTo>
                    <a:pt x="84218" y="4659"/>
                    <a:pt x="84218" y="75"/>
                    <a:pt x="79460" y="75"/>
                  </a:cubicBezTo>
                  <a:cubicBezTo>
                    <a:pt x="74703" y="75"/>
                    <a:pt x="74703" y="4659"/>
                    <a:pt x="74703" y="8037"/>
                  </a:cubicBezTo>
                  <a:lnTo>
                    <a:pt x="74703" y="75595"/>
                  </a:lnTo>
                  <a:lnTo>
                    <a:pt x="8095" y="75595"/>
                  </a:lnTo>
                  <a:cubicBezTo>
                    <a:pt x="4765" y="75595"/>
                    <a:pt x="245" y="75595"/>
                    <a:pt x="245" y="80421"/>
                  </a:cubicBezTo>
                  <a:cubicBezTo>
                    <a:pt x="245" y="85246"/>
                    <a:pt x="4765" y="85246"/>
                    <a:pt x="8095" y="85246"/>
                  </a:cubicBezTo>
                  <a:lnTo>
                    <a:pt x="74703" y="85246"/>
                  </a:lnTo>
                  <a:lnTo>
                    <a:pt x="74703" y="152805"/>
                  </a:lnTo>
                  <a:cubicBezTo>
                    <a:pt x="74703" y="156183"/>
                    <a:pt x="74703" y="160767"/>
                    <a:pt x="79460" y="160767"/>
                  </a:cubicBezTo>
                  <a:cubicBezTo>
                    <a:pt x="84218" y="160767"/>
                    <a:pt x="84218" y="156183"/>
                    <a:pt x="84218" y="152805"/>
                  </a:cubicBezTo>
                  <a:lnTo>
                    <a:pt x="84218" y="8524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42" name="Freeform: Shape 3141">
              <a:extLst>
                <a:ext uri="{FF2B5EF4-FFF2-40B4-BE49-F238E27FC236}">
                  <a16:creationId xmlns:a16="http://schemas.microsoft.com/office/drawing/2014/main" id="{15018104-9524-F09E-F904-45E489BCE2BA}"/>
                </a:ext>
              </a:extLst>
            </p:cNvPr>
            <p:cNvSpPr/>
            <p:nvPr>
              <p:custDataLst>
                <p:tags r:id="rId67"/>
              </p:custDataLst>
            </p:nvPr>
          </p:nvSpPr>
          <p:spPr>
            <a:xfrm>
              <a:off x="8219105" y="4661854"/>
              <a:ext cx="129676" cy="217151"/>
            </a:xfrm>
            <a:custGeom>
              <a:avLst/>
              <a:gdLst>
                <a:gd name="connsiteX0" fmla="*/ 129932 w 129676"/>
                <a:gd name="connsiteY0" fmla="*/ 33130 h 217151"/>
                <a:gd name="connsiteX1" fmla="*/ 97580 w 129676"/>
                <a:gd name="connsiteY1" fmla="*/ 75 h 217151"/>
                <a:gd name="connsiteX2" fmla="*/ 68796 w 129676"/>
                <a:gd name="connsiteY2" fmla="*/ 10208 h 217151"/>
                <a:gd name="connsiteX3" fmla="*/ 38109 w 129676"/>
                <a:gd name="connsiteY3" fmla="*/ 61601 h 217151"/>
                <a:gd name="connsiteX4" fmla="*/ 285 w 129676"/>
                <a:gd name="connsiteY4" fmla="*/ 214814 h 217151"/>
                <a:gd name="connsiteX5" fmla="*/ 3140 w 129676"/>
                <a:gd name="connsiteY5" fmla="*/ 217227 h 217151"/>
                <a:gd name="connsiteX6" fmla="*/ 5994 w 129676"/>
                <a:gd name="connsiteY6" fmla="*/ 216020 h 217151"/>
                <a:gd name="connsiteX7" fmla="*/ 22646 w 129676"/>
                <a:gd name="connsiteY7" fmla="*/ 149427 h 217151"/>
                <a:gd name="connsiteX8" fmla="*/ 54998 w 129676"/>
                <a:gd name="connsiteY8" fmla="*/ 172831 h 217151"/>
                <a:gd name="connsiteX9" fmla="*/ 100910 w 129676"/>
                <a:gd name="connsiteY9" fmla="*/ 153770 h 217151"/>
                <a:gd name="connsiteX10" fmla="*/ 119941 w 129676"/>
                <a:gd name="connsiteY10" fmla="*/ 109374 h 217151"/>
                <a:gd name="connsiteX11" fmla="*/ 102575 w 129676"/>
                <a:gd name="connsiteY11" fmla="*/ 73424 h 217151"/>
                <a:gd name="connsiteX12" fmla="*/ 129932 w 129676"/>
                <a:gd name="connsiteY12" fmla="*/ 33130 h 217151"/>
                <a:gd name="connsiteX13" fmla="*/ 87113 w 129676"/>
                <a:gd name="connsiteY13" fmla="*/ 73182 h 217151"/>
                <a:gd name="connsiteX14" fmla="*/ 75694 w 129676"/>
                <a:gd name="connsiteY14" fmla="*/ 74871 h 217151"/>
                <a:gd name="connsiteX15" fmla="*/ 65227 w 129676"/>
                <a:gd name="connsiteY15" fmla="*/ 73906 h 217151"/>
                <a:gd name="connsiteX16" fmla="*/ 76884 w 129676"/>
                <a:gd name="connsiteY16" fmla="*/ 71976 h 217151"/>
                <a:gd name="connsiteX17" fmla="*/ 87113 w 129676"/>
                <a:gd name="connsiteY17" fmla="*/ 73182 h 217151"/>
                <a:gd name="connsiteX18" fmla="*/ 116610 w 129676"/>
                <a:gd name="connsiteY18" fmla="*/ 27581 h 217151"/>
                <a:gd name="connsiteX19" fmla="*/ 95201 w 129676"/>
                <a:gd name="connsiteY19" fmla="*/ 69322 h 217151"/>
                <a:gd name="connsiteX20" fmla="*/ 76884 w 129676"/>
                <a:gd name="connsiteY20" fmla="*/ 66427 h 217151"/>
                <a:gd name="connsiteX21" fmla="*/ 58567 w 129676"/>
                <a:gd name="connsiteY21" fmla="*/ 74148 h 217151"/>
                <a:gd name="connsiteX22" fmla="*/ 74981 w 129676"/>
                <a:gd name="connsiteY22" fmla="*/ 80180 h 217151"/>
                <a:gd name="connsiteX23" fmla="*/ 94487 w 129676"/>
                <a:gd name="connsiteY23" fmla="*/ 77043 h 217151"/>
                <a:gd name="connsiteX24" fmla="*/ 104954 w 129676"/>
                <a:gd name="connsiteY24" fmla="*/ 104308 h 217151"/>
                <a:gd name="connsiteX25" fmla="*/ 93060 w 129676"/>
                <a:gd name="connsiteY25" fmla="*/ 145808 h 217151"/>
                <a:gd name="connsiteX26" fmla="*/ 54285 w 129676"/>
                <a:gd name="connsiteY26" fmla="*/ 167523 h 217151"/>
                <a:gd name="connsiteX27" fmla="*/ 27166 w 129676"/>
                <a:gd name="connsiteY27" fmla="*/ 136398 h 217151"/>
                <a:gd name="connsiteX28" fmla="*/ 28356 w 129676"/>
                <a:gd name="connsiteY28" fmla="*/ 125781 h 217151"/>
                <a:gd name="connsiteX29" fmla="*/ 43580 w 129676"/>
                <a:gd name="connsiteY29" fmla="*/ 64738 h 217151"/>
                <a:gd name="connsiteX30" fmla="*/ 94487 w 129676"/>
                <a:gd name="connsiteY30" fmla="*/ 5624 h 217151"/>
                <a:gd name="connsiteX31" fmla="*/ 116610 w 129676"/>
                <a:gd name="connsiteY31" fmla="*/ 27581 h 21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676" h="217151">
                  <a:moveTo>
                    <a:pt x="129932" y="33130"/>
                  </a:moveTo>
                  <a:cubicBezTo>
                    <a:pt x="129932" y="15034"/>
                    <a:pt x="116848" y="75"/>
                    <a:pt x="97580" y="75"/>
                  </a:cubicBezTo>
                  <a:cubicBezTo>
                    <a:pt x="83782" y="75"/>
                    <a:pt x="77122" y="3935"/>
                    <a:pt x="68796" y="10208"/>
                  </a:cubicBezTo>
                  <a:cubicBezTo>
                    <a:pt x="55712" y="19860"/>
                    <a:pt x="42629" y="43264"/>
                    <a:pt x="38109" y="61601"/>
                  </a:cubicBezTo>
                  <a:lnTo>
                    <a:pt x="285" y="214814"/>
                  </a:lnTo>
                  <a:cubicBezTo>
                    <a:pt x="47" y="215779"/>
                    <a:pt x="1237" y="217227"/>
                    <a:pt x="3140" y="217227"/>
                  </a:cubicBezTo>
                  <a:cubicBezTo>
                    <a:pt x="5043" y="217227"/>
                    <a:pt x="5757" y="216744"/>
                    <a:pt x="5994" y="216020"/>
                  </a:cubicBezTo>
                  <a:lnTo>
                    <a:pt x="22646" y="149427"/>
                  </a:lnTo>
                  <a:cubicBezTo>
                    <a:pt x="27166" y="163904"/>
                    <a:pt x="37633" y="172831"/>
                    <a:pt x="54998" y="172831"/>
                  </a:cubicBezTo>
                  <a:cubicBezTo>
                    <a:pt x="72364" y="172831"/>
                    <a:pt x="90205" y="164386"/>
                    <a:pt x="100910" y="153770"/>
                  </a:cubicBezTo>
                  <a:cubicBezTo>
                    <a:pt x="112328" y="142671"/>
                    <a:pt x="119941" y="127229"/>
                    <a:pt x="119941" y="109374"/>
                  </a:cubicBezTo>
                  <a:cubicBezTo>
                    <a:pt x="119941" y="92002"/>
                    <a:pt x="111139" y="79456"/>
                    <a:pt x="102575" y="73424"/>
                  </a:cubicBezTo>
                  <a:cubicBezTo>
                    <a:pt x="116372" y="65462"/>
                    <a:pt x="129932" y="50502"/>
                    <a:pt x="129932" y="33130"/>
                  </a:cubicBezTo>
                  <a:close/>
                  <a:moveTo>
                    <a:pt x="87113" y="73182"/>
                  </a:moveTo>
                  <a:cubicBezTo>
                    <a:pt x="84020" y="74389"/>
                    <a:pt x="81404" y="74871"/>
                    <a:pt x="75694" y="74871"/>
                  </a:cubicBezTo>
                  <a:cubicBezTo>
                    <a:pt x="72364" y="74871"/>
                    <a:pt x="67606" y="75113"/>
                    <a:pt x="65227" y="73906"/>
                  </a:cubicBezTo>
                  <a:cubicBezTo>
                    <a:pt x="65703" y="71494"/>
                    <a:pt x="74267" y="71976"/>
                    <a:pt x="76884" y="71976"/>
                  </a:cubicBezTo>
                  <a:cubicBezTo>
                    <a:pt x="81879" y="71976"/>
                    <a:pt x="84020" y="71976"/>
                    <a:pt x="87113" y="73182"/>
                  </a:cubicBezTo>
                  <a:close/>
                  <a:moveTo>
                    <a:pt x="116610" y="27581"/>
                  </a:moveTo>
                  <a:cubicBezTo>
                    <a:pt x="116610" y="44470"/>
                    <a:pt x="107571" y="61842"/>
                    <a:pt x="95201" y="69322"/>
                  </a:cubicBezTo>
                  <a:cubicBezTo>
                    <a:pt x="88778" y="66909"/>
                    <a:pt x="84020" y="66427"/>
                    <a:pt x="76884" y="66427"/>
                  </a:cubicBezTo>
                  <a:cubicBezTo>
                    <a:pt x="71888" y="66427"/>
                    <a:pt x="58567" y="66185"/>
                    <a:pt x="58567" y="74148"/>
                  </a:cubicBezTo>
                  <a:cubicBezTo>
                    <a:pt x="58329" y="80903"/>
                    <a:pt x="70699" y="80180"/>
                    <a:pt x="74981" y="80180"/>
                  </a:cubicBezTo>
                  <a:cubicBezTo>
                    <a:pt x="83782" y="80180"/>
                    <a:pt x="87351" y="79938"/>
                    <a:pt x="94487" y="77043"/>
                  </a:cubicBezTo>
                  <a:cubicBezTo>
                    <a:pt x="103527" y="85729"/>
                    <a:pt x="104716" y="93209"/>
                    <a:pt x="104954" y="104308"/>
                  </a:cubicBezTo>
                  <a:cubicBezTo>
                    <a:pt x="105430" y="118302"/>
                    <a:pt x="99721" y="136398"/>
                    <a:pt x="93060" y="145808"/>
                  </a:cubicBezTo>
                  <a:cubicBezTo>
                    <a:pt x="83782" y="158837"/>
                    <a:pt x="67844" y="167523"/>
                    <a:pt x="54285" y="167523"/>
                  </a:cubicBezTo>
                  <a:cubicBezTo>
                    <a:pt x="36206" y="167523"/>
                    <a:pt x="27166" y="153529"/>
                    <a:pt x="27166" y="136398"/>
                  </a:cubicBezTo>
                  <a:cubicBezTo>
                    <a:pt x="27166" y="133985"/>
                    <a:pt x="27166" y="130366"/>
                    <a:pt x="28356" y="125781"/>
                  </a:cubicBezTo>
                  <a:lnTo>
                    <a:pt x="43580" y="64738"/>
                  </a:lnTo>
                  <a:cubicBezTo>
                    <a:pt x="48814" y="43988"/>
                    <a:pt x="65941" y="5624"/>
                    <a:pt x="94487" y="5624"/>
                  </a:cubicBezTo>
                  <a:cubicBezTo>
                    <a:pt x="108284" y="5624"/>
                    <a:pt x="116610" y="13104"/>
                    <a:pt x="116610" y="2758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43" name="Freeform: Shape 3142">
              <a:extLst>
                <a:ext uri="{FF2B5EF4-FFF2-40B4-BE49-F238E27FC236}">
                  <a16:creationId xmlns:a16="http://schemas.microsoft.com/office/drawing/2014/main" id="{39C29C61-A6D2-CED8-7827-49752DC2A471}"/>
                </a:ext>
              </a:extLst>
            </p:cNvPr>
            <p:cNvSpPr/>
            <p:nvPr>
              <p:custDataLst>
                <p:tags r:id="rId68"/>
              </p:custDataLst>
            </p:nvPr>
          </p:nvSpPr>
          <p:spPr>
            <a:xfrm>
              <a:off x="8371928" y="4615361"/>
              <a:ext cx="123057" cy="117213"/>
            </a:xfrm>
            <a:custGeom>
              <a:avLst/>
              <a:gdLst>
                <a:gd name="connsiteX0" fmla="*/ 65870 w 123057"/>
                <a:gd name="connsiteY0" fmla="*/ 8347 h 117213"/>
                <a:gd name="connsiteX1" fmla="*/ 116658 w 123057"/>
                <a:gd name="connsiteY1" fmla="*/ 8347 h 117213"/>
                <a:gd name="connsiteX2" fmla="*/ 123318 w 123057"/>
                <a:gd name="connsiteY2" fmla="*/ 4293 h 117213"/>
                <a:gd name="connsiteX3" fmla="*/ 116658 w 123057"/>
                <a:gd name="connsiteY3" fmla="*/ 71 h 117213"/>
                <a:gd name="connsiteX4" fmla="*/ 6922 w 123057"/>
                <a:gd name="connsiteY4" fmla="*/ 71 h 117213"/>
                <a:gd name="connsiteX5" fmla="*/ 261 w 123057"/>
                <a:gd name="connsiteY5" fmla="*/ 4124 h 117213"/>
                <a:gd name="connsiteX6" fmla="*/ 6922 w 123057"/>
                <a:gd name="connsiteY6" fmla="*/ 8347 h 117213"/>
                <a:gd name="connsiteX7" fmla="*/ 57710 w 123057"/>
                <a:gd name="connsiteY7" fmla="*/ 8347 h 117213"/>
                <a:gd name="connsiteX8" fmla="*/ 57710 w 123057"/>
                <a:gd name="connsiteY8" fmla="*/ 110697 h 117213"/>
                <a:gd name="connsiteX9" fmla="*/ 61873 w 123057"/>
                <a:gd name="connsiteY9" fmla="*/ 117284 h 117213"/>
                <a:gd name="connsiteX10" fmla="*/ 65870 w 123057"/>
                <a:gd name="connsiteY10" fmla="*/ 110697 h 117213"/>
                <a:gd name="connsiteX11" fmla="*/ 65870 w 123057"/>
                <a:gd name="connsiteY11" fmla="*/ 8347 h 11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3057" h="117213">
                  <a:moveTo>
                    <a:pt x="65870" y="8347"/>
                  </a:moveTo>
                  <a:lnTo>
                    <a:pt x="116658" y="8347"/>
                  </a:lnTo>
                  <a:cubicBezTo>
                    <a:pt x="119322" y="8347"/>
                    <a:pt x="123318" y="8347"/>
                    <a:pt x="123318" y="4293"/>
                  </a:cubicBezTo>
                  <a:cubicBezTo>
                    <a:pt x="123318" y="71"/>
                    <a:pt x="119489" y="71"/>
                    <a:pt x="116658" y="71"/>
                  </a:cubicBezTo>
                  <a:lnTo>
                    <a:pt x="6922" y="71"/>
                  </a:lnTo>
                  <a:cubicBezTo>
                    <a:pt x="4424" y="71"/>
                    <a:pt x="261" y="71"/>
                    <a:pt x="261" y="4124"/>
                  </a:cubicBezTo>
                  <a:cubicBezTo>
                    <a:pt x="261" y="8347"/>
                    <a:pt x="4091" y="8347"/>
                    <a:pt x="6922" y="8347"/>
                  </a:cubicBezTo>
                  <a:lnTo>
                    <a:pt x="57710" y="8347"/>
                  </a:lnTo>
                  <a:lnTo>
                    <a:pt x="57710" y="110697"/>
                  </a:lnTo>
                  <a:cubicBezTo>
                    <a:pt x="57710" y="113400"/>
                    <a:pt x="57710" y="117284"/>
                    <a:pt x="61873" y="117284"/>
                  </a:cubicBezTo>
                  <a:cubicBezTo>
                    <a:pt x="65870" y="117284"/>
                    <a:pt x="65870" y="113231"/>
                    <a:pt x="65870" y="110697"/>
                  </a:cubicBezTo>
                  <a:lnTo>
                    <a:pt x="65870" y="834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44" name="Freeform: Shape 3143">
              <a:extLst>
                <a:ext uri="{FF2B5EF4-FFF2-40B4-BE49-F238E27FC236}">
                  <a16:creationId xmlns:a16="http://schemas.microsoft.com/office/drawing/2014/main" id="{517F8EAD-4EBF-2758-A525-BCA4A48425E3}"/>
                </a:ext>
              </a:extLst>
            </p:cNvPr>
            <p:cNvSpPr/>
            <p:nvPr>
              <p:custDataLst>
                <p:tags r:id="rId69"/>
              </p:custDataLst>
            </p:nvPr>
          </p:nvSpPr>
          <p:spPr>
            <a:xfrm>
              <a:off x="8526577" y="4725552"/>
              <a:ext cx="118466" cy="109299"/>
            </a:xfrm>
            <a:custGeom>
              <a:avLst/>
              <a:gdLst>
                <a:gd name="connsiteX0" fmla="*/ 72822 w 118466"/>
                <a:gd name="connsiteY0" fmla="*/ 33854 h 109299"/>
                <a:gd name="connsiteX1" fmla="*/ 96373 w 118466"/>
                <a:gd name="connsiteY1" fmla="*/ 5383 h 109299"/>
                <a:gd name="connsiteX2" fmla="*/ 108267 w 118466"/>
                <a:gd name="connsiteY2" fmla="*/ 8520 h 109299"/>
                <a:gd name="connsiteX3" fmla="*/ 96849 w 118466"/>
                <a:gd name="connsiteY3" fmla="*/ 21549 h 109299"/>
                <a:gd name="connsiteX4" fmla="*/ 105888 w 118466"/>
                <a:gd name="connsiteY4" fmla="*/ 29993 h 109299"/>
                <a:gd name="connsiteX5" fmla="*/ 118734 w 118466"/>
                <a:gd name="connsiteY5" fmla="*/ 15999 h 109299"/>
                <a:gd name="connsiteX6" fmla="*/ 96611 w 118466"/>
                <a:gd name="connsiteY6" fmla="*/ 75 h 109299"/>
                <a:gd name="connsiteX7" fmla="*/ 71633 w 118466"/>
                <a:gd name="connsiteY7" fmla="*/ 18412 h 109299"/>
                <a:gd name="connsiteX8" fmla="*/ 45942 w 118466"/>
                <a:gd name="connsiteY8" fmla="*/ 75 h 109299"/>
                <a:gd name="connsiteX9" fmla="*/ 7642 w 118466"/>
                <a:gd name="connsiteY9" fmla="*/ 37232 h 109299"/>
                <a:gd name="connsiteX10" fmla="*/ 10497 w 118466"/>
                <a:gd name="connsiteY10" fmla="*/ 39645 h 109299"/>
                <a:gd name="connsiteX11" fmla="*/ 13589 w 118466"/>
                <a:gd name="connsiteY11" fmla="*/ 36991 h 109299"/>
                <a:gd name="connsiteX12" fmla="*/ 45466 w 118466"/>
                <a:gd name="connsiteY12" fmla="*/ 5383 h 109299"/>
                <a:gd name="connsiteX13" fmla="*/ 58312 w 118466"/>
                <a:gd name="connsiteY13" fmla="*/ 21549 h 109299"/>
                <a:gd name="connsiteX14" fmla="*/ 45466 w 118466"/>
                <a:gd name="connsiteY14" fmla="*/ 78973 h 109299"/>
                <a:gd name="connsiteX15" fmla="*/ 22867 w 118466"/>
                <a:gd name="connsiteY15" fmla="*/ 104066 h 109299"/>
                <a:gd name="connsiteX16" fmla="*/ 10973 w 118466"/>
                <a:gd name="connsiteY16" fmla="*/ 100930 h 109299"/>
                <a:gd name="connsiteX17" fmla="*/ 22153 w 118466"/>
                <a:gd name="connsiteY17" fmla="*/ 87901 h 109299"/>
                <a:gd name="connsiteX18" fmla="*/ 13352 w 118466"/>
                <a:gd name="connsiteY18" fmla="*/ 79456 h 109299"/>
                <a:gd name="connsiteX19" fmla="*/ 268 w 118466"/>
                <a:gd name="connsiteY19" fmla="*/ 93450 h 109299"/>
                <a:gd name="connsiteX20" fmla="*/ 22629 w 118466"/>
                <a:gd name="connsiteY20" fmla="*/ 109374 h 109299"/>
                <a:gd name="connsiteX21" fmla="*/ 47607 w 118466"/>
                <a:gd name="connsiteY21" fmla="*/ 91037 h 109299"/>
                <a:gd name="connsiteX22" fmla="*/ 73298 w 118466"/>
                <a:gd name="connsiteY22" fmla="*/ 109374 h 109299"/>
                <a:gd name="connsiteX23" fmla="*/ 111360 w 118466"/>
                <a:gd name="connsiteY23" fmla="*/ 72217 h 109299"/>
                <a:gd name="connsiteX24" fmla="*/ 108505 w 118466"/>
                <a:gd name="connsiteY24" fmla="*/ 69805 h 109299"/>
                <a:gd name="connsiteX25" fmla="*/ 105413 w 118466"/>
                <a:gd name="connsiteY25" fmla="*/ 72459 h 109299"/>
                <a:gd name="connsiteX26" fmla="*/ 73774 w 118466"/>
                <a:gd name="connsiteY26" fmla="*/ 104066 h 109299"/>
                <a:gd name="connsiteX27" fmla="*/ 60690 w 118466"/>
                <a:gd name="connsiteY27" fmla="*/ 88142 h 109299"/>
                <a:gd name="connsiteX28" fmla="*/ 64734 w 118466"/>
                <a:gd name="connsiteY28" fmla="*/ 66909 h 109299"/>
                <a:gd name="connsiteX29" fmla="*/ 72822 w 118466"/>
                <a:gd name="connsiteY29" fmla="*/ 33854 h 10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466" h="109299">
                  <a:moveTo>
                    <a:pt x="72822" y="33854"/>
                  </a:moveTo>
                  <a:cubicBezTo>
                    <a:pt x="74250" y="27581"/>
                    <a:pt x="79721" y="5383"/>
                    <a:pt x="96373" y="5383"/>
                  </a:cubicBezTo>
                  <a:cubicBezTo>
                    <a:pt x="97562" y="5383"/>
                    <a:pt x="103272" y="5383"/>
                    <a:pt x="108267" y="8520"/>
                  </a:cubicBezTo>
                  <a:cubicBezTo>
                    <a:pt x="101606" y="9726"/>
                    <a:pt x="96849" y="15758"/>
                    <a:pt x="96849" y="21549"/>
                  </a:cubicBezTo>
                  <a:cubicBezTo>
                    <a:pt x="96849" y="25409"/>
                    <a:pt x="99465" y="29993"/>
                    <a:pt x="105888" y="29993"/>
                  </a:cubicBezTo>
                  <a:cubicBezTo>
                    <a:pt x="111122" y="29993"/>
                    <a:pt x="118734" y="25650"/>
                    <a:pt x="118734" y="15999"/>
                  </a:cubicBezTo>
                  <a:cubicBezTo>
                    <a:pt x="118734" y="3453"/>
                    <a:pt x="104699" y="75"/>
                    <a:pt x="96611" y="75"/>
                  </a:cubicBezTo>
                  <a:cubicBezTo>
                    <a:pt x="82814" y="75"/>
                    <a:pt x="74488" y="12863"/>
                    <a:pt x="71633" y="18412"/>
                  </a:cubicBezTo>
                  <a:cubicBezTo>
                    <a:pt x="65686" y="2488"/>
                    <a:pt x="52840" y="75"/>
                    <a:pt x="45942" y="75"/>
                  </a:cubicBezTo>
                  <a:cubicBezTo>
                    <a:pt x="21202" y="75"/>
                    <a:pt x="7642" y="31200"/>
                    <a:pt x="7642" y="37232"/>
                  </a:cubicBezTo>
                  <a:cubicBezTo>
                    <a:pt x="7642" y="39645"/>
                    <a:pt x="10021" y="39645"/>
                    <a:pt x="10497" y="39645"/>
                  </a:cubicBezTo>
                  <a:cubicBezTo>
                    <a:pt x="12400" y="39645"/>
                    <a:pt x="13114" y="39162"/>
                    <a:pt x="13589" y="36991"/>
                  </a:cubicBezTo>
                  <a:cubicBezTo>
                    <a:pt x="21677" y="11415"/>
                    <a:pt x="37378" y="5383"/>
                    <a:pt x="45466" y="5383"/>
                  </a:cubicBezTo>
                  <a:cubicBezTo>
                    <a:pt x="49986" y="5383"/>
                    <a:pt x="58312" y="7554"/>
                    <a:pt x="58312" y="21549"/>
                  </a:cubicBezTo>
                  <a:cubicBezTo>
                    <a:pt x="58312" y="29028"/>
                    <a:pt x="54268" y="45194"/>
                    <a:pt x="45466" y="78973"/>
                  </a:cubicBezTo>
                  <a:cubicBezTo>
                    <a:pt x="41660" y="93933"/>
                    <a:pt x="33334" y="104066"/>
                    <a:pt x="22867" y="104066"/>
                  </a:cubicBezTo>
                  <a:cubicBezTo>
                    <a:pt x="21440" y="104066"/>
                    <a:pt x="15968" y="104066"/>
                    <a:pt x="10973" y="100930"/>
                  </a:cubicBezTo>
                  <a:cubicBezTo>
                    <a:pt x="16920" y="99723"/>
                    <a:pt x="22153" y="94656"/>
                    <a:pt x="22153" y="87901"/>
                  </a:cubicBezTo>
                  <a:cubicBezTo>
                    <a:pt x="22153" y="81386"/>
                    <a:pt x="16920" y="79456"/>
                    <a:pt x="13352" y="79456"/>
                  </a:cubicBezTo>
                  <a:cubicBezTo>
                    <a:pt x="6215" y="79456"/>
                    <a:pt x="268" y="85729"/>
                    <a:pt x="268" y="93450"/>
                  </a:cubicBezTo>
                  <a:cubicBezTo>
                    <a:pt x="268" y="104549"/>
                    <a:pt x="12162" y="109374"/>
                    <a:pt x="22629" y="109374"/>
                  </a:cubicBezTo>
                  <a:cubicBezTo>
                    <a:pt x="38329" y="109374"/>
                    <a:pt x="46893" y="92485"/>
                    <a:pt x="47607" y="91037"/>
                  </a:cubicBezTo>
                  <a:cubicBezTo>
                    <a:pt x="50461" y="99965"/>
                    <a:pt x="59025" y="109374"/>
                    <a:pt x="73298" y="109374"/>
                  </a:cubicBezTo>
                  <a:cubicBezTo>
                    <a:pt x="97800" y="109374"/>
                    <a:pt x="111360" y="78249"/>
                    <a:pt x="111360" y="72217"/>
                  </a:cubicBezTo>
                  <a:cubicBezTo>
                    <a:pt x="111360" y="69805"/>
                    <a:pt x="109219" y="69805"/>
                    <a:pt x="108505" y="69805"/>
                  </a:cubicBezTo>
                  <a:cubicBezTo>
                    <a:pt x="106364" y="69805"/>
                    <a:pt x="105888" y="70770"/>
                    <a:pt x="105413" y="72459"/>
                  </a:cubicBezTo>
                  <a:cubicBezTo>
                    <a:pt x="97562" y="98276"/>
                    <a:pt x="81386" y="104066"/>
                    <a:pt x="73774" y="104066"/>
                  </a:cubicBezTo>
                  <a:cubicBezTo>
                    <a:pt x="64497" y="104066"/>
                    <a:pt x="60690" y="96345"/>
                    <a:pt x="60690" y="88142"/>
                  </a:cubicBezTo>
                  <a:cubicBezTo>
                    <a:pt x="60690" y="82834"/>
                    <a:pt x="62118" y="77526"/>
                    <a:pt x="64734" y="66909"/>
                  </a:cubicBezTo>
                  <a:lnTo>
                    <a:pt x="72822" y="3385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45" name="Freeform: Shape 3144">
              <a:extLst>
                <a:ext uri="{FF2B5EF4-FFF2-40B4-BE49-F238E27FC236}">
                  <a16:creationId xmlns:a16="http://schemas.microsoft.com/office/drawing/2014/main" id="{C95C7D3C-5B40-AFD8-95F0-E46F4B570ADD}"/>
                </a:ext>
              </a:extLst>
            </p:cNvPr>
            <p:cNvSpPr/>
            <p:nvPr>
              <p:custDataLst>
                <p:tags r:id="rId70"/>
              </p:custDataLst>
            </p:nvPr>
          </p:nvSpPr>
          <p:spPr>
            <a:xfrm>
              <a:off x="8663462" y="4793906"/>
              <a:ext cx="101742" cy="76172"/>
            </a:xfrm>
            <a:custGeom>
              <a:avLst/>
              <a:gdLst>
                <a:gd name="connsiteX0" fmla="*/ 12763 w 101742"/>
                <a:gd name="connsiteY0" fmla="*/ 63919 h 76172"/>
                <a:gd name="connsiteX1" fmla="*/ 11097 w 101742"/>
                <a:gd name="connsiteY1" fmla="*/ 70844 h 76172"/>
                <a:gd name="connsiteX2" fmla="*/ 16759 w 101742"/>
                <a:gd name="connsiteY2" fmla="*/ 76248 h 76172"/>
                <a:gd name="connsiteX3" fmla="*/ 23253 w 101742"/>
                <a:gd name="connsiteY3" fmla="*/ 72533 h 76172"/>
                <a:gd name="connsiteX4" fmla="*/ 26251 w 101742"/>
                <a:gd name="connsiteY4" fmla="*/ 62061 h 76172"/>
                <a:gd name="connsiteX5" fmla="*/ 29914 w 101742"/>
                <a:gd name="connsiteY5" fmla="*/ 46860 h 76172"/>
                <a:gd name="connsiteX6" fmla="*/ 32745 w 101742"/>
                <a:gd name="connsiteY6" fmla="*/ 35544 h 76172"/>
                <a:gd name="connsiteX7" fmla="*/ 39739 w 101742"/>
                <a:gd name="connsiteY7" fmla="*/ 20344 h 76172"/>
                <a:gd name="connsiteX8" fmla="*/ 64716 w 101742"/>
                <a:gd name="connsiteY8" fmla="*/ 4805 h 76172"/>
                <a:gd name="connsiteX9" fmla="*/ 74541 w 101742"/>
                <a:gd name="connsiteY9" fmla="*/ 16628 h 76172"/>
                <a:gd name="connsiteX10" fmla="*/ 64716 w 101742"/>
                <a:gd name="connsiteY10" fmla="*/ 52603 h 76172"/>
                <a:gd name="connsiteX11" fmla="*/ 62219 w 101742"/>
                <a:gd name="connsiteY11" fmla="*/ 61723 h 76172"/>
                <a:gd name="connsiteX12" fmla="*/ 78038 w 101742"/>
                <a:gd name="connsiteY12" fmla="*/ 76248 h 76172"/>
                <a:gd name="connsiteX13" fmla="*/ 102016 w 101742"/>
                <a:gd name="connsiteY13" fmla="*/ 50407 h 76172"/>
                <a:gd name="connsiteX14" fmla="*/ 99352 w 101742"/>
                <a:gd name="connsiteY14" fmla="*/ 48212 h 76172"/>
                <a:gd name="connsiteX15" fmla="*/ 96188 w 101742"/>
                <a:gd name="connsiteY15" fmla="*/ 51083 h 76172"/>
                <a:gd name="connsiteX16" fmla="*/ 78537 w 101742"/>
                <a:gd name="connsiteY16" fmla="*/ 71519 h 76172"/>
                <a:gd name="connsiteX17" fmla="*/ 74374 w 101742"/>
                <a:gd name="connsiteY17" fmla="*/ 65608 h 76172"/>
                <a:gd name="connsiteX18" fmla="*/ 78204 w 101742"/>
                <a:gd name="connsiteY18" fmla="*/ 51927 h 76172"/>
                <a:gd name="connsiteX19" fmla="*/ 87030 w 101742"/>
                <a:gd name="connsiteY19" fmla="*/ 19330 h 76172"/>
                <a:gd name="connsiteX20" fmla="*/ 65382 w 101742"/>
                <a:gd name="connsiteY20" fmla="*/ 76 h 76172"/>
                <a:gd name="connsiteX21" fmla="*/ 37241 w 101742"/>
                <a:gd name="connsiteY21" fmla="*/ 15446 h 76172"/>
                <a:gd name="connsiteX22" fmla="*/ 19423 w 101742"/>
                <a:gd name="connsiteY22" fmla="*/ 76 h 76172"/>
                <a:gd name="connsiteX23" fmla="*/ 6268 w 101742"/>
                <a:gd name="connsiteY23" fmla="*/ 9197 h 76172"/>
                <a:gd name="connsiteX24" fmla="*/ 274 w 101742"/>
                <a:gd name="connsiteY24" fmla="*/ 25917 h 76172"/>
                <a:gd name="connsiteX25" fmla="*/ 3104 w 101742"/>
                <a:gd name="connsiteY25" fmla="*/ 28113 h 76172"/>
                <a:gd name="connsiteX26" fmla="*/ 6768 w 101742"/>
                <a:gd name="connsiteY26" fmla="*/ 23046 h 76172"/>
                <a:gd name="connsiteX27" fmla="*/ 18924 w 101742"/>
                <a:gd name="connsiteY27" fmla="*/ 4805 h 76172"/>
                <a:gd name="connsiteX28" fmla="*/ 24419 w 101742"/>
                <a:gd name="connsiteY28" fmla="*/ 13081 h 76172"/>
                <a:gd name="connsiteX29" fmla="*/ 21755 w 101742"/>
                <a:gd name="connsiteY29" fmla="*/ 27100 h 76172"/>
                <a:gd name="connsiteX30" fmla="*/ 18091 w 101742"/>
                <a:gd name="connsiteY30" fmla="*/ 42300 h 76172"/>
                <a:gd name="connsiteX31" fmla="*/ 12763 w 101742"/>
                <a:gd name="connsiteY31" fmla="*/ 63919 h 76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742" h="76172">
                  <a:moveTo>
                    <a:pt x="12763" y="63919"/>
                  </a:moveTo>
                  <a:cubicBezTo>
                    <a:pt x="12096" y="66114"/>
                    <a:pt x="11097" y="70337"/>
                    <a:pt x="11097" y="70844"/>
                  </a:cubicBezTo>
                  <a:cubicBezTo>
                    <a:pt x="11097" y="74559"/>
                    <a:pt x="14095" y="76248"/>
                    <a:pt x="16759" y="76248"/>
                  </a:cubicBezTo>
                  <a:cubicBezTo>
                    <a:pt x="19756" y="76248"/>
                    <a:pt x="22421" y="74053"/>
                    <a:pt x="23253" y="72533"/>
                  </a:cubicBezTo>
                  <a:cubicBezTo>
                    <a:pt x="24086" y="71012"/>
                    <a:pt x="25418" y="65608"/>
                    <a:pt x="26251" y="62061"/>
                  </a:cubicBezTo>
                  <a:cubicBezTo>
                    <a:pt x="27083" y="58852"/>
                    <a:pt x="28915" y="51083"/>
                    <a:pt x="29914" y="46860"/>
                  </a:cubicBezTo>
                  <a:cubicBezTo>
                    <a:pt x="30913" y="43145"/>
                    <a:pt x="31912" y="39429"/>
                    <a:pt x="32745" y="35544"/>
                  </a:cubicBezTo>
                  <a:cubicBezTo>
                    <a:pt x="34577" y="28620"/>
                    <a:pt x="34910" y="27268"/>
                    <a:pt x="39739" y="20344"/>
                  </a:cubicBezTo>
                  <a:cubicBezTo>
                    <a:pt x="44401" y="13588"/>
                    <a:pt x="52227" y="4805"/>
                    <a:pt x="64716" y="4805"/>
                  </a:cubicBezTo>
                  <a:cubicBezTo>
                    <a:pt x="74374" y="4805"/>
                    <a:pt x="74541" y="13419"/>
                    <a:pt x="74541" y="16628"/>
                  </a:cubicBezTo>
                  <a:cubicBezTo>
                    <a:pt x="74541" y="26762"/>
                    <a:pt x="67381" y="45509"/>
                    <a:pt x="64716" y="52603"/>
                  </a:cubicBezTo>
                  <a:cubicBezTo>
                    <a:pt x="62885" y="57332"/>
                    <a:pt x="62219" y="58852"/>
                    <a:pt x="62219" y="61723"/>
                  </a:cubicBezTo>
                  <a:cubicBezTo>
                    <a:pt x="62219" y="70675"/>
                    <a:pt x="69545" y="76248"/>
                    <a:pt x="78038" y="76248"/>
                  </a:cubicBezTo>
                  <a:cubicBezTo>
                    <a:pt x="94690" y="76248"/>
                    <a:pt x="102016" y="52941"/>
                    <a:pt x="102016" y="50407"/>
                  </a:cubicBezTo>
                  <a:cubicBezTo>
                    <a:pt x="102016" y="48212"/>
                    <a:pt x="99852" y="48212"/>
                    <a:pt x="99352" y="48212"/>
                  </a:cubicBezTo>
                  <a:cubicBezTo>
                    <a:pt x="97021" y="48212"/>
                    <a:pt x="96854" y="49225"/>
                    <a:pt x="96188" y="51083"/>
                  </a:cubicBezTo>
                  <a:cubicBezTo>
                    <a:pt x="92358" y="64594"/>
                    <a:pt x="85198" y="71519"/>
                    <a:pt x="78537" y="71519"/>
                  </a:cubicBezTo>
                  <a:cubicBezTo>
                    <a:pt x="75041" y="71519"/>
                    <a:pt x="74374" y="69155"/>
                    <a:pt x="74374" y="65608"/>
                  </a:cubicBezTo>
                  <a:cubicBezTo>
                    <a:pt x="74374" y="61723"/>
                    <a:pt x="75207" y="59528"/>
                    <a:pt x="78204" y="51927"/>
                  </a:cubicBezTo>
                  <a:cubicBezTo>
                    <a:pt x="80203" y="46691"/>
                    <a:pt x="87030" y="28789"/>
                    <a:pt x="87030" y="19330"/>
                  </a:cubicBezTo>
                  <a:cubicBezTo>
                    <a:pt x="87030" y="2947"/>
                    <a:pt x="74208" y="76"/>
                    <a:pt x="65382" y="76"/>
                  </a:cubicBezTo>
                  <a:cubicBezTo>
                    <a:pt x="51561" y="76"/>
                    <a:pt x="42236" y="8690"/>
                    <a:pt x="37241" y="15446"/>
                  </a:cubicBezTo>
                  <a:cubicBezTo>
                    <a:pt x="36075" y="3792"/>
                    <a:pt x="26251" y="76"/>
                    <a:pt x="19423" y="76"/>
                  </a:cubicBezTo>
                  <a:cubicBezTo>
                    <a:pt x="12263" y="76"/>
                    <a:pt x="8433" y="5312"/>
                    <a:pt x="6268" y="9197"/>
                  </a:cubicBezTo>
                  <a:cubicBezTo>
                    <a:pt x="2605" y="15446"/>
                    <a:pt x="274" y="25073"/>
                    <a:pt x="274" y="25917"/>
                  </a:cubicBezTo>
                  <a:cubicBezTo>
                    <a:pt x="274" y="28113"/>
                    <a:pt x="2605" y="28113"/>
                    <a:pt x="3104" y="28113"/>
                  </a:cubicBezTo>
                  <a:cubicBezTo>
                    <a:pt x="5436" y="28113"/>
                    <a:pt x="5602" y="27606"/>
                    <a:pt x="6768" y="23046"/>
                  </a:cubicBezTo>
                  <a:cubicBezTo>
                    <a:pt x="9266" y="13081"/>
                    <a:pt x="12430" y="4805"/>
                    <a:pt x="18924" y="4805"/>
                  </a:cubicBezTo>
                  <a:cubicBezTo>
                    <a:pt x="23253" y="4805"/>
                    <a:pt x="24419" y="8521"/>
                    <a:pt x="24419" y="13081"/>
                  </a:cubicBezTo>
                  <a:cubicBezTo>
                    <a:pt x="24419" y="16290"/>
                    <a:pt x="22920" y="22539"/>
                    <a:pt x="21755" y="27100"/>
                  </a:cubicBezTo>
                  <a:cubicBezTo>
                    <a:pt x="20589" y="31660"/>
                    <a:pt x="18924" y="38584"/>
                    <a:pt x="18091" y="42300"/>
                  </a:cubicBezTo>
                  <a:lnTo>
                    <a:pt x="12763" y="639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3169" name="TextBox 3168">
            <a:extLst>
              <a:ext uri="{FF2B5EF4-FFF2-40B4-BE49-F238E27FC236}">
                <a16:creationId xmlns:a16="http://schemas.microsoft.com/office/drawing/2014/main" id="{1EC705C0-B1D0-F66A-D95A-A94CE8BC71D4}"/>
              </a:ext>
            </a:extLst>
          </p:cNvPr>
          <p:cNvSpPr txBox="1"/>
          <p:nvPr/>
        </p:nvSpPr>
        <p:spPr>
          <a:xfrm>
            <a:off x="1072888" y="2972225"/>
            <a:ext cx="4450581" cy="738664"/>
          </a:xfrm>
          <a:prstGeom prst="rect">
            <a:avLst/>
          </a:prstGeom>
          <a:noFill/>
        </p:spPr>
        <p:txBody>
          <a:bodyPr wrap="square">
            <a:spAutoFit/>
          </a:bodyPr>
          <a:lstStyle>
            <a:defPPr>
              <a:defRPr lang="en-US"/>
            </a:defPPr>
            <a:lvl1pPr>
              <a:defRPr sz="1400"/>
            </a:lvl1pPr>
          </a:lstStyle>
          <a:p>
            <a:pPr lvl="0">
              <a:defRPr/>
            </a:pPr>
            <a:r>
              <a:rPr lang="en-US">
                <a:solidFill>
                  <a:prstClr val="black"/>
                </a:solidFill>
              </a:rPr>
              <a:t>This implies that the model can be estimated using the familiar Ordinary Least Squares (OLS) approach, </a:t>
            </a:r>
            <a:r>
              <a:rPr lang="en-US" b="1">
                <a:solidFill>
                  <a:prstClr val="black"/>
                </a:solidFill>
                <a:highlight>
                  <a:srgbClr val="FFC000"/>
                </a:highlight>
              </a:rPr>
              <a:t>given its linear structure</a:t>
            </a:r>
            <a:r>
              <a:rPr lang="en-US">
                <a:solidFill>
                  <a:prstClr val="black"/>
                </a:solidFill>
              </a:rPr>
              <a:t>. Since the model is linear:</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3193" name="Group 3192" descr="\documentclass{article}&#10;\usepackage{amsmath}&#10;\usepackage{amsfonts}&#10;\pagestyle{empty}&#10;\begin{document}&#10;&#10;&#10;\[&#10;\frac{\partial \mu_n}{\partial x_{kn}} = \beta_k&#10;\]&#10;&#10;&#10;&#10;&#10;&#10;\end{document}" title="IguanaTex Shape Display">
            <a:extLst>
              <a:ext uri="{FF2B5EF4-FFF2-40B4-BE49-F238E27FC236}">
                <a16:creationId xmlns:a16="http://schemas.microsoft.com/office/drawing/2014/main" id="{6F6FDD3C-5CDD-AFB8-A1BC-756D34B51956}"/>
              </a:ext>
            </a:extLst>
          </p:cNvPr>
          <p:cNvGrpSpPr>
            <a:grpSpLocks noChangeAspect="1"/>
          </p:cNvGrpSpPr>
          <p:nvPr>
            <p:custDataLst>
              <p:tags r:id="rId2"/>
            </p:custDataLst>
          </p:nvPr>
        </p:nvGrpSpPr>
        <p:grpSpPr>
          <a:xfrm>
            <a:off x="2746240" y="3854648"/>
            <a:ext cx="1069981" cy="521390"/>
            <a:chOff x="7089334" y="6551837"/>
            <a:chExt cx="1069981" cy="521390"/>
          </a:xfrm>
        </p:grpSpPr>
        <p:sp>
          <p:nvSpPr>
            <p:cNvPr id="3182" name="Freeform: Shape 3181">
              <a:extLst>
                <a:ext uri="{FF2B5EF4-FFF2-40B4-BE49-F238E27FC236}">
                  <a16:creationId xmlns:a16="http://schemas.microsoft.com/office/drawing/2014/main" id="{F188243C-0F3C-8B85-691D-617E55694CD6}"/>
                </a:ext>
              </a:extLst>
            </p:cNvPr>
            <p:cNvSpPr/>
            <p:nvPr>
              <p:custDataLst>
                <p:tags r:id="rId48"/>
              </p:custDataLst>
            </p:nvPr>
          </p:nvSpPr>
          <p:spPr>
            <a:xfrm>
              <a:off x="7146937" y="6551837"/>
              <a:ext cx="123418" cy="172128"/>
            </a:xfrm>
            <a:custGeom>
              <a:avLst/>
              <a:gdLst>
                <a:gd name="connsiteX0" fmla="*/ 99464 w 123418"/>
                <a:gd name="connsiteY0" fmla="*/ 88001 h 172128"/>
                <a:gd name="connsiteX1" fmla="*/ 69196 w 123418"/>
                <a:gd name="connsiteY1" fmla="*/ 60479 h 172128"/>
                <a:gd name="connsiteX2" fmla="*/ 21330 w 123418"/>
                <a:gd name="connsiteY2" fmla="*/ 82403 h 172128"/>
                <a:gd name="connsiteX3" fmla="*/ 213 w 123418"/>
                <a:gd name="connsiteY3" fmla="*/ 130683 h 172128"/>
                <a:gd name="connsiteX4" fmla="*/ 43386 w 123418"/>
                <a:gd name="connsiteY4" fmla="*/ 172199 h 172128"/>
                <a:gd name="connsiteX5" fmla="*/ 123631 w 123418"/>
                <a:gd name="connsiteY5" fmla="*/ 60479 h 172128"/>
                <a:gd name="connsiteX6" fmla="*/ 72950 w 123418"/>
                <a:gd name="connsiteY6" fmla="*/ 71 h 172128"/>
                <a:gd name="connsiteX7" fmla="*/ 28135 w 123418"/>
                <a:gd name="connsiteY7" fmla="*/ 36922 h 172128"/>
                <a:gd name="connsiteX8" fmla="*/ 37051 w 123418"/>
                <a:gd name="connsiteY8" fmla="*/ 45085 h 172128"/>
                <a:gd name="connsiteX9" fmla="*/ 49721 w 123418"/>
                <a:gd name="connsiteY9" fmla="*/ 32724 h 172128"/>
                <a:gd name="connsiteX10" fmla="*/ 38693 w 123418"/>
                <a:gd name="connsiteY10" fmla="*/ 24561 h 172128"/>
                <a:gd name="connsiteX11" fmla="*/ 72481 w 123418"/>
                <a:gd name="connsiteY11" fmla="*/ 5902 h 172128"/>
                <a:gd name="connsiteX12" fmla="*/ 106034 w 123418"/>
                <a:gd name="connsiteY12" fmla="*/ 48117 h 172128"/>
                <a:gd name="connsiteX13" fmla="*/ 99699 w 123418"/>
                <a:gd name="connsiteY13" fmla="*/ 88001 h 172128"/>
                <a:gd name="connsiteX14" fmla="*/ 99464 w 123418"/>
                <a:gd name="connsiteY14" fmla="*/ 88001 h 172128"/>
                <a:gd name="connsiteX15" fmla="*/ 44090 w 123418"/>
                <a:gd name="connsiteY15" fmla="*/ 165669 h 172128"/>
                <a:gd name="connsiteX16" fmla="*/ 18280 w 123418"/>
                <a:gd name="connsiteY16" fmla="*/ 139313 h 172128"/>
                <a:gd name="connsiteX17" fmla="*/ 33766 w 123418"/>
                <a:gd name="connsiteY17" fmla="*/ 86368 h 172128"/>
                <a:gd name="connsiteX18" fmla="*/ 69196 w 123418"/>
                <a:gd name="connsiteY18" fmla="*/ 65610 h 172128"/>
                <a:gd name="connsiteX19" fmla="*/ 95240 w 123418"/>
                <a:gd name="connsiteY19" fmla="*/ 96397 h 172128"/>
                <a:gd name="connsiteX20" fmla="*/ 44090 w 123418"/>
                <a:gd name="connsiteY20" fmla="*/ 165669 h 17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3418" h="172128">
                  <a:moveTo>
                    <a:pt x="99464" y="88001"/>
                  </a:moveTo>
                  <a:cubicBezTo>
                    <a:pt x="97118" y="73540"/>
                    <a:pt x="87498" y="60479"/>
                    <a:pt x="69196" y="60479"/>
                  </a:cubicBezTo>
                  <a:cubicBezTo>
                    <a:pt x="54883" y="60479"/>
                    <a:pt x="39632" y="64211"/>
                    <a:pt x="21330" y="82403"/>
                  </a:cubicBezTo>
                  <a:cubicBezTo>
                    <a:pt x="1856" y="101762"/>
                    <a:pt x="213" y="123453"/>
                    <a:pt x="213" y="130683"/>
                  </a:cubicBezTo>
                  <a:cubicBezTo>
                    <a:pt x="213" y="145144"/>
                    <a:pt x="10537" y="172199"/>
                    <a:pt x="43386" y="172199"/>
                  </a:cubicBezTo>
                  <a:cubicBezTo>
                    <a:pt x="99229" y="172199"/>
                    <a:pt x="123631" y="93832"/>
                    <a:pt x="123631" y="60479"/>
                  </a:cubicBezTo>
                  <a:cubicBezTo>
                    <a:pt x="123631" y="23394"/>
                    <a:pt x="101810" y="71"/>
                    <a:pt x="72950" y="71"/>
                  </a:cubicBezTo>
                  <a:cubicBezTo>
                    <a:pt x="38928" y="71"/>
                    <a:pt x="28135" y="30391"/>
                    <a:pt x="28135" y="36922"/>
                  </a:cubicBezTo>
                  <a:cubicBezTo>
                    <a:pt x="28135" y="40187"/>
                    <a:pt x="30012" y="45085"/>
                    <a:pt x="37051" y="45085"/>
                  </a:cubicBezTo>
                  <a:cubicBezTo>
                    <a:pt x="44794" y="45085"/>
                    <a:pt x="49721" y="38088"/>
                    <a:pt x="49721" y="32724"/>
                  </a:cubicBezTo>
                  <a:cubicBezTo>
                    <a:pt x="49721" y="24561"/>
                    <a:pt x="42447" y="24561"/>
                    <a:pt x="38693" y="24561"/>
                  </a:cubicBezTo>
                  <a:cubicBezTo>
                    <a:pt x="49017" y="7301"/>
                    <a:pt x="65676" y="5902"/>
                    <a:pt x="72481" y="5902"/>
                  </a:cubicBezTo>
                  <a:cubicBezTo>
                    <a:pt x="89609" y="5902"/>
                    <a:pt x="106034" y="18030"/>
                    <a:pt x="106034" y="48117"/>
                  </a:cubicBezTo>
                  <a:cubicBezTo>
                    <a:pt x="106034" y="57214"/>
                    <a:pt x="104626" y="69109"/>
                    <a:pt x="99699" y="88001"/>
                  </a:cubicBezTo>
                  <a:lnTo>
                    <a:pt x="99464" y="88001"/>
                  </a:lnTo>
                  <a:close/>
                  <a:moveTo>
                    <a:pt x="44090" y="165669"/>
                  </a:moveTo>
                  <a:cubicBezTo>
                    <a:pt x="18280" y="165669"/>
                    <a:pt x="18280" y="141645"/>
                    <a:pt x="18280" y="139313"/>
                  </a:cubicBezTo>
                  <a:cubicBezTo>
                    <a:pt x="18280" y="133016"/>
                    <a:pt x="24146" y="100362"/>
                    <a:pt x="33766" y="86368"/>
                  </a:cubicBezTo>
                  <a:cubicBezTo>
                    <a:pt x="43151" y="73074"/>
                    <a:pt x="54649" y="65610"/>
                    <a:pt x="69196" y="65610"/>
                  </a:cubicBezTo>
                  <a:cubicBezTo>
                    <a:pt x="94771" y="65610"/>
                    <a:pt x="95240" y="91733"/>
                    <a:pt x="95240" y="96397"/>
                  </a:cubicBezTo>
                  <a:cubicBezTo>
                    <a:pt x="95240" y="113190"/>
                    <a:pt x="80224" y="165669"/>
                    <a:pt x="44090" y="16566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3" name="Freeform: Shape 3182">
              <a:extLst>
                <a:ext uri="{FF2B5EF4-FFF2-40B4-BE49-F238E27FC236}">
                  <a16:creationId xmlns:a16="http://schemas.microsoft.com/office/drawing/2014/main" id="{42C428F9-8066-F8F7-CF30-35FEE01C86D6}"/>
                </a:ext>
              </a:extLst>
            </p:cNvPr>
            <p:cNvSpPr/>
            <p:nvPr>
              <p:custDataLst>
                <p:tags r:id="rId49"/>
              </p:custDataLst>
            </p:nvPr>
          </p:nvSpPr>
          <p:spPr>
            <a:xfrm>
              <a:off x="7282194" y="6615744"/>
              <a:ext cx="127172" cy="153469"/>
            </a:xfrm>
            <a:custGeom>
              <a:avLst/>
              <a:gdLst>
                <a:gd name="connsiteX0" fmla="*/ 47381 w 127172"/>
                <a:gd name="connsiteY0" fmla="*/ 21295 h 153469"/>
                <a:gd name="connsiteX1" fmla="*/ 50900 w 127172"/>
                <a:gd name="connsiteY1" fmla="*/ 6368 h 153469"/>
                <a:gd name="connsiteX2" fmla="*/ 44096 w 127172"/>
                <a:gd name="connsiteY2" fmla="*/ 71 h 153469"/>
                <a:gd name="connsiteX3" fmla="*/ 34710 w 127172"/>
                <a:gd name="connsiteY3" fmla="*/ 8467 h 153469"/>
                <a:gd name="connsiteX4" fmla="*/ 923 w 127172"/>
                <a:gd name="connsiteY4" fmla="*/ 143511 h 153469"/>
                <a:gd name="connsiteX5" fmla="*/ 219 w 127172"/>
                <a:gd name="connsiteY5" fmla="*/ 147243 h 153469"/>
                <a:gd name="connsiteX6" fmla="*/ 6789 w 127172"/>
                <a:gd name="connsiteY6" fmla="*/ 153540 h 153469"/>
                <a:gd name="connsiteX7" fmla="*/ 15001 w 127172"/>
                <a:gd name="connsiteY7" fmla="*/ 148642 h 153469"/>
                <a:gd name="connsiteX8" fmla="*/ 27906 w 127172"/>
                <a:gd name="connsiteY8" fmla="*/ 98497 h 153469"/>
                <a:gd name="connsiteX9" fmla="*/ 50666 w 127172"/>
                <a:gd name="connsiteY9" fmla="*/ 105727 h 153469"/>
                <a:gd name="connsiteX10" fmla="*/ 81872 w 127172"/>
                <a:gd name="connsiteY10" fmla="*/ 88701 h 153469"/>
                <a:gd name="connsiteX11" fmla="*/ 102989 w 127172"/>
                <a:gd name="connsiteY11" fmla="*/ 105727 h 153469"/>
                <a:gd name="connsiteX12" fmla="*/ 120352 w 127172"/>
                <a:gd name="connsiteY12" fmla="*/ 92899 h 153469"/>
                <a:gd name="connsiteX13" fmla="*/ 127391 w 127172"/>
                <a:gd name="connsiteY13" fmla="*/ 69808 h 153469"/>
                <a:gd name="connsiteX14" fmla="*/ 124576 w 127172"/>
                <a:gd name="connsiteY14" fmla="*/ 67476 h 153469"/>
                <a:gd name="connsiteX15" fmla="*/ 121291 w 127172"/>
                <a:gd name="connsiteY15" fmla="*/ 71674 h 153469"/>
                <a:gd name="connsiteX16" fmla="*/ 103459 w 127172"/>
                <a:gd name="connsiteY16" fmla="*/ 100596 h 153469"/>
                <a:gd name="connsiteX17" fmla="*/ 96420 w 127172"/>
                <a:gd name="connsiteY17" fmla="*/ 89867 h 153469"/>
                <a:gd name="connsiteX18" fmla="*/ 101112 w 127172"/>
                <a:gd name="connsiteY18" fmla="*/ 65610 h 153469"/>
                <a:gd name="connsiteX19" fmla="*/ 107682 w 127172"/>
                <a:gd name="connsiteY19" fmla="*/ 40421 h 153469"/>
                <a:gd name="connsiteX20" fmla="*/ 111671 w 127172"/>
                <a:gd name="connsiteY20" fmla="*/ 24561 h 153469"/>
                <a:gd name="connsiteX21" fmla="*/ 115190 w 127172"/>
                <a:gd name="connsiteY21" fmla="*/ 8934 h 153469"/>
                <a:gd name="connsiteX22" fmla="*/ 108386 w 127172"/>
                <a:gd name="connsiteY22" fmla="*/ 2636 h 153469"/>
                <a:gd name="connsiteX23" fmla="*/ 99235 w 127172"/>
                <a:gd name="connsiteY23" fmla="*/ 10800 h 153469"/>
                <a:gd name="connsiteX24" fmla="*/ 88207 w 127172"/>
                <a:gd name="connsiteY24" fmla="*/ 54415 h 153469"/>
                <a:gd name="connsiteX25" fmla="*/ 82107 w 127172"/>
                <a:gd name="connsiteY25" fmla="*/ 78205 h 153469"/>
                <a:gd name="connsiteX26" fmla="*/ 51604 w 127172"/>
                <a:gd name="connsiteY26" fmla="*/ 100596 h 153469"/>
                <a:gd name="connsiteX27" fmla="*/ 34241 w 127172"/>
                <a:gd name="connsiteY27" fmla="*/ 80304 h 153469"/>
                <a:gd name="connsiteX28" fmla="*/ 37526 w 127172"/>
                <a:gd name="connsiteY28" fmla="*/ 60479 h 153469"/>
                <a:gd name="connsiteX29" fmla="*/ 47381 w 127172"/>
                <a:gd name="connsiteY29" fmla="*/ 21295 h 15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7172" h="153469">
                  <a:moveTo>
                    <a:pt x="47381" y="21295"/>
                  </a:moveTo>
                  <a:cubicBezTo>
                    <a:pt x="48554" y="16397"/>
                    <a:pt x="50900" y="7534"/>
                    <a:pt x="50900" y="6368"/>
                  </a:cubicBezTo>
                  <a:cubicBezTo>
                    <a:pt x="50900" y="2403"/>
                    <a:pt x="48085" y="71"/>
                    <a:pt x="44096" y="71"/>
                  </a:cubicBezTo>
                  <a:cubicBezTo>
                    <a:pt x="43392" y="71"/>
                    <a:pt x="36822" y="304"/>
                    <a:pt x="34710" y="8467"/>
                  </a:cubicBezTo>
                  <a:lnTo>
                    <a:pt x="923" y="143511"/>
                  </a:lnTo>
                  <a:cubicBezTo>
                    <a:pt x="219" y="146310"/>
                    <a:pt x="219" y="146777"/>
                    <a:pt x="219" y="147243"/>
                  </a:cubicBezTo>
                  <a:cubicBezTo>
                    <a:pt x="219" y="150742"/>
                    <a:pt x="2800" y="153540"/>
                    <a:pt x="6789" y="153540"/>
                  </a:cubicBezTo>
                  <a:cubicBezTo>
                    <a:pt x="11716" y="153540"/>
                    <a:pt x="14532" y="149342"/>
                    <a:pt x="15001" y="148642"/>
                  </a:cubicBezTo>
                  <a:cubicBezTo>
                    <a:pt x="15940" y="146543"/>
                    <a:pt x="18990" y="134415"/>
                    <a:pt x="27906" y="98497"/>
                  </a:cubicBezTo>
                  <a:cubicBezTo>
                    <a:pt x="35414" y="104794"/>
                    <a:pt x="45973" y="105727"/>
                    <a:pt x="50666" y="105727"/>
                  </a:cubicBezTo>
                  <a:cubicBezTo>
                    <a:pt x="67090" y="105727"/>
                    <a:pt x="76241" y="95231"/>
                    <a:pt x="81872" y="88701"/>
                  </a:cubicBezTo>
                  <a:cubicBezTo>
                    <a:pt x="83984" y="99196"/>
                    <a:pt x="92665" y="105727"/>
                    <a:pt x="102989" y="105727"/>
                  </a:cubicBezTo>
                  <a:cubicBezTo>
                    <a:pt x="111202" y="105727"/>
                    <a:pt x="116598" y="100362"/>
                    <a:pt x="120352" y="92899"/>
                  </a:cubicBezTo>
                  <a:cubicBezTo>
                    <a:pt x="124341" y="84502"/>
                    <a:pt x="127391" y="70275"/>
                    <a:pt x="127391" y="69808"/>
                  </a:cubicBezTo>
                  <a:cubicBezTo>
                    <a:pt x="127391" y="67476"/>
                    <a:pt x="125280" y="67476"/>
                    <a:pt x="124576" y="67476"/>
                  </a:cubicBezTo>
                  <a:cubicBezTo>
                    <a:pt x="122229" y="67476"/>
                    <a:pt x="121995" y="68409"/>
                    <a:pt x="121291" y="71674"/>
                  </a:cubicBezTo>
                  <a:cubicBezTo>
                    <a:pt x="117302" y="86835"/>
                    <a:pt x="113079" y="100596"/>
                    <a:pt x="103459" y="100596"/>
                  </a:cubicBezTo>
                  <a:cubicBezTo>
                    <a:pt x="97123" y="100596"/>
                    <a:pt x="96420" y="94532"/>
                    <a:pt x="96420" y="89867"/>
                  </a:cubicBezTo>
                  <a:cubicBezTo>
                    <a:pt x="96420" y="84736"/>
                    <a:pt x="99235" y="73773"/>
                    <a:pt x="101112" y="65610"/>
                  </a:cubicBezTo>
                  <a:lnTo>
                    <a:pt x="107682" y="40421"/>
                  </a:lnTo>
                  <a:cubicBezTo>
                    <a:pt x="108386" y="36922"/>
                    <a:pt x="110732" y="28059"/>
                    <a:pt x="111671" y="24561"/>
                  </a:cubicBezTo>
                  <a:cubicBezTo>
                    <a:pt x="112844" y="19196"/>
                    <a:pt x="115190" y="10333"/>
                    <a:pt x="115190" y="8934"/>
                  </a:cubicBezTo>
                  <a:cubicBezTo>
                    <a:pt x="115190" y="4735"/>
                    <a:pt x="111905" y="2636"/>
                    <a:pt x="108386" y="2636"/>
                  </a:cubicBezTo>
                  <a:cubicBezTo>
                    <a:pt x="107213" y="2636"/>
                    <a:pt x="101112" y="2870"/>
                    <a:pt x="99235" y="10800"/>
                  </a:cubicBezTo>
                  <a:lnTo>
                    <a:pt x="88207" y="54415"/>
                  </a:lnTo>
                  <a:cubicBezTo>
                    <a:pt x="85392" y="66077"/>
                    <a:pt x="82811" y="75873"/>
                    <a:pt x="82107" y="78205"/>
                  </a:cubicBezTo>
                  <a:cubicBezTo>
                    <a:pt x="81872" y="79371"/>
                    <a:pt x="70610" y="100596"/>
                    <a:pt x="51604" y="100596"/>
                  </a:cubicBezTo>
                  <a:cubicBezTo>
                    <a:pt x="39872" y="100596"/>
                    <a:pt x="34241" y="92899"/>
                    <a:pt x="34241" y="80304"/>
                  </a:cubicBezTo>
                  <a:cubicBezTo>
                    <a:pt x="34241" y="73540"/>
                    <a:pt x="35884" y="67010"/>
                    <a:pt x="37526" y="60479"/>
                  </a:cubicBezTo>
                  <a:lnTo>
                    <a:pt x="47381" y="2129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4" name="Freeform: Shape 3183">
              <a:extLst>
                <a:ext uri="{FF2B5EF4-FFF2-40B4-BE49-F238E27FC236}">
                  <a16:creationId xmlns:a16="http://schemas.microsoft.com/office/drawing/2014/main" id="{B87ACF0A-DD40-4029-5310-AD5D67C9E525}"/>
                </a:ext>
              </a:extLst>
            </p:cNvPr>
            <p:cNvSpPr/>
            <p:nvPr>
              <p:custDataLst>
                <p:tags r:id="rId50"/>
              </p:custDataLst>
            </p:nvPr>
          </p:nvSpPr>
          <p:spPr>
            <a:xfrm>
              <a:off x="7424254" y="6681819"/>
              <a:ext cx="100353" cy="73632"/>
            </a:xfrm>
            <a:custGeom>
              <a:avLst/>
              <a:gdLst>
                <a:gd name="connsiteX0" fmla="*/ 12543 w 100353"/>
                <a:gd name="connsiteY0" fmla="*/ 61787 h 73632"/>
                <a:gd name="connsiteX1" fmla="*/ 10901 w 100353"/>
                <a:gd name="connsiteY1" fmla="*/ 68481 h 73632"/>
                <a:gd name="connsiteX2" fmla="*/ 16485 w 100353"/>
                <a:gd name="connsiteY2" fmla="*/ 73705 h 73632"/>
                <a:gd name="connsiteX3" fmla="*/ 22891 w 100353"/>
                <a:gd name="connsiteY3" fmla="*/ 70113 h 73632"/>
                <a:gd name="connsiteX4" fmla="*/ 25847 w 100353"/>
                <a:gd name="connsiteY4" fmla="*/ 59991 h 73632"/>
                <a:gd name="connsiteX5" fmla="*/ 29461 w 100353"/>
                <a:gd name="connsiteY5" fmla="*/ 45297 h 73632"/>
                <a:gd name="connsiteX6" fmla="*/ 32253 w 100353"/>
                <a:gd name="connsiteY6" fmla="*/ 34358 h 73632"/>
                <a:gd name="connsiteX7" fmla="*/ 39151 w 100353"/>
                <a:gd name="connsiteY7" fmla="*/ 19664 h 73632"/>
                <a:gd name="connsiteX8" fmla="*/ 63788 w 100353"/>
                <a:gd name="connsiteY8" fmla="*/ 4644 h 73632"/>
                <a:gd name="connsiteX9" fmla="*/ 73478 w 100353"/>
                <a:gd name="connsiteY9" fmla="*/ 16072 h 73632"/>
                <a:gd name="connsiteX10" fmla="*/ 63788 w 100353"/>
                <a:gd name="connsiteY10" fmla="*/ 50848 h 73632"/>
                <a:gd name="connsiteX11" fmla="*/ 61324 w 100353"/>
                <a:gd name="connsiteY11" fmla="*/ 59664 h 73632"/>
                <a:gd name="connsiteX12" fmla="*/ 76927 w 100353"/>
                <a:gd name="connsiteY12" fmla="*/ 73705 h 73632"/>
                <a:gd name="connsiteX13" fmla="*/ 100579 w 100353"/>
                <a:gd name="connsiteY13" fmla="*/ 48725 h 73632"/>
                <a:gd name="connsiteX14" fmla="*/ 97951 w 100353"/>
                <a:gd name="connsiteY14" fmla="*/ 46603 h 73632"/>
                <a:gd name="connsiteX15" fmla="*/ 94830 w 100353"/>
                <a:gd name="connsiteY15" fmla="*/ 49378 h 73632"/>
                <a:gd name="connsiteX16" fmla="*/ 77420 w 100353"/>
                <a:gd name="connsiteY16" fmla="*/ 69134 h 73632"/>
                <a:gd name="connsiteX17" fmla="*/ 73314 w 100353"/>
                <a:gd name="connsiteY17" fmla="*/ 63419 h 73632"/>
                <a:gd name="connsiteX18" fmla="*/ 77092 w 100353"/>
                <a:gd name="connsiteY18" fmla="*/ 50195 h 73632"/>
                <a:gd name="connsiteX19" fmla="*/ 85797 w 100353"/>
                <a:gd name="connsiteY19" fmla="*/ 18684 h 73632"/>
                <a:gd name="connsiteX20" fmla="*/ 64445 w 100353"/>
                <a:gd name="connsiteY20" fmla="*/ 72 h 73632"/>
                <a:gd name="connsiteX21" fmla="*/ 36687 w 100353"/>
                <a:gd name="connsiteY21" fmla="*/ 14929 h 73632"/>
                <a:gd name="connsiteX22" fmla="*/ 19113 w 100353"/>
                <a:gd name="connsiteY22" fmla="*/ 72 h 73632"/>
                <a:gd name="connsiteX23" fmla="*/ 6138 w 100353"/>
                <a:gd name="connsiteY23" fmla="*/ 8889 h 73632"/>
                <a:gd name="connsiteX24" fmla="*/ 225 w 100353"/>
                <a:gd name="connsiteY24" fmla="*/ 25052 h 73632"/>
                <a:gd name="connsiteX25" fmla="*/ 3017 w 100353"/>
                <a:gd name="connsiteY25" fmla="*/ 27174 h 73632"/>
                <a:gd name="connsiteX26" fmla="*/ 6630 w 100353"/>
                <a:gd name="connsiteY26" fmla="*/ 22276 h 73632"/>
                <a:gd name="connsiteX27" fmla="*/ 18620 w 100353"/>
                <a:gd name="connsiteY27" fmla="*/ 4644 h 73632"/>
                <a:gd name="connsiteX28" fmla="*/ 24040 w 100353"/>
                <a:gd name="connsiteY28" fmla="*/ 12644 h 73632"/>
                <a:gd name="connsiteX29" fmla="*/ 21413 w 100353"/>
                <a:gd name="connsiteY29" fmla="*/ 26195 h 73632"/>
                <a:gd name="connsiteX30" fmla="*/ 17799 w 100353"/>
                <a:gd name="connsiteY30" fmla="*/ 40889 h 73632"/>
                <a:gd name="connsiteX31" fmla="*/ 12543 w 100353"/>
                <a:gd name="connsiteY31" fmla="*/ 61787 h 7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0353" h="73632">
                  <a:moveTo>
                    <a:pt x="12543" y="61787"/>
                  </a:moveTo>
                  <a:cubicBezTo>
                    <a:pt x="11886" y="63909"/>
                    <a:pt x="10901" y="67991"/>
                    <a:pt x="10901" y="68481"/>
                  </a:cubicBezTo>
                  <a:cubicBezTo>
                    <a:pt x="10901" y="72072"/>
                    <a:pt x="13857" y="73705"/>
                    <a:pt x="16485" y="73705"/>
                  </a:cubicBezTo>
                  <a:cubicBezTo>
                    <a:pt x="19442" y="73705"/>
                    <a:pt x="22070" y="71583"/>
                    <a:pt x="22891" y="70113"/>
                  </a:cubicBezTo>
                  <a:cubicBezTo>
                    <a:pt x="23712" y="68644"/>
                    <a:pt x="25026" y="63419"/>
                    <a:pt x="25847" y="59991"/>
                  </a:cubicBezTo>
                  <a:cubicBezTo>
                    <a:pt x="26668" y="56889"/>
                    <a:pt x="28475" y="49378"/>
                    <a:pt x="29461" y="45297"/>
                  </a:cubicBezTo>
                  <a:cubicBezTo>
                    <a:pt x="30446" y="41705"/>
                    <a:pt x="31431" y="38113"/>
                    <a:pt x="32253" y="34358"/>
                  </a:cubicBezTo>
                  <a:cubicBezTo>
                    <a:pt x="34059" y="27664"/>
                    <a:pt x="34388" y="26358"/>
                    <a:pt x="39151" y="19664"/>
                  </a:cubicBezTo>
                  <a:cubicBezTo>
                    <a:pt x="43750" y="13133"/>
                    <a:pt x="51469" y="4644"/>
                    <a:pt x="63788" y="4644"/>
                  </a:cubicBezTo>
                  <a:cubicBezTo>
                    <a:pt x="73314" y="4644"/>
                    <a:pt x="73478" y="12970"/>
                    <a:pt x="73478" y="16072"/>
                  </a:cubicBezTo>
                  <a:cubicBezTo>
                    <a:pt x="73478" y="25868"/>
                    <a:pt x="66416" y="43991"/>
                    <a:pt x="63788" y="50848"/>
                  </a:cubicBezTo>
                  <a:cubicBezTo>
                    <a:pt x="61981" y="55419"/>
                    <a:pt x="61324" y="56889"/>
                    <a:pt x="61324" y="59664"/>
                  </a:cubicBezTo>
                  <a:cubicBezTo>
                    <a:pt x="61324" y="68317"/>
                    <a:pt x="68551" y="73705"/>
                    <a:pt x="76927" y="73705"/>
                  </a:cubicBezTo>
                  <a:cubicBezTo>
                    <a:pt x="93352" y="73705"/>
                    <a:pt x="100579" y="51174"/>
                    <a:pt x="100579" y="48725"/>
                  </a:cubicBezTo>
                  <a:cubicBezTo>
                    <a:pt x="100579" y="46603"/>
                    <a:pt x="98443" y="46603"/>
                    <a:pt x="97951" y="46603"/>
                  </a:cubicBezTo>
                  <a:cubicBezTo>
                    <a:pt x="95651" y="46603"/>
                    <a:pt x="95487" y="47583"/>
                    <a:pt x="94830" y="49378"/>
                  </a:cubicBezTo>
                  <a:cubicBezTo>
                    <a:pt x="91052" y="62440"/>
                    <a:pt x="83990" y="69134"/>
                    <a:pt x="77420" y="69134"/>
                  </a:cubicBezTo>
                  <a:cubicBezTo>
                    <a:pt x="73971" y="69134"/>
                    <a:pt x="73314" y="66848"/>
                    <a:pt x="73314" y="63419"/>
                  </a:cubicBezTo>
                  <a:cubicBezTo>
                    <a:pt x="73314" y="59664"/>
                    <a:pt x="74135" y="57542"/>
                    <a:pt x="77092" y="50195"/>
                  </a:cubicBezTo>
                  <a:cubicBezTo>
                    <a:pt x="79062" y="45134"/>
                    <a:pt x="85797" y="27827"/>
                    <a:pt x="85797" y="18684"/>
                  </a:cubicBezTo>
                  <a:cubicBezTo>
                    <a:pt x="85797" y="2848"/>
                    <a:pt x="73150" y="72"/>
                    <a:pt x="64445" y="72"/>
                  </a:cubicBezTo>
                  <a:cubicBezTo>
                    <a:pt x="50812" y="72"/>
                    <a:pt x="41615" y="8399"/>
                    <a:pt x="36687" y="14929"/>
                  </a:cubicBezTo>
                  <a:cubicBezTo>
                    <a:pt x="35538" y="3664"/>
                    <a:pt x="25847" y="72"/>
                    <a:pt x="19113" y="72"/>
                  </a:cubicBezTo>
                  <a:cubicBezTo>
                    <a:pt x="12051" y="72"/>
                    <a:pt x="8273" y="5133"/>
                    <a:pt x="6138" y="8889"/>
                  </a:cubicBezTo>
                  <a:cubicBezTo>
                    <a:pt x="2524" y="14929"/>
                    <a:pt x="225" y="24236"/>
                    <a:pt x="225" y="25052"/>
                  </a:cubicBezTo>
                  <a:cubicBezTo>
                    <a:pt x="225" y="27174"/>
                    <a:pt x="2524" y="27174"/>
                    <a:pt x="3017" y="27174"/>
                  </a:cubicBezTo>
                  <a:cubicBezTo>
                    <a:pt x="5317" y="27174"/>
                    <a:pt x="5481" y="26684"/>
                    <a:pt x="6630" y="22276"/>
                  </a:cubicBezTo>
                  <a:cubicBezTo>
                    <a:pt x="9094" y="12644"/>
                    <a:pt x="12215" y="4644"/>
                    <a:pt x="18620" y="4644"/>
                  </a:cubicBezTo>
                  <a:cubicBezTo>
                    <a:pt x="22891" y="4644"/>
                    <a:pt x="24040" y="8235"/>
                    <a:pt x="24040" y="12644"/>
                  </a:cubicBezTo>
                  <a:cubicBezTo>
                    <a:pt x="24040" y="15746"/>
                    <a:pt x="22562" y="21787"/>
                    <a:pt x="21413" y="26195"/>
                  </a:cubicBezTo>
                  <a:cubicBezTo>
                    <a:pt x="20263" y="30603"/>
                    <a:pt x="18620" y="37297"/>
                    <a:pt x="17799" y="40889"/>
                  </a:cubicBezTo>
                  <a:lnTo>
                    <a:pt x="12543" y="6178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5" name="Freeform: Shape 3184">
              <a:extLst>
                <a:ext uri="{FF2B5EF4-FFF2-40B4-BE49-F238E27FC236}">
                  <a16:creationId xmlns:a16="http://schemas.microsoft.com/office/drawing/2014/main" id="{B66A0975-65F5-6EDE-C05E-F0F2625C2FBE}"/>
                </a:ext>
              </a:extLst>
            </p:cNvPr>
            <p:cNvSpPr/>
            <p:nvPr>
              <p:custDataLst>
                <p:tags r:id="rId51"/>
              </p:custDataLst>
            </p:nvPr>
          </p:nvSpPr>
          <p:spPr>
            <a:xfrm>
              <a:off x="7089334" y="6813647"/>
              <a:ext cx="503137" cy="9328"/>
            </a:xfrm>
            <a:custGeom>
              <a:avLst/>
              <a:gdLst>
                <a:gd name="connsiteX0" fmla="*/ 0 w 503137"/>
                <a:gd name="connsiteY0" fmla="*/ 0 h 9328"/>
                <a:gd name="connsiteX1" fmla="*/ 503137 w 503137"/>
                <a:gd name="connsiteY1" fmla="*/ 0 h 9328"/>
                <a:gd name="connsiteX2" fmla="*/ 503137 w 503137"/>
                <a:gd name="connsiteY2" fmla="*/ 9329 h 9328"/>
                <a:gd name="connsiteX3" fmla="*/ 0 w 503137"/>
                <a:gd name="connsiteY3" fmla="*/ 9329 h 9328"/>
              </a:gdLst>
              <a:ahLst/>
              <a:cxnLst>
                <a:cxn ang="0">
                  <a:pos x="connsiteX0" y="connsiteY0"/>
                </a:cxn>
                <a:cxn ang="0">
                  <a:pos x="connsiteX1" y="connsiteY1"/>
                </a:cxn>
                <a:cxn ang="0">
                  <a:pos x="connsiteX2" y="connsiteY2"/>
                </a:cxn>
                <a:cxn ang="0">
                  <a:pos x="connsiteX3" y="connsiteY3"/>
                </a:cxn>
              </a:cxnLst>
              <a:rect l="l" t="t" r="r" b="b"/>
              <a:pathLst>
                <a:path w="503137" h="9328">
                  <a:moveTo>
                    <a:pt x="0" y="0"/>
                  </a:moveTo>
                  <a:lnTo>
                    <a:pt x="503137" y="0"/>
                  </a:lnTo>
                  <a:lnTo>
                    <a:pt x="503137" y="9329"/>
                  </a:lnTo>
                  <a:lnTo>
                    <a:pt x="0" y="932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6" name="Freeform: Shape 3185">
              <a:extLst>
                <a:ext uri="{FF2B5EF4-FFF2-40B4-BE49-F238E27FC236}">
                  <a16:creationId xmlns:a16="http://schemas.microsoft.com/office/drawing/2014/main" id="{3207B246-13EB-75FF-6638-F927A5F36A5C}"/>
                </a:ext>
              </a:extLst>
            </p:cNvPr>
            <p:cNvSpPr/>
            <p:nvPr>
              <p:custDataLst>
                <p:tags r:id="rId52"/>
              </p:custDataLst>
            </p:nvPr>
          </p:nvSpPr>
          <p:spPr>
            <a:xfrm>
              <a:off x="7098720" y="6869612"/>
              <a:ext cx="123418" cy="172128"/>
            </a:xfrm>
            <a:custGeom>
              <a:avLst/>
              <a:gdLst>
                <a:gd name="connsiteX0" fmla="*/ 99462 w 123418"/>
                <a:gd name="connsiteY0" fmla="*/ 88014 h 172128"/>
                <a:gd name="connsiteX1" fmla="*/ 69194 w 123418"/>
                <a:gd name="connsiteY1" fmla="*/ 60493 h 172128"/>
                <a:gd name="connsiteX2" fmla="*/ 21328 w 123418"/>
                <a:gd name="connsiteY2" fmla="*/ 82417 h 172128"/>
                <a:gd name="connsiteX3" fmla="*/ 211 w 123418"/>
                <a:gd name="connsiteY3" fmla="*/ 130697 h 172128"/>
                <a:gd name="connsiteX4" fmla="*/ 43384 w 123418"/>
                <a:gd name="connsiteY4" fmla="*/ 172213 h 172128"/>
                <a:gd name="connsiteX5" fmla="*/ 123629 w 123418"/>
                <a:gd name="connsiteY5" fmla="*/ 60493 h 172128"/>
                <a:gd name="connsiteX6" fmla="*/ 72948 w 123418"/>
                <a:gd name="connsiteY6" fmla="*/ 84 h 172128"/>
                <a:gd name="connsiteX7" fmla="*/ 28133 w 123418"/>
                <a:gd name="connsiteY7" fmla="*/ 36936 h 172128"/>
                <a:gd name="connsiteX8" fmla="*/ 37049 w 123418"/>
                <a:gd name="connsiteY8" fmla="*/ 45099 h 172128"/>
                <a:gd name="connsiteX9" fmla="*/ 49719 w 123418"/>
                <a:gd name="connsiteY9" fmla="*/ 32737 h 172128"/>
                <a:gd name="connsiteX10" fmla="*/ 38691 w 123418"/>
                <a:gd name="connsiteY10" fmla="*/ 24574 h 172128"/>
                <a:gd name="connsiteX11" fmla="*/ 72479 w 123418"/>
                <a:gd name="connsiteY11" fmla="*/ 5915 h 172128"/>
                <a:gd name="connsiteX12" fmla="*/ 106032 w 123418"/>
                <a:gd name="connsiteY12" fmla="*/ 48131 h 172128"/>
                <a:gd name="connsiteX13" fmla="*/ 99696 w 123418"/>
                <a:gd name="connsiteY13" fmla="*/ 88014 h 172128"/>
                <a:gd name="connsiteX14" fmla="*/ 99462 w 123418"/>
                <a:gd name="connsiteY14" fmla="*/ 88014 h 172128"/>
                <a:gd name="connsiteX15" fmla="*/ 44088 w 123418"/>
                <a:gd name="connsiteY15" fmla="*/ 165682 h 172128"/>
                <a:gd name="connsiteX16" fmla="*/ 18278 w 123418"/>
                <a:gd name="connsiteY16" fmla="*/ 139327 h 172128"/>
                <a:gd name="connsiteX17" fmla="*/ 33764 w 123418"/>
                <a:gd name="connsiteY17" fmla="*/ 86382 h 172128"/>
                <a:gd name="connsiteX18" fmla="*/ 69194 w 123418"/>
                <a:gd name="connsiteY18" fmla="*/ 65624 h 172128"/>
                <a:gd name="connsiteX19" fmla="*/ 95238 w 123418"/>
                <a:gd name="connsiteY19" fmla="*/ 96411 h 172128"/>
                <a:gd name="connsiteX20" fmla="*/ 44088 w 123418"/>
                <a:gd name="connsiteY20" fmla="*/ 165682 h 17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3418" h="172128">
                  <a:moveTo>
                    <a:pt x="99462" y="88014"/>
                  </a:moveTo>
                  <a:cubicBezTo>
                    <a:pt x="97116" y="73554"/>
                    <a:pt x="87495" y="60493"/>
                    <a:pt x="69194" y="60493"/>
                  </a:cubicBezTo>
                  <a:cubicBezTo>
                    <a:pt x="54881" y="60493"/>
                    <a:pt x="39630" y="64224"/>
                    <a:pt x="21328" y="82417"/>
                  </a:cubicBezTo>
                  <a:cubicBezTo>
                    <a:pt x="1853" y="101775"/>
                    <a:pt x="211" y="123466"/>
                    <a:pt x="211" y="130697"/>
                  </a:cubicBezTo>
                  <a:cubicBezTo>
                    <a:pt x="211" y="145158"/>
                    <a:pt x="10535" y="172213"/>
                    <a:pt x="43384" y="172213"/>
                  </a:cubicBezTo>
                  <a:cubicBezTo>
                    <a:pt x="99227" y="172213"/>
                    <a:pt x="123629" y="93845"/>
                    <a:pt x="123629" y="60493"/>
                  </a:cubicBezTo>
                  <a:cubicBezTo>
                    <a:pt x="123629" y="23408"/>
                    <a:pt x="101808" y="84"/>
                    <a:pt x="72948" y="84"/>
                  </a:cubicBezTo>
                  <a:cubicBezTo>
                    <a:pt x="38926" y="84"/>
                    <a:pt x="28133" y="30405"/>
                    <a:pt x="28133" y="36936"/>
                  </a:cubicBezTo>
                  <a:cubicBezTo>
                    <a:pt x="28133" y="40201"/>
                    <a:pt x="30010" y="45099"/>
                    <a:pt x="37049" y="45099"/>
                  </a:cubicBezTo>
                  <a:cubicBezTo>
                    <a:pt x="44792" y="45099"/>
                    <a:pt x="49719" y="38102"/>
                    <a:pt x="49719" y="32737"/>
                  </a:cubicBezTo>
                  <a:cubicBezTo>
                    <a:pt x="49719" y="24574"/>
                    <a:pt x="42445" y="24574"/>
                    <a:pt x="38691" y="24574"/>
                  </a:cubicBezTo>
                  <a:cubicBezTo>
                    <a:pt x="49015" y="7315"/>
                    <a:pt x="65674" y="5915"/>
                    <a:pt x="72479" y="5915"/>
                  </a:cubicBezTo>
                  <a:cubicBezTo>
                    <a:pt x="89607" y="5915"/>
                    <a:pt x="106032" y="18043"/>
                    <a:pt x="106032" y="48131"/>
                  </a:cubicBezTo>
                  <a:cubicBezTo>
                    <a:pt x="106032" y="57227"/>
                    <a:pt x="104624" y="69122"/>
                    <a:pt x="99696" y="88014"/>
                  </a:cubicBezTo>
                  <a:lnTo>
                    <a:pt x="99462" y="88014"/>
                  </a:lnTo>
                  <a:close/>
                  <a:moveTo>
                    <a:pt x="44088" y="165682"/>
                  </a:moveTo>
                  <a:cubicBezTo>
                    <a:pt x="18278" y="165682"/>
                    <a:pt x="18278" y="141659"/>
                    <a:pt x="18278" y="139327"/>
                  </a:cubicBezTo>
                  <a:cubicBezTo>
                    <a:pt x="18278" y="133029"/>
                    <a:pt x="24144" y="100376"/>
                    <a:pt x="33764" y="86382"/>
                  </a:cubicBezTo>
                  <a:cubicBezTo>
                    <a:pt x="43149" y="73087"/>
                    <a:pt x="54646" y="65624"/>
                    <a:pt x="69194" y="65624"/>
                  </a:cubicBezTo>
                  <a:cubicBezTo>
                    <a:pt x="94769" y="65624"/>
                    <a:pt x="95238" y="91746"/>
                    <a:pt x="95238" y="96411"/>
                  </a:cubicBezTo>
                  <a:cubicBezTo>
                    <a:pt x="95238" y="113204"/>
                    <a:pt x="80222" y="165682"/>
                    <a:pt x="44088" y="16568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7" name="Freeform: Shape 3186">
              <a:extLst>
                <a:ext uri="{FF2B5EF4-FFF2-40B4-BE49-F238E27FC236}">
                  <a16:creationId xmlns:a16="http://schemas.microsoft.com/office/drawing/2014/main" id="{978E9FF7-FE2B-98CA-DA09-85B8DDC7A05B}"/>
                </a:ext>
              </a:extLst>
            </p:cNvPr>
            <p:cNvSpPr/>
            <p:nvPr>
              <p:custDataLst>
                <p:tags r:id="rId53"/>
              </p:custDataLst>
            </p:nvPr>
          </p:nvSpPr>
          <p:spPr>
            <a:xfrm>
              <a:off x="7233743" y="6933519"/>
              <a:ext cx="116848" cy="105656"/>
            </a:xfrm>
            <a:custGeom>
              <a:avLst/>
              <a:gdLst>
                <a:gd name="connsiteX0" fmla="*/ 71781 w 116848"/>
                <a:gd name="connsiteY0" fmla="*/ 32737 h 105656"/>
                <a:gd name="connsiteX1" fmla="*/ 95010 w 116848"/>
                <a:gd name="connsiteY1" fmla="*/ 5215 h 105656"/>
                <a:gd name="connsiteX2" fmla="*/ 106741 w 116848"/>
                <a:gd name="connsiteY2" fmla="*/ 8248 h 105656"/>
                <a:gd name="connsiteX3" fmla="*/ 95479 w 116848"/>
                <a:gd name="connsiteY3" fmla="*/ 20842 h 105656"/>
                <a:gd name="connsiteX4" fmla="*/ 104395 w 116848"/>
                <a:gd name="connsiteY4" fmla="*/ 29006 h 105656"/>
                <a:gd name="connsiteX5" fmla="*/ 117065 w 116848"/>
                <a:gd name="connsiteY5" fmla="*/ 15478 h 105656"/>
                <a:gd name="connsiteX6" fmla="*/ 95244 w 116848"/>
                <a:gd name="connsiteY6" fmla="*/ 84 h 105656"/>
                <a:gd name="connsiteX7" fmla="*/ 70608 w 116848"/>
                <a:gd name="connsiteY7" fmla="*/ 17810 h 105656"/>
                <a:gd name="connsiteX8" fmla="*/ 45267 w 116848"/>
                <a:gd name="connsiteY8" fmla="*/ 84 h 105656"/>
                <a:gd name="connsiteX9" fmla="*/ 7491 w 116848"/>
                <a:gd name="connsiteY9" fmla="*/ 36003 h 105656"/>
                <a:gd name="connsiteX10" fmla="*/ 10306 w 116848"/>
                <a:gd name="connsiteY10" fmla="*/ 38335 h 105656"/>
                <a:gd name="connsiteX11" fmla="*/ 13356 w 116848"/>
                <a:gd name="connsiteY11" fmla="*/ 35769 h 105656"/>
                <a:gd name="connsiteX12" fmla="*/ 44798 w 116848"/>
                <a:gd name="connsiteY12" fmla="*/ 5215 h 105656"/>
                <a:gd name="connsiteX13" fmla="*/ 57468 w 116848"/>
                <a:gd name="connsiteY13" fmla="*/ 20842 h 105656"/>
                <a:gd name="connsiteX14" fmla="*/ 44798 w 116848"/>
                <a:gd name="connsiteY14" fmla="*/ 76353 h 105656"/>
                <a:gd name="connsiteX15" fmla="*/ 22507 w 116848"/>
                <a:gd name="connsiteY15" fmla="*/ 100609 h 105656"/>
                <a:gd name="connsiteX16" fmla="*/ 10775 w 116848"/>
                <a:gd name="connsiteY16" fmla="*/ 97577 h 105656"/>
                <a:gd name="connsiteX17" fmla="*/ 21803 w 116848"/>
                <a:gd name="connsiteY17" fmla="*/ 84982 h 105656"/>
                <a:gd name="connsiteX18" fmla="*/ 13122 w 116848"/>
                <a:gd name="connsiteY18" fmla="*/ 76819 h 105656"/>
                <a:gd name="connsiteX19" fmla="*/ 217 w 116848"/>
                <a:gd name="connsiteY19" fmla="*/ 90347 h 105656"/>
                <a:gd name="connsiteX20" fmla="*/ 22273 w 116848"/>
                <a:gd name="connsiteY20" fmla="*/ 105740 h 105656"/>
                <a:gd name="connsiteX21" fmla="*/ 46909 w 116848"/>
                <a:gd name="connsiteY21" fmla="*/ 88015 h 105656"/>
                <a:gd name="connsiteX22" fmla="*/ 72250 w 116848"/>
                <a:gd name="connsiteY22" fmla="*/ 105740 h 105656"/>
                <a:gd name="connsiteX23" fmla="*/ 109792 w 116848"/>
                <a:gd name="connsiteY23" fmla="*/ 69822 h 105656"/>
                <a:gd name="connsiteX24" fmla="*/ 106976 w 116848"/>
                <a:gd name="connsiteY24" fmla="*/ 67490 h 105656"/>
                <a:gd name="connsiteX25" fmla="*/ 103926 w 116848"/>
                <a:gd name="connsiteY25" fmla="*/ 70055 h 105656"/>
                <a:gd name="connsiteX26" fmla="*/ 72719 w 116848"/>
                <a:gd name="connsiteY26" fmla="*/ 100609 h 105656"/>
                <a:gd name="connsiteX27" fmla="*/ 59814 w 116848"/>
                <a:gd name="connsiteY27" fmla="*/ 85216 h 105656"/>
                <a:gd name="connsiteX28" fmla="*/ 63803 w 116848"/>
                <a:gd name="connsiteY28" fmla="*/ 64691 h 105656"/>
                <a:gd name="connsiteX29" fmla="*/ 71781 w 116848"/>
                <a:gd name="connsiteY29" fmla="*/ 32737 h 10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6848" h="105656">
                  <a:moveTo>
                    <a:pt x="71781" y="32737"/>
                  </a:moveTo>
                  <a:cubicBezTo>
                    <a:pt x="73189" y="26673"/>
                    <a:pt x="78585" y="5215"/>
                    <a:pt x="95010" y="5215"/>
                  </a:cubicBezTo>
                  <a:cubicBezTo>
                    <a:pt x="96183" y="5215"/>
                    <a:pt x="101814" y="5215"/>
                    <a:pt x="106741" y="8248"/>
                  </a:cubicBezTo>
                  <a:cubicBezTo>
                    <a:pt x="100172" y="9414"/>
                    <a:pt x="95479" y="15245"/>
                    <a:pt x="95479" y="20842"/>
                  </a:cubicBezTo>
                  <a:cubicBezTo>
                    <a:pt x="95479" y="24574"/>
                    <a:pt x="98060" y="29006"/>
                    <a:pt x="104395" y="29006"/>
                  </a:cubicBezTo>
                  <a:cubicBezTo>
                    <a:pt x="109557" y="29006"/>
                    <a:pt x="117065" y="24807"/>
                    <a:pt x="117065" y="15478"/>
                  </a:cubicBezTo>
                  <a:cubicBezTo>
                    <a:pt x="117065" y="3350"/>
                    <a:pt x="103222" y="84"/>
                    <a:pt x="95244" y="84"/>
                  </a:cubicBezTo>
                  <a:cubicBezTo>
                    <a:pt x="81635" y="84"/>
                    <a:pt x="73423" y="12446"/>
                    <a:pt x="70608" y="17810"/>
                  </a:cubicBezTo>
                  <a:cubicBezTo>
                    <a:pt x="64742" y="2417"/>
                    <a:pt x="52071" y="84"/>
                    <a:pt x="45267" y="84"/>
                  </a:cubicBezTo>
                  <a:cubicBezTo>
                    <a:pt x="20865" y="84"/>
                    <a:pt x="7491" y="30172"/>
                    <a:pt x="7491" y="36003"/>
                  </a:cubicBezTo>
                  <a:cubicBezTo>
                    <a:pt x="7491" y="38335"/>
                    <a:pt x="9837" y="38335"/>
                    <a:pt x="10306" y="38335"/>
                  </a:cubicBezTo>
                  <a:cubicBezTo>
                    <a:pt x="12183" y="38335"/>
                    <a:pt x="12887" y="37869"/>
                    <a:pt x="13356" y="35769"/>
                  </a:cubicBezTo>
                  <a:cubicBezTo>
                    <a:pt x="21334" y="11046"/>
                    <a:pt x="36820" y="5215"/>
                    <a:pt x="44798" y="5215"/>
                  </a:cubicBezTo>
                  <a:cubicBezTo>
                    <a:pt x="49256" y="5215"/>
                    <a:pt x="57468" y="7315"/>
                    <a:pt x="57468" y="20842"/>
                  </a:cubicBezTo>
                  <a:cubicBezTo>
                    <a:pt x="57468" y="28073"/>
                    <a:pt x="53479" y="43700"/>
                    <a:pt x="44798" y="76353"/>
                  </a:cubicBezTo>
                  <a:cubicBezTo>
                    <a:pt x="41043" y="90813"/>
                    <a:pt x="32831" y="100609"/>
                    <a:pt x="22507" y="100609"/>
                  </a:cubicBezTo>
                  <a:cubicBezTo>
                    <a:pt x="21099" y="100609"/>
                    <a:pt x="15703" y="100609"/>
                    <a:pt x="10775" y="97577"/>
                  </a:cubicBezTo>
                  <a:cubicBezTo>
                    <a:pt x="16641" y="96411"/>
                    <a:pt x="21803" y="91513"/>
                    <a:pt x="21803" y="84982"/>
                  </a:cubicBezTo>
                  <a:cubicBezTo>
                    <a:pt x="21803" y="78685"/>
                    <a:pt x="16641" y="76819"/>
                    <a:pt x="13122" y="76819"/>
                  </a:cubicBezTo>
                  <a:cubicBezTo>
                    <a:pt x="6083" y="76819"/>
                    <a:pt x="217" y="82883"/>
                    <a:pt x="217" y="90347"/>
                  </a:cubicBezTo>
                  <a:cubicBezTo>
                    <a:pt x="217" y="101076"/>
                    <a:pt x="11949" y="105740"/>
                    <a:pt x="22273" y="105740"/>
                  </a:cubicBezTo>
                  <a:cubicBezTo>
                    <a:pt x="37759" y="105740"/>
                    <a:pt x="46205" y="89414"/>
                    <a:pt x="46909" y="88015"/>
                  </a:cubicBezTo>
                  <a:cubicBezTo>
                    <a:pt x="49725" y="96644"/>
                    <a:pt x="58172" y="105740"/>
                    <a:pt x="72250" y="105740"/>
                  </a:cubicBezTo>
                  <a:cubicBezTo>
                    <a:pt x="96417" y="105740"/>
                    <a:pt x="109792" y="75653"/>
                    <a:pt x="109792" y="69822"/>
                  </a:cubicBezTo>
                  <a:cubicBezTo>
                    <a:pt x="109792" y="67490"/>
                    <a:pt x="107680" y="67490"/>
                    <a:pt x="106976" y="67490"/>
                  </a:cubicBezTo>
                  <a:cubicBezTo>
                    <a:pt x="104864" y="67490"/>
                    <a:pt x="104395" y="68423"/>
                    <a:pt x="103926" y="70055"/>
                  </a:cubicBezTo>
                  <a:cubicBezTo>
                    <a:pt x="96183" y="95012"/>
                    <a:pt x="80228" y="100609"/>
                    <a:pt x="72719" y="100609"/>
                  </a:cubicBezTo>
                  <a:cubicBezTo>
                    <a:pt x="63568" y="100609"/>
                    <a:pt x="59814" y="93146"/>
                    <a:pt x="59814" y="85216"/>
                  </a:cubicBezTo>
                  <a:cubicBezTo>
                    <a:pt x="59814" y="80084"/>
                    <a:pt x="61222" y="74953"/>
                    <a:pt x="63803" y="64691"/>
                  </a:cubicBezTo>
                  <a:lnTo>
                    <a:pt x="71781" y="3273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8" name="Freeform: Shape 3187">
              <a:extLst>
                <a:ext uri="{FF2B5EF4-FFF2-40B4-BE49-F238E27FC236}">
                  <a16:creationId xmlns:a16="http://schemas.microsoft.com/office/drawing/2014/main" id="{B90DB880-794E-E28D-570C-5F59A0704D14}"/>
                </a:ext>
              </a:extLst>
            </p:cNvPr>
            <p:cNvSpPr/>
            <p:nvPr>
              <p:custDataLst>
                <p:tags r:id="rId54"/>
              </p:custDataLst>
            </p:nvPr>
          </p:nvSpPr>
          <p:spPr>
            <a:xfrm>
              <a:off x="7373357" y="6958288"/>
              <a:ext cx="80808" cy="114939"/>
            </a:xfrm>
            <a:custGeom>
              <a:avLst/>
              <a:gdLst>
                <a:gd name="connsiteX0" fmla="*/ 39313 w 80808"/>
                <a:gd name="connsiteY0" fmla="*/ 4984 h 114939"/>
                <a:gd name="connsiteX1" fmla="*/ 39970 w 80808"/>
                <a:gd name="connsiteY1" fmla="*/ 2371 h 114939"/>
                <a:gd name="connsiteX2" fmla="*/ 37342 w 80808"/>
                <a:gd name="connsiteY2" fmla="*/ 86 h 114939"/>
                <a:gd name="connsiteX3" fmla="*/ 16319 w 80808"/>
                <a:gd name="connsiteY3" fmla="*/ 1718 h 114939"/>
                <a:gd name="connsiteX4" fmla="*/ 12705 w 80808"/>
                <a:gd name="connsiteY4" fmla="*/ 5474 h 114939"/>
                <a:gd name="connsiteX5" fmla="*/ 16976 w 80808"/>
                <a:gd name="connsiteY5" fmla="*/ 7759 h 114939"/>
                <a:gd name="connsiteX6" fmla="*/ 24859 w 80808"/>
                <a:gd name="connsiteY6" fmla="*/ 10208 h 114939"/>
                <a:gd name="connsiteX7" fmla="*/ 24202 w 80808"/>
                <a:gd name="connsiteY7" fmla="*/ 13800 h 114939"/>
                <a:gd name="connsiteX8" fmla="*/ 1044 w 80808"/>
                <a:gd name="connsiteY8" fmla="*/ 106208 h 114939"/>
                <a:gd name="connsiteX9" fmla="*/ 223 w 80808"/>
                <a:gd name="connsiteY9" fmla="*/ 109800 h 114939"/>
                <a:gd name="connsiteX10" fmla="*/ 5807 w 80808"/>
                <a:gd name="connsiteY10" fmla="*/ 115025 h 114939"/>
                <a:gd name="connsiteX11" fmla="*/ 13362 w 80808"/>
                <a:gd name="connsiteY11" fmla="*/ 108168 h 114939"/>
                <a:gd name="connsiteX12" fmla="*/ 21410 w 80808"/>
                <a:gd name="connsiteY12" fmla="*/ 76494 h 114939"/>
                <a:gd name="connsiteX13" fmla="*/ 42434 w 80808"/>
                <a:gd name="connsiteY13" fmla="*/ 89882 h 114939"/>
                <a:gd name="connsiteX14" fmla="*/ 42105 w 80808"/>
                <a:gd name="connsiteY14" fmla="*/ 93147 h 114939"/>
                <a:gd name="connsiteX15" fmla="*/ 41448 w 80808"/>
                <a:gd name="connsiteY15" fmla="*/ 98208 h 114939"/>
                <a:gd name="connsiteX16" fmla="*/ 58858 w 80808"/>
                <a:gd name="connsiteY16" fmla="*/ 115025 h 114939"/>
                <a:gd name="connsiteX17" fmla="*/ 79717 w 80808"/>
                <a:gd name="connsiteY17" fmla="*/ 90045 h 114939"/>
                <a:gd name="connsiteX18" fmla="*/ 77089 w 80808"/>
                <a:gd name="connsiteY18" fmla="*/ 87923 h 114939"/>
                <a:gd name="connsiteX19" fmla="*/ 73804 w 80808"/>
                <a:gd name="connsiteY19" fmla="*/ 91841 h 114939"/>
                <a:gd name="connsiteX20" fmla="*/ 59351 w 80808"/>
                <a:gd name="connsiteY20" fmla="*/ 110453 h 114939"/>
                <a:gd name="connsiteX21" fmla="*/ 53602 w 80808"/>
                <a:gd name="connsiteY21" fmla="*/ 101964 h 114939"/>
                <a:gd name="connsiteX22" fmla="*/ 54588 w 80808"/>
                <a:gd name="connsiteY22" fmla="*/ 94617 h 114939"/>
                <a:gd name="connsiteX23" fmla="*/ 55409 w 80808"/>
                <a:gd name="connsiteY23" fmla="*/ 89555 h 114939"/>
                <a:gd name="connsiteX24" fmla="*/ 28801 w 80808"/>
                <a:gd name="connsiteY24" fmla="*/ 72249 h 114939"/>
                <a:gd name="connsiteX25" fmla="*/ 42434 w 80808"/>
                <a:gd name="connsiteY25" fmla="*/ 61474 h 114939"/>
                <a:gd name="connsiteX26" fmla="*/ 68220 w 80808"/>
                <a:gd name="connsiteY26" fmla="*/ 45963 h 114939"/>
                <a:gd name="connsiteX27" fmla="*/ 73640 w 80808"/>
                <a:gd name="connsiteY27" fmla="*/ 48086 h 114939"/>
                <a:gd name="connsiteX28" fmla="*/ 65099 w 80808"/>
                <a:gd name="connsiteY28" fmla="*/ 57229 h 114939"/>
                <a:gd name="connsiteX29" fmla="*/ 71669 w 80808"/>
                <a:gd name="connsiteY29" fmla="*/ 63270 h 114939"/>
                <a:gd name="connsiteX30" fmla="*/ 81031 w 80808"/>
                <a:gd name="connsiteY30" fmla="*/ 52821 h 114939"/>
                <a:gd name="connsiteX31" fmla="*/ 68384 w 80808"/>
                <a:gd name="connsiteY31" fmla="*/ 41392 h 114939"/>
                <a:gd name="connsiteX32" fmla="*/ 42105 w 80808"/>
                <a:gd name="connsiteY32" fmla="*/ 55759 h 114939"/>
                <a:gd name="connsiteX33" fmla="*/ 23053 w 80808"/>
                <a:gd name="connsiteY33" fmla="*/ 70127 h 114939"/>
                <a:gd name="connsiteX34" fmla="*/ 39313 w 80808"/>
                <a:gd name="connsiteY34" fmla="*/ 4984 h 11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0808" h="114939">
                  <a:moveTo>
                    <a:pt x="39313" y="4984"/>
                  </a:moveTo>
                  <a:cubicBezTo>
                    <a:pt x="39477" y="4657"/>
                    <a:pt x="39970" y="2535"/>
                    <a:pt x="39970" y="2371"/>
                  </a:cubicBezTo>
                  <a:cubicBezTo>
                    <a:pt x="39970" y="1555"/>
                    <a:pt x="39313" y="86"/>
                    <a:pt x="37342" y="86"/>
                  </a:cubicBezTo>
                  <a:cubicBezTo>
                    <a:pt x="34057" y="86"/>
                    <a:pt x="20425" y="1392"/>
                    <a:pt x="16319" y="1718"/>
                  </a:cubicBezTo>
                  <a:cubicBezTo>
                    <a:pt x="15005" y="1882"/>
                    <a:pt x="12705" y="2045"/>
                    <a:pt x="12705" y="5474"/>
                  </a:cubicBezTo>
                  <a:cubicBezTo>
                    <a:pt x="12705" y="7759"/>
                    <a:pt x="15005" y="7759"/>
                    <a:pt x="16976" y="7759"/>
                  </a:cubicBezTo>
                  <a:cubicBezTo>
                    <a:pt x="24859" y="7759"/>
                    <a:pt x="24859" y="8902"/>
                    <a:pt x="24859" y="10208"/>
                  </a:cubicBezTo>
                  <a:cubicBezTo>
                    <a:pt x="24859" y="11351"/>
                    <a:pt x="24531" y="12331"/>
                    <a:pt x="24202" y="13800"/>
                  </a:cubicBezTo>
                  <a:lnTo>
                    <a:pt x="1044" y="106208"/>
                  </a:lnTo>
                  <a:cubicBezTo>
                    <a:pt x="223" y="109147"/>
                    <a:pt x="223" y="109474"/>
                    <a:pt x="223" y="109800"/>
                  </a:cubicBezTo>
                  <a:cubicBezTo>
                    <a:pt x="223" y="112249"/>
                    <a:pt x="2194" y="115025"/>
                    <a:pt x="5807" y="115025"/>
                  </a:cubicBezTo>
                  <a:cubicBezTo>
                    <a:pt x="10241" y="115025"/>
                    <a:pt x="12377" y="111760"/>
                    <a:pt x="13362" y="108168"/>
                  </a:cubicBezTo>
                  <a:cubicBezTo>
                    <a:pt x="13691" y="107515"/>
                    <a:pt x="20753" y="78780"/>
                    <a:pt x="21410" y="76494"/>
                  </a:cubicBezTo>
                  <a:cubicBezTo>
                    <a:pt x="33072" y="77637"/>
                    <a:pt x="42434" y="81392"/>
                    <a:pt x="42434" y="89882"/>
                  </a:cubicBezTo>
                  <a:cubicBezTo>
                    <a:pt x="42434" y="90698"/>
                    <a:pt x="42434" y="91515"/>
                    <a:pt x="42105" y="93147"/>
                  </a:cubicBezTo>
                  <a:cubicBezTo>
                    <a:pt x="41448" y="95596"/>
                    <a:pt x="41448" y="96413"/>
                    <a:pt x="41448" y="98208"/>
                  </a:cubicBezTo>
                  <a:cubicBezTo>
                    <a:pt x="41448" y="109800"/>
                    <a:pt x="50974" y="115025"/>
                    <a:pt x="58858" y="115025"/>
                  </a:cubicBezTo>
                  <a:cubicBezTo>
                    <a:pt x="74790" y="115025"/>
                    <a:pt x="79717" y="90208"/>
                    <a:pt x="79717" y="90045"/>
                  </a:cubicBezTo>
                  <a:cubicBezTo>
                    <a:pt x="79717" y="87923"/>
                    <a:pt x="77582" y="87923"/>
                    <a:pt x="77089" y="87923"/>
                  </a:cubicBezTo>
                  <a:cubicBezTo>
                    <a:pt x="74790" y="87923"/>
                    <a:pt x="74626" y="88739"/>
                    <a:pt x="73804" y="91841"/>
                  </a:cubicBezTo>
                  <a:cubicBezTo>
                    <a:pt x="71833" y="98862"/>
                    <a:pt x="67399" y="110453"/>
                    <a:pt x="59351" y="110453"/>
                  </a:cubicBezTo>
                  <a:cubicBezTo>
                    <a:pt x="54916" y="110453"/>
                    <a:pt x="53602" y="106372"/>
                    <a:pt x="53602" y="101964"/>
                  </a:cubicBezTo>
                  <a:cubicBezTo>
                    <a:pt x="53602" y="99188"/>
                    <a:pt x="53602" y="98862"/>
                    <a:pt x="54588" y="94617"/>
                  </a:cubicBezTo>
                  <a:cubicBezTo>
                    <a:pt x="54752" y="94127"/>
                    <a:pt x="55409" y="91351"/>
                    <a:pt x="55409" y="89555"/>
                  </a:cubicBezTo>
                  <a:cubicBezTo>
                    <a:pt x="55409" y="75025"/>
                    <a:pt x="35699" y="72739"/>
                    <a:pt x="28801" y="72249"/>
                  </a:cubicBezTo>
                  <a:cubicBezTo>
                    <a:pt x="33564" y="69310"/>
                    <a:pt x="39641" y="63923"/>
                    <a:pt x="42434" y="61474"/>
                  </a:cubicBezTo>
                  <a:cubicBezTo>
                    <a:pt x="50810" y="53637"/>
                    <a:pt x="59022" y="45963"/>
                    <a:pt x="68220" y="45963"/>
                  </a:cubicBezTo>
                  <a:cubicBezTo>
                    <a:pt x="70191" y="45963"/>
                    <a:pt x="72326" y="46453"/>
                    <a:pt x="73640" y="48086"/>
                  </a:cubicBezTo>
                  <a:cubicBezTo>
                    <a:pt x="66577" y="49229"/>
                    <a:pt x="65099" y="54780"/>
                    <a:pt x="65099" y="57229"/>
                  </a:cubicBezTo>
                  <a:cubicBezTo>
                    <a:pt x="65099" y="60821"/>
                    <a:pt x="67891" y="63270"/>
                    <a:pt x="71669" y="63270"/>
                  </a:cubicBezTo>
                  <a:cubicBezTo>
                    <a:pt x="76104" y="63270"/>
                    <a:pt x="81031" y="59678"/>
                    <a:pt x="81031" y="52821"/>
                  </a:cubicBezTo>
                  <a:cubicBezTo>
                    <a:pt x="81031" y="47433"/>
                    <a:pt x="77089" y="41392"/>
                    <a:pt x="68384" y="41392"/>
                  </a:cubicBezTo>
                  <a:cubicBezTo>
                    <a:pt x="59022" y="41392"/>
                    <a:pt x="50481" y="48086"/>
                    <a:pt x="42105" y="55759"/>
                  </a:cubicBezTo>
                  <a:cubicBezTo>
                    <a:pt x="35207" y="62290"/>
                    <a:pt x="29787" y="67351"/>
                    <a:pt x="23053" y="70127"/>
                  </a:cubicBezTo>
                  <a:lnTo>
                    <a:pt x="39313" y="498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9" name="Freeform: Shape 3188">
              <a:extLst>
                <a:ext uri="{FF2B5EF4-FFF2-40B4-BE49-F238E27FC236}">
                  <a16:creationId xmlns:a16="http://schemas.microsoft.com/office/drawing/2014/main" id="{9B55A028-C8CC-B71A-A104-C3925682116E}"/>
                </a:ext>
              </a:extLst>
            </p:cNvPr>
            <p:cNvSpPr/>
            <p:nvPr>
              <p:custDataLst>
                <p:tags r:id="rId55"/>
              </p:custDataLst>
            </p:nvPr>
          </p:nvSpPr>
          <p:spPr>
            <a:xfrm>
              <a:off x="7472471" y="6999594"/>
              <a:ext cx="100353" cy="73632"/>
            </a:xfrm>
            <a:custGeom>
              <a:avLst/>
              <a:gdLst>
                <a:gd name="connsiteX0" fmla="*/ 12545 w 100353"/>
                <a:gd name="connsiteY0" fmla="*/ 61800 h 73632"/>
                <a:gd name="connsiteX1" fmla="*/ 10903 w 100353"/>
                <a:gd name="connsiteY1" fmla="*/ 68494 h 73632"/>
                <a:gd name="connsiteX2" fmla="*/ 16487 w 100353"/>
                <a:gd name="connsiteY2" fmla="*/ 73719 h 73632"/>
                <a:gd name="connsiteX3" fmla="*/ 22893 w 100353"/>
                <a:gd name="connsiteY3" fmla="*/ 70127 h 73632"/>
                <a:gd name="connsiteX4" fmla="*/ 25849 w 100353"/>
                <a:gd name="connsiteY4" fmla="*/ 60004 h 73632"/>
                <a:gd name="connsiteX5" fmla="*/ 29463 w 100353"/>
                <a:gd name="connsiteY5" fmla="*/ 45310 h 73632"/>
                <a:gd name="connsiteX6" fmla="*/ 32255 w 100353"/>
                <a:gd name="connsiteY6" fmla="*/ 34372 h 73632"/>
                <a:gd name="connsiteX7" fmla="*/ 39153 w 100353"/>
                <a:gd name="connsiteY7" fmla="*/ 19678 h 73632"/>
                <a:gd name="connsiteX8" fmla="*/ 63790 w 100353"/>
                <a:gd name="connsiteY8" fmla="*/ 4657 h 73632"/>
                <a:gd name="connsiteX9" fmla="*/ 73480 w 100353"/>
                <a:gd name="connsiteY9" fmla="*/ 16086 h 73632"/>
                <a:gd name="connsiteX10" fmla="*/ 63790 w 100353"/>
                <a:gd name="connsiteY10" fmla="*/ 50861 h 73632"/>
                <a:gd name="connsiteX11" fmla="*/ 61326 w 100353"/>
                <a:gd name="connsiteY11" fmla="*/ 59678 h 73632"/>
                <a:gd name="connsiteX12" fmla="*/ 76929 w 100353"/>
                <a:gd name="connsiteY12" fmla="*/ 73719 h 73632"/>
                <a:gd name="connsiteX13" fmla="*/ 100581 w 100353"/>
                <a:gd name="connsiteY13" fmla="*/ 48739 h 73632"/>
                <a:gd name="connsiteX14" fmla="*/ 97953 w 100353"/>
                <a:gd name="connsiteY14" fmla="*/ 46616 h 73632"/>
                <a:gd name="connsiteX15" fmla="*/ 94832 w 100353"/>
                <a:gd name="connsiteY15" fmla="*/ 49392 h 73632"/>
                <a:gd name="connsiteX16" fmla="*/ 77422 w 100353"/>
                <a:gd name="connsiteY16" fmla="*/ 69147 h 73632"/>
                <a:gd name="connsiteX17" fmla="*/ 73316 w 100353"/>
                <a:gd name="connsiteY17" fmla="*/ 63433 h 73632"/>
                <a:gd name="connsiteX18" fmla="*/ 77094 w 100353"/>
                <a:gd name="connsiteY18" fmla="*/ 50208 h 73632"/>
                <a:gd name="connsiteX19" fmla="*/ 85799 w 100353"/>
                <a:gd name="connsiteY19" fmla="*/ 18698 h 73632"/>
                <a:gd name="connsiteX20" fmla="*/ 64447 w 100353"/>
                <a:gd name="connsiteY20" fmla="*/ 86 h 73632"/>
                <a:gd name="connsiteX21" fmla="*/ 36689 w 100353"/>
                <a:gd name="connsiteY21" fmla="*/ 14943 h 73632"/>
                <a:gd name="connsiteX22" fmla="*/ 19115 w 100353"/>
                <a:gd name="connsiteY22" fmla="*/ 86 h 73632"/>
                <a:gd name="connsiteX23" fmla="*/ 6140 w 100353"/>
                <a:gd name="connsiteY23" fmla="*/ 8902 h 73632"/>
                <a:gd name="connsiteX24" fmla="*/ 227 w 100353"/>
                <a:gd name="connsiteY24" fmla="*/ 25065 h 73632"/>
                <a:gd name="connsiteX25" fmla="*/ 3019 w 100353"/>
                <a:gd name="connsiteY25" fmla="*/ 27188 h 73632"/>
                <a:gd name="connsiteX26" fmla="*/ 6633 w 100353"/>
                <a:gd name="connsiteY26" fmla="*/ 22290 h 73632"/>
                <a:gd name="connsiteX27" fmla="*/ 18622 w 100353"/>
                <a:gd name="connsiteY27" fmla="*/ 4657 h 73632"/>
                <a:gd name="connsiteX28" fmla="*/ 24042 w 100353"/>
                <a:gd name="connsiteY28" fmla="*/ 12657 h 73632"/>
                <a:gd name="connsiteX29" fmla="*/ 21415 w 100353"/>
                <a:gd name="connsiteY29" fmla="*/ 26208 h 73632"/>
                <a:gd name="connsiteX30" fmla="*/ 17801 w 100353"/>
                <a:gd name="connsiteY30" fmla="*/ 40902 h 73632"/>
                <a:gd name="connsiteX31" fmla="*/ 12545 w 100353"/>
                <a:gd name="connsiteY31" fmla="*/ 61800 h 7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0353" h="73632">
                  <a:moveTo>
                    <a:pt x="12545" y="61800"/>
                  </a:moveTo>
                  <a:cubicBezTo>
                    <a:pt x="11888" y="63923"/>
                    <a:pt x="10903" y="68004"/>
                    <a:pt x="10903" y="68494"/>
                  </a:cubicBezTo>
                  <a:cubicBezTo>
                    <a:pt x="10903" y="72086"/>
                    <a:pt x="13859" y="73719"/>
                    <a:pt x="16487" y="73719"/>
                  </a:cubicBezTo>
                  <a:cubicBezTo>
                    <a:pt x="19444" y="73719"/>
                    <a:pt x="22072" y="71596"/>
                    <a:pt x="22893" y="70127"/>
                  </a:cubicBezTo>
                  <a:cubicBezTo>
                    <a:pt x="23714" y="68657"/>
                    <a:pt x="25028" y="63433"/>
                    <a:pt x="25849" y="60004"/>
                  </a:cubicBezTo>
                  <a:cubicBezTo>
                    <a:pt x="26670" y="56902"/>
                    <a:pt x="28477" y="49392"/>
                    <a:pt x="29463" y="45310"/>
                  </a:cubicBezTo>
                  <a:cubicBezTo>
                    <a:pt x="30448" y="41719"/>
                    <a:pt x="31433" y="38127"/>
                    <a:pt x="32255" y="34372"/>
                  </a:cubicBezTo>
                  <a:cubicBezTo>
                    <a:pt x="34061" y="27678"/>
                    <a:pt x="34390" y="26372"/>
                    <a:pt x="39153" y="19678"/>
                  </a:cubicBezTo>
                  <a:cubicBezTo>
                    <a:pt x="43752" y="13147"/>
                    <a:pt x="51471" y="4657"/>
                    <a:pt x="63790" y="4657"/>
                  </a:cubicBezTo>
                  <a:cubicBezTo>
                    <a:pt x="73316" y="4657"/>
                    <a:pt x="73480" y="12984"/>
                    <a:pt x="73480" y="16086"/>
                  </a:cubicBezTo>
                  <a:cubicBezTo>
                    <a:pt x="73480" y="25882"/>
                    <a:pt x="66418" y="44004"/>
                    <a:pt x="63790" y="50861"/>
                  </a:cubicBezTo>
                  <a:cubicBezTo>
                    <a:pt x="61983" y="55433"/>
                    <a:pt x="61326" y="56902"/>
                    <a:pt x="61326" y="59678"/>
                  </a:cubicBezTo>
                  <a:cubicBezTo>
                    <a:pt x="61326" y="68331"/>
                    <a:pt x="68553" y="73719"/>
                    <a:pt x="76929" y="73719"/>
                  </a:cubicBezTo>
                  <a:cubicBezTo>
                    <a:pt x="93354" y="73719"/>
                    <a:pt x="100581" y="51188"/>
                    <a:pt x="100581" y="48739"/>
                  </a:cubicBezTo>
                  <a:cubicBezTo>
                    <a:pt x="100581" y="46616"/>
                    <a:pt x="98445" y="46616"/>
                    <a:pt x="97953" y="46616"/>
                  </a:cubicBezTo>
                  <a:cubicBezTo>
                    <a:pt x="95653" y="46616"/>
                    <a:pt x="95489" y="47596"/>
                    <a:pt x="94832" y="49392"/>
                  </a:cubicBezTo>
                  <a:cubicBezTo>
                    <a:pt x="91054" y="62453"/>
                    <a:pt x="83992" y="69147"/>
                    <a:pt x="77422" y="69147"/>
                  </a:cubicBezTo>
                  <a:cubicBezTo>
                    <a:pt x="73973" y="69147"/>
                    <a:pt x="73316" y="66861"/>
                    <a:pt x="73316" y="63433"/>
                  </a:cubicBezTo>
                  <a:cubicBezTo>
                    <a:pt x="73316" y="59678"/>
                    <a:pt x="74137" y="57555"/>
                    <a:pt x="77094" y="50208"/>
                  </a:cubicBezTo>
                  <a:cubicBezTo>
                    <a:pt x="79065" y="45147"/>
                    <a:pt x="85799" y="27841"/>
                    <a:pt x="85799" y="18698"/>
                  </a:cubicBezTo>
                  <a:cubicBezTo>
                    <a:pt x="85799" y="2861"/>
                    <a:pt x="73152" y="86"/>
                    <a:pt x="64447" y="86"/>
                  </a:cubicBezTo>
                  <a:cubicBezTo>
                    <a:pt x="50814" y="86"/>
                    <a:pt x="41617" y="8412"/>
                    <a:pt x="36689" y="14943"/>
                  </a:cubicBezTo>
                  <a:cubicBezTo>
                    <a:pt x="35540" y="3678"/>
                    <a:pt x="25849" y="86"/>
                    <a:pt x="19115" y="86"/>
                  </a:cubicBezTo>
                  <a:cubicBezTo>
                    <a:pt x="12053" y="86"/>
                    <a:pt x="8275" y="5147"/>
                    <a:pt x="6140" y="8902"/>
                  </a:cubicBezTo>
                  <a:cubicBezTo>
                    <a:pt x="2526" y="14943"/>
                    <a:pt x="227" y="24249"/>
                    <a:pt x="227" y="25065"/>
                  </a:cubicBezTo>
                  <a:cubicBezTo>
                    <a:pt x="227" y="27188"/>
                    <a:pt x="2526" y="27188"/>
                    <a:pt x="3019" y="27188"/>
                  </a:cubicBezTo>
                  <a:cubicBezTo>
                    <a:pt x="5319" y="27188"/>
                    <a:pt x="5483" y="26698"/>
                    <a:pt x="6633" y="22290"/>
                  </a:cubicBezTo>
                  <a:cubicBezTo>
                    <a:pt x="9096" y="12657"/>
                    <a:pt x="12217" y="4657"/>
                    <a:pt x="18622" y="4657"/>
                  </a:cubicBezTo>
                  <a:cubicBezTo>
                    <a:pt x="22893" y="4657"/>
                    <a:pt x="24042" y="8249"/>
                    <a:pt x="24042" y="12657"/>
                  </a:cubicBezTo>
                  <a:cubicBezTo>
                    <a:pt x="24042" y="15759"/>
                    <a:pt x="22564" y="21800"/>
                    <a:pt x="21415" y="26208"/>
                  </a:cubicBezTo>
                  <a:cubicBezTo>
                    <a:pt x="20265" y="30616"/>
                    <a:pt x="18622" y="37310"/>
                    <a:pt x="17801" y="40902"/>
                  </a:cubicBezTo>
                  <a:lnTo>
                    <a:pt x="12545" y="618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90" name="Freeform: Shape 3189">
              <a:extLst>
                <a:ext uri="{FF2B5EF4-FFF2-40B4-BE49-F238E27FC236}">
                  <a16:creationId xmlns:a16="http://schemas.microsoft.com/office/drawing/2014/main" id="{32011EE4-7F41-2A06-2F0A-2AA331E677FB}"/>
                </a:ext>
              </a:extLst>
            </p:cNvPr>
            <p:cNvSpPr/>
            <p:nvPr>
              <p:custDataLst>
                <p:tags r:id="rId56"/>
              </p:custDataLst>
            </p:nvPr>
          </p:nvSpPr>
          <p:spPr>
            <a:xfrm>
              <a:off x="7698942" y="6791023"/>
              <a:ext cx="156032" cy="54577"/>
            </a:xfrm>
            <a:custGeom>
              <a:avLst/>
              <a:gdLst>
                <a:gd name="connsiteX0" fmla="*/ 148291 w 156032"/>
                <a:gd name="connsiteY0" fmla="*/ 9407 h 54577"/>
                <a:gd name="connsiteX1" fmla="*/ 156269 w 156032"/>
                <a:gd name="connsiteY1" fmla="*/ 4742 h 54577"/>
                <a:gd name="connsiteX2" fmla="*/ 148526 w 156032"/>
                <a:gd name="connsiteY2" fmla="*/ 77 h 54577"/>
                <a:gd name="connsiteX3" fmla="*/ 7979 w 156032"/>
                <a:gd name="connsiteY3" fmla="*/ 77 h 54577"/>
                <a:gd name="connsiteX4" fmla="*/ 236 w 156032"/>
                <a:gd name="connsiteY4" fmla="*/ 4742 h 54577"/>
                <a:gd name="connsiteX5" fmla="*/ 8214 w 156032"/>
                <a:gd name="connsiteY5" fmla="*/ 9407 h 54577"/>
                <a:gd name="connsiteX6" fmla="*/ 148291 w 156032"/>
                <a:gd name="connsiteY6" fmla="*/ 9407 h 54577"/>
                <a:gd name="connsiteX7" fmla="*/ 148526 w 156032"/>
                <a:gd name="connsiteY7" fmla="*/ 54655 h 54577"/>
                <a:gd name="connsiteX8" fmla="*/ 156269 w 156032"/>
                <a:gd name="connsiteY8" fmla="*/ 49990 h 54577"/>
                <a:gd name="connsiteX9" fmla="*/ 148291 w 156032"/>
                <a:gd name="connsiteY9" fmla="*/ 45325 h 54577"/>
                <a:gd name="connsiteX10" fmla="*/ 8214 w 156032"/>
                <a:gd name="connsiteY10" fmla="*/ 45325 h 54577"/>
                <a:gd name="connsiteX11" fmla="*/ 236 w 156032"/>
                <a:gd name="connsiteY11" fmla="*/ 49990 h 54577"/>
                <a:gd name="connsiteX12" fmla="*/ 7979 w 156032"/>
                <a:gd name="connsiteY12" fmla="*/ 54655 h 54577"/>
                <a:gd name="connsiteX13" fmla="*/ 148526 w 156032"/>
                <a:gd name="connsiteY13" fmla="*/ 54655 h 54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032" h="54577">
                  <a:moveTo>
                    <a:pt x="148291" y="9407"/>
                  </a:moveTo>
                  <a:cubicBezTo>
                    <a:pt x="151811" y="9407"/>
                    <a:pt x="156269" y="9407"/>
                    <a:pt x="156269" y="4742"/>
                  </a:cubicBezTo>
                  <a:cubicBezTo>
                    <a:pt x="156269" y="77"/>
                    <a:pt x="151811" y="77"/>
                    <a:pt x="148526" y="77"/>
                  </a:cubicBezTo>
                  <a:lnTo>
                    <a:pt x="7979" y="77"/>
                  </a:lnTo>
                  <a:cubicBezTo>
                    <a:pt x="4694" y="77"/>
                    <a:pt x="236" y="77"/>
                    <a:pt x="236" y="4742"/>
                  </a:cubicBezTo>
                  <a:cubicBezTo>
                    <a:pt x="236" y="9407"/>
                    <a:pt x="4694" y="9407"/>
                    <a:pt x="8214" y="9407"/>
                  </a:cubicBezTo>
                  <a:lnTo>
                    <a:pt x="148291" y="9407"/>
                  </a:lnTo>
                  <a:close/>
                  <a:moveTo>
                    <a:pt x="148526" y="54655"/>
                  </a:moveTo>
                  <a:cubicBezTo>
                    <a:pt x="151811" y="54655"/>
                    <a:pt x="156269" y="54655"/>
                    <a:pt x="156269" y="49990"/>
                  </a:cubicBezTo>
                  <a:cubicBezTo>
                    <a:pt x="156269" y="45325"/>
                    <a:pt x="151811" y="45325"/>
                    <a:pt x="148291" y="45325"/>
                  </a:cubicBezTo>
                  <a:lnTo>
                    <a:pt x="8214" y="45325"/>
                  </a:lnTo>
                  <a:cubicBezTo>
                    <a:pt x="4694" y="45325"/>
                    <a:pt x="236" y="45325"/>
                    <a:pt x="236" y="49990"/>
                  </a:cubicBezTo>
                  <a:cubicBezTo>
                    <a:pt x="236" y="54655"/>
                    <a:pt x="4694" y="54655"/>
                    <a:pt x="7979" y="54655"/>
                  </a:cubicBezTo>
                  <a:lnTo>
                    <a:pt x="148526" y="546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91" name="Freeform: Shape 3190">
              <a:extLst>
                <a:ext uri="{FF2B5EF4-FFF2-40B4-BE49-F238E27FC236}">
                  <a16:creationId xmlns:a16="http://schemas.microsoft.com/office/drawing/2014/main" id="{E78C9A2F-DAE8-405D-0E7E-FCE42B5DCC5E}"/>
                </a:ext>
              </a:extLst>
            </p:cNvPr>
            <p:cNvSpPr/>
            <p:nvPr>
              <p:custDataLst>
                <p:tags r:id="rId57"/>
              </p:custDataLst>
            </p:nvPr>
          </p:nvSpPr>
          <p:spPr>
            <a:xfrm>
              <a:off x="7940482" y="6711956"/>
              <a:ext cx="127906" cy="209913"/>
            </a:xfrm>
            <a:custGeom>
              <a:avLst/>
              <a:gdLst>
                <a:gd name="connsiteX0" fmla="*/ 128153 w 127906"/>
                <a:gd name="connsiteY0" fmla="*/ 32031 h 209913"/>
                <a:gd name="connsiteX1" fmla="*/ 96243 w 127906"/>
                <a:gd name="connsiteY1" fmla="*/ 77 h 209913"/>
                <a:gd name="connsiteX2" fmla="*/ 67852 w 127906"/>
                <a:gd name="connsiteY2" fmla="*/ 9873 h 209913"/>
                <a:gd name="connsiteX3" fmla="*/ 37584 w 127906"/>
                <a:gd name="connsiteY3" fmla="*/ 59553 h 209913"/>
                <a:gd name="connsiteX4" fmla="*/ 277 w 127906"/>
                <a:gd name="connsiteY4" fmla="*/ 207658 h 209913"/>
                <a:gd name="connsiteX5" fmla="*/ 3092 w 127906"/>
                <a:gd name="connsiteY5" fmla="*/ 209990 h 209913"/>
                <a:gd name="connsiteX6" fmla="*/ 5908 w 127906"/>
                <a:gd name="connsiteY6" fmla="*/ 208824 h 209913"/>
                <a:gd name="connsiteX7" fmla="*/ 22332 w 127906"/>
                <a:gd name="connsiteY7" fmla="*/ 144451 h 209913"/>
                <a:gd name="connsiteX8" fmla="*/ 54243 w 127906"/>
                <a:gd name="connsiteY8" fmla="*/ 167075 h 209913"/>
                <a:gd name="connsiteX9" fmla="*/ 99527 w 127906"/>
                <a:gd name="connsiteY9" fmla="*/ 148649 h 209913"/>
                <a:gd name="connsiteX10" fmla="*/ 118298 w 127906"/>
                <a:gd name="connsiteY10" fmla="*/ 105734 h 209913"/>
                <a:gd name="connsiteX11" fmla="*/ 101170 w 127906"/>
                <a:gd name="connsiteY11" fmla="*/ 70981 h 209913"/>
                <a:gd name="connsiteX12" fmla="*/ 128153 w 127906"/>
                <a:gd name="connsiteY12" fmla="*/ 32031 h 209913"/>
                <a:gd name="connsiteX13" fmla="*/ 85919 w 127906"/>
                <a:gd name="connsiteY13" fmla="*/ 70748 h 209913"/>
                <a:gd name="connsiteX14" fmla="*/ 74656 w 127906"/>
                <a:gd name="connsiteY14" fmla="*/ 72381 h 209913"/>
                <a:gd name="connsiteX15" fmla="*/ 64332 w 127906"/>
                <a:gd name="connsiteY15" fmla="*/ 71448 h 209913"/>
                <a:gd name="connsiteX16" fmla="*/ 75829 w 127906"/>
                <a:gd name="connsiteY16" fmla="*/ 69582 h 209913"/>
                <a:gd name="connsiteX17" fmla="*/ 85919 w 127906"/>
                <a:gd name="connsiteY17" fmla="*/ 70748 h 209913"/>
                <a:gd name="connsiteX18" fmla="*/ 115013 w 127906"/>
                <a:gd name="connsiteY18" fmla="*/ 26666 h 209913"/>
                <a:gd name="connsiteX19" fmla="*/ 93896 w 127906"/>
                <a:gd name="connsiteY19" fmla="*/ 67016 h 209913"/>
                <a:gd name="connsiteX20" fmla="*/ 75829 w 127906"/>
                <a:gd name="connsiteY20" fmla="*/ 64218 h 209913"/>
                <a:gd name="connsiteX21" fmla="*/ 57762 w 127906"/>
                <a:gd name="connsiteY21" fmla="*/ 71681 h 209913"/>
                <a:gd name="connsiteX22" fmla="*/ 73952 w 127906"/>
                <a:gd name="connsiteY22" fmla="*/ 77512 h 209913"/>
                <a:gd name="connsiteX23" fmla="*/ 93192 w 127906"/>
                <a:gd name="connsiteY23" fmla="*/ 74480 h 209913"/>
                <a:gd name="connsiteX24" fmla="*/ 103516 w 127906"/>
                <a:gd name="connsiteY24" fmla="*/ 100836 h 209913"/>
                <a:gd name="connsiteX25" fmla="*/ 91784 w 127906"/>
                <a:gd name="connsiteY25" fmla="*/ 140952 h 209913"/>
                <a:gd name="connsiteX26" fmla="*/ 53539 w 127906"/>
                <a:gd name="connsiteY26" fmla="*/ 161944 h 209913"/>
                <a:gd name="connsiteX27" fmla="*/ 26790 w 127906"/>
                <a:gd name="connsiteY27" fmla="*/ 131856 h 209913"/>
                <a:gd name="connsiteX28" fmla="*/ 27964 w 127906"/>
                <a:gd name="connsiteY28" fmla="*/ 121594 h 209913"/>
                <a:gd name="connsiteX29" fmla="*/ 42980 w 127906"/>
                <a:gd name="connsiteY29" fmla="*/ 62585 h 209913"/>
                <a:gd name="connsiteX30" fmla="*/ 93192 w 127906"/>
                <a:gd name="connsiteY30" fmla="*/ 5442 h 209913"/>
                <a:gd name="connsiteX31" fmla="*/ 115013 w 127906"/>
                <a:gd name="connsiteY31" fmla="*/ 26666 h 20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7906" h="209913">
                  <a:moveTo>
                    <a:pt x="128153" y="32031"/>
                  </a:moveTo>
                  <a:cubicBezTo>
                    <a:pt x="128153" y="14538"/>
                    <a:pt x="115248" y="77"/>
                    <a:pt x="96243" y="77"/>
                  </a:cubicBezTo>
                  <a:cubicBezTo>
                    <a:pt x="82634" y="77"/>
                    <a:pt x="76064" y="3809"/>
                    <a:pt x="67852" y="9873"/>
                  </a:cubicBezTo>
                  <a:cubicBezTo>
                    <a:pt x="54947" y="19203"/>
                    <a:pt x="42042" y="41827"/>
                    <a:pt x="37584" y="59553"/>
                  </a:cubicBezTo>
                  <a:lnTo>
                    <a:pt x="277" y="207658"/>
                  </a:lnTo>
                  <a:cubicBezTo>
                    <a:pt x="42" y="208591"/>
                    <a:pt x="1215" y="209990"/>
                    <a:pt x="3092" y="209990"/>
                  </a:cubicBezTo>
                  <a:cubicBezTo>
                    <a:pt x="4969" y="209990"/>
                    <a:pt x="5673" y="209524"/>
                    <a:pt x="5908" y="208824"/>
                  </a:cubicBezTo>
                  <a:lnTo>
                    <a:pt x="22332" y="144451"/>
                  </a:lnTo>
                  <a:cubicBezTo>
                    <a:pt x="26790" y="158445"/>
                    <a:pt x="37114" y="167075"/>
                    <a:pt x="54243" y="167075"/>
                  </a:cubicBezTo>
                  <a:cubicBezTo>
                    <a:pt x="71371" y="167075"/>
                    <a:pt x="88969" y="158912"/>
                    <a:pt x="99527" y="148649"/>
                  </a:cubicBezTo>
                  <a:cubicBezTo>
                    <a:pt x="110790" y="137920"/>
                    <a:pt x="118298" y="122993"/>
                    <a:pt x="118298" y="105734"/>
                  </a:cubicBezTo>
                  <a:cubicBezTo>
                    <a:pt x="118298" y="88941"/>
                    <a:pt x="109617" y="76812"/>
                    <a:pt x="101170" y="70981"/>
                  </a:cubicBezTo>
                  <a:cubicBezTo>
                    <a:pt x="114779" y="63285"/>
                    <a:pt x="128153" y="48824"/>
                    <a:pt x="128153" y="32031"/>
                  </a:cubicBezTo>
                  <a:close/>
                  <a:moveTo>
                    <a:pt x="85919" y="70748"/>
                  </a:moveTo>
                  <a:cubicBezTo>
                    <a:pt x="82868" y="71914"/>
                    <a:pt x="80287" y="72381"/>
                    <a:pt x="74656" y="72381"/>
                  </a:cubicBezTo>
                  <a:cubicBezTo>
                    <a:pt x="71371" y="72381"/>
                    <a:pt x="66678" y="72614"/>
                    <a:pt x="64332" y="71448"/>
                  </a:cubicBezTo>
                  <a:cubicBezTo>
                    <a:pt x="64801" y="69116"/>
                    <a:pt x="73248" y="69582"/>
                    <a:pt x="75829" y="69582"/>
                  </a:cubicBezTo>
                  <a:cubicBezTo>
                    <a:pt x="80757" y="69582"/>
                    <a:pt x="82868" y="69582"/>
                    <a:pt x="85919" y="70748"/>
                  </a:cubicBezTo>
                  <a:close/>
                  <a:moveTo>
                    <a:pt x="115013" y="26666"/>
                  </a:moveTo>
                  <a:cubicBezTo>
                    <a:pt x="115013" y="42993"/>
                    <a:pt x="106097" y="59786"/>
                    <a:pt x="93896" y="67016"/>
                  </a:cubicBezTo>
                  <a:cubicBezTo>
                    <a:pt x="87561" y="64684"/>
                    <a:pt x="82868" y="64218"/>
                    <a:pt x="75829" y="64218"/>
                  </a:cubicBezTo>
                  <a:cubicBezTo>
                    <a:pt x="70902" y="64218"/>
                    <a:pt x="57762" y="63984"/>
                    <a:pt x="57762" y="71681"/>
                  </a:cubicBezTo>
                  <a:cubicBezTo>
                    <a:pt x="57528" y="78212"/>
                    <a:pt x="69729" y="77512"/>
                    <a:pt x="73952" y="77512"/>
                  </a:cubicBezTo>
                  <a:cubicBezTo>
                    <a:pt x="82634" y="77512"/>
                    <a:pt x="86153" y="77279"/>
                    <a:pt x="93192" y="74480"/>
                  </a:cubicBezTo>
                  <a:cubicBezTo>
                    <a:pt x="102108" y="82876"/>
                    <a:pt x="103282" y="90107"/>
                    <a:pt x="103516" y="100836"/>
                  </a:cubicBezTo>
                  <a:cubicBezTo>
                    <a:pt x="103986" y="114363"/>
                    <a:pt x="98354" y="131856"/>
                    <a:pt x="91784" y="140952"/>
                  </a:cubicBezTo>
                  <a:cubicBezTo>
                    <a:pt x="82634" y="153547"/>
                    <a:pt x="66913" y="161944"/>
                    <a:pt x="53539" y="161944"/>
                  </a:cubicBezTo>
                  <a:cubicBezTo>
                    <a:pt x="35707" y="161944"/>
                    <a:pt x="26790" y="148416"/>
                    <a:pt x="26790" y="131856"/>
                  </a:cubicBezTo>
                  <a:cubicBezTo>
                    <a:pt x="26790" y="129524"/>
                    <a:pt x="26790" y="126025"/>
                    <a:pt x="27964" y="121594"/>
                  </a:cubicBezTo>
                  <a:lnTo>
                    <a:pt x="42980" y="62585"/>
                  </a:lnTo>
                  <a:cubicBezTo>
                    <a:pt x="48142" y="42527"/>
                    <a:pt x="65036" y="5442"/>
                    <a:pt x="93192" y="5442"/>
                  </a:cubicBezTo>
                  <a:cubicBezTo>
                    <a:pt x="106801" y="5442"/>
                    <a:pt x="115013" y="12672"/>
                    <a:pt x="115013" y="2666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92" name="Freeform: Shape 3191">
              <a:extLst>
                <a:ext uri="{FF2B5EF4-FFF2-40B4-BE49-F238E27FC236}">
                  <a16:creationId xmlns:a16="http://schemas.microsoft.com/office/drawing/2014/main" id="{E46F7567-F5BF-9569-52AC-755707740332}"/>
                </a:ext>
              </a:extLst>
            </p:cNvPr>
            <p:cNvSpPr/>
            <p:nvPr>
              <p:custDataLst>
                <p:tags r:id="rId58"/>
              </p:custDataLst>
            </p:nvPr>
          </p:nvSpPr>
          <p:spPr>
            <a:xfrm>
              <a:off x="8078507" y="6798300"/>
              <a:ext cx="80808" cy="114939"/>
            </a:xfrm>
            <a:custGeom>
              <a:avLst/>
              <a:gdLst>
                <a:gd name="connsiteX0" fmla="*/ 39343 w 80808"/>
                <a:gd name="connsiteY0" fmla="*/ 4977 h 114939"/>
                <a:gd name="connsiteX1" fmla="*/ 40000 w 80808"/>
                <a:gd name="connsiteY1" fmla="*/ 2365 h 114939"/>
                <a:gd name="connsiteX2" fmla="*/ 37372 w 80808"/>
                <a:gd name="connsiteY2" fmla="*/ 79 h 114939"/>
                <a:gd name="connsiteX3" fmla="*/ 16349 w 80808"/>
                <a:gd name="connsiteY3" fmla="*/ 1712 h 114939"/>
                <a:gd name="connsiteX4" fmla="*/ 12735 w 80808"/>
                <a:gd name="connsiteY4" fmla="*/ 5467 h 114939"/>
                <a:gd name="connsiteX5" fmla="*/ 17005 w 80808"/>
                <a:gd name="connsiteY5" fmla="*/ 7752 h 114939"/>
                <a:gd name="connsiteX6" fmla="*/ 24889 w 80808"/>
                <a:gd name="connsiteY6" fmla="*/ 10201 h 114939"/>
                <a:gd name="connsiteX7" fmla="*/ 24232 w 80808"/>
                <a:gd name="connsiteY7" fmla="*/ 13793 h 114939"/>
                <a:gd name="connsiteX8" fmla="*/ 1074 w 80808"/>
                <a:gd name="connsiteY8" fmla="*/ 106202 h 114939"/>
                <a:gd name="connsiteX9" fmla="*/ 253 w 80808"/>
                <a:gd name="connsiteY9" fmla="*/ 109793 h 114939"/>
                <a:gd name="connsiteX10" fmla="*/ 5837 w 80808"/>
                <a:gd name="connsiteY10" fmla="*/ 115018 h 114939"/>
                <a:gd name="connsiteX11" fmla="*/ 13392 w 80808"/>
                <a:gd name="connsiteY11" fmla="*/ 108161 h 114939"/>
                <a:gd name="connsiteX12" fmla="*/ 21440 w 80808"/>
                <a:gd name="connsiteY12" fmla="*/ 76487 h 114939"/>
                <a:gd name="connsiteX13" fmla="*/ 42463 w 80808"/>
                <a:gd name="connsiteY13" fmla="*/ 89875 h 114939"/>
                <a:gd name="connsiteX14" fmla="*/ 42135 w 80808"/>
                <a:gd name="connsiteY14" fmla="*/ 93140 h 114939"/>
                <a:gd name="connsiteX15" fmla="*/ 41478 w 80808"/>
                <a:gd name="connsiteY15" fmla="*/ 98202 h 114939"/>
                <a:gd name="connsiteX16" fmla="*/ 58888 w 80808"/>
                <a:gd name="connsiteY16" fmla="*/ 115018 h 114939"/>
                <a:gd name="connsiteX17" fmla="*/ 79747 w 80808"/>
                <a:gd name="connsiteY17" fmla="*/ 90038 h 114939"/>
                <a:gd name="connsiteX18" fmla="*/ 77119 w 80808"/>
                <a:gd name="connsiteY18" fmla="*/ 87916 h 114939"/>
                <a:gd name="connsiteX19" fmla="*/ 73834 w 80808"/>
                <a:gd name="connsiteY19" fmla="*/ 91834 h 114939"/>
                <a:gd name="connsiteX20" fmla="*/ 59381 w 80808"/>
                <a:gd name="connsiteY20" fmla="*/ 110447 h 114939"/>
                <a:gd name="connsiteX21" fmla="*/ 53632 w 80808"/>
                <a:gd name="connsiteY21" fmla="*/ 101957 h 114939"/>
                <a:gd name="connsiteX22" fmla="*/ 54618 w 80808"/>
                <a:gd name="connsiteY22" fmla="*/ 94610 h 114939"/>
                <a:gd name="connsiteX23" fmla="*/ 55439 w 80808"/>
                <a:gd name="connsiteY23" fmla="*/ 89549 h 114939"/>
                <a:gd name="connsiteX24" fmla="*/ 28831 w 80808"/>
                <a:gd name="connsiteY24" fmla="*/ 72242 h 114939"/>
                <a:gd name="connsiteX25" fmla="*/ 42463 w 80808"/>
                <a:gd name="connsiteY25" fmla="*/ 61467 h 114939"/>
                <a:gd name="connsiteX26" fmla="*/ 68250 w 80808"/>
                <a:gd name="connsiteY26" fmla="*/ 45957 h 114939"/>
                <a:gd name="connsiteX27" fmla="*/ 73670 w 80808"/>
                <a:gd name="connsiteY27" fmla="*/ 48079 h 114939"/>
                <a:gd name="connsiteX28" fmla="*/ 65129 w 80808"/>
                <a:gd name="connsiteY28" fmla="*/ 57222 h 114939"/>
                <a:gd name="connsiteX29" fmla="*/ 71699 w 80808"/>
                <a:gd name="connsiteY29" fmla="*/ 63263 h 114939"/>
                <a:gd name="connsiteX30" fmla="*/ 81061 w 80808"/>
                <a:gd name="connsiteY30" fmla="*/ 52814 h 114939"/>
                <a:gd name="connsiteX31" fmla="*/ 68414 w 80808"/>
                <a:gd name="connsiteY31" fmla="*/ 41385 h 114939"/>
                <a:gd name="connsiteX32" fmla="*/ 42135 w 80808"/>
                <a:gd name="connsiteY32" fmla="*/ 55753 h 114939"/>
                <a:gd name="connsiteX33" fmla="*/ 23083 w 80808"/>
                <a:gd name="connsiteY33" fmla="*/ 70120 h 114939"/>
                <a:gd name="connsiteX34" fmla="*/ 39343 w 80808"/>
                <a:gd name="connsiteY34" fmla="*/ 4977 h 11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0808" h="114939">
                  <a:moveTo>
                    <a:pt x="39343" y="4977"/>
                  </a:moveTo>
                  <a:cubicBezTo>
                    <a:pt x="39507" y="4650"/>
                    <a:pt x="40000" y="2528"/>
                    <a:pt x="40000" y="2365"/>
                  </a:cubicBezTo>
                  <a:cubicBezTo>
                    <a:pt x="40000" y="1548"/>
                    <a:pt x="39343" y="79"/>
                    <a:pt x="37372" y="79"/>
                  </a:cubicBezTo>
                  <a:cubicBezTo>
                    <a:pt x="34087" y="79"/>
                    <a:pt x="20455" y="1385"/>
                    <a:pt x="16349" y="1712"/>
                  </a:cubicBezTo>
                  <a:cubicBezTo>
                    <a:pt x="15035" y="1875"/>
                    <a:pt x="12735" y="2038"/>
                    <a:pt x="12735" y="5467"/>
                  </a:cubicBezTo>
                  <a:cubicBezTo>
                    <a:pt x="12735" y="7752"/>
                    <a:pt x="15035" y="7752"/>
                    <a:pt x="17005" y="7752"/>
                  </a:cubicBezTo>
                  <a:cubicBezTo>
                    <a:pt x="24889" y="7752"/>
                    <a:pt x="24889" y="8895"/>
                    <a:pt x="24889" y="10201"/>
                  </a:cubicBezTo>
                  <a:cubicBezTo>
                    <a:pt x="24889" y="11344"/>
                    <a:pt x="24561" y="12324"/>
                    <a:pt x="24232" y="13793"/>
                  </a:cubicBezTo>
                  <a:lnTo>
                    <a:pt x="1074" y="106202"/>
                  </a:lnTo>
                  <a:cubicBezTo>
                    <a:pt x="253" y="109140"/>
                    <a:pt x="253" y="109467"/>
                    <a:pt x="253" y="109793"/>
                  </a:cubicBezTo>
                  <a:cubicBezTo>
                    <a:pt x="253" y="112242"/>
                    <a:pt x="2223" y="115018"/>
                    <a:pt x="5837" y="115018"/>
                  </a:cubicBezTo>
                  <a:cubicBezTo>
                    <a:pt x="10271" y="115018"/>
                    <a:pt x="12407" y="111753"/>
                    <a:pt x="13392" y="108161"/>
                  </a:cubicBezTo>
                  <a:cubicBezTo>
                    <a:pt x="13721" y="107508"/>
                    <a:pt x="20783" y="78773"/>
                    <a:pt x="21440" y="76487"/>
                  </a:cubicBezTo>
                  <a:cubicBezTo>
                    <a:pt x="33101" y="77630"/>
                    <a:pt x="42463" y="81385"/>
                    <a:pt x="42463" y="89875"/>
                  </a:cubicBezTo>
                  <a:cubicBezTo>
                    <a:pt x="42463" y="90691"/>
                    <a:pt x="42463" y="91508"/>
                    <a:pt x="42135" y="93140"/>
                  </a:cubicBezTo>
                  <a:cubicBezTo>
                    <a:pt x="41478" y="95589"/>
                    <a:pt x="41478" y="96406"/>
                    <a:pt x="41478" y="98202"/>
                  </a:cubicBezTo>
                  <a:cubicBezTo>
                    <a:pt x="41478" y="109793"/>
                    <a:pt x="51004" y="115018"/>
                    <a:pt x="58888" y="115018"/>
                  </a:cubicBezTo>
                  <a:cubicBezTo>
                    <a:pt x="74820" y="115018"/>
                    <a:pt x="79747" y="90202"/>
                    <a:pt x="79747" y="90038"/>
                  </a:cubicBezTo>
                  <a:cubicBezTo>
                    <a:pt x="79747" y="87916"/>
                    <a:pt x="77612" y="87916"/>
                    <a:pt x="77119" y="87916"/>
                  </a:cubicBezTo>
                  <a:cubicBezTo>
                    <a:pt x="74820" y="87916"/>
                    <a:pt x="74655" y="88732"/>
                    <a:pt x="73834" y="91834"/>
                  </a:cubicBezTo>
                  <a:cubicBezTo>
                    <a:pt x="71863" y="98855"/>
                    <a:pt x="67429" y="110447"/>
                    <a:pt x="59381" y="110447"/>
                  </a:cubicBezTo>
                  <a:cubicBezTo>
                    <a:pt x="54946" y="110447"/>
                    <a:pt x="53632" y="106365"/>
                    <a:pt x="53632" y="101957"/>
                  </a:cubicBezTo>
                  <a:cubicBezTo>
                    <a:pt x="53632" y="99181"/>
                    <a:pt x="53632" y="98855"/>
                    <a:pt x="54618" y="94610"/>
                  </a:cubicBezTo>
                  <a:cubicBezTo>
                    <a:pt x="54782" y="94120"/>
                    <a:pt x="55439" y="91344"/>
                    <a:pt x="55439" y="89549"/>
                  </a:cubicBezTo>
                  <a:cubicBezTo>
                    <a:pt x="55439" y="75018"/>
                    <a:pt x="35729" y="72732"/>
                    <a:pt x="28831" y="72242"/>
                  </a:cubicBezTo>
                  <a:cubicBezTo>
                    <a:pt x="33594" y="69304"/>
                    <a:pt x="39671" y="63916"/>
                    <a:pt x="42463" y="61467"/>
                  </a:cubicBezTo>
                  <a:cubicBezTo>
                    <a:pt x="50840" y="53630"/>
                    <a:pt x="59052" y="45957"/>
                    <a:pt x="68250" y="45957"/>
                  </a:cubicBezTo>
                  <a:cubicBezTo>
                    <a:pt x="70221" y="45957"/>
                    <a:pt x="72356" y="46446"/>
                    <a:pt x="73670" y="48079"/>
                  </a:cubicBezTo>
                  <a:cubicBezTo>
                    <a:pt x="66607" y="49222"/>
                    <a:pt x="65129" y="54773"/>
                    <a:pt x="65129" y="57222"/>
                  </a:cubicBezTo>
                  <a:cubicBezTo>
                    <a:pt x="65129" y="60814"/>
                    <a:pt x="67921" y="63263"/>
                    <a:pt x="71699" y="63263"/>
                  </a:cubicBezTo>
                  <a:cubicBezTo>
                    <a:pt x="76134" y="63263"/>
                    <a:pt x="81061" y="59671"/>
                    <a:pt x="81061" y="52814"/>
                  </a:cubicBezTo>
                  <a:cubicBezTo>
                    <a:pt x="81061" y="47426"/>
                    <a:pt x="77119" y="41385"/>
                    <a:pt x="68414" y="41385"/>
                  </a:cubicBezTo>
                  <a:cubicBezTo>
                    <a:pt x="59052" y="41385"/>
                    <a:pt x="50511" y="48079"/>
                    <a:pt x="42135" y="55753"/>
                  </a:cubicBezTo>
                  <a:cubicBezTo>
                    <a:pt x="35237" y="62283"/>
                    <a:pt x="29817" y="67344"/>
                    <a:pt x="23083" y="70120"/>
                  </a:cubicBezTo>
                  <a:lnTo>
                    <a:pt x="39343" y="49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mc:AlternateContent xmlns:mc="http://schemas.openxmlformats.org/markup-compatibility/2006" xmlns:a14="http://schemas.microsoft.com/office/drawing/2010/main">
        <mc:Choice Requires="a14">
          <p:sp>
            <p:nvSpPr>
              <p:cNvPr id="3207" name="TextBox 3206">
                <a:extLst>
                  <a:ext uri="{FF2B5EF4-FFF2-40B4-BE49-F238E27FC236}">
                    <a16:creationId xmlns:a16="http://schemas.microsoft.com/office/drawing/2014/main" id="{0C551C76-9CE5-99DB-BCB7-9E76C592FDED}"/>
                  </a:ext>
                </a:extLst>
              </p:cNvPr>
              <p:cNvSpPr txBox="1"/>
              <p:nvPr/>
            </p:nvSpPr>
            <p:spPr>
              <a:xfrm>
                <a:off x="1108050" y="4606167"/>
                <a:ext cx="4450582" cy="1200329"/>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marL="285750" lvl="0" indent="-285750">
                  <a:buFont typeface="Arial" panose="020B0604020202020204" pitchFamily="34" charset="0"/>
                  <a:buChar char="•"/>
                  <a:defRPr/>
                </a:pPr>
                <a:r>
                  <a:rPr lang="en-US" sz="1200">
                    <a:solidFill>
                      <a:schemeClr val="bg1">
                        <a:lumMod val="75000"/>
                      </a:schemeClr>
                    </a:solidFill>
                  </a:rPr>
                  <a:t>The parameters of the binomial distribution are assumed to be a linear function of the covariates </a:t>
                </a:r>
                <a14:m>
                  <m:oMath xmlns:m="http://schemas.openxmlformats.org/officeDocument/2006/math">
                    <m:sSub>
                      <m:sSubPr>
                        <m:ctrlPr>
                          <a:rPr lang="en-US" sz="1200" i="1" dirty="0" smtClean="0">
                            <a:solidFill>
                              <a:schemeClr val="bg1">
                                <a:lumMod val="75000"/>
                              </a:schemeClr>
                            </a:solidFill>
                            <a:latin typeface="Cambria Math" panose="02040503050406030204" pitchFamily="18" charset="0"/>
                          </a:rPr>
                        </m:ctrlPr>
                      </m:sSubPr>
                      <m:e>
                        <m:r>
                          <a:rPr lang="en-US" sz="1200" i="1" dirty="0" smtClean="0">
                            <a:solidFill>
                              <a:schemeClr val="bg1">
                                <a:lumMod val="75000"/>
                              </a:schemeClr>
                            </a:solidFill>
                            <a:latin typeface="Cambria Math" panose="02040503050406030204" pitchFamily="18" charset="0"/>
                          </a:rPr>
                          <m:t>𝑥</m:t>
                        </m:r>
                      </m:e>
                      <m:sub>
                        <m:r>
                          <a:rPr lang="en-US" sz="1200" i="1" dirty="0" smtClean="0">
                            <a:solidFill>
                              <a:schemeClr val="bg1">
                                <a:lumMod val="75000"/>
                              </a:schemeClr>
                            </a:solidFill>
                            <a:latin typeface="Cambria Math" panose="02040503050406030204" pitchFamily="18" charset="0"/>
                          </a:rPr>
                          <m:t>𝑛</m:t>
                        </m:r>
                      </m:sub>
                    </m:sSub>
                  </m:oMath>
                </a14:m>
                <a:r>
                  <a:rPr lang="en-US" sz="1200">
                    <a:solidFill>
                      <a:schemeClr val="bg1">
                        <a:lumMod val="75000"/>
                      </a:schemeClr>
                    </a:solidFill>
                  </a:rPr>
                  <a:t>.</a:t>
                </a:r>
              </a:p>
              <a:p>
                <a:pPr marL="285750" lvl="0" indent="-285750">
                  <a:buFont typeface="Arial" panose="020B0604020202020204" pitchFamily="34" charset="0"/>
                  <a:buChar char="•"/>
                  <a:defRPr/>
                </a:pPr>
                <a:endParaRPr lang="en-US" sz="1200">
                  <a:solidFill>
                    <a:schemeClr val="bg1">
                      <a:lumMod val="75000"/>
                    </a:schemeClr>
                  </a:solidFill>
                </a:endParaRPr>
              </a:p>
              <a:p>
                <a:pPr marL="285750" lvl="0" indent="-285750">
                  <a:buFont typeface="Arial" panose="020B0604020202020204" pitchFamily="34" charset="0"/>
                  <a:buChar char="•"/>
                  <a:defRPr/>
                </a:pPr>
                <a:r>
                  <a:rPr lang="en-US" sz="1200">
                    <a:solidFill>
                      <a:schemeClr val="bg1">
                        <a:lumMod val="75000"/>
                      </a:schemeClr>
                    </a:solidFill>
                  </a:rPr>
                  <a:t>The estimated </a:t>
                </a:r>
                <a:r>
                  <a:rPr lang="en-US" sz="1200" b="1">
                    <a:solidFill>
                      <a:schemeClr val="tx1"/>
                    </a:solidFill>
                    <a:highlight>
                      <a:srgbClr val="FFC000"/>
                    </a:highlight>
                  </a:rPr>
                  <a:t>coefficients can be directly interpreted as constant marginal effects of each covariate </a:t>
                </a:r>
                <a:r>
                  <a:rPr lang="en-US" sz="1200">
                    <a:solidFill>
                      <a:schemeClr val="bg1">
                        <a:lumMod val="75000"/>
                      </a:schemeClr>
                    </a:solidFill>
                  </a:rPr>
                  <a:t>on the probability of success.</a:t>
                </a:r>
                <a:endParaRPr kumimoji="0" lang="en-GB" sz="1200" b="0" i="0" u="none" strike="noStrike" kern="1200" cap="none" spc="0" normalizeH="0" baseline="0" noProof="0">
                  <a:ln>
                    <a:noFill/>
                  </a:ln>
                  <a:solidFill>
                    <a:schemeClr val="bg1">
                      <a:lumMod val="75000"/>
                    </a:schemeClr>
                  </a:solidFill>
                  <a:effectLst/>
                  <a:uLnTx/>
                  <a:uFillTx/>
                </a:endParaRPr>
              </a:p>
            </p:txBody>
          </p:sp>
        </mc:Choice>
        <mc:Fallback xmlns="">
          <p:sp>
            <p:nvSpPr>
              <p:cNvPr id="3207" name="TextBox 3206">
                <a:extLst>
                  <a:ext uri="{FF2B5EF4-FFF2-40B4-BE49-F238E27FC236}">
                    <a16:creationId xmlns:a16="http://schemas.microsoft.com/office/drawing/2014/main" id="{0C551C76-9CE5-99DB-BCB7-9E76C592FDED}"/>
                  </a:ext>
                </a:extLst>
              </p:cNvPr>
              <p:cNvSpPr txBox="1">
                <a:spLocks noRot="1" noChangeAspect="1" noMove="1" noResize="1" noEditPoints="1" noAdjustHandles="1" noChangeArrowheads="1" noChangeShapeType="1" noTextEdit="1"/>
              </p:cNvSpPr>
              <p:nvPr/>
            </p:nvSpPr>
            <p:spPr>
              <a:xfrm>
                <a:off x="1108050" y="4606167"/>
                <a:ext cx="4450582" cy="1200329"/>
              </a:xfrm>
              <a:prstGeom prst="rect">
                <a:avLst/>
              </a:prstGeom>
              <a:blipFill>
                <a:blip r:embed="rId73"/>
                <a:stretch>
                  <a:fillRect t="-508" b="-3046"/>
                </a:stretch>
              </a:blipFill>
            </p:spPr>
            <p:txBody>
              <a:bodyPr/>
              <a:lstStyle/>
              <a:p>
                <a:r>
                  <a:rPr lang="en-US">
                    <a:noFill/>
                  </a:rPr>
                  <a:t> </a:t>
                </a:r>
              </a:p>
            </p:txBody>
          </p:sp>
        </mc:Fallback>
      </mc:AlternateContent>
      <p:sp>
        <p:nvSpPr>
          <p:cNvPr id="3209" name="TextBox 3208">
            <a:extLst>
              <a:ext uri="{FF2B5EF4-FFF2-40B4-BE49-F238E27FC236}">
                <a16:creationId xmlns:a16="http://schemas.microsoft.com/office/drawing/2014/main" id="{5694FAC4-8016-2A64-1116-879BB7DE57F5}"/>
              </a:ext>
            </a:extLst>
          </p:cNvPr>
          <p:cNvSpPr txBox="1"/>
          <p:nvPr/>
        </p:nvSpPr>
        <p:spPr>
          <a:xfrm>
            <a:off x="6551063" y="2192597"/>
            <a:ext cx="1663298" cy="584775"/>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lvl="0">
              <a:defRPr/>
            </a:pPr>
            <a:r>
              <a:rPr lang="en-GB" sz="1600" b="1"/>
              <a:t>Residual Structure</a:t>
            </a:r>
            <a:endParaRPr kumimoji="0" lang="en-GB" sz="1800" b="1"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3210" name="Straight Connector 3209">
            <a:extLst>
              <a:ext uri="{FF2B5EF4-FFF2-40B4-BE49-F238E27FC236}">
                <a16:creationId xmlns:a16="http://schemas.microsoft.com/office/drawing/2014/main" id="{DA6D52E7-6EA7-483E-AE3F-EBA4C2813E9B}"/>
              </a:ext>
            </a:extLst>
          </p:cNvPr>
          <p:cNvCxnSpPr>
            <a:cxnSpLocks/>
          </p:cNvCxnSpPr>
          <p:nvPr/>
        </p:nvCxnSpPr>
        <p:spPr>
          <a:xfrm>
            <a:off x="5827316" y="1718977"/>
            <a:ext cx="0" cy="4552494"/>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211" name="TextBox 3210">
            <a:extLst>
              <a:ext uri="{FF2B5EF4-FFF2-40B4-BE49-F238E27FC236}">
                <a16:creationId xmlns:a16="http://schemas.microsoft.com/office/drawing/2014/main" id="{7A5E17F3-CDA2-92E7-F3D6-A91A225FFFC1}"/>
              </a:ext>
            </a:extLst>
          </p:cNvPr>
          <p:cNvSpPr txBox="1"/>
          <p:nvPr/>
        </p:nvSpPr>
        <p:spPr>
          <a:xfrm>
            <a:off x="6030931" y="1718977"/>
            <a:ext cx="4817667" cy="369332"/>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lvl="0">
              <a:defRPr/>
            </a:pPr>
            <a:r>
              <a:rPr lang="en-GB" sz="1800" b="1">
                <a:solidFill>
                  <a:srgbClr val="FF0000"/>
                </a:solidFill>
              </a:rPr>
              <a:t>🚫 Limitations </a:t>
            </a:r>
            <a:endParaRPr kumimoji="0" lang="en-GB" sz="1800" b="1" i="0" u="none" strike="noStrike" kern="1200" cap="none" spc="0" normalizeH="0" baseline="0" noProof="0">
              <a:ln>
                <a:noFill/>
              </a:ln>
              <a:solidFill>
                <a:srgbClr val="FF0000"/>
              </a:solidFill>
              <a:effectLst/>
              <a:uLnTx/>
              <a:uFillTx/>
              <a:latin typeface="Aptos" panose="020B0004020202020204"/>
              <a:ea typeface="+mn-ea"/>
              <a:cs typeface="+mn-cs"/>
            </a:endParaRPr>
          </a:p>
        </p:txBody>
      </p:sp>
      <p:sp>
        <p:nvSpPr>
          <p:cNvPr id="3212" name="TextBox 3211">
            <a:extLst>
              <a:ext uri="{FF2B5EF4-FFF2-40B4-BE49-F238E27FC236}">
                <a16:creationId xmlns:a16="http://schemas.microsoft.com/office/drawing/2014/main" id="{942DB61D-6929-D924-59A7-957F58E970A2}"/>
              </a:ext>
            </a:extLst>
          </p:cNvPr>
          <p:cNvSpPr txBox="1"/>
          <p:nvPr/>
        </p:nvSpPr>
        <p:spPr>
          <a:xfrm>
            <a:off x="6017364" y="2144254"/>
            <a:ext cx="59367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FF0000"/>
                </a:solidFill>
                <a:effectLst/>
                <a:uLnTx/>
                <a:uFillTx/>
                <a:latin typeface="Aptos Black" panose="020B0004020202020204" pitchFamily="34" charset="0"/>
                <a:ea typeface="+mn-ea"/>
                <a:cs typeface="+mn-cs"/>
              </a:rPr>
              <a:t>1.</a:t>
            </a:r>
            <a:endParaRPr kumimoji="0" lang="en-GB" sz="3600" b="1" i="0" u="none" strike="noStrike" kern="1200" cap="none" spc="0" normalizeH="0" baseline="0" noProof="0">
              <a:ln>
                <a:noFill/>
              </a:ln>
              <a:solidFill>
                <a:srgbClr val="FF0000"/>
              </a:solidFill>
              <a:effectLst/>
              <a:uLnTx/>
              <a:uFillTx/>
              <a:latin typeface="Aptos Black" panose="020B0004020202020204" pitchFamily="34" charset="0"/>
              <a:ea typeface="+mn-ea"/>
              <a:cs typeface="+mn-cs"/>
            </a:endParaRPr>
          </a:p>
        </p:txBody>
      </p:sp>
      <p:sp>
        <p:nvSpPr>
          <p:cNvPr id="3213" name="TextBox 3212">
            <a:extLst>
              <a:ext uri="{FF2B5EF4-FFF2-40B4-BE49-F238E27FC236}">
                <a16:creationId xmlns:a16="http://schemas.microsoft.com/office/drawing/2014/main" id="{76EA64CC-8E67-BD0C-2C8D-FDAC11CC3066}"/>
              </a:ext>
            </a:extLst>
          </p:cNvPr>
          <p:cNvSpPr txBox="1"/>
          <p:nvPr/>
        </p:nvSpPr>
        <p:spPr>
          <a:xfrm>
            <a:off x="6084465" y="2789729"/>
            <a:ext cx="5028738" cy="523220"/>
          </a:xfrm>
          <a:prstGeom prst="rect">
            <a:avLst/>
          </a:prstGeom>
          <a:noFill/>
        </p:spPr>
        <p:txBody>
          <a:bodyPr wrap="square">
            <a:spAutoFit/>
          </a:bodyPr>
          <a:lstStyle/>
          <a:p>
            <a:pPr lvl="0">
              <a:defRPr/>
            </a:pPr>
            <a:r>
              <a:rPr lang="en-US" sz="1400">
                <a:solidFill>
                  <a:prstClr val="black"/>
                </a:solidFill>
              </a:rPr>
              <a:t>Because the outcome </a:t>
            </a:r>
            <a:r>
              <a:rPr lang="en-US" sz="1400" i="1">
                <a:solidFill>
                  <a:prstClr val="black"/>
                </a:solidFill>
              </a:rPr>
              <a:t>y </a:t>
            </a:r>
            <a:r>
              <a:rPr lang="en-US" sz="1400">
                <a:solidFill>
                  <a:prstClr val="black"/>
                </a:solidFill>
              </a:rPr>
              <a:t>takes only the values 0 or 1, </a:t>
            </a:r>
            <a:r>
              <a:rPr lang="en-US" sz="1400" b="1">
                <a:solidFill>
                  <a:prstClr val="black"/>
                </a:solidFill>
                <a:highlight>
                  <a:srgbClr val="FFC000"/>
                </a:highlight>
              </a:rPr>
              <a:t>the residual is mechanically related to the covariates</a:t>
            </a:r>
            <a:r>
              <a:rPr lang="en-US" sz="1400">
                <a:solidFill>
                  <a:prstClr val="black"/>
                </a:solidFill>
              </a:rPr>
              <a:t>:</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60" name="Group 59" descr="\documentclass{article}&#10;\usepackage{amsmath}&#10;\usepackage{amsfonts}&#10;\pagestyle{empty}&#10;\begin{document}&#10;&#10;&#10;\[&#10;r_n = y_n - \hat{\mu}_n =&#10;\begin{cases}&#10;- (\hat{\alpha} + \hat{\beta} x_n) &amp; \text{if } y_n = 0 \\&#10;1 - (\hat{\alpha} + \hat{\beta} x_n) &amp; \text{if } y_n = 1\\&#10;\end{cases}&#10;\]&#10;&#10;&#10;\end{document}" title="IguanaTex Shape Display">
            <a:extLst>
              <a:ext uri="{FF2B5EF4-FFF2-40B4-BE49-F238E27FC236}">
                <a16:creationId xmlns:a16="http://schemas.microsoft.com/office/drawing/2014/main" id="{7F6FF260-508D-B5E0-07AC-17510DDC470F}"/>
              </a:ext>
            </a:extLst>
          </p:cNvPr>
          <p:cNvGrpSpPr>
            <a:grpSpLocks noChangeAspect="1"/>
          </p:cNvGrpSpPr>
          <p:nvPr>
            <p:custDataLst>
              <p:tags r:id="rId3"/>
            </p:custDataLst>
          </p:nvPr>
        </p:nvGrpSpPr>
        <p:grpSpPr>
          <a:xfrm>
            <a:off x="6397497" y="3704503"/>
            <a:ext cx="4402673" cy="707517"/>
            <a:chOff x="9738945" y="5316631"/>
            <a:chExt cx="4402673" cy="707517"/>
          </a:xfrm>
        </p:grpSpPr>
        <p:sp>
          <p:nvSpPr>
            <p:cNvPr id="11" name="Freeform: Shape 10">
              <a:extLst>
                <a:ext uri="{FF2B5EF4-FFF2-40B4-BE49-F238E27FC236}">
                  <a16:creationId xmlns:a16="http://schemas.microsoft.com/office/drawing/2014/main" id="{574B38DA-4382-9DB3-5509-A8C041FB113E}"/>
                </a:ext>
              </a:extLst>
            </p:cNvPr>
            <p:cNvSpPr/>
            <p:nvPr>
              <p:custDataLst>
                <p:tags r:id="rId4"/>
              </p:custDataLst>
            </p:nvPr>
          </p:nvSpPr>
          <p:spPr>
            <a:xfrm>
              <a:off x="9738945" y="5625215"/>
              <a:ext cx="95890" cy="106870"/>
            </a:xfrm>
            <a:custGeom>
              <a:avLst/>
              <a:gdLst>
                <a:gd name="csX0" fmla="*/ 14040 w 95890"/>
                <a:gd name="csY0" fmla="*/ 90438 h 106870"/>
                <a:gd name="csX1" fmla="*/ 11920 w 95890"/>
                <a:gd name="csY1" fmla="*/ 100582 h 106870"/>
                <a:gd name="csX2" fmla="*/ 18752 w 95890"/>
                <a:gd name="csY2" fmla="*/ 106952 h 106870"/>
                <a:gd name="csX3" fmla="*/ 27469 w 95890"/>
                <a:gd name="csY3" fmla="*/ 100346 h 106870"/>
                <a:gd name="csX4" fmla="*/ 36894 w 95890"/>
                <a:gd name="csY4" fmla="*/ 63071 h 106870"/>
                <a:gd name="csX5" fmla="*/ 44433 w 95890"/>
                <a:gd name="csY5" fmla="*/ 32402 h 106870"/>
                <a:gd name="csX6" fmla="*/ 57627 w 95890"/>
                <a:gd name="csY6" fmla="*/ 13057 h 106870"/>
                <a:gd name="csX7" fmla="*/ 76475 w 95890"/>
                <a:gd name="csY7" fmla="*/ 5271 h 106870"/>
                <a:gd name="csX8" fmla="*/ 86370 w 95890"/>
                <a:gd name="csY8" fmla="*/ 8102 h 106870"/>
                <a:gd name="csX9" fmla="*/ 74119 w 95890"/>
                <a:gd name="csY9" fmla="*/ 21078 h 106870"/>
                <a:gd name="csX10" fmla="*/ 83072 w 95890"/>
                <a:gd name="csY10" fmla="*/ 29335 h 106870"/>
                <a:gd name="csX11" fmla="*/ 96030 w 95890"/>
                <a:gd name="csY11" fmla="*/ 15416 h 106870"/>
                <a:gd name="csX12" fmla="*/ 76475 w 95890"/>
                <a:gd name="csY12" fmla="*/ 81 h 106870"/>
                <a:gd name="csX13" fmla="*/ 46318 w 95890"/>
                <a:gd name="csY13" fmla="*/ 18247 h 106870"/>
                <a:gd name="csX14" fmla="*/ 24878 w 95890"/>
                <a:gd name="csY14" fmla="*/ 81 h 106870"/>
                <a:gd name="csX15" fmla="*/ 7443 w 95890"/>
                <a:gd name="csY15" fmla="*/ 13529 h 106870"/>
                <a:gd name="csX16" fmla="*/ 140 w 95890"/>
                <a:gd name="csY16" fmla="*/ 36413 h 106870"/>
                <a:gd name="csX17" fmla="*/ 2967 w 95890"/>
                <a:gd name="csY17" fmla="*/ 38772 h 106870"/>
                <a:gd name="csX18" fmla="*/ 6972 w 95890"/>
                <a:gd name="csY18" fmla="*/ 33346 h 106870"/>
                <a:gd name="csX19" fmla="*/ 24171 w 95890"/>
                <a:gd name="csY19" fmla="*/ 5271 h 106870"/>
                <a:gd name="csX20" fmla="*/ 31475 w 95890"/>
                <a:gd name="csY20" fmla="*/ 16124 h 106870"/>
                <a:gd name="csX21" fmla="*/ 27705 w 95890"/>
                <a:gd name="csY21" fmla="*/ 35941 h 106870"/>
                <a:gd name="csX22" fmla="*/ 14040 w 95890"/>
                <a:gd name="csY22" fmla="*/ 90438 h 1068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5890" h="106870">
                  <a:moveTo>
                    <a:pt x="14040" y="90438"/>
                  </a:moveTo>
                  <a:cubicBezTo>
                    <a:pt x="13333" y="93976"/>
                    <a:pt x="11920" y="99403"/>
                    <a:pt x="11920" y="100582"/>
                  </a:cubicBezTo>
                  <a:cubicBezTo>
                    <a:pt x="11920" y="104829"/>
                    <a:pt x="15218" y="106952"/>
                    <a:pt x="18752" y="106952"/>
                  </a:cubicBezTo>
                  <a:cubicBezTo>
                    <a:pt x="21579" y="106952"/>
                    <a:pt x="25820" y="105065"/>
                    <a:pt x="27469" y="100346"/>
                  </a:cubicBezTo>
                  <a:cubicBezTo>
                    <a:pt x="27941" y="99403"/>
                    <a:pt x="35951" y="67318"/>
                    <a:pt x="36894" y="63071"/>
                  </a:cubicBezTo>
                  <a:cubicBezTo>
                    <a:pt x="38778" y="55286"/>
                    <a:pt x="43019" y="38772"/>
                    <a:pt x="44433" y="32402"/>
                  </a:cubicBezTo>
                  <a:cubicBezTo>
                    <a:pt x="45375" y="29335"/>
                    <a:pt x="51972" y="18247"/>
                    <a:pt x="57627" y="13057"/>
                  </a:cubicBezTo>
                  <a:cubicBezTo>
                    <a:pt x="59511" y="11405"/>
                    <a:pt x="66344" y="5271"/>
                    <a:pt x="76475" y="5271"/>
                  </a:cubicBezTo>
                  <a:cubicBezTo>
                    <a:pt x="82600" y="5271"/>
                    <a:pt x="86134" y="8102"/>
                    <a:pt x="86370" y="8102"/>
                  </a:cubicBezTo>
                  <a:cubicBezTo>
                    <a:pt x="79302" y="9282"/>
                    <a:pt x="74119" y="14944"/>
                    <a:pt x="74119" y="21078"/>
                  </a:cubicBezTo>
                  <a:cubicBezTo>
                    <a:pt x="74119" y="24853"/>
                    <a:pt x="76710" y="29335"/>
                    <a:pt x="83072" y="29335"/>
                  </a:cubicBezTo>
                  <a:cubicBezTo>
                    <a:pt x="89433" y="29335"/>
                    <a:pt x="96030" y="23909"/>
                    <a:pt x="96030" y="15416"/>
                  </a:cubicBezTo>
                  <a:cubicBezTo>
                    <a:pt x="96030" y="7159"/>
                    <a:pt x="88490" y="81"/>
                    <a:pt x="76475" y="81"/>
                  </a:cubicBezTo>
                  <a:cubicBezTo>
                    <a:pt x="61161" y="81"/>
                    <a:pt x="50794" y="11641"/>
                    <a:pt x="46318" y="18247"/>
                  </a:cubicBezTo>
                  <a:cubicBezTo>
                    <a:pt x="44433" y="7631"/>
                    <a:pt x="35951" y="81"/>
                    <a:pt x="24878" y="81"/>
                  </a:cubicBezTo>
                  <a:cubicBezTo>
                    <a:pt x="14040" y="81"/>
                    <a:pt x="9564" y="9282"/>
                    <a:pt x="7443" y="13529"/>
                  </a:cubicBezTo>
                  <a:cubicBezTo>
                    <a:pt x="3202" y="21550"/>
                    <a:pt x="140" y="35705"/>
                    <a:pt x="140" y="36413"/>
                  </a:cubicBezTo>
                  <a:cubicBezTo>
                    <a:pt x="140" y="38772"/>
                    <a:pt x="2496" y="38772"/>
                    <a:pt x="2967" y="38772"/>
                  </a:cubicBezTo>
                  <a:cubicBezTo>
                    <a:pt x="5323" y="38772"/>
                    <a:pt x="5558" y="38536"/>
                    <a:pt x="6972" y="33346"/>
                  </a:cubicBezTo>
                  <a:cubicBezTo>
                    <a:pt x="10977" y="16595"/>
                    <a:pt x="15689" y="5271"/>
                    <a:pt x="24171" y="5271"/>
                  </a:cubicBezTo>
                  <a:cubicBezTo>
                    <a:pt x="28176" y="5271"/>
                    <a:pt x="31475" y="7159"/>
                    <a:pt x="31475" y="16124"/>
                  </a:cubicBezTo>
                  <a:cubicBezTo>
                    <a:pt x="31475" y="21078"/>
                    <a:pt x="30768" y="23673"/>
                    <a:pt x="27705" y="35941"/>
                  </a:cubicBezTo>
                  <a:lnTo>
                    <a:pt x="14040" y="90438"/>
                  </a:lnTo>
                  <a:close/>
                </a:path>
              </a:pathLst>
            </a:custGeom>
            <a:solidFill>
              <a:srgbClr val="000000"/>
            </a:solidFill>
            <a:ln w="25400" cap="flat">
              <a:noFill/>
              <a:prstDash val="solid"/>
              <a:miter/>
            </a:ln>
          </p:spPr>
          <p:txBody>
            <a:bodyPr/>
            <a:lstStyle/>
            <a:p>
              <a:endParaRPr lang="en-US"/>
            </a:p>
          </p:txBody>
        </p:sp>
        <p:sp>
          <p:nvSpPr>
            <p:cNvPr id="12" name="Freeform: Shape 11">
              <a:extLst>
                <a:ext uri="{FF2B5EF4-FFF2-40B4-BE49-F238E27FC236}">
                  <a16:creationId xmlns:a16="http://schemas.microsoft.com/office/drawing/2014/main" id="{559154E3-0566-3E3F-3335-BA159A059EDE}"/>
                </a:ext>
              </a:extLst>
            </p:cNvPr>
            <p:cNvSpPr/>
            <p:nvPr>
              <p:custDataLst>
                <p:tags r:id="rId5"/>
              </p:custDataLst>
            </p:nvPr>
          </p:nvSpPr>
          <p:spPr>
            <a:xfrm>
              <a:off x="9846159" y="5692050"/>
              <a:ext cx="100767" cy="74479"/>
            </a:xfrm>
            <a:custGeom>
              <a:avLst/>
              <a:gdLst>
                <a:gd name="csX0" fmla="*/ 12513 w 100767"/>
                <a:gd name="csY0" fmla="*/ 62507 h 74479"/>
                <a:gd name="csX1" fmla="*/ 10864 w 100767"/>
                <a:gd name="csY1" fmla="*/ 69277 h 74479"/>
                <a:gd name="csX2" fmla="*/ 16471 w 100767"/>
                <a:gd name="csY2" fmla="*/ 74562 h 74479"/>
                <a:gd name="csX3" fmla="*/ 22903 w 100767"/>
                <a:gd name="csY3" fmla="*/ 70929 h 74479"/>
                <a:gd name="csX4" fmla="*/ 25872 w 100767"/>
                <a:gd name="csY4" fmla="*/ 60690 h 74479"/>
                <a:gd name="csX5" fmla="*/ 29500 w 100767"/>
                <a:gd name="csY5" fmla="*/ 45827 h 74479"/>
                <a:gd name="csX6" fmla="*/ 32304 w 100767"/>
                <a:gd name="csY6" fmla="*/ 34763 h 74479"/>
                <a:gd name="csX7" fmla="*/ 39231 w 100767"/>
                <a:gd name="csY7" fmla="*/ 19900 h 74479"/>
                <a:gd name="csX8" fmla="*/ 63969 w 100767"/>
                <a:gd name="csY8" fmla="*/ 4707 h 74479"/>
                <a:gd name="csX9" fmla="*/ 73699 w 100767"/>
                <a:gd name="csY9" fmla="*/ 16267 h 74479"/>
                <a:gd name="csX10" fmla="*/ 63969 w 100767"/>
                <a:gd name="csY10" fmla="*/ 51442 h 74479"/>
                <a:gd name="csX11" fmla="*/ 61495 w 100767"/>
                <a:gd name="csY11" fmla="*/ 60360 h 74479"/>
                <a:gd name="csX12" fmla="*/ 77162 w 100767"/>
                <a:gd name="csY12" fmla="*/ 74562 h 74479"/>
                <a:gd name="csX13" fmla="*/ 100911 w 100767"/>
                <a:gd name="csY13" fmla="*/ 49295 h 74479"/>
                <a:gd name="csX14" fmla="*/ 98272 w 100767"/>
                <a:gd name="csY14" fmla="*/ 47148 h 74479"/>
                <a:gd name="csX15" fmla="*/ 95139 w 100767"/>
                <a:gd name="csY15" fmla="*/ 49956 h 74479"/>
                <a:gd name="csX16" fmla="*/ 77657 w 100767"/>
                <a:gd name="csY16" fmla="*/ 69938 h 74479"/>
                <a:gd name="csX17" fmla="*/ 73534 w 100767"/>
                <a:gd name="csY17" fmla="*/ 64158 h 74479"/>
                <a:gd name="csX18" fmla="*/ 77327 w 100767"/>
                <a:gd name="csY18" fmla="*/ 50781 h 74479"/>
                <a:gd name="csX19" fmla="*/ 86068 w 100767"/>
                <a:gd name="csY19" fmla="*/ 18909 h 74479"/>
                <a:gd name="csX20" fmla="*/ 64628 w 100767"/>
                <a:gd name="csY20" fmla="*/ 83 h 74479"/>
                <a:gd name="csX21" fmla="*/ 36757 w 100767"/>
                <a:gd name="csY21" fmla="*/ 15111 h 74479"/>
                <a:gd name="csX22" fmla="*/ 19110 w 100767"/>
                <a:gd name="csY22" fmla="*/ 83 h 74479"/>
                <a:gd name="csX23" fmla="*/ 6081 w 100767"/>
                <a:gd name="csY23" fmla="*/ 9000 h 74479"/>
                <a:gd name="csX24" fmla="*/ 144 w 100767"/>
                <a:gd name="csY24" fmla="*/ 25349 h 74479"/>
                <a:gd name="csX25" fmla="*/ 2948 w 100767"/>
                <a:gd name="csY25" fmla="*/ 27496 h 74479"/>
                <a:gd name="csX26" fmla="*/ 6576 w 100767"/>
                <a:gd name="csY26" fmla="*/ 22542 h 74479"/>
                <a:gd name="csX27" fmla="*/ 18615 w 100767"/>
                <a:gd name="csY27" fmla="*/ 4707 h 74479"/>
                <a:gd name="csX28" fmla="*/ 24058 w 100767"/>
                <a:gd name="csY28" fmla="*/ 12799 h 74479"/>
                <a:gd name="csX29" fmla="*/ 21419 w 100767"/>
                <a:gd name="csY29" fmla="*/ 26505 h 74479"/>
                <a:gd name="csX30" fmla="*/ 17791 w 100767"/>
                <a:gd name="csY30" fmla="*/ 41368 h 74479"/>
                <a:gd name="csX31" fmla="*/ 12513 w 100767"/>
                <a:gd name="csY31" fmla="*/ 62507 h 744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00767" h="74479">
                  <a:moveTo>
                    <a:pt x="12513" y="62507"/>
                  </a:moveTo>
                  <a:cubicBezTo>
                    <a:pt x="11854" y="64653"/>
                    <a:pt x="10864" y="68782"/>
                    <a:pt x="10864" y="69277"/>
                  </a:cubicBezTo>
                  <a:cubicBezTo>
                    <a:pt x="10864" y="72910"/>
                    <a:pt x="13833" y="74562"/>
                    <a:pt x="16471" y="74562"/>
                  </a:cubicBezTo>
                  <a:cubicBezTo>
                    <a:pt x="19440" y="74562"/>
                    <a:pt x="22079" y="72415"/>
                    <a:pt x="22903" y="70929"/>
                  </a:cubicBezTo>
                  <a:cubicBezTo>
                    <a:pt x="23728" y="69443"/>
                    <a:pt x="25047" y="64158"/>
                    <a:pt x="25872" y="60690"/>
                  </a:cubicBezTo>
                  <a:cubicBezTo>
                    <a:pt x="26696" y="57552"/>
                    <a:pt x="28511" y="49956"/>
                    <a:pt x="29500" y="45827"/>
                  </a:cubicBezTo>
                  <a:cubicBezTo>
                    <a:pt x="30490" y="42194"/>
                    <a:pt x="31479" y="38561"/>
                    <a:pt x="32304" y="34763"/>
                  </a:cubicBezTo>
                  <a:cubicBezTo>
                    <a:pt x="34118" y="27992"/>
                    <a:pt x="34448" y="26671"/>
                    <a:pt x="39231" y="19900"/>
                  </a:cubicBezTo>
                  <a:cubicBezTo>
                    <a:pt x="43848" y="13294"/>
                    <a:pt x="51600" y="4707"/>
                    <a:pt x="63969" y="4707"/>
                  </a:cubicBezTo>
                  <a:cubicBezTo>
                    <a:pt x="73534" y="4707"/>
                    <a:pt x="73699" y="13129"/>
                    <a:pt x="73699" y="16267"/>
                  </a:cubicBezTo>
                  <a:cubicBezTo>
                    <a:pt x="73699" y="26175"/>
                    <a:pt x="66608" y="44506"/>
                    <a:pt x="63969" y="51442"/>
                  </a:cubicBezTo>
                  <a:cubicBezTo>
                    <a:pt x="62155" y="56066"/>
                    <a:pt x="61495" y="57552"/>
                    <a:pt x="61495" y="60360"/>
                  </a:cubicBezTo>
                  <a:cubicBezTo>
                    <a:pt x="61495" y="69112"/>
                    <a:pt x="68751" y="74562"/>
                    <a:pt x="77162" y="74562"/>
                  </a:cubicBezTo>
                  <a:cubicBezTo>
                    <a:pt x="93655" y="74562"/>
                    <a:pt x="100911" y="51772"/>
                    <a:pt x="100911" y="49295"/>
                  </a:cubicBezTo>
                  <a:cubicBezTo>
                    <a:pt x="100911" y="47148"/>
                    <a:pt x="98767" y="47148"/>
                    <a:pt x="98272" y="47148"/>
                  </a:cubicBezTo>
                  <a:cubicBezTo>
                    <a:pt x="95964" y="47148"/>
                    <a:pt x="95799" y="48139"/>
                    <a:pt x="95139" y="49956"/>
                  </a:cubicBezTo>
                  <a:cubicBezTo>
                    <a:pt x="91346" y="63167"/>
                    <a:pt x="84254" y="69938"/>
                    <a:pt x="77657" y="69938"/>
                  </a:cubicBezTo>
                  <a:cubicBezTo>
                    <a:pt x="74194" y="69938"/>
                    <a:pt x="73534" y="67626"/>
                    <a:pt x="73534" y="64158"/>
                  </a:cubicBezTo>
                  <a:cubicBezTo>
                    <a:pt x="73534" y="60360"/>
                    <a:pt x="74359" y="58213"/>
                    <a:pt x="77327" y="50781"/>
                  </a:cubicBezTo>
                  <a:cubicBezTo>
                    <a:pt x="79306" y="45662"/>
                    <a:pt x="86068" y="28157"/>
                    <a:pt x="86068" y="18909"/>
                  </a:cubicBezTo>
                  <a:cubicBezTo>
                    <a:pt x="86068" y="2890"/>
                    <a:pt x="73369" y="83"/>
                    <a:pt x="64628" y="83"/>
                  </a:cubicBezTo>
                  <a:cubicBezTo>
                    <a:pt x="50940" y="83"/>
                    <a:pt x="41704" y="8505"/>
                    <a:pt x="36757" y="15111"/>
                  </a:cubicBezTo>
                  <a:cubicBezTo>
                    <a:pt x="35602" y="3716"/>
                    <a:pt x="25872" y="83"/>
                    <a:pt x="19110" y="83"/>
                  </a:cubicBezTo>
                  <a:cubicBezTo>
                    <a:pt x="12018" y="83"/>
                    <a:pt x="8225" y="5202"/>
                    <a:pt x="6081" y="9000"/>
                  </a:cubicBezTo>
                  <a:cubicBezTo>
                    <a:pt x="2453" y="15111"/>
                    <a:pt x="144" y="24524"/>
                    <a:pt x="144" y="25349"/>
                  </a:cubicBezTo>
                  <a:cubicBezTo>
                    <a:pt x="144" y="27496"/>
                    <a:pt x="2453" y="27496"/>
                    <a:pt x="2948" y="27496"/>
                  </a:cubicBezTo>
                  <a:cubicBezTo>
                    <a:pt x="5257" y="27496"/>
                    <a:pt x="5422" y="27001"/>
                    <a:pt x="6576" y="22542"/>
                  </a:cubicBezTo>
                  <a:cubicBezTo>
                    <a:pt x="9050" y="12799"/>
                    <a:pt x="12183" y="4707"/>
                    <a:pt x="18615" y="4707"/>
                  </a:cubicBezTo>
                  <a:cubicBezTo>
                    <a:pt x="22903" y="4707"/>
                    <a:pt x="24058" y="8340"/>
                    <a:pt x="24058" y="12799"/>
                  </a:cubicBezTo>
                  <a:cubicBezTo>
                    <a:pt x="24058" y="15936"/>
                    <a:pt x="22573" y="22047"/>
                    <a:pt x="21419" y="26505"/>
                  </a:cubicBezTo>
                  <a:cubicBezTo>
                    <a:pt x="20265" y="30964"/>
                    <a:pt x="18615" y="37735"/>
                    <a:pt x="17791" y="41368"/>
                  </a:cubicBezTo>
                  <a:lnTo>
                    <a:pt x="12513" y="62507"/>
                  </a:lnTo>
                  <a:close/>
                </a:path>
              </a:pathLst>
            </a:custGeom>
            <a:solidFill>
              <a:srgbClr val="000000"/>
            </a:solidFill>
            <a:ln w="25400" cap="flat">
              <a:noFill/>
              <a:prstDash val="solid"/>
              <a:miter/>
            </a:ln>
          </p:spPr>
          <p:txBody>
            <a:bodyPr/>
            <a:lstStyle/>
            <a:p>
              <a:endParaRPr lang="en-US"/>
            </a:p>
          </p:txBody>
        </p:sp>
        <p:sp>
          <p:nvSpPr>
            <p:cNvPr id="13" name="Freeform: Shape 12">
              <a:extLst>
                <a:ext uri="{FF2B5EF4-FFF2-40B4-BE49-F238E27FC236}">
                  <a16:creationId xmlns:a16="http://schemas.microsoft.com/office/drawing/2014/main" id="{7EC469EB-61A3-08D3-F4A5-D8948E0EA218}"/>
                </a:ext>
              </a:extLst>
            </p:cNvPr>
            <p:cNvSpPr/>
            <p:nvPr>
              <p:custDataLst>
                <p:tags r:id="rId6"/>
              </p:custDataLst>
            </p:nvPr>
          </p:nvSpPr>
          <p:spPr>
            <a:xfrm>
              <a:off x="10045290" y="5642909"/>
              <a:ext cx="156675" cy="55204"/>
            </a:xfrm>
            <a:custGeom>
              <a:avLst/>
              <a:gdLst>
                <a:gd name="csX0" fmla="*/ 148817 w 156675"/>
                <a:gd name="csY0" fmla="*/ 9518 h 55204"/>
                <a:gd name="csX1" fmla="*/ 156828 w 156675"/>
                <a:gd name="csY1" fmla="*/ 4800 h 55204"/>
                <a:gd name="csX2" fmla="*/ 149053 w 156675"/>
                <a:gd name="csY2" fmla="*/ 81 h 55204"/>
                <a:gd name="csX3" fmla="*/ 7927 w 156675"/>
                <a:gd name="csY3" fmla="*/ 81 h 55204"/>
                <a:gd name="csX4" fmla="*/ 152 w 156675"/>
                <a:gd name="csY4" fmla="*/ 4800 h 55204"/>
                <a:gd name="csX5" fmla="*/ 8163 w 156675"/>
                <a:gd name="csY5" fmla="*/ 9518 h 55204"/>
                <a:gd name="csX6" fmla="*/ 148817 w 156675"/>
                <a:gd name="csY6" fmla="*/ 9518 h 55204"/>
                <a:gd name="csX7" fmla="*/ 149053 w 156675"/>
                <a:gd name="csY7" fmla="*/ 55286 h 55204"/>
                <a:gd name="csX8" fmla="*/ 156828 w 156675"/>
                <a:gd name="csY8" fmla="*/ 50568 h 55204"/>
                <a:gd name="csX9" fmla="*/ 148817 w 156675"/>
                <a:gd name="csY9" fmla="*/ 45849 h 55204"/>
                <a:gd name="csX10" fmla="*/ 8163 w 156675"/>
                <a:gd name="csY10" fmla="*/ 45849 h 55204"/>
                <a:gd name="csX11" fmla="*/ 152 w 156675"/>
                <a:gd name="csY11" fmla="*/ 50568 h 55204"/>
                <a:gd name="csX12" fmla="*/ 7927 w 156675"/>
                <a:gd name="csY12" fmla="*/ 55286 h 55204"/>
                <a:gd name="csX13" fmla="*/ 149053 w 156675"/>
                <a:gd name="csY13" fmla="*/ 55286 h 552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6675" h="55204">
                  <a:moveTo>
                    <a:pt x="148817" y="9518"/>
                  </a:moveTo>
                  <a:cubicBezTo>
                    <a:pt x="152351" y="9518"/>
                    <a:pt x="156828" y="9518"/>
                    <a:pt x="156828" y="4800"/>
                  </a:cubicBezTo>
                  <a:cubicBezTo>
                    <a:pt x="156828" y="81"/>
                    <a:pt x="152351" y="81"/>
                    <a:pt x="149053" y="81"/>
                  </a:cubicBezTo>
                  <a:lnTo>
                    <a:pt x="7927" y="81"/>
                  </a:lnTo>
                  <a:cubicBezTo>
                    <a:pt x="4629" y="81"/>
                    <a:pt x="152" y="81"/>
                    <a:pt x="152" y="4800"/>
                  </a:cubicBezTo>
                  <a:cubicBezTo>
                    <a:pt x="152" y="9518"/>
                    <a:pt x="4629" y="9518"/>
                    <a:pt x="8163" y="9518"/>
                  </a:cubicBezTo>
                  <a:lnTo>
                    <a:pt x="148817" y="9518"/>
                  </a:lnTo>
                  <a:close/>
                  <a:moveTo>
                    <a:pt x="149053" y="55286"/>
                  </a:moveTo>
                  <a:cubicBezTo>
                    <a:pt x="152351" y="55286"/>
                    <a:pt x="156828" y="55286"/>
                    <a:pt x="156828" y="50568"/>
                  </a:cubicBezTo>
                  <a:cubicBezTo>
                    <a:pt x="156828" y="45849"/>
                    <a:pt x="152351" y="45849"/>
                    <a:pt x="148817" y="45849"/>
                  </a:cubicBezTo>
                  <a:lnTo>
                    <a:pt x="8163" y="45849"/>
                  </a:lnTo>
                  <a:cubicBezTo>
                    <a:pt x="4629" y="45849"/>
                    <a:pt x="152" y="45849"/>
                    <a:pt x="152" y="50568"/>
                  </a:cubicBezTo>
                  <a:cubicBezTo>
                    <a:pt x="152" y="55286"/>
                    <a:pt x="4629" y="55286"/>
                    <a:pt x="7927" y="55286"/>
                  </a:cubicBezTo>
                  <a:lnTo>
                    <a:pt x="149053" y="55286"/>
                  </a:lnTo>
                  <a:close/>
                </a:path>
              </a:pathLst>
            </a:custGeom>
            <a:solidFill>
              <a:srgbClr val="000000"/>
            </a:solidFill>
            <a:ln w="25400" cap="flat">
              <a:noFill/>
              <a:prstDash val="solid"/>
              <a:miter/>
            </a:ln>
          </p:spPr>
          <p:txBody>
            <a:bodyPr/>
            <a:lstStyle/>
            <a:p>
              <a:endParaRPr lang="en-US"/>
            </a:p>
          </p:txBody>
        </p:sp>
        <p:sp>
          <p:nvSpPr>
            <p:cNvPr id="14" name="Freeform: Shape 13">
              <a:extLst>
                <a:ext uri="{FF2B5EF4-FFF2-40B4-BE49-F238E27FC236}">
                  <a16:creationId xmlns:a16="http://schemas.microsoft.com/office/drawing/2014/main" id="{44D1A8B0-5FCB-2B16-10E9-C68851EFAEC9}"/>
                </a:ext>
              </a:extLst>
            </p:cNvPr>
            <p:cNvSpPr/>
            <p:nvPr>
              <p:custDataLst>
                <p:tags r:id="rId7"/>
              </p:custDataLst>
            </p:nvPr>
          </p:nvSpPr>
          <p:spPr>
            <a:xfrm>
              <a:off x="10287620" y="5625215"/>
              <a:ext cx="108612" cy="152638"/>
            </a:xfrm>
            <a:custGeom>
              <a:avLst/>
              <a:gdLst>
                <a:gd name="csX0" fmla="*/ 107833 w 108612"/>
                <a:gd name="csY0" fmla="*/ 14472 h 152638"/>
                <a:gd name="csX1" fmla="*/ 108775 w 108612"/>
                <a:gd name="csY1" fmla="*/ 9046 h 152638"/>
                <a:gd name="csX2" fmla="*/ 101943 w 108612"/>
                <a:gd name="csY2" fmla="*/ 2676 h 152638"/>
                <a:gd name="csX3" fmla="*/ 93697 w 108612"/>
                <a:gd name="csY3" fmla="*/ 7631 h 152638"/>
                <a:gd name="csX4" fmla="*/ 90398 w 108612"/>
                <a:gd name="csY4" fmla="*/ 20370 h 152638"/>
                <a:gd name="csX5" fmla="*/ 85686 w 108612"/>
                <a:gd name="csY5" fmla="*/ 39244 h 152638"/>
                <a:gd name="csX6" fmla="*/ 75084 w 108612"/>
                <a:gd name="csY6" fmla="*/ 81709 h 152638"/>
                <a:gd name="csX7" fmla="*/ 48461 w 108612"/>
                <a:gd name="csY7" fmla="*/ 101762 h 152638"/>
                <a:gd name="csX8" fmla="*/ 33854 w 108612"/>
                <a:gd name="csY8" fmla="*/ 82652 h 152638"/>
                <a:gd name="csX9" fmla="*/ 45870 w 108612"/>
                <a:gd name="csY9" fmla="*/ 36413 h 152638"/>
                <a:gd name="csX10" fmla="*/ 50582 w 108612"/>
                <a:gd name="csY10" fmla="*/ 19426 h 152638"/>
                <a:gd name="csX11" fmla="*/ 31262 w 108612"/>
                <a:gd name="csY11" fmla="*/ 81 h 152638"/>
                <a:gd name="csX12" fmla="*/ 163 w 108612"/>
                <a:gd name="csY12" fmla="*/ 36413 h 152638"/>
                <a:gd name="csX13" fmla="*/ 2990 w 108612"/>
                <a:gd name="csY13" fmla="*/ 38772 h 152638"/>
                <a:gd name="csX14" fmla="*/ 6760 w 108612"/>
                <a:gd name="csY14" fmla="*/ 34525 h 152638"/>
                <a:gd name="csX15" fmla="*/ 30555 w 108612"/>
                <a:gd name="csY15" fmla="*/ 5271 h 152638"/>
                <a:gd name="csX16" fmla="*/ 36446 w 108612"/>
                <a:gd name="csY16" fmla="*/ 12821 h 152638"/>
                <a:gd name="csX17" fmla="*/ 32440 w 108612"/>
                <a:gd name="csY17" fmla="*/ 29335 h 152638"/>
                <a:gd name="csX18" fmla="*/ 18775 w 108612"/>
                <a:gd name="csY18" fmla="*/ 78878 h 152638"/>
                <a:gd name="csX19" fmla="*/ 47519 w 108612"/>
                <a:gd name="csY19" fmla="*/ 106952 h 152638"/>
                <a:gd name="csX20" fmla="*/ 71315 w 108612"/>
                <a:gd name="csY20" fmla="*/ 96336 h 152638"/>
                <a:gd name="csX21" fmla="*/ 56001 w 108612"/>
                <a:gd name="csY21" fmla="*/ 132667 h 152638"/>
                <a:gd name="csX22" fmla="*/ 30084 w 108612"/>
                <a:gd name="csY22" fmla="*/ 147530 h 152638"/>
                <a:gd name="csX23" fmla="*/ 12178 w 108612"/>
                <a:gd name="csY23" fmla="*/ 137621 h 152638"/>
                <a:gd name="csX24" fmla="*/ 22309 w 108612"/>
                <a:gd name="csY24" fmla="*/ 134790 h 152638"/>
                <a:gd name="csX25" fmla="*/ 27021 w 108612"/>
                <a:gd name="csY25" fmla="*/ 125118 h 152638"/>
                <a:gd name="csX26" fmla="*/ 18304 w 108612"/>
                <a:gd name="csY26" fmla="*/ 116860 h 152638"/>
                <a:gd name="csX27" fmla="*/ 5110 w 108612"/>
                <a:gd name="csY27" fmla="*/ 132195 h 152638"/>
                <a:gd name="csX28" fmla="*/ 30084 w 108612"/>
                <a:gd name="csY28" fmla="*/ 152720 h 152638"/>
                <a:gd name="csX29" fmla="*/ 85215 w 108612"/>
                <a:gd name="csY29" fmla="*/ 104593 h 152638"/>
                <a:gd name="csX30" fmla="*/ 107833 w 108612"/>
                <a:gd name="csY30" fmla="*/ 14472 h 1526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08612" h="152638">
                  <a:moveTo>
                    <a:pt x="107833" y="14472"/>
                  </a:moveTo>
                  <a:cubicBezTo>
                    <a:pt x="108775" y="11169"/>
                    <a:pt x="108775" y="10697"/>
                    <a:pt x="108775" y="9046"/>
                  </a:cubicBezTo>
                  <a:cubicBezTo>
                    <a:pt x="108775" y="4800"/>
                    <a:pt x="105477" y="2676"/>
                    <a:pt x="101943" y="2676"/>
                  </a:cubicBezTo>
                  <a:cubicBezTo>
                    <a:pt x="99587" y="2676"/>
                    <a:pt x="95817" y="4092"/>
                    <a:pt x="93697" y="7631"/>
                  </a:cubicBezTo>
                  <a:cubicBezTo>
                    <a:pt x="93226" y="8810"/>
                    <a:pt x="91341" y="16124"/>
                    <a:pt x="90398" y="20370"/>
                  </a:cubicBezTo>
                  <a:cubicBezTo>
                    <a:pt x="88749" y="26504"/>
                    <a:pt x="87100" y="32874"/>
                    <a:pt x="85686" y="39244"/>
                  </a:cubicBezTo>
                  <a:lnTo>
                    <a:pt x="75084" y="81709"/>
                  </a:lnTo>
                  <a:cubicBezTo>
                    <a:pt x="74142" y="85247"/>
                    <a:pt x="64011" y="101762"/>
                    <a:pt x="48461" y="101762"/>
                  </a:cubicBezTo>
                  <a:cubicBezTo>
                    <a:pt x="36446" y="101762"/>
                    <a:pt x="33854" y="91381"/>
                    <a:pt x="33854" y="82652"/>
                  </a:cubicBezTo>
                  <a:cubicBezTo>
                    <a:pt x="33854" y="71800"/>
                    <a:pt x="37859" y="57173"/>
                    <a:pt x="45870" y="36413"/>
                  </a:cubicBezTo>
                  <a:cubicBezTo>
                    <a:pt x="49639" y="26740"/>
                    <a:pt x="50582" y="24145"/>
                    <a:pt x="50582" y="19426"/>
                  </a:cubicBezTo>
                  <a:cubicBezTo>
                    <a:pt x="50582" y="8810"/>
                    <a:pt x="43042" y="81"/>
                    <a:pt x="31262" y="81"/>
                  </a:cubicBezTo>
                  <a:cubicBezTo>
                    <a:pt x="8880" y="81"/>
                    <a:pt x="163" y="34289"/>
                    <a:pt x="163" y="36413"/>
                  </a:cubicBezTo>
                  <a:cubicBezTo>
                    <a:pt x="163" y="38772"/>
                    <a:pt x="2519" y="38772"/>
                    <a:pt x="2990" y="38772"/>
                  </a:cubicBezTo>
                  <a:cubicBezTo>
                    <a:pt x="5346" y="38772"/>
                    <a:pt x="5582" y="38300"/>
                    <a:pt x="6760" y="34525"/>
                  </a:cubicBezTo>
                  <a:cubicBezTo>
                    <a:pt x="13121" y="12349"/>
                    <a:pt x="22545" y="5271"/>
                    <a:pt x="30555" y="5271"/>
                  </a:cubicBezTo>
                  <a:cubicBezTo>
                    <a:pt x="32440" y="5271"/>
                    <a:pt x="36446" y="5271"/>
                    <a:pt x="36446" y="12821"/>
                  </a:cubicBezTo>
                  <a:cubicBezTo>
                    <a:pt x="36446" y="18719"/>
                    <a:pt x="34090" y="24853"/>
                    <a:pt x="32440" y="29335"/>
                  </a:cubicBezTo>
                  <a:cubicBezTo>
                    <a:pt x="23016" y="54342"/>
                    <a:pt x="18775" y="67790"/>
                    <a:pt x="18775" y="78878"/>
                  </a:cubicBezTo>
                  <a:cubicBezTo>
                    <a:pt x="18775" y="99874"/>
                    <a:pt x="33618" y="106952"/>
                    <a:pt x="47519" y="106952"/>
                  </a:cubicBezTo>
                  <a:cubicBezTo>
                    <a:pt x="56707" y="106952"/>
                    <a:pt x="64718" y="102941"/>
                    <a:pt x="71315" y="96336"/>
                  </a:cubicBezTo>
                  <a:cubicBezTo>
                    <a:pt x="68252" y="108603"/>
                    <a:pt x="65425" y="120163"/>
                    <a:pt x="56001" y="132667"/>
                  </a:cubicBezTo>
                  <a:cubicBezTo>
                    <a:pt x="49875" y="140688"/>
                    <a:pt x="40922" y="147530"/>
                    <a:pt x="30084" y="147530"/>
                  </a:cubicBezTo>
                  <a:cubicBezTo>
                    <a:pt x="26786" y="147530"/>
                    <a:pt x="16184" y="146822"/>
                    <a:pt x="12178" y="137621"/>
                  </a:cubicBezTo>
                  <a:cubicBezTo>
                    <a:pt x="15948" y="137621"/>
                    <a:pt x="19011" y="137621"/>
                    <a:pt x="22309" y="134790"/>
                  </a:cubicBezTo>
                  <a:cubicBezTo>
                    <a:pt x="24665" y="132667"/>
                    <a:pt x="27021" y="129600"/>
                    <a:pt x="27021" y="125118"/>
                  </a:cubicBezTo>
                  <a:cubicBezTo>
                    <a:pt x="27021" y="117804"/>
                    <a:pt x="20660" y="116860"/>
                    <a:pt x="18304" y="116860"/>
                  </a:cubicBezTo>
                  <a:cubicBezTo>
                    <a:pt x="12885" y="116860"/>
                    <a:pt x="5110" y="120635"/>
                    <a:pt x="5110" y="132195"/>
                  </a:cubicBezTo>
                  <a:cubicBezTo>
                    <a:pt x="5110" y="143991"/>
                    <a:pt x="15477" y="152720"/>
                    <a:pt x="30084" y="152720"/>
                  </a:cubicBezTo>
                  <a:cubicBezTo>
                    <a:pt x="54351" y="152720"/>
                    <a:pt x="78618" y="131251"/>
                    <a:pt x="85215" y="104593"/>
                  </a:cubicBezTo>
                  <a:lnTo>
                    <a:pt x="107833" y="14472"/>
                  </a:lnTo>
                  <a:close/>
                </a:path>
              </a:pathLst>
            </a:custGeom>
            <a:solidFill>
              <a:srgbClr val="000000"/>
            </a:solidFill>
            <a:ln w="25400" cap="flat">
              <a:noFill/>
              <a:prstDash val="solid"/>
              <a:miter/>
            </a:ln>
          </p:spPr>
          <p:txBody>
            <a:bodyPr/>
            <a:lstStyle/>
            <a:p>
              <a:endParaRPr lang="en-US"/>
            </a:p>
          </p:txBody>
        </p:sp>
        <p:sp>
          <p:nvSpPr>
            <p:cNvPr id="15" name="Freeform: Shape 14">
              <a:extLst>
                <a:ext uri="{FF2B5EF4-FFF2-40B4-BE49-F238E27FC236}">
                  <a16:creationId xmlns:a16="http://schemas.microsoft.com/office/drawing/2014/main" id="{7FED1973-FE0D-50F9-EE5E-2D112CD5A34F}"/>
                </a:ext>
              </a:extLst>
            </p:cNvPr>
            <p:cNvSpPr/>
            <p:nvPr>
              <p:custDataLst>
                <p:tags r:id="rId8"/>
              </p:custDataLst>
            </p:nvPr>
          </p:nvSpPr>
          <p:spPr>
            <a:xfrm>
              <a:off x="10404050" y="5692050"/>
              <a:ext cx="100767" cy="74479"/>
            </a:xfrm>
            <a:custGeom>
              <a:avLst/>
              <a:gdLst>
                <a:gd name="csX0" fmla="*/ 12537 w 100767"/>
                <a:gd name="csY0" fmla="*/ 62507 h 74479"/>
                <a:gd name="csX1" fmla="*/ 10888 w 100767"/>
                <a:gd name="csY1" fmla="*/ 69277 h 74479"/>
                <a:gd name="csX2" fmla="*/ 16495 w 100767"/>
                <a:gd name="csY2" fmla="*/ 74562 h 74479"/>
                <a:gd name="csX3" fmla="*/ 22927 w 100767"/>
                <a:gd name="csY3" fmla="*/ 70929 h 74479"/>
                <a:gd name="csX4" fmla="*/ 25895 w 100767"/>
                <a:gd name="csY4" fmla="*/ 60690 h 74479"/>
                <a:gd name="csX5" fmla="*/ 29524 w 100767"/>
                <a:gd name="csY5" fmla="*/ 45827 h 74479"/>
                <a:gd name="csX6" fmla="*/ 32327 w 100767"/>
                <a:gd name="csY6" fmla="*/ 34763 h 74479"/>
                <a:gd name="csX7" fmla="*/ 39254 w 100767"/>
                <a:gd name="csY7" fmla="*/ 19900 h 74479"/>
                <a:gd name="csX8" fmla="*/ 63992 w 100767"/>
                <a:gd name="csY8" fmla="*/ 4707 h 74479"/>
                <a:gd name="csX9" fmla="*/ 73723 w 100767"/>
                <a:gd name="csY9" fmla="*/ 16267 h 74479"/>
                <a:gd name="csX10" fmla="*/ 63992 w 100767"/>
                <a:gd name="csY10" fmla="*/ 51442 h 74479"/>
                <a:gd name="csX11" fmla="*/ 61519 w 100767"/>
                <a:gd name="csY11" fmla="*/ 60360 h 74479"/>
                <a:gd name="csX12" fmla="*/ 77186 w 100767"/>
                <a:gd name="csY12" fmla="*/ 74562 h 74479"/>
                <a:gd name="csX13" fmla="*/ 100935 w 100767"/>
                <a:gd name="csY13" fmla="*/ 49295 h 74479"/>
                <a:gd name="csX14" fmla="*/ 98296 w 100767"/>
                <a:gd name="csY14" fmla="*/ 47148 h 74479"/>
                <a:gd name="csX15" fmla="*/ 95163 w 100767"/>
                <a:gd name="csY15" fmla="*/ 49956 h 74479"/>
                <a:gd name="csX16" fmla="*/ 77681 w 100767"/>
                <a:gd name="csY16" fmla="*/ 69938 h 74479"/>
                <a:gd name="csX17" fmla="*/ 73558 w 100767"/>
                <a:gd name="csY17" fmla="*/ 64158 h 74479"/>
                <a:gd name="csX18" fmla="*/ 77351 w 100767"/>
                <a:gd name="csY18" fmla="*/ 50781 h 74479"/>
                <a:gd name="csX19" fmla="*/ 86092 w 100767"/>
                <a:gd name="csY19" fmla="*/ 18909 h 74479"/>
                <a:gd name="csX20" fmla="*/ 64652 w 100767"/>
                <a:gd name="csY20" fmla="*/ 83 h 74479"/>
                <a:gd name="csX21" fmla="*/ 36780 w 100767"/>
                <a:gd name="csY21" fmla="*/ 15111 h 74479"/>
                <a:gd name="csX22" fmla="*/ 19134 w 100767"/>
                <a:gd name="csY22" fmla="*/ 83 h 74479"/>
                <a:gd name="csX23" fmla="*/ 6105 w 100767"/>
                <a:gd name="csY23" fmla="*/ 9000 h 74479"/>
                <a:gd name="csX24" fmla="*/ 168 w 100767"/>
                <a:gd name="csY24" fmla="*/ 25349 h 74479"/>
                <a:gd name="csX25" fmla="*/ 2971 w 100767"/>
                <a:gd name="csY25" fmla="*/ 27496 h 74479"/>
                <a:gd name="csX26" fmla="*/ 6600 w 100767"/>
                <a:gd name="csY26" fmla="*/ 22542 h 74479"/>
                <a:gd name="csX27" fmla="*/ 18639 w 100767"/>
                <a:gd name="csY27" fmla="*/ 4707 h 74479"/>
                <a:gd name="csX28" fmla="*/ 24081 w 100767"/>
                <a:gd name="csY28" fmla="*/ 12799 h 74479"/>
                <a:gd name="csX29" fmla="*/ 21443 w 100767"/>
                <a:gd name="csY29" fmla="*/ 26505 h 74479"/>
                <a:gd name="csX30" fmla="*/ 17814 w 100767"/>
                <a:gd name="csY30" fmla="*/ 41368 h 74479"/>
                <a:gd name="csX31" fmla="*/ 12537 w 100767"/>
                <a:gd name="csY31" fmla="*/ 62507 h 744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00767" h="74479">
                  <a:moveTo>
                    <a:pt x="12537" y="62507"/>
                  </a:moveTo>
                  <a:cubicBezTo>
                    <a:pt x="11877" y="64653"/>
                    <a:pt x="10888" y="68782"/>
                    <a:pt x="10888" y="69277"/>
                  </a:cubicBezTo>
                  <a:cubicBezTo>
                    <a:pt x="10888" y="72910"/>
                    <a:pt x="13856" y="74562"/>
                    <a:pt x="16495" y="74562"/>
                  </a:cubicBezTo>
                  <a:cubicBezTo>
                    <a:pt x="19464" y="74562"/>
                    <a:pt x="22102" y="72415"/>
                    <a:pt x="22927" y="70929"/>
                  </a:cubicBezTo>
                  <a:cubicBezTo>
                    <a:pt x="23751" y="69443"/>
                    <a:pt x="25071" y="64158"/>
                    <a:pt x="25895" y="60690"/>
                  </a:cubicBezTo>
                  <a:cubicBezTo>
                    <a:pt x="26720" y="57552"/>
                    <a:pt x="28534" y="49956"/>
                    <a:pt x="29524" y="45827"/>
                  </a:cubicBezTo>
                  <a:cubicBezTo>
                    <a:pt x="30513" y="42194"/>
                    <a:pt x="31503" y="38561"/>
                    <a:pt x="32327" y="34763"/>
                  </a:cubicBezTo>
                  <a:cubicBezTo>
                    <a:pt x="34142" y="27992"/>
                    <a:pt x="34471" y="26671"/>
                    <a:pt x="39254" y="19900"/>
                  </a:cubicBezTo>
                  <a:cubicBezTo>
                    <a:pt x="43872" y="13294"/>
                    <a:pt x="51623" y="4707"/>
                    <a:pt x="63992" y="4707"/>
                  </a:cubicBezTo>
                  <a:cubicBezTo>
                    <a:pt x="73558" y="4707"/>
                    <a:pt x="73723" y="13129"/>
                    <a:pt x="73723" y="16267"/>
                  </a:cubicBezTo>
                  <a:cubicBezTo>
                    <a:pt x="73723" y="26175"/>
                    <a:pt x="66631" y="44506"/>
                    <a:pt x="63992" y="51442"/>
                  </a:cubicBezTo>
                  <a:cubicBezTo>
                    <a:pt x="62178" y="56066"/>
                    <a:pt x="61519" y="57552"/>
                    <a:pt x="61519" y="60360"/>
                  </a:cubicBezTo>
                  <a:cubicBezTo>
                    <a:pt x="61519" y="69112"/>
                    <a:pt x="68775" y="74562"/>
                    <a:pt x="77186" y="74562"/>
                  </a:cubicBezTo>
                  <a:cubicBezTo>
                    <a:pt x="93678" y="74562"/>
                    <a:pt x="100935" y="51772"/>
                    <a:pt x="100935" y="49295"/>
                  </a:cubicBezTo>
                  <a:cubicBezTo>
                    <a:pt x="100935" y="47148"/>
                    <a:pt x="98791" y="47148"/>
                    <a:pt x="98296" y="47148"/>
                  </a:cubicBezTo>
                  <a:cubicBezTo>
                    <a:pt x="95987" y="47148"/>
                    <a:pt x="95822" y="48139"/>
                    <a:pt x="95163" y="49956"/>
                  </a:cubicBezTo>
                  <a:cubicBezTo>
                    <a:pt x="91369" y="63167"/>
                    <a:pt x="84278" y="69938"/>
                    <a:pt x="77681" y="69938"/>
                  </a:cubicBezTo>
                  <a:cubicBezTo>
                    <a:pt x="74217" y="69938"/>
                    <a:pt x="73558" y="67626"/>
                    <a:pt x="73558" y="64158"/>
                  </a:cubicBezTo>
                  <a:cubicBezTo>
                    <a:pt x="73558" y="60360"/>
                    <a:pt x="74382" y="58213"/>
                    <a:pt x="77351" y="50781"/>
                  </a:cubicBezTo>
                  <a:cubicBezTo>
                    <a:pt x="79330" y="45662"/>
                    <a:pt x="86092" y="28157"/>
                    <a:pt x="86092" y="18909"/>
                  </a:cubicBezTo>
                  <a:cubicBezTo>
                    <a:pt x="86092" y="2890"/>
                    <a:pt x="73393" y="83"/>
                    <a:pt x="64652" y="83"/>
                  </a:cubicBezTo>
                  <a:cubicBezTo>
                    <a:pt x="50964" y="83"/>
                    <a:pt x="41728" y="8505"/>
                    <a:pt x="36780" y="15111"/>
                  </a:cubicBezTo>
                  <a:cubicBezTo>
                    <a:pt x="35626" y="3716"/>
                    <a:pt x="25895" y="83"/>
                    <a:pt x="19134" y="83"/>
                  </a:cubicBezTo>
                  <a:cubicBezTo>
                    <a:pt x="12042" y="83"/>
                    <a:pt x="8249" y="5202"/>
                    <a:pt x="6105" y="9000"/>
                  </a:cubicBezTo>
                  <a:cubicBezTo>
                    <a:pt x="2477" y="15111"/>
                    <a:pt x="168" y="24524"/>
                    <a:pt x="168" y="25349"/>
                  </a:cubicBezTo>
                  <a:cubicBezTo>
                    <a:pt x="168" y="27496"/>
                    <a:pt x="2477" y="27496"/>
                    <a:pt x="2971" y="27496"/>
                  </a:cubicBezTo>
                  <a:cubicBezTo>
                    <a:pt x="5280" y="27496"/>
                    <a:pt x="5445" y="27001"/>
                    <a:pt x="6600" y="22542"/>
                  </a:cubicBezTo>
                  <a:cubicBezTo>
                    <a:pt x="9073" y="12799"/>
                    <a:pt x="12207" y="4707"/>
                    <a:pt x="18639" y="4707"/>
                  </a:cubicBezTo>
                  <a:cubicBezTo>
                    <a:pt x="22927" y="4707"/>
                    <a:pt x="24081" y="8340"/>
                    <a:pt x="24081" y="12799"/>
                  </a:cubicBezTo>
                  <a:cubicBezTo>
                    <a:pt x="24081" y="15936"/>
                    <a:pt x="22597" y="22047"/>
                    <a:pt x="21443" y="26505"/>
                  </a:cubicBezTo>
                  <a:cubicBezTo>
                    <a:pt x="20288" y="30964"/>
                    <a:pt x="18639" y="37735"/>
                    <a:pt x="17814" y="41368"/>
                  </a:cubicBezTo>
                  <a:lnTo>
                    <a:pt x="12537" y="62507"/>
                  </a:lnTo>
                  <a:close/>
                </a:path>
              </a:pathLst>
            </a:custGeom>
            <a:solidFill>
              <a:srgbClr val="000000"/>
            </a:solidFill>
            <a:ln w="25400" cap="flat">
              <a:noFill/>
              <a:prstDash val="solid"/>
              <a:miter/>
            </a:ln>
          </p:spPr>
          <p:txBody>
            <a:bodyPr/>
            <a:lstStyle/>
            <a:p>
              <a:endParaRPr lang="en-US"/>
            </a:p>
          </p:txBody>
        </p:sp>
        <p:sp>
          <p:nvSpPr>
            <p:cNvPr id="16" name="Freeform: Shape 15">
              <a:extLst>
                <a:ext uri="{FF2B5EF4-FFF2-40B4-BE49-F238E27FC236}">
                  <a16:creationId xmlns:a16="http://schemas.microsoft.com/office/drawing/2014/main" id="{03EC8ED6-961F-D9FA-A4A8-6068CC7AF2B0}"/>
                </a:ext>
              </a:extLst>
            </p:cNvPr>
            <p:cNvSpPr/>
            <p:nvPr>
              <p:custDataLst>
                <p:tags r:id="rId9"/>
              </p:custDataLst>
            </p:nvPr>
          </p:nvSpPr>
          <p:spPr>
            <a:xfrm>
              <a:off x="10596454" y="5665793"/>
              <a:ext cx="143952" cy="9436"/>
            </a:xfrm>
            <a:custGeom>
              <a:avLst/>
              <a:gdLst>
                <a:gd name="csX0" fmla="*/ 135882 w 143952"/>
                <a:gd name="csY0" fmla="*/ 9518 h 9436"/>
                <a:gd name="csX1" fmla="*/ 144128 w 143952"/>
                <a:gd name="csY1" fmla="*/ 4800 h 9436"/>
                <a:gd name="csX2" fmla="*/ 135882 w 143952"/>
                <a:gd name="csY2" fmla="*/ 81 h 9436"/>
                <a:gd name="csX3" fmla="*/ 8421 w 143952"/>
                <a:gd name="csY3" fmla="*/ 81 h 9436"/>
                <a:gd name="csX4" fmla="*/ 175 w 143952"/>
                <a:gd name="csY4" fmla="*/ 4800 h 9436"/>
                <a:gd name="csX5" fmla="*/ 8421 w 143952"/>
                <a:gd name="csY5" fmla="*/ 9518 h 9436"/>
                <a:gd name="csX6" fmla="*/ 135882 w 143952"/>
                <a:gd name="csY6" fmla="*/ 9518 h 943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3952" h="9436">
                  <a:moveTo>
                    <a:pt x="135882" y="9518"/>
                  </a:moveTo>
                  <a:cubicBezTo>
                    <a:pt x="139887" y="9518"/>
                    <a:pt x="144128" y="9518"/>
                    <a:pt x="144128" y="4800"/>
                  </a:cubicBezTo>
                  <a:cubicBezTo>
                    <a:pt x="144128" y="81"/>
                    <a:pt x="139887" y="81"/>
                    <a:pt x="135882" y="81"/>
                  </a:cubicBezTo>
                  <a:lnTo>
                    <a:pt x="8421" y="81"/>
                  </a:lnTo>
                  <a:cubicBezTo>
                    <a:pt x="4416" y="81"/>
                    <a:pt x="175" y="81"/>
                    <a:pt x="175" y="4800"/>
                  </a:cubicBezTo>
                  <a:cubicBezTo>
                    <a:pt x="175" y="9518"/>
                    <a:pt x="4416" y="9518"/>
                    <a:pt x="8421" y="9518"/>
                  </a:cubicBezTo>
                  <a:lnTo>
                    <a:pt x="135882" y="9518"/>
                  </a:lnTo>
                  <a:close/>
                </a:path>
              </a:pathLst>
            </a:custGeom>
            <a:solidFill>
              <a:srgbClr val="000000"/>
            </a:solidFill>
            <a:ln w="25400" cap="flat">
              <a:noFill/>
              <a:prstDash val="solid"/>
              <a:miter/>
            </a:ln>
          </p:spPr>
          <p:txBody>
            <a:bodyPr/>
            <a:lstStyle/>
            <a:p>
              <a:endParaRPr lang="en-US"/>
            </a:p>
          </p:txBody>
        </p:sp>
        <p:sp>
          <p:nvSpPr>
            <p:cNvPr id="17" name="Freeform: Shape 16">
              <a:extLst>
                <a:ext uri="{FF2B5EF4-FFF2-40B4-BE49-F238E27FC236}">
                  <a16:creationId xmlns:a16="http://schemas.microsoft.com/office/drawing/2014/main" id="{0137AF4B-7413-3F06-3152-F1D1B76E35D1}"/>
                </a:ext>
              </a:extLst>
            </p:cNvPr>
            <p:cNvSpPr/>
            <p:nvPr>
              <p:custDataLst>
                <p:tags r:id="rId10"/>
              </p:custDataLst>
            </p:nvPr>
          </p:nvSpPr>
          <p:spPr>
            <a:xfrm>
              <a:off x="10858456" y="5565764"/>
              <a:ext cx="62905" cy="36331"/>
            </a:xfrm>
            <a:custGeom>
              <a:avLst/>
              <a:gdLst>
                <a:gd name="csX0" fmla="*/ 31757 w 62905"/>
                <a:gd name="csY0" fmla="*/ 81 h 36331"/>
                <a:gd name="csX1" fmla="*/ 186 w 62905"/>
                <a:gd name="csY1" fmla="*/ 32166 h 36331"/>
                <a:gd name="csX2" fmla="*/ 4427 w 62905"/>
                <a:gd name="csY2" fmla="*/ 36413 h 36331"/>
                <a:gd name="csX3" fmla="*/ 31757 w 62905"/>
                <a:gd name="csY3" fmla="*/ 12349 h 36331"/>
                <a:gd name="csX4" fmla="*/ 58851 w 62905"/>
                <a:gd name="csY4" fmla="*/ 36413 h 36331"/>
                <a:gd name="csX5" fmla="*/ 63092 w 62905"/>
                <a:gd name="csY5" fmla="*/ 32166 h 36331"/>
                <a:gd name="csX6" fmla="*/ 31757 w 62905"/>
                <a:gd name="csY6" fmla="*/ 81 h 36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2905" h="36331">
                  <a:moveTo>
                    <a:pt x="31757" y="81"/>
                  </a:moveTo>
                  <a:lnTo>
                    <a:pt x="186" y="32166"/>
                  </a:lnTo>
                  <a:lnTo>
                    <a:pt x="4427" y="36413"/>
                  </a:lnTo>
                  <a:lnTo>
                    <a:pt x="31757" y="12349"/>
                  </a:lnTo>
                  <a:lnTo>
                    <a:pt x="58851" y="36413"/>
                  </a:lnTo>
                  <a:lnTo>
                    <a:pt x="63092" y="32166"/>
                  </a:lnTo>
                  <a:lnTo>
                    <a:pt x="31757" y="81"/>
                  </a:lnTo>
                  <a:close/>
                </a:path>
              </a:pathLst>
            </a:custGeom>
            <a:solidFill>
              <a:srgbClr val="000000"/>
            </a:solidFill>
            <a:ln w="25400" cap="flat">
              <a:noFill/>
              <a:prstDash val="solid"/>
              <a:miter/>
            </a:ln>
          </p:spPr>
          <p:txBody>
            <a:bodyPr/>
            <a:lstStyle/>
            <a:p>
              <a:endParaRPr lang="en-US"/>
            </a:p>
          </p:txBody>
        </p:sp>
        <p:sp>
          <p:nvSpPr>
            <p:cNvPr id="18" name="Freeform: Shape 17">
              <a:extLst>
                <a:ext uri="{FF2B5EF4-FFF2-40B4-BE49-F238E27FC236}">
                  <a16:creationId xmlns:a16="http://schemas.microsoft.com/office/drawing/2014/main" id="{498696CE-A74F-23D1-1BA1-D3613F8ED0FE}"/>
                </a:ext>
              </a:extLst>
            </p:cNvPr>
            <p:cNvSpPr/>
            <p:nvPr>
              <p:custDataLst>
                <p:tags r:id="rId11"/>
              </p:custDataLst>
            </p:nvPr>
          </p:nvSpPr>
          <p:spPr>
            <a:xfrm>
              <a:off x="10819569" y="5625215"/>
              <a:ext cx="127696" cy="155233"/>
            </a:xfrm>
            <a:custGeom>
              <a:avLst/>
              <a:gdLst>
                <a:gd name="csX0" fmla="*/ 47541 w 127696"/>
                <a:gd name="csY0" fmla="*/ 21550 h 155233"/>
                <a:gd name="csX1" fmla="*/ 51075 w 127696"/>
                <a:gd name="csY1" fmla="*/ 6451 h 155233"/>
                <a:gd name="csX2" fmla="*/ 44243 w 127696"/>
                <a:gd name="csY2" fmla="*/ 81 h 155233"/>
                <a:gd name="csX3" fmla="*/ 34819 w 127696"/>
                <a:gd name="csY3" fmla="*/ 8574 h 155233"/>
                <a:gd name="csX4" fmla="*/ 892 w 127696"/>
                <a:gd name="csY4" fmla="*/ 145171 h 155233"/>
                <a:gd name="csX5" fmla="*/ 185 w 127696"/>
                <a:gd name="csY5" fmla="*/ 148945 h 155233"/>
                <a:gd name="csX6" fmla="*/ 6782 w 127696"/>
                <a:gd name="csY6" fmla="*/ 155315 h 155233"/>
                <a:gd name="csX7" fmla="*/ 15028 w 127696"/>
                <a:gd name="csY7" fmla="*/ 150361 h 155233"/>
                <a:gd name="csX8" fmla="*/ 27986 w 127696"/>
                <a:gd name="csY8" fmla="*/ 99638 h 155233"/>
                <a:gd name="csX9" fmla="*/ 50840 w 127696"/>
                <a:gd name="csY9" fmla="*/ 106952 h 155233"/>
                <a:gd name="csX10" fmla="*/ 82175 w 127696"/>
                <a:gd name="csY10" fmla="*/ 89730 h 155233"/>
                <a:gd name="csX11" fmla="*/ 103379 w 127696"/>
                <a:gd name="csY11" fmla="*/ 106952 h 155233"/>
                <a:gd name="csX12" fmla="*/ 120814 w 127696"/>
                <a:gd name="csY12" fmla="*/ 93976 h 155233"/>
                <a:gd name="csX13" fmla="*/ 127882 w 127696"/>
                <a:gd name="csY13" fmla="*/ 70621 h 155233"/>
                <a:gd name="csX14" fmla="*/ 125054 w 127696"/>
                <a:gd name="csY14" fmla="*/ 68261 h 155233"/>
                <a:gd name="csX15" fmla="*/ 121756 w 127696"/>
                <a:gd name="csY15" fmla="*/ 72508 h 155233"/>
                <a:gd name="csX16" fmla="*/ 103850 w 127696"/>
                <a:gd name="csY16" fmla="*/ 101762 h 155233"/>
                <a:gd name="csX17" fmla="*/ 96782 w 127696"/>
                <a:gd name="csY17" fmla="*/ 90910 h 155233"/>
                <a:gd name="csX18" fmla="*/ 101494 w 127696"/>
                <a:gd name="csY18" fmla="*/ 66374 h 155233"/>
                <a:gd name="csX19" fmla="*/ 108091 w 127696"/>
                <a:gd name="csY19" fmla="*/ 40895 h 155233"/>
                <a:gd name="csX20" fmla="*/ 112096 w 127696"/>
                <a:gd name="csY20" fmla="*/ 24853 h 155233"/>
                <a:gd name="csX21" fmla="*/ 115630 w 127696"/>
                <a:gd name="csY21" fmla="*/ 9046 h 155233"/>
                <a:gd name="csX22" fmla="*/ 108798 w 127696"/>
                <a:gd name="csY22" fmla="*/ 2676 h 155233"/>
                <a:gd name="csX23" fmla="*/ 99609 w 127696"/>
                <a:gd name="csY23" fmla="*/ 10933 h 155233"/>
                <a:gd name="csX24" fmla="*/ 88536 w 127696"/>
                <a:gd name="csY24" fmla="*/ 55050 h 155233"/>
                <a:gd name="csX25" fmla="*/ 82410 w 127696"/>
                <a:gd name="csY25" fmla="*/ 79114 h 155233"/>
                <a:gd name="csX26" fmla="*/ 51782 w 127696"/>
                <a:gd name="csY26" fmla="*/ 101762 h 155233"/>
                <a:gd name="csX27" fmla="*/ 34348 w 127696"/>
                <a:gd name="csY27" fmla="*/ 81237 h 155233"/>
                <a:gd name="csX28" fmla="*/ 37646 w 127696"/>
                <a:gd name="csY28" fmla="*/ 61184 h 155233"/>
                <a:gd name="csX29" fmla="*/ 47541 w 127696"/>
                <a:gd name="csY29" fmla="*/ 21550 h 1552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27696" h="155233">
                  <a:moveTo>
                    <a:pt x="47541" y="21550"/>
                  </a:moveTo>
                  <a:cubicBezTo>
                    <a:pt x="48719" y="16595"/>
                    <a:pt x="51075" y="7631"/>
                    <a:pt x="51075" y="6451"/>
                  </a:cubicBezTo>
                  <a:cubicBezTo>
                    <a:pt x="51075" y="2440"/>
                    <a:pt x="48248" y="81"/>
                    <a:pt x="44243" y="81"/>
                  </a:cubicBezTo>
                  <a:cubicBezTo>
                    <a:pt x="43536" y="81"/>
                    <a:pt x="36939" y="317"/>
                    <a:pt x="34819" y="8574"/>
                  </a:cubicBezTo>
                  <a:lnTo>
                    <a:pt x="892" y="145171"/>
                  </a:lnTo>
                  <a:cubicBezTo>
                    <a:pt x="185" y="148002"/>
                    <a:pt x="185" y="148473"/>
                    <a:pt x="185" y="148945"/>
                  </a:cubicBezTo>
                  <a:cubicBezTo>
                    <a:pt x="185" y="152484"/>
                    <a:pt x="2777" y="155315"/>
                    <a:pt x="6782" y="155315"/>
                  </a:cubicBezTo>
                  <a:cubicBezTo>
                    <a:pt x="11730" y="155315"/>
                    <a:pt x="14557" y="151069"/>
                    <a:pt x="15028" y="150361"/>
                  </a:cubicBezTo>
                  <a:cubicBezTo>
                    <a:pt x="15971" y="148237"/>
                    <a:pt x="19033" y="135970"/>
                    <a:pt x="27986" y="99638"/>
                  </a:cubicBezTo>
                  <a:cubicBezTo>
                    <a:pt x="35526" y="106008"/>
                    <a:pt x="46128" y="106952"/>
                    <a:pt x="50840" y="106952"/>
                  </a:cubicBezTo>
                  <a:cubicBezTo>
                    <a:pt x="67332" y="106952"/>
                    <a:pt x="76520" y="96336"/>
                    <a:pt x="82175" y="89730"/>
                  </a:cubicBezTo>
                  <a:cubicBezTo>
                    <a:pt x="84295" y="100346"/>
                    <a:pt x="93013" y="106952"/>
                    <a:pt x="103379" y="106952"/>
                  </a:cubicBezTo>
                  <a:cubicBezTo>
                    <a:pt x="111625" y="106952"/>
                    <a:pt x="117044" y="101526"/>
                    <a:pt x="120814" y="93976"/>
                  </a:cubicBezTo>
                  <a:cubicBezTo>
                    <a:pt x="124819" y="85483"/>
                    <a:pt x="127882" y="71092"/>
                    <a:pt x="127882" y="70621"/>
                  </a:cubicBezTo>
                  <a:cubicBezTo>
                    <a:pt x="127882" y="68261"/>
                    <a:pt x="125761" y="68261"/>
                    <a:pt x="125054" y="68261"/>
                  </a:cubicBezTo>
                  <a:cubicBezTo>
                    <a:pt x="122698" y="68261"/>
                    <a:pt x="122463" y="69205"/>
                    <a:pt x="121756" y="72508"/>
                  </a:cubicBezTo>
                  <a:cubicBezTo>
                    <a:pt x="117751" y="87843"/>
                    <a:pt x="113510" y="101762"/>
                    <a:pt x="103850" y="101762"/>
                  </a:cubicBezTo>
                  <a:cubicBezTo>
                    <a:pt x="97489" y="101762"/>
                    <a:pt x="96782" y="95628"/>
                    <a:pt x="96782" y="90910"/>
                  </a:cubicBezTo>
                  <a:cubicBezTo>
                    <a:pt x="96782" y="85719"/>
                    <a:pt x="99609" y="74631"/>
                    <a:pt x="101494" y="66374"/>
                  </a:cubicBezTo>
                  <a:lnTo>
                    <a:pt x="108091" y="40895"/>
                  </a:lnTo>
                  <a:cubicBezTo>
                    <a:pt x="108798" y="37356"/>
                    <a:pt x="111154" y="28391"/>
                    <a:pt x="112096" y="24853"/>
                  </a:cubicBezTo>
                  <a:cubicBezTo>
                    <a:pt x="113274" y="19426"/>
                    <a:pt x="115630" y="10462"/>
                    <a:pt x="115630" y="9046"/>
                  </a:cubicBezTo>
                  <a:cubicBezTo>
                    <a:pt x="115630" y="4800"/>
                    <a:pt x="112332" y="2676"/>
                    <a:pt x="108798" y="2676"/>
                  </a:cubicBezTo>
                  <a:cubicBezTo>
                    <a:pt x="107620" y="2676"/>
                    <a:pt x="101494" y="2912"/>
                    <a:pt x="99609" y="10933"/>
                  </a:cubicBezTo>
                  <a:lnTo>
                    <a:pt x="88536" y="55050"/>
                  </a:lnTo>
                  <a:cubicBezTo>
                    <a:pt x="85709" y="66846"/>
                    <a:pt x="83117" y="76754"/>
                    <a:pt x="82410" y="79114"/>
                  </a:cubicBezTo>
                  <a:cubicBezTo>
                    <a:pt x="82175" y="80293"/>
                    <a:pt x="70866" y="101762"/>
                    <a:pt x="51782" y="101762"/>
                  </a:cubicBezTo>
                  <a:cubicBezTo>
                    <a:pt x="40002" y="101762"/>
                    <a:pt x="34348" y="93976"/>
                    <a:pt x="34348" y="81237"/>
                  </a:cubicBezTo>
                  <a:cubicBezTo>
                    <a:pt x="34348" y="74395"/>
                    <a:pt x="35997" y="67790"/>
                    <a:pt x="37646" y="61184"/>
                  </a:cubicBezTo>
                  <a:lnTo>
                    <a:pt x="47541" y="21550"/>
                  </a:lnTo>
                  <a:close/>
                </a:path>
              </a:pathLst>
            </a:custGeom>
            <a:solidFill>
              <a:srgbClr val="000000"/>
            </a:solidFill>
            <a:ln w="25400" cap="flat">
              <a:noFill/>
              <a:prstDash val="solid"/>
              <a:miter/>
            </a:ln>
          </p:spPr>
          <p:txBody>
            <a:bodyPr/>
            <a:lstStyle/>
            <a:p>
              <a:endParaRPr lang="en-US"/>
            </a:p>
          </p:txBody>
        </p:sp>
        <p:sp>
          <p:nvSpPr>
            <p:cNvPr id="19" name="Freeform: Shape 18">
              <a:extLst>
                <a:ext uri="{FF2B5EF4-FFF2-40B4-BE49-F238E27FC236}">
                  <a16:creationId xmlns:a16="http://schemas.microsoft.com/office/drawing/2014/main" id="{2BF5FE38-2791-615C-07B9-06193739027D}"/>
                </a:ext>
              </a:extLst>
            </p:cNvPr>
            <p:cNvSpPr/>
            <p:nvPr>
              <p:custDataLst>
                <p:tags r:id="rId12"/>
              </p:custDataLst>
            </p:nvPr>
          </p:nvSpPr>
          <p:spPr>
            <a:xfrm>
              <a:off x="10962214" y="5692050"/>
              <a:ext cx="100767" cy="74479"/>
            </a:xfrm>
            <a:custGeom>
              <a:avLst/>
              <a:gdLst>
                <a:gd name="csX0" fmla="*/ 12560 w 100767"/>
                <a:gd name="csY0" fmla="*/ 62507 h 74479"/>
                <a:gd name="csX1" fmla="*/ 10911 w 100767"/>
                <a:gd name="csY1" fmla="*/ 69277 h 74479"/>
                <a:gd name="csX2" fmla="*/ 16519 w 100767"/>
                <a:gd name="csY2" fmla="*/ 74562 h 74479"/>
                <a:gd name="csX3" fmla="*/ 22950 w 100767"/>
                <a:gd name="csY3" fmla="*/ 70929 h 74479"/>
                <a:gd name="csX4" fmla="*/ 25919 w 100767"/>
                <a:gd name="csY4" fmla="*/ 60690 h 74479"/>
                <a:gd name="csX5" fmla="*/ 29547 w 100767"/>
                <a:gd name="csY5" fmla="*/ 45827 h 74479"/>
                <a:gd name="csX6" fmla="*/ 32351 w 100767"/>
                <a:gd name="csY6" fmla="*/ 34763 h 74479"/>
                <a:gd name="csX7" fmla="*/ 39278 w 100767"/>
                <a:gd name="csY7" fmla="*/ 19900 h 74479"/>
                <a:gd name="csX8" fmla="*/ 64016 w 100767"/>
                <a:gd name="csY8" fmla="*/ 4707 h 74479"/>
                <a:gd name="csX9" fmla="*/ 73746 w 100767"/>
                <a:gd name="csY9" fmla="*/ 16267 h 74479"/>
                <a:gd name="csX10" fmla="*/ 64016 w 100767"/>
                <a:gd name="csY10" fmla="*/ 51442 h 74479"/>
                <a:gd name="csX11" fmla="*/ 61542 w 100767"/>
                <a:gd name="csY11" fmla="*/ 60360 h 74479"/>
                <a:gd name="csX12" fmla="*/ 77210 w 100767"/>
                <a:gd name="csY12" fmla="*/ 74562 h 74479"/>
                <a:gd name="csX13" fmla="*/ 100958 w 100767"/>
                <a:gd name="csY13" fmla="*/ 49295 h 74479"/>
                <a:gd name="csX14" fmla="*/ 98320 w 100767"/>
                <a:gd name="csY14" fmla="*/ 47148 h 74479"/>
                <a:gd name="csX15" fmla="*/ 95186 w 100767"/>
                <a:gd name="csY15" fmla="*/ 49956 h 74479"/>
                <a:gd name="csX16" fmla="*/ 77704 w 100767"/>
                <a:gd name="csY16" fmla="*/ 69938 h 74479"/>
                <a:gd name="csX17" fmla="*/ 73581 w 100767"/>
                <a:gd name="csY17" fmla="*/ 64158 h 74479"/>
                <a:gd name="csX18" fmla="*/ 77375 w 100767"/>
                <a:gd name="csY18" fmla="*/ 50781 h 74479"/>
                <a:gd name="csX19" fmla="*/ 86115 w 100767"/>
                <a:gd name="csY19" fmla="*/ 18909 h 74479"/>
                <a:gd name="csX20" fmla="*/ 64676 w 100767"/>
                <a:gd name="csY20" fmla="*/ 83 h 74479"/>
                <a:gd name="csX21" fmla="*/ 36804 w 100767"/>
                <a:gd name="csY21" fmla="*/ 15111 h 74479"/>
                <a:gd name="csX22" fmla="*/ 19157 w 100767"/>
                <a:gd name="csY22" fmla="*/ 83 h 74479"/>
                <a:gd name="csX23" fmla="*/ 6128 w 100767"/>
                <a:gd name="csY23" fmla="*/ 9000 h 74479"/>
                <a:gd name="csX24" fmla="*/ 191 w 100767"/>
                <a:gd name="csY24" fmla="*/ 25349 h 74479"/>
                <a:gd name="csX25" fmla="*/ 2995 w 100767"/>
                <a:gd name="csY25" fmla="*/ 27496 h 74479"/>
                <a:gd name="csX26" fmla="*/ 6623 w 100767"/>
                <a:gd name="csY26" fmla="*/ 22542 h 74479"/>
                <a:gd name="csX27" fmla="*/ 18663 w 100767"/>
                <a:gd name="csY27" fmla="*/ 4707 h 74479"/>
                <a:gd name="csX28" fmla="*/ 24105 w 100767"/>
                <a:gd name="csY28" fmla="*/ 12799 h 74479"/>
                <a:gd name="csX29" fmla="*/ 21466 w 100767"/>
                <a:gd name="csY29" fmla="*/ 26505 h 74479"/>
                <a:gd name="csX30" fmla="*/ 17838 w 100767"/>
                <a:gd name="csY30" fmla="*/ 41368 h 74479"/>
                <a:gd name="csX31" fmla="*/ 12560 w 100767"/>
                <a:gd name="csY31" fmla="*/ 62507 h 744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00767" h="74479">
                  <a:moveTo>
                    <a:pt x="12560" y="62507"/>
                  </a:moveTo>
                  <a:cubicBezTo>
                    <a:pt x="11901" y="64653"/>
                    <a:pt x="10911" y="68782"/>
                    <a:pt x="10911" y="69277"/>
                  </a:cubicBezTo>
                  <a:cubicBezTo>
                    <a:pt x="10911" y="72910"/>
                    <a:pt x="13880" y="74562"/>
                    <a:pt x="16519" y="74562"/>
                  </a:cubicBezTo>
                  <a:cubicBezTo>
                    <a:pt x="19487" y="74562"/>
                    <a:pt x="22126" y="72415"/>
                    <a:pt x="22950" y="70929"/>
                  </a:cubicBezTo>
                  <a:cubicBezTo>
                    <a:pt x="23775" y="69443"/>
                    <a:pt x="25094" y="64158"/>
                    <a:pt x="25919" y="60690"/>
                  </a:cubicBezTo>
                  <a:cubicBezTo>
                    <a:pt x="26744" y="57552"/>
                    <a:pt x="28558" y="49956"/>
                    <a:pt x="29547" y="45827"/>
                  </a:cubicBezTo>
                  <a:cubicBezTo>
                    <a:pt x="30537" y="42194"/>
                    <a:pt x="31526" y="38561"/>
                    <a:pt x="32351" y="34763"/>
                  </a:cubicBezTo>
                  <a:cubicBezTo>
                    <a:pt x="34165" y="27992"/>
                    <a:pt x="34495" y="26671"/>
                    <a:pt x="39278" y="19900"/>
                  </a:cubicBezTo>
                  <a:cubicBezTo>
                    <a:pt x="43896" y="13294"/>
                    <a:pt x="51647" y="4707"/>
                    <a:pt x="64016" y="4707"/>
                  </a:cubicBezTo>
                  <a:cubicBezTo>
                    <a:pt x="73581" y="4707"/>
                    <a:pt x="73746" y="13129"/>
                    <a:pt x="73746" y="16267"/>
                  </a:cubicBezTo>
                  <a:cubicBezTo>
                    <a:pt x="73746" y="26175"/>
                    <a:pt x="66655" y="44506"/>
                    <a:pt x="64016" y="51442"/>
                  </a:cubicBezTo>
                  <a:cubicBezTo>
                    <a:pt x="62202" y="56066"/>
                    <a:pt x="61542" y="57552"/>
                    <a:pt x="61542" y="60360"/>
                  </a:cubicBezTo>
                  <a:cubicBezTo>
                    <a:pt x="61542" y="69112"/>
                    <a:pt x="68799" y="74562"/>
                    <a:pt x="77210" y="74562"/>
                  </a:cubicBezTo>
                  <a:cubicBezTo>
                    <a:pt x="93702" y="74562"/>
                    <a:pt x="100958" y="51772"/>
                    <a:pt x="100958" y="49295"/>
                  </a:cubicBezTo>
                  <a:cubicBezTo>
                    <a:pt x="100958" y="47148"/>
                    <a:pt x="98814" y="47148"/>
                    <a:pt x="98320" y="47148"/>
                  </a:cubicBezTo>
                  <a:cubicBezTo>
                    <a:pt x="96011" y="47148"/>
                    <a:pt x="95846" y="48139"/>
                    <a:pt x="95186" y="49956"/>
                  </a:cubicBezTo>
                  <a:cubicBezTo>
                    <a:pt x="91393" y="63167"/>
                    <a:pt x="84301" y="69938"/>
                    <a:pt x="77704" y="69938"/>
                  </a:cubicBezTo>
                  <a:cubicBezTo>
                    <a:pt x="74241" y="69938"/>
                    <a:pt x="73581" y="67626"/>
                    <a:pt x="73581" y="64158"/>
                  </a:cubicBezTo>
                  <a:cubicBezTo>
                    <a:pt x="73581" y="60360"/>
                    <a:pt x="74406" y="58213"/>
                    <a:pt x="77375" y="50781"/>
                  </a:cubicBezTo>
                  <a:cubicBezTo>
                    <a:pt x="79354" y="45662"/>
                    <a:pt x="86115" y="28157"/>
                    <a:pt x="86115" y="18909"/>
                  </a:cubicBezTo>
                  <a:cubicBezTo>
                    <a:pt x="86115" y="2890"/>
                    <a:pt x="73416" y="83"/>
                    <a:pt x="64676" y="83"/>
                  </a:cubicBezTo>
                  <a:cubicBezTo>
                    <a:pt x="50987" y="83"/>
                    <a:pt x="41752" y="8505"/>
                    <a:pt x="36804" y="15111"/>
                  </a:cubicBezTo>
                  <a:cubicBezTo>
                    <a:pt x="35649" y="3716"/>
                    <a:pt x="25919" y="83"/>
                    <a:pt x="19157" y="83"/>
                  </a:cubicBezTo>
                  <a:cubicBezTo>
                    <a:pt x="12066" y="83"/>
                    <a:pt x="8272" y="5202"/>
                    <a:pt x="6128" y="9000"/>
                  </a:cubicBezTo>
                  <a:cubicBezTo>
                    <a:pt x="2500" y="15111"/>
                    <a:pt x="191" y="24524"/>
                    <a:pt x="191" y="25349"/>
                  </a:cubicBezTo>
                  <a:cubicBezTo>
                    <a:pt x="191" y="27496"/>
                    <a:pt x="2500" y="27496"/>
                    <a:pt x="2995" y="27496"/>
                  </a:cubicBezTo>
                  <a:cubicBezTo>
                    <a:pt x="5304" y="27496"/>
                    <a:pt x="5469" y="27001"/>
                    <a:pt x="6623" y="22542"/>
                  </a:cubicBezTo>
                  <a:cubicBezTo>
                    <a:pt x="9097" y="12799"/>
                    <a:pt x="12231" y="4707"/>
                    <a:pt x="18663" y="4707"/>
                  </a:cubicBezTo>
                  <a:cubicBezTo>
                    <a:pt x="22950" y="4707"/>
                    <a:pt x="24105" y="8340"/>
                    <a:pt x="24105" y="12799"/>
                  </a:cubicBezTo>
                  <a:cubicBezTo>
                    <a:pt x="24105" y="15936"/>
                    <a:pt x="22621" y="22047"/>
                    <a:pt x="21466" y="26505"/>
                  </a:cubicBezTo>
                  <a:cubicBezTo>
                    <a:pt x="20312" y="30964"/>
                    <a:pt x="18663" y="37735"/>
                    <a:pt x="17838" y="41368"/>
                  </a:cubicBezTo>
                  <a:lnTo>
                    <a:pt x="12560" y="62507"/>
                  </a:lnTo>
                  <a:close/>
                </a:path>
              </a:pathLst>
            </a:custGeom>
            <a:solidFill>
              <a:srgbClr val="000000"/>
            </a:solidFill>
            <a:ln w="25400" cap="flat">
              <a:noFill/>
              <a:prstDash val="solid"/>
              <a:miter/>
            </a:ln>
          </p:spPr>
          <p:txBody>
            <a:bodyPr/>
            <a:lstStyle/>
            <a:p>
              <a:endParaRPr lang="en-US"/>
            </a:p>
          </p:txBody>
        </p:sp>
        <p:sp>
          <p:nvSpPr>
            <p:cNvPr id="20" name="Freeform: Shape 19">
              <a:extLst>
                <a:ext uri="{FF2B5EF4-FFF2-40B4-BE49-F238E27FC236}">
                  <a16:creationId xmlns:a16="http://schemas.microsoft.com/office/drawing/2014/main" id="{9209472B-9A18-A06E-5876-D319E23D5DF6}"/>
                </a:ext>
              </a:extLst>
            </p:cNvPr>
            <p:cNvSpPr/>
            <p:nvPr>
              <p:custDataLst>
                <p:tags r:id="rId13"/>
              </p:custDataLst>
            </p:nvPr>
          </p:nvSpPr>
          <p:spPr>
            <a:xfrm>
              <a:off x="11161346" y="5642909"/>
              <a:ext cx="156675" cy="55204"/>
            </a:xfrm>
            <a:custGeom>
              <a:avLst/>
              <a:gdLst>
                <a:gd name="csX0" fmla="*/ 148865 w 156675"/>
                <a:gd name="csY0" fmla="*/ 9518 h 55204"/>
                <a:gd name="csX1" fmla="*/ 156875 w 156675"/>
                <a:gd name="csY1" fmla="*/ 4800 h 55204"/>
                <a:gd name="csX2" fmla="*/ 149100 w 156675"/>
                <a:gd name="csY2" fmla="*/ 81 h 55204"/>
                <a:gd name="csX3" fmla="*/ 7974 w 156675"/>
                <a:gd name="csY3" fmla="*/ 81 h 55204"/>
                <a:gd name="csX4" fmla="*/ 199 w 156675"/>
                <a:gd name="csY4" fmla="*/ 4800 h 55204"/>
                <a:gd name="csX5" fmla="*/ 8210 w 156675"/>
                <a:gd name="csY5" fmla="*/ 9518 h 55204"/>
                <a:gd name="csX6" fmla="*/ 148865 w 156675"/>
                <a:gd name="csY6" fmla="*/ 9518 h 55204"/>
                <a:gd name="csX7" fmla="*/ 149100 w 156675"/>
                <a:gd name="csY7" fmla="*/ 55286 h 55204"/>
                <a:gd name="csX8" fmla="*/ 156875 w 156675"/>
                <a:gd name="csY8" fmla="*/ 50568 h 55204"/>
                <a:gd name="csX9" fmla="*/ 148865 w 156675"/>
                <a:gd name="csY9" fmla="*/ 45849 h 55204"/>
                <a:gd name="csX10" fmla="*/ 8210 w 156675"/>
                <a:gd name="csY10" fmla="*/ 45849 h 55204"/>
                <a:gd name="csX11" fmla="*/ 199 w 156675"/>
                <a:gd name="csY11" fmla="*/ 50568 h 55204"/>
                <a:gd name="csX12" fmla="*/ 7974 w 156675"/>
                <a:gd name="csY12" fmla="*/ 55286 h 55204"/>
                <a:gd name="csX13" fmla="*/ 149100 w 156675"/>
                <a:gd name="csY13" fmla="*/ 55286 h 552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6675" h="55204">
                  <a:moveTo>
                    <a:pt x="148865" y="9518"/>
                  </a:moveTo>
                  <a:cubicBezTo>
                    <a:pt x="152399" y="9518"/>
                    <a:pt x="156875" y="9518"/>
                    <a:pt x="156875" y="4800"/>
                  </a:cubicBezTo>
                  <a:cubicBezTo>
                    <a:pt x="156875" y="81"/>
                    <a:pt x="152399" y="81"/>
                    <a:pt x="149100" y="81"/>
                  </a:cubicBezTo>
                  <a:lnTo>
                    <a:pt x="7974" y="81"/>
                  </a:lnTo>
                  <a:cubicBezTo>
                    <a:pt x="4676" y="81"/>
                    <a:pt x="199" y="81"/>
                    <a:pt x="199" y="4800"/>
                  </a:cubicBezTo>
                  <a:cubicBezTo>
                    <a:pt x="199" y="9518"/>
                    <a:pt x="4676" y="9518"/>
                    <a:pt x="8210" y="9518"/>
                  </a:cubicBezTo>
                  <a:lnTo>
                    <a:pt x="148865" y="9518"/>
                  </a:lnTo>
                  <a:close/>
                  <a:moveTo>
                    <a:pt x="149100" y="55286"/>
                  </a:moveTo>
                  <a:cubicBezTo>
                    <a:pt x="152399" y="55286"/>
                    <a:pt x="156875" y="55286"/>
                    <a:pt x="156875" y="50568"/>
                  </a:cubicBezTo>
                  <a:cubicBezTo>
                    <a:pt x="156875" y="45849"/>
                    <a:pt x="152399" y="45849"/>
                    <a:pt x="148865" y="45849"/>
                  </a:cubicBezTo>
                  <a:lnTo>
                    <a:pt x="8210" y="45849"/>
                  </a:lnTo>
                  <a:cubicBezTo>
                    <a:pt x="4676" y="45849"/>
                    <a:pt x="199" y="45849"/>
                    <a:pt x="199" y="50568"/>
                  </a:cubicBezTo>
                  <a:cubicBezTo>
                    <a:pt x="199" y="55286"/>
                    <a:pt x="4676" y="55286"/>
                    <a:pt x="7974" y="55286"/>
                  </a:cubicBezTo>
                  <a:lnTo>
                    <a:pt x="149100" y="55286"/>
                  </a:lnTo>
                  <a:close/>
                </a:path>
              </a:pathLst>
            </a:custGeom>
            <a:solidFill>
              <a:srgbClr val="000000"/>
            </a:solidFill>
            <a:ln w="25400" cap="flat">
              <a:noFill/>
              <a:prstDash val="solid"/>
              <a:miter/>
            </a:ln>
          </p:spPr>
          <p:txBody>
            <a:bodyPr/>
            <a:lstStyle/>
            <a:p>
              <a:endParaRPr lang="en-US"/>
            </a:p>
          </p:txBody>
        </p:sp>
        <p:sp>
          <p:nvSpPr>
            <p:cNvPr id="21" name="Freeform: Shape 20">
              <a:extLst>
                <a:ext uri="{FF2B5EF4-FFF2-40B4-BE49-F238E27FC236}">
                  <a16:creationId xmlns:a16="http://schemas.microsoft.com/office/drawing/2014/main" id="{A287ACB3-B774-02CE-98A5-59C8D646CB6C}"/>
                </a:ext>
              </a:extLst>
            </p:cNvPr>
            <p:cNvSpPr/>
            <p:nvPr>
              <p:custDataLst>
                <p:tags r:id="rId14"/>
              </p:custDataLst>
            </p:nvPr>
          </p:nvSpPr>
          <p:spPr>
            <a:xfrm>
              <a:off x="11430769" y="5316631"/>
              <a:ext cx="121806" cy="707517"/>
            </a:xfrm>
            <a:custGeom>
              <a:avLst/>
              <a:gdLst>
                <a:gd name="csX0" fmla="*/ 72540 w 121806"/>
                <a:gd name="csY0" fmla="*/ 440522 h 707517"/>
                <a:gd name="csX1" fmla="*/ 13639 w 121806"/>
                <a:gd name="csY1" fmla="*/ 353941 h 707517"/>
                <a:gd name="csX2" fmla="*/ 72304 w 121806"/>
                <a:gd name="csY2" fmla="*/ 268538 h 707517"/>
                <a:gd name="csX3" fmla="*/ 72540 w 121806"/>
                <a:gd name="csY3" fmla="*/ 267123 h 707517"/>
                <a:gd name="csX4" fmla="*/ 72540 w 121806"/>
                <a:gd name="csY4" fmla="*/ 103632 h 707517"/>
                <a:gd name="csX5" fmla="*/ 74425 w 121806"/>
                <a:gd name="csY5" fmla="*/ 71075 h 707517"/>
                <a:gd name="csX6" fmla="*/ 119896 w 121806"/>
                <a:gd name="csY6" fmla="*/ 11152 h 707517"/>
                <a:gd name="csX7" fmla="*/ 122016 w 121806"/>
                <a:gd name="csY7" fmla="*/ 5490 h 707517"/>
                <a:gd name="csX8" fmla="*/ 116598 w 121806"/>
                <a:gd name="csY8" fmla="*/ 64 h 707517"/>
                <a:gd name="csX9" fmla="*/ 105524 w 121806"/>
                <a:gd name="csY9" fmla="*/ 3839 h 707517"/>
                <a:gd name="csX10" fmla="*/ 49686 w 121806"/>
                <a:gd name="csY10" fmla="*/ 85938 h 707517"/>
                <a:gd name="csX11" fmla="*/ 49686 w 121806"/>
                <a:gd name="csY11" fmla="*/ 253676 h 707517"/>
                <a:gd name="csX12" fmla="*/ 37435 w 121806"/>
                <a:gd name="csY12" fmla="*/ 311475 h 707517"/>
                <a:gd name="csX13" fmla="*/ 3744 w 121806"/>
                <a:gd name="csY13" fmla="*/ 347335 h 707517"/>
                <a:gd name="csX14" fmla="*/ 210 w 121806"/>
                <a:gd name="csY14" fmla="*/ 353705 h 707517"/>
                <a:gd name="csX15" fmla="*/ 2330 w 121806"/>
                <a:gd name="csY15" fmla="*/ 359367 h 707517"/>
                <a:gd name="csX16" fmla="*/ 48980 w 121806"/>
                <a:gd name="csY16" fmla="*/ 432029 h 707517"/>
                <a:gd name="csX17" fmla="*/ 49686 w 121806"/>
                <a:gd name="csY17" fmla="*/ 440522 h 707517"/>
                <a:gd name="csX18" fmla="*/ 49686 w 121806"/>
                <a:gd name="csY18" fmla="*/ 621707 h 707517"/>
                <a:gd name="csX19" fmla="*/ 106938 w 121806"/>
                <a:gd name="csY19" fmla="*/ 704514 h 707517"/>
                <a:gd name="csX20" fmla="*/ 116598 w 121806"/>
                <a:gd name="csY20" fmla="*/ 707581 h 707517"/>
                <a:gd name="csX21" fmla="*/ 122016 w 121806"/>
                <a:gd name="csY21" fmla="*/ 702155 h 707517"/>
                <a:gd name="csX22" fmla="*/ 120838 w 121806"/>
                <a:gd name="csY22" fmla="*/ 697201 h 707517"/>
                <a:gd name="csX23" fmla="*/ 73482 w 121806"/>
                <a:gd name="csY23" fmla="*/ 631144 h 707517"/>
                <a:gd name="csX24" fmla="*/ 72540 w 121806"/>
                <a:gd name="csY24" fmla="*/ 621471 h 707517"/>
                <a:gd name="csX25" fmla="*/ 72540 w 121806"/>
                <a:gd name="csY25" fmla="*/ 440522 h 7075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21806" h="707517">
                  <a:moveTo>
                    <a:pt x="72540" y="440522"/>
                  </a:moveTo>
                  <a:cubicBezTo>
                    <a:pt x="72540" y="414571"/>
                    <a:pt x="54634" y="374701"/>
                    <a:pt x="13639" y="353941"/>
                  </a:cubicBezTo>
                  <a:cubicBezTo>
                    <a:pt x="39084" y="340257"/>
                    <a:pt x="69477" y="312655"/>
                    <a:pt x="72304" y="268538"/>
                  </a:cubicBezTo>
                  <a:lnTo>
                    <a:pt x="72540" y="267123"/>
                  </a:lnTo>
                  <a:lnTo>
                    <a:pt x="72540" y="103632"/>
                  </a:lnTo>
                  <a:cubicBezTo>
                    <a:pt x="72540" y="84287"/>
                    <a:pt x="72540" y="80040"/>
                    <a:pt x="74425" y="71075"/>
                  </a:cubicBezTo>
                  <a:cubicBezTo>
                    <a:pt x="78666" y="52202"/>
                    <a:pt x="89974" y="28846"/>
                    <a:pt x="119896" y="11152"/>
                  </a:cubicBezTo>
                  <a:cubicBezTo>
                    <a:pt x="121781" y="9973"/>
                    <a:pt x="122016" y="9737"/>
                    <a:pt x="122016" y="5490"/>
                  </a:cubicBezTo>
                  <a:cubicBezTo>
                    <a:pt x="122016" y="300"/>
                    <a:pt x="121781" y="64"/>
                    <a:pt x="116598" y="64"/>
                  </a:cubicBezTo>
                  <a:cubicBezTo>
                    <a:pt x="112357" y="64"/>
                    <a:pt x="111885" y="64"/>
                    <a:pt x="105524" y="3839"/>
                  </a:cubicBezTo>
                  <a:cubicBezTo>
                    <a:pt x="52749" y="33800"/>
                    <a:pt x="49686" y="77681"/>
                    <a:pt x="49686" y="85938"/>
                  </a:cubicBezTo>
                  <a:lnTo>
                    <a:pt x="49686" y="253676"/>
                  </a:lnTo>
                  <a:cubicBezTo>
                    <a:pt x="49686" y="270662"/>
                    <a:pt x="49686" y="289771"/>
                    <a:pt x="37435" y="311475"/>
                  </a:cubicBezTo>
                  <a:cubicBezTo>
                    <a:pt x="26597" y="330821"/>
                    <a:pt x="13875" y="340493"/>
                    <a:pt x="3744" y="347335"/>
                  </a:cubicBezTo>
                  <a:cubicBezTo>
                    <a:pt x="446" y="349458"/>
                    <a:pt x="210" y="349694"/>
                    <a:pt x="210" y="353705"/>
                  </a:cubicBezTo>
                  <a:cubicBezTo>
                    <a:pt x="210" y="357951"/>
                    <a:pt x="446" y="358187"/>
                    <a:pt x="2330" y="359367"/>
                  </a:cubicBezTo>
                  <a:cubicBezTo>
                    <a:pt x="22357" y="372578"/>
                    <a:pt x="43796" y="393575"/>
                    <a:pt x="48980" y="432029"/>
                  </a:cubicBezTo>
                  <a:cubicBezTo>
                    <a:pt x="49686" y="437220"/>
                    <a:pt x="49686" y="437691"/>
                    <a:pt x="49686" y="440522"/>
                  </a:cubicBezTo>
                  <a:lnTo>
                    <a:pt x="49686" y="621707"/>
                  </a:lnTo>
                  <a:cubicBezTo>
                    <a:pt x="49686" y="640817"/>
                    <a:pt x="61467" y="680451"/>
                    <a:pt x="106938" y="704514"/>
                  </a:cubicBezTo>
                  <a:cubicBezTo>
                    <a:pt x="112357" y="707581"/>
                    <a:pt x="112828" y="707581"/>
                    <a:pt x="116598" y="707581"/>
                  </a:cubicBezTo>
                  <a:cubicBezTo>
                    <a:pt x="121781" y="707581"/>
                    <a:pt x="122016" y="707345"/>
                    <a:pt x="122016" y="702155"/>
                  </a:cubicBezTo>
                  <a:cubicBezTo>
                    <a:pt x="122016" y="697909"/>
                    <a:pt x="121781" y="697673"/>
                    <a:pt x="120838" y="697201"/>
                  </a:cubicBezTo>
                  <a:cubicBezTo>
                    <a:pt x="110707" y="690831"/>
                    <a:pt x="79844" y="672194"/>
                    <a:pt x="73482" y="631144"/>
                  </a:cubicBezTo>
                  <a:cubicBezTo>
                    <a:pt x="72540" y="625010"/>
                    <a:pt x="72540" y="624538"/>
                    <a:pt x="72540" y="621471"/>
                  </a:cubicBezTo>
                  <a:lnTo>
                    <a:pt x="72540" y="440522"/>
                  </a:lnTo>
                  <a:close/>
                </a:path>
              </a:pathLst>
            </a:custGeom>
            <a:solidFill>
              <a:srgbClr val="000000"/>
            </a:solidFill>
            <a:ln w="25400" cap="flat">
              <a:noFill/>
              <a:prstDash val="solid"/>
              <a:miter/>
            </a:ln>
          </p:spPr>
          <p:txBody>
            <a:bodyPr/>
            <a:lstStyle/>
            <a:p>
              <a:endParaRPr lang="en-US"/>
            </a:p>
          </p:txBody>
        </p:sp>
        <p:sp>
          <p:nvSpPr>
            <p:cNvPr id="22" name="Freeform: Shape 21">
              <a:extLst>
                <a:ext uri="{FF2B5EF4-FFF2-40B4-BE49-F238E27FC236}">
                  <a16:creationId xmlns:a16="http://schemas.microsoft.com/office/drawing/2014/main" id="{4512C15A-4C18-0E63-AF78-2E263A84EE8A}"/>
                </a:ext>
              </a:extLst>
            </p:cNvPr>
            <p:cNvSpPr/>
            <p:nvPr>
              <p:custDataLst>
                <p:tags r:id="rId15"/>
              </p:custDataLst>
            </p:nvPr>
          </p:nvSpPr>
          <p:spPr>
            <a:xfrm>
              <a:off x="11606189" y="5504896"/>
              <a:ext cx="143952" cy="9436"/>
            </a:xfrm>
            <a:custGeom>
              <a:avLst/>
              <a:gdLst>
                <a:gd name="csX0" fmla="*/ 135925 w 143952"/>
                <a:gd name="csY0" fmla="*/ 9511 h 9436"/>
                <a:gd name="csX1" fmla="*/ 144171 w 143952"/>
                <a:gd name="csY1" fmla="*/ 4793 h 9436"/>
                <a:gd name="csX2" fmla="*/ 135925 w 143952"/>
                <a:gd name="csY2" fmla="*/ 74 h 9436"/>
                <a:gd name="csX3" fmla="*/ 8464 w 143952"/>
                <a:gd name="csY3" fmla="*/ 74 h 9436"/>
                <a:gd name="csX4" fmla="*/ 218 w 143952"/>
                <a:gd name="csY4" fmla="*/ 4793 h 9436"/>
                <a:gd name="csX5" fmla="*/ 8464 w 143952"/>
                <a:gd name="csY5" fmla="*/ 9511 h 9436"/>
                <a:gd name="csX6" fmla="*/ 135925 w 143952"/>
                <a:gd name="csY6" fmla="*/ 9511 h 943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3952" h="9436">
                  <a:moveTo>
                    <a:pt x="135925" y="9511"/>
                  </a:moveTo>
                  <a:cubicBezTo>
                    <a:pt x="139930" y="9511"/>
                    <a:pt x="144171" y="9511"/>
                    <a:pt x="144171" y="4793"/>
                  </a:cubicBezTo>
                  <a:cubicBezTo>
                    <a:pt x="144171" y="74"/>
                    <a:pt x="139930" y="74"/>
                    <a:pt x="135925" y="74"/>
                  </a:cubicBezTo>
                  <a:lnTo>
                    <a:pt x="8464" y="74"/>
                  </a:lnTo>
                  <a:cubicBezTo>
                    <a:pt x="4459" y="74"/>
                    <a:pt x="218" y="74"/>
                    <a:pt x="218" y="4793"/>
                  </a:cubicBezTo>
                  <a:cubicBezTo>
                    <a:pt x="218" y="9511"/>
                    <a:pt x="4459" y="9511"/>
                    <a:pt x="8464" y="9511"/>
                  </a:cubicBezTo>
                  <a:lnTo>
                    <a:pt x="135925" y="9511"/>
                  </a:lnTo>
                  <a:close/>
                </a:path>
              </a:pathLst>
            </a:custGeom>
            <a:solidFill>
              <a:srgbClr val="000000"/>
            </a:solidFill>
            <a:ln w="25400" cap="flat">
              <a:noFill/>
              <a:prstDash val="solid"/>
              <a:miter/>
            </a:ln>
          </p:spPr>
          <p:txBody>
            <a:bodyPr/>
            <a:lstStyle/>
            <a:p>
              <a:endParaRPr lang="en-US"/>
            </a:p>
          </p:txBody>
        </p:sp>
        <p:sp>
          <p:nvSpPr>
            <p:cNvPr id="23" name="Freeform: Shape 22">
              <a:extLst>
                <a:ext uri="{FF2B5EF4-FFF2-40B4-BE49-F238E27FC236}">
                  <a16:creationId xmlns:a16="http://schemas.microsoft.com/office/drawing/2014/main" id="{485AFF56-CE98-BCE9-3F20-A634597E5F4E}"/>
                </a:ext>
              </a:extLst>
            </p:cNvPr>
            <p:cNvSpPr/>
            <p:nvPr>
              <p:custDataLst>
                <p:tags r:id="rId16"/>
              </p:custDataLst>
            </p:nvPr>
          </p:nvSpPr>
          <p:spPr>
            <a:xfrm>
              <a:off x="11793206" y="5391656"/>
              <a:ext cx="54659" cy="235917"/>
            </a:xfrm>
            <a:custGeom>
              <a:avLst/>
              <a:gdLst>
                <a:gd name="csX0" fmla="*/ 54886 w 54659"/>
                <a:gd name="csY0" fmla="*/ 233633 h 235917"/>
                <a:gd name="csX1" fmla="*/ 50880 w 54659"/>
                <a:gd name="csY1" fmla="*/ 228443 h 235917"/>
                <a:gd name="csX2" fmla="*/ 13891 w 54659"/>
                <a:gd name="csY2" fmla="*/ 118033 h 235917"/>
                <a:gd name="csX3" fmla="*/ 51823 w 54659"/>
                <a:gd name="csY3" fmla="*/ 6444 h 235917"/>
                <a:gd name="csX4" fmla="*/ 54886 w 54659"/>
                <a:gd name="csY4" fmla="*/ 2434 h 235917"/>
                <a:gd name="csX5" fmla="*/ 52529 w 54659"/>
                <a:gd name="csY5" fmla="*/ 74 h 235917"/>
                <a:gd name="csX6" fmla="*/ 15069 w 54659"/>
                <a:gd name="csY6" fmla="*/ 46078 h 235917"/>
                <a:gd name="csX7" fmla="*/ 226 w 54659"/>
                <a:gd name="csY7" fmla="*/ 118033 h 235917"/>
                <a:gd name="csX8" fmla="*/ 15776 w 54659"/>
                <a:gd name="csY8" fmla="*/ 191640 h 235917"/>
                <a:gd name="csX9" fmla="*/ 52529 w 54659"/>
                <a:gd name="csY9" fmla="*/ 235992 h 235917"/>
                <a:gd name="csX10" fmla="*/ 54886 w 54659"/>
                <a:gd name="csY10" fmla="*/ 233633 h 2359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4659" h="235917">
                  <a:moveTo>
                    <a:pt x="54886" y="233633"/>
                  </a:moveTo>
                  <a:cubicBezTo>
                    <a:pt x="54886" y="232925"/>
                    <a:pt x="54886" y="232453"/>
                    <a:pt x="50880" y="228443"/>
                  </a:cubicBezTo>
                  <a:cubicBezTo>
                    <a:pt x="21430" y="198717"/>
                    <a:pt x="13891" y="154129"/>
                    <a:pt x="13891" y="118033"/>
                  </a:cubicBezTo>
                  <a:cubicBezTo>
                    <a:pt x="13891" y="76984"/>
                    <a:pt x="22844" y="35934"/>
                    <a:pt x="51823" y="6444"/>
                  </a:cubicBezTo>
                  <a:cubicBezTo>
                    <a:pt x="54886" y="3613"/>
                    <a:pt x="54886" y="3141"/>
                    <a:pt x="54886" y="2434"/>
                  </a:cubicBezTo>
                  <a:cubicBezTo>
                    <a:pt x="54886" y="782"/>
                    <a:pt x="53943" y="74"/>
                    <a:pt x="52529" y="74"/>
                  </a:cubicBezTo>
                  <a:cubicBezTo>
                    <a:pt x="50173" y="74"/>
                    <a:pt x="28969" y="16117"/>
                    <a:pt x="15069" y="46078"/>
                  </a:cubicBezTo>
                  <a:cubicBezTo>
                    <a:pt x="3053" y="72029"/>
                    <a:pt x="226" y="98216"/>
                    <a:pt x="226" y="118033"/>
                  </a:cubicBezTo>
                  <a:cubicBezTo>
                    <a:pt x="226" y="136435"/>
                    <a:pt x="2817" y="164981"/>
                    <a:pt x="15776" y="191640"/>
                  </a:cubicBezTo>
                  <a:cubicBezTo>
                    <a:pt x="29912" y="220657"/>
                    <a:pt x="50173" y="235992"/>
                    <a:pt x="52529" y="235992"/>
                  </a:cubicBezTo>
                  <a:cubicBezTo>
                    <a:pt x="53943" y="235992"/>
                    <a:pt x="54886" y="235284"/>
                    <a:pt x="54886" y="233633"/>
                  </a:cubicBezTo>
                  <a:close/>
                </a:path>
              </a:pathLst>
            </a:custGeom>
            <a:solidFill>
              <a:srgbClr val="000000"/>
            </a:solidFill>
            <a:ln w="25400" cap="flat">
              <a:noFill/>
              <a:prstDash val="solid"/>
              <a:miter/>
            </a:ln>
          </p:spPr>
          <p:txBody>
            <a:bodyPr/>
            <a:lstStyle/>
            <a:p>
              <a:endParaRPr lang="en-US"/>
            </a:p>
          </p:txBody>
        </p:sp>
        <p:sp>
          <p:nvSpPr>
            <p:cNvPr id="24" name="Freeform: Shape 23">
              <a:extLst>
                <a:ext uri="{FF2B5EF4-FFF2-40B4-BE49-F238E27FC236}">
                  <a16:creationId xmlns:a16="http://schemas.microsoft.com/office/drawing/2014/main" id="{4E4167EB-987A-B6BE-07EF-7DA63E2F29C7}"/>
                </a:ext>
              </a:extLst>
            </p:cNvPr>
            <p:cNvSpPr/>
            <p:nvPr>
              <p:custDataLst>
                <p:tags r:id="rId17"/>
              </p:custDataLst>
            </p:nvPr>
          </p:nvSpPr>
          <p:spPr>
            <a:xfrm>
              <a:off x="11912272" y="5404867"/>
              <a:ext cx="62905" cy="36331"/>
            </a:xfrm>
            <a:custGeom>
              <a:avLst/>
              <a:gdLst>
                <a:gd name="csX0" fmla="*/ 31801 w 62905"/>
                <a:gd name="csY0" fmla="*/ 74 h 36331"/>
                <a:gd name="csX1" fmla="*/ 231 w 62905"/>
                <a:gd name="csY1" fmla="*/ 32159 h 36331"/>
                <a:gd name="csX2" fmla="*/ 4471 w 62905"/>
                <a:gd name="csY2" fmla="*/ 36406 h 36331"/>
                <a:gd name="csX3" fmla="*/ 31801 w 62905"/>
                <a:gd name="csY3" fmla="*/ 12342 h 36331"/>
                <a:gd name="csX4" fmla="*/ 58896 w 62905"/>
                <a:gd name="csY4" fmla="*/ 36406 h 36331"/>
                <a:gd name="csX5" fmla="*/ 63136 w 62905"/>
                <a:gd name="csY5" fmla="*/ 32159 h 36331"/>
                <a:gd name="csX6" fmla="*/ 31801 w 62905"/>
                <a:gd name="csY6" fmla="*/ 74 h 36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2905" h="36331">
                  <a:moveTo>
                    <a:pt x="31801" y="74"/>
                  </a:moveTo>
                  <a:lnTo>
                    <a:pt x="231" y="32159"/>
                  </a:lnTo>
                  <a:lnTo>
                    <a:pt x="4471" y="36406"/>
                  </a:lnTo>
                  <a:lnTo>
                    <a:pt x="31801" y="12342"/>
                  </a:lnTo>
                  <a:lnTo>
                    <a:pt x="58896" y="36406"/>
                  </a:lnTo>
                  <a:lnTo>
                    <a:pt x="63136" y="32159"/>
                  </a:lnTo>
                  <a:lnTo>
                    <a:pt x="31801" y="74"/>
                  </a:lnTo>
                  <a:close/>
                </a:path>
              </a:pathLst>
            </a:custGeom>
            <a:solidFill>
              <a:srgbClr val="000000"/>
            </a:solidFill>
            <a:ln w="25400" cap="flat">
              <a:noFill/>
              <a:prstDash val="solid"/>
              <a:miter/>
            </a:ln>
          </p:spPr>
          <p:txBody>
            <a:bodyPr/>
            <a:lstStyle/>
            <a:p>
              <a:endParaRPr lang="en-US"/>
            </a:p>
          </p:txBody>
        </p:sp>
        <p:sp>
          <p:nvSpPr>
            <p:cNvPr id="25" name="Freeform: Shape 24">
              <a:extLst>
                <a:ext uri="{FF2B5EF4-FFF2-40B4-BE49-F238E27FC236}">
                  <a16:creationId xmlns:a16="http://schemas.microsoft.com/office/drawing/2014/main" id="{3CCD22C2-B11D-CCCF-5C6A-E6B105388D97}"/>
                </a:ext>
              </a:extLst>
            </p:cNvPr>
            <p:cNvSpPr/>
            <p:nvPr>
              <p:custDataLst>
                <p:tags r:id="rId18"/>
              </p:custDataLst>
            </p:nvPr>
          </p:nvSpPr>
          <p:spPr>
            <a:xfrm>
              <a:off x="11871164" y="5464319"/>
              <a:ext cx="132172" cy="106870"/>
            </a:xfrm>
            <a:custGeom>
              <a:avLst/>
              <a:gdLst>
                <a:gd name="csX0" fmla="*/ 102952 w 132172"/>
                <a:gd name="csY0" fmla="*/ 48673 h 106870"/>
                <a:gd name="csX1" fmla="*/ 63607 w 132172"/>
                <a:gd name="csY1" fmla="*/ 74 h 106870"/>
                <a:gd name="csX2" fmla="*/ 230 w 132172"/>
                <a:gd name="csY2" fmla="*/ 67075 h 106870"/>
                <a:gd name="csX3" fmla="*/ 38397 w 132172"/>
                <a:gd name="csY3" fmla="*/ 106945 h 106870"/>
                <a:gd name="csX4" fmla="*/ 88109 w 132172"/>
                <a:gd name="csY4" fmla="*/ 87128 h 106870"/>
                <a:gd name="csX5" fmla="*/ 109549 w 132172"/>
                <a:gd name="csY5" fmla="*/ 106945 h 106870"/>
                <a:gd name="csX6" fmla="*/ 129340 w 132172"/>
                <a:gd name="csY6" fmla="*/ 90195 h 106870"/>
                <a:gd name="csX7" fmla="*/ 126512 w 132172"/>
                <a:gd name="csY7" fmla="*/ 87836 h 106870"/>
                <a:gd name="csX8" fmla="*/ 123450 w 132172"/>
                <a:gd name="csY8" fmla="*/ 90195 h 106870"/>
                <a:gd name="csX9" fmla="*/ 110256 w 132172"/>
                <a:gd name="csY9" fmla="*/ 101755 h 106870"/>
                <a:gd name="csX10" fmla="*/ 102952 w 132172"/>
                <a:gd name="csY10" fmla="*/ 77691 h 106870"/>
                <a:gd name="csX11" fmla="*/ 105308 w 132172"/>
                <a:gd name="csY11" fmla="*/ 69434 h 106870"/>
                <a:gd name="csX12" fmla="*/ 132403 w 132172"/>
                <a:gd name="csY12" fmla="*/ 13994 h 106870"/>
                <a:gd name="csX13" fmla="*/ 129575 w 132172"/>
                <a:gd name="csY13" fmla="*/ 11634 h 106870"/>
                <a:gd name="csX14" fmla="*/ 126041 w 132172"/>
                <a:gd name="csY14" fmla="*/ 16589 h 106870"/>
                <a:gd name="csX15" fmla="*/ 102952 w 132172"/>
                <a:gd name="csY15" fmla="*/ 63300 h 106870"/>
                <a:gd name="csX16" fmla="*/ 102952 w 132172"/>
                <a:gd name="csY16" fmla="*/ 48673 h 106870"/>
                <a:gd name="csX17" fmla="*/ 87167 w 132172"/>
                <a:gd name="csY17" fmla="*/ 80994 h 106870"/>
                <a:gd name="csX18" fmla="*/ 38868 w 132172"/>
                <a:gd name="csY18" fmla="*/ 101755 h 106870"/>
                <a:gd name="csX19" fmla="*/ 17664 w 132172"/>
                <a:gd name="csY19" fmla="*/ 76040 h 106870"/>
                <a:gd name="csX20" fmla="*/ 31329 w 132172"/>
                <a:gd name="csY20" fmla="*/ 26969 h 106870"/>
                <a:gd name="csX21" fmla="*/ 63371 w 132172"/>
                <a:gd name="csY21" fmla="*/ 5265 h 106870"/>
                <a:gd name="csX22" fmla="*/ 86696 w 132172"/>
                <a:gd name="csY22" fmla="*/ 54571 h 106870"/>
                <a:gd name="csX23" fmla="*/ 87167 w 132172"/>
                <a:gd name="csY23" fmla="*/ 80994 h 1068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32172" h="106870">
                  <a:moveTo>
                    <a:pt x="102952" y="48673"/>
                  </a:moveTo>
                  <a:cubicBezTo>
                    <a:pt x="102952" y="11634"/>
                    <a:pt x="81041" y="74"/>
                    <a:pt x="63607" y="74"/>
                  </a:cubicBezTo>
                  <a:cubicBezTo>
                    <a:pt x="31329" y="74"/>
                    <a:pt x="230" y="33811"/>
                    <a:pt x="230" y="67075"/>
                  </a:cubicBezTo>
                  <a:cubicBezTo>
                    <a:pt x="230" y="89015"/>
                    <a:pt x="14366" y="106945"/>
                    <a:pt x="38397" y="106945"/>
                  </a:cubicBezTo>
                  <a:cubicBezTo>
                    <a:pt x="53240" y="106945"/>
                    <a:pt x="70204" y="101519"/>
                    <a:pt x="88109" y="87128"/>
                  </a:cubicBezTo>
                  <a:cubicBezTo>
                    <a:pt x="91172" y="99632"/>
                    <a:pt x="98947" y="106945"/>
                    <a:pt x="109549" y="106945"/>
                  </a:cubicBezTo>
                  <a:cubicBezTo>
                    <a:pt x="122036" y="106945"/>
                    <a:pt x="129340" y="93970"/>
                    <a:pt x="129340" y="90195"/>
                  </a:cubicBezTo>
                  <a:cubicBezTo>
                    <a:pt x="129340" y="88544"/>
                    <a:pt x="127926" y="87836"/>
                    <a:pt x="126512" y="87836"/>
                  </a:cubicBezTo>
                  <a:cubicBezTo>
                    <a:pt x="124863" y="87836"/>
                    <a:pt x="124156" y="88544"/>
                    <a:pt x="123450" y="90195"/>
                  </a:cubicBezTo>
                  <a:cubicBezTo>
                    <a:pt x="119209" y="101755"/>
                    <a:pt x="110727" y="101755"/>
                    <a:pt x="110256" y="101755"/>
                  </a:cubicBezTo>
                  <a:cubicBezTo>
                    <a:pt x="102952" y="101755"/>
                    <a:pt x="102952" y="83353"/>
                    <a:pt x="102952" y="77691"/>
                  </a:cubicBezTo>
                  <a:cubicBezTo>
                    <a:pt x="102952" y="72737"/>
                    <a:pt x="102952" y="72265"/>
                    <a:pt x="105308" y="69434"/>
                  </a:cubicBezTo>
                  <a:cubicBezTo>
                    <a:pt x="127455" y="41596"/>
                    <a:pt x="132403" y="14229"/>
                    <a:pt x="132403" y="13994"/>
                  </a:cubicBezTo>
                  <a:cubicBezTo>
                    <a:pt x="132403" y="13522"/>
                    <a:pt x="132167" y="11634"/>
                    <a:pt x="129575" y="11634"/>
                  </a:cubicBezTo>
                  <a:cubicBezTo>
                    <a:pt x="127219" y="11634"/>
                    <a:pt x="127219" y="12342"/>
                    <a:pt x="126041" y="16589"/>
                  </a:cubicBezTo>
                  <a:cubicBezTo>
                    <a:pt x="121800" y="31451"/>
                    <a:pt x="114026" y="49381"/>
                    <a:pt x="102952" y="63300"/>
                  </a:cubicBezTo>
                  <a:lnTo>
                    <a:pt x="102952" y="48673"/>
                  </a:lnTo>
                  <a:close/>
                  <a:moveTo>
                    <a:pt x="87167" y="80994"/>
                  </a:moveTo>
                  <a:cubicBezTo>
                    <a:pt x="66434" y="99160"/>
                    <a:pt x="48293" y="101755"/>
                    <a:pt x="38868" y="101755"/>
                  </a:cubicBezTo>
                  <a:cubicBezTo>
                    <a:pt x="24732" y="101755"/>
                    <a:pt x="17664" y="91139"/>
                    <a:pt x="17664" y="76040"/>
                  </a:cubicBezTo>
                  <a:cubicBezTo>
                    <a:pt x="17664" y="64480"/>
                    <a:pt x="23790" y="39001"/>
                    <a:pt x="31329" y="26969"/>
                  </a:cubicBezTo>
                  <a:cubicBezTo>
                    <a:pt x="42402" y="9747"/>
                    <a:pt x="55125" y="5265"/>
                    <a:pt x="63371" y="5265"/>
                  </a:cubicBezTo>
                  <a:cubicBezTo>
                    <a:pt x="86696" y="5265"/>
                    <a:pt x="86696" y="36170"/>
                    <a:pt x="86696" y="54571"/>
                  </a:cubicBezTo>
                  <a:cubicBezTo>
                    <a:pt x="86696" y="63300"/>
                    <a:pt x="86696" y="76984"/>
                    <a:pt x="87167" y="80994"/>
                  </a:cubicBezTo>
                  <a:close/>
                </a:path>
              </a:pathLst>
            </a:custGeom>
            <a:solidFill>
              <a:srgbClr val="000000"/>
            </a:solidFill>
            <a:ln w="25400" cap="flat">
              <a:noFill/>
              <a:prstDash val="solid"/>
              <a:miter/>
            </a:ln>
          </p:spPr>
          <p:txBody>
            <a:bodyPr/>
            <a:lstStyle/>
            <a:p>
              <a:endParaRPr lang="en-US"/>
            </a:p>
          </p:txBody>
        </p:sp>
        <p:sp>
          <p:nvSpPr>
            <p:cNvPr id="26" name="Freeform: Shape 25">
              <a:extLst>
                <a:ext uri="{FF2B5EF4-FFF2-40B4-BE49-F238E27FC236}">
                  <a16:creationId xmlns:a16="http://schemas.microsoft.com/office/drawing/2014/main" id="{B63F1BB7-9BB7-3D88-F4D5-5E1D419DCDF7}"/>
                </a:ext>
              </a:extLst>
            </p:cNvPr>
            <p:cNvSpPr/>
            <p:nvPr>
              <p:custDataLst>
                <p:tags r:id="rId19"/>
              </p:custDataLst>
            </p:nvPr>
          </p:nvSpPr>
          <p:spPr>
            <a:xfrm>
              <a:off x="12078640" y="5431054"/>
              <a:ext cx="156675" cy="157121"/>
            </a:xfrm>
            <a:custGeom>
              <a:avLst/>
              <a:gdLst>
                <a:gd name="csX0" fmla="*/ 83406 w 156675"/>
                <a:gd name="csY0" fmla="*/ 83353 h 157121"/>
                <a:gd name="csX1" fmla="*/ 149139 w 156675"/>
                <a:gd name="csY1" fmla="*/ 83353 h 157121"/>
                <a:gd name="csX2" fmla="*/ 156914 w 156675"/>
                <a:gd name="csY2" fmla="*/ 78635 h 157121"/>
                <a:gd name="csX3" fmla="*/ 149139 w 156675"/>
                <a:gd name="csY3" fmla="*/ 73917 h 157121"/>
                <a:gd name="csX4" fmla="*/ 83406 w 156675"/>
                <a:gd name="csY4" fmla="*/ 73917 h 157121"/>
                <a:gd name="csX5" fmla="*/ 83406 w 156675"/>
                <a:gd name="csY5" fmla="*/ 7860 h 157121"/>
                <a:gd name="csX6" fmla="*/ 78694 w 156675"/>
                <a:gd name="csY6" fmla="*/ 74 h 157121"/>
                <a:gd name="csX7" fmla="*/ 73982 w 156675"/>
                <a:gd name="csY7" fmla="*/ 7860 h 157121"/>
                <a:gd name="csX8" fmla="*/ 73982 w 156675"/>
                <a:gd name="csY8" fmla="*/ 73917 h 157121"/>
                <a:gd name="csX9" fmla="*/ 8013 w 156675"/>
                <a:gd name="csY9" fmla="*/ 73917 h 157121"/>
                <a:gd name="csX10" fmla="*/ 238 w 156675"/>
                <a:gd name="csY10" fmla="*/ 78635 h 157121"/>
                <a:gd name="csX11" fmla="*/ 8013 w 156675"/>
                <a:gd name="csY11" fmla="*/ 83353 h 157121"/>
                <a:gd name="csX12" fmla="*/ 73982 w 156675"/>
                <a:gd name="csY12" fmla="*/ 83353 h 157121"/>
                <a:gd name="csX13" fmla="*/ 73982 w 156675"/>
                <a:gd name="csY13" fmla="*/ 149410 h 157121"/>
                <a:gd name="csX14" fmla="*/ 78694 w 156675"/>
                <a:gd name="csY14" fmla="*/ 157196 h 157121"/>
                <a:gd name="csX15" fmla="*/ 83406 w 156675"/>
                <a:gd name="csY15" fmla="*/ 149410 h 157121"/>
                <a:gd name="csX16" fmla="*/ 83406 w 156675"/>
                <a:gd name="csY16" fmla="*/ 83353 h 1571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56675" h="157121">
                  <a:moveTo>
                    <a:pt x="83406" y="83353"/>
                  </a:moveTo>
                  <a:lnTo>
                    <a:pt x="149139" y="83353"/>
                  </a:lnTo>
                  <a:cubicBezTo>
                    <a:pt x="152437" y="83353"/>
                    <a:pt x="156914" y="83353"/>
                    <a:pt x="156914" y="78635"/>
                  </a:cubicBezTo>
                  <a:cubicBezTo>
                    <a:pt x="156914" y="73917"/>
                    <a:pt x="152437" y="73917"/>
                    <a:pt x="149139" y="73917"/>
                  </a:cubicBezTo>
                  <a:lnTo>
                    <a:pt x="83406" y="73917"/>
                  </a:lnTo>
                  <a:lnTo>
                    <a:pt x="83406" y="7860"/>
                  </a:lnTo>
                  <a:cubicBezTo>
                    <a:pt x="83406" y="4557"/>
                    <a:pt x="83406" y="74"/>
                    <a:pt x="78694" y="74"/>
                  </a:cubicBezTo>
                  <a:cubicBezTo>
                    <a:pt x="73982" y="74"/>
                    <a:pt x="73982" y="4557"/>
                    <a:pt x="73982" y="7860"/>
                  </a:cubicBezTo>
                  <a:lnTo>
                    <a:pt x="73982" y="73917"/>
                  </a:lnTo>
                  <a:lnTo>
                    <a:pt x="8013" y="73917"/>
                  </a:lnTo>
                  <a:cubicBezTo>
                    <a:pt x="4715" y="73917"/>
                    <a:pt x="238" y="73917"/>
                    <a:pt x="238" y="78635"/>
                  </a:cubicBezTo>
                  <a:cubicBezTo>
                    <a:pt x="238" y="83353"/>
                    <a:pt x="4715" y="83353"/>
                    <a:pt x="8013" y="83353"/>
                  </a:cubicBezTo>
                  <a:lnTo>
                    <a:pt x="73982" y="83353"/>
                  </a:lnTo>
                  <a:lnTo>
                    <a:pt x="73982" y="149410"/>
                  </a:lnTo>
                  <a:cubicBezTo>
                    <a:pt x="73982" y="152713"/>
                    <a:pt x="73982" y="157196"/>
                    <a:pt x="78694" y="157196"/>
                  </a:cubicBezTo>
                  <a:cubicBezTo>
                    <a:pt x="83406" y="157196"/>
                    <a:pt x="83406" y="152713"/>
                    <a:pt x="83406" y="149410"/>
                  </a:cubicBezTo>
                  <a:lnTo>
                    <a:pt x="83406" y="83353"/>
                  </a:lnTo>
                  <a:close/>
                </a:path>
              </a:pathLst>
            </a:custGeom>
            <a:solidFill>
              <a:srgbClr val="000000"/>
            </a:solidFill>
            <a:ln w="25400" cap="flat">
              <a:noFill/>
              <a:prstDash val="solid"/>
              <a:miter/>
            </a:ln>
          </p:spPr>
          <p:txBody>
            <a:bodyPr/>
            <a:lstStyle/>
            <a:p>
              <a:endParaRPr lang="en-US"/>
            </a:p>
          </p:txBody>
        </p:sp>
        <p:sp>
          <p:nvSpPr>
            <p:cNvPr id="27" name="Freeform: Shape 26">
              <a:extLst>
                <a:ext uri="{FF2B5EF4-FFF2-40B4-BE49-F238E27FC236}">
                  <a16:creationId xmlns:a16="http://schemas.microsoft.com/office/drawing/2014/main" id="{416A9612-FA6F-238C-86A1-64E2FD54EE64}"/>
                </a:ext>
              </a:extLst>
            </p:cNvPr>
            <p:cNvSpPr/>
            <p:nvPr>
              <p:custDataLst>
                <p:tags r:id="rId20"/>
              </p:custDataLst>
            </p:nvPr>
          </p:nvSpPr>
          <p:spPr>
            <a:xfrm>
              <a:off x="12361960" y="5342611"/>
              <a:ext cx="62905" cy="36331"/>
            </a:xfrm>
            <a:custGeom>
              <a:avLst/>
              <a:gdLst>
                <a:gd name="csX0" fmla="*/ 31820 w 62905"/>
                <a:gd name="csY0" fmla="*/ 72 h 36331"/>
                <a:gd name="csX1" fmla="*/ 250 w 62905"/>
                <a:gd name="csY1" fmla="*/ 32157 h 36331"/>
                <a:gd name="csX2" fmla="*/ 4490 w 62905"/>
                <a:gd name="csY2" fmla="*/ 36403 h 36331"/>
                <a:gd name="csX3" fmla="*/ 31820 w 62905"/>
                <a:gd name="csY3" fmla="*/ 12339 h 36331"/>
                <a:gd name="csX4" fmla="*/ 58915 w 62905"/>
                <a:gd name="csY4" fmla="*/ 36403 h 36331"/>
                <a:gd name="csX5" fmla="*/ 63155 w 62905"/>
                <a:gd name="csY5" fmla="*/ 32157 h 36331"/>
                <a:gd name="csX6" fmla="*/ 31820 w 62905"/>
                <a:gd name="csY6" fmla="*/ 72 h 36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2905" h="36331">
                  <a:moveTo>
                    <a:pt x="31820" y="72"/>
                  </a:moveTo>
                  <a:lnTo>
                    <a:pt x="250" y="32157"/>
                  </a:lnTo>
                  <a:lnTo>
                    <a:pt x="4490" y="36403"/>
                  </a:lnTo>
                  <a:lnTo>
                    <a:pt x="31820" y="12339"/>
                  </a:lnTo>
                  <a:lnTo>
                    <a:pt x="58915" y="36403"/>
                  </a:lnTo>
                  <a:lnTo>
                    <a:pt x="63155" y="32157"/>
                  </a:lnTo>
                  <a:lnTo>
                    <a:pt x="31820" y="72"/>
                  </a:lnTo>
                  <a:close/>
                </a:path>
              </a:pathLst>
            </a:custGeom>
            <a:solidFill>
              <a:srgbClr val="000000"/>
            </a:solidFill>
            <a:ln w="25400" cap="flat">
              <a:noFill/>
              <a:prstDash val="solid"/>
              <a:miter/>
            </a:ln>
          </p:spPr>
          <p:txBody>
            <a:bodyPr/>
            <a:lstStyle/>
            <a:p>
              <a:endParaRPr lang="en-US"/>
            </a:p>
          </p:txBody>
        </p:sp>
        <p:sp>
          <p:nvSpPr>
            <p:cNvPr id="28" name="Freeform: Shape 27">
              <a:extLst>
                <a:ext uri="{FF2B5EF4-FFF2-40B4-BE49-F238E27FC236}">
                  <a16:creationId xmlns:a16="http://schemas.microsoft.com/office/drawing/2014/main" id="{CB03195C-BAFB-2E74-0FB2-04415ABA3638}"/>
                </a:ext>
              </a:extLst>
            </p:cNvPr>
            <p:cNvSpPr/>
            <p:nvPr>
              <p:custDataLst>
                <p:tags r:id="rId21"/>
              </p:custDataLst>
            </p:nvPr>
          </p:nvSpPr>
          <p:spPr>
            <a:xfrm>
              <a:off x="12308086" y="5402036"/>
              <a:ext cx="128433" cy="212325"/>
            </a:xfrm>
            <a:custGeom>
              <a:avLst/>
              <a:gdLst>
                <a:gd name="csX0" fmla="*/ 128681 w 128433"/>
                <a:gd name="csY0" fmla="*/ 32395 h 212325"/>
                <a:gd name="csX1" fmla="*/ 96639 w 128433"/>
                <a:gd name="csY1" fmla="*/ 74 h 212325"/>
                <a:gd name="csX2" fmla="*/ 68132 w 128433"/>
                <a:gd name="csY2" fmla="*/ 9983 h 212325"/>
                <a:gd name="csX3" fmla="*/ 37739 w 128433"/>
                <a:gd name="csY3" fmla="*/ 60233 h 212325"/>
                <a:gd name="csX4" fmla="*/ 278 w 128433"/>
                <a:gd name="csY4" fmla="*/ 210041 h 212325"/>
                <a:gd name="csX5" fmla="*/ 3105 w 128433"/>
                <a:gd name="csY5" fmla="*/ 212400 h 212325"/>
                <a:gd name="csX6" fmla="*/ 5933 w 128433"/>
                <a:gd name="csY6" fmla="*/ 211221 h 212325"/>
                <a:gd name="csX7" fmla="*/ 22425 w 128433"/>
                <a:gd name="csY7" fmla="*/ 146107 h 212325"/>
                <a:gd name="csX8" fmla="*/ 54467 w 128433"/>
                <a:gd name="csY8" fmla="*/ 168991 h 212325"/>
                <a:gd name="csX9" fmla="*/ 99938 w 128433"/>
                <a:gd name="csY9" fmla="*/ 150354 h 212325"/>
                <a:gd name="csX10" fmla="*/ 118786 w 128433"/>
                <a:gd name="csY10" fmla="*/ 106945 h 212325"/>
                <a:gd name="csX11" fmla="*/ 101587 w 128433"/>
                <a:gd name="csY11" fmla="*/ 71793 h 212325"/>
                <a:gd name="csX12" fmla="*/ 128681 w 128433"/>
                <a:gd name="csY12" fmla="*/ 32395 h 212325"/>
                <a:gd name="csX13" fmla="*/ 86273 w 128433"/>
                <a:gd name="csY13" fmla="*/ 71557 h 212325"/>
                <a:gd name="csX14" fmla="*/ 74964 w 128433"/>
                <a:gd name="csY14" fmla="*/ 73209 h 212325"/>
                <a:gd name="csX15" fmla="*/ 64598 w 128433"/>
                <a:gd name="csY15" fmla="*/ 72265 h 212325"/>
                <a:gd name="csX16" fmla="*/ 76142 w 128433"/>
                <a:gd name="csY16" fmla="*/ 70378 h 212325"/>
                <a:gd name="csX17" fmla="*/ 86273 w 128433"/>
                <a:gd name="csY17" fmla="*/ 71557 h 212325"/>
                <a:gd name="csX18" fmla="*/ 115488 w 128433"/>
                <a:gd name="csY18" fmla="*/ 26969 h 212325"/>
                <a:gd name="csX19" fmla="*/ 94283 w 128433"/>
                <a:gd name="csY19" fmla="*/ 67783 h 212325"/>
                <a:gd name="csX20" fmla="*/ 76142 w 128433"/>
                <a:gd name="csY20" fmla="*/ 64952 h 212325"/>
                <a:gd name="csX21" fmla="*/ 58001 w 128433"/>
                <a:gd name="csY21" fmla="*/ 72501 h 212325"/>
                <a:gd name="csX22" fmla="*/ 74257 w 128433"/>
                <a:gd name="csY22" fmla="*/ 78399 h 212325"/>
                <a:gd name="csX23" fmla="*/ 93577 w 128433"/>
                <a:gd name="csY23" fmla="*/ 75332 h 212325"/>
                <a:gd name="csX24" fmla="*/ 103943 w 128433"/>
                <a:gd name="csY24" fmla="*/ 101991 h 212325"/>
                <a:gd name="csX25" fmla="*/ 92163 w 128433"/>
                <a:gd name="csY25" fmla="*/ 142569 h 212325"/>
                <a:gd name="csX26" fmla="*/ 53760 w 128433"/>
                <a:gd name="csY26" fmla="*/ 163801 h 212325"/>
                <a:gd name="csX27" fmla="*/ 26901 w 128433"/>
                <a:gd name="csY27" fmla="*/ 133368 h 212325"/>
                <a:gd name="csX28" fmla="*/ 28079 w 128433"/>
                <a:gd name="csY28" fmla="*/ 122988 h 212325"/>
                <a:gd name="csX29" fmla="*/ 43158 w 128433"/>
                <a:gd name="csY29" fmla="*/ 63300 h 212325"/>
                <a:gd name="csX30" fmla="*/ 93577 w 128433"/>
                <a:gd name="csY30" fmla="*/ 5501 h 212325"/>
                <a:gd name="csX31" fmla="*/ 115488 w 128433"/>
                <a:gd name="csY31" fmla="*/ 26969 h 21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28433" h="212325">
                  <a:moveTo>
                    <a:pt x="128681" y="32395"/>
                  </a:moveTo>
                  <a:cubicBezTo>
                    <a:pt x="128681" y="14701"/>
                    <a:pt x="115723" y="74"/>
                    <a:pt x="96639" y="74"/>
                  </a:cubicBezTo>
                  <a:cubicBezTo>
                    <a:pt x="82975" y="74"/>
                    <a:pt x="76378" y="3849"/>
                    <a:pt x="68132" y="9983"/>
                  </a:cubicBezTo>
                  <a:cubicBezTo>
                    <a:pt x="55173" y="19420"/>
                    <a:pt x="42215" y="42304"/>
                    <a:pt x="37739" y="60233"/>
                  </a:cubicBezTo>
                  <a:lnTo>
                    <a:pt x="278" y="210041"/>
                  </a:lnTo>
                  <a:cubicBezTo>
                    <a:pt x="43" y="210985"/>
                    <a:pt x="1221" y="212400"/>
                    <a:pt x="3105" y="212400"/>
                  </a:cubicBezTo>
                  <a:cubicBezTo>
                    <a:pt x="4990" y="212400"/>
                    <a:pt x="5697" y="211928"/>
                    <a:pt x="5933" y="211221"/>
                  </a:cubicBezTo>
                  <a:lnTo>
                    <a:pt x="22425" y="146107"/>
                  </a:lnTo>
                  <a:cubicBezTo>
                    <a:pt x="26901" y="160263"/>
                    <a:pt x="37268" y="168991"/>
                    <a:pt x="54467" y="168991"/>
                  </a:cubicBezTo>
                  <a:cubicBezTo>
                    <a:pt x="71666" y="168991"/>
                    <a:pt x="89336" y="160734"/>
                    <a:pt x="99938" y="150354"/>
                  </a:cubicBezTo>
                  <a:cubicBezTo>
                    <a:pt x="111247" y="139502"/>
                    <a:pt x="118786" y="124403"/>
                    <a:pt x="118786" y="106945"/>
                  </a:cubicBezTo>
                  <a:cubicBezTo>
                    <a:pt x="118786" y="89959"/>
                    <a:pt x="110069" y="77691"/>
                    <a:pt x="101587" y="71793"/>
                  </a:cubicBezTo>
                  <a:cubicBezTo>
                    <a:pt x="115252" y="64008"/>
                    <a:pt x="128681" y="49381"/>
                    <a:pt x="128681" y="32395"/>
                  </a:cubicBezTo>
                  <a:close/>
                  <a:moveTo>
                    <a:pt x="86273" y="71557"/>
                  </a:moveTo>
                  <a:cubicBezTo>
                    <a:pt x="83210" y="72737"/>
                    <a:pt x="80618" y="73209"/>
                    <a:pt x="74964" y="73209"/>
                  </a:cubicBezTo>
                  <a:cubicBezTo>
                    <a:pt x="71666" y="73209"/>
                    <a:pt x="66954" y="73445"/>
                    <a:pt x="64598" y="72265"/>
                  </a:cubicBezTo>
                  <a:cubicBezTo>
                    <a:pt x="65069" y="69906"/>
                    <a:pt x="73550" y="70378"/>
                    <a:pt x="76142" y="70378"/>
                  </a:cubicBezTo>
                  <a:cubicBezTo>
                    <a:pt x="81090" y="70378"/>
                    <a:pt x="83210" y="70378"/>
                    <a:pt x="86273" y="71557"/>
                  </a:cubicBezTo>
                  <a:close/>
                  <a:moveTo>
                    <a:pt x="115488" y="26969"/>
                  </a:moveTo>
                  <a:cubicBezTo>
                    <a:pt x="115488" y="43483"/>
                    <a:pt x="106535" y="60469"/>
                    <a:pt x="94283" y="67783"/>
                  </a:cubicBezTo>
                  <a:cubicBezTo>
                    <a:pt x="87922" y="65424"/>
                    <a:pt x="83210" y="64952"/>
                    <a:pt x="76142" y="64952"/>
                  </a:cubicBezTo>
                  <a:cubicBezTo>
                    <a:pt x="71194" y="64952"/>
                    <a:pt x="58001" y="64716"/>
                    <a:pt x="58001" y="72501"/>
                  </a:cubicBezTo>
                  <a:cubicBezTo>
                    <a:pt x="57765" y="79107"/>
                    <a:pt x="70016" y="78399"/>
                    <a:pt x="74257" y="78399"/>
                  </a:cubicBezTo>
                  <a:cubicBezTo>
                    <a:pt x="82975" y="78399"/>
                    <a:pt x="86509" y="78163"/>
                    <a:pt x="93577" y="75332"/>
                  </a:cubicBezTo>
                  <a:cubicBezTo>
                    <a:pt x="102529" y="83825"/>
                    <a:pt x="103707" y="91139"/>
                    <a:pt x="103943" y="101991"/>
                  </a:cubicBezTo>
                  <a:cubicBezTo>
                    <a:pt x="104414" y="115674"/>
                    <a:pt x="98760" y="133368"/>
                    <a:pt x="92163" y="142569"/>
                  </a:cubicBezTo>
                  <a:cubicBezTo>
                    <a:pt x="82975" y="155308"/>
                    <a:pt x="67189" y="163801"/>
                    <a:pt x="53760" y="163801"/>
                  </a:cubicBezTo>
                  <a:cubicBezTo>
                    <a:pt x="35854" y="163801"/>
                    <a:pt x="26901" y="150118"/>
                    <a:pt x="26901" y="133368"/>
                  </a:cubicBezTo>
                  <a:cubicBezTo>
                    <a:pt x="26901" y="131009"/>
                    <a:pt x="26901" y="127470"/>
                    <a:pt x="28079" y="122988"/>
                  </a:cubicBezTo>
                  <a:lnTo>
                    <a:pt x="43158" y="63300"/>
                  </a:lnTo>
                  <a:cubicBezTo>
                    <a:pt x="48341" y="43011"/>
                    <a:pt x="65304" y="5501"/>
                    <a:pt x="93577" y="5501"/>
                  </a:cubicBezTo>
                  <a:cubicBezTo>
                    <a:pt x="107242" y="5501"/>
                    <a:pt x="115488" y="12814"/>
                    <a:pt x="115488" y="26969"/>
                  </a:cubicBezTo>
                  <a:close/>
                </a:path>
              </a:pathLst>
            </a:custGeom>
            <a:solidFill>
              <a:srgbClr val="000000"/>
            </a:solidFill>
            <a:ln w="25400" cap="flat">
              <a:noFill/>
              <a:prstDash val="solid"/>
              <a:miter/>
            </a:ln>
          </p:spPr>
          <p:txBody>
            <a:bodyPr/>
            <a:lstStyle/>
            <a:p>
              <a:endParaRPr lang="en-US"/>
            </a:p>
          </p:txBody>
        </p:sp>
        <p:sp>
          <p:nvSpPr>
            <p:cNvPr id="29" name="Freeform: Shape 28">
              <a:extLst>
                <a:ext uri="{FF2B5EF4-FFF2-40B4-BE49-F238E27FC236}">
                  <a16:creationId xmlns:a16="http://schemas.microsoft.com/office/drawing/2014/main" id="{B9AECBC6-4E80-3F8D-7864-5333D2B1E553}"/>
                </a:ext>
              </a:extLst>
            </p:cNvPr>
            <p:cNvSpPr/>
            <p:nvPr>
              <p:custDataLst>
                <p:tags r:id="rId22"/>
              </p:custDataLst>
            </p:nvPr>
          </p:nvSpPr>
          <p:spPr>
            <a:xfrm>
              <a:off x="12453578" y="5464319"/>
              <a:ext cx="117329" cy="106870"/>
            </a:xfrm>
            <a:custGeom>
              <a:avLst/>
              <a:gdLst>
                <a:gd name="csX0" fmla="*/ 72113 w 117329"/>
                <a:gd name="csY0" fmla="*/ 33103 h 106870"/>
                <a:gd name="csX1" fmla="*/ 95438 w 117329"/>
                <a:gd name="csY1" fmla="*/ 5265 h 106870"/>
                <a:gd name="csX2" fmla="*/ 107218 w 117329"/>
                <a:gd name="csY2" fmla="*/ 8332 h 106870"/>
                <a:gd name="csX3" fmla="*/ 95909 w 117329"/>
                <a:gd name="csY3" fmla="*/ 21071 h 106870"/>
                <a:gd name="csX4" fmla="*/ 104862 w 117329"/>
                <a:gd name="csY4" fmla="*/ 29328 h 106870"/>
                <a:gd name="csX5" fmla="*/ 117584 w 117329"/>
                <a:gd name="csY5" fmla="*/ 15645 h 106870"/>
                <a:gd name="csX6" fmla="*/ 95673 w 117329"/>
                <a:gd name="csY6" fmla="*/ 74 h 106870"/>
                <a:gd name="csX7" fmla="*/ 70935 w 117329"/>
                <a:gd name="csY7" fmla="*/ 18004 h 106870"/>
                <a:gd name="csX8" fmla="*/ 45490 w 117329"/>
                <a:gd name="csY8" fmla="*/ 74 h 106870"/>
                <a:gd name="csX9" fmla="*/ 7558 w 117329"/>
                <a:gd name="csY9" fmla="*/ 36406 h 106870"/>
                <a:gd name="csX10" fmla="*/ 10385 w 117329"/>
                <a:gd name="csY10" fmla="*/ 38765 h 106870"/>
                <a:gd name="csX11" fmla="*/ 13448 w 117329"/>
                <a:gd name="csY11" fmla="*/ 36170 h 106870"/>
                <a:gd name="csX12" fmla="*/ 45019 w 117329"/>
                <a:gd name="csY12" fmla="*/ 5265 h 106870"/>
                <a:gd name="csX13" fmla="*/ 57741 w 117329"/>
                <a:gd name="csY13" fmla="*/ 21071 h 106870"/>
                <a:gd name="csX14" fmla="*/ 45019 w 117329"/>
                <a:gd name="csY14" fmla="*/ 77219 h 106870"/>
                <a:gd name="csX15" fmla="*/ 22637 w 117329"/>
                <a:gd name="csY15" fmla="*/ 101755 h 106870"/>
                <a:gd name="csX16" fmla="*/ 10856 w 117329"/>
                <a:gd name="csY16" fmla="*/ 98688 h 106870"/>
                <a:gd name="csX17" fmla="*/ 21930 w 117329"/>
                <a:gd name="csY17" fmla="*/ 85948 h 106870"/>
                <a:gd name="csX18" fmla="*/ 13213 w 117329"/>
                <a:gd name="csY18" fmla="*/ 77691 h 106870"/>
                <a:gd name="csX19" fmla="*/ 254 w 117329"/>
                <a:gd name="csY19" fmla="*/ 91375 h 106870"/>
                <a:gd name="csX20" fmla="*/ 22401 w 117329"/>
                <a:gd name="csY20" fmla="*/ 106945 h 106870"/>
                <a:gd name="csX21" fmla="*/ 47139 w 117329"/>
                <a:gd name="csY21" fmla="*/ 89015 h 106870"/>
                <a:gd name="csX22" fmla="*/ 72584 w 117329"/>
                <a:gd name="csY22" fmla="*/ 106945 h 106870"/>
                <a:gd name="csX23" fmla="*/ 110281 w 117329"/>
                <a:gd name="csY23" fmla="*/ 70614 h 106870"/>
                <a:gd name="csX24" fmla="*/ 107453 w 117329"/>
                <a:gd name="csY24" fmla="*/ 68255 h 106870"/>
                <a:gd name="csX25" fmla="*/ 104391 w 117329"/>
                <a:gd name="csY25" fmla="*/ 70850 h 106870"/>
                <a:gd name="csX26" fmla="*/ 73055 w 117329"/>
                <a:gd name="csY26" fmla="*/ 101755 h 106870"/>
                <a:gd name="csX27" fmla="*/ 60097 w 117329"/>
                <a:gd name="csY27" fmla="*/ 86184 h 106870"/>
                <a:gd name="csX28" fmla="*/ 64103 w 117329"/>
                <a:gd name="csY28" fmla="*/ 65424 h 106870"/>
                <a:gd name="csX29" fmla="*/ 72113 w 117329"/>
                <a:gd name="csY29" fmla="*/ 33103 h 1068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17329" h="106870">
                  <a:moveTo>
                    <a:pt x="72113" y="33103"/>
                  </a:moveTo>
                  <a:cubicBezTo>
                    <a:pt x="73527" y="26969"/>
                    <a:pt x="78946" y="5265"/>
                    <a:pt x="95438" y="5265"/>
                  </a:cubicBezTo>
                  <a:cubicBezTo>
                    <a:pt x="96616" y="5265"/>
                    <a:pt x="102270" y="5265"/>
                    <a:pt x="107218" y="8332"/>
                  </a:cubicBezTo>
                  <a:cubicBezTo>
                    <a:pt x="100621" y="9511"/>
                    <a:pt x="95909" y="15409"/>
                    <a:pt x="95909" y="21071"/>
                  </a:cubicBezTo>
                  <a:cubicBezTo>
                    <a:pt x="95909" y="24846"/>
                    <a:pt x="98501" y="29328"/>
                    <a:pt x="104862" y="29328"/>
                  </a:cubicBezTo>
                  <a:cubicBezTo>
                    <a:pt x="110045" y="29328"/>
                    <a:pt x="117584" y="25082"/>
                    <a:pt x="117584" y="15645"/>
                  </a:cubicBezTo>
                  <a:cubicBezTo>
                    <a:pt x="117584" y="3377"/>
                    <a:pt x="103684" y="74"/>
                    <a:pt x="95673" y="74"/>
                  </a:cubicBezTo>
                  <a:cubicBezTo>
                    <a:pt x="82008" y="74"/>
                    <a:pt x="73762" y="12578"/>
                    <a:pt x="70935" y="18004"/>
                  </a:cubicBezTo>
                  <a:cubicBezTo>
                    <a:pt x="65045" y="2434"/>
                    <a:pt x="52322" y="74"/>
                    <a:pt x="45490" y="74"/>
                  </a:cubicBezTo>
                  <a:cubicBezTo>
                    <a:pt x="20987" y="74"/>
                    <a:pt x="7558" y="30508"/>
                    <a:pt x="7558" y="36406"/>
                  </a:cubicBezTo>
                  <a:cubicBezTo>
                    <a:pt x="7558" y="38765"/>
                    <a:pt x="9914" y="38765"/>
                    <a:pt x="10385" y="38765"/>
                  </a:cubicBezTo>
                  <a:cubicBezTo>
                    <a:pt x="12270" y="38765"/>
                    <a:pt x="12977" y="38293"/>
                    <a:pt x="13448" y="36170"/>
                  </a:cubicBezTo>
                  <a:cubicBezTo>
                    <a:pt x="21459" y="11163"/>
                    <a:pt x="37008" y="5265"/>
                    <a:pt x="45019" y="5265"/>
                  </a:cubicBezTo>
                  <a:cubicBezTo>
                    <a:pt x="49495" y="5265"/>
                    <a:pt x="57741" y="7388"/>
                    <a:pt x="57741" y="21071"/>
                  </a:cubicBezTo>
                  <a:cubicBezTo>
                    <a:pt x="57741" y="28385"/>
                    <a:pt x="53736" y="44191"/>
                    <a:pt x="45019" y="77219"/>
                  </a:cubicBezTo>
                  <a:cubicBezTo>
                    <a:pt x="41249" y="91846"/>
                    <a:pt x="33003" y="101755"/>
                    <a:pt x="22637" y="101755"/>
                  </a:cubicBezTo>
                  <a:cubicBezTo>
                    <a:pt x="21223" y="101755"/>
                    <a:pt x="15804" y="101755"/>
                    <a:pt x="10856" y="98688"/>
                  </a:cubicBezTo>
                  <a:cubicBezTo>
                    <a:pt x="16747" y="97508"/>
                    <a:pt x="21930" y="92554"/>
                    <a:pt x="21930" y="85948"/>
                  </a:cubicBezTo>
                  <a:cubicBezTo>
                    <a:pt x="21930" y="79579"/>
                    <a:pt x="16747" y="77691"/>
                    <a:pt x="13213" y="77691"/>
                  </a:cubicBezTo>
                  <a:cubicBezTo>
                    <a:pt x="6144" y="77691"/>
                    <a:pt x="254" y="83825"/>
                    <a:pt x="254" y="91375"/>
                  </a:cubicBezTo>
                  <a:cubicBezTo>
                    <a:pt x="254" y="102227"/>
                    <a:pt x="12035" y="106945"/>
                    <a:pt x="22401" y="106945"/>
                  </a:cubicBezTo>
                  <a:cubicBezTo>
                    <a:pt x="37951" y="106945"/>
                    <a:pt x="46432" y="90431"/>
                    <a:pt x="47139" y="89015"/>
                  </a:cubicBezTo>
                  <a:cubicBezTo>
                    <a:pt x="49966" y="97744"/>
                    <a:pt x="58448" y="106945"/>
                    <a:pt x="72584" y="106945"/>
                  </a:cubicBezTo>
                  <a:cubicBezTo>
                    <a:pt x="96851" y="106945"/>
                    <a:pt x="110281" y="76512"/>
                    <a:pt x="110281" y="70614"/>
                  </a:cubicBezTo>
                  <a:cubicBezTo>
                    <a:pt x="110281" y="68255"/>
                    <a:pt x="108160" y="68255"/>
                    <a:pt x="107453" y="68255"/>
                  </a:cubicBezTo>
                  <a:cubicBezTo>
                    <a:pt x="105333" y="68255"/>
                    <a:pt x="104862" y="69198"/>
                    <a:pt x="104391" y="70850"/>
                  </a:cubicBezTo>
                  <a:cubicBezTo>
                    <a:pt x="96616" y="96093"/>
                    <a:pt x="80595" y="101755"/>
                    <a:pt x="73055" y="101755"/>
                  </a:cubicBezTo>
                  <a:cubicBezTo>
                    <a:pt x="63867" y="101755"/>
                    <a:pt x="60097" y="94206"/>
                    <a:pt x="60097" y="86184"/>
                  </a:cubicBezTo>
                  <a:cubicBezTo>
                    <a:pt x="60097" y="80994"/>
                    <a:pt x="61511" y="75804"/>
                    <a:pt x="64103" y="65424"/>
                  </a:cubicBezTo>
                  <a:lnTo>
                    <a:pt x="72113" y="33103"/>
                  </a:lnTo>
                  <a:close/>
                </a:path>
              </a:pathLst>
            </a:custGeom>
            <a:solidFill>
              <a:srgbClr val="000000"/>
            </a:solidFill>
            <a:ln w="25400" cap="flat">
              <a:noFill/>
              <a:prstDash val="solid"/>
              <a:miter/>
            </a:ln>
          </p:spPr>
          <p:txBody>
            <a:bodyPr/>
            <a:lstStyle/>
            <a:p>
              <a:endParaRPr lang="en-US"/>
            </a:p>
          </p:txBody>
        </p:sp>
        <p:sp>
          <p:nvSpPr>
            <p:cNvPr id="30" name="Freeform: Shape 29">
              <a:extLst>
                <a:ext uri="{FF2B5EF4-FFF2-40B4-BE49-F238E27FC236}">
                  <a16:creationId xmlns:a16="http://schemas.microsoft.com/office/drawing/2014/main" id="{0B3677CE-6CCD-E6BA-B74F-0759A3DA5C29}"/>
                </a:ext>
              </a:extLst>
            </p:cNvPr>
            <p:cNvSpPr/>
            <p:nvPr>
              <p:custDataLst>
                <p:tags r:id="rId23"/>
              </p:custDataLst>
            </p:nvPr>
          </p:nvSpPr>
          <p:spPr>
            <a:xfrm>
              <a:off x="12589150" y="5531154"/>
              <a:ext cx="100767" cy="74479"/>
            </a:xfrm>
            <a:custGeom>
              <a:avLst/>
              <a:gdLst>
                <a:gd name="csX0" fmla="*/ 12629 w 100767"/>
                <a:gd name="csY0" fmla="*/ 62500 h 74479"/>
                <a:gd name="csX1" fmla="*/ 10980 w 100767"/>
                <a:gd name="csY1" fmla="*/ 69271 h 74479"/>
                <a:gd name="csX2" fmla="*/ 16587 w 100767"/>
                <a:gd name="csY2" fmla="*/ 74555 h 74479"/>
                <a:gd name="csX3" fmla="*/ 23019 w 100767"/>
                <a:gd name="csY3" fmla="*/ 70922 h 74479"/>
                <a:gd name="csX4" fmla="*/ 25988 w 100767"/>
                <a:gd name="csY4" fmla="*/ 60683 h 74479"/>
                <a:gd name="csX5" fmla="*/ 29616 w 100767"/>
                <a:gd name="csY5" fmla="*/ 45820 h 74479"/>
                <a:gd name="csX6" fmla="*/ 32420 w 100767"/>
                <a:gd name="csY6" fmla="*/ 34756 h 74479"/>
                <a:gd name="csX7" fmla="*/ 39347 w 100767"/>
                <a:gd name="csY7" fmla="*/ 19893 h 74479"/>
                <a:gd name="csX8" fmla="*/ 64085 w 100767"/>
                <a:gd name="csY8" fmla="*/ 4700 h 74479"/>
                <a:gd name="csX9" fmla="*/ 73815 w 100767"/>
                <a:gd name="csY9" fmla="*/ 16260 h 74479"/>
                <a:gd name="csX10" fmla="*/ 64085 w 100767"/>
                <a:gd name="csY10" fmla="*/ 51435 h 74479"/>
                <a:gd name="csX11" fmla="*/ 61611 w 100767"/>
                <a:gd name="csY11" fmla="*/ 60353 h 74479"/>
                <a:gd name="csX12" fmla="*/ 77278 w 100767"/>
                <a:gd name="csY12" fmla="*/ 74555 h 74479"/>
                <a:gd name="csX13" fmla="*/ 101027 w 100767"/>
                <a:gd name="csY13" fmla="*/ 49288 h 74479"/>
                <a:gd name="csX14" fmla="*/ 98388 w 100767"/>
                <a:gd name="csY14" fmla="*/ 47141 h 74479"/>
                <a:gd name="csX15" fmla="*/ 95255 w 100767"/>
                <a:gd name="csY15" fmla="*/ 49949 h 74479"/>
                <a:gd name="csX16" fmla="*/ 77773 w 100767"/>
                <a:gd name="csY16" fmla="*/ 69931 h 74479"/>
                <a:gd name="csX17" fmla="*/ 73650 w 100767"/>
                <a:gd name="csY17" fmla="*/ 64151 h 74479"/>
                <a:gd name="csX18" fmla="*/ 77443 w 100767"/>
                <a:gd name="csY18" fmla="*/ 50775 h 74479"/>
                <a:gd name="csX19" fmla="*/ 86184 w 100767"/>
                <a:gd name="csY19" fmla="*/ 18902 h 74479"/>
                <a:gd name="csX20" fmla="*/ 64744 w 100767"/>
                <a:gd name="csY20" fmla="*/ 76 h 74479"/>
                <a:gd name="csX21" fmla="*/ 36873 w 100767"/>
                <a:gd name="csY21" fmla="*/ 15104 h 74479"/>
                <a:gd name="csX22" fmla="*/ 19226 w 100767"/>
                <a:gd name="csY22" fmla="*/ 76 h 74479"/>
                <a:gd name="csX23" fmla="*/ 6197 w 100767"/>
                <a:gd name="csY23" fmla="*/ 8994 h 74479"/>
                <a:gd name="csX24" fmla="*/ 260 w 100767"/>
                <a:gd name="csY24" fmla="*/ 25343 h 74479"/>
                <a:gd name="csX25" fmla="*/ 3064 w 100767"/>
                <a:gd name="csY25" fmla="*/ 27490 h 74479"/>
                <a:gd name="csX26" fmla="*/ 6692 w 100767"/>
                <a:gd name="csY26" fmla="*/ 22535 h 74479"/>
                <a:gd name="csX27" fmla="*/ 18731 w 100767"/>
                <a:gd name="csY27" fmla="*/ 4700 h 74479"/>
                <a:gd name="csX28" fmla="*/ 24174 w 100767"/>
                <a:gd name="csY28" fmla="*/ 12792 h 74479"/>
                <a:gd name="csX29" fmla="*/ 21535 w 100767"/>
                <a:gd name="csY29" fmla="*/ 26499 h 74479"/>
                <a:gd name="csX30" fmla="*/ 17907 w 100767"/>
                <a:gd name="csY30" fmla="*/ 41361 h 74479"/>
                <a:gd name="csX31" fmla="*/ 12629 w 100767"/>
                <a:gd name="csY31" fmla="*/ 62500 h 744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00767" h="74479">
                  <a:moveTo>
                    <a:pt x="12629" y="62500"/>
                  </a:moveTo>
                  <a:cubicBezTo>
                    <a:pt x="11970" y="64647"/>
                    <a:pt x="10980" y="68775"/>
                    <a:pt x="10980" y="69271"/>
                  </a:cubicBezTo>
                  <a:cubicBezTo>
                    <a:pt x="10980" y="72904"/>
                    <a:pt x="13949" y="74555"/>
                    <a:pt x="16587" y="74555"/>
                  </a:cubicBezTo>
                  <a:cubicBezTo>
                    <a:pt x="19556" y="74555"/>
                    <a:pt x="22195" y="72408"/>
                    <a:pt x="23019" y="70922"/>
                  </a:cubicBezTo>
                  <a:cubicBezTo>
                    <a:pt x="23844" y="69436"/>
                    <a:pt x="25163" y="64151"/>
                    <a:pt x="25988" y="60683"/>
                  </a:cubicBezTo>
                  <a:cubicBezTo>
                    <a:pt x="26812" y="57545"/>
                    <a:pt x="28627" y="49949"/>
                    <a:pt x="29616" y="45820"/>
                  </a:cubicBezTo>
                  <a:cubicBezTo>
                    <a:pt x="30606" y="42187"/>
                    <a:pt x="31595" y="38554"/>
                    <a:pt x="32420" y="34756"/>
                  </a:cubicBezTo>
                  <a:cubicBezTo>
                    <a:pt x="34234" y="27985"/>
                    <a:pt x="34564" y="26664"/>
                    <a:pt x="39347" y="19893"/>
                  </a:cubicBezTo>
                  <a:cubicBezTo>
                    <a:pt x="43964" y="13287"/>
                    <a:pt x="51716" y="4700"/>
                    <a:pt x="64085" y="4700"/>
                  </a:cubicBezTo>
                  <a:cubicBezTo>
                    <a:pt x="73650" y="4700"/>
                    <a:pt x="73815" y="13122"/>
                    <a:pt x="73815" y="16260"/>
                  </a:cubicBezTo>
                  <a:cubicBezTo>
                    <a:pt x="73815" y="26168"/>
                    <a:pt x="66723" y="44499"/>
                    <a:pt x="64085" y="51435"/>
                  </a:cubicBezTo>
                  <a:cubicBezTo>
                    <a:pt x="62271" y="56059"/>
                    <a:pt x="61611" y="57545"/>
                    <a:pt x="61611" y="60353"/>
                  </a:cubicBezTo>
                  <a:cubicBezTo>
                    <a:pt x="61611" y="69105"/>
                    <a:pt x="68867" y="74555"/>
                    <a:pt x="77278" y="74555"/>
                  </a:cubicBezTo>
                  <a:cubicBezTo>
                    <a:pt x="93771" y="74555"/>
                    <a:pt x="101027" y="51765"/>
                    <a:pt x="101027" y="49288"/>
                  </a:cubicBezTo>
                  <a:cubicBezTo>
                    <a:pt x="101027" y="47141"/>
                    <a:pt x="98883" y="47141"/>
                    <a:pt x="98388" y="47141"/>
                  </a:cubicBezTo>
                  <a:cubicBezTo>
                    <a:pt x="96080" y="47141"/>
                    <a:pt x="95915" y="48132"/>
                    <a:pt x="95255" y="49949"/>
                  </a:cubicBezTo>
                  <a:cubicBezTo>
                    <a:pt x="91462" y="63160"/>
                    <a:pt x="84370" y="69931"/>
                    <a:pt x="77773" y="69931"/>
                  </a:cubicBezTo>
                  <a:cubicBezTo>
                    <a:pt x="74310" y="69931"/>
                    <a:pt x="73650" y="67619"/>
                    <a:pt x="73650" y="64151"/>
                  </a:cubicBezTo>
                  <a:cubicBezTo>
                    <a:pt x="73650" y="60353"/>
                    <a:pt x="74475" y="58206"/>
                    <a:pt x="77443" y="50775"/>
                  </a:cubicBezTo>
                  <a:cubicBezTo>
                    <a:pt x="79422" y="45655"/>
                    <a:pt x="86184" y="28150"/>
                    <a:pt x="86184" y="18902"/>
                  </a:cubicBezTo>
                  <a:cubicBezTo>
                    <a:pt x="86184" y="2883"/>
                    <a:pt x="73485" y="76"/>
                    <a:pt x="64744" y="76"/>
                  </a:cubicBezTo>
                  <a:cubicBezTo>
                    <a:pt x="51056" y="76"/>
                    <a:pt x="41820" y="8498"/>
                    <a:pt x="36873" y="15104"/>
                  </a:cubicBezTo>
                  <a:cubicBezTo>
                    <a:pt x="35718" y="3709"/>
                    <a:pt x="25988" y="76"/>
                    <a:pt x="19226" y="76"/>
                  </a:cubicBezTo>
                  <a:cubicBezTo>
                    <a:pt x="12134" y="76"/>
                    <a:pt x="8341" y="5195"/>
                    <a:pt x="6197" y="8994"/>
                  </a:cubicBezTo>
                  <a:cubicBezTo>
                    <a:pt x="2569" y="15104"/>
                    <a:pt x="260" y="24517"/>
                    <a:pt x="260" y="25343"/>
                  </a:cubicBezTo>
                  <a:cubicBezTo>
                    <a:pt x="260" y="27490"/>
                    <a:pt x="2569" y="27490"/>
                    <a:pt x="3064" y="27490"/>
                  </a:cubicBezTo>
                  <a:cubicBezTo>
                    <a:pt x="5373" y="27490"/>
                    <a:pt x="5538" y="26994"/>
                    <a:pt x="6692" y="22535"/>
                  </a:cubicBezTo>
                  <a:cubicBezTo>
                    <a:pt x="9166" y="12792"/>
                    <a:pt x="12299" y="4700"/>
                    <a:pt x="18731" y="4700"/>
                  </a:cubicBezTo>
                  <a:cubicBezTo>
                    <a:pt x="23019" y="4700"/>
                    <a:pt x="24174" y="8333"/>
                    <a:pt x="24174" y="12792"/>
                  </a:cubicBezTo>
                  <a:cubicBezTo>
                    <a:pt x="24174" y="15930"/>
                    <a:pt x="22689" y="22040"/>
                    <a:pt x="21535" y="26499"/>
                  </a:cubicBezTo>
                  <a:cubicBezTo>
                    <a:pt x="20381" y="30958"/>
                    <a:pt x="18731" y="37728"/>
                    <a:pt x="17907" y="41361"/>
                  </a:cubicBezTo>
                  <a:lnTo>
                    <a:pt x="12629" y="62500"/>
                  </a:lnTo>
                  <a:close/>
                </a:path>
              </a:pathLst>
            </a:custGeom>
            <a:solidFill>
              <a:srgbClr val="000000"/>
            </a:solidFill>
            <a:ln w="25400" cap="flat">
              <a:noFill/>
              <a:prstDash val="solid"/>
              <a:miter/>
            </a:ln>
          </p:spPr>
          <p:txBody>
            <a:bodyPr/>
            <a:lstStyle/>
            <a:p>
              <a:endParaRPr lang="en-US"/>
            </a:p>
          </p:txBody>
        </p:sp>
        <p:sp>
          <p:nvSpPr>
            <p:cNvPr id="31" name="Freeform: Shape 30">
              <a:extLst>
                <a:ext uri="{FF2B5EF4-FFF2-40B4-BE49-F238E27FC236}">
                  <a16:creationId xmlns:a16="http://schemas.microsoft.com/office/drawing/2014/main" id="{315BD380-C363-D94E-0387-950790564A24}"/>
                </a:ext>
              </a:extLst>
            </p:cNvPr>
            <p:cNvSpPr/>
            <p:nvPr>
              <p:custDataLst>
                <p:tags r:id="rId24"/>
              </p:custDataLst>
            </p:nvPr>
          </p:nvSpPr>
          <p:spPr>
            <a:xfrm>
              <a:off x="12723074" y="5391656"/>
              <a:ext cx="54659" cy="235917"/>
            </a:xfrm>
            <a:custGeom>
              <a:avLst/>
              <a:gdLst>
                <a:gd name="csX0" fmla="*/ 54925 w 54659"/>
                <a:gd name="csY0" fmla="*/ 118033 h 235917"/>
                <a:gd name="csX1" fmla="*/ 39375 w 54659"/>
                <a:gd name="csY1" fmla="*/ 44427 h 235917"/>
                <a:gd name="csX2" fmla="*/ 2622 w 54659"/>
                <a:gd name="csY2" fmla="*/ 74 h 235917"/>
                <a:gd name="csX3" fmla="*/ 266 w 54659"/>
                <a:gd name="csY3" fmla="*/ 2434 h 235917"/>
                <a:gd name="csX4" fmla="*/ 4742 w 54659"/>
                <a:gd name="csY4" fmla="*/ 7860 h 235917"/>
                <a:gd name="csX5" fmla="*/ 41260 w 54659"/>
                <a:gd name="csY5" fmla="*/ 118033 h 235917"/>
                <a:gd name="csX6" fmla="*/ 3328 w 54659"/>
                <a:gd name="csY6" fmla="*/ 229622 h 235917"/>
                <a:gd name="csX7" fmla="*/ 266 w 54659"/>
                <a:gd name="csY7" fmla="*/ 233633 h 235917"/>
                <a:gd name="csX8" fmla="*/ 2622 w 54659"/>
                <a:gd name="csY8" fmla="*/ 235992 h 235917"/>
                <a:gd name="csX9" fmla="*/ 40082 w 54659"/>
                <a:gd name="csY9" fmla="*/ 189988 h 235917"/>
                <a:gd name="csX10" fmla="*/ 54925 w 54659"/>
                <a:gd name="csY10" fmla="*/ 118033 h 2359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4659" h="235917">
                  <a:moveTo>
                    <a:pt x="54925" y="118033"/>
                  </a:moveTo>
                  <a:cubicBezTo>
                    <a:pt x="54925" y="99632"/>
                    <a:pt x="52334" y="71086"/>
                    <a:pt x="39375" y="44427"/>
                  </a:cubicBezTo>
                  <a:cubicBezTo>
                    <a:pt x="25239" y="15409"/>
                    <a:pt x="4978" y="74"/>
                    <a:pt x="2622" y="74"/>
                  </a:cubicBezTo>
                  <a:cubicBezTo>
                    <a:pt x="1208" y="74"/>
                    <a:pt x="266" y="1018"/>
                    <a:pt x="266" y="2434"/>
                  </a:cubicBezTo>
                  <a:cubicBezTo>
                    <a:pt x="266" y="3141"/>
                    <a:pt x="266" y="3613"/>
                    <a:pt x="4742" y="7860"/>
                  </a:cubicBezTo>
                  <a:cubicBezTo>
                    <a:pt x="27831" y="31216"/>
                    <a:pt x="41260" y="68726"/>
                    <a:pt x="41260" y="118033"/>
                  </a:cubicBezTo>
                  <a:cubicBezTo>
                    <a:pt x="41260" y="158375"/>
                    <a:pt x="32543" y="199897"/>
                    <a:pt x="3328" y="229622"/>
                  </a:cubicBezTo>
                  <a:cubicBezTo>
                    <a:pt x="266" y="232453"/>
                    <a:pt x="266" y="232925"/>
                    <a:pt x="266" y="233633"/>
                  </a:cubicBezTo>
                  <a:cubicBezTo>
                    <a:pt x="266" y="235048"/>
                    <a:pt x="1208" y="235992"/>
                    <a:pt x="2622" y="235992"/>
                  </a:cubicBezTo>
                  <a:cubicBezTo>
                    <a:pt x="4978" y="235992"/>
                    <a:pt x="26182" y="219950"/>
                    <a:pt x="40082" y="189988"/>
                  </a:cubicBezTo>
                  <a:cubicBezTo>
                    <a:pt x="52098" y="164037"/>
                    <a:pt x="54925" y="137850"/>
                    <a:pt x="54925" y="118033"/>
                  </a:cubicBezTo>
                  <a:close/>
                </a:path>
              </a:pathLst>
            </a:custGeom>
            <a:solidFill>
              <a:srgbClr val="000000"/>
            </a:solidFill>
            <a:ln w="25400" cap="flat">
              <a:noFill/>
              <a:prstDash val="solid"/>
              <a:miter/>
            </a:ln>
          </p:spPr>
          <p:txBody>
            <a:bodyPr/>
            <a:lstStyle/>
            <a:p>
              <a:endParaRPr lang="en-US"/>
            </a:p>
          </p:txBody>
        </p:sp>
        <p:sp>
          <p:nvSpPr>
            <p:cNvPr id="32" name="Freeform: Shape 31">
              <a:extLst>
                <a:ext uri="{FF2B5EF4-FFF2-40B4-BE49-F238E27FC236}">
                  <a16:creationId xmlns:a16="http://schemas.microsoft.com/office/drawing/2014/main" id="{5FB65C45-5864-94C2-4D44-8266804384FC}"/>
                </a:ext>
              </a:extLst>
            </p:cNvPr>
            <p:cNvSpPr/>
            <p:nvPr>
              <p:custDataLst>
                <p:tags r:id="rId25"/>
              </p:custDataLst>
            </p:nvPr>
          </p:nvSpPr>
          <p:spPr>
            <a:xfrm>
              <a:off x="13267156" y="5410765"/>
              <a:ext cx="50418" cy="157828"/>
            </a:xfrm>
            <a:custGeom>
              <a:avLst/>
              <a:gdLst>
                <a:gd name="csX0" fmla="*/ 34215 w 50418"/>
                <a:gd name="csY0" fmla="*/ 53628 h 157828"/>
                <a:gd name="csX1" fmla="*/ 1231 w 50418"/>
                <a:gd name="csY1" fmla="*/ 56223 h 157828"/>
                <a:gd name="csX2" fmla="*/ 1231 w 50418"/>
                <a:gd name="csY2" fmla="*/ 63536 h 157828"/>
                <a:gd name="csX3" fmla="*/ 18666 w 50418"/>
                <a:gd name="csY3" fmla="*/ 76512 h 157828"/>
                <a:gd name="csX4" fmla="*/ 18666 w 50418"/>
                <a:gd name="csY4" fmla="*/ 139974 h 157828"/>
                <a:gd name="csX5" fmla="*/ 289 w 50418"/>
                <a:gd name="csY5" fmla="*/ 150590 h 157828"/>
                <a:gd name="csX6" fmla="*/ 289 w 50418"/>
                <a:gd name="csY6" fmla="*/ 157903 h 157828"/>
                <a:gd name="csX7" fmla="*/ 26205 w 50418"/>
                <a:gd name="csY7" fmla="*/ 157196 h 157828"/>
                <a:gd name="csX8" fmla="*/ 50708 w 50418"/>
                <a:gd name="csY8" fmla="*/ 157903 h 157828"/>
                <a:gd name="csX9" fmla="*/ 50708 w 50418"/>
                <a:gd name="csY9" fmla="*/ 150590 h 157828"/>
                <a:gd name="csX10" fmla="*/ 34215 w 50418"/>
                <a:gd name="csY10" fmla="*/ 140209 h 157828"/>
                <a:gd name="csX11" fmla="*/ 34215 w 50418"/>
                <a:gd name="csY11" fmla="*/ 53628 h 157828"/>
                <a:gd name="csX12" fmla="*/ 35158 w 50418"/>
                <a:gd name="csY12" fmla="*/ 12578 h 157828"/>
                <a:gd name="csX13" fmla="*/ 22671 w 50418"/>
                <a:gd name="csY13" fmla="*/ 74 h 157828"/>
                <a:gd name="csX14" fmla="*/ 10184 w 50418"/>
                <a:gd name="csY14" fmla="*/ 12578 h 157828"/>
                <a:gd name="csX15" fmla="*/ 22671 w 50418"/>
                <a:gd name="csY15" fmla="*/ 25082 h 157828"/>
                <a:gd name="csX16" fmla="*/ 35158 w 50418"/>
                <a:gd name="csY16" fmla="*/ 12578 h 1578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50418" h="157828">
                  <a:moveTo>
                    <a:pt x="34215" y="53628"/>
                  </a:moveTo>
                  <a:lnTo>
                    <a:pt x="1231" y="56223"/>
                  </a:lnTo>
                  <a:lnTo>
                    <a:pt x="1231" y="63536"/>
                  </a:lnTo>
                  <a:cubicBezTo>
                    <a:pt x="16545" y="63536"/>
                    <a:pt x="18666" y="64952"/>
                    <a:pt x="18666" y="76512"/>
                  </a:cubicBezTo>
                  <a:lnTo>
                    <a:pt x="18666" y="139974"/>
                  </a:lnTo>
                  <a:cubicBezTo>
                    <a:pt x="18666" y="150590"/>
                    <a:pt x="16074" y="150590"/>
                    <a:pt x="289" y="150590"/>
                  </a:cubicBezTo>
                  <a:lnTo>
                    <a:pt x="289" y="157903"/>
                  </a:lnTo>
                  <a:cubicBezTo>
                    <a:pt x="7828" y="157667"/>
                    <a:pt x="20551" y="157196"/>
                    <a:pt x="26205" y="157196"/>
                  </a:cubicBezTo>
                  <a:cubicBezTo>
                    <a:pt x="34451" y="157196"/>
                    <a:pt x="42697" y="157667"/>
                    <a:pt x="50708" y="157903"/>
                  </a:cubicBezTo>
                  <a:lnTo>
                    <a:pt x="50708" y="150590"/>
                  </a:lnTo>
                  <a:cubicBezTo>
                    <a:pt x="35158" y="150590"/>
                    <a:pt x="34215" y="149410"/>
                    <a:pt x="34215" y="140209"/>
                  </a:cubicBezTo>
                  <a:lnTo>
                    <a:pt x="34215" y="53628"/>
                  </a:lnTo>
                  <a:close/>
                  <a:moveTo>
                    <a:pt x="35158" y="12578"/>
                  </a:moveTo>
                  <a:cubicBezTo>
                    <a:pt x="35158" y="5029"/>
                    <a:pt x="29268" y="74"/>
                    <a:pt x="22671" y="74"/>
                  </a:cubicBezTo>
                  <a:cubicBezTo>
                    <a:pt x="15367" y="74"/>
                    <a:pt x="10184" y="6444"/>
                    <a:pt x="10184" y="12578"/>
                  </a:cubicBezTo>
                  <a:cubicBezTo>
                    <a:pt x="10184" y="18948"/>
                    <a:pt x="15367" y="25082"/>
                    <a:pt x="22671" y="25082"/>
                  </a:cubicBezTo>
                  <a:cubicBezTo>
                    <a:pt x="29268" y="25082"/>
                    <a:pt x="35158" y="20127"/>
                    <a:pt x="35158" y="12578"/>
                  </a:cubicBezTo>
                  <a:close/>
                </a:path>
              </a:pathLst>
            </a:custGeom>
            <a:solidFill>
              <a:srgbClr val="000000"/>
            </a:solidFill>
            <a:ln w="25400" cap="flat">
              <a:noFill/>
              <a:prstDash val="solid"/>
              <a:miter/>
            </a:ln>
          </p:spPr>
          <p:txBody>
            <a:bodyPr/>
            <a:lstStyle/>
            <a:p>
              <a:endParaRPr lang="en-US"/>
            </a:p>
          </p:txBody>
        </p:sp>
        <p:sp>
          <p:nvSpPr>
            <p:cNvPr id="33" name="Freeform: Shape 32">
              <a:extLst>
                <a:ext uri="{FF2B5EF4-FFF2-40B4-BE49-F238E27FC236}">
                  <a16:creationId xmlns:a16="http://schemas.microsoft.com/office/drawing/2014/main" id="{9C790336-3F4C-A7EE-1799-85692ECB6F8F}"/>
                </a:ext>
              </a:extLst>
            </p:cNvPr>
            <p:cNvSpPr/>
            <p:nvPr>
              <p:custDataLst>
                <p:tags r:id="rId26"/>
              </p:custDataLst>
            </p:nvPr>
          </p:nvSpPr>
          <p:spPr>
            <a:xfrm>
              <a:off x="13332601" y="5402272"/>
              <a:ext cx="76335" cy="166321"/>
            </a:xfrm>
            <a:custGeom>
              <a:avLst/>
              <a:gdLst>
                <a:gd name="csX0" fmla="*/ 33747 w 76335"/>
                <a:gd name="csY0" fmla="*/ 64716 h 166321"/>
                <a:gd name="csX1" fmla="*/ 33747 w 76335"/>
                <a:gd name="csY1" fmla="*/ 37349 h 166321"/>
                <a:gd name="csX2" fmla="*/ 55422 w 76335"/>
                <a:gd name="csY2" fmla="*/ 5265 h 166321"/>
                <a:gd name="csX3" fmla="*/ 63197 w 76335"/>
                <a:gd name="csY3" fmla="*/ 6916 h 166321"/>
                <a:gd name="csX4" fmla="*/ 56129 w 76335"/>
                <a:gd name="csY4" fmla="*/ 16825 h 166321"/>
                <a:gd name="csX5" fmla="*/ 66260 w 76335"/>
                <a:gd name="csY5" fmla="*/ 26969 h 166321"/>
                <a:gd name="csX6" fmla="*/ 76627 w 76335"/>
                <a:gd name="csY6" fmla="*/ 16589 h 166321"/>
                <a:gd name="csX7" fmla="*/ 55422 w 76335"/>
                <a:gd name="csY7" fmla="*/ 74 h 166321"/>
                <a:gd name="csX8" fmla="*/ 18904 w 76335"/>
                <a:gd name="csY8" fmla="*/ 37585 h 166321"/>
                <a:gd name="csX9" fmla="*/ 18904 w 76335"/>
                <a:gd name="csY9" fmla="*/ 64716 h 166321"/>
                <a:gd name="csX10" fmla="*/ 292 w 76335"/>
                <a:gd name="csY10" fmla="*/ 64716 h 166321"/>
                <a:gd name="csX11" fmla="*/ 292 w 76335"/>
                <a:gd name="csY11" fmla="*/ 72029 h 166321"/>
                <a:gd name="csX12" fmla="*/ 18904 w 76335"/>
                <a:gd name="csY12" fmla="*/ 72029 h 166321"/>
                <a:gd name="csX13" fmla="*/ 18904 w 76335"/>
                <a:gd name="csY13" fmla="*/ 148467 h 166321"/>
                <a:gd name="csX14" fmla="*/ 527 w 76335"/>
                <a:gd name="csY14" fmla="*/ 159083 h 166321"/>
                <a:gd name="csX15" fmla="*/ 527 w 76335"/>
                <a:gd name="csY15" fmla="*/ 166396 h 166321"/>
                <a:gd name="csX16" fmla="*/ 27386 w 76335"/>
                <a:gd name="csY16" fmla="*/ 165689 h 166321"/>
                <a:gd name="csX17" fmla="*/ 57307 w 76335"/>
                <a:gd name="csY17" fmla="*/ 166396 h 166321"/>
                <a:gd name="csX18" fmla="*/ 57307 w 76335"/>
                <a:gd name="csY18" fmla="*/ 159083 h 166321"/>
                <a:gd name="csX19" fmla="*/ 52360 w 76335"/>
                <a:gd name="csY19" fmla="*/ 159083 h 166321"/>
                <a:gd name="csX20" fmla="*/ 34454 w 76335"/>
                <a:gd name="csY20" fmla="*/ 147995 h 166321"/>
                <a:gd name="csX21" fmla="*/ 34454 w 76335"/>
                <a:gd name="csY21" fmla="*/ 72029 h 166321"/>
                <a:gd name="csX22" fmla="*/ 61313 w 76335"/>
                <a:gd name="csY22" fmla="*/ 72029 h 166321"/>
                <a:gd name="csX23" fmla="*/ 61313 w 76335"/>
                <a:gd name="csY23" fmla="*/ 64716 h 166321"/>
                <a:gd name="csX24" fmla="*/ 33747 w 76335"/>
                <a:gd name="csY24" fmla="*/ 64716 h 1663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76335" h="166321">
                  <a:moveTo>
                    <a:pt x="33747" y="64716"/>
                  </a:moveTo>
                  <a:lnTo>
                    <a:pt x="33747" y="37349"/>
                  </a:lnTo>
                  <a:cubicBezTo>
                    <a:pt x="33747" y="16589"/>
                    <a:pt x="45056" y="5265"/>
                    <a:pt x="55422" y="5265"/>
                  </a:cubicBezTo>
                  <a:cubicBezTo>
                    <a:pt x="56129" y="5265"/>
                    <a:pt x="59663" y="5265"/>
                    <a:pt x="63197" y="6916"/>
                  </a:cubicBezTo>
                  <a:cubicBezTo>
                    <a:pt x="60370" y="7860"/>
                    <a:pt x="56129" y="10927"/>
                    <a:pt x="56129" y="16825"/>
                  </a:cubicBezTo>
                  <a:cubicBezTo>
                    <a:pt x="56129" y="22251"/>
                    <a:pt x="59899" y="26969"/>
                    <a:pt x="66260" y="26969"/>
                  </a:cubicBezTo>
                  <a:cubicBezTo>
                    <a:pt x="73093" y="26969"/>
                    <a:pt x="76627" y="22251"/>
                    <a:pt x="76627" y="16589"/>
                  </a:cubicBezTo>
                  <a:cubicBezTo>
                    <a:pt x="76627" y="7860"/>
                    <a:pt x="67909" y="74"/>
                    <a:pt x="55422" y="74"/>
                  </a:cubicBezTo>
                  <a:cubicBezTo>
                    <a:pt x="38930" y="74"/>
                    <a:pt x="18904" y="12578"/>
                    <a:pt x="18904" y="37585"/>
                  </a:cubicBezTo>
                  <a:lnTo>
                    <a:pt x="18904" y="64716"/>
                  </a:lnTo>
                  <a:lnTo>
                    <a:pt x="292" y="64716"/>
                  </a:lnTo>
                  <a:lnTo>
                    <a:pt x="292" y="72029"/>
                  </a:lnTo>
                  <a:lnTo>
                    <a:pt x="18904" y="72029"/>
                  </a:lnTo>
                  <a:lnTo>
                    <a:pt x="18904" y="148467"/>
                  </a:lnTo>
                  <a:cubicBezTo>
                    <a:pt x="18904" y="159083"/>
                    <a:pt x="16312" y="159083"/>
                    <a:pt x="527" y="159083"/>
                  </a:cubicBezTo>
                  <a:lnTo>
                    <a:pt x="527" y="166396"/>
                  </a:lnTo>
                  <a:cubicBezTo>
                    <a:pt x="9716" y="166160"/>
                    <a:pt x="20789" y="165689"/>
                    <a:pt x="27386" y="165689"/>
                  </a:cubicBezTo>
                  <a:cubicBezTo>
                    <a:pt x="36810" y="165689"/>
                    <a:pt x="47883" y="165689"/>
                    <a:pt x="57307" y="166396"/>
                  </a:cubicBezTo>
                  <a:lnTo>
                    <a:pt x="57307" y="159083"/>
                  </a:lnTo>
                  <a:lnTo>
                    <a:pt x="52360" y="159083"/>
                  </a:lnTo>
                  <a:cubicBezTo>
                    <a:pt x="34925" y="159083"/>
                    <a:pt x="34454" y="156488"/>
                    <a:pt x="34454" y="147995"/>
                  </a:cubicBezTo>
                  <a:lnTo>
                    <a:pt x="34454" y="72029"/>
                  </a:lnTo>
                  <a:lnTo>
                    <a:pt x="61313" y="72029"/>
                  </a:lnTo>
                  <a:lnTo>
                    <a:pt x="61313" y="64716"/>
                  </a:lnTo>
                  <a:lnTo>
                    <a:pt x="33747" y="64716"/>
                  </a:lnTo>
                  <a:close/>
                </a:path>
              </a:pathLst>
            </a:custGeom>
            <a:solidFill>
              <a:srgbClr val="000000"/>
            </a:solidFill>
            <a:ln w="25400" cap="flat">
              <a:noFill/>
              <a:prstDash val="solid"/>
              <a:miter/>
            </a:ln>
          </p:spPr>
          <p:txBody>
            <a:bodyPr/>
            <a:lstStyle/>
            <a:p>
              <a:endParaRPr lang="en-US"/>
            </a:p>
          </p:txBody>
        </p:sp>
        <p:sp>
          <p:nvSpPr>
            <p:cNvPr id="34" name="Freeform: Shape 33">
              <a:extLst>
                <a:ext uri="{FF2B5EF4-FFF2-40B4-BE49-F238E27FC236}">
                  <a16:creationId xmlns:a16="http://schemas.microsoft.com/office/drawing/2014/main" id="{E4023468-BDBF-B81D-1321-E8EF87D710EF}"/>
                </a:ext>
              </a:extLst>
            </p:cNvPr>
            <p:cNvSpPr/>
            <p:nvPr>
              <p:custDataLst>
                <p:tags r:id="rId27"/>
              </p:custDataLst>
            </p:nvPr>
          </p:nvSpPr>
          <p:spPr>
            <a:xfrm>
              <a:off x="13482183" y="5464319"/>
              <a:ext cx="108612" cy="152638"/>
            </a:xfrm>
            <a:custGeom>
              <a:avLst/>
              <a:gdLst>
                <a:gd name="csX0" fmla="*/ 107968 w 108612"/>
                <a:gd name="csY0" fmla="*/ 14465 h 152638"/>
                <a:gd name="csX1" fmla="*/ 108911 w 108612"/>
                <a:gd name="csY1" fmla="*/ 9039 h 152638"/>
                <a:gd name="csX2" fmla="*/ 102078 w 108612"/>
                <a:gd name="csY2" fmla="*/ 2669 h 152638"/>
                <a:gd name="csX3" fmla="*/ 93832 w 108612"/>
                <a:gd name="csY3" fmla="*/ 7624 h 152638"/>
                <a:gd name="csX4" fmla="*/ 90534 w 108612"/>
                <a:gd name="csY4" fmla="*/ 20363 h 152638"/>
                <a:gd name="csX5" fmla="*/ 85822 w 108612"/>
                <a:gd name="csY5" fmla="*/ 39237 h 152638"/>
                <a:gd name="csX6" fmla="*/ 75219 w 108612"/>
                <a:gd name="csY6" fmla="*/ 81702 h 152638"/>
                <a:gd name="csX7" fmla="*/ 48596 w 108612"/>
                <a:gd name="csY7" fmla="*/ 101755 h 152638"/>
                <a:gd name="csX8" fmla="*/ 33989 w 108612"/>
                <a:gd name="csY8" fmla="*/ 82646 h 152638"/>
                <a:gd name="csX9" fmla="*/ 46005 w 108612"/>
                <a:gd name="csY9" fmla="*/ 36406 h 152638"/>
                <a:gd name="csX10" fmla="*/ 50717 w 108612"/>
                <a:gd name="csY10" fmla="*/ 19420 h 152638"/>
                <a:gd name="csX11" fmla="*/ 31397 w 108612"/>
                <a:gd name="csY11" fmla="*/ 74 h 152638"/>
                <a:gd name="csX12" fmla="*/ 298 w 108612"/>
                <a:gd name="csY12" fmla="*/ 36406 h 152638"/>
                <a:gd name="csX13" fmla="*/ 3125 w 108612"/>
                <a:gd name="csY13" fmla="*/ 38765 h 152638"/>
                <a:gd name="csX14" fmla="*/ 6895 w 108612"/>
                <a:gd name="csY14" fmla="*/ 34518 h 152638"/>
                <a:gd name="csX15" fmla="*/ 30691 w 108612"/>
                <a:gd name="csY15" fmla="*/ 5265 h 152638"/>
                <a:gd name="csX16" fmla="*/ 36581 w 108612"/>
                <a:gd name="csY16" fmla="*/ 12814 h 152638"/>
                <a:gd name="csX17" fmla="*/ 32575 w 108612"/>
                <a:gd name="csY17" fmla="*/ 29328 h 152638"/>
                <a:gd name="csX18" fmla="*/ 18910 w 108612"/>
                <a:gd name="csY18" fmla="*/ 78871 h 152638"/>
                <a:gd name="csX19" fmla="*/ 47654 w 108612"/>
                <a:gd name="csY19" fmla="*/ 106945 h 152638"/>
                <a:gd name="csX20" fmla="*/ 71450 w 108612"/>
                <a:gd name="csY20" fmla="*/ 96329 h 152638"/>
                <a:gd name="csX21" fmla="*/ 56136 w 108612"/>
                <a:gd name="csY21" fmla="*/ 132660 h 152638"/>
                <a:gd name="csX22" fmla="*/ 30219 w 108612"/>
                <a:gd name="csY22" fmla="*/ 147523 h 152638"/>
                <a:gd name="csX23" fmla="*/ 12314 w 108612"/>
                <a:gd name="csY23" fmla="*/ 137614 h 152638"/>
                <a:gd name="csX24" fmla="*/ 22444 w 108612"/>
                <a:gd name="csY24" fmla="*/ 134783 h 152638"/>
                <a:gd name="csX25" fmla="*/ 27157 w 108612"/>
                <a:gd name="csY25" fmla="*/ 125111 h 152638"/>
                <a:gd name="csX26" fmla="*/ 18439 w 108612"/>
                <a:gd name="csY26" fmla="*/ 116854 h 152638"/>
                <a:gd name="csX27" fmla="*/ 5246 w 108612"/>
                <a:gd name="csY27" fmla="*/ 132188 h 152638"/>
                <a:gd name="csX28" fmla="*/ 30219 w 108612"/>
                <a:gd name="csY28" fmla="*/ 152713 h 152638"/>
                <a:gd name="csX29" fmla="*/ 85350 w 108612"/>
                <a:gd name="csY29" fmla="*/ 104586 h 152638"/>
                <a:gd name="csX30" fmla="*/ 107968 w 108612"/>
                <a:gd name="csY30" fmla="*/ 14465 h 1526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08612" h="152638">
                  <a:moveTo>
                    <a:pt x="107968" y="14465"/>
                  </a:moveTo>
                  <a:cubicBezTo>
                    <a:pt x="108911" y="11163"/>
                    <a:pt x="108911" y="10691"/>
                    <a:pt x="108911" y="9039"/>
                  </a:cubicBezTo>
                  <a:cubicBezTo>
                    <a:pt x="108911" y="4793"/>
                    <a:pt x="105612" y="2669"/>
                    <a:pt x="102078" y="2669"/>
                  </a:cubicBezTo>
                  <a:cubicBezTo>
                    <a:pt x="99722" y="2669"/>
                    <a:pt x="95952" y="4085"/>
                    <a:pt x="93832" y="7624"/>
                  </a:cubicBezTo>
                  <a:cubicBezTo>
                    <a:pt x="93361" y="8803"/>
                    <a:pt x="91476" y="16117"/>
                    <a:pt x="90534" y="20363"/>
                  </a:cubicBezTo>
                  <a:cubicBezTo>
                    <a:pt x="88884" y="26497"/>
                    <a:pt x="87235" y="32867"/>
                    <a:pt x="85822" y="39237"/>
                  </a:cubicBezTo>
                  <a:lnTo>
                    <a:pt x="75219" y="81702"/>
                  </a:lnTo>
                  <a:cubicBezTo>
                    <a:pt x="74277" y="85241"/>
                    <a:pt x="64146" y="101755"/>
                    <a:pt x="48596" y="101755"/>
                  </a:cubicBezTo>
                  <a:cubicBezTo>
                    <a:pt x="36581" y="101755"/>
                    <a:pt x="33989" y="91375"/>
                    <a:pt x="33989" y="82646"/>
                  </a:cubicBezTo>
                  <a:cubicBezTo>
                    <a:pt x="33989" y="71793"/>
                    <a:pt x="37994" y="57166"/>
                    <a:pt x="46005" y="36406"/>
                  </a:cubicBezTo>
                  <a:cubicBezTo>
                    <a:pt x="49774" y="26733"/>
                    <a:pt x="50717" y="24138"/>
                    <a:pt x="50717" y="19420"/>
                  </a:cubicBezTo>
                  <a:cubicBezTo>
                    <a:pt x="50717" y="8803"/>
                    <a:pt x="43177" y="74"/>
                    <a:pt x="31397" y="74"/>
                  </a:cubicBezTo>
                  <a:cubicBezTo>
                    <a:pt x="9015" y="74"/>
                    <a:pt x="298" y="34282"/>
                    <a:pt x="298" y="36406"/>
                  </a:cubicBezTo>
                  <a:cubicBezTo>
                    <a:pt x="298" y="38765"/>
                    <a:pt x="2654" y="38765"/>
                    <a:pt x="3125" y="38765"/>
                  </a:cubicBezTo>
                  <a:cubicBezTo>
                    <a:pt x="5481" y="38765"/>
                    <a:pt x="5717" y="38293"/>
                    <a:pt x="6895" y="34518"/>
                  </a:cubicBezTo>
                  <a:cubicBezTo>
                    <a:pt x="13256" y="12342"/>
                    <a:pt x="22680" y="5265"/>
                    <a:pt x="30691" y="5265"/>
                  </a:cubicBezTo>
                  <a:cubicBezTo>
                    <a:pt x="32575" y="5265"/>
                    <a:pt x="36581" y="5265"/>
                    <a:pt x="36581" y="12814"/>
                  </a:cubicBezTo>
                  <a:cubicBezTo>
                    <a:pt x="36581" y="18712"/>
                    <a:pt x="34225" y="24846"/>
                    <a:pt x="32575" y="29328"/>
                  </a:cubicBezTo>
                  <a:cubicBezTo>
                    <a:pt x="23151" y="54335"/>
                    <a:pt x="18910" y="67783"/>
                    <a:pt x="18910" y="78871"/>
                  </a:cubicBezTo>
                  <a:cubicBezTo>
                    <a:pt x="18910" y="99868"/>
                    <a:pt x="33753" y="106945"/>
                    <a:pt x="47654" y="106945"/>
                  </a:cubicBezTo>
                  <a:cubicBezTo>
                    <a:pt x="56842" y="106945"/>
                    <a:pt x="64853" y="102934"/>
                    <a:pt x="71450" y="96329"/>
                  </a:cubicBezTo>
                  <a:cubicBezTo>
                    <a:pt x="68387" y="108597"/>
                    <a:pt x="65560" y="120156"/>
                    <a:pt x="56136" y="132660"/>
                  </a:cubicBezTo>
                  <a:cubicBezTo>
                    <a:pt x="50010" y="140681"/>
                    <a:pt x="41057" y="147523"/>
                    <a:pt x="30219" y="147523"/>
                  </a:cubicBezTo>
                  <a:cubicBezTo>
                    <a:pt x="26921" y="147523"/>
                    <a:pt x="16319" y="146815"/>
                    <a:pt x="12314" y="137614"/>
                  </a:cubicBezTo>
                  <a:cubicBezTo>
                    <a:pt x="16083" y="137614"/>
                    <a:pt x="19146" y="137614"/>
                    <a:pt x="22444" y="134783"/>
                  </a:cubicBezTo>
                  <a:cubicBezTo>
                    <a:pt x="24801" y="132660"/>
                    <a:pt x="27157" y="129593"/>
                    <a:pt x="27157" y="125111"/>
                  </a:cubicBezTo>
                  <a:cubicBezTo>
                    <a:pt x="27157" y="117797"/>
                    <a:pt x="20795" y="116854"/>
                    <a:pt x="18439" y="116854"/>
                  </a:cubicBezTo>
                  <a:cubicBezTo>
                    <a:pt x="13020" y="116854"/>
                    <a:pt x="5246" y="120628"/>
                    <a:pt x="5246" y="132188"/>
                  </a:cubicBezTo>
                  <a:cubicBezTo>
                    <a:pt x="5246" y="143984"/>
                    <a:pt x="15612" y="152713"/>
                    <a:pt x="30219" y="152713"/>
                  </a:cubicBezTo>
                  <a:cubicBezTo>
                    <a:pt x="54486" y="152713"/>
                    <a:pt x="78753" y="131245"/>
                    <a:pt x="85350" y="104586"/>
                  </a:cubicBezTo>
                  <a:lnTo>
                    <a:pt x="107968" y="14465"/>
                  </a:lnTo>
                  <a:close/>
                </a:path>
              </a:pathLst>
            </a:custGeom>
            <a:solidFill>
              <a:srgbClr val="000000"/>
            </a:solidFill>
            <a:ln w="25400" cap="flat">
              <a:noFill/>
              <a:prstDash val="solid"/>
              <a:miter/>
            </a:ln>
          </p:spPr>
          <p:txBody>
            <a:bodyPr/>
            <a:lstStyle/>
            <a:p>
              <a:endParaRPr lang="en-US"/>
            </a:p>
          </p:txBody>
        </p:sp>
        <p:sp>
          <p:nvSpPr>
            <p:cNvPr id="35" name="Freeform: Shape 34">
              <a:extLst>
                <a:ext uri="{FF2B5EF4-FFF2-40B4-BE49-F238E27FC236}">
                  <a16:creationId xmlns:a16="http://schemas.microsoft.com/office/drawing/2014/main" id="{45182BB1-38B9-96F5-DE3C-40FB495A72E4}"/>
                </a:ext>
              </a:extLst>
            </p:cNvPr>
            <p:cNvSpPr/>
            <p:nvPr>
              <p:custDataLst>
                <p:tags r:id="rId28"/>
              </p:custDataLst>
            </p:nvPr>
          </p:nvSpPr>
          <p:spPr>
            <a:xfrm>
              <a:off x="13598613" y="5531154"/>
              <a:ext cx="100767" cy="74479"/>
            </a:xfrm>
            <a:custGeom>
              <a:avLst/>
              <a:gdLst>
                <a:gd name="csX0" fmla="*/ 12672 w 100767"/>
                <a:gd name="csY0" fmla="*/ 62500 h 74479"/>
                <a:gd name="csX1" fmla="*/ 11023 w 100767"/>
                <a:gd name="csY1" fmla="*/ 69271 h 74479"/>
                <a:gd name="csX2" fmla="*/ 16630 w 100767"/>
                <a:gd name="csY2" fmla="*/ 74555 h 74479"/>
                <a:gd name="csX3" fmla="*/ 23062 w 100767"/>
                <a:gd name="csY3" fmla="*/ 70922 h 74479"/>
                <a:gd name="csX4" fmla="*/ 26031 w 100767"/>
                <a:gd name="csY4" fmla="*/ 60683 h 74479"/>
                <a:gd name="csX5" fmla="*/ 29659 w 100767"/>
                <a:gd name="csY5" fmla="*/ 45820 h 74479"/>
                <a:gd name="csX6" fmla="*/ 32462 w 100767"/>
                <a:gd name="csY6" fmla="*/ 34756 h 74479"/>
                <a:gd name="csX7" fmla="*/ 39389 w 100767"/>
                <a:gd name="csY7" fmla="*/ 19893 h 74479"/>
                <a:gd name="csX8" fmla="*/ 64127 w 100767"/>
                <a:gd name="csY8" fmla="*/ 4700 h 74479"/>
                <a:gd name="csX9" fmla="*/ 73858 w 100767"/>
                <a:gd name="csY9" fmla="*/ 16260 h 74479"/>
                <a:gd name="csX10" fmla="*/ 64127 w 100767"/>
                <a:gd name="csY10" fmla="*/ 51435 h 74479"/>
                <a:gd name="csX11" fmla="*/ 61654 w 100767"/>
                <a:gd name="csY11" fmla="*/ 60353 h 74479"/>
                <a:gd name="csX12" fmla="*/ 77321 w 100767"/>
                <a:gd name="csY12" fmla="*/ 74555 h 74479"/>
                <a:gd name="csX13" fmla="*/ 101070 w 100767"/>
                <a:gd name="csY13" fmla="*/ 49288 h 74479"/>
                <a:gd name="csX14" fmla="*/ 98431 w 100767"/>
                <a:gd name="csY14" fmla="*/ 47141 h 74479"/>
                <a:gd name="csX15" fmla="*/ 95298 w 100767"/>
                <a:gd name="csY15" fmla="*/ 49949 h 74479"/>
                <a:gd name="csX16" fmla="*/ 77816 w 100767"/>
                <a:gd name="csY16" fmla="*/ 69931 h 74479"/>
                <a:gd name="csX17" fmla="*/ 73693 w 100767"/>
                <a:gd name="csY17" fmla="*/ 64151 h 74479"/>
                <a:gd name="csX18" fmla="*/ 77486 w 100767"/>
                <a:gd name="csY18" fmla="*/ 50775 h 74479"/>
                <a:gd name="csX19" fmla="*/ 86227 w 100767"/>
                <a:gd name="csY19" fmla="*/ 18902 h 74479"/>
                <a:gd name="csX20" fmla="*/ 64787 w 100767"/>
                <a:gd name="csY20" fmla="*/ 76 h 74479"/>
                <a:gd name="csX21" fmla="*/ 36915 w 100767"/>
                <a:gd name="csY21" fmla="*/ 15104 h 74479"/>
                <a:gd name="csX22" fmla="*/ 19269 w 100767"/>
                <a:gd name="csY22" fmla="*/ 76 h 74479"/>
                <a:gd name="csX23" fmla="*/ 6240 w 100767"/>
                <a:gd name="csY23" fmla="*/ 8994 h 74479"/>
                <a:gd name="csX24" fmla="*/ 303 w 100767"/>
                <a:gd name="csY24" fmla="*/ 25343 h 74479"/>
                <a:gd name="csX25" fmla="*/ 3106 w 100767"/>
                <a:gd name="csY25" fmla="*/ 27490 h 74479"/>
                <a:gd name="csX26" fmla="*/ 6735 w 100767"/>
                <a:gd name="csY26" fmla="*/ 22535 h 74479"/>
                <a:gd name="csX27" fmla="*/ 18774 w 100767"/>
                <a:gd name="csY27" fmla="*/ 4700 h 74479"/>
                <a:gd name="csX28" fmla="*/ 24216 w 100767"/>
                <a:gd name="csY28" fmla="*/ 12792 h 74479"/>
                <a:gd name="csX29" fmla="*/ 21578 w 100767"/>
                <a:gd name="csY29" fmla="*/ 26499 h 74479"/>
                <a:gd name="csX30" fmla="*/ 17949 w 100767"/>
                <a:gd name="csY30" fmla="*/ 41361 h 74479"/>
                <a:gd name="csX31" fmla="*/ 12672 w 100767"/>
                <a:gd name="csY31" fmla="*/ 62500 h 744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00767" h="74479">
                  <a:moveTo>
                    <a:pt x="12672" y="62500"/>
                  </a:moveTo>
                  <a:cubicBezTo>
                    <a:pt x="12012" y="64647"/>
                    <a:pt x="11023" y="68775"/>
                    <a:pt x="11023" y="69271"/>
                  </a:cubicBezTo>
                  <a:cubicBezTo>
                    <a:pt x="11023" y="72904"/>
                    <a:pt x="13991" y="74555"/>
                    <a:pt x="16630" y="74555"/>
                  </a:cubicBezTo>
                  <a:cubicBezTo>
                    <a:pt x="19599" y="74555"/>
                    <a:pt x="22237" y="72408"/>
                    <a:pt x="23062" y="70922"/>
                  </a:cubicBezTo>
                  <a:cubicBezTo>
                    <a:pt x="23887" y="69436"/>
                    <a:pt x="25206" y="64151"/>
                    <a:pt x="26031" y="60683"/>
                  </a:cubicBezTo>
                  <a:cubicBezTo>
                    <a:pt x="26855" y="57545"/>
                    <a:pt x="28669" y="49949"/>
                    <a:pt x="29659" y="45820"/>
                  </a:cubicBezTo>
                  <a:cubicBezTo>
                    <a:pt x="30648" y="42187"/>
                    <a:pt x="31638" y="38554"/>
                    <a:pt x="32462" y="34756"/>
                  </a:cubicBezTo>
                  <a:cubicBezTo>
                    <a:pt x="34277" y="27985"/>
                    <a:pt x="34606" y="26664"/>
                    <a:pt x="39389" y="19893"/>
                  </a:cubicBezTo>
                  <a:cubicBezTo>
                    <a:pt x="44007" y="13287"/>
                    <a:pt x="51758" y="4700"/>
                    <a:pt x="64127" y="4700"/>
                  </a:cubicBezTo>
                  <a:cubicBezTo>
                    <a:pt x="73693" y="4700"/>
                    <a:pt x="73858" y="13122"/>
                    <a:pt x="73858" y="16260"/>
                  </a:cubicBezTo>
                  <a:cubicBezTo>
                    <a:pt x="73858" y="26168"/>
                    <a:pt x="66766" y="44499"/>
                    <a:pt x="64127" y="51435"/>
                  </a:cubicBezTo>
                  <a:cubicBezTo>
                    <a:pt x="62313" y="56059"/>
                    <a:pt x="61654" y="57545"/>
                    <a:pt x="61654" y="60353"/>
                  </a:cubicBezTo>
                  <a:cubicBezTo>
                    <a:pt x="61654" y="69105"/>
                    <a:pt x="68910" y="74555"/>
                    <a:pt x="77321" y="74555"/>
                  </a:cubicBezTo>
                  <a:cubicBezTo>
                    <a:pt x="93813" y="74555"/>
                    <a:pt x="101070" y="51765"/>
                    <a:pt x="101070" y="49288"/>
                  </a:cubicBezTo>
                  <a:cubicBezTo>
                    <a:pt x="101070" y="47141"/>
                    <a:pt x="98926" y="47141"/>
                    <a:pt x="98431" y="47141"/>
                  </a:cubicBezTo>
                  <a:cubicBezTo>
                    <a:pt x="96122" y="47141"/>
                    <a:pt x="95957" y="48132"/>
                    <a:pt x="95298" y="49949"/>
                  </a:cubicBezTo>
                  <a:cubicBezTo>
                    <a:pt x="91504" y="63160"/>
                    <a:pt x="84413" y="69931"/>
                    <a:pt x="77816" y="69931"/>
                  </a:cubicBezTo>
                  <a:cubicBezTo>
                    <a:pt x="74353" y="69931"/>
                    <a:pt x="73693" y="67619"/>
                    <a:pt x="73693" y="64151"/>
                  </a:cubicBezTo>
                  <a:cubicBezTo>
                    <a:pt x="73693" y="60353"/>
                    <a:pt x="74517" y="58206"/>
                    <a:pt x="77486" y="50775"/>
                  </a:cubicBezTo>
                  <a:cubicBezTo>
                    <a:pt x="79465" y="45655"/>
                    <a:pt x="86227" y="28150"/>
                    <a:pt x="86227" y="18902"/>
                  </a:cubicBezTo>
                  <a:cubicBezTo>
                    <a:pt x="86227" y="2883"/>
                    <a:pt x="73528" y="76"/>
                    <a:pt x="64787" y="76"/>
                  </a:cubicBezTo>
                  <a:cubicBezTo>
                    <a:pt x="51099" y="76"/>
                    <a:pt x="41863" y="8498"/>
                    <a:pt x="36915" y="15104"/>
                  </a:cubicBezTo>
                  <a:cubicBezTo>
                    <a:pt x="35761" y="3709"/>
                    <a:pt x="26031" y="76"/>
                    <a:pt x="19269" y="76"/>
                  </a:cubicBezTo>
                  <a:cubicBezTo>
                    <a:pt x="12177" y="76"/>
                    <a:pt x="8384" y="5195"/>
                    <a:pt x="6240" y="8994"/>
                  </a:cubicBezTo>
                  <a:cubicBezTo>
                    <a:pt x="2612" y="15104"/>
                    <a:pt x="303" y="24517"/>
                    <a:pt x="303" y="25343"/>
                  </a:cubicBezTo>
                  <a:cubicBezTo>
                    <a:pt x="303" y="27490"/>
                    <a:pt x="2612" y="27490"/>
                    <a:pt x="3106" y="27490"/>
                  </a:cubicBezTo>
                  <a:cubicBezTo>
                    <a:pt x="5415" y="27490"/>
                    <a:pt x="5580" y="26994"/>
                    <a:pt x="6735" y="22535"/>
                  </a:cubicBezTo>
                  <a:cubicBezTo>
                    <a:pt x="9209" y="12792"/>
                    <a:pt x="12342" y="4700"/>
                    <a:pt x="18774" y="4700"/>
                  </a:cubicBezTo>
                  <a:cubicBezTo>
                    <a:pt x="23062" y="4700"/>
                    <a:pt x="24216" y="8333"/>
                    <a:pt x="24216" y="12792"/>
                  </a:cubicBezTo>
                  <a:cubicBezTo>
                    <a:pt x="24216" y="15930"/>
                    <a:pt x="22732" y="22040"/>
                    <a:pt x="21578" y="26499"/>
                  </a:cubicBezTo>
                  <a:cubicBezTo>
                    <a:pt x="20423" y="30958"/>
                    <a:pt x="18774" y="37728"/>
                    <a:pt x="17949" y="41361"/>
                  </a:cubicBezTo>
                  <a:lnTo>
                    <a:pt x="12672" y="62500"/>
                  </a:lnTo>
                  <a:close/>
                </a:path>
              </a:pathLst>
            </a:custGeom>
            <a:solidFill>
              <a:srgbClr val="000000"/>
            </a:solidFill>
            <a:ln w="25400" cap="flat">
              <a:noFill/>
              <a:prstDash val="solid"/>
              <a:miter/>
            </a:ln>
          </p:spPr>
          <p:txBody>
            <a:bodyPr/>
            <a:lstStyle/>
            <a:p>
              <a:endParaRPr lang="en-US"/>
            </a:p>
          </p:txBody>
        </p:sp>
        <p:sp>
          <p:nvSpPr>
            <p:cNvPr id="37" name="Freeform: Shape 36">
              <a:extLst>
                <a:ext uri="{FF2B5EF4-FFF2-40B4-BE49-F238E27FC236}">
                  <a16:creationId xmlns:a16="http://schemas.microsoft.com/office/drawing/2014/main" id="{C7143482-B4B1-99D4-6CBD-A7AF53A4AFF5}"/>
                </a:ext>
              </a:extLst>
            </p:cNvPr>
            <p:cNvSpPr/>
            <p:nvPr>
              <p:custDataLst>
                <p:tags r:id="rId29"/>
              </p:custDataLst>
            </p:nvPr>
          </p:nvSpPr>
          <p:spPr>
            <a:xfrm>
              <a:off x="13797745" y="5482012"/>
              <a:ext cx="156675" cy="55204"/>
            </a:xfrm>
            <a:custGeom>
              <a:avLst/>
              <a:gdLst>
                <a:gd name="csX0" fmla="*/ 148976 w 156675"/>
                <a:gd name="csY0" fmla="*/ 9511 h 55204"/>
                <a:gd name="csX1" fmla="*/ 156986 w 156675"/>
                <a:gd name="csY1" fmla="*/ 4793 h 55204"/>
                <a:gd name="csX2" fmla="*/ 149212 w 156675"/>
                <a:gd name="csY2" fmla="*/ 74 h 55204"/>
                <a:gd name="csX3" fmla="*/ 8086 w 156675"/>
                <a:gd name="csY3" fmla="*/ 74 h 55204"/>
                <a:gd name="csX4" fmla="*/ 311 w 156675"/>
                <a:gd name="csY4" fmla="*/ 4793 h 55204"/>
                <a:gd name="csX5" fmla="*/ 8321 w 156675"/>
                <a:gd name="csY5" fmla="*/ 9511 h 55204"/>
                <a:gd name="csX6" fmla="*/ 148976 w 156675"/>
                <a:gd name="csY6" fmla="*/ 9511 h 55204"/>
                <a:gd name="csX7" fmla="*/ 149212 w 156675"/>
                <a:gd name="csY7" fmla="*/ 55279 h 55204"/>
                <a:gd name="csX8" fmla="*/ 156986 w 156675"/>
                <a:gd name="csY8" fmla="*/ 50561 h 55204"/>
                <a:gd name="csX9" fmla="*/ 148976 w 156675"/>
                <a:gd name="csY9" fmla="*/ 45842 h 55204"/>
                <a:gd name="csX10" fmla="*/ 8321 w 156675"/>
                <a:gd name="csY10" fmla="*/ 45842 h 55204"/>
                <a:gd name="csX11" fmla="*/ 311 w 156675"/>
                <a:gd name="csY11" fmla="*/ 50561 h 55204"/>
                <a:gd name="csX12" fmla="*/ 8086 w 156675"/>
                <a:gd name="csY12" fmla="*/ 55279 h 55204"/>
                <a:gd name="csX13" fmla="*/ 149212 w 156675"/>
                <a:gd name="csY13" fmla="*/ 55279 h 552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6675" h="55204">
                  <a:moveTo>
                    <a:pt x="148976" y="9511"/>
                  </a:moveTo>
                  <a:cubicBezTo>
                    <a:pt x="152510" y="9511"/>
                    <a:pt x="156986" y="9511"/>
                    <a:pt x="156986" y="4793"/>
                  </a:cubicBezTo>
                  <a:cubicBezTo>
                    <a:pt x="156986" y="74"/>
                    <a:pt x="152510" y="74"/>
                    <a:pt x="149212" y="74"/>
                  </a:cubicBezTo>
                  <a:lnTo>
                    <a:pt x="8086" y="74"/>
                  </a:lnTo>
                  <a:cubicBezTo>
                    <a:pt x="4787" y="74"/>
                    <a:pt x="311" y="74"/>
                    <a:pt x="311" y="4793"/>
                  </a:cubicBezTo>
                  <a:cubicBezTo>
                    <a:pt x="311" y="9511"/>
                    <a:pt x="4787" y="9511"/>
                    <a:pt x="8321" y="9511"/>
                  </a:cubicBezTo>
                  <a:lnTo>
                    <a:pt x="148976" y="9511"/>
                  </a:lnTo>
                  <a:close/>
                  <a:moveTo>
                    <a:pt x="149212" y="55279"/>
                  </a:moveTo>
                  <a:cubicBezTo>
                    <a:pt x="152510" y="55279"/>
                    <a:pt x="156986" y="55279"/>
                    <a:pt x="156986" y="50561"/>
                  </a:cubicBezTo>
                  <a:cubicBezTo>
                    <a:pt x="156986" y="45842"/>
                    <a:pt x="152510" y="45842"/>
                    <a:pt x="148976" y="45842"/>
                  </a:cubicBezTo>
                  <a:lnTo>
                    <a:pt x="8321" y="45842"/>
                  </a:lnTo>
                  <a:cubicBezTo>
                    <a:pt x="4787" y="45842"/>
                    <a:pt x="311" y="45842"/>
                    <a:pt x="311" y="50561"/>
                  </a:cubicBezTo>
                  <a:cubicBezTo>
                    <a:pt x="311" y="55279"/>
                    <a:pt x="4787" y="55279"/>
                    <a:pt x="8086" y="55279"/>
                  </a:cubicBezTo>
                  <a:lnTo>
                    <a:pt x="149212" y="55279"/>
                  </a:lnTo>
                  <a:close/>
                </a:path>
              </a:pathLst>
            </a:custGeom>
            <a:solidFill>
              <a:srgbClr val="000000"/>
            </a:solidFill>
            <a:ln w="25400" cap="flat">
              <a:noFill/>
              <a:prstDash val="solid"/>
              <a:miter/>
            </a:ln>
          </p:spPr>
          <p:txBody>
            <a:bodyPr/>
            <a:lstStyle/>
            <a:p>
              <a:endParaRPr lang="en-US"/>
            </a:p>
          </p:txBody>
        </p:sp>
        <p:sp>
          <p:nvSpPr>
            <p:cNvPr id="38" name="Freeform: Shape 37">
              <a:extLst>
                <a:ext uri="{FF2B5EF4-FFF2-40B4-BE49-F238E27FC236}">
                  <a16:creationId xmlns:a16="http://schemas.microsoft.com/office/drawing/2014/main" id="{DD67C1BE-20DF-8127-B7C7-2497715E9E31}"/>
                </a:ext>
              </a:extLst>
            </p:cNvPr>
            <p:cNvSpPr/>
            <p:nvPr>
              <p:custDataLst>
                <p:tags r:id="rId30"/>
              </p:custDataLst>
            </p:nvPr>
          </p:nvSpPr>
          <p:spPr>
            <a:xfrm>
              <a:off x="14042430" y="5411473"/>
              <a:ext cx="99188" cy="162311"/>
            </a:xfrm>
            <a:custGeom>
              <a:avLst/>
              <a:gdLst>
                <a:gd name="csX0" fmla="*/ 99510 w 99188"/>
                <a:gd name="csY0" fmla="*/ 81702 h 162311"/>
                <a:gd name="csX1" fmla="*/ 90086 w 99188"/>
                <a:gd name="csY1" fmla="*/ 26497 h 162311"/>
                <a:gd name="csX2" fmla="*/ 50034 w 99188"/>
                <a:gd name="csY2" fmla="*/ 74 h 162311"/>
                <a:gd name="csX3" fmla="*/ 9039 w 99188"/>
                <a:gd name="csY3" fmla="*/ 28149 h 162311"/>
                <a:gd name="csX4" fmla="*/ 321 w 99188"/>
                <a:gd name="csY4" fmla="*/ 81702 h 162311"/>
                <a:gd name="csX5" fmla="*/ 10924 w 99188"/>
                <a:gd name="csY5" fmla="*/ 138558 h 162311"/>
                <a:gd name="csX6" fmla="*/ 49798 w 99188"/>
                <a:gd name="csY6" fmla="*/ 162386 h 162311"/>
                <a:gd name="csX7" fmla="*/ 90793 w 99188"/>
                <a:gd name="csY7" fmla="*/ 135019 h 162311"/>
                <a:gd name="csX8" fmla="*/ 99510 w 99188"/>
                <a:gd name="csY8" fmla="*/ 81702 h 162311"/>
                <a:gd name="csX9" fmla="*/ 49798 w 99188"/>
                <a:gd name="csY9" fmla="*/ 157196 h 162311"/>
                <a:gd name="csX10" fmla="*/ 22468 w 99188"/>
                <a:gd name="csY10" fmla="*/ 128650 h 162311"/>
                <a:gd name="csX11" fmla="*/ 19876 w 99188"/>
                <a:gd name="csY11" fmla="*/ 78871 h 162311"/>
                <a:gd name="csX12" fmla="*/ 21761 w 99188"/>
                <a:gd name="csY12" fmla="*/ 35462 h 162311"/>
                <a:gd name="csX13" fmla="*/ 49798 w 99188"/>
                <a:gd name="csY13" fmla="*/ 5265 h 162311"/>
                <a:gd name="csX14" fmla="*/ 77599 w 99188"/>
                <a:gd name="csY14" fmla="*/ 32867 h 162311"/>
                <a:gd name="csX15" fmla="*/ 79955 w 99188"/>
                <a:gd name="csY15" fmla="*/ 78871 h 162311"/>
                <a:gd name="csX16" fmla="*/ 77363 w 99188"/>
                <a:gd name="csY16" fmla="*/ 127706 h 162311"/>
                <a:gd name="csX17" fmla="*/ 49798 w 99188"/>
                <a:gd name="csY17" fmla="*/ 157196 h 1623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9188" h="162311">
                  <a:moveTo>
                    <a:pt x="99510" y="81702"/>
                  </a:moveTo>
                  <a:cubicBezTo>
                    <a:pt x="99510" y="62828"/>
                    <a:pt x="98332" y="43955"/>
                    <a:pt x="90086" y="26497"/>
                  </a:cubicBezTo>
                  <a:cubicBezTo>
                    <a:pt x="79248" y="3849"/>
                    <a:pt x="59929" y="74"/>
                    <a:pt x="50034" y="74"/>
                  </a:cubicBezTo>
                  <a:cubicBezTo>
                    <a:pt x="35897" y="74"/>
                    <a:pt x="18698" y="6208"/>
                    <a:pt x="9039" y="28149"/>
                  </a:cubicBezTo>
                  <a:cubicBezTo>
                    <a:pt x="1499" y="44427"/>
                    <a:pt x="321" y="62828"/>
                    <a:pt x="321" y="81702"/>
                  </a:cubicBezTo>
                  <a:cubicBezTo>
                    <a:pt x="321" y="99396"/>
                    <a:pt x="1264" y="120628"/>
                    <a:pt x="10924" y="138558"/>
                  </a:cubicBezTo>
                  <a:cubicBezTo>
                    <a:pt x="21054" y="157667"/>
                    <a:pt x="38253" y="162386"/>
                    <a:pt x="49798" y="162386"/>
                  </a:cubicBezTo>
                  <a:cubicBezTo>
                    <a:pt x="62520" y="162386"/>
                    <a:pt x="80426" y="157431"/>
                    <a:pt x="90793" y="135019"/>
                  </a:cubicBezTo>
                  <a:cubicBezTo>
                    <a:pt x="98332" y="118741"/>
                    <a:pt x="99510" y="100339"/>
                    <a:pt x="99510" y="81702"/>
                  </a:cubicBezTo>
                  <a:close/>
                  <a:moveTo>
                    <a:pt x="49798" y="157196"/>
                  </a:moveTo>
                  <a:cubicBezTo>
                    <a:pt x="40609" y="157196"/>
                    <a:pt x="26709" y="151298"/>
                    <a:pt x="22468" y="128650"/>
                  </a:cubicBezTo>
                  <a:cubicBezTo>
                    <a:pt x="19876" y="114494"/>
                    <a:pt x="19876" y="92790"/>
                    <a:pt x="19876" y="78871"/>
                  </a:cubicBezTo>
                  <a:cubicBezTo>
                    <a:pt x="19876" y="63772"/>
                    <a:pt x="19876" y="48202"/>
                    <a:pt x="21761" y="35462"/>
                  </a:cubicBezTo>
                  <a:cubicBezTo>
                    <a:pt x="26238" y="7388"/>
                    <a:pt x="43908" y="5265"/>
                    <a:pt x="49798" y="5265"/>
                  </a:cubicBezTo>
                  <a:cubicBezTo>
                    <a:pt x="57573" y="5265"/>
                    <a:pt x="73123" y="9511"/>
                    <a:pt x="77599" y="32867"/>
                  </a:cubicBezTo>
                  <a:cubicBezTo>
                    <a:pt x="79955" y="46078"/>
                    <a:pt x="79955" y="64008"/>
                    <a:pt x="79955" y="78871"/>
                  </a:cubicBezTo>
                  <a:cubicBezTo>
                    <a:pt x="79955" y="96565"/>
                    <a:pt x="79955" y="112607"/>
                    <a:pt x="77363" y="127706"/>
                  </a:cubicBezTo>
                  <a:cubicBezTo>
                    <a:pt x="73829" y="150118"/>
                    <a:pt x="60400" y="157196"/>
                    <a:pt x="49798" y="157196"/>
                  </a:cubicBezTo>
                  <a:close/>
                </a:path>
              </a:pathLst>
            </a:custGeom>
            <a:solidFill>
              <a:srgbClr val="000000"/>
            </a:solidFill>
            <a:ln w="25400" cap="flat">
              <a:noFill/>
              <a:prstDash val="solid"/>
              <a:miter/>
            </a:ln>
          </p:spPr>
          <p:txBody>
            <a:bodyPr/>
            <a:lstStyle/>
            <a:p>
              <a:endParaRPr lang="en-US"/>
            </a:p>
          </p:txBody>
        </p:sp>
        <p:sp>
          <p:nvSpPr>
            <p:cNvPr id="39" name="Freeform: Shape 38">
              <a:extLst>
                <a:ext uri="{FF2B5EF4-FFF2-40B4-BE49-F238E27FC236}">
                  <a16:creationId xmlns:a16="http://schemas.microsoft.com/office/drawing/2014/main" id="{3DF020E2-6F5A-F75A-A138-2469406E754A}"/>
                </a:ext>
              </a:extLst>
            </p:cNvPr>
            <p:cNvSpPr/>
            <p:nvPr>
              <p:custDataLst>
                <p:tags r:id="rId31"/>
              </p:custDataLst>
            </p:nvPr>
          </p:nvSpPr>
          <p:spPr>
            <a:xfrm>
              <a:off x="11607603" y="5751193"/>
              <a:ext cx="77748" cy="157121"/>
            </a:xfrm>
            <a:custGeom>
              <a:avLst/>
              <a:gdLst>
                <a:gd name="csX0" fmla="*/ 48516 w 77748"/>
                <a:gd name="csY0" fmla="*/ 6223 h 157121"/>
                <a:gd name="csX1" fmla="*/ 43098 w 77748"/>
                <a:gd name="csY1" fmla="*/ 89 h 157121"/>
                <a:gd name="csX2" fmla="*/ 218 w 77748"/>
                <a:gd name="csY2" fmla="*/ 15187 h 157121"/>
                <a:gd name="csX3" fmla="*/ 218 w 77748"/>
                <a:gd name="csY3" fmla="*/ 22501 h 157121"/>
                <a:gd name="csX4" fmla="*/ 31082 w 77748"/>
                <a:gd name="csY4" fmla="*/ 16367 h 157121"/>
                <a:gd name="csX5" fmla="*/ 31082 w 77748"/>
                <a:gd name="csY5" fmla="*/ 138572 h 157121"/>
                <a:gd name="csX6" fmla="*/ 9171 w 77748"/>
                <a:gd name="csY6" fmla="*/ 149896 h 157121"/>
                <a:gd name="csX7" fmla="*/ 1632 w 77748"/>
                <a:gd name="csY7" fmla="*/ 149896 h 157121"/>
                <a:gd name="csX8" fmla="*/ 1632 w 77748"/>
                <a:gd name="csY8" fmla="*/ 157210 h 157121"/>
                <a:gd name="csX9" fmla="*/ 39799 w 77748"/>
                <a:gd name="csY9" fmla="*/ 156502 h 157121"/>
                <a:gd name="csX10" fmla="*/ 77967 w 77748"/>
                <a:gd name="csY10" fmla="*/ 157210 h 157121"/>
                <a:gd name="csX11" fmla="*/ 77967 w 77748"/>
                <a:gd name="csY11" fmla="*/ 149896 h 157121"/>
                <a:gd name="csX12" fmla="*/ 70428 w 77748"/>
                <a:gd name="csY12" fmla="*/ 149896 h 157121"/>
                <a:gd name="csX13" fmla="*/ 48516 w 77748"/>
                <a:gd name="csY13" fmla="*/ 138572 h 157121"/>
                <a:gd name="csX14" fmla="*/ 48516 w 77748"/>
                <a:gd name="csY14" fmla="*/ 6223 h 1571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77748" h="157121">
                  <a:moveTo>
                    <a:pt x="48516" y="6223"/>
                  </a:moveTo>
                  <a:cubicBezTo>
                    <a:pt x="48516" y="561"/>
                    <a:pt x="48516" y="89"/>
                    <a:pt x="43098" y="89"/>
                  </a:cubicBezTo>
                  <a:cubicBezTo>
                    <a:pt x="28490" y="15187"/>
                    <a:pt x="7757" y="15187"/>
                    <a:pt x="218" y="15187"/>
                  </a:cubicBezTo>
                  <a:lnTo>
                    <a:pt x="218" y="22501"/>
                  </a:lnTo>
                  <a:cubicBezTo>
                    <a:pt x="4930" y="22501"/>
                    <a:pt x="18831" y="22501"/>
                    <a:pt x="31082" y="16367"/>
                  </a:cubicBezTo>
                  <a:lnTo>
                    <a:pt x="31082" y="138572"/>
                  </a:lnTo>
                  <a:cubicBezTo>
                    <a:pt x="31082" y="147065"/>
                    <a:pt x="30375" y="149896"/>
                    <a:pt x="9171" y="149896"/>
                  </a:cubicBezTo>
                  <a:lnTo>
                    <a:pt x="1632" y="149896"/>
                  </a:lnTo>
                  <a:lnTo>
                    <a:pt x="1632" y="157210"/>
                  </a:lnTo>
                  <a:cubicBezTo>
                    <a:pt x="9878" y="156502"/>
                    <a:pt x="30375" y="156502"/>
                    <a:pt x="39799" y="156502"/>
                  </a:cubicBezTo>
                  <a:cubicBezTo>
                    <a:pt x="49223" y="156502"/>
                    <a:pt x="69721" y="156502"/>
                    <a:pt x="77967" y="157210"/>
                  </a:cubicBezTo>
                  <a:lnTo>
                    <a:pt x="77967" y="149896"/>
                  </a:lnTo>
                  <a:lnTo>
                    <a:pt x="70428" y="149896"/>
                  </a:lnTo>
                  <a:cubicBezTo>
                    <a:pt x="49223" y="149896"/>
                    <a:pt x="48516" y="147301"/>
                    <a:pt x="48516" y="138572"/>
                  </a:cubicBezTo>
                  <a:lnTo>
                    <a:pt x="48516" y="6223"/>
                  </a:lnTo>
                  <a:close/>
                </a:path>
              </a:pathLst>
            </a:custGeom>
            <a:solidFill>
              <a:srgbClr val="000000"/>
            </a:solidFill>
            <a:ln w="25400" cap="flat">
              <a:noFill/>
              <a:prstDash val="solid"/>
              <a:miter/>
            </a:ln>
          </p:spPr>
          <p:txBody>
            <a:bodyPr/>
            <a:lstStyle/>
            <a:p>
              <a:endParaRPr lang="en-US"/>
            </a:p>
          </p:txBody>
        </p:sp>
        <p:sp>
          <p:nvSpPr>
            <p:cNvPr id="40" name="Freeform: Shape 39">
              <a:extLst>
                <a:ext uri="{FF2B5EF4-FFF2-40B4-BE49-F238E27FC236}">
                  <a16:creationId xmlns:a16="http://schemas.microsoft.com/office/drawing/2014/main" id="{3CDCB8AC-1BE2-21DC-5ADE-5F7EB8242516}"/>
                </a:ext>
              </a:extLst>
            </p:cNvPr>
            <p:cNvSpPr/>
            <p:nvPr>
              <p:custDataLst>
                <p:tags r:id="rId32"/>
              </p:custDataLst>
            </p:nvPr>
          </p:nvSpPr>
          <p:spPr>
            <a:xfrm>
              <a:off x="11776346" y="5844617"/>
              <a:ext cx="143952" cy="9436"/>
            </a:xfrm>
            <a:custGeom>
              <a:avLst/>
              <a:gdLst>
                <a:gd name="csX0" fmla="*/ 135932 w 143952"/>
                <a:gd name="csY0" fmla="*/ 9525 h 9436"/>
                <a:gd name="csX1" fmla="*/ 144178 w 143952"/>
                <a:gd name="csY1" fmla="*/ 4807 h 9436"/>
                <a:gd name="csX2" fmla="*/ 135932 w 143952"/>
                <a:gd name="csY2" fmla="*/ 89 h 9436"/>
                <a:gd name="csX3" fmla="*/ 8471 w 143952"/>
                <a:gd name="csY3" fmla="*/ 89 h 9436"/>
                <a:gd name="csX4" fmla="*/ 225 w 143952"/>
                <a:gd name="csY4" fmla="*/ 4807 h 9436"/>
                <a:gd name="csX5" fmla="*/ 8471 w 143952"/>
                <a:gd name="csY5" fmla="*/ 9525 h 9436"/>
                <a:gd name="csX6" fmla="*/ 135932 w 143952"/>
                <a:gd name="csY6" fmla="*/ 9525 h 943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3952" h="9436">
                  <a:moveTo>
                    <a:pt x="135932" y="9525"/>
                  </a:moveTo>
                  <a:cubicBezTo>
                    <a:pt x="139937" y="9525"/>
                    <a:pt x="144178" y="9525"/>
                    <a:pt x="144178" y="4807"/>
                  </a:cubicBezTo>
                  <a:cubicBezTo>
                    <a:pt x="144178" y="89"/>
                    <a:pt x="139937" y="89"/>
                    <a:pt x="135932" y="89"/>
                  </a:cubicBezTo>
                  <a:lnTo>
                    <a:pt x="8471" y="89"/>
                  </a:lnTo>
                  <a:cubicBezTo>
                    <a:pt x="4466" y="89"/>
                    <a:pt x="225" y="89"/>
                    <a:pt x="225" y="4807"/>
                  </a:cubicBezTo>
                  <a:cubicBezTo>
                    <a:pt x="225" y="9525"/>
                    <a:pt x="4466" y="9525"/>
                    <a:pt x="8471" y="9525"/>
                  </a:cubicBezTo>
                  <a:lnTo>
                    <a:pt x="135932" y="9525"/>
                  </a:lnTo>
                  <a:close/>
                </a:path>
              </a:pathLst>
            </a:custGeom>
            <a:solidFill>
              <a:srgbClr val="000000"/>
            </a:solidFill>
            <a:ln w="25400" cap="flat">
              <a:noFill/>
              <a:prstDash val="solid"/>
              <a:miter/>
            </a:ln>
          </p:spPr>
          <p:txBody>
            <a:bodyPr/>
            <a:lstStyle/>
            <a:p>
              <a:endParaRPr lang="en-US"/>
            </a:p>
          </p:txBody>
        </p:sp>
        <p:sp>
          <p:nvSpPr>
            <p:cNvPr id="41" name="Freeform: Shape 40">
              <a:extLst>
                <a:ext uri="{FF2B5EF4-FFF2-40B4-BE49-F238E27FC236}">
                  <a16:creationId xmlns:a16="http://schemas.microsoft.com/office/drawing/2014/main" id="{06A13002-54EF-8F13-96B3-B93FE7643306}"/>
                </a:ext>
              </a:extLst>
            </p:cNvPr>
            <p:cNvSpPr/>
            <p:nvPr>
              <p:custDataLst>
                <p:tags r:id="rId33"/>
              </p:custDataLst>
            </p:nvPr>
          </p:nvSpPr>
          <p:spPr>
            <a:xfrm>
              <a:off x="12015717" y="5731376"/>
              <a:ext cx="54659" cy="235917"/>
            </a:xfrm>
            <a:custGeom>
              <a:avLst/>
              <a:gdLst>
                <a:gd name="csX0" fmla="*/ 54895 w 54659"/>
                <a:gd name="csY0" fmla="*/ 233647 h 235917"/>
                <a:gd name="csX1" fmla="*/ 50890 w 54659"/>
                <a:gd name="csY1" fmla="*/ 228457 h 235917"/>
                <a:gd name="csX2" fmla="*/ 13900 w 54659"/>
                <a:gd name="csY2" fmla="*/ 118048 h 235917"/>
                <a:gd name="csX3" fmla="*/ 51832 w 54659"/>
                <a:gd name="csY3" fmla="*/ 6459 h 235917"/>
                <a:gd name="csX4" fmla="*/ 54895 w 54659"/>
                <a:gd name="csY4" fmla="*/ 2448 h 235917"/>
                <a:gd name="csX5" fmla="*/ 52539 w 54659"/>
                <a:gd name="csY5" fmla="*/ 89 h 235917"/>
                <a:gd name="csX6" fmla="*/ 15078 w 54659"/>
                <a:gd name="csY6" fmla="*/ 46093 h 235917"/>
                <a:gd name="csX7" fmla="*/ 235 w 54659"/>
                <a:gd name="csY7" fmla="*/ 118048 h 235917"/>
                <a:gd name="csX8" fmla="*/ 15785 w 54659"/>
                <a:gd name="csY8" fmla="*/ 191654 h 235917"/>
                <a:gd name="csX9" fmla="*/ 52539 w 54659"/>
                <a:gd name="csY9" fmla="*/ 236006 h 235917"/>
                <a:gd name="csX10" fmla="*/ 54895 w 54659"/>
                <a:gd name="csY10" fmla="*/ 233647 h 2359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4659" h="235917">
                  <a:moveTo>
                    <a:pt x="54895" y="233647"/>
                  </a:moveTo>
                  <a:cubicBezTo>
                    <a:pt x="54895" y="232939"/>
                    <a:pt x="54895" y="232468"/>
                    <a:pt x="50890" y="228457"/>
                  </a:cubicBezTo>
                  <a:cubicBezTo>
                    <a:pt x="21439" y="198731"/>
                    <a:pt x="13900" y="154143"/>
                    <a:pt x="13900" y="118048"/>
                  </a:cubicBezTo>
                  <a:cubicBezTo>
                    <a:pt x="13900" y="76998"/>
                    <a:pt x="22853" y="35948"/>
                    <a:pt x="51832" y="6459"/>
                  </a:cubicBezTo>
                  <a:cubicBezTo>
                    <a:pt x="54895" y="3628"/>
                    <a:pt x="54895" y="3156"/>
                    <a:pt x="54895" y="2448"/>
                  </a:cubicBezTo>
                  <a:cubicBezTo>
                    <a:pt x="54895" y="797"/>
                    <a:pt x="53952" y="89"/>
                    <a:pt x="52539" y="89"/>
                  </a:cubicBezTo>
                  <a:cubicBezTo>
                    <a:pt x="50183" y="89"/>
                    <a:pt x="28979" y="16131"/>
                    <a:pt x="15078" y="46093"/>
                  </a:cubicBezTo>
                  <a:cubicBezTo>
                    <a:pt x="3062" y="72044"/>
                    <a:pt x="235" y="98230"/>
                    <a:pt x="235" y="118048"/>
                  </a:cubicBezTo>
                  <a:cubicBezTo>
                    <a:pt x="235" y="136449"/>
                    <a:pt x="2827" y="164995"/>
                    <a:pt x="15785" y="191654"/>
                  </a:cubicBezTo>
                  <a:cubicBezTo>
                    <a:pt x="29921" y="220672"/>
                    <a:pt x="50183" y="236006"/>
                    <a:pt x="52539" y="236006"/>
                  </a:cubicBezTo>
                  <a:cubicBezTo>
                    <a:pt x="53952" y="236006"/>
                    <a:pt x="54895" y="235299"/>
                    <a:pt x="54895" y="233647"/>
                  </a:cubicBezTo>
                  <a:close/>
                </a:path>
              </a:pathLst>
            </a:custGeom>
            <a:solidFill>
              <a:srgbClr val="000000"/>
            </a:solidFill>
            <a:ln w="25400" cap="flat">
              <a:noFill/>
              <a:prstDash val="solid"/>
              <a:miter/>
            </a:ln>
          </p:spPr>
          <p:txBody>
            <a:bodyPr/>
            <a:lstStyle/>
            <a:p>
              <a:endParaRPr lang="en-US"/>
            </a:p>
          </p:txBody>
        </p:sp>
        <p:sp>
          <p:nvSpPr>
            <p:cNvPr id="42" name="Freeform: Shape 41">
              <a:extLst>
                <a:ext uri="{FF2B5EF4-FFF2-40B4-BE49-F238E27FC236}">
                  <a16:creationId xmlns:a16="http://schemas.microsoft.com/office/drawing/2014/main" id="{E0356C3A-FCED-D3F2-875D-0BD9F898C373}"/>
                </a:ext>
              </a:extLst>
            </p:cNvPr>
            <p:cNvSpPr/>
            <p:nvPr>
              <p:custDataLst>
                <p:tags r:id="rId34"/>
              </p:custDataLst>
            </p:nvPr>
          </p:nvSpPr>
          <p:spPr>
            <a:xfrm>
              <a:off x="12134783" y="5744588"/>
              <a:ext cx="62905" cy="36331"/>
            </a:xfrm>
            <a:custGeom>
              <a:avLst/>
              <a:gdLst>
                <a:gd name="csX0" fmla="*/ 31811 w 62905"/>
                <a:gd name="csY0" fmla="*/ 89 h 36331"/>
                <a:gd name="csX1" fmla="*/ 240 w 62905"/>
                <a:gd name="csY1" fmla="*/ 32174 h 36331"/>
                <a:gd name="csX2" fmla="*/ 4481 w 62905"/>
                <a:gd name="csY2" fmla="*/ 36420 h 36331"/>
                <a:gd name="csX3" fmla="*/ 31811 w 62905"/>
                <a:gd name="csY3" fmla="*/ 12356 h 36331"/>
                <a:gd name="csX4" fmla="*/ 58905 w 62905"/>
                <a:gd name="csY4" fmla="*/ 36420 h 36331"/>
                <a:gd name="csX5" fmla="*/ 63146 w 62905"/>
                <a:gd name="csY5" fmla="*/ 32174 h 36331"/>
                <a:gd name="csX6" fmla="*/ 31811 w 62905"/>
                <a:gd name="csY6" fmla="*/ 89 h 36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2905" h="36331">
                  <a:moveTo>
                    <a:pt x="31811" y="89"/>
                  </a:moveTo>
                  <a:lnTo>
                    <a:pt x="240" y="32174"/>
                  </a:lnTo>
                  <a:lnTo>
                    <a:pt x="4481" y="36420"/>
                  </a:lnTo>
                  <a:lnTo>
                    <a:pt x="31811" y="12356"/>
                  </a:lnTo>
                  <a:lnTo>
                    <a:pt x="58905" y="36420"/>
                  </a:lnTo>
                  <a:lnTo>
                    <a:pt x="63146" y="32174"/>
                  </a:lnTo>
                  <a:lnTo>
                    <a:pt x="31811" y="89"/>
                  </a:lnTo>
                  <a:close/>
                </a:path>
              </a:pathLst>
            </a:custGeom>
            <a:solidFill>
              <a:srgbClr val="000000"/>
            </a:solidFill>
            <a:ln w="25400" cap="flat">
              <a:noFill/>
              <a:prstDash val="solid"/>
              <a:miter/>
            </a:ln>
          </p:spPr>
          <p:txBody>
            <a:bodyPr/>
            <a:lstStyle/>
            <a:p>
              <a:endParaRPr lang="en-US"/>
            </a:p>
          </p:txBody>
        </p:sp>
        <p:sp>
          <p:nvSpPr>
            <p:cNvPr id="43" name="Freeform: Shape 42">
              <a:extLst>
                <a:ext uri="{FF2B5EF4-FFF2-40B4-BE49-F238E27FC236}">
                  <a16:creationId xmlns:a16="http://schemas.microsoft.com/office/drawing/2014/main" id="{9F6BE14F-BA85-E270-85BB-548890D62560}"/>
                </a:ext>
              </a:extLst>
            </p:cNvPr>
            <p:cNvSpPr/>
            <p:nvPr>
              <p:custDataLst>
                <p:tags r:id="rId35"/>
              </p:custDataLst>
            </p:nvPr>
          </p:nvSpPr>
          <p:spPr>
            <a:xfrm>
              <a:off x="12093675" y="5804039"/>
              <a:ext cx="132172" cy="106870"/>
            </a:xfrm>
            <a:custGeom>
              <a:avLst/>
              <a:gdLst>
                <a:gd name="csX0" fmla="*/ 102962 w 132172"/>
                <a:gd name="csY0" fmla="*/ 48688 h 106870"/>
                <a:gd name="csX1" fmla="*/ 63616 w 132172"/>
                <a:gd name="csY1" fmla="*/ 89 h 106870"/>
                <a:gd name="csX2" fmla="*/ 239 w 132172"/>
                <a:gd name="csY2" fmla="*/ 67089 h 106870"/>
                <a:gd name="csX3" fmla="*/ 38407 w 132172"/>
                <a:gd name="csY3" fmla="*/ 106959 h 106870"/>
                <a:gd name="csX4" fmla="*/ 88119 w 132172"/>
                <a:gd name="csY4" fmla="*/ 87142 h 106870"/>
                <a:gd name="csX5" fmla="*/ 109559 w 132172"/>
                <a:gd name="csY5" fmla="*/ 106959 h 106870"/>
                <a:gd name="csX6" fmla="*/ 129349 w 132172"/>
                <a:gd name="csY6" fmla="*/ 90209 h 106870"/>
                <a:gd name="csX7" fmla="*/ 126522 w 132172"/>
                <a:gd name="csY7" fmla="*/ 87850 h 106870"/>
                <a:gd name="csX8" fmla="*/ 123459 w 132172"/>
                <a:gd name="csY8" fmla="*/ 90209 h 106870"/>
                <a:gd name="csX9" fmla="*/ 110265 w 132172"/>
                <a:gd name="csY9" fmla="*/ 101769 h 106870"/>
                <a:gd name="csX10" fmla="*/ 102962 w 132172"/>
                <a:gd name="csY10" fmla="*/ 77706 h 106870"/>
                <a:gd name="csX11" fmla="*/ 105318 w 132172"/>
                <a:gd name="csY11" fmla="*/ 69449 h 106870"/>
                <a:gd name="csX12" fmla="*/ 132412 w 132172"/>
                <a:gd name="csY12" fmla="*/ 14008 h 106870"/>
                <a:gd name="csX13" fmla="*/ 129585 w 132172"/>
                <a:gd name="csY13" fmla="*/ 11649 h 106870"/>
                <a:gd name="csX14" fmla="*/ 126051 w 132172"/>
                <a:gd name="csY14" fmla="*/ 16603 h 106870"/>
                <a:gd name="csX15" fmla="*/ 102962 w 132172"/>
                <a:gd name="csY15" fmla="*/ 63315 h 106870"/>
                <a:gd name="csX16" fmla="*/ 102962 w 132172"/>
                <a:gd name="csY16" fmla="*/ 48688 h 106870"/>
                <a:gd name="csX17" fmla="*/ 87176 w 132172"/>
                <a:gd name="csY17" fmla="*/ 81009 h 106870"/>
                <a:gd name="csX18" fmla="*/ 38878 w 132172"/>
                <a:gd name="csY18" fmla="*/ 101769 h 106870"/>
                <a:gd name="csX19" fmla="*/ 17674 w 132172"/>
                <a:gd name="csY19" fmla="*/ 76054 h 106870"/>
                <a:gd name="csX20" fmla="*/ 31339 w 132172"/>
                <a:gd name="csY20" fmla="*/ 26983 h 106870"/>
                <a:gd name="csX21" fmla="*/ 63380 w 132172"/>
                <a:gd name="csY21" fmla="*/ 5279 h 106870"/>
                <a:gd name="csX22" fmla="*/ 86705 w 132172"/>
                <a:gd name="csY22" fmla="*/ 54586 h 106870"/>
                <a:gd name="csX23" fmla="*/ 87176 w 132172"/>
                <a:gd name="csY23" fmla="*/ 81009 h 1068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32172" h="106870">
                  <a:moveTo>
                    <a:pt x="102962" y="48688"/>
                  </a:moveTo>
                  <a:cubicBezTo>
                    <a:pt x="102962" y="11649"/>
                    <a:pt x="81051" y="89"/>
                    <a:pt x="63616" y="89"/>
                  </a:cubicBezTo>
                  <a:cubicBezTo>
                    <a:pt x="31339" y="89"/>
                    <a:pt x="239" y="33825"/>
                    <a:pt x="239" y="67089"/>
                  </a:cubicBezTo>
                  <a:cubicBezTo>
                    <a:pt x="239" y="89030"/>
                    <a:pt x="14375" y="106959"/>
                    <a:pt x="38407" y="106959"/>
                  </a:cubicBezTo>
                  <a:cubicBezTo>
                    <a:pt x="53250" y="106959"/>
                    <a:pt x="70213" y="101533"/>
                    <a:pt x="88119" y="87142"/>
                  </a:cubicBezTo>
                  <a:cubicBezTo>
                    <a:pt x="91182" y="99646"/>
                    <a:pt x="98956" y="106959"/>
                    <a:pt x="109559" y="106959"/>
                  </a:cubicBezTo>
                  <a:cubicBezTo>
                    <a:pt x="122045" y="106959"/>
                    <a:pt x="129349" y="93984"/>
                    <a:pt x="129349" y="90209"/>
                  </a:cubicBezTo>
                  <a:cubicBezTo>
                    <a:pt x="129349" y="88558"/>
                    <a:pt x="127935" y="87850"/>
                    <a:pt x="126522" y="87850"/>
                  </a:cubicBezTo>
                  <a:cubicBezTo>
                    <a:pt x="124873" y="87850"/>
                    <a:pt x="124166" y="88558"/>
                    <a:pt x="123459" y="90209"/>
                  </a:cubicBezTo>
                  <a:cubicBezTo>
                    <a:pt x="119218" y="101769"/>
                    <a:pt x="110737" y="101769"/>
                    <a:pt x="110265" y="101769"/>
                  </a:cubicBezTo>
                  <a:cubicBezTo>
                    <a:pt x="102962" y="101769"/>
                    <a:pt x="102962" y="83368"/>
                    <a:pt x="102962" y="77706"/>
                  </a:cubicBezTo>
                  <a:cubicBezTo>
                    <a:pt x="102962" y="72751"/>
                    <a:pt x="102962" y="72280"/>
                    <a:pt x="105318" y="69449"/>
                  </a:cubicBezTo>
                  <a:cubicBezTo>
                    <a:pt x="127464" y="41610"/>
                    <a:pt x="132412" y="14244"/>
                    <a:pt x="132412" y="14008"/>
                  </a:cubicBezTo>
                  <a:cubicBezTo>
                    <a:pt x="132412" y="13536"/>
                    <a:pt x="132176" y="11649"/>
                    <a:pt x="129585" y="11649"/>
                  </a:cubicBezTo>
                  <a:cubicBezTo>
                    <a:pt x="127229" y="11649"/>
                    <a:pt x="127229" y="12356"/>
                    <a:pt x="126051" y="16603"/>
                  </a:cubicBezTo>
                  <a:cubicBezTo>
                    <a:pt x="121810" y="31466"/>
                    <a:pt x="114035" y="49396"/>
                    <a:pt x="102962" y="63315"/>
                  </a:cubicBezTo>
                  <a:lnTo>
                    <a:pt x="102962" y="48688"/>
                  </a:lnTo>
                  <a:close/>
                  <a:moveTo>
                    <a:pt x="87176" y="81009"/>
                  </a:moveTo>
                  <a:cubicBezTo>
                    <a:pt x="66443" y="99174"/>
                    <a:pt x="48302" y="101769"/>
                    <a:pt x="38878" y="101769"/>
                  </a:cubicBezTo>
                  <a:cubicBezTo>
                    <a:pt x="24742" y="101769"/>
                    <a:pt x="17674" y="91153"/>
                    <a:pt x="17674" y="76054"/>
                  </a:cubicBezTo>
                  <a:cubicBezTo>
                    <a:pt x="17674" y="64494"/>
                    <a:pt x="23799" y="39015"/>
                    <a:pt x="31339" y="26983"/>
                  </a:cubicBezTo>
                  <a:cubicBezTo>
                    <a:pt x="42412" y="9761"/>
                    <a:pt x="55134" y="5279"/>
                    <a:pt x="63380" y="5279"/>
                  </a:cubicBezTo>
                  <a:cubicBezTo>
                    <a:pt x="86705" y="5279"/>
                    <a:pt x="86705" y="36184"/>
                    <a:pt x="86705" y="54586"/>
                  </a:cubicBezTo>
                  <a:cubicBezTo>
                    <a:pt x="86705" y="63315"/>
                    <a:pt x="86705" y="76998"/>
                    <a:pt x="87176" y="81009"/>
                  </a:cubicBezTo>
                  <a:close/>
                </a:path>
              </a:pathLst>
            </a:custGeom>
            <a:solidFill>
              <a:srgbClr val="000000"/>
            </a:solidFill>
            <a:ln w="25400" cap="flat">
              <a:noFill/>
              <a:prstDash val="solid"/>
              <a:miter/>
            </a:ln>
          </p:spPr>
          <p:txBody>
            <a:bodyPr/>
            <a:lstStyle/>
            <a:p>
              <a:endParaRPr lang="en-US"/>
            </a:p>
          </p:txBody>
        </p:sp>
        <p:sp>
          <p:nvSpPr>
            <p:cNvPr id="44" name="Freeform: Shape 43">
              <a:extLst>
                <a:ext uri="{FF2B5EF4-FFF2-40B4-BE49-F238E27FC236}">
                  <a16:creationId xmlns:a16="http://schemas.microsoft.com/office/drawing/2014/main" id="{BF8247DC-4DF4-29B4-1AD8-3F29F279D673}"/>
                </a:ext>
              </a:extLst>
            </p:cNvPr>
            <p:cNvSpPr/>
            <p:nvPr>
              <p:custDataLst>
                <p:tags r:id="rId36"/>
              </p:custDataLst>
            </p:nvPr>
          </p:nvSpPr>
          <p:spPr>
            <a:xfrm>
              <a:off x="12301151" y="5770774"/>
              <a:ext cx="156675" cy="157121"/>
            </a:xfrm>
            <a:custGeom>
              <a:avLst/>
              <a:gdLst>
                <a:gd name="csX0" fmla="*/ 83415 w 156675"/>
                <a:gd name="csY0" fmla="*/ 83368 h 157121"/>
                <a:gd name="csX1" fmla="*/ 149148 w 156675"/>
                <a:gd name="csY1" fmla="*/ 83368 h 157121"/>
                <a:gd name="csX2" fmla="*/ 156923 w 156675"/>
                <a:gd name="csY2" fmla="*/ 78649 h 157121"/>
                <a:gd name="csX3" fmla="*/ 149148 w 156675"/>
                <a:gd name="csY3" fmla="*/ 73931 h 157121"/>
                <a:gd name="csX4" fmla="*/ 83415 w 156675"/>
                <a:gd name="csY4" fmla="*/ 73931 h 157121"/>
                <a:gd name="csX5" fmla="*/ 83415 w 156675"/>
                <a:gd name="csY5" fmla="*/ 7874 h 157121"/>
                <a:gd name="csX6" fmla="*/ 78703 w 156675"/>
                <a:gd name="csY6" fmla="*/ 89 h 157121"/>
                <a:gd name="csX7" fmla="*/ 73991 w 156675"/>
                <a:gd name="csY7" fmla="*/ 7874 h 157121"/>
                <a:gd name="csX8" fmla="*/ 73991 w 156675"/>
                <a:gd name="csY8" fmla="*/ 73931 h 157121"/>
                <a:gd name="csX9" fmla="*/ 8023 w 156675"/>
                <a:gd name="csY9" fmla="*/ 73931 h 157121"/>
                <a:gd name="csX10" fmla="*/ 248 w 156675"/>
                <a:gd name="csY10" fmla="*/ 78649 h 157121"/>
                <a:gd name="csX11" fmla="*/ 8023 w 156675"/>
                <a:gd name="csY11" fmla="*/ 83368 h 157121"/>
                <a:gd name="csX12" fmla="*/ 73991 w 156675"/>
                <a:gd name="csY12" fmla="*/ 83368 h 157121"/>
                <a:gd name="csX13" fmla="*/ 73991 w 156675"/>
                <a:gd name="csY13" fmla="*/ 149425 h 157121"/>
                <a:gd name="csX14" fmla="*/ 78703 w 156675"/>
                <a:gd name="csY14" fmla="*/ 157210 h 157121"/>
                <a:gd name="csX15" fmla="*/ 83415 w 156675"/>
                <a:gd name="csY15" fmla="*/ 149425 h 157121"/>
                <a:gd name="csX16" fmla="*/ 83415 w 156675"/>
                <a:gd name="csY16" fmla="*/ 83368 h 1571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56675" h="157121">
                  <a:moveTo>
                    <a:pt x="83415" y="83368"/>
                  </a:moveTo>
                  <a:lnTo>
                    <a:pt x="149148" y="83368"/>
                  </a:lnTo>
                  <a:cubicBezTo>
                    <a:pt x="152447" y="83368"/>
                    <a:pt x="156923" y="83368"/>
                    <a:pt x="156923" y="78649"/>
                  </a:cubicBezTo>
                  <a:cubicBezTo>
                    <a:pt x="156923" y="73931"/>
                    <a:pt x="152447" y="73931"/>
                    <a:pt x="149148" y="73931"/>
                  </a:cubicBezTo>
                  <a:lnTo>
                    <a:pt x="83415" y="73931"/>
                  </a:lnTo>
                  <a:lnTo>
                    <a:pt x="83415" y="7874"/>
                  </a:lnTo>
                  <a:cubicBezTo>
                    <a:pt x="83415" y="4571"/>
                    <a:pt x="83415" y="89"/>
                    <a:pt x="78703" y="89"/>
                  </a:cubicBezTo>
                  <a:cubicBezTo>
                    <a:pt x="73991" y="89"/>
                    <a:pt x="73991" y="4571"/>
                    <a:pt x="73991" y="7874"/>
                  </a:cubicBezTo>
                  <a:lnTo>
                    <a:pt x="73991" y="73931"/>
                  </a:lnTo>
                  <a:lnTo>
                    <a:pt x="8023" y="73931"/>
                  </a:lnTo>
                  <a:cubicBezTo>
                    <a:pt x="4724" y="73931"/>
                    <a:pt x="248" y="73931"/>
                    <a:pt x="248" y="78649"/>
                  </a:cubicBezTo>
                  <a:cubicBezTo>
                    <a:pt x="248" y="83368"/>
                    <a:pt x="4724" y="83368"/>
                    <a:pt x="8023" y="83368"/>
                  </a:cubicBezTo>
                  <a:lnTo>
                    <a:pt x="73991" y="83368"/>
                  </a:lnTo>
                  <a:lnTo>
                    <a:pt x="73991" y="149425"/>
                  </a:lnTo>
                  <a:cubicBezTo>
                    <a:pt x="73991" y="152727"/>
                    <a:pt x="73991" y="157210"/>
                    <a:pt x="78703" y="157210"/>
                  </a:cubicBezTo>
                  <a:cubicBezTo>
                    <a:pt x="83415" y="157210"/>
                    <a:pt x="83415" y="152727"/>
                    <a:pt x="83415" y="149425"/>
                  </a:cubicBezTo>
                  <a:lnTo>
                    <a:pt x="83415" y="83368"/>
                  </a:lnTo>
                  <a:close/>
                </a:path>
              </a:pathLst>
            </a:custGeom>
            <a:solidFill>
              <a:srgbClr val="000000"/>
            </a:solidFill>
            <a:ln w="25400" cap="flat">
              <a:noFill/>
              <a:prstDash val="solid"/>
              <a:miter/>
            </a:ln>
          </p:spPr>
          <p:txBody>
            <a:bodyPr/>
            <a:lstStyle/>
            <a:p>
              <a:endParaRPr lang="en-US"/>
            </a:p>
          </p:txBody>
        </p:sp>
        <p:sp>
          <p:nvSpPr>
            <p:cNvPr id="45" name="Freeform: Shape 44">
              <a:extLst>
                <a:ext uri="{FF2B5EF4-FFF2-40B4-BE49-F238E27FC236}">
                  <a16:creationId xmlns:a16="http://schemas.microsoft.com/office/drawing/2014/main" id="{F048E326-9F39-A4F2-8010-6BBDBB573223}"/>
                </a:ext>
              </a:extLst>
            </p:cNvPr>
            <p:cNvSpPr/>
            <p:nvPr>
              <p:custDataLst>
                <p:tags r:id="rId37"/>
              </p:custDataLst>
            </p:nvPr>
          </p:nvSpPr>
          <p:spPr>
            <a:xfrm>
              <a:off x="12584471" y="5682331"/>
              <a:ext cx="62905" cy="36331"/>
            </a:xfrm>
            <a:custGeom>
              <a:avLst/>
              <a:gdLst>
                <a:gd name="csX0" fmla="*/ 31830 w 62905"/>
                <a:gd name="csY0" fmla="*/ 86 h 36331"/>
                <a:gd name="csX1" fmla="*/ 259 w 62905"/>
                <a:gd name="csY1" fmla="*/ 32171 h 36331"/>
                <a:gd name="csX2" fmla="*/ 4500 w 62905"/>
                <a:gd name="csY2" fmla="*/ 36417 h 36331"/>
                <a:gd name="csX3" fmla="*/ 31830 w 62905"/>
                <a:gd name="csY3" fmla="*/ 12354 h 36331"/>
                <a:gd name="csX4" fmla="*/ 58924 w 62905"/>
                <a:gd name="csY4" fmla="*/ 36417 h 36331"/>
                <a:gd name="csX5" fmla="*/ 63165 w 62905"/>
                <a:gd name="csY5" fmla="*/ 32171 h 36331"/>
                <a:gd name="csX6" fmla="*/ 31830 w 62905"/>
                <a:gd name="csY6" fmla="*/ 86 h 36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2905" h="36331">
                  <a:moveTo>
                    <a:pt x="31830" y="86"/>
                  </a:moveTo>
                  <a:lnTo>
                    <a:pt x="259" y="32171"/>
                  </a:lnTo>
                  <a:lnTo>
                    <a:pt x="4500" y="36417"/>
                  </a:lnTo>
                  <a:lnTo>
                    <a:pt x="31830" y="12354"/>
                  </a:lnTo>
                  <a:lnTo>
                    <a:pt x="58924" y="36417"/>
                  </a:lnTo>
                  <a:lnTo>
                    <a:pt x="63165" y="32171"/>
                  </a:lnTo>
                  <a:lnTo>
                    <a:pt x="31830" y="86"/>
                  </a:lnTo>
                  <a:close/>
                </a:path>
              </a:pathLst>
            </a:custGeom>
            <a:solidFill>
              <a:srgbClr val="000000"/>
            </a:solidFill>
            <a:ln w="25400" cap="flat">
              <a:noFill/>
              <a:prstDash val="solid"/>
              <a:miter/>
            </a:ln>
          </p:spPr>
          <p:txBody>
            <a:bodyPr/>
            <a:lstStyle/>
            <a:p>
              <a:endParaRPr lang="en-US"/>
            </a:p>
          </p:txBody>
        </p:sp>
        <p:sp>
          <p:nvSpPr>
            <p:cNvPr id="46" name="Freeform: Shape 45">
              <a:extLst>
                <a:ext uri="{FF2B5EF4-FFF2-40B4-BE49-F238E27FC236}">
                  <a16:creationId xmlns:a16="http://schemas.microsoft.com/office/drawing/2014/main" id="{D7B1039C-CBDA-04EA-F51D-4D7BE8CCA83B}"/>
                </a:ext>
              </a:extLst>
            </p:cNvPr>
            <p:cNvSpPr/>
            <p:nvPr>
              <p:custDataLst>
                <p:tags r:id="rId38"/>
              </p:custDataLst>
            </p:nvPr>
          </p:nvSpPr>
          <p:spPr>
            <a:xfrm>
              <a:off x="12530598" y="5741756"/>
              <a:ext cx="128433" cy="212325"/>
            </a:xfrm>
            <a:custGeom>
              <a:avLst/>
              <a:gdLst>
                <a:gd name="csX0" fmla="*/ 128691 w 128433"/>
                <a:gd name="csY0" fmla="*/ 32409 h 212325"/>
                <a:gd name="csX1" fmla="*/ 96649 w 128433"/>
                <a:gd name="csY1" fmla="*/ 89 h 212325"/>
                <a:gd name="csX2" fmla="*/ 68141 w 128433"/>
                <a:gd name="csY2" fmla="*/ 9997 h 212325"/>
                <a:gd name="csX3" fmla="*/ 37748 w 128433"/>
                <a:gd name="csY3" fmla="*/ 60248 h 212325"/>
                <a:gd name="csX4" fmla="*/ 288 w 128433"/>
                <a:gd name="csY4" fmla="*/ 210055 h 212325"/>
                <a:gd name="csX5" fmla="*/ 3115 w 128433"/>
                <a:gd name="csY5" fmla="*/ 212415 h 212325"/>
                <a:gd name="csX6" fmla="*/ 5942 w 128433"/>
                <a:gd name="csY6" fmla="*/ 211235 h 212325"/>
                <a:gd name="csX7" fmla="*/ 22434 w 128433"/>
                <a:gd name="csY7" fmla="*/ 146122 h 212325"/>
                <a:gd name="csX8" fmla="*/ 54476 w 128433"/>
                <a:gd name="csY8" fmla="*/ 169006 h 212325"/>
                <a:gd name="csX9" fmla="*/ 99947 w 128433"/>
                <a:gd name="csY9" fmla="*/ 150368 h 212325"/>
                <a:gd name="csX10" fmla="*/ 118795 w 128433"/>
                <a:gd name="csY10" fmla="*/ 106959 h 212325"/>
                <a:gd name="csX11" fmla="*/ 101596 w 128433"/>
                <a:gd name="csY11" fmla="*/ 71808 h 212325"/>
                <a:gd name="csX12" fmla="*/ 128691 w 128433"/>
                <a:gd name="csY12" fmla="*/ 32409 h 212325"/>
                <a:gd name="csX13" fmla="*/ 86282 w 128433"/>
                <a:gd name="csY13" fmla="*/ 71572 h 212325"/>
                <a:gd name="csX14" fmla="*/ 74973 w 128433"/>
                <a:gd name="csY14" fmla="*/ 73223 h 212325"/>
                <a:gd name="csX15" fmla="*/ 64607 w 128433"/>
                <a:gd name="csY15" fmla="*/ 72280 h 212325"/>
                <a:gd name="csX16" fmla="*/ 76151 w 128433"/>
                <a:gd name="csY16" fmla="*/ 70392 h 212325"/>
                <a:gd name="csX17" fmla="*/ 86282 w 128433"/>
                <a:gd name="csY17" fmla="*/ 71572 h 212325"/>
                <a:gd name="csX18" fmla="*/ 115497 w 128433"/>
                <a:gd name="csY18" fmla="*/ 26983 h 212325"/>
                <a:gd name="csX19" fmla="*/ 94293 w 128433"/>
                <a:gd name="csY19" fmla="*/ 67797 h 212325"/>
                <a:gd name="csX20" fmla="*/ 76151 w 128433"/>
                <a:gd name="csY20" fmla="*/ 64966 h 212325"/>
                <a:gd name="csX21" fmla="*/ 58010 w 128433"/>
                <a:gd name="csY21" fmla="*/ 72515 h 212325"/>
                <a:gd name="csX22" fmla="*/ 74267 w 128433"/>
                <a:gd name="csY22" fmla="*/ 78413 h 212325"/>
                <a:gd name="csX23" fmla="*/ 93586 w 128433"/>
                <a:gd name="csY23" fmla="*/ 75346 h 212325"/>
                <a:gd name="csX24" fmla="*/ 103953 w 128433"/>
                <a:gd name="csY24" fmla="*/ 102005 h 212325"/>
                <a:gd name="csX25" fmla="*/ 92172 w 128433"/>
                <a:gd name="csY25" fmla="*/ 142583 h 212325"/>
                <a:gd name="csX26" fmla="*/ 53769 w 128433"/>
                <a:gd name="csY26" fmla="*/ 163816 h 212325"/>
                <a:gd name="csX27" fmla="*/ 26911 w 128433"/>
                <a:gd name="csY27" fmla="*/ 133382 h 212325"/>
                <a:gd name="csX28" fmla="*/ 28089 w 128433"/>
                <a:gd name="csY28" fmla="*/ 123002 h 212325"/>
                <a:gd name="csX29" fmla="*/ 43167 w 128433"/>
                <a:gd name="csY29" fmla="*/ 63315 h 212325"/>
                <a:gd name="csX30" fmla="*/ 93586 w 128433"/>
                <a:gd name="csY30" fmla="*/ 5515 h 212325"/>
                <a:gd name="csX31" fmla="*/ 115497 w 128433"/>
                <a:gd name="csY31" fmla="*/ 26983 h 21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28433" h="212325">
                  <a:moveTo>
                    <a:pt x="128691" y="32409"/>
                  </a:moveTo>
                  <a:cubicBezTo>
                    <a:pt x="128691" y="14716"/>
                    <a:pt x="115733" y="89"/>
                    <a:pt x="96649" y="89"/>
                  </a:cubicBezTo>
                  <a:cubicBezTo>
                    <a:pt x="82984" y="89"/>
                    <a:pt x="76387" y="3863"/>
                    <a:pt x="68141" y="9997"/>
                  </a:cubicBezTo>
                  <a:cubicBezTo>
                    <a:pt x="55183" y="19434"/>
                    <a:pt x="42225" y="42318"/>
                    <a:pt x="37748" y="60248"/>
                  </a:cubicBezTo>
                  <a:lnTo>
                    <a:pt x="288" y="210055"/>
                  </a:lnTo>
                  <a:cubicBezTo>
                    <a:pt x="52" y="210999"/>
                    <a:pt x="1230" y="212415"/>
                    <a:pt x="3115" y="212415"/>
                  </a:cubicBezTo>
                  <a:cubicBezTo>
                    <a:pt x="5000" y="212415"/>
                    <a:pt x="5706" y="211943"/>
                    <a:pt x="5942" y="211235"/>
                  </a:cubicBezTo>
                  <a:lnTo>
                    <a:pt x="22434" y="146122"/>
                  </a:lnTo>
                  <a:cubicBezTo>
                    <a:pt x="26911" y="160277"/>
                    <a:pt x="37277" y="169006"/>
                    <a:pt x="54476" y="169006"/>
                  </a:cubicBezTo>
                  <a:cubicBezTo>
                    <a:pt x="71675" y="169006"/>
                    <a:pt x="89345" y="160749"/>
                    <a:pt x="99947" y="150368"/>
                  </a:cubicBezTo>
                  <a:cubicBezTo>
                    <a:pt x="111256" y="139516"/>
                    <a:pt x="118795" y="124417"/>
                    <a:pt x="118795" y="106959"/>
                  </a:cubicBezTo>
                  <a:cubicBezTo>
                    <a:pt x="118795" y="89973"/>
                    <a:pt x="110078" y="77706"/>
                    <a:pt x="101596" y="71808"/>
                  </a:cubicBezTo>
                  <a:cubicBezTo>
                    <a:pt x="115261" y="64022"/>
                    <a:pt x="128691" y="49396"/>
                    <a:pt x="128691" y="32409"/>
                  </a:cubicBezTo>
                  <a:close/>
                  <a:moveTo>
                    <a:pt x="86282" y="71572"/>
                  </a:moveTo>
                  <a:cubicBezTo>
                    <a:pt x="83220" y="72751"/>
                    <a:pt x="80628" y="73223"/>
                    <a:pt x="74973" y="73223"/>
                  </a:cubicBezTo>
                  <a:cubicBezTo>
                    <a:pt x="71675" y="73223"/>
                    <a:pt x="66963" y="73459"/>
                    <a:pt x="64607" y="72280"/>
                  </a:cubicBezTo>
                  <a:cubicBezTo>
                    <a:pt x="65078" y="69920"/>
                    <a:pt x="73560" y="70392"/>
                    <a:pt x="76151" y="70392"/>
                  </a:cubicBezTo>
                  <a:cubicBezTo>
                    <a:pt x="81099" y="70392"/>
                    <a:pt x="83220" y="70392"/>
                    <a:pt x="86282" y="71572"/>
                  </a:cubicBezTo>
                  <a:close/>
                  <a:moveTo>
                    <a:pt x="115497" y="26983"/>
                  </a:moveTo>
                  <a:cubicBezTo>
                    <a:pt x="115497" y="43498"/>
                    <a:pt x="106544" y="60484"/>
                    <a:pt x="94293" y="67797"/>
                  </a:cubicBezTo>
                  <a:cubicBezTo>
                    <a:pt x="87932" y="65438"/>
                    <a:pt x="83220" y="64966"/>
                    <a:pt x="76151" y="64966"/>
                  </a:cubicBezTo>
                  <a:cubicBezTo>
                    <a:pt x="71204" y="64966"/>
                    <a:pt x="58010" y="64730"/>
                    <a:pt x="58010" y="72515"/>
                  </a:cubicBezTo>
                  <a:cubicBezTo>
                    <a:pt x="57774" y="79121"/>
                    <a:pt x="70026" y="78413"/>
                    <a:pt x="74267" y="78413"/>
                  </a:cubicBezTo>
                  <a:cubicBezTo>
                    <a:pt x="82984" y="78413"/>
                    <a:pt x="86518" y="78177"/>
                    <a:pt x="93586" y="75346"/>
                  </a:cubicBezTo>
                  <a:cubicBezTo>
                    <a:pt x="102539" y="83840"/>
                    <a:pt x="103717" y="91153"/>
                    <a:pt x="103953" y="102005"/>
                  </a:cubicBezTo>
                  <a:cubicBezTo>
                    <a:pt x="104424" y="115688"/>
                    <a:pt x="98769" y="133382"/>
                    <a:pt x="92172" y="142583"/>
                  </a:cubicBezTo>
                  <a:cubicBezTo>
                    <a:pt x="82984" y="155323"/>
                    <a:pt x="67199" y="163816"/>
                    <a:pt x="53769" y="163816"/>
                  </a:cubicBezTo>
                  <a:cubicBezTo>
                    <a:pt x="35863" y="163816"/>
                    <a:pt x="26911" y="150132"/>
                    <a:pt x="26911" y="133382"/>
                  </a:cubicBezTo>
                  <a:cubicBezTo>
                    <a:pt x="26911" y="131023"/>
                    <a:pt x="26911" y="127484"/>
                    <a:pt x="28089" y="123002"/>
                  </a:cubicBezTo>
                  <a:lnTo>
                    <a:pt x="43167" y="63315"/>
                  </a:lnTo>
                  <a:cubicBezTo>
                    <a:pt x="48350" y="43026"/>
                    <a:pt x="65314" y="5515"/>
                    <a:pt x="93586" y="5515"/>
                  </a:cubicBezTo>
                  <a:cubicBezTo>
                    <a:pt x="107251" y="5515"/>
                    <a:pt x="115497" y="12828"/>
                    <a:pt x="115497" y="26983"/>
                  </a:cubicBezTo>
                  <a:close/>
                </a:path>
              </a:pathLst>
            </a:custGeom>
            <a:solidFill>
              <a:srgbClr val="000000"/>
            </a:solidFill>
            <a:ln w="25400" cap="flat">
              <a:noFill/>
              <a:prstDash val="solid"/>
              <a:miter/>
            </a:ln>
          </p:spPr>
          <p:txBody>
            <a:bodyPr/>
            <a:lstStyle/>
            <a:p>
              <a:endParaRPr lang="en-US"/>
            </a:p>
          </p:txBody>
        </p:sp>
        <p:sp>
          <p:nvSpPr>
            <p:cNvPr id="51" name="Freeform: Shape 50">
              <a:extLst>
                <a:ext uri="{FF2B5EF4-FFF2-40B4-BE49-F238E27FC236}">
                  <a16:creationId xmlns:a16="http://schemas.microsoft.com/office/drawing/2014/main" id="{73004644-5241-8378-1B0A-FE8870B7A02E}"/>
                </a:ext>
              </a:extLst>
            </p:cNvPr>
            <p:cNvSpPr/>
            <p:nvPr>
              <p:custDataLst>
                <p:tags r:id="rId39"/>
              </p:custDataLst>
            </p:nvPr>
          </p:nvSpPr>
          <p:spPr>
            <a:xfrm>
              <a:off x="12676089" y="5804039"/>
              <a:ext cx="117329" cy="106870"/>
            </a:xfrm>
            <a:custGeom>
              <a:avLst/>
              <a:gdLst>
                <a:gd name="csX0" fmla="*/ 72122 w 117329"/>
                <a:gd name="csY0" fmla="*/ 33117 h 106870"/>
                <a:gd name="csX1" fmla="*/ 95447 w 117329"/>
                <a:gd name="csY1" fmla="*/ 5279 h 106870"/>
                <a:gd name="csX2" fmla="*/ 107227 w 117329"/>
                <a:gd name="csY2" fmla="*/ 8346 h 106870"/>
                <a:gd name="csX3" fmla="*/ 95918 w 117329"/>
                <a:gd name="csY3" fmla="*/ 21085 h 106870"/>
                <a:gd name="csX4" fmla="*/ 104871 w 117329"/>
                <a:gd name="csY4" fmla="*/ 29343 h 106870"/>
                <a:gd name="csX5" fmla="*/ 117594 w 117329"/>
                <a:gd name="csY5" fmla="*/ 15659 h 106870"/>
                <a:gd name="csX6" fmla="*/ 95683 w 117329"/>
                <a:gd name="csY6" fmla="*/ 89 h 106870"/>
                <a:gd name="csX7" fmla="*/ 70944 w 117329"/>
                <a:gd name="csY7" fmla="*/ 18019 h 106870"/>
                <a:gd name="csX8" fmla="*/ 45499 w 117329"/>
                <a:gd name="csY8" fmla="*/ 89 h 106870"/>
                <a:gd name="csX9" fmla="*/ 7567 w 117329"/>
                <a:gd name="csY9" fmla="*/ 36420 h 106870"/>
                <a:gd name="csX10" fmla="*/ 10395 w 117329"/>
                <a:gd name="csY10" fmla="*/ 38779 h 106870"/>
                <a:gd name="csX11" fmla="*/ 13458 w 117329"/>
                <a:gd name="csY11" fmla="*/ 36184 h 106870"/>
                <a:gd name="csX12" fmla="*/ 45028 w 117329"/>
                <a:gd name="csY12" fmla="*/ 5279 h 106870"/>
                <a:gd name="csX13" fmla="*/ 57751 w 117329"/>
                <a:gd name="csY13" fmla="*/ 21085 h 106870"/>
                <a:gd name="csX14" fmla="*/ 45028 w 117329"/>
                <a:gd name="csY14" fmla="*/ 77234 h 106870"/>
                <a:gd name="csX15" fmla="*/ 22646 w 117329"/>
                <a:gd name="csY15" fmla="*/ 101769 h 106870"/>
                <a:gd name="csX16" fmla="*/ 10866 w 117329"/>
                <a:gd name="csY16" fmla="*/ 98702 h 106870"/>
                <a:gd name="csX17" fmla="*/ 21939 w 117329"/>
                <a:gd name="csY17" fmla="*/ 85963 h 106870"/>
                <a:gd name="csX18" fmla="*/ 13222 w 117329"/>
                <a:gd name="csY18" fmla="*/ 77706 h 106870"/>
                <a:gd name="csX19" fmla="*/ 264 w 117329"/>
                <a:gd name="csY19" fmla="*/ 91389 h 106870"/>
                <a:gd name="csX20" fmla="*/ 22410 w 117329"/>
                <a:gd name="csY20" fmla="*/ 106959 h 106870"/>
                <a:gd name="csX21" fmla="*/ 47149 w 117329"/>
                <a:gd name="csY21" fmla="*/ 89030 h 106870"/>
                <a:gd name="csX22" fmla="*/ 72594 w 117329"/>
                <a:gd name="csY22" fmla="*/ 106959 h 106870"/>
                <a:gd name="csX23" fmla="*/ 110290 w 117329"/>
                <a:gd name="csY23" fmla="*/ 70628 h 106870"/>
                <a:gd name="csX24" fmla="*/ 107463 w 117329"/>
                <a:gd name="csY24" fmla="*/ 68269 h 106870"/>
                <a:gd name="csX25" fmla="*/ 104400 w 117329"/>
                <a:gd name="csY25" fmla="*/ 70864 h 106870"/>
                <a:gd name="csX26" fmla="*/ 73065 w 117329"/>
                <a:gd name="csY26" fmla="*/ 101769 h 106870"/>
                <a:gd name="csX27" fmla="*/ 60107 w 117329"/>
                <a:gd name="csY27" fmla="*/ 86199 h 106870"/>
                <a:gd name="csX28" fmla="*/ 64112 w 117329"/>
                <a:gd name="csY28" fmla="*/ 65438 h 106870"/>
                <a:gd name="csX29" fmla="*/ 72122 w 117329"/>
                <a:gd name="csY29" fmla="*/ 33117 h 1068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17329" h="106870">
                  <a:moveTo>
                    <a:pt x="72122" y="33117"/>
                  </a:moveTo>
                  <a:cubicBezTo>
                    <a:pt x="73536" y="26983"/>
                    <a:pt x="78955" y="5279"/>
                    <a:pt x="95447" y="5279"/>
                  </a:cubicBezTo>
                  <a:cubicBezTo>
                    <a:pt x="96625" y="5279"/>
                    <a:pt x="102280" y="5279"/>
                    <a:pt x="107227" y="8346"/>
                  </a:cubicBezTo>
                  <a:cubicBezTo>
                    <a:pt x="100630" y="9525"/>
                    <a:pt x="95918" y="15423"/>
                    <a:pt x="95918" y="21085"/>
                  </a:cubicBezTo>
                  <a:cubicBezTo>
                    <a:pt x="95918" y="24860"/>
                    <a:pt x="98510" y="29343"/>
                    <a:pt x="104871" y="29343"/>
                  </a:cubicBezTo>
                  <a:cubicBezTo>
                    <a:pt x="110054" y="29343"/>
                    <a:pt x="117594" y="25096"/>
                    <a:pt x="117594" y="15659"/>
                  </a:cubicBezTo>
                  <a:cubicBezTo>
                    <a:pt x="117594" y="3392"/>
                    <a:pt x="103693" y="89"/>
                    <a:pt x="95683" y="89"/>
                  </a:cubicBezTo>
                  <a:cubicBezTo>
                    <a:pt x="82018" y="89"/>
                    <a:pt x="73772" y="12592"/>
                    <a:pt x="70944" y="18019"/>
                  </a:cubicBezTo>
                  <a:cubicBezTo>
                    <a:pt x="65054" y="2448"/>
                    <a:pt x="52332" y="89"/>
                    <a:pt x="45499" y="89"/>
                  </a:cubicBezTo>
                  <a:cubicBezTo>
                    <a:pt x="20997" y="89"/>
                    <a:pt x="7567" y="30522"/>
                    <a:pt x="7567" y="36420"/>
                  </a:cubicBezTo>
                  <a:cubicBezTo>
                    <a:pt x="7567" y="38779"/>
                    <a:pt x="9923" y="38779"/>
                    <a:pt x="10395" y="38779"/>
                  </a:cubicBezTo>
                  <a:cubicBezTo>
                    <a:pt x="12279" y="38779"/>
                    <a:pt x="12986" y="38307"/>
                    <a:pt x="13458" y="36184"/>
                  </a:cubicBezTo>
                  <a:cubicBezTo>
                    <a:pt x="21468" y="11177"/>
                    <a:pt x="37018" y="5279"/>
                    <a:pt x="45028" y="5279"/>
                  </a:cubicBezTo>
                  <a:cubicBezTo>
                    <a:pt x="49505" y="5279"/>
                    <a:pt x="57751" y="7402"/>
                    <a:pt x="57751" y="21085"/>
                  </a:cubicBezTo>
                  <a:cubicBezTo>
                    <a:pt x="57751" y="28399"/>
                    <a:pt x="53746" y="44205"/>
                    <a:pt x="45028" y="77234"/>
                  </a:cubicBezTo>
                  <a:cubicBezTo>
                    <a:pt x="41259" y="91861"/>
                    <a:pt x="33013" y="101769"/>
                    <a:pt x="22646" y="101769"/>
                  </a:cubicBezTo>
                  <a:cubicBezTo>
                    <a:pt x="21232" y="101769"/>
                    <a:pt x="15814" y="101769"/>
                    <a:pt x="10866" y="98702"/>
                  </a:cubicBezTo>
                  <a:cubicBezTo>
                    <a:pt x="16756" y="97523"/>
                    <a:pt x="21939" y="92568"/>
                    <a:pt x="21939" y="85963"/>
                  </a:cubicBezTo>
                  <a:cubicBezTo>
                    <a:pt x="21939" y="79593"/>
                    <a:pt x="16756" y="77706"/>
                    <a:pt x="13222" y="77706"/>
                  </a:cubicBezTo>
                  <a:cubicBezTo>
                    <a:pt x="6154" y="77706"/>
                    <a:pt x="264" y="83840"/>
                    <a:pt x="264" y="91389"/>
                  </a:cubicBezTo>
                  <a:cubicBezTo>
                    <a:pt x="264" y="102241"/>
                    <a:pt x="12044" y="106959"/>
                    <a:pt x="22410" y="106959"/>
                  </a:cubicBezTo>
                  <a:cubicBezTo>
                    <a:pt x="37960" y="106959"/>
                    <a:pt x="46442" y="90445"/>
                    <a:pt x="47149" y="89030"/>
                  </a:cubicBezTo>
                  <a:cubicBezTo>
                    <a:pt x="49976" y="97759"/>
                    <a:pt x="58458" y="106959"/>
                    <a:pt x="72594" y="106959"/>
                  </a:cubicBezTo>
                  <a:cubicBezTo>
                    <a:pt x="96861" y="106959"/>
                    <a:pt x="110290" y="76526"/>
                    <a:pt x="110290" y="70628"/>
                  </a:cubicBezTo>
                  <a:cubicBezTo>
                    <a:pt x="110290" y="68269"/>
                    <a:pt x="108170" y="68269"/>
                    <a:pt x="107463" y="68269"/>
                  </a:cubicBezTo>
                  <a:cubicBezTo>
                    <a:pt x="105342" y="68269"/>
                    <a:pt x="104871" y="69213"/>
                    <a:pt x="104400" y="70864"/>
                  </a:cubicBezTo>
                  <a:cubicBezTo>
                    <a:pt x="96625" y="96107"/>
                    <a:pt x="80604" y="101769"/>
                    <a:pt x="73065" y="101769"/>
                  </a:cubicBezTo>
                  <a:cubicBezTo>
                    <a:pt x="63876" y="101769"/>
                    <a:pt x="60107" y="94220"/>
                    <a:pt x="60107" y="86199"/>
                  </a:cubicBezTo>
                  <a:cubicBezTo>
                    <a:pt x="60107" y="81009"/>
                    <a:pt x="61520" y="75818"/>
                    <a:pt x="64112" y="65438"/>
                  </a:cubicBezTo>
                  <a:lnTo>
                    <a:pt x="72122" y="33117"/>
                  </a:lnTo>
                  <a:close/>
                </a:path>
              </a:pathLst>
            </a:custGeom>
            <a:solidFill>
              <a:srgbClr val="000000"/>
            </a:solidFill>
            <a:ln w="25400" cap="flat">
              <a:noFill/>
              <a:prstDash val="solid"/>
              <a:miter/>
            </a:ln>
          </p:spPr>
          <p:txBody>
            <a:bodyPr/>
            <a:lstStyle/>
            <a:p>
              <a:endParaRPr lang="en-US"/>
            </a:p>
          </p:txBody>
        </p:sp>
        <p:sp>
          <p:nvSpPr>
            <p:cNvPr id="52" name="Freeform: Shape 51">
              <a:extLst>
                <a:ext uri="{FF2B5EF4-FFF2-40B4-BE49-F238E27FC236}">
                  <a16:creationId xmlns:a16="http://schemas.microsoft.com/office/drawing/2014/main" id="{EEE010C5-6640-A2E0-3BAC-90761FF73E19}"/>
                </a:ext>
              </a:extLst>
            </p:cNvPr>
            <p:cNvSpPr/>
            <p:nvPr>
              <p:custDataLst>
                <p:tags r:id="rId40"/>
              </p:custDataLst>
            </p:nvPr>
          </p:nvSpPr>
          <p:spPr>
            <a:xfrm>
              <a:off x="12811661" y="5870874"/>
              <a:ext cx="100767" cy="74479"/>
            </a:xfrm>
            <a:custGeom>
              <a:avLst/>
              <a:gdLst>
                <a:gd name="csX0" fmla="*/ 12639 w 100767"/>
                <a:gd name="csY0" fmla="*/ 62514 h 74479"/>
                <a:gd name="csX1" fmla="*/ 10989 w 100767"/>
                <a:gd name="csY1" fmla="*/ 69285 h 74479"/>
                <a:gd name="csX2" fmla="*/ 16597 w 100767"/>
                <a:gd name="csY2" fmla="*/ 74569 h 74479"/>
                <a:gd name="csX3" fmla="*/ 23029 w 100767"/>
                <a:gd name="csY3" fmla="*/ 70936 h 74479"/>
                <a:gd name="csX4" fmla="*/ 25997 w 100767"/>
                <a:gd name="csY4" fmla="*/ 60697 h 74479"/>
                <a:gd name="csX5" fmla="*/ 29626 w 100767"/>
                <a:gd name="csY5" fmla="*/ 45835 h 74479"/>
                <a:gd name="csX6" fmla="*/ 32429 w 100767"/>
                <a:gd name="csY6" fmla="*/ 34770 h 74479"/>
                <a:gd name="csX7" fmla="*/ 39356 w 100767"/>
                <a:gd name="csY7" fmla="*/ 19907 h 74479"/>
                <a:gd name="csX8" fmla="*/ 64094 w 100767"/>
                <a:gd name="csY8" fmla="*/ 4714 h 74479"/>
                <a:gd name="csX9" fmla="*/ 73825 w 100767"/>
                <a:gd name="csY9" fmla="*/ 16274 h 74479"/>
                <a:gd name="csX10" fmla="*/ 64094 w 100767"/>
                <a:gd name="csY10" fmla="*/ 51450 h 74479"/>
                <a:gd name="csX11" fmla="*/ 61620 w 100767"/>
                <a:gd name="csY11" fmla="*/ 60367 h 74479"/>
                <a:gd name="csX12" fmla="*/ 77288 w 100767"/>
                <a:gd name="csY12" fmla="*/ 74569 h 74479"/>
                <a:gd name="csX13" fmla="*/ 101037 w 100767"/>
                <a:gd name="csY13" fmla="*/ 49303 h 74479"/>
                <a:gd name="csX14" fmla="*/ 98398 w 100767"/>
                <a:gd name="csY14" fmla="*/ 47156 h 74479"/>
                <a:gd name="csX15" fmla="*/ 95264 w 100767"/>
                <a:gd name="csY15" fmla="*/ 49963 h 74479"/>
                <a:gd name="csX16" fmla="*/ 77783 w 100767"/>
                <a:gd name="csY16" fmla="*/ 69945 h 74479"/>
                <a:gd name="csX17" fmla="*/ 73660 w 100767"/>
                <a:gd name="csY17" fmla="*/ 64165 h 74479"/>
                <a:gd name="csX18" fmla="*/ 77453 w 100767"/>
                <a:gd name="csY18" fmla="*/ 50789 h 74479"/>
                <a:gd name="csX19" fmla="*/ 86194 w 100767"/>
                <a:gd name="csY19" fmla="*/ 18916 h 74479"/>
                <a:gd name="csX20" fmla="*/ 64754 w 100767"/>
                <a:gd name="csY20" fmla="*/ 90 h 74479"/>
                <a:gd name="csX21" fmla="*/ 36882 w 100767"/>
                <a:gd name="csY21" fmla="*/ 15118 h 74479"/>
                <a:gd name="csX22" fmla="*/ 19235 w 100767"/>
                <a:gd name="csY22" fmla="*/ 90 h 74479"/>
                <a:gd name="csX23" fmla="*/ 6207 w 100767"/>
                <a:gd name="csY23" fmla="*/ 9008 h 74479"/>
                <a:gd name="csX24" fmla="*/ 269 w 100767"/>
                <a:gd name="csY24" fmla="*/ 25357 h 74479"/>
                <a:gd name="csX25" fmla="*/ 3073 w 100767"/>
                <a:gd name="csY25" fmla="*/ 27504 h 74479"/>
                <a:gd name="csX26" fmla="*/ 6701 w 100767"/>
                <a:gd name="csY26" fmla="*/ 22550 h 74479"/>
                <a:gd name="csX27" fmla="*/ 18741 w 100767"/>
                <a:gd name="csY27" fmla="*/ 4714 h 74479"/>
                <a:gd name="csX28" fmla="*/ 24183 w 100767"/>
                <a:gd name="csY28" fmla="*/ 12806 h 74479"/>
                <a:gd name="csX29" fmla="*/ 21544 w 100767"/>
                <a:gd name="csY29" fmla="*/ 26513 h 74479"/>
                <a:gd name="csX30" fmla="*/ 17916 w 100767"/>
                <a:gd name="csY30" fmla="*/ 41376 h 74479"/>
                <a:gd name="csX31" fmla="*/ 12639 w 100767"/>
                <a:gd name="csY31" fmla="*/ 62514 h 744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00767" h="74479">
                  <a:moveTo>
                    <a:pt x="12639" y="62514"/>
                  </a:moveTo>
                  <a:cubicBezTo>
                    <a:pt x="11979" y="64661"/>
                    <a:pt x="10989" y="68789"/>
                    <a:pt x="10989" y="69285"/>
                  </a:cubicBezTo>
                  <a:cubicBezTo>
                    <a:pt x="10989" y="72918"/>
                    <a:pt x="13958" y="74569"/>
                    <a:pt x="16597" y="74569"/>
                  </a:cubicBezTo>
                  <a:cubicBezTo>
                    <a:pt x="19565" y="74569"/>
                    <a:pt x="22204" y="72423"/>
                    <a:pt x="23029" y="70936"/>
                  </a:cubicBezTo>
                  <a:cubicBezTo>
                    <a:pt x="23853" y="69450"/>
                    <a:pt x="25173" y="64165"/>
                    <a:pt x="25997" y="60697"/>
                  </a:cubicBezTo>
                  <a:cubicBezTo>
                    <a:pt x="26822" y="57560"/>
                    <a:pt x="28636" y="49963"/>
                    <a:pt x="29626" y="45835"/>
                  </a:cubicBezTo>
                  <a:cubicBezTo>
                    <a:pt x="30615" y="42202"/>
                    <a:pt x="31605" y="38568"/>
                    <a:pt x="32429" y="34770"/>
                  </a:cubicBezTo>
                  <a:cubicBezTo>
                    <a:pt x="34243" y="27999"/>
                    <a:pt x="34573" y="26678"/>
                    <a:pt x="39356" y="19907"/>
                  </a:cubicBezTo>
                  <a:cubicBezTo>
                    <a:pt x="43974" y="13302"/>
                    <a:pt x="51725" y="4714"/>
                    <a:pt x="64094" y="4714"/>
                  </a:cubicBezTo>
                  <a:cubicBezTo>
                    <a:pt x="73660" y="4714"/>
                    <a:pt x="73825" y="13136"/>
                    <a:pt x="73825" y="16274"/>
                  </a:cubicBezTo>
                  <a:cubicBezTo>
                    <a:pt x="73825" y="26183"/>
                    <a:pt x="66733" y="44514"/>
                    <a:pt x="64094" y="51450"/>
                  </a:cubicBezTo>
                  <a:cubicBezTo>
                    <a:pt x="62280" y="56073"/>
                    <a:pt x="61620" y="57560"/>
                    <a:pt x="61620" y="60367"/>
                  </a:cubicBezTo>
                  <a:cubicBezTo>
                    <a:pt x="61620" y="69120"/>
                    <a:pt x="68877" y="74569"/>
                    <a:pt x="77288" y="74569"/>
                  </a:cubicBezTo>
                  <a:cubicBezTo>
                    <a:pt x="93780" y="74569"/>
                    <a:pt x="101037" y="51780"/>
                    <a:pt x="101037" y="49303"/>
                  </a:cubicBezTo>
                  <a:cubicBezTo>
                    <a:pt x="101037" y="47156"/>
                    <a:pt x="98893" y="47156"/>
                    <a:pt x="98398" y="47156"/>
                  </a:cubicBezTo>
                  <a:cubicBezTo>
                    <a:pt x="96089" y="47156"/>
                    <a:pt x="95924" y="48147"/>
                    <a:pt x="95264" y="49963"/>
                  </a:cubicBezTo>
                  <a:cubicBezTo>
                    <a:pt x="91471" y="63175"/>
                    <a:pt x="84379" y="69945"/>
                    <a:pt x="77783" y="69945"/>
                  </a:cubicBezTo>
                  <a:cubicBezTo>
                    <a:pt x="74319" y="69945"/>
                    <a:pt x="73660" y="67633"/>
                    <a:pt x="73660" y="64165"/>
                  </a:cubicBezTo>
                  <a:cubicBezTo>
                    <a:pt x="73660" y="60367"/>
                    <a:pt x="74484" y="58220"/>
                    <a:pt x="77453" y="50789"/>
                  </a:cubicBezTo>
                  <a:cubicBezTo>
                    <a:pt x="79432" y="45670"/>
                    <a:pt x="86194" y="28164"/>
                    <a:pt x="86194" y="18916"/>
                  </a:cubicBezTo>
                  <a:cubicBezTo>
                    <a:pt x="86194" y="2898"/>
                    <a:pt x="73495" y="90"/>
                    <a:pt x="64754" y="90"/>
                  </a:cubicBezTo>
                  <a:cubicBezTo>
                    <a:pt x="51065" y="90"/>
                    <a:pt x="41830" y="8512"/>
                    <a:pt x="36882" y="15118"/>
                  </a:cubicBezTo>
                  <a:cubicBezTo>
                    <a:pt x="35728" y="3723"/>
                    <a:pt x="25997" y="90"/>
                    <a:pt x="19235" y="90"/>
                  </a:cubicBezTo>
                  <a:cubicBezTo>
                    <a:pt x="12144" y="90"/>
                    <a:pt x="8351" y="5210"/>
                    <a:pt x="6207" y="9008"/>
                  </a:cubicBezTo>
                  <a:cubicBezTo>
                    <a:pt x="2578" y="15118"/>
                    <a:pt x="269" y="24531"/>
                    <a:pt x="269" y="25357"/>
                  </a:cubicBezTo>
                  <a:cubicBezTo>
                    <a:pt x="269" y="27504"/>
                    <a:pt x="2578" y="27504"/>
                    <a:pt x="3073" y="27504"/>
                  </a:cubicBezTo>
                  <a:cubicBezTo>
                    <a:pt x="5382" y="27504"/>
                    <a:pt x="5547" y="27008"/>
                    <a:pt x="6701" y="22550"/>
                  </a:cubicBezTo>
                  <a:cubicBezTo>
                    <a:pt x="9175" y="12806"/>
                    <a:pt x="12309" y="4714"/>
                    <a:pt x="18741" y="4714"/>
                  </a:cubicBezTo>
                  <a:cubicBezTo>
                    <a:pt x="23029" y="4714"/>
                    <a:pt x="24183" y="8347"/>
                    <a:pt x="24183" y="12806"/>
                  </a:cubicBezTo>
                  <a:cubicBezTo>
                    <a:pt x="24183" y="15944"/>
                    <a:pt x="22699" y="22054"/>
                    <a:pt x="21544" y="26513"/>
                  </a:cubicBezTo>
                  <a:cubicBezTo>
                    <a:pt x="20390" y="30972"/>
                    <a:pt x="18741" y="37743"/>
                    <a:pt x="17916" y="41376"/>
                  </a:cubicBezTo>
                  <a:lnTo>
                    <a:pt x="12639" y="62514"/>
                  </a:lnTo>
                  <a:close/>
                </a:path>
              </a:pathLst>
            </a:custGeom>
            <a:solidFill>
              <a:srgbClr val="000000"/>
            </a:solidFill>
            <a:ln w="25400" cap="flat">
              <a:noFill/>
              <a:prstDash val="solid"/>
              <a:miter/>
            </a:ln>
          </p:spPr>
          <p:txBody>
            <a:bodyPr/>
            <a:lstStyle/>
            <a:p>
              <a:endParaRPr lang="en-US"/>
            </a:p>
          </p:txBody>
        </p:sp>
        <p:sp>
          <p:nvSpPr>
            <p:cNvPr id="53" name="Freeform: Shape 52">
              <a:extLst>
                <a:ext uri="{FF2B5EF4-FFF2-40B4-BE49-F238E27FC236}">
                  <a16:creationId xmlns:a16="http://schemas.microsoft.com/office/drawing/2014/main" id="{7F389099-0196-88E9-C017-3DA51E6F7059}"/>
                </a:ext>
              </a:extLst>
            </p:cNvPr>
            <p:cNvSpPr/>
            <p:nvPr>
              <p:custDataLst>
                <p:tags r:id="rId41"/>
              </p:custDataLst>
            </p:nvPr>
          </p:nvSpPr>
          <p:spPr>
            <a:xfrm>
              <a:off x="12945585" y="5731376"/>
              <a:ext cx="54659" cy="235917"/>
            </a:xfrm>
            <a:custGeom>
              <a:avLst/>
              <a:gdLst>
                <a:gd name="csX0" fmla="*/ 54935 w 54659"/>
                <a:gd name="csY0" fmla="*/ 118048 h 235917"/>
                <a:gd name="csX1" fmla="*/ 39385 w 54659"/>
                <a:gd name="csY1" fmla="*/ 44441 h 235917"/>
                <a:gd name="csX2" fmla="*/ 2631 w 54659"/>
                <a:gd name="csY2" fmla="*/ 89 h 235917"/>
                <a:gd name="csX3" fmla="*/ 275 w 54659"/>
                <a:gd name="csY3" fmla="*/ 2448 h 235917"/>
                <a:gd name="csX4" fmla="*/ 4751 w 54659"/>
                <a:gd name="csY4" fmla="*/ 7874 h 235917"/>
                <a:gd name="csX5" fmla="*/ 41270 w 54659"/>
                <a:gd name="csY5" fmla="*/ 118048 h 235917"/>
                <a:gd name="csX6" fmla="*/ 3338 w 54659"/>
                <a:gd name="csY6" fmla="*/ 229637 h 235917"/>
                <a:gd name="csX7" fmla="*/ 275 w 54659"/>
                <a:gd name="csY7" fmla="*/ 233647 h 235917"/>
                <a:gd name="csX8" fmla="*/ 2631 w 54659"/>
                <a:gd name="csY8" fmla="*/ 236006 h 235917"/>
                <a:gd name="csX9" fmla="*/ 40092 w 54659"/>
                <a:gd name="csY9" fmla="*/ 190002 h 235917"/>
                <a:gd name="csX10" fmla="*/ 54935 w 54659"/>
                <a:gd name="csY10" fmla="*/ 118048 h 2359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4659" h="235917">
                  <a:moveTo>
                    <a:pt x="54935" y="118048"/>
                  </a:moveTo>
                  <a:cubicBezTo>
                    <a:pt x="54935" y="99646"/>
                    <a:pt x="52343" y="71100"/>
                    <a:pt x="39385" y="44441"/>
                  </a:cubicBezTo>
                  <a:cubicBezTo>
                    <a:pt x="25249" y="15423"/>
                    <a:pt x="4987" y="89"/>
                    <a:pt x="2631" y="89"/>
                  </a:cubicBezTo>
                  <a:cubicBezTo>
                    <a:pt x="1217" y="89"/>
                    <a:pt x="275" y="1032"/>
                    <a:pt x="275" y="2448"/>
                  </a:cubicBezTo>
                  <a:cubicBezTo>
                    <a:pt x="275" y="3156"/>
                    <a:pt x="275" y="3628"/>
                    <a:pt x="4751" y="7874"/>
                  </a:cubicBezTo>
                  <a:cubicBezTo>
                    <a:pt x="27840" y="31230"/>
                    <a:pt x="41270" y="68741"/>
                    <a:pt x="41270" y="118048"/>
                  </a:cubicBezTo>
                  <a:cubicBezTo>
                    <a:pt x="41270" y="158389"/>
                    <a:pt x="32552" y="199911"/>
                    <a:pt x="3338" y="229637"/>
                  </a:cubicBezTo>
                  <a:cubicBezTo>
                    <a:pt x="275" y="232468"/>
                    <a:pt x="275" y="232939"/>
                    <a:pt x="275" y="233647"/>
                  </a:cubicBezTo>
                  <a:cubicBezTo>
                    <a:pt x="275" y="235063"/>
                    <a:pt x="1217" y="236006"/>
                    <a:pt x="2631" y="236006"/>
                  </a:cubicBezTo>
                  <a:cubicBezTo>
                    <a:pt x="4987" y="236006"/>
                    <a:pt x="26191" y="219964"/>
                    <a:pt x="40092" y="190002"/>
                  </a:cubicBezTo>
                  <a:cubicBezTo>
                    <a:pt x="52107" y="164052"/>
                    <a:pt x="54935" y="137865"/>
                    <a:pt x="54935" y="118048"/>
                  </a:cubicBezTo>
                  <a:close/>
                </a:path>
              </a:pathLst>
            </a:custGeom>
            <a:solidFill>
              <a:srgbClr val="000000"/>
            </a:solidFill>
            <a:ln w="25400" cap="flat">
              <a:noFill/>
              <a:prstDash val="solid"/>
              <a:miter/>
            </a:ln>
          </p:spPr>
          <p:txBody>
            <a:bodyPr/>
            <a:lstStyle/>
            <a:p>
              <a:endParaRPr lang="en-US"/>
            </a:p>
          </p:txBody>
        </p:sp>
        <p:sp>
          <p:nvSpPr>
            <p:cNvPr id="54" name="Freeform: Shape 53">
              <a:extLst>
                <a:ext uri="{FF2B5EF4-FFF2-40B4-BE49-F238E27FC236}">
                  <a16:creationId xmlns:a16="http://schemas.microsoft.com/office/drawing/2014/main" id="{10F3D0A8-B9EF-E862-392C-02923A260C8E}"/>
                </a:ext>
              </a:extLst>
            </p:cNvPr>
            <p:cNvSpPr/>
            <p:nvPr>
              <p:custDataLst>
                <p:tags r:id="rId42"/>
              </p:custDataLst>
            </p:nvPr>
          </p:nvSpPr>
          <p:spPr>
            <a:xfrm>
              <a:off x="13267156" y="5750485"/>
              <a:ext cx="50418" cy="157828"/>
            </a:xfrm>
            <a:custGeom>
              <a:avLst/>
              <a:gdLst>
                <a:gd name="csX0" fmla="*/ 34215 w 50418"/>
                <a:gd name="csY0" fmla="*/ 53642 h 157828"/>
                <a:gd name="csX1" fmla="*/ 1231 w 50418"/>
                <a:gd name="csY1" fmla="*/ 56237 h 157828"/>
                <a:gd name="csX2" fmla="*/ 1231 w 50418"/>
                <a:gd name="csY2" fmla="*/ 63551 h 157828"/>
                <a:gd name="csX3" fmla="*/ 18666 w 50418"/>
                <a:gd name="csY3" fmla="*/ 76526 h 157828"/>
                <a:gd name="csX4" fmla="*/ 18666 w 50418"/>
                <a:gd name="csY4" fmla="*/ 139988 h 157828"/>
                <a:gd name="csX5" fmla="*/ 289 w 50418"/>
                <a:gd name="csY5" fmla="*/ 150604 h 157828"/>
                <a:gd name="csX6" fmla="*/ 289 w 50418"/>
                <a:gd name="csY6" fmla="*/ 157918 h 157828"/>
                <a:gd name="csX7" fmla="*/ 26205 w 50418"/>
                <a:gd name="csY7" fmla="*/ 157210 h 157828"/>
                <a:gd name="csX8" fmla="*/ 50708 w 50418"/>
                <a:gd name="csY8" fmla="*/ 157918 h 157828"/>
                <a:gd name="csX9" fmla="*/ 50708 w 50418"/>
                <a:gd name="csY9" fmla="*/ 150604 h 157828"/>
                <a:gd name="csX10" fmla="*/ 34215 w 50418"/>
                <a:gd name="csY10" fmla="*/ 140224 h 157828"/>
                <a:gd name="csX11" fmla="*/ 34215 w 50418"/>
                <a:gd name="csY11" fmla="*/ 53642 h 157828"/>
                <a:gd name="csX12" fmla="*/ 35158 w 50418"/>
                <a:gd name="csY12" fmla="*/ 12592 h 157828"/>
                <a:gd name="csX13" fmla="*/ 22671 w 50418"/>
                <a:gd name="csY13" fmla="*/ 89 h 157828"/>
                <a:gd name="csX14" fmla="*/ 10184 w 50418"/>
                <a:gd name="csY14" fmla="*/ 12592 h 157828"/>
                <a:gd name="csX15" fmla="*/ 22671 w 50418"/>
                <a:gd name="csY15" fmla="*/ 25096 h 157828"/>
                <a:gd name="csX16" fmla="*/ 35158 w 50418"/>
                <a:gd name="csY16" fmla="*/ 12592 h 1578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50418" h="157828">
                  <a:moveTo>
                    <a:pt x="34215" y="53642"/>
                  </a:moveTo>
                  <a:lnTo>
                    <a:pt x="1231" y="56237"/>
                  </a:lnTo>
                  <a:lnTo>
                    <a:pt x="1231" y="63551"/>
                  </a:lnTo>
                  <a:cubicBezTo>
                    <a:pt x="16545" y="63551"/>
                    <a:pt x="18666" y="64966"/>
                    <a:pt x="18666" y="76526"/>
                  </a:cubicBezTo>
                  <a:lnTo>
                    <a:pt x="18666" y="139988"/>
                  </a:lnTo>
                  <a:cubicBezTo>
                    <a:pt x="18666" y="150604"/>
                    <a:pt x="16074" y="150604"/>
                    <a:pt x="289" y="150604"/>
                  </a:cubicBezTo>
                  <a:lnTo>
                    <a:pt x="289" y="157918"/>
                  </a:lnTo>
                  <a:cubicBezTo>
                    <a:pt x="7828" y="157682"/>
                    <a:pt x="20551" y="157210"/>
                    <a:pt x="26205" y="157210"/>
                  </a:cubicBezTo>
                  <a:cubicBezTo>
                    <a:pt x="34451" y="157210"/>
                    <a:pt x="42697" y="157682"/>
                    <a:pt x="50708" y="157918"/>
                  </a:cubicBezTo>
                  <a:lnTo>
                    <a:pt x="50708" y="150604"/>
                  </a:lnTo>
                  <a:cubicBezTo>
                    <a:pt x="35158" y="150604"/>
                    <a:pt x="34215" y="149425"/>
                    <a:pt x="34215" y="140224"/>
                  </a:cubicBezTo>
                  <a:lnTo>
                    <a:pt x="34215" y="53642"/>
                  </a:lnTo>
                  <a:close/>
                  <a:moveTo>
                    <a:pt x="35158" y="12592"/>
                  </a:moveTo>
                  <a:cubicBezTo>
                    <a:pt x="35158" y="5043"/>
                    <a:pt x="29268" y="89"/>
                    <a:pt x="22671" y="89"/>
                  </a:cubicBezTo>
                  <a:cubicBezTo>
                    <a:pt x="15367" y="89"/>
                    <a:pt x="10184" y="6459"/>
                    <a:pt x="10184" y="12592"/>
                  </a:cubicBezTo>
                  <a:cubicBezTo>
                    <a:pt x="10184" y="18962"/>
                    <a:pt x="15367" y="25096"/>
                    <a:pt x="22671" y="25096"/>
                  </a:cubicBezTo>
                  <a:cubicBezTo>
                    <a:pt x="29268" y="25096"/>
                    <a:pt x="35158" y="20142"/>
                    <a:pt x="35158" y="12592"/>
                  </a:cubicBezTo>
                  <a:close/>
                </a:path>
              </a:pathLst>
            </a:custGeom>
            <a:solidFill>
              <a:srgbClr val="000000"/>
            </a:solidFill>
            <a:ln w="25400" cap="flat">
              <a:noFill/>
              <a:prstDash val="solid"/>
              <a:miter/>
            </a:ln>
          </p:spPr>
          <p:txBody>
            <a:bodyPr/>
            <a:lstStyle/>
            <a:p>
              <a:endParaRPr lang="en-US"/>
            </a:p>
          </p:txBody>
        </p:sp>
        <p:sp>
          <p:nvSpPr>
            <p:cNvPr id="55" name="Freeform: Shape 54">
              <a:extLst>
                <a:ext uri="{FF2B5EF4-FFF2-40B4-BE49-F238E27FC236}">
                  <a16:creationId xmlns:a16="http://schemas.microsoft.com/office/drawing/2014/main" id="{D89E9A44-EE5B-DFDC-3D9F-64CC5155E970}"/>
                </a:ext>
              </a:extLst>
            </p:cNvPr>
            <p:cNvSpPr/>
            <p:nvPr>
              <p:custDataLst>
                <p:tags r:id="rId43"/>
              </p:custDataLst>
            </p:nvPr>
          </p:nvSpPr>
          <p:spPr>
            <a:xfrm>
              <a:off x="13332601" y="5741992"/>
              <a:ext cx="76335" cy="166321"/>
            </a:xfrm>
            <a:custGeom>
              <a:avLst/>
              <a:gdLst>
                <a:gd name="csX0" fmla="*/ 33747 w 76335"/>
                <a:gd name="csY0" fmla="*/ 64730 h 166321"/>
                <a:gd name="csX1" fmla="*/ 33747 w 76335"/>
                <a:gd name="csY1" fmla="*/ 37364 h 166321"/>
                <a:gd name="csX2" fmla="*/ 55422 w 76335"/>
                <a:gd name="csY2" fmla="*/ 5279 h 166321"/>
                <a:gd name="csX3" fmla="*/ 63197 w 76335"/>
                <a:gd name="csY3" fmla="*/ 6930 h 166321"/>
                <a:gd name="csX4" fmla="*/ 56129 w 76335"/>
                <a:gd name="csY4" fmla="*/ 16839 h 166321"/>
                <a:gd name="csX5" fmla="*/ 66260 w 76335"/>
                <a:gd name="csY5" fmla="*/ 26983 h 166321"/>
                <a:gd name="csX6" fmla="*/ 76627 w 76335"/>
                <a:gd name="csY6" fmla="*/ 16603 h 166321"/>
                <a:gd name="csX7" fmla="*/ 55422 w 76335"/>
                <a:gd name="csY7" fmla="*/ 89 h 166321"/>
                <a:gd name="csX8" fmla="*/ 18904 w 76335"/>
                <a:gd name="csY8" fmla="*/ 37600 h 166321"/>
                <a:gd name="csX9" fmla="*/ 18904 w 76335"/>
                <a:gd name="csY9" fmla="*/ 64730 h 166321"/>
                <a:gd name="csX10" fmla="*/ 292 w 76335"/>
                <a:gd name="csY10" fmla="*/ 64730 h 166321"/>
                <a:gd name="csX11" fmla="*/ 292 w 76335"/>
                <a:gd name="csY11" fmla="*/ 72044 h 166321"/>
                <a:gd name="csX12" fmla="*/ 18904 w 76335"/>
                <a:gd name="csY12" fmla="*/ 72044 h 166321"/>
                <a:gd name="csX13" fmla="*/ 18904 w 76335"/>
                <a:gd name="csY13" fmla="*/ 148481 h 166321"/>
                <a:gd name="csX14" fmla="*/ 527 w 76335"/>
                <a:gd name="csY14" fmla="*/ 159097 h 166321"/>
                <a:gd name="csX15" fmla="*/ 527 w 76335"/>
                <a:gd name="csY15" fmla="*/ 166411 h 166321"/>
                <a:gd name="csX16" fmla="*/ 27386 w 76335"/>
                <a:gd name="csY16" fmla="*/ 165703 h 166321"/>
                <a:gd name="csX17" fmla="*/ 57307 w 76335"/>
                <a:gd name="csY17" fmla="*/ 166411 h 166321"/>
                <a:gd name="csX18" fmla="*/ 57307 w 76335"/>
                <a:gd name="csY18" fmla="*/ 159097 h 166321"/>
                <a:gd name="csX19" fmla="*/ 52360 w 76335"/>
                <a:gd name="csY19" fmla="*/ 159097 h 166321"/>
                <a:gd name="csX20" fmla="*/ 34454 w 76335"/>
                <a:gd name="csY20" fmla="*/ 148009 h 166321"/>
                <a:gd name="csX21" fmla="*/ 34454 w 76335"/>
                <a:gd name="csY21" fmla="*/ 72044 h 166321"/>
                <a:gd name="csX22" fmla="*/ 61313 w 76335"/>
                <a:gd name="csY22" fmla="*/ 72044 h 166321"/>
                <a:gd name="csX23" fmla="*/ 61313 w 76335"/>
                <a:gd name="csY23" fmla="*/ 64730 h 166321"/>
                <a:gd name="csX24" fmla="*/ 33747 w 76335"/>
                <a:gd name="csY24" fmla="*/ 64730 h 1663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76335" h="166321">
                  <a:moveTo>
                    <a:pt x="33747" y="64730"/>
                  </a:moveTo>
                  <a:lnTo>
                    <a:pt x="33747" y="37364"/>
                  </a:lnTo>
                  <a:cubicBezTo>
                    <a:pt x="33747" y="16603"/>
                    <a:pt x="45056" y="5279"/>
                    <a:pt x="55422" y="5279"/>
                  </a:cubicBezTo>
                  <a:cubicBezTo>
                    <a:pt x="56129" y="5279"/>
                    <a:pt x="59663" y="5279"/>
                    <a:pt x="63197" y="6930"/>
                  </a:cubicBezTo>
                  <a:cubicBezTo>
                    <a:pt x="60370" y="7874"/>
                    <a:pt x="56129" y="10941"/>
                    <a:pt x="56129" y="16839"/>
                  </a:cubicBezTo>
                  <a:cubicBezTo>
                    <a:pt x="56129" y="22265"/>
                    <a:pt x="59899" y="26983"/>
                    <a:pt x="66260" y="26983"/>
                  </a:cubicBezTo>
                  <a:cubicBezTo>
                    <a:pt x="73093" y="26983"/>
                    <a:pt x="76627" y="22265"/>
                    <a:pt x="76627" y="16603"/>
                  </a:cubicBezTo>
                  <a:cubicBezTo>
                    <a:pt x="76627" y="7874"/>
                    <a:pt x="67909" y="89"/>
                    <a:pt x="55422" y="89"/>
                  </a:cubicBezTo>
                  <a:cubicBezTo>
                    <a:pt x="38930" y="89"/>
                    <a:pt x="18904" y="12592"/>
                    <a:pt x="18904" y="37600"/>
                  </a:cubicBezTo>
                  <a:lnTo>
                    <a:pt x="18904" y="64730"/>
                  </a:lnTo>
                  <a:lnTo>
                    <a:pt x="292" y="64730"/>
                  </a:lnTo>
                  <a:lnTo>
                    <a:pt x="292" y="72044"/>
                  </a:lnTo>
                  <a:lnTo>
                    <a:pt x="18904" y="72044"/>
                  </a:lnTo>
                  <a:lnTo>
                    <a:pt x="18904" y="148481"/>
                  </a:lnTo>
                  <a:cubicBezTo>
                    <a:pt x="18904" y="159097"/>
                    <a:pt x="16312" y="159097"/>
                    <a:pt x="527" y="159097"/>
                  </a:cubicBezTo>
                  <a:lnTo>
                    <a:pt x="527" y="166411"/>
                  </a:lnTo>
                  <a:cubicBezTo>
                    <a:pt x="9716" y="166175"/>
                    <a:pt x="20789" y="165703"/>
                    <a:pt x="27386" y="165703"/>
                  </a:cubicBezTo>
                  <a:cubicBezTo>
                    <a:pt x="36810" y="165703"/>
                    <a:pt x="47883" y="165703"/>
                    <a:pt x="57307" y="166411"/>
                  </a:cubicBezTo>
                  <a:lnTo>
                    <a:pt x="57307" y="159097"/>
                  </a:lnTo>
                  <a:lnTo>
                    <a:pt x="52360" y="159097"/>
                  </a:lnTo>
                  <a:cubicBezTo>
                    <a:pt x="34925" y="159097"/>
                    <a:pt x="34454" y="156502"/>
                    <a:pt x="34454" y="148009"/>
                  </a:cubicBezTo>
                  <a:lnTo>
                    <a:pt x="34454" y="72044"/>
                  </a:lnTo>
                  <a:lnTo>
                    <a:pt x="61313" y="72044"/>
                  </a:lnTo>
                  <a:lnTo>
                    <a:pt x="61313" y="64730"/>
                  </a:lnTo>
                  <a:lnTo>
                    <a:pt x="33747" y="64730"/>
                  </a:lnTo>
                  <a:close/>
                </a:path>
              </a:pathLst>
            </a:custGeom>
            <a:solidFill>
              <a:srgbClr val="000000"/>
            </a:solidFill>
            <a:ln w="25400" cap="flat">
              <a:noFill/>
              <a:prstDash val="solid"/>
              <a:miter/>
            </a:ln>
          </p:spPr>
          <p:txBody>
            <a:bodyPr/>
            <a:lstStyle/>
            <a:p>
              <a:endParaRPr lang="en-US"/>
            </a:p>
          </p:txBody>
        </p:sp>
        <p:sp>
          <p:nvSpPr>
            <p:cNvPr id="56" name="Freeform: Shape 55">
              <a:extLst>
                <a:ext uri="{FF2B5EF4-FFF2-40B4-BE49-F238E27FC236}">
                  <a16:creationId xmlns:a16="http://schemas.microsoft.com/office/drawing/2014/main" id="{3A47EE1F-58F4-BEF2-0F87-9A438865C92B}"/>
                </a:ext>
              </a:extLst>
            </p:cNvPr>
            <p:cNvSpPr/>
            <p:nvPr>
              <p:custDataLst>
                <p:tags r:id="rId44"/>
              </p:custDataLst>
            </p:nvPr>
          </p:nvSpPr>
          <p:spPr>
            <a:xfrm>
              <a:off x="13482183" y="5804039"/>
              <a:ext cx="108612" cy="152638"/>
            </a:xfrm>
            <a:custGeom>
              <a:avLst/>
              <a:gdLst>
                <a:gd name="csX0" fmla="*/ 107968 w 108612"/>
                <a:gd name="csY0" fmla="*/ 14480 h 152638"/>
                <a:gd name="csX1" fmla="*/ 108911 w 108612"/>
                <a:gd name="csY1" fmla="*/ 9054 h 152638"/>
                <a:gd name="csX2" fmla="*/ 102078 w 108612"/>
                <a:gd name="csY2" fmla="*/ 2684 h 152638"/>
                <a:gd name="csX3" fmla="*/ 93832 w 108612"/>
                <a:gd name="csY3" fmla="*/ 7638 h 152638"/>
                <a:gd name="csX4" fmla="*/ 90534 w 108612"/>
                <a:gd name="csY4" fmla="*/ 20378 h 152638"/>
                <a:gd name="csX5" fmla="*/ 85822 w 108612"/>
                <a:gd name="csY5" fmla="*/ 39251 h 152638"/>
                <a:gd name="csX6" fmla="*/ 75219 w 108612"/>
                <a:gd name="csY6" fmla="*/ 81716 h 152638"/>
                <a:gd name="csX7" fmla="*/ 48596 w 108612"/>
                <a:gd name="csY7" fmla="*/ 101769 h 152638"/>
                <a:gd name="csX8" fmla="*/ 33989 w 108612"/>
                <a:gd name="csY8" fmla="*/ 82660 h 152638"/>
                <a:gd name="csX9" fmla="*/ 46005 w 108612"/>
                <a:gd name="csY9" fmla="*/ 36420 h 152638"/>
                <a:gd name="csX10" fmla="*/ 50717 w 108612"/>
                <a:gd name="csY10" fmla="*/ 19434 h 152638"/>
                <a:gd name="csX11" fmla="*/ 31397 w 108612"/>
                <a:gd name="csY11" fmla="*/ 89 h 152638"/>
                <a:gd name="csX12" fmla="*/ 298 w 108612"/>
                <a:gd name="csY12" fmla="*/ 36420 h 152638"/>
                <a:gd name="csX13" fmla="*/ 3125 w 108612"/>
                <a:gd name="csY13" fmla="*/ 38779 h 152638"/>
                <a:gd name="csX14" fmla="*/ 6895 w 108612"/>
                <a:gd name="csY14" fmla="*/ 34533 h 152638"/>
                <a:gd name="csX15" fmla="*/ 30691 w 108612"/>
                <a:gd name="csY15" fmla="*/ 5279 h 152638"/>
                <a:gd name="csX16" fmla="*/ 36581 w 108612"/>
                <a:gd name="csY16" fmla="*/ 12828 h 152638"/>
                <a:gd name="csX17" fmla="*/ 32575 w 108612"/>
                <a:gd name="csY17" fmla="*/ 29343 h 152638"/>
                <a:gd name="csX18" fmla="*/ 18910 w 108612"/>
                <a:gd name="csY18" fmla="*/ 78885 h 152638"/>
                <a:gd name="csX19" fmla="*/ 47654 w 108612"/>
                <a:gd name="csY19" fmla="*/ 106959 h 152638"/>
                <a:gd name="csX20" fmla="*/ 71450 w 108612"/>
                <a:gd name="csY20" fmla="*/ 96343 h 152638"/>
                <a:gd name="csX21" fmla="*/ 56136 w 108612"/>
                <a:gd name="csY21" fmla="*/ 132674 h 152638"/>
                <a:gd name="csX22" fmla="*/ 30219 w 108612"/>
                <a:gd name="csY22" fmla="*/ 147537 h 152638"/>
                <a:gd name="csX23" fmla="*/ 12314 w 108612"/>
                <a:gd name="csY23" fmla="*/ 137629 h 152638"/>
                <a:gd name="csX24" fmla="*/ 22444 w 108612"/>
                <a:gd name="csY24" fmla="*/ 134798 h 152638"/>
                <a:gd name="csX25" fmla="*/ 27157 w 108612"/>
                <a:gd name="csY25" fmla="*/ 125125 h 152638"/>
                <a:gd name="csX26" fmla="*/ 18439 w 108612"/>
                <a:gd name="csY26" fmla="*/ 116868 h 152638"/>
                <a:gd name="csX27" fmla="*/ 5246 w 108612"/>
                <a:gd name="csY27" fmla="*/ 132203 h 152638"/>
                <a:gd name="csX28" fmla="*/ 30219 w 108612"/>
                <a:gd name="csY28" fmla="*/ 152727 h 152638"/>
                <a:gd name="csX29" fmla="*/ 85350 w 108612"/>
                <a:gd name="csY29" fmla="*/ 104600 h 152638"/>
                <a:gd name="csX30" fmla="*/ 107968 w 108612"/>
                <a:gd name="csY30" fmla="*/ 14480 h 1526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08612" h="152638">
                  <a:moveTo>
                    <a:pt x="107968" y="14480"/>
                  </a:moveTo>
                  <a:cubicBezTo>
                    <a:pt x="108911" y="11177"/>
                    <a:pt x="108911" y="10705"/>
                    <a:pt x="108911" y="9054"/>
                  </a:cubicBezTo>
                  <a:cubicBezTo>
                    <a:pt x="108911" y="4807"/>
                    <a:pt x="105612" y="2684"/>
                    <a:pt x="102078" y="2684"/>
                  </a:cubicBezTo>
                  <a:cubicBezTo>
                    <a:pt x="99722" y="2684"/>
                    <a:pt x="95952" y="4099"/>
                    <a:pt x="93832" y="7638"/>
                  </a:cubicBezTo>
                  <a:cubicBezTo>
                    <a:pt x="93361" y="8818"/>
                    <a:pt x="91476" y="16131"/>
                    <a:pt x="90534" y="20378"/>
                  </a:cubicBezTo>
                  <a:cubicBezTo>
                    <a:pt x="88884" y="26512"/>
                    <a:pt x="87235" y="32881"/>
                    <a:pt x="85822" y="39251"/>
                  </a:cubicBezTo>
                  <a:lnTo>
                    <a:pt x="75219" y="81716"/>
                  </a:lnTo>
                  <a:cubicBezTo>
                    <a:pt x="74277" y="85255"/>
                    <a:pt x="64146" y="101769"/>
                    <a:pt x="48596" y="101769"/>
                  </a:cubicBezTo>
                  <a:cubicBezTo>
                    <a:pt x="36581" y="101769"/>
                    <a:pt x="33989" y="91389"/>
                    <a:pt x="33989" y="82660"/>
                  </a:cubicBezTo>
                  <a:cubicBezTo>
                    <a:pt x="33989" y="71808"/>
                    <a:pt x="37994" y="57181"/>
                    <a:pt x="46005" y="36420"/>
                  </a:cubicBezTo>
                  <a:cubicBezTo>
                    <a:pt x="49774" y="26747"/>
                    <a:pt x="50717" y="24152"/>
                    <a:pt x="50717" y="19434"/>
                  </a:cubicBezTo>
                  <a:cubicBezTo>
                    <a:pt x="50717" y="8818"/>
                    <a:pt x="43177" y="89"/>
                    <a:pt x="31397" y="89"/>
                  </a:cubicBezTo>
                  <a:cubicBezTo>
                    <a:pt x="9015" y="89"/>
                    <a:pt x="298" y="34297"/>
                    <a:pt x="298" y="36420"/>
                  </a:cubicBezTo>
                  <a:cubicBezTo>
                    <a:pt x="298" y="38779"/>
                    <a:pt x="2654" y="38779"/>
                    <a:pt x="3125" y="38779"/>
                  </a:cubicBezTo>
                  <a:cubicBezTo>
                    <a:pt x="5481" y="38779"/>
                    <a:pt x="5717" y="38307"/>
                    <a:pt x="6895" y="34533"/>
                  </a:cubicBezTo>
                  <a:cubicBezTo>
                    <a:pt x="13256" y="12356"/>
                    <a:pt x="22680" y="5279"/>
                    <a:pt x="30691" y="5279"/>
                  </a:cubicBezTo>
                  <a:cubicBezTo>
                    <a:pt x="32575" y="5279"/>
                    <a:pt x="36581" y="5279"/>
                    <a:pt x="36581" y="12828"/>
                  </a:cubicBezTo>
                  <a:cubicBezTo>
                    <a:pt x="36581" y="18726"/>
                    <a:pt x="34225" y="24860"/>
                    <a:pt x="32575" y="29343"/>
                  </a:cubicBezTo>
                  <a:cubicBezTo>
                    <a:pt x="23151" y="54350"/>
                    <a:pt x="18910" y="67797"/>
                    <a:pt x="18910" y="78885"/>
                  </a:cubicBezTo>
                  <a:cubicBezTo>
                    <a:pt x="18910" y="99882"/>
                    <a:pt x="33753" y="106959"/>
                    <a:pt x="47654" y="106959"/>
                  </a:cubicBezTo>
                  <a:cubicBezTo>
                    <a:pt x="56842" y="106959"/>
                    <a:pt x="64853" y="102949"/>
                    <a:pt x="71450" y="96343"/>
                  </a:cubicBezTo>
                  <a:cubicBezTo>
                    <a:pt x="68387" y="108611"/>
                    <a:pt x="65560" y="120171"/>
                    <a:pt x="56136" y="132674"/>
                  </a:cubicBezTo>
                  <a:cubicBezTo>
                    <a:pt x="50010" y="140696"/>
                    <a:pt x="41057" y="147537"/>
                    <a:pt x="30219" y="147537"/>
                  </a:cubicBezTo>
                  <a:cubicBezTo>
                    <a:pt x="26921" y="147537"/>
                    <a:pt x="16319" y="146830"/>
                    <a:pt x="12314" y="137629"/>
                  </a:cubicBezTo>
                  <a:cubicBezTo>
                    <a:pt x="16083" y="137629"/>
                    <a:pt x="19146" y="137629"/>
                    <a:pt x="22444" y="134798"/>
                  </a:cubicBezTo>
                  <a:cubicBezTo>
                    <a:pt x="24801" y="132674"/>
                    <a:pt x="27157" y="129608"/>
                    <a:pt x="27157" y="125125"/>
                  </a:cubicBezTo>
                  <a:cubicBezTo>
                    <a:pt x="27157" y="117812"/>
                    <a:pt x="20795" y="116868"/>
                    <a:pt x="18439" y="116868"/>
                  </a:cubicBezTo>
                  <a:cubicBezTo>
                    <a:pt x="13020" y="116868"/>
                    <a:pt x="5246" y="120643"/>
                    <a:pt x="5246" y="132203"/>
                  </a:cubicBezTo>
                  <a:cubicBezTo>
                    <a:pt x="5246" y="143999"/>
                    <a:pt x="15612" y="152727"/>
                    <a:pt x="30219" y="152727"/>
                  </a:cubicBezTo>
                  <a:cubicBezTo>
                    <a:pt x="54486" y="152727"/>
                    <a:pt x="78753" y="131259"/>
                    <a:pt x="85350" y="104600"/>
                  </a:cubicBezTo>
                  <a:lnTo>
                    <a:pt x="107968" y="14480"/>
                  </a:lnTo>
                  <a:close/>
                </a:path>
              </a:pathLst>
            </a:custGeom>
            <a:solidFill>
              <a:srgbClr val="000000"/>
            </a:solidFill>
            <a:ln w="25400" cap="flat">
              <a:noFill/>
              <a:prstDash val="solid"/>
              <a:miter/>
            </a:ln>
          </p:spPr>
          <p:txBody>
            <a:bodyPr/>
            <a:lstStyle/>
            <a:p>
              <a:endParaRPr lang="en-US"/>
            </a:p>
          </p:txBody>
        </p:sp>
        <p:sp>
          <p:nvSpPr>
            <p:cNvPr id="57" name="Freeform: Shape 56">
              <a:extLst>
                <a:ext uri="{FF2B5EF4-FFF2-40B4-BE49-F238E27FC236}">
                  <a16:creationId xmlns:a16="http://schemas.microsoft.com/office/drawing/2014/main" id="{A8DCC100-D9F1-4BC9-F34E-964782480336}"/>
                </a:ext>
              </a:extLst>
            </p:cNvPr>
            <p:cNvSpPr/>
            <p:nvPr>
              <p:custDataLst>
                <p:tags r:id="rId45"/>
              </p:custDataLst>
            </p:nvPr>
          </p:nvSpPr>
          <p:spPr>
            <a:xfrm>
              <a:off x="13598613" y="5870874"/>
              <a:ext cx="100767" cy="74479"/>
            </a:xfrm>
            <a:custGeom>
              <a:avLst/>
              <a:gdLst>
                <a:gd name="csX0" fmla="*/ 12672 w 100767"/>
                <a:gd name="csY0" fmla="*/ 62514 h 74479"/>
                <a:gd name="csX1" fmla="*/ 11023 w 100767"/>
                <a:gd name="csY1" fmla="*/ 69285 h 74479"/>
                <a:gd name="csX2" fmla="*/ 16630 w 100767"/>
                <a:gd name="csY2" fmla="*/ 74569 h 74479"/>
                <a:gd name="csX3" fmla="*/ 23062 w 100767"/>
                <a:gd name="csY3" fmla="*/ 70936 h 74479"/>
                <a:gd name="csX4" fmla="*/ 26031 w 100767"/>
                <a:gd name="csY4" fmla="*/ 60697 h 74479"/>
                <a:gd name="csX5" fmla="*/ 29659 w 100767"/>
                <a:gd name="csY5" fmla="*/ 45835 h 74479"/>
                <a:gd name="csX6" fmla="*/ 32462 w 100767"/>
                <a:gd name="csY6" fmla="*/ 34770 h 74479"/>
                <a:gd name="csX7" fmla="*/ 39389 w 100767"/>
                <a:gd name="csY7" fmla="*/ 19907 h 74479"/>
                <a:gd name="csX8" fmla="*/ 64127 w 100767"/>
                <a:gd name="csY8" fmla="*/ 4714 h 74479"/>
                <a:gd name="csX9" fmla="*/ 73858 w 100767"/>
                <a:gd name="csY9" fmla="*/ 16274 h 74479"/>
                <a:gd name="csX10" fmla="*/ 64127 w 100767"/>
                <a:gd name="csY10" fmla="*/ 51450 h 74479"/>
                <a:gd name="csX11" fmla="*/ 61654 w 100767"/>
                <a:gd name="csY11" fmla="*/ 60367 h 74479"/>
                <a:gd name="csX12" fmla="*/ 77321 w 100767"/>
                <a:gd name="csY12" fmla="*/ 74569 h 74479"/>
                <a:gd name="csX13" fmla="*/ 101070 w 100767"/>
                <a:gd name="csY13" fmla="*/ 49303 h 74479"/>
                <a:gd name="csX14" fmla="*/ 98431 w 100767"/>
                <a:gd name="csY14" fmla="*/ 47156 h 74479"/>
                <a:gd name="csX15" fmla="*/ 95298 w 100767"/>
                <a:gd name="csY15" fmla="*/ 49963 h 74479"/>
                <a:gd name="csX16" fmla="*/ 77816 w 100767"/>
                <a:gd name="csY16" fmla="*/ 69945 h 74479"/>
                <a:gd name="csX17" fmla="*/ 73693 w 100767"/>
                <a:gd name="csY17" fmla="*/ 64165 h 74479"/>
                <a:gd name="csX18" fmla="*/ 77486 w 100767"/>
                <a:gd name="csY18" fmla="*/ 50789 h 74479"/>
                <a:gd name="csX19" fmla="*/ 86227 w 100767"/>
                <a:gd name="csY19" fmla="*/ 18916 h 74479"/>
                <a:gd name="csX20" fmla="*/ 64787 w 100767"/>
                <a:gd name="csY20" fmla="*/ 90 h 74479"/>
                <a:gd name="csX21" fmla="*/ 36915 w 100767"/>
                <a:gd name="csY21" fmla="*/ 15118 h 74479"/>
                <a:gd name="csX22" fmla="*/ 19269 w 100767"/>
                <a:gd name="csY22" fmla="*/ 90 h 74479"/>
                <a:gd name="csX23" fmla="*/ 6240 w 100767"/>
                <a:gd name="csY23" fmla="*/ 9008 h 74479"/>
                <a:gd name="csX24" fmla="*/ 303 w 100767"/>
                <a:gd name="csY24" fmla="*/ 25357 h 74479"/>
                <a:gd name="csX25" fmla="*/ 3106 w 100767"/>
                <a:gd name="csY25" fmla="*/ 27504 h 74479"/>
                <a:gd name="csX26" fmla="*/ 6735 w 100767"/>
                <a:gd name="csY26" fmla="*/ 22550 h 74479"/>
                <a:gd name="csX27" fmla="*/ 18774 w 100767"/>
                <a:gd name="csY27" fmla="*/ 4714 h 74479"/>
                <a:gd name="csX28" fmla="*/ 24216 w 100767"/>
                <a:gd name="csY28" fmla="*/ 12806 h 74479"/>
                <a:gd name="csX29" fmla="*/ 21578 w 100767"/>
                <a:gd name="csY29" fmla="*/ 26513 h 74479"/>
                <a:gd name="csX30" fmla="*/ 17949 w 100767"/>
                <a:gd name="csY30" fmla="*/ 41376 h 74479"/>
                <a:gd name="csX31" fmla="*/ 12672 w 100767"/>
                <a:gd name="csY31" fmla="*/ 62514 h 744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00767" h="74479">
                  <a:moveTo>
                    <a:pt x="12672" y="62514"/>
                  </a:moveTo>
                  <a:cubicBezTo>
                    <a:pt x="12012" y="64661"/>
                    <a:pt x="11023" y="68789"/>
                    <a:pt x="11023" y="69285"/>
                  </a:cubicBezTo>
                  <a:cubicBezTo>
                    <a:pt x="11023" y="72918"/>
                    <a:pt x="13991" y="74569"/>
                    <a:pt x="16630" y="74569"/>
                  </a:cubicBezTo>
                  <a:cubicBezTo>
                    <a:pt x="19599" y="74569"/>
                    <a:pt x="22237" y="72423"/>
                    <a:pt x="23062" y="70936"/>
                  </a:cubicBezTo>
                  <a:cubicBezTo>
                    <a:pt x="23887" y="69450"/>
                    <a:pt x="25206" y="64165"/>
                    <a:pt x="26031" y="60697"/>
                  </a:cubicBezTo>
                  <a:cubicBezTo>
                    <a:pt x="26855" y="57560"/>
                    <a:pt x="28669" y="49963"/>
                    <a:pt x="29659" y="45835"/>
                  </a:cubicBezTo>
                  <a:cubicBezTo>
                    <a:pt x="30648" y="42202"/>
                    <a:pt x="31638" y="38568"/>
                    <a:pt x="32462" y="34770"/>
                  </a:cubicBezTo>
                  <a:cubicBezTo>
                    <a:pt x="34277" y="27999"/>
                    <a:pt x="34606" y="26678"/>
                    <a:pt x="39389" y="19907"/>
                  </a:cubicBezTo>
                  <a:cubicBezTo>
                    <a:pt x="44007" y="13302"/>
                    <a:pt x="51758" y="4714"/>
                    <a:pt x="64127" y="4714"/>
                  </a:cubicBezTo>
                  <a:cubicBezTo>
                    <a:pt x="73693" y="4714"/>
                    <a:pt x="73858" y="13136"/>
                    <a:pt x="73858" y="16274"/>
                  </a:cubicBezTo>
                  <a:cubicBezTo>
                    <a:pt x="73858" y="26183"/>
                    <a:pt x="66766" y="44514"/>
                    <a:pt x="64127" y="51450"/>
                  </a:cubicBezTo>
                  <a:cubicBezTo>
                    <a:pt x="62313" y="56073"/>
                    <a:pt x="61654" y="57560"/>
                    <a:pt x="61654" y="60367"/>
                  </a:cubicBezTo>
                  <a:cubicBezTo>
                    <a:pt x="61654" y="69120"/>
                    <a:pt x="68910" y="74569"/>
                    <a:pt x="77321" y="74569"/>
                  </a:cubicBezTo>
                  <a:cubicBezTo>
                    <a:pt x="93813" y="74569"/>
                    <a:pt x="101070" y="51780"/>
                    <a:pt x="101070" y="49303"/>
                  </a:cubicBezTo>
                  <a:cubicBezTo>
                    <a:pt x="101070" y="47156"/>
                    <a:pt x="98926" y="47156"/>
                    <a:pt x="98431" y="47156"/>
                  </a:cubicBezTo>
                  <a:cubicBezTo>
                    <a:pt x="96122" y="47156"/>
                    <a:pt x="95957" y="48147"/>
                    <a:pt x="95298" y="49963"/>
                  </a:cubicBezTo>
                  <a:cubicBezTo>
                    <a:pt x="91504" y="63175"/>
                    <a:pt x="84413" y="69945"/>
                    <a:pt x="77816" y="69945"/>
                  </a:cubicBezTo>
                  <a:cubicBezTo>
                    <a:pt x="74353" y="69945"/>
                    <a:pt x="73693" y="67633"/>
                    <a:pt x="73693" y="64165"/>
                  </a:cubicBezTo>
                  <a:cubicBezTo>
                    <a:pt x="73693" y="60367"/>
                    <a:pt x="74517" y="58220"/>
                    <a:pt x="77486" y="50789"/>
                  </a:cubicBezTo>
                  <a:cubicBezTo>
                    <a:pt x="79465" y="45670"/>
                    <a:pt x="86227" y="28164"/>
                    <a:pt x="86227" y="18916"/>
                  </a:cubicBezTo>
                  <a:cubicBezTo>
                    <a:pt x="86227" y="2898"/>
                    <a:pt x="73528" y="90"/>
                    <a:pt x="64787" y="90"/>
                  </a:cubicBezTo>
                  <a:cubicBezTo>
                    <a:pt x="51099" y="90"/>
                    <a:pt x="41863" y="8512"/>
                    <a:pt x="36915" y="15118"/>
                  </a:cubicBezTo>
                  <a:cubicBezTo>
                    <a:pt x="35761" y="3723"/>
                    <a:pt x="26031" y="90"/>
                    <a:pt x="19269" y="90"/>
                  </a:cubicBezTo>
                  <a:cubicBezTo>
                    <a:pt x="12177" y="90"/>
                    <a:pt x="8384" y="5210"/>
                    <a:pt x="6240" y="9008"/>
                  </a:cubicBezTo>
                  <a:cubicBezTo>
                    <a:pt x="2612" y="15118"/>
                    <a:pt x="303" y="24531"/>
                    <a:pt x="303" y="25357"/>
                  </a:cubicBezTo>
                  <a:cubicBezTo>
                    <a:pt x="303" y="27504"/>
                    <a:pt x="2612" y="27504"/>
                    <a:pt x="3106" y="27504"/>
                  </a:cubicBezTo>
                  <a:cubicBezTo>
                    <a:pt x="5415" y="27504"/>
                    <a:pt x="5580" y="27008"/>
                    <a:pt x="6735" y="22550"/>
                  </a:cubicBezTo>
                  <a:cubicBezTo>
                    <a:pt x="9209" y="12806"/>
                    <a:pt x="12342" y="4714"/>
                    <a:pt x="18774" y="4714"/>
                  </a:cubicBezTo>
                  <a:cubicBezTo>
                    <a:pt x="23062" y="4714"/>
                    <a:pt x="24216" y="8347"/>
                    <a:pt x="24216" y="12806"/>
                  </a:cubicBezTo>
                  <a:cubicBezTo>
                    <a:pt x="24216" y="15944"/>
                    <a:pt x="22732" y="22054"/>
                    <a:pt x="21578" y="26513"/>
                  </a:cubicBezTo>
                  <a:cubicBezTo>
                    <a:pt x="20423" y="30972"/>
                    <a:pt x="18774" y="37743"/>
                    <a:pt x="17949" y="41376"/>
                  </a:cubicBezTo>
                  <a:lnTo>
                    <a:pt x="12672" y="62514"/>
                  </a:lnTo>
                  <a:close/>
                </a:path>
              </a:pathLst>
            </a:custGeom>
            <a:solidFill>
              <a:srgbClr val="000000"/>
            </a:solidFill>
            <a:ln w="25400" cap="flat">
              <a:noFill/>
              <a:prstDash val="solid"/>
              <a:miter/>
            </a:ln>
          </p:spPr>
          <p:txBody>
            <a:bodyPr/>
            <a:lstStyle/>
            <a:p>
              <a:endParaRPr lang="en-US"/>
            </a:p>
          </p:txBody>
        </p:sp>
        <p:sp>
          <p:nvSpPr>
            <p:cNvPr id="58" name="Freeform: Shape 57">
              <a:extLst>
                <a:ext uri="{FF2B5EF4-FFF2-40B4-BE49-F238E27FC236}">
                  <a16:creationId xmlns:a16="http://schemas.microsoft.com/office/drawing/2014/main" id="{2C6CD653-DFE8-B5A9-005C-1D3AAE773819}"/>
                </a:ext>
              </a:extLst>
            </p:cNvPr>
            <p:cNvSpPr/>
            <p:nvPr>
              <p:custDataLst>
                <p:tags r:id="rId46"/>
              </p:custDataLst>
            </p:nvPr>
          </p:nvSpPr>
          <p:spPr>
            <a:xfrm>
              <a:off x="13797745" y="5821733"/>
              <a:ext cx="156675" cy="55204"/>
            </a:xfrm>
            <a:custGeom>
              <a:avLst/>
              <a:gdLst>
                <a:gd name="csX0" fmla="*/ 148976 w 156675"/>
                <a:gd name="csY0" fmla="*/ 9525 h 55204"/>
                <a:gd name="csX1" fmla="*/ 156986 w 156675"/>
                <a:gd name="csY1" fmla="*/ 4807 h 55204"/>
                <a:gd name="csX2" fmla="*/ 149212 w 156675"/>
                <a:gd name="csY2" fmla="*/ 89 h 55204"/>
                <a:gd name="csX3" fmla="*/ 8086 w 156675"/>
                <a:gd name="csY3" fmla="*/ 89 h 55204"/>
                <a:gd name="csX4" fmla="*/ 311 w 156675"/>
                <a:gd name="csY4" fmla="*/ 4807 h 55204"/>
                <a:gd name="csX5" fmla="*/ 8321 w 156675"/>
                <a:gd name="csY5" fmla="*/ 9525 h 55204"/>
                <a:gd name="csX6" fmla="*/ 148976 w 156675"/>
                <a:gd name="csY6" fmla="*/ 9525 h 55204"/>
                <a:gd name="csX7" fmla="*/ 149212 w 156675"/>
                <a:gd name="csY7" fmla="*/ 55293 h 55204"/>
                <a:gd name="csX8" fmla="*/ 156986 w 156675"/>
                <a:gd name="csY8" fmla="*/ 50575 h 55204"/>
                <a:gd name="csX9" fmla="*/ 148976 w 156675"/>
                <a:gd name="csY9" fmla="*/ 45857 h 55204"/>
                <a:gd name="csX10" fmla="*/ 8321 w 156675"/>
                <a:gd name="csY10" fmla="*/ 45857 h 55204"/>
                <a:gd name="csX11" fmla="*/ 311 w 156675"/>
                <a:gd name="csY11" fmla="*/ 50575 h 55204"/>
                <a:gd name="csX12" fmla="*/ 8086 w 156675"/>
                <a:gd name="csY12" fmla="*/ 55293 h 55204"/>
                <a:gd name="csX13" fmla="*/ 149212 w 156675"/>
                <a:gd name="csY13" fmla="*/ 55293 h 552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6675" h="55204">
                  <a:moveTo>
                    <a:pt x="148976" y="9525"/>
                  </a:moveTo>
                  <a:cubicBezTo>
                    <a:pt x="152510" y="9525"/>
                    <a:pt x="156986" y="9525"/>
                    <a:pt x="156986" y="4807"/>
                  </a:cubicBezTo>
                  <a:cubicBezTo>
                    <a:pt x="156986" y="89"/>
                    <a:pt x="152510" y="89"/>
                    <a:pt x="149212" y="89"/>
                  </a:cubicBezTo>
                  <a:lnTo>
                    <a:pt x="8086" y="89"/>
                  </a:lnTo>
                  <a:cubicBezTo>
                    <a:pt x="4787" y="89"/>
                    <a:pt x="311" y="89"/>
                    <a:pt x="311" y="4807"/>
                  </a:cubicBezTo>
                  <a:cubicBezTo>
                    <a:pt x="311" y="9525"/>
                    <a:pt x="4787" y="9525"/>
                    <a:pt x="8321" y="9525"/>
                  </a:cubicBezTo>
                  <a:lnTo>
                    <a:pt x="148976" y="9525"/>
                  </a:lnTo>
                  <a:close/>
                  <a:moveTo>
                    <a:pt x="149212" y="55293"/>
                  </a:moveTo>
                  <a:cubicBezTo>
                    <a:pt x="152510" y="55293"/>
                    <a:pt x="156986" y="55293"/>
                    <a:pt x="156986" y="50575"/>
                  </a:cubicBezTo>
                  <a:cubicBezTo>
                    <a:pt x="156986" y="45857"/>
                    <a:pt x="152510" y="45857"/>
                    <a:pt x="148976" y="45857"/>
                  </a:cubicBezTo>
                  <a:lnTo>
                    <a:pt x="8321" y="45857"/>
                  </a:lnTo>
                  <a:cubicBezTo>
                    <a:pt x="4787" y="45857"/>
                    <a:pt x="311" y="45857"/>
                    <a:pt x="311" y="50575"/>
                  </a:cubicBezTo>
                  <a:cubicBezTo>
                    <a:pt x="311" y="55293"/>
                    <a:pt x="4787" y="55293"/>
                    <a:pt x="8086" y="55293"/>
                  </a:cubicBezTo>
                  <a:lnTo>
                    <a:pt x="149212" y="55293"/>
                  </a:lnTo>
                  <a:close/>
                </a:path>
              </a:pathLst>
            </a:custGeom>
            <a:solidFill>
              <a:srgbClr val="000000"/>
            </a:solidFill>
            <a:ln w="25400" cap="flat">
              <a:noFill/>
              <a:prstDash val="solid"/>
              <a:miter/>
            </a:ln>
          </p:spPr>
          <p:txBody>
            <a:bodyPr/>
            <a:lstStyle/>
            <a:p>
              <a:endParaRPr lang="en-US"/>
            </a:p>
          </p:txBody>
        </p:sp>
        <p:sp>
          <p:nvSpPr>
            <p:cNvPr id="59" name="Freeform: Shape 58">
              <a:extLst>
                <a:ext uri="{FF2B5EF4-FFF2-40B4-BE49-F238E27FC236}">
                  <a16:creationId xmlns:a16="http://schemas.microsoft.com/office/drawing/2014/main" id="{155D2D8C-A931-FF60-EA94-858AFBA170FD}"/>
                </a:ext>
              </a:extLst>
            </p:cNvPr>
            <p:cNvSpPr/>
            <p:nvPr>
              <p:custDataLst>
                <p:tags r:id="rId47"/>
              </p:custDataLst>
            </p:nvPr>
          </p:nvSpPr>
          <p:spPr>
            <a:xfrm>
              <a:off x="14054210" y="5751193"/>
              <a:ext cx="77748" cy="157121"/>
            </a:xfrm>
            <a:custGeom>
              <a:avLst/>
              <a:gdLst>
                <a:gd name="csX0" fmla="*/ 48620 w 77748"/>
                <a:gd name="csY0" fmla="*/ 6223 h 157121"/>
                <a:gd name="csX1" fmla="*/ 43201 w 77748"/>
                <a:gd name="csY1" fmla="*/ 89 h 157121"/>
                <a:gd name="csX2" fmla="*/ 321 w 77748"/>
                <a:gd name="csY2" fmla="*/ 15187 h 157121"/>
                <a:gd name="csX3" fmla="*/ 321 w 77748"/>
                <a:gd name="csY3" fmla="*/ 22501 h 157121"/>
                <a:gd name="csX4" fmla="*/ 31185 w 77748"/>
                <a:gd name="csY4" fmla="*/ 16367 h 157121"/>
                <a:gd name="csX5" fmla="*/ 31185 w 77748"/>
                <a:gd name="csY5" fmla="*/ 138572 h 157121"/>
                <a:gd name="csX6" fmla="*/ 9274 w 77748"/>
                <a:gd name="csY6" fmla="*/ 149896 h 157121"/>
                <a:gd name="csX7" fmla="*/ 1735 w 77748"/>
                <a:gd name="csY7" fmla="*/ 149896 h 157121"/>
                <a:gd name="csX8" fmla="*/ 1735 w 77748"/>
                <a:gd name="csY8" fmla="*/ 157210 h 157121"/>
                <a:gd name="csX9" fmla="*/ 39903 w 77748"/>
                <a:gd name="csY9" fmla="*/ 156502 h 157121"/>
                <a:gd name="csX10" fmla="*/ 78070 w 77748"/>
                <a:gd name="csY10" fmla="*/ 157210 h 157121"/>
                <a:gd name="csX11" fmla="*/ 78070 w 77748"/>
                <a:gd name="csY11" fmla="*/ 149896 h 157121"/>
                <a:gd name="csX12" fmla="*/ 70531 w 77748"/>
                <a:gd name="csY12" fmla="*/ 149896 h 157121"/>
                <a:gd name="csX13" fmla="*/ 48620 w 77748"/>
                <a:gd name="csY13" fmla="*/ 138572 h 157121"/>
                <a:gd name="csX14" fmla="*/ 48620 w 77748"/>
                <a:gd name="csY14" fmla="*/ 6223 h 1571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77748" h="157121">
                  <a:moveTo>
                    <a:pt x="48620" y="6223"/>
                  </a:moveTo>
                  <a:cubicBezTo>
                    <a:pt x="48620" y="561"/>
                    <a:pt x="48620" y="89"/>
                    <a:pt x="43201" y="89"/>
                  </a:cubicBezTo>
                  <a:cubicBezTo>
                    <a:pt x="28594" y="15187"/>
                    <a:pt x="7861" y="15187"/>
                    <a:pt x="321" y="15187"/>
                  </a:cubicBezTo>
                  <a:lnTo>
                    <a:pt x="321" y="22501"/>
                  </a:lnTo>
                  <a:cubicBezTo>
                    <a:pt x="5034" y="22501"/>
                    <a:pt x="18934" y="22501"/>
                    <a:pt x="31185" y="16367"/>
                  </a:cubicBezTo>
                  <a:lnTo>
                    <a:pt x="31185" y="138572"/>
                  </a:lnTo>
                  <a:cubicBezTo>
                    <a:pt x="31185" y="147065"/>
                    <a:pt x="30479" y="149896"/>
                    <a:pt x="9274" y="149896"/>
                  </a:cubicBezTo>
                  <a:lnTo>
                    <a:pt x="1735" y="149896"/>
                  </a:lnTo>
                  <a:lnTo>
                    <a:pt x="1735" y="157210"/>
                  </a:lnTo>
                  <a:cubicBezTo>
                    <a:pt x="9981" y="156502"/>
                    <a:pt x="30479" y="156502"/>
                    <a:pt x="39903" y="156502"/>
                  </a:cubicBezTo>
                  <a:cubicBezTo>
                    <a:pt x="49327" y="156502"/>
                    <a:pt x="69824" y="156502"/>
                    <a:pt x="78070" y="157210"/>
                  </a:cubicBezTo>
                  <a:lnTo>
                    <a:pt x="78070" y="149896"/>
                  </a:lnTo>
                  <a:lnTo>
                    <a:pt x="70531" y="149896"/>
                  </a:lnTo>
                  <a:cubicBezTo>
                    <a:pt x="49327" y="149896"/>
                    <a:pt x="48620" y="147301"/>
                    <a:pt x="48620" y="138572"/>
                  </a:cubicBezTo>
                  <a:lnTo>
                    <a:pt x="48620" y="6223"/>
                  </a:lnTo>
                  <a:close/>
                </a:path>
              </a:pathLst>
            </a:custGeom>
            <a:solidFill>
              <a:srgbClr val="000000"/>
            </a:solidFill>
            <a:ln w="25400" cap="flat">
              <a:noFill/>
              <a:prstDash val="solid"/>
              <a:miter/>
            </a:ln>
          </p:spPr>
          <p:txBody>
            <a:bodyPr/>
            <a:lstStyle/>
            <a:p>
              <a:endParaRPr lang="en-US"/>
            </a:p>
          </p:txBody>
        </p:sp>
      </p:grpSp>
      <p:sp>
        <p:nvSpPr>
          <p:cNvPr id="2427" name="TextBox 2426">
            <a:extLst>
              <a:ext uri="{FF2B5EF4-FFF2-40B4-BE49-F238E27FC236}">
                <a16:creationId xmlns:a16="http://schemas.microsoft.com/office/drawing/2014/main" id="{D1B2C5BB-1D41-E6C7-8624-B99D01D93FFB}"/>
              </a:ext>
            </a:extLst>
          </p:cNvPr>
          <p:cNvSpPr txBox="1"/>
          <p:nvPr/>
        </p:nvSpPr>
        <p:spPr>
          <a:xfrm>
            <a:off x="6104859" y="4680432"/>
            <a:ext cx="4987950" cy="1508105"/>
          </a:xfrm>
          <a:prstGeom prst="rect">
            <a:avLst/>
          </a:prstGeom>
          <a:noFill/>
        </p:spPr>
        <p:txBody>
          <a:bodyPr wrap="square">
            <a:spAutoFit/>
          </a:bodyPr>
          <a:lstStyle/>
          <a:p>
            <a:pPr lvl="0">
              <a:defRPr/>
            </a:pPr>
            <a:r>
              <a:rPr lang="en-US" sz="1400">
                <a:solidFill>
                  <a:prstClr val="black"/>
                </a:solidFill>
              </a:rPr>
              <a:t>This creates correlation between the error term and the regressors, </a:t>
            </a:r>
            <a:r>
              <a:rPr lang="en-US" sz="1400" b="1">
                <a:solidFill>
                  <a:prstClr val="black"/>
                </a:solidFill>
                <a:highlight>
                  <a:srgbClr val="FFC000"/>
                </a:highlight>
              </a:rPr>
              <a:t>violating the OLS assumption of independence </a:t>
            </a:r>
            <a:r>
              <a:rPr lang="en-US" sz="1400">
                <a:solidFill>
                  <a:prstClr val="black"/>
                </a:solidFill>
              </a:rPr>
              <a:t>and affecting the consistency of the estimators. Additionally, the </a:t>
            </a:r>
            <a:r>
              <a:rPr lang="en-US" sz="1400" b="1">
                <a:solidFill>
                  <a:prstClr val="black"/>
                </a:solidFill>
                <a:highlight>
                  <a:srgbClr val="FFC000"/>
                </a:highlight>
              </a:rPr>
              <a:t>residual variance is heteroskedastic</a:t>
            </a:r>
            <a:r>
              <a:rPr lang="en-US" sz="1400">
                <a:solidFill>
                  <a:prstClr val="black"/>
                </a:solidFill>
              </a:rPr>
              <a:t>, which means:</a:t>
            </a:r>
          </a:p>
          <a:p>
            <a:pPr lvl="0">
              <a:defRPr/>
            </a:pPr>
            <a:endParaRPr lang="en-US" sz="1200">
              <a:solidFill>
                <a:schemeClr val="bg1">
                  <a:lumMod val="75000"/>
                </a:schemeClr>
              </a:solidFill>
              <a:latin typeface="Aptos" panose="020B0004020202020204"/>
            </a:endParaRPr>
          </a:p>
          <a:p>
            <a:pPr marL="285750" lvl="0" indent="-285750">
              <a:buFont typeface="Arial" panose="020B0604020202020204" pitchFamily="34" charset="0"/>
              <a:buChar char="•"/>
              <a:defRPr/>
            </a:pPr>
            <a:r>
              <a:rPr lang="en-US" sz="1200">
                <a:solidFill>
                  <a:schemeClr val="bg1">
                    <a:lumMod val="75000"/>
                  </a:schemeClr>
                </a:solidFill>
                <a:latin typeface="Aptos" panose="020B0004020202020204"/>
              </a:rPr>
              <a:t>OLS becomes inefficient</a:t>
            </a:r>
          </a:p>
          <a:p>
            <a:pPr marL="285750" lvl="0" indent="-285750">
              <a:buFont typeface="Arial" panose="020B0604020202020204" pitchFamily="34" charset="0"/>
              <a:buChar char="•"/>
              <a:defRPr/>
            </a:pPr>
            <a:r>
              <a:rPr lang="en-US" sz="1200">
                <a:solidFill>
                  <a:schemeClr val="bg1">
                    <a:lumMod val="75000"/>
                  </a:schemeClr>
                </a:solidFill>
                <a:latin typeface="Aptos" panose="020B0004020202020204"/>
              </a:rPr>
              <a:t>the reported standard errors are biased, unless corrected.</a:t>
            </a:r>
            <a:endParaRPr lang="en-GB" sz="1200">
              <a:solidFill>
                <a:schemeClr val="bg1">
                  <a:lumMod val="75000"/>
                </a:schemeClr>
              </a:solidFill>
              <a:latin typeface="Aptos" panose="020B0004020202020204"/>
            </a:endParaRPr>
          </a:p>
        </p:txBody>
      </p:sp>
    </p:spTree>
    <p:extLst>
      <p:ext uri="{BB962C8B-B14F-4D97-AF65-F5344CB8AC3E}">
        <p14:creationId xmlns:p14="http://schemas.microsoft.com/office/powerpoint/2010/main" val="5689866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56"/>
                                        </p:tgtEl>
                                        <p:attrNameLst>
                                          <p:attrName>style.visibility</p:attrName>
                                        </p:attrNameLst>
                                      </p:cBhvr>
                                      <p:to>
                                        <p:strVal val="visible"/>
                                      </p:to>
                                    </p:set>
                                    <p:animEffect transition="in" filter="fade">
                                      <p:cBhvr>
                                        <p:cTn id="7" dur="500"/>
                                        <p:tgtEl>
                                          <p:spTgt spid="2456"/>
                                        </p:tgtEl>
                                      </p:cBhvr>
                                    </p:animEffect>
                                  </p:childTnLst>
                                </p:cTn>
                              </p:par>
                              <p:par>
                                <p:cTn id="8" presetID="10" presetClass="entr" presetSubtype="0" fill="hold" nodeType="withEffect">
                                  <p:stCondLst>
                                    <p:cond delay="0"/>
                                  </p:stCondLst>
                                  <p:childTnLst>
                                    <p:set>
                                      <p:cBhvr>
                                        <p:cTn id="9" dur="1" fill="hold">
                                          <p:stCondLst>
                                            <p:cond delay="0"/>
                                          </p:stCondLst>
                                        </p:cTn>
                                        <p:tgtEl>
                                          <p:spTgt spid="3146"/>
                                        </p:tgtEl>
                                        <p:attrNameLst>
                                          <p:attrName>style.visibility</p:attrName>
                                        </p:attrNameLst>
                                      </p:cBhvr>
                                      <p:to>
                                        <p:strVal val="visible"/>
                                      </p:to>
                                    </p:set>
                                    <p:animEffect transition="in" filter="fade">
                                      <p:cBhvr>
                                        <p:cTn id="10" dur="500"/>
                                        <p:tgtEl>
                                          <p:spTgt spid="314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169"/>
                                        </p:tgtEl>
                                        <p:attrNameLst>
                                          <p:attrName>style.visibility</p:attrName>
                                        </p:attrNameLst>
                                      </p:cBhvr>
                                      <p:to>
                                        <p:strVal val="visible"/>
                                      </p:to>
                                    </p:set>
                                    <p:animEffect transition="in" filter="fade">
                                      <p:cBhvr>
                                        <p:cTn id="15" dur="500"/>
                                        <p:tgtEl>
                                          <p:spTgt spid="3169"/>
                                        </p:tgtEl>
                                      </p:cBhvr>
                                    </p:animEffect>
                                  </p:childTnLst>
                                </p:cTn>
                              </p:par>
                              <p:par>
                                <p:cTn id="16" presetID="10" presetClass="entr" presetSubtype="0" fill="hold" nodeType="withEffect">
                                  <p:stCondLst>
                                    <p:cond delay="0"/>
                                  </p:stCondLst>
                                  <p:childTnLst>
                                    <p:set>
                                      <p:cBhvr>
                                        <p:cTn id="17" dur="1" fill="hold">
                                          <p:stCondLst>
                                            <p:cond delay="0"/>
                                          </p:stCondLst>
                                        </p:cTn>
                                        <p:tgtEl>
                                          <p:spTgt spid="3193"/>
                                        </p:tgtEl>
                                        <p:attrNameLst>
                                          <p:attrName>style.visibility</p:attrName>
                                        </p:attrNameLst>
                                      </p:cBhvr>
                                      <p:to>
                                        <p:strVal val="visible"/>
                                      </p:to>
                                    </p:set>
                                    <p:animEffect transition="in" filter="fade">
                                      <p:cBhvr>
                                        <p:cTn id="18" dur="500"/>
                                        <p:tgtEl>
                                          <p:spTgt spid="319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207"/>
                                        </p:tgtEl>
                                        <p:attrNameLst>
                                          <p:attrName>style.visibility</p:attrName>
                                        </p:attrNameLst>
                                      </p:cBhvr>
                                      <p:to>
                                        <p:strVal val="visible"/>
                                      </p:to>
                                    </p:set>
                                    <p:animEffect transition="in" filter="fade">
                                      <p:cBhvr>
                                        <p:cTn id="23" dur="500"/>
                                        <p:tgtEl>
                                          <p:spTgt spid="320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210"/>
                                        </p:tgtEl>
                                        <p:attrNameLst>
                                          <p:attrName>style.visibility</p:attrName>
                                        </p:attrNameLst>
                                      </p:cBhvr>
                                      <p:to>
                                        <p:strVal val="visible"/>
                                      </p:to>
                                    </p:set>
                                    <p:animEffect transition="in" filter="fade">
                                      <p:cBhvr>
                                        <p:cTn id="28" dur="500"/>
                                        <p:tgtEl>
                                          <p:spTgt spid="32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211"/>
                                        </p:tgtEl>
                                        <p:attrNameLst>
                                          <p:attrName>style.visibility</p:attrName>
                                        </p:attrNameLst>
                                      </p:cBhvr>
                                      <p:to>
                                        <p:strVal val="visible"/>
                                      </p:to>
                                    </p:set>
                                    <p:animEffect transition="in" filter="fade">
                                      <p:cBhvr>
                                        <p:cTn id="33" dur="500"/>
                                        <p:tgtEl>
                                          <p:spTgt spid="32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212"/>
                                        </p:tgtEl>
                                        <p:attrNameLst>
                                          <p:attrName>style.visibility</p:attrName>
                                        </p:attrNameLst>
                                      </p:cBhvr>
                                      <p:to>
                                        <p:strVal val="visible"/>
                                      </p:to>
                                    </p:set>
                                    <p:animEffect transition="in" filter="fade">
                                      <p:cBhvr>
                                        <p:cTn id="36" dur="500"/>
                                        <p:tgtEl>
                                          <p:spTgt spid="32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209"/>
                                        </p:tgtEl>
                                        <p:attrNameLst>
                                          <p:attrName>style.visibility</p:attrName>
                                        </p:attrNameLst>
                                      </p:cBhvr>
                                      <p:to>
                                        <p:strVal val="visible"/>
                                      </p:to>
                                    </p:set>
                                    <p:animEffect transition="in" filter="fade">
                                      <p:cBhvr>
                                        <p:cTn id="39" dur="500"/>
                                        <p:tgtEl>
                                          <p:spTgt spid="320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213"/>
                                        </p:tgtEl>
                                        <p:attrNameLst>
                                          <p:attrName>style.visibility</p:attrName>
                                        </p:attrNameLst>
                                      </p:cBhvr>
                                      <p:to>
                                        <p:strVal val="visible"/>
                                      </p:to>
                                    </p:set>
                                    <p:animEffect transition="in" filter="fade">
                                      <p:cBhvr>
                                        <p:cTn id="42" dur="500"/>
                                        <p:tgtEl>
                                          <p:spTgt spid="32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fade">
                                      <p:cBhvr>
                                        <p:cTn id="47" dur="500"/>
                                        <p:tgtEl>
                                          <p:spTgt spid="6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27"/>
                                        </p:tgtEl>
                                        <p:attrNameLst>
                                          <p:attrName>style.visibility</p:attrName>
                                        </p:attrNameLst>
                                      </p:cBhvr>
                                      <p:to>
                                        <p:strVal val="visible"/>
                                      </p:to>
                                    </p:set>
                                    <p:animEffect transition="in" filter="fade">
                                      <p:cBhvr>
                                        <p:cTn id="50" dur="500"/>
                                        <p:tgtEl>
                                          <p:spTgt spid="2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6" grpId="0"/>
      <p:bldP spid="3169" grpId="0"/>
      <p:bldP spid="3207" grpId="0"/>
      <p:bldP spid="3209" grpId="0"/>
      <p:bldP spid="3211" grpId="0"/>
      <p:bldP spid="3212" grpId="0"/>
      <p:bldP spid="3213" grpId="0"/>
      <p:bldP spid="24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969D2-55E5-B505-C4F4-11BBF4C28263}"/>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F3BE94F3-F204-ACA3-CEC5-34092132E623}"/>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81CEE486-D66B-BC1C-7DCA-DEBF1856507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FD88AB7A-1838-D316-B710-B35ABB05E958}"/>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Binomial</a:t>
            </a:r>
            <a:br>
              <a:rPr lang="en-GB" sz="3200" b="1">
                <a:solidFill>
                  <a:srgbClr val="FF0000"/>
                </a:solidFill>
                <a:latin typeface="Aptos SemiBold" panose="020F0502020204030204" pitchFamily="34" charset="0"/>
              </a:rPr>
            </a:br>
            <a:r>
              <a:rPr lang="en-GB" sz="3200" b="1">
                <a:solidFill>
                  <a:srgbClr val="FF0000"/>
                </a:solidFill>
                <a:latin typeface="Aptos SemiBold" panose="020F0502020204030204" pitchFamily="34" charset="0"/>
              </a:rPr>
              <a:t>Models</a:t>
            </a:r>
          </a:p>
        </p:txBody>
      </p:sp>
      <p:sp>
        <p:nvSpPr>
          <p:cNvPr id="10" name="Date Placeholder 3 2">
            <a:extLst>
              <a:ext uri="{FF2B5EF4-FFF2-40B4-BE49-F238E27FC236}">
                <a16:creationId xmlns:a16="http://schemas.microsoft.com/office/drawing/2014/main" id="{FAB7006D-CAA4-CAE8-2BA6-07F93C178373}"/>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3209" name="TextBox 3208">
            <a:extLst>
              <a:ext uri="{FF2B5EF4-FFF2-40B4-BE49-F238E27FC236}">
                <a16:creationId xmlns:a16="http://schemas.microsoft.com/office/drawing/2014/main" id="{C0924345-14E5-B01E-131E-752A57FEF4B7}"/>
              </a:ext>
            </a:extLst>
          </p:cNvPr>
          <p:cNvSpPr txBox="1"/>
          <p:nvPr/>
        </p:nvSpPr>
        <p:spPr>
          <a:xfrm>
            <a:off x="6551062" y="2297715"/>
            <a:ext cx="4452554" cy="338554"/>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lvl="0">
              <a:defRPr/>
            </a:pPr>
            <a:r>
              <a:rPr lang="en-US" sz="1600" b="1"/>
              <a:t>Predicted probabilities may fall outside [0,1]</a:t>
            </a:r>
            <a:endParaRPr kumimoji="0" lang="en-GB" sz="18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11" name="TextBox 3210">
            <a:extLst>
              <a:ext uri="{FF2B5EF4-FFF2-40B4-BE49-F238E27FC236}">
                <a16:creationId xmlns:a16="http://schemas.microsoft.com/office/drawing/2014/main" id="{BAD12B02-D11A-A3AF-C8ED-974C14A1C463}"/>
              </a:ext>
            </a:extLst>
          </p:cNvPr>
          <p:cNvSpPr txBox="1"/>
          <p:nvPr/>
        </p:nvSpPr>
        <p:spPr>
          <a:xfrm>
            <a:off x="6030931" y="1718977"/>
            <a:ext cx="4817667" cy="369332"/>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lvl="0">
              <a:defRPr/>
            </a:pPr>
            <a:r>
              <a:rPr kumimoji="0" lang="en-GB" sz="1800" b="1" i="0" u="none" strike="noStrike" kern="1200" cap="none" spc="0" normalizeH="0" baseline="0" noProof="0">
                <a:ln>
                  <a:noFill/>
                </a:ln>
                <a:solidFill>
                  <a:srgbClr val="FF0000"/>
                </a:solidFill>
                <a:effectLst/>
                <a:uLnTx/>
                <a:uFillTx/>
                <a:latin typeface="Aptos" panose="020B0004020202020204"/>
                <a:ea typeface="+mn-ea"/>
                <a:cs typeface="+mn-cs"/>
              </a:rPr>
              <a:t>🚫 </a:t>
            </a:r>
            <a:r>
              <a:rPr lang="en-GB" sz="1800" b="1">
                <a:solidFill>
                  <a:srgbClr val="FF0000"/>
                </a:solidFill>
              </a:rPr>
              <a:t>Limitations</a:t>
            </a:r>
            <a:endParaRPr kumimoji="0" lang="en-GB" sz="1800" b="1" i="0" u="none" strike="noStrike" kern="1200" cap="none" spc="0" normalizeH="0" baseline="0" noProof="0">
              <a:ln>
                <a:noFill/>
              </a:ln>
              <a:solidFill>
                <a:srgbClr val="FF0000"/>
              </a:solidFill>
              <a:effectLst/>
              <a:uLnTx/>
              <a:uFillTx/>
              <a:latin typeface="Aptos" panose="020B0004020202020204"/>
              <a:ea typeface="+mn-ea"/>
              <a:cs typeface="+mn-cs"/>
            </a:endParaRPr>
          </a:p>
        </p:txBody>
      </p:sp>
      <p:sp>
        <p:nvSpPr>
          <p:cNvPr id="3212" name="TextBox 3211">
            <a:extLst>
              <a:ext uri="{FF2B5EF4-FFF2-40B4-BE49-F238E27FC236}">
                <a16:creationId xmlns:a16="http://schemas.microsoft.com/office/drawing/2014/main" id="{F114FACB-2B61-5C5A-0A47-9A37EB170589}"/>
              </a:ext>
            </a:extLst>
          </p:cNvPr>
          <p:cNvSpPr txBox="1"/>
          <p:nvPr/>
        </p:nvSpPr>
        <p:spPr>
          <a:xfrm>
            <a:off x="6017364" y="2144254"/>
            <a:ext cx="59367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FF0000"/>
                </a:solidFill>
                <a:effectLst/>
                <a:uLnTx/>
                <a:uFillTx/>
                <a:latin typeface="Aptos Black" panose="020B0004020202020204" pitchFamily="34" charset="0"/>
                <a:ea typeface="+mn-ea"/>
                <a:cs typeface="+mn-cs"/>
              </a:rPr>
              <a:t>2.</a:t>
            </a:r>
            <a:endParaRPr kumimoji="0" lang="en-GB" sz="3600" b="1" i="0" u="none" strike="noStrike" kern="1200" cap="none" spc="0" normalizeH="0" baseline="0" noProof="0">
              <a:ln>
                <a:noFill/>
              </a:ln>
              <a:solidFill>
                <a:srgbClr val="FF0000"/>
              </a:solidFill>
              <a:effectLst/>
              <a:uLnTx/>
              <a:uFillTx/>
              <a:latin typeface="Aptos Black" panose="020B0004020202020204" pitchFamily="34" charset="0"/>
              <a:ea typeface="+mn-ea"/>
              <a:cs typeface="+mn-cs"/>
            </a:endParaRPr>
          </a:p>
        </p:txBody>
      </p:sp>
      <p:sp>
        <p:nvSpPr>
          <p:cNvPr id="3213" name="TextBox 3212">
            <a:extLst>
              <a:ext uri="{FF2B5EF4-FFF2-40B4-BE49-F238E27FC236}">
                <a16:creationId xmlns:a16="http://schemas.microsoft.com/office/drawing/2014/main" id="{F9C054CF-A5DB-4C5C-04CF-7BC7CDA0D47D}"/>
              </a:ext>
            </a:extLst>
          </p:cNvPr>
          <p:cNvSpPr txBox="1"/>
          <p:nvPr/>
        </p:nvSpPr>
        <p:spPr>
          <a:xfrm>
            <a:off x="6084465" y="2789729"/>
            <a:ext cx="5497934" cy="1169551"/>
          </a:xfrm>
          <a:prstGeom prst="rect">
            <a:avLst/>
          </a:prstGeom>
          <a:noFill/>
        </p:spPr>
        <p:txBody>
          <a:bodyPr wrap="square">
            <a:spAutoFit/>
          </a:bodyPr>
          <a:lstStyle/>
          <a:p>
            <a:pPr lvl="0">
              <a:defRPr/>
            </a:pPr>
            <a:r>
              <a:rPr lang="en-US" sz="1400">
                <a:solidFill>
                  <a:prstClr val="black"/>
                </a:solidFill>
              </a:rPr>
              <a:t>Since the identity function does not constrain predictions, the model may produce:</a:t>
            </a:r>
          </a:p>
          <a:p>
            <a:pPr lvl="0">
              <a:defRPr/>
            </a:pPr>
            <a:endParaRPr lang="en-US" sz="1400">
              <a:solidFill>
                <a:prstClr val="black"/>
              </a:solidFill>
            </a:endParaRPr>
          </a:p>
          <a:p>
            <a:pPr marL="285750" lvl="0" indent="-285750">
              <a:buFont typeface="Arial" panose="020B0604020202020204" pitchFamily="34" charset="0"/>
              <a:buChar char="•"/>
              <a:defRPr/>
            </a:pPr>
            <a:r>
              <a:rPr lang="en-US" sz="1400">
                <a:solidFill>
                  <a:prstClr val="black"/>
                </a:solidFill>
              </a:rPr>
              <a:t>Probabilities below 0</a:t>
            </a:r>
          </a:p>
          <a:p>
            <a:pPr marL="285750" lvl="0" indent="-285750">
              <a:buFont typeface="Arial" panose="020B0604020202020204" pitchFamily="34" charset="0"/>
              <a:buChar char="•"/>
              <a:defRPr/>
            </a:pPr>
            <a:r>
              <a:rPr lang="en-US" sz="1400">
                <a:solidFill>
                  <a:prstClr val="black"/>
                </a:solidFill>
              </a:rPr>
              <a:t>Probabilities above 1</a:t>
            </a:r>
          </a:p>
        </p:txBody>
      </p:sp>
      <p:cxnSp>
        <p:nvCxnSpPr>
          <p:cNvPr id="2" name="Straight Connector 1">
            <a:extLst>
              <a:ext uri="{FF2B5EF4-FFF2-40B4-BE49-F238E27FC236}">
                <a16:creationId xmlns:a16="http://schemas.microsoft.com/office/drawing/2014/main" id="{6C27FA0A-6294-E9AD-FA54-9875CF020033}"/>
              </a:ext>
            </a:extLst>
          </p:cNvPr>
          <p:cNvCxnSpPr>
            <a:cxnSpLocks/>
          </p:cNvCxnSpPr>
          <p:nvPr/>
        </p:nvCxnSpPr>
        <p:spPr>
          <a:xfrm>
            <a:off x="5827316" y="1718977"/>
            <a:ext cx="0" cy="4552494"/>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65F67E6B-094C-F08E-2482-1AA6094FAA49}"/>
              </a:ext>
            </a:extLst>
          </p:cNvPr>
          <p:cNvSpPr txBox="1"/>
          <p:nvPr/>
        </p:nvSpPr>
        <p:spPr>
          <a:xfrm>
            <a:off x="1067263" y="2073140"/>
            <a:ext cx="4760052" cy="523220"/>
          </a:xfrm>
          <a:prstGeom prst="rect">
            <a:avLst/>
          </a:prstGeom>
          <a:noFill/>
        </p:spPr>
        <p:txBody>
          <a:bodyPr wrap="square">
            <a:spAutoFit/>
          </a:bodyPr>
          <a:lstStyle/>
          <a:p>
            <a:pPr lvl="0">
              <a:defRPr/>
            </a:pPr>
            <a:r>
              <a:rPr lang="en-US" sz="1400">
                <a:solidFill>
                  <a:prstClr val="black"/>
                </a:solidFill>
              </a:rPr>
              <a:t>The most direct choice for the link function </a:t>
            </a:r>
            <a:r>
              <a:rPr lang="en-US" sz="1400" i="1">
                <a:solidFill>
                  <a:prstClr val="black"/>
                </a:solidFill>
              </a:rPr>
              <a:t>F</a:t>
            </a:r>
            <a:r>
              <a:rPr lang="en-US" sz="1400">
                <a:solidFill>
                  <a:prstClr val="black"/>
                </a:solidFill>
              </a:rPr>
              <a:t> is the identity function:</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9" name="Group 8" descr="\documentclass{article}&#10;\usepackage{amsmath}&#10;\usepackage{amsfonts}&#10;\pagestyle{empty}&#10;\begin{document}&#10;&#10;&#10;\[&#10;\mu_n = \eta_n = \alpha + \beta^\top x_n&#10;\]&#10;&#10;&#10;&#10;&#10;&#10;\end{document}" title="IguanaTex Shape Display">
            <a:extLst>
              <a:ext uri="{FF2B5EF4-FFF2-40B4-BE49-F238E27FC236}">
                <a16:creationId xmlns:a16="http://schemas.microsoft.com/office/drawing/2014/main" id="{B09696ED-7494-4DAA-ABDD-CF80EDBCC67F}"/>
              </a:ext>
            </a:extLst>
          </p:cNvPr>
          <p:cNvGrpSpPr>
            <a:grpSpLocks noChangeAspect="1"/>
          </p:cNvGrpSpPr>
          <p:nvPr>
            <p:custDataLst>
              <p:tags r:id="rId1"/>
            </p:custDataLst>
          </p:nvPr>
        </p:nvGrpSpPr>
        <p:grpSpPr>
          <a:xfrm>
            <a:off x="2187393" y="2470599"/>
            <a:ext cx="2144649" cy="268953"/>
            <a:chOff x="6620555" y="4615361"/>
            <a:chExt cx="2144649" cy="268953"/>
          </a:xfrm>
        </p:grpSpPr>
        <p:sp>
          <p:nvSpPr>
            <p:cNvPr id="11" name="Freeform: Shape 10">
              <a:extLst>
                <a:ext uri="{FF2B5EF4-FFF2-40B4-BE49-F238E27FC236}">
                  <a16:creationId xmlns:a16="http://schemas.microsoft.com/office/drawing/2014/main" id="{F2B8EFF7-8408-D695-44DD-59A015CCB3BD}"/>
                </a:ext>
              </a:extLst>
            </p:cNvPr>
            <p:cNvSpPr/>
            <p:nvPr>
              <p:custDataLst>
                <p:tags r:id="rId14"/>
              </p:custDataLst>
            </p:nvPr>
          </p:nvSpPr>
          <p:spPr>
            <a:xfrm>
              <a:off x="6620555" y="4725552"/>
              <a:ext cx="128932" cy="158762"/>
            </a:xfrm>
            <a:custGeom>
              <a:avLst/>
              <a:gdLst>
                <a:gd name="connsiteX0" fmla="*/ 48003 w 128932"/>
                <a:gd name="connsiteY0" fmla="*/ 22031 h 158762"/>
                <a:gd name="connsiteX1" fmla="*/ 51571 w 128932"/>
                <a:gd name="connsiteY1" fmla="*/ 6589 h 158762"/>
                <a:gd name="connsiteX2" fmla="*/ 44672 w 128932"/>
                <a:gd name="connsiteY2" fmla="*/ 75 h 158762"/>
                <a:gd name="connsiteX3" fmla="*/ 35157 w 128932"/>
                <a:gd name="connsiteY3" fmla="*/ 8761 h 158762"/>
                <a:gd name="connsiteX4" fmla="*/ 902 w 128932"/>
                <a:gd name="connsiteY4" fmla="*/ 148462 h 158762"/>
                <a:gd name="connsiteX5" fmla="*/ 188 w 128932"/>
                <a:gd name="connsiteY5" fmla="*/ 152322 h 158762"/>
                <a:gd name="connsiteX6" fmla="*/ 6849 w 128932"/>
                <a:gd name="connsiteY6" fmla="*/ 158837 h 158762"/>
                <a:gd name="connsiteX7" fmla="*/ 15175 w 128932"/>
                <a:gd name="connsiteY7" fmla="*/ 153770 h 158762"/>
                <a:gd name="connsiteX8" fmla="*/ 28258 w 128932"/>
                <a:gd name="connsiteY8" fmla="*/ 101895 h 158762"/>
                <a:gd name="connsiteX9" fmla="*/ 51333 w 128932"/>
                <a:gd name="connsiteY9" fmla="*/ 109374 h 158762"/>
                <a:gd name="connsiteX10" fmla="*/ 82972 w 128932"/>
                <a:gd name="connsiteY10" fmla="*/ 91761 h 158762"/>
                <a:gd name="connsiteX11" fmla="*/ 104381 w 128932"/>
                <a:gd name="connsiteY11" fmla="*/ 109374 h 158762"/>
                <a:gd name="connsiteX12" fmla="*/ 121985 w 128932"/>
                <a:gd name="connsiteY12" fmla="*/ 96104 h 158762"/>
                <a:gd name="connsiteX13" fmla="*/ 129121 w 128932"/>
                <a:gd name="connsiteY13" fmla="*/ 72217 h 158762"/>
                <a:gd name="connsiteX14" fmla="*/ 126266 w 128932"/>
                <a:gd name="connsiteY14" fmla="*/ 69805 h 158762"/>
                <a:gd name="connsiteX15" fmla="*/ 122936 w 128932"/>
                <a:gd name="connsiteY15" fmla="*/ 74148 h 158762"/>
                <a:gd name="connsiteX16" fmla="*/ 104857 w 128932"/>
                <a:gd name="connsiteY16" fmla="*/ 104066 h 158762"/>
                <a:gd name="connsiteX17" fmla="*/ 97720 w 128932"/>
                <a:gd name="connsiteY17" fmla="*/ 92967 h 158762"/>
                <a:gd name="connsiteX18" fmla="*/ 102478 w 128932"/>
                <a:gd name="connsiteY18" fmla="*/ 67874 h 158762"/>
                <a:gd name="connsiteX19" fmla="*/ 109139 w 128932"/>
                <a:gd name="connsiteY19" fmla="*/ 41816 h 158762"/>
                <a:gd name="connsiteX20" fmla="*/ 113183 w 128932"/>
                <a:gd name="connsiteY20" fmla="*/ 25409 h 158762"/>
                <a:gd name="connsiteX21" fmla="*/ 116751 w 128932"/>
                <a:gd name="connsiteY21" fmla="*/ 9243 h 158762"/>
                <a:gd name="connsiteX22" fmla="*/ 109852 w 128932"/>
                <a:gd name="connsiteY22" fmla="*/ 2729 h 158762"/>
                <a:gd name="connsiteX23" fmla="*/ 100575 w 128932"/>
                <a:gd name="connsiteY23" fmla="*/ 11174 h 158762"/>
                <a:gd name="connsiteX24" fmla="*/ 89395 w 128932"/>
                <a:gd name="connsiteY24" fmla="*/ 56293 h 158762"/>
                <a:gd name="connsiteX25" fmla="*/ 83210 w 128932"/>
                <a:gd name="connsiteY25" fmla="*/ 80903 h 158762"/>
                <a:gd name="connsiteX26" fmla="*/ 52285 w 128932"/>
                <a:gd name="connsiteY26" fmla="*/ 104066 h 158762"/>
                <a:gd name="connsiteX27" fmla="*/ 34681 w 128932"/>
                <a:gd name="connsiteY27" fmla="*/ 83075 h 158762"/>
                <a:gd name="connsiteX28" fmla="*/ 38012 w 128932"/>
                <a:gd name="connsiteY28" fmla="*/ 62566 h 158762"/>
                <a:gd name="connsiteX29" fmla="*/ 48003 w 128932"/>
                <a:gd name="connsiteY29" fmla="*/ 22031 h 15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8932" h="158762">
                  <a:moveTo>
                    <a:pt x="48003" y="22031"/>
                  </a:moveTo>
                  <a:cubicBezTo>
                    <a:pt x="49192" y="16964"/>
                    <a:pt x="51571" y="7796"/>
                    <a:pt x="51571" y="6589"/>
                  </a:cubicBezTo>
                  <a:cubicBezTo>
                    <a:pt x="51571" y="2488"/>
                    <a:pt x="48716" y="75"/>
                    <a:pt x="44672" y="75"/>
                  </a:cubicBezTo>
                  <a:cubicBezTo>
                    <a:pt x="43959" y="75"/>
                    <a:pt x="37298" y="316"/>
                    <a:pt x="35157" y="8761"/>
                  </a:cubicBezTo>
                  <a:lnTo>
                    <a:pt x="902" y="148462"/>
                  </a:lnTo>
                  <a:cubicBezTo>
                    <a:pt x="188" y="151357"/>
                    <a:pt x="188" y="151840"/>
                    <a:pt x="188" y="152322"/>
                  </a:cubicBezTo>
                  <a:cubicBezTo>
                    <a:pt x="188" y="155941"/>
                    <a:pt x="2805" y="158837"/>
                    <a:pt x="6849" y="158837"/>
                  </a:cubicBezTo>
                  <a:cubicBezTo>
                    <a:pt x="11844" y="158837"/>
                    <a:pt x="14699" y="154494"/>
                    <a:pt x="15175" y="153770"/>
                  </a:cubicBezTo>
                  <a:cubicBezTo>
                    <a:pt x="16126" y="151598"/>
                    <a:pt x="19219" y="139052"/>
                    <a:pt x="28258" y="101895"/>
                  </a:cubicBezTo>
                  <a:cubicBezTo>
                    <a:pt x="35871" y="108409"/>
                    <a:pt x="46575" y="109374"/>
                    <a:pt x="51333" y="109374"/>
                  </a:cubicBezTo>
                  <a:cubicBezTo>
                    <a:pt x="67985" y="109374"/>
                    <a:pt x="77262" y="98517"/>
                    <a:pt x="82972" y="91761"/>
                  </a:cubicBezTo>
                  <a:cubicBezTo>
                    <a:pt x="85113" y="102619"/>
                    <a:pt x="93914" y="109374"/>
                    <a:pt x="104381" y="109374"/>
                  </a:cubicBezTo>
                  <a:cubicBezTo>
                    <a:pt x="112707" y="109374"/>
                    <a:pt x="118178" y="103825"/>
                    <a:pt x="121985" y="96104"/>
                  </a:cubicBezTo>
                  <a:cubicBezTo>
                    <a:pt x="126029" y="87418"/>
                    <a:pt x="129121" y="72700"/>
                    <a:pt x="129121" y="72217"/>
                  </a:cubicBezTo>
                  <a:cubicBezTo>
                    <a:pt x="129121" y="69805"/>
                    <a:pt x="126980" y="69805"/>
                    <a:pt x="126266" y="69805"/>
                  </a:cubicBezTo>
                  <a:cubicBezTo>
                    <a:pt x="123888" y="69805"/>
                    <a:pt x="123650" y="70770"/>
                    <a:pt x="122936" y="74148"/>
                  </a:cubicBezTo>
                  <a:cubicBezTo>
                    <a:pt x="118892" y="89831"/>
                    <a:pt x="114610" y="104066"/>
                    <a:pt x="104857" y="104066"/>
                  </a:cubicBezTo>
                  <a:cubicBezTo>
                    <a:pt x="98434" y="104066"/>
                    <a:pt x="97720" y="97793"/>
                    <a:pt x="97720" y="92967"/>
                  </a:cubicBezTo>
                  <a:cubicBezTo>
                    <a:pt x="97720" y="87659"/>
                    <a:pt x="100575" y="76319"/>
                    <a:pt x="102478" y="67874"/>
                  </a:cubicBezTo>
                  <a:lnTo>
                    <a:pt x="109139" y="41816"/>
                  </a:lnTo>
                  <a:cubicBezTo>
                    <a:pt x="109852" y="38197"/>
                    <a:pt x="112231" y="29028"/>
                    <a:pt x="113183" y="25409"/>
                  </a:cubicBezTo>
                  <a:cubicBezTo>
                    <a:pt x="114372" y="19860"/>
                    <a:pt x="116751" y="10691"/>
                    <a:pt x="116751" y="9243"/>
                  </a:cubicBezTo>
                  <a:cubicBezTo>
                    <a:pt x="116751" y="4900"/>
                    <a:pt x="113421" y="2729"/>
                    <a:pt x="109852" y="2729"/>
                  </a:cubicBezTo>
                  <a:cubicBezTo>
                    <a:pt x="108663" y="2729"/>
                    <a:pt x="102478" y="2970"/>
                    <a:pt x="100575" y="11174"/>
                  </a:cubicBezTo>
                  <a:lnTo>
                    <a:pt x="89395" y="56293"/>
                  </a:lnTo>
                  <a:cubicBezTo>
                    <a:pt x="86540" y="68357"/>
                    <a:pt x="83923" y="78491"/>
                    <a:pt x="83210" y="80903"/>
                  </a:cubicBezTo>
                  <a:cubicBezTo>
                    <a:pt x="82972" y="82110"/>
                    <a:pt x="71553" y="104066"/>
                    <a:pt x="52285" y="104066"/>
                  </a:cubicBezTo>
                  <a:cubicBezTo>
                    <a:pt x="40390" y="104066"/>
                    <a:pt x="34681" y="96104"/>
                    <a:pt x="34681" y="83075"/>
                  </a:cubicBezTo>
                  <a:cubicBezTo>
                    <a:pt x="34681" y="76078"/>
                    <a:pt x="36346" y="69322"/>
                    <a:pt x="38012" y="62566"/>
                  </a:cubicBezTo>
                  <a:lnTo>
                    <a:pt x="48003" y="2203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 name="Freeform: Shape 11">
              <a:extLst>
                <a:ext uri="{FF2B5EF4-FFF2-40B4-BE49-F238E27FC236}">
                  <a16:creationId xmlns:a16="http://schemas.microsoft.com/office/drawing/2014/main" id="{CFCA5A81-BB0C-AC72-C8B5-11F7B252C8B1}"/>
                </a:ext>
              </a:extLst>
            </p:cNvPr>
            <p:cNvSpPr/>
            <p:nvPr>
              <p:custDataLst>
                <p:tags r:id="rId15"/>
              </p:custDataLst>
            </p:nvPr>
          </p:nvSpPr>
          <p:spPr>
            <a:xfrm>
              <a:off x="6764581" y="4793906"/>
              <a:ext cx="101742" cy="76172"/>
            </a:xfrm>
            <a:custGeom>
              <a:avLst/>
              <a:gdLst>
                <a:gd name="connsiteX0" fmla="*/ 12683 w 101742"/>
                <a:gd name="connsiteY0" fmla="*/ 63919 h 76172"/>
                <a:gd name="connsiteX1" fmla="*/ 11018 w 101742"/>
                <a:gd name="connsiteY1" fmla="*/ 70844 h 76172"/>
                <a:gd name="connsiteX2" fmla="*/ 16679 w 101742"/>
                <a:gd name="connsiteY2" fmla="*/ 76248 h 76172"/>
                <a:gd name="connsiteX3" fmla="*/ 23174 w 101742"/>
                <a:gd name="connsiteY3" fmla="*/ 72533 h 76172"/>
                <a:gd name="connsiteX4" fmla="*/ 26171 w 101742"/>
                <a:gd name="connsiteY4" fmla="*/ 62061 h 76172"/>
                <a:gd name="connsiteX5" fmla="*/ 29834 w 101742"/>
                <a:gd name="connsiteY5" fmla="*/ 46860 h 76172"/>
                <a:gd name="connsiteX6" fmla="*/ 32665 w 101742"/>
                <a:gd name="connsiteY6" fmla="*/ 35544 h 76172"/>
                <a:gd name="connsiteX7" fmla="*/ 39659 w 101742"/>
                <a:gd name="connsiteY7" fmla="*/ 20344 h 76172"/>
                <a:gd name="connsiteX8" fmla="*/ 64637 w 101742"/>
                <a:gd name="connsiteY8" fmla="*/ 4805 h 76172"/>
                <a:gd name="connsiteX9" fmla="*/ 74461 w 101742"/>
                <a:gd name="connsiteY9" fmla="*/ 16628 h 76172"/>
                <a:gd name="connsiteX10" fmla="*/ 64637 w 101742"/>
                <a:gd name="connsiteY10" fmla="*/ 52603 h 76172"/>
                <a:gd name="connsiteX11" fmla="*/ 62139 w 101742"/>
                <a:gd name="connsiteY11" fmla="*/ 61723 h 76172"/>
                <a:gd name="connsiteX12" fmla="*/ 77958 w 101742"/>
                <a:gd name="connsiteY12" fmla="*/ 76248 h 76172"/>
                <a:gd name="connsiteX13" fmla="*/ 101937 w 101742"/>
                <a:gd name="connsiteY13" fmla="*/ 50407 h 76172"/>
                <a:gd name="connsiteX14" fmla="*/ 99273 w 101742"/>
                <a:gd name="connsiteY14" fmla="*/ 48212 h 76172"/>
                <a:gd name="connsiteX15" fmla="*/ 96109 w 101742"/>
                <a:gd name="connsiteY15" fmla="*/ 51083 h 76172"/>
                <a:gd name="connsiteX16" fmla="*/ 78458 w 101742"/>
                <a:gd name="connsiteY16" fmla="*/ 71519 h 76172"/>
                <a:gd name="connsiteX17" fmla="*/ 74295 w 101742"/>
                <a:gd name="connsiteY17" fmla="*/ 65608 h 76172"/>
                <a:gd name="connsiteX18" fmla="*/ 78125 w 101742"/>
                <a:gd name="connsiteY18" fmla="*/ 51927 h 76172"/>
                <a:gd name="connsiteX19" fmla="*/ 86950 w 101742"/>
                <a:gd name="connsiteY19" fmla="*/ 19330 h 76172"/>
                <a:gd name="connsiteX20" fmla="*/ 65303 w 101742"/>
                <a:gd name="connsiteY20" fmla="*/ 76 h 76172"/>
                <a:gd name="connsiteX21" fmla="*/ 37161 w 101742"/>
                <a:gd name="connsiteY21" fmla="*/ 15446 h 76172"/>
                <a:gd name="connsiteX22" fmla="*/ 19344 w 101742"/>
                <a:gd name="connsiteY22" fmla="*/ 76 h 76172"/>
                <a:gd name="connsiteX23" fmla="*/ 6189 w 101742"/>
                <a:gd name="connsiteY23" fmla="*/ 9197 h 76172"/>
                <a:gd name="connsiteX24" fmla="*/ 194 w 101742"/>
                <a:gd name="connsiteY24" fmla="*/ 25917 h 76172"/>
                <a:gd name="connsiteX25" fmla="*/ 3025 w 101742"/>
                <a:gd name="connsiteY25" fmla="*/ 28113 h 76172"/>
                <a:gd name="connsiteX26" fmla="*/ 6688 w 101742"/>
                <a:gd name="connsiteY26" fmla="*/ 23046 h 76172"/>
                <a:gd name="connsiteX27" fmla="*/ 18844 w 101742"/>
                <a:gd name="connsiteY27" fmla="*/ 4805 h 76172"/>
                <a:gd name="connsiteX28" fmla="*/ 24339 w 101742"/>
                <a:gd name="connsiteY28" fmla="*/ 13081 h 76172"/>
                <a:gd name="connsiteX29" fmla="*/ 21675 w 101742"/>
                <a:gd name="connsiteY29" fmla="*/ 27100 h 76172"/>
                <a:gd name="connsiteX30" fmla="*/ 18012 w 101742"/>
                <a:gd name="connsiteY30" fmla="*/ 42300 h 76172"/>
                <a:gd name="connsiteX31" fmla="*/ 12683 w 101742"/>
                <a:gd name="connsiteY31" fmla="*/ 63919 h 76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742" h="76172">
                  <a:moveTo>
                    <a:pt x="12683" y="63919"/>
                  </a:moveTo>
                  <a:cubicBezTo>
                    <a:pt x="12017" y="66114"/>
                    <a:pt x="11018" y="70337"/>
                    <a:pt x="11018" y="70844"/>
                  </a:cubicBezTo>
                  <a:cubicBezTo>
                    <a:pt x="11018" y="74559"/>
                    <a:pt x="14015" y="76248"/>
                    <a:pt x="16679" y="76248"/>
                  </a:cubicBezTo>
                  <a:cubicBezTo>
                    <a:pt x="19677" y="76248"/>
                    <a:pt x="22341" y="74053"/>
                    <a:pt x="23174" y="72533"/>
                  </a:cubicBezTo>
                  <a:cubicBezTo>
                    <a:pt x="24006" y="71012"/>
                    <a:pt x="25338" y="65608"/>
                    <a:pt x="26171" y="62061"/>
                  </a:cubicBezTo>
                  <a:cubicBezTo>
                    <a:pt x="27004" y="58852"/>
                    <a:pt x="28835" y="51083"/>
                    <a:pt x="29834" y="46860"/>
                  </a:cubicBezTo>
                  <a:cubicBezTo>
                    <a:pt x="30834" y="43145"/>
                    <a:pt x="31833" y="39429"/>
                    <a:pt x="32665" y="35544"/>
                  </a:cubicBezTo>
                  <a:cubicBezTo>
                    <a:pt x="34497" y="28620"/>
                    <a:pt x="34830" y="27268"/>
                    <a:pt x="39659" y="20344"/>
                  </a:cubicBezTo>
                  <a:cubicBezTo>
                    <a:pt x="44322" y="13588"/>
                    <a:pt x="52148" y="4805"/>
                    <a:pt x="64637" y="4805"/>
                  </a:cubicBezTo>
                  <a:cubicBezTo>
                    <a:pt x="74295" y="4805"/>
                    <a:pt x="74461" y="13419"/>
                    <a:pt x="74461" y="16628"/>
                  </a:cubicBezTo>
                  <a:cubicBezTo>
                    <a:pt x="74461" y="26762"/>
                    <a:pt x="67301" y="45509"/>
                    <a:pt x="64637" y="52603"/>
                  </a:cubicBezTo>
                  <a:cubicBezTo>
                    <a:pt x="62805" y="57332"/>
                    <a:pt x="62139" y="58852"/>
                    <a:pt x="62139" y="61723"/>
                  </a:cubicBezTo>
                  <a:cubicBezTo>
                    <a:pt x="62139" y="70675"/>
                    <a:pt x="69466" y="76248"/>
                    <a:pt x="77958" y="76248"/>
                  </a:cubicBezTo>
                  <a:cubicBezTo>
                    <a:pt x="94610" y="76248"/>
                    <a:pt x="101937" y="52941"/>
                    <a:pt x="101937" y="50407"/>
                  </a:cubicBezTo>
                  <a:cubicBezTo>
                    <a:pt x="101937" y="48212"/>
                    <a:pt x="99772" y="48212"/>
                    <a:pt x="99273" y="48212"/>
                  </a:cubicBezTo>
                  <a:cubicBezTo>
                    <a:pt x="96941" y="48212"/>
                    <a:pt x="96775" y="49225"/>
                    <a:pt x="96109" y="51083"/>
                  </a:cubicBezTo>
                  <a:cubicBezTo>
                    <a:pt x="92279" y="64594"/>
                    <a:pt x="85119" y="71519"/>
                    <a:pt x="78458" y="71519"/>
                  </a:cubicBezTo>
                  <a:cubicBezTo>
                    <a:pt x="74961" y="71519"/>
                    <a:pt x="74295" y="69155"/>
                    <a:pt x="74295" y="65608"/>
                  </a:cubicBezTo>
                  <a:cubicBezTo>
                    <a:pt x="74295" y="61723"/>
                    <a:pt x="75127" y="59528"/>
                    <a:pt x="78125" y="51927"/>
                  </a:cubicBezTo>
                  <a:cubicBezTo>
                    <a:pt x="80123" y="46691"/>
                    <a:pt x="86950" y="28789"/>
                    <a:pt x="86950" y="19330"/>
                  </a:cubicBezTo>
                  <a:cubicBezTo>
                    <a:pt x="86950" y="2947"/>
                    <a:pt x="74128" y="76"/>
                    <a:pt x="65303" y="76"/>
                  </a:cubicBezTo>
                  <a:cubicBezTo>
                    <a:pt x="51482" y="76"/>
                    <a:pt x="42157" y="8690"/>
                    <a:pt x="37161" y="15446"/>
                  </a:cubicBezTo>
                  <a:cubicBezTo>
                    <a:pt x="35996" y="3792"/>
                    <a:pt x="26171" y="76"/>
                    <a:pt x="19344" y="76"/>
                  </a:cubicBezTo>
                  <a:cubicBezTo>
                    <a:pt x="12183" y="76"/>
                    <a:pt x="8354" y="5312"/>
                    <a:pt x="6189" y="9197"/>
                  </a:cubicBezTo>
                  <a:cubicBezTo>
                    <a:pt x="2525" y="15446"/>
                    <a:pt x="194" y="25073"/>
                    <a:pt x="194" y="25917"/>
                  </a:cubicBezTo>
                  <a:cubicBezTo>
                    <a:pt x="194" y="28113"/>
                    <a:pt x="2525" y="28113"/>
                    <a:pt x="3025" y="28113"/>
                  </a:cubicBezTo>
                  <a:cubicBezTo>
                    <a:pt x="5356" y="28113"/>
                    <a:pt x="5523" y="27606"/>
                    <a:pt x="6688" y="23046"/>
                  </a:cubicBezTo>
                  <a:cubicBezTo>
                    <a:pt x="9186" y="13081"/>
                    <a:pt x="12350" y="4805"/>
                    <a:pt x="18844" y="4805"/>
                  </a:cubicBezTo>
                  <a:cubicBezTo>
                    <a:pt x="23174" y="4805"/>
                    <a:pt x="24339" y="8521"/>
                    <a:pt x="24339" y="13081"/>
                  </a:cubicBezTo>
                  <a:cubicBezTo>
                    <a:pt x="24339" y="16290"/>
                    <a:pt x="22841" y="22539"/>
                    <a:pt x="21675" y="27100"/>
                  </a:cubicBezTo>
                  <a:cubicBezTo>
                    <a:pt x="20509" y="31660"/>
                    <a:pt x="18844" y="38584"/>
                    <a:pt x="18012" y="42300"/>
                  </a:cubicBezTo>
                  <a:lnTo>
                    <a:pt x="12683" y="639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 name="Freeform: Shape 12">
              <a:extLst>
                <a:ext uri="{FF2B5EF4-FFF2-40B4-BE49-F238E27FC236}">
                  <a16:creationId xmlns:a16="http://schemas.microsoft.com/office/drawing/2014/main" id="{44AE16CF-16D6-4BC5-E0F8-8F3CF678A749}"/>
                </a:ext>
              </a:extLst>
            </p:cNvPr>
            <p:cNvSpPr/>
            <p:nvPr>
              <p:custDataLst>
                <p:tags r:id="rId16"/>
              </p:custDataLst>
            </p:nvPr>
          </p:nvSpPr>
          <p:spPr>
            <a:xfrm>
              <a:off x="6965641" y="4743648"/>
              <a:ext cx="158192" cy="56459"/>
            </a:xfrm>
            <a:custGeom>
              <a:avLst/>
              <a:gdLst>
                <a:gd name="connsiteX0" fmla="*/ 150307 w 158192"/>
                <a:gd name="connsiteY0" fmla="*/ 9726 h 56459"/>
                <a:gd name="connsiteX1" fmla="*/ 158395 w 158192"/>
                <a:gd name="connsiteY1" fmla="*/ 4900 h 56459"/>
                <a:gd name="connsiteX2" fmla="*/ 150545 w 158192"/>
                <a:gd name="connsiteY2" fmla="*/ 75 h 56459"/>
                <a:gd name="connsiteX3" fmla="*/ 8052 w 158192"/>
                <a:gd name="connsiteY3" fmla="*/ 75 h 56459"/>
                <a:gd name="connsiteX4" fmla="*/ 202 w 158192"/>
                <a:gd name="connsiteY4" fmla="*/ 4900 h 56459"/>
                <a:gd name="connsiteX5" fmla="*/ 8290 w 158192"/>
                <a:gd name="connsiteY5" fmla="*/ 9726 h 56459"/>
                <a:gd name="connsiteX6" fmla="*/ 150307 w 158192"/>
                <a:gd name="connsiteY6" fmla="*/ 9726 h 56459"/>
                <a:gd name="connsiteX7" fmla="*/ 150545 w 158192"/>
                <a:gd name="connsiteY7" fmla="*/ 56534 h 56459"/>
                <a:gd name="connsiteX8" fmla="*/ 158395 w 158192"/>
                <a:gd name="connsiteY8" fmla="*/ 51709 h 56459"/>
                <a:gd name="connsiteX9" fmla="*/ 150307 w 158192"/>
                <a:gd name="connsiteY9" fmla="*/ 46883 h 56459"/>
                <a:gd name="connsiteX10" fmla="*/ 8290 w 158192"/>
                <a:gd name="connsiteY10" fmla="*/ 46883 h 56459"/>
                <a:gd name="connsiteX11" fmla="*/ 202 w 158192"/>
                <a:gd name="connsiteY11" fmla="*/ 51709 h 56459"/>
                <a:gd name="connsiteX12" fmla="*/ 8052 w 158192"/>
                <a:gd name="connsiteY12" fmla="*/ 56534 h 56459"/>
                <a:gd name="connsiteX13" fmla="*/ 150545 w 158192"/>
                <a:gd name="connsiteY13" fmla="*/ 56534 h 5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8192" h="56459">
                  <a:moveTo>
                    <a:pt x="150307" y="9726"/>
                  </a:moveTo>
                  <a:cubicBezTo>
                    <a:pt x="153875" y="9726"/>
                    <a:pt x="158395" y="9726"/>
                    <a:pt x="158395" y="4900"/>
                  </a:cubicBezTo>
                  <a:cubicBezTo>
                    <a:pt x="158395" y="75"/>
                    <a:pt x="153875" y="75"/>
                    <a:pt x="150545" y="75"/>
                  </a:cubicBezTo>
                  <a:lnTo>
                    <a:pt x="8052" y="75"/>
                  </a:lnTo>
                  <a:cubicBezTo>
                    <a:pt x="4722" y="75"/>
                    <a:pt x="202" y="75"/>
                    <a:pt x="202" y="4900"/>
                  </a:cubicBezTo>
                  <a:cubicBezTo>
                    <a:pt x="202" y="9726"/>
                    <a:pt x="4722" y="9726"/>
                    <a:pt x="8290" y="9726"/>
                  </a:cubicBezTo>
                  <a:lnTo>
                    <a:pt x="150307" y="9726"/>
                  </a:lnTo>
                  <a:close/>
                  <a:moveTo>
                    <a:pt x="150545" y="56534"/>
                  </a:moveTo>
                  <a:cubicBezTo>
                    <a:pt x="153875" y="56534"/>
                    <a:pt x="158395" y="56534"/>
                    <a:pt x="158395" y="51709"/>
                  </a:cubicBezTo>
                  <a:cubicBezTo>
                    <a:pt x="158395" y="46883"/>
                    <a:pt x="153875" y="46883"/>
                    <a:pt x="150307" y="46883"/>
                  </a:cubicBezTo>
                  <a:lnTo>
                    <a:pt x="8290" y="46883"/>
                  </a:lnTo>
                  <a:cubicBezTo>
                    <a:pt x="4722" y="46883"/>
                    <a:pt x="202" y="46883"/>
                    <a:pt x="202" y="51709"/>
                  </a:cubicBezTo>
                  <a:cubicBezTo>
                    <a:pt x="202" y="56534"/>
                    <a:pt x="4722" y="56534"/>
                    <a:pt x="8052" y="56534"/>
                  </a:cubicBezTo>
                  <a:lnTo>
                    <a:pt x="150545" y="5653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 name="Freeform: Shape 13">
              <a:extLst>
                <a:ext uri="{FF2B5EF4-FFF2-40B4-BE49-F238E27FC236}">
                  <a16:creationId xmlns:a16="http://schemas.microsoft.com/office/drawing/2014/main" id="{795292C6-D2A0-07A0-4D2A-58771F585163}"/>
                </a:ext>
              </a:extLst>
            </p:cNvPr>
            <p:cNvSpPr/>
            <p:nvPr>
              <p:custDataLst>
                <p:tags r:id="rId17"/>
              </p:custDataLst>
            </p:nvPr>
          </p:nvSpPr>
          <p:spPr>
            <a:xfrm>
              <a:off x="7210317" y="4725552"/>
              <a:ext cx="111091" cy="158762"/>
            </a:xfrm>
            <a:custGeom>
              <a:avLst/>
              <a:gdLst>
                <a:gd name="connsiteX0" fmla="*/ 109401 w 111091"/>
                <a:gd name="connsiteY0" fmla="*/ 39886 h 158762"/>
                <a:gd name="connsiteX1" fmla="*/ 111304 w 111091"/>
                <a:gd name="connsiteY1" fmla="*/ 25892 h 158762"/>
                <a:gd name="connsiteX2" fmla="*/ 83948 w 111091"/>
                <a:gd name="connsiteY2" fmla="*/ 75 h 158762"/>
                <a:gd name="connsiteX3" fmla="*/ 47076 w 111091"/>
                <a:gd name="connsiteY3" fmla="*/ 21066 h 158762"/>
                <a:gd name="connsiteX4" fmla="*/ 25191 w 111091"/>
                <a:gd name="connsiteY4" fmla="*/ 75 h 158762"/>
                <a:gd name="connsiteX5" fmla="*/ 7587 w 111091"/>
                <a:gd name="connsiteY5" fmla="*/ 13828 h 158762"/>
                <a:gd name="connsiteX6" fmla="*/ 213 w 111091"/>
                <a:gd name="connsiteY6" fmla="*/ 37232 h 158762"/>
                <a:gd name="connsiteX7" fmla="*/ 3067 w 111091"/>
                <a:gd name="connsiteY7" fmla="*/ 39645 h 158762"/>
                <a:gd name="connsiteX8" fmla="*/ 7111 w 111091"/>
                <a:gd name="connsiteY8" fmla="*/ 34095 h 158762"/>
                <a:gd name="connsiteX9" fmla="*/ 24477 w 111091"/>
                <a:gd name="connsiteY9" fmla="*/ 5383 h 158762"/>
                <a:gd name="connsiteX10" fmla="*/ 31851 w 111091"/>
                <a:gd name="connsiteY10" fmla="*/ 16482 h 158762"/>
                <a:gd name="connsiteX11" fmla="*/ 28045 w 111091"/>
                <a:gd name="connsiteY11" fmla="*/ 36749 h 158762"/>
                <a:gd name="connsiteX12" fmla="*/ 14248 w 111091"/>
                <a:gd name="connsiteY12" fmla="*/ 92485 h 158762"/>
                <a:gd name="connsiteX13" fmla="*/ 12107 w 111091"/>
                <a:gd name="connsiteY13" fmla="*/ 102860 h 158762"/>
                <a:gd name="connsiteX14" fmla="*/ 19006 w 111091"/>
                <a:gd name="connsiteY14" fmla="*/ 109374 h 158762"/>
                <a:gd name="connsiteX15" fmla="*/ 27807 w 111091"/>
                <a:gd name="connsiteY15" fmla="*/ 102619 h 158762"/>
                <a:gd name="connsiteX16" fmla="*/ 32327 w 111091"/>
                <a:gd name="connsiteY16" fmla="*/ 84764 h 158762"/>
                <a:gd name="connsiteX17" fmla="*/ 37561 w 111091"/>
                <a:gd name="connsiteY17" fmla="*/ 63049 h 158762"/>
                <a:gd name="connsiteX18" fmla="*/ 41605 w 111091"/>
                <a:gd name="connsiteY18" fmla="*/ 46883 h 158762"/>
                <a:gd name="connsiteX19" fmla="*/ 44221 w 111091"/>
                <a:gd name="connsiteY19" fmla="*/ 36025 h 158762"/>
                <a:gd name="connsiteX20" fmla="*/ 60397 w 111091"/>
                <a:gd name="connsiteY20" fmla="*/ 13828 h 158762"/>
                <a:gd name="connsiteX21" fmla="*/ 83234 w 111091"/>
                <a:gd name="connsiteY21" fmla="*/ 5383 h 158762"/>
                <a:gd name="connsiteX22" fmla="*/ 96080 w 111091"/>
                <a:gd name="connsiteY22" fmla="*/ 22272 h 158762"/>
                <a:gd name="connsiteX23" fmla="*/ 93701 w 111091"/>
                <a:gd name="connsiteY23" fmla="*/ 37473 h 158762"/>
                <a:gd name="connsiteX24" fmla="*/ 66582 w 111091"/>
                <a:gd name="connsiteY24" fmla="*/ 148462 h 158762"/>
                <a:gd name="connsiteX25" fmla="*/ 65869 w 111091"/>
                <a:gd name="connsiteY25" fmla="*/ 152322 h 158762"/>
                <a:gd name="connsiteX26" fmla="*/ 72529 w 111091"/>
                <a:gd name="connsiteY26" fmla="*/ 158837 h 158762"/>
                <a:gd name="connsiteX27" fmla="*/ 82283 w 111091"/>
                <a:gd name="connsiteY27" fmla="*/ 149186 h 158762"/>
                <a:gd name="connsiteX28" fmla="*/ 109401 w 111091"/>
                <a:gd name="connsiteY28" fmla="*/ 39886 h 15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1091" h="158762">
                  <a:moveTo>
                    <a:pt x="109401" y="39886"/>
                  </a:moveTo>
                  <a:cubicBezTo>
                    <a:pt x="110591" y="35543"/>
                    <a:pt x="111304" y="32406"/>
                    <a:pt x="111304" y="25892"/>
                  </a:cubicBezTo>
                  <a:cubicBezTo>
                    <a:pt x="111304" y="10208"/>
                    <a:pt x="101789" y="75"/>
                    <a:pt x="83948" y="75"/>
                  </a:cubicBezTo>
                  <a:cubicBezTo>
                    <a:pt x="65155" y="75"/>
                    <a:pt x="52785" y="12621"/>
                    <a:pt x="47076" y="21066"/>
                  </a:cubicBezTo>
                  <a:cubicBezTo>
                    <a:pt x="45886" y="7313"/>
                    <a:pt x="35895" y="75"/>
                    <a:pt x="25191" y="75"/>
                  </a:cubicBezTo>
                  <a:cubicBezTo>
                    <a:pt x="14248" y="75"/>
                    <a:pt x="9728" y="9485"/>
                    <a:pt x="7587" y="13828"/>
                  </a:cubicBezTo>
                  <a:cubicBezTo>
                    <a:pt x="3305" y="22031"/>
                    <a:pt x="213" y="36508"/>
                    <a:pt x="213" y="37232"/>
                  </a:cubicBezTo>
                  <a:cubicBezTo>
                    <a:pt x="213" y="39645"/>
                    <a:pt x="2592" y="39645"/>
                    <a:pt x="3067" y="39645"/>
                  </a:cubicBezTo>
                  <a:cubicBezTo>
                    <a:pt x="5446" y="39645"/>
                    <a:pt x="5684" y="39403"/>
                    <a:pt x="7111" y="34095"/>
                  </a:cubicBezTo>
                  <a:cubicBezTo>
                    <a:pt x="11155" y="16964"/>
                    <a:pt x="15913" y="5383"/>
                    <a:pt x="24477" y="5383"/>
                  </a:cubicBezTo>
                  <a:cubicBezTo>
                    <a:pt x="28521" y="5383"/>
                    <a:pt x="31851" y="7313"/>
                    <a:pt x="31851" y="16482"/>
                  </a:cubicBezTo>
                  <a:cubicBezTo>
                    <a:pt x="31851" y="21549"/>
                    <a:pt x="31138" y="24203"/>
                    <a:pt x="28045" y="36749"/>
                  </a:cubicBezTo>
                  <a:lnTo>
                    <a:pt x="14248" y="92485"/>
                  </a:lnTo>
                  <a:cubicBezTo>
                    <a:pt x="13534" y="96104"/>
                    <a:pt x="12107" y="101654"/>
                    <a:pt x="12107" y="102860"/>
                  </a:cubicBezTo>
                  <a:cubicBezTo>
                    <a:pt x="12107" y="107203"/>
                    <a:pt x="15437" y="109374"/>
                    <a:pt x="19006" y="109374"/>
                  </a:cubicBezTo>
                  <a:cubicBezTo>
                    <a:pt x="21860" y="109374"/>
                    <a:pt x="26142" y="107444"/>
                    <a:pt x="27807" y="102619"/>
                  </a:cubicBezTo>
                  <a:cubicBezTo>
                    <a:pt x="28045" y="102136"/>
                    <a:pt x="30900" y="90796"/>
                    <a:pt x="32327" y="84764"/>
                  </a:cubicBezTo>
                  <a:lnTo>
                    <a:pt x="37561" y="63049"/>
                  </a:lnTo>
                  <a:cubicBezTo>
                    <a:pt x="38988" y="57741"/>
                    <a:pt x="40415" y="52432"/>
                    <a:pt x="41605" y="46883"/>
                  </a:cubicBezTo>
                  <a:cubicBezTo>
                    <a:pt x="42080" y="45435"/>
                    <a:pt x="43983" y="37473"/>
                    <a:pt x="44221" y="36025"/>
                  </a:cubicBezTo>
                  <a:cubicBezTo>
                    <a:pt x="44935" y="33854"/>
                    <a:pt x="52309" y="20342"/>
                    <a:pt x="60397" y="13828"/>
                  </a:cubicBezTo>
                  <a:cubicBezTo>
                    <a:pt x="65631" y="9967"/>
                    <a:pt x="73005" y="5383"/>
                    <a:pt x="83234" y="5383"/>
                  </a:cubicBezTo>
                  <a:cubicBezTo>
                    <a:pt x="93463" y="5383"/>
                    <a:pt x="96080" y="13586"/>
                    <a:pt x="96080" y="22272"/>
                  </a:cubicBezTo>
                  <a:cubicBezTo>
                    <a:pt x="96080" y="23479"/>
                    <a:pt x="96080" y="27822"/>
                    <a:pt x="93701" y="37473"/>
                  </a:cubicBezTo>
                  <a:lnTo>
                    <a:pt x="66582" y="148462"/>
                  </a:lnTo>
                  <a:cubicBezTo>
                    <a:pt x="65869" y="151357"/>
                    <a:pt x="65869" y="151840"/>
                    <a:pt x="65869" y="152322"/>
                  </a:cubicBezTo>
                  <a:cubicBezTo>
                    <a:pt x="65869" y="155941"/>
                    <a:pt x="68485" y="158837"/>
                    <a:pt x="72529" y="158837"/>
                  </a:cubicBezTo>
                  <a:cubicBezTo>
                    <a:pt x="79904" y="158837"/>
                    <a:pt x="81569" y="151840"/>
                    <a:pt x="82283" y="149186"/>
                  </a:cubicBezTo>
                  <a:lnTo>
                    <a:pt x="109401" y="3988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 name="Freeform: Shape 14">
              <a:extLst>
                <a:ext uri="{FF2B5EF4-FFF2-40B4-BE49-F238E27FC236}">
                  <a16:creationId xmlns:a16="http://schemas.microsoft.com/office/drawing/2014/main" id="{E97F3459-E584-838D-5FC1-95B9B379D2C6}"/>
                </a:ext>
              </a:extLst>
            </p:cNvPr>
            <p:cNvSpPr/>
            <p:nvPr>
              <p:custDataLst>
                <p:tags r:id="rId18"/>
              </p:custDataLst>
            </p:nvPr>
          </p:nvSpPr>
          <p:spPr>
            <a:xfrm>
              <a:off x="7329361" y="4793906"/>
              <a:ext cx="101742" cy="76172"/>
            </a:xfrm>
            <a:custGeom>
              <a:avLst/>
              <a:gdLst>
                <a:gd name="connsiteX0" fmla="*/ 12707 w 101742"/>
                <a:gd name="connsiteY0" fmla="*/ 63919 h 76172"/>
                <a:gd name="connsiteX1" fmla="*/ 11042 w 101742"/>
                <a:gd name="connsiteY1" fmla="*/ 70844 h 76172"/>
                <a:gd name="connsiteX2" fmla="*/ 16703 w 101742"/>
                <a:gd name="connsiteY2" fmla="*/ 76248 h 76172"/>
                <a:gd name="connsiteX3" fmla="*/ 23197 w 101742"/>
                <a:gd name="connsiteY3" fmla="*/ 72533 h 76172"/>
                <a:gd name="connsiteX4" fmla="*/ 26195 w 101742"/>
                <a:gd name="connsiteY4" fmla="*/ 62061 h 76172"/>
                <a:gd name="connsiteX5" fmla="*/ 29858 w 101742"/>
                <a:gd name="connsiteY5" fmla="*/ 46860 h 76172"/>
                <a:gd name="connsiteX6" fmla="*/ 32689 w 101742"/>
                <a:gd name="connsiteY6" fmla="*/ 35544 h 76172"/>
                <a:gd name="connsiteX7" fmla="*/ 39683 w 101742"/>
                <a:gd name="connsiteY7" fmla="*/ 20344 h 76172"/>
                <a:gd name="connsiteX8" fmla="*/ 64660 w 101742"/>
                <a:gd name="connsiteY8" fmla="*/ 4805 h 76172"/>
                <a:gd name="connsiteX9" fmla="*/ 74485 w 101742"/>
                <a:gd name="connsiteY9" fmla="*/ 16628 h 76172"/>
                <a:gd name="connsiteX10" fmla="*/ 64660 w 101742"/>
                <a:gd name="connsiteY10" fmla="*/ 52603 h 76172"/>
                <a:gd name="connsiteX11" fmla="*/ 62163 w 101742"/>
                <a:gd name="connsiteY11" fmla="*/ 61723 h 76172"/>
                <a:gd name="connsiteX12" fmla="*/ 77982 w 101742"/>
                <a:gd name="connsiteY12" fmla="*/ 76248 h 76172"/>
                <a:gd name="connsiteX13" fmla="*/ 101961 w 101742"/>
                <a:gd name="connsiteY13" fmla="*/ 50407 h 76172"/>
                <a:gd name="connsiteX14" fmla="*/ 99296 w 101742"/>
                <a:gd name="connsiteY14" fmla="*/ 48212 h 76172"/>
                <a:gd name="connsiteX15" fmla="*/ 96132 w 101742"/>
                <a:gd name="connsiteY15" fmla="*/ 51083 h 76172"/>
                <a:gd name="connsiteX16" fmla="*/ 78481 w 101742"/>
                <a:gd name="connsiteY16" fmla="*/ 71519 h 76172"/>
                <a:gd name="connsiteX17" fmla="*/ 74319 w 101742"/>
                <a:gd name="connsiteY17" fmla="*/ 65608 h 76172"/>
                <a:gd name="connsiteX18" fmla="*/ 78148 w 101742"/>
                <a:gd name="connsiteY18" fmla="*/ 51927 h 76172"/>
                <a:gd name="connsiteX19" fmla="*/ 86974 w 101742"/>
                <a:gd name="connsiteY19" fmla="*/ 19330 h 76172"/>
                <a:gd name="connsiteX20" fmla="*/ 65327 w 101742"/>
                <a:gd name="connsiteY20" fmla="*/ 76 h 76172"/>
                <a:gd name="connsiteX21" fmla="*/ 37185 w 101742"/>
                <a:gd name="connsiteY21" fmla="*/ 15446 h 76172"/>
                <a:gd name="connsiteX22" fmla="*/ 19367 w 101742"/>
                <a:gd name="connsiteY22" fmla="*/ 76 h 76172"/>
                <a:gd name="connsiteX23" fmla="*/ 6212 w 101742"/>
                <a:gd name="connsiteY23" fmla="*/ 9197 h 76172"/>
                <a:gd name="connsiteX24" fmla="*/ 218 w 101742"/>
                <a:gd name="connsiteY24" fmla="*/ 25917 h 76172"/>
                <a:gd name="connsiteX25" fmla="*/ 3049 w 101742"/>
                <a:gd name="connsiteY25" fmla="*/ 28113 h 76172"/>
                <a:gd name="connsiteX26" fmla="*/ 6712 w 101742"/>
                <a:gd name="connsiteY26" fmla="*/ 23046 h 76172"/>
                <a:gd name="connsiteX27" fmla="*/ 18868 w 101742"/>
                <a:gd name="connsiteY27" fmla="*/ 4805 h 76172"/>
                <a:gd name="connsiteX28" fmla="*/ 24363 w 101742"/>
                <a:gd name="connsiteY28" fmla="*/ 13081 h 76172"/>
                <a:gd name="connsiteX29" fmla="*/ 21699 w 101742"/>
                <a:gd name="connsiteY29" fmla="*/ 27100 h 76172"/>
                <a:gd name="connsiteX30" fmla="*/ 18035 w 101742"/>
                <a:gd name="connsiteY30" fmla="*/ 42300 h 76172"/>
                <a:gd name="connsiteX31" fmla="*/ 12707 w 101742"/>
                <a:gd name="connsiteY31" fmla="*/ 63919 h 76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742" h="76172">
                  <a:moveTo>
                    <a:pt x="12707" y="63919"/>
                  </a:moveTo>
                  <a:cubicBezTo>
                    <a:pt x="12041" y="66114"/>
                    <a:pt x="11042" y="70337"/>
                    <a:pt x="11042" y="70844"/>
                  </a:cubicBezTo>
                  <a:cubicBezTo>
                    <a:pt x="11042" y="74559"/>
                    <a:pt x="14039" y="76248"/>
                    <a:pt x="16703" y="76248"/>
                  </a:cubicBezTo>
                  <a:cubicBezTo>
                    <a:pt x="19700" y="76248"/>
                    <a:pt x="22365" y="74053"/>
                    <a:pt x="23197" y="72533"/>
                  </a:cubicBezTo>
                  <a:cubicBezTo>
                    <a:pt x="24030" y="71012"/>
                    <a:pt x="25362" y="65608"/>
                    <a:pt x="26195" y="62061"/>
                  </a:cubicBezTo>
                  <a:cubicBezTo>
                    <a:pt x="27027" y="58852"/>
                    <a:pt x="28859" y="51083"/>
                    <a:pt x="29858" y="46860"/>
                  </a:cubicBezTo>
                  <a:cubicBezTo>
                    <a:pt x="30857" y="43145"/>
                    <a:pt x="31856" y="39429"/>
                    <a:pt x="32689" y="35544"/>
                  </a:cubicBezTo>
                  <a:cubicBezTo>
                    <a:pt x="34521" y="28620"/>
                    <a:pt x="34854" y="27268"/>
                    <a:pt x="39683" y="20344"/>
                  </a:cubicBezTo>
                  <a:cubicBezTo>
                    <a:pt x="44345" y="13588"/>
                    <a:pt x="52172" y="4805"/>
                    <a:pt x="64660" y="4805"/>
                  </a:cubicBezTo>
                  <a:cubicBezTo>
                    <a:pt x="74319" y="4805"/>
                    <a:pt x="74485" y="13419"/>
                    <a:pt x="74485" y="16628"/>
                  </a:cubicBezTo>
                  <a:cubicBezTo>
                    <a:pt x="74485" y="26762"/>
                    <a:pt x="67325" y="45509"/>
                    <a:pt x="64660" y="52603"/>
                  </a:cubicBezTo>
                  <a:cubicBezTo>
                    <a:pt x="62829" y="57332"/>
                    <a:pt x="62163" y="58852"/>
                    <a:pt x="62163" y="61723"/>
                  </a:cubicBezTo>
                  <a:cubicBezTo>
                    <a:pt x="62163" y="70675"/>
                    <a:pt x="69490" y="76248"/>
                    <a:pt x="77982" y="76248"/>
                  </a:cubicBezTo>
                  <a:cubicBezTo>
                    <a:pt x="94634" y="76248"/>
                    <a:pt x="101961" y="52941"/>
                    <a:pt x="101961" y="50407"/>
                  </a:cubicBezTo>
                  <a:cubicBezTo>
                    <a:pt x="101961" y="48212"/>
                    <a:pt x="99796" y="48212"/>
                    <a:pt x="99296" y="48212"/>
                  </a:cubicBezTo>
                  <a:cubicBezTo>
                    <a:pt x="96965" y="48212"/>
                    <a:pt x="96799" y="49225"/>
                    <a:pt x="96132" y="51083"/>
                  </a:cubicBezTo>
                  <a:cubicBezTo>
                    <a:pt x="92303" y="64594"/>
                    <a:pt x="85142" y="71519"/>
                    <a:pt x="78481" y="71519"/>
                  </a:cubicBezTo>
                  <a:cubicBezTo>
                    <a:pt x="74985" y="71519"/>
                    <a:pt x="74319" y="69155"/>
                    <a:pt x="74319" y="65608"/>
                  </a:cubicBezTo>
                  <a:cubicBezTo>
                    <a:pt x="74319" y="61723"/>
                    <a:pt x="75151" y="59528"/>
                    <a:pt x="78148" y="51927"/>
                  </a:cubicBezTo>
                  <a:cubicBezTo>
                    <a:pt x="80147" y="46691"/>
                    <a:pt x="86974" y="28789"/>
                    <a:pt x="86974" y="19330"/>
                  </a:cubicBezTo>
                  <a:cubicBezTo>
                    <a:pt x="86974" y="2947"/>
                    <a:pt x="74152" y="76"/>
                    <a:pt x="65327" y="76"/>
                  </a:cubicBezTo>
                  <a:cubicBezTo>
                    <a:pt x="51506" y="76"/>
                    <a:pt x="42180" y="8690"/>
                    <a:pt x="37185" y="15446"/>
                  </a:cubicBezTo>
                  <a:cubicBezTo>
                    <a:pt x="36019" y="3792"/>
                    <a:pt x="26195" y="76"/>
                    <a:pt x="19367" y="76"/>
                  </a:cubicBezTo>
                  <a:cubicBezTo>
                    <a:pt x="12207" y="76"/>
                    <a:pt x="8377" y="5312"/>
                    <a:pt x="6212" y="9197"/>
                  </a:cubicBezTo>
                  <a:cubicBezTo>
                    <a:pt x="2549" y="15446"/>
                    <a:pt x="218" y="25073"/>
                    <a:pt x="218" y="25917"/>
                  </a:cubicBezTo>
                  <a:cubicBezTo>
                    <a:pt x="218" y="28113"/>
                    <a:pt x="2549" y="28113"/>
                    <a:pt x="3049" y="28113"/>
                  </a:cubicBezTo>
                  <a:cubicBezTo>
                    <a:pt x="5380" y="28113"/>
                    <a:pt x="5546" y="27606"/>
                    <a:pt x="6712" y="23046"/>
                  </a:cubicBezTo>
                  <a:cubicBezTo>
                    <a:pt x="9210" y="13081"/>
                    <a:pt x="12374" y="4805"/>
                    <a:pt x="18868" y="4805"/>
                  </a:cubicBezTo>
                  <a:cubicBezTo>
                    <a:pt x="23197" y="4805"/>
                    <a:pt x="24363" y="8521"/>
                    <a:pt x="24363" y="13081"/>
                  </a:cubicBezTo>
                  <a:cubicBezTo>
                    <a:pt x="24363" y="16290"/>
                    <a:pt x="22864" y="22539"/>
                    <a:pt x="21699" y="27100"/>
                  </a:cubicBezTo>
                  <a:cubicBezTo>
                    <a:pt x="20533" y="31660"/>
                    <a:pt x="18868" y="38584"/>
                    <a:pt x="18035" y="42300"/>
                  </a:cubicBezTo>
                  <a:lnTo>
                    <a:pt x="12707" y="639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 name="Freeform: Shape 15">
              <a:extLst>
                <a:ext uri="{FF2B5EF4-FFF2-40B4-BE49-F238E27FC236}">
                  <a16:creationId xmlns:a16="http://schemas.microsoft.com/office/drawing/2014/main" id="{100921CD-B640-7055-740F-AEB6C1E1CC25}"/>
                </a:ext>
              </a:extLst>
            </p:cNvPr>
            <p:cNvSpPr/>
            <p:nvPr>
              <p:custDataLst>
                <p:tags r:id="rId19"/>
              </p:custDataLst>
            </p:nvPr>
          </p:nvSpPr>
          <p:spPr>
            <a:xfrm>
              <a:off x="7530422" y="4743648"/>
              <a:ext cx="158192" cy="56459"/>
            </a:xfrm>
            <a:custGeom>
              <a:avLst/>
              <a:gdLst>
                <a:gd name="connsiteX0" fmla="*/ 150331 w 158192"/>
                <a:gd name="connsiteY0" fmla="*/ 9726 h 56459"/>
                <a:gd name="connsiteX1" fmla="*/ 158419 w 158192"/>
                <a:gd name="connsiteY1" fmla="*/ 4900 h 56459"/>
                <a:gd name="connsiteX2" fmla="*/ 150568 w 158192"/>
                <a:gd name="connsiteY2" fmla="*/ 75 h 56459"/>
                <a:gd name="connsiteX3" fmla="*/ 8076 w 158192"/>
                <a:gd name="connsiteY3" fmla="*/ 75 h 56459"/>
                <a:gd name="connsiteX4" fmla="*/ 226 w 158192"/>
                <a:gd name="connsiteY4" fmla="*/ 4900 h 56459"/>
                <a:gd name="connsiteX5" fmla="*/ 8314 w 158192"/>
                <a:gd name="connsiteY5" fmla="*/ 9726 h 56459"/>
                <a:gd name="connsiteX6" fmla="*/ 150331 w 158192"/>
                <a:gd name="connsiteY6" fmla="*/ 9726 h 56459"/>
                <a:gd name="connsiteX7" fmla="*/ 150568 w 158192"/>
                <a:gd name="connsiteY7" fmla="*/ 56534 h 56459"/>
                <a:gd name="connsiteX8" fmla="*/ 158419 w 158192"/>
                <a:gd name="connsiteY8" fmla="*/ 51709 h 56459"/>
                <a:gd name="connsiteX9" fmla="*/ 150331 w 158192"/>
                <a:gd name="connsiteY9" fmla="*/ 46883 h 56459"/>
                <a:gd name="connsiteX10" fmla="*/ 8314 w 158192"/>
                <a:gd name="connsiteY10" fmla="*/ 46883 h 56459"/>
                <a:gd name="connsiteX11" fmla="*/ 226 w 158192"/>
                <a:gd name="connsiteY11" fmla="*/ 51709 h 56459"/>
                <a:gd name="connsiteX12" fmla="*/ 8076 w 158192"/>
                <a:gd name="connsiteY12" fmla="*/ 56534 h 56459"/>
                <a:gd name="connsiteX13" fmla="*/ 150568 w 158192"/>
                <a:gd name="connsiteY13" fmla="*/ 56534 h 5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8192" h="56459">
                  <a:moveTo>
                    <a:pt x="150331" y="9726"/>
                  </a:moveTo>
                  <a:cubicBezTo>
                    <a:pt x="153899" y="9726"/>
                    <a:pt x="158419" y="9726"/>
                    <a:pt x="158419" y="4900"/>
                  </a:cubicBezTo>
                  <a:cubicBezTo>
                    <a:pt x="158419" y="75"/>
                    <a:pt x="153899" y="75"/>
                    <a:pt x="150568" y="75"/>
                  </a:cubicBezTo>
                  <a:lnTo>
                    <a:pt x="8076" y="75"/>
                  </a:lnTo>
                  <a:cubicBezTo>
                    <a:pt x="4746" y="75"/>
                    <a:pt x="226" y="75"/>
                    <a:pt x="226" y="4900"/>
                  </a:cubicBezTo>
                  <a:cubicBezTo>
                    <a:pt x="226" y="9726"/>
                    <a:pt x="4746" y="9726"/>
                    <a:pt x="8314" y="9726"/>
                  </a:cubicBezTo>
                  <a:lnTo>
                    <a:pt x="150331" y="9726"/>
                  </a:lnTo>
                  <a:close/>
                  <a:moveTo>
                    <a:pt x="150568" y="56534"/>
                  </a:moveTo>
                  <a:cubicBezTo>
                    <a:pt x="153899" y="56534"/>
                    <a:pt x="158419" y="56534"/>
                    <a:pt x="158419" y="51709"/>
                  </a:cubicBezTo>
                  <a:cubicBezTo>
                    <a:pt x="158419" y="46883"/>
                    <a:pt x="153899" y="46883"/>
                    <a:pt x="150331" y="46883"/>
                  </a:cubicBezTo>
                  <a:lnTo>
                    <a:pt x="8314" y="46883"/>
                  </a:lnTo>
                  <a:cubicBezTo>
                    <a:pt x="4746" y="46883"/>
                    <a:pt x="226" y="46883"/>
                    <a:pt x="226" y="51709"/>
                  </a:cubicBezTo>
                  <a:cubicBezTo>
                    <a:pt x="226" y="56534"/>
                    <a:pt x="4746" y="56534"/>
                    <a:pt x="8076" y="56534"/>
                  </a:cubicBezTo>
                  <a:lnTo>
                    <a:pt x="150568" y="5653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 name="Freeform: Shape 16">
              <a:extLst>
                <a:ext uri="{FF2B5EF4-FFF2-40B4-BE49-F238E27FC236}">
                  <a16:creationId xmlns:a16="http://schemas.microsoft.com/office/drawing/2014/main" id="{34992EED-5B7F-9B06-A657-C110750DAF6D}"/>
                </a:ext>
              </a:extLst>
            </p:cNvPr>
            <p:cNvSpPr/>
            <p:nvPr>
              <p:custDataLst>
                <p:tags r:id="rId20"/>
              </p:custDataLst>
            </p:nvPr>
          </p:nvSpPr>
          <p:spPr>
            <a:xfrm>
              <a:off x="7777952" y="4725552"/>
              <a:ext cx="133452" cy="109299"/>
            </a:xfrm>
            <a:custGeom>
              <a:avLst/>
              <a:gdLst>
                <a:gd name="connsiteX0" fmla="*/ 103954 w 133452"/>
                <a:gd name="connsiteY0" fmla="*/ 49778 h 109299"/>
                <a:gd name="connsiteX1" fmla="*/ 64227 w 133452"/>
                <a:gd name="connsiteY1" fmla="*/ 75 h 109299"/>
                <a:gd name="connsiteX2" fmla="*/ 237 w 133452"/>
                <a:gd name="connsiteY2" fmla="*/ 68598 h 109299"/>
                <a:gd name="connsiteX3" fmla="*/ 38774 w 133452"/>
                <a:gd name="connsiteY3" fmla="*/ 109374 h 109299"/>
                <a:gd name="connsiteX4" fmla="*/ 88967 w 133452"/>
                <a:gd name="connsiteY4" fmla="*/ 89107 h 109299"/>
                <a:gd name="connsiteX5" fmla="*/ 110615 w 133452"/>
                <a:gd name="connsiteY5" fmla="*/ 109374 h 109299"/>
                <a:gd name="connsiteX6" fmla="*/ 130597 w 133452"/>
                <a:gd name="connsiteY6" fmla="*/ 92244 h 109299"/>
                <a:gd name="connsiteX7" fmla="*/ 127742 w 133452"/>
                <a:gd name="connsiteY7" fmla="*/ 89831 h 109299"/>
                <a:gd name="connsiteX8" fmla="*/ 124650 w 133452"/>
                <a:gd name="connsiteY8" fmla="*/ 92244 h 109299"/>
                <a:gd name="connsiteX9" fmla="*/ 111328 w 133452"/>
                <a:gd name="connsiteY9" fmla="*/ 104066 h 109299"/>
                <a:gd name="connsiteX10" fmla="*/ 103954 w 133452"/>
                <a:gd name="connsiteY10" fmla="*/ 79456 h 109299"/>
                <a:gd name="connsiteX11" fmla="*/ 106333 w 133452"/>
                <a:gd name="connsiteY11" fmla="*/ 71011 h 109299"/>
                <a:gd name="connsiteX12" fmla="*/ 133689 w 133452"/>
                <a:gd name="connsiteY12" fmla="*/ 14310 h 109299"/>
                <a:gd name="connsiteX13" fmla="*/ 130835 w 133452"/>
                <a:gd name="connsiteY13" fmla="*/ 11897 h 109299"/>
                <a:gd name="connsiteX14" fmla="*/ 127266 w 133452"/>
                <a:gd name="connsiteY14" fmla="*/ 16964 h 109299"/>
                <a:gd name="connsiteX15" fmla="*/ 103954 w 133452"/>
                <a:gd name="connsiteY15" fmla="*/ 64738 h 109299"/>
                <a:gd name="connsiteX16" fmla="*/ 103954 w 133452"/>
                <a:gd name="connsiteY16" fmla="*/ 49778 h 109299"/>
                <a:gd name="connsiteX17" fmla="*/ 88016 w 133452"/>
                <a:gd name="connsiteY17" fmla="*/ 82834 h 109299"/>
                <a:gd name="connsiteX18" fmla="*/ 39249 w 133452"/>
                <a:gd name="connsiteY18" fmla="*/ 104066 h 109299"/>
                <a:gd name="connsiteX19" fmla="*/ 17840 w 133452"/>
                <a:gd name="connsiteY19" fmla="*/ 77767 h 109299"/>
                <a:gd name="connsiteX20" fmla="*/ 31637 w 133452"/>
                <a:gd name="connsiteY20" fmla="*/ 27581 h 109299"/>
                <a:gd name="connsiteX21" fmla="*/ 63989 w 133452"/>
                <a:gd name="connsiteY21" fmla="*/ 5383 h 109299"/>
                <a:gd name="connsiteX22" fmla="*/ 87540 w 133452"/>
                <a:gd name="connsiteY22" fmla="*/ 55810 h 109299"/>
                <a:gd name="connsiteX23" fmla="*/ 88016 w 133452"/>
                <a:gd name="connsiteY23" fmla="*/ 82834 h 10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3452" h="109299">
                  <a:moveTo>
                    <a:pt x="103954" y="49778"/>
                  </a:moveTo>
                  <a:cubicBezTo>
                    <a:pt x="103954" y="11897"/>
                    <a:pt x="81831" y="75"/>
                    <a:pt x="64227" y="75"/>
                  </a:cubicBezTo>
                  <a:cubicBezTo>
                    <a:pt x="31637" y="75"/>
                    <a:pt x="237" y="34578"/>
                    <a:pt x="237" y="68598"/>
                  </a:cubicBezTo>
                  <a:cubicBezTo>
                    <a:pt x="237" y="91037"/>
                    <a:pt x="14510" y="109374"/>
                    <a:pt x="38774" y="109374"/>
                  </a:cubicBezTo>
                  <a:cubicBezTo>
                    <a:pt x="53760" y="109374"/>
                    <a:pt x="70888" y="103825"/>
                    <a:pt x="88967" y="89107"/>
                  </a:cubicBezTo>
                  <a:cubicBezTo>
                    <a:pt x="92060" y="101895"/>
                    <a:pt x="99910" y="109374"/>
                    <a:pt x="110615" y="109374"/>
                  </a:cubicBezTo>
                  <a:cubicBezTo>
                    <a:pt x="123222" y="109374"/>
                    <a:pt x="130597" y="96104"/>
                    <a:pt x="130597" y="92244"/>
                  </a:cubicBezTo>
                  <a:cubicBezTo>
                    <a:pt x="130597" y="90555"/>
                    <a:pt x="129169" y="89831"/>
                    <a:pt x="127742" y="89831"/>
                  </a:cubicBezTo>
                  <a:cubicBezTo>
                    <a:pt x="126077" y="89831"/>
                    <a:pt x="125363" y="90555"/>
                    <a:pt x="124650" y="92244"/>
                  </a:cubicBezTo>
                  <a:cubicBezTo>
                    <a:pt x="120368" y="104066"/>
                    <a:pt x="111804" y="104066"/>
                    <a:pt x="111328" y="104066"/>
                  </a:cubicBezTo>
                  <a:cubicBezTo>
                    <a:pt x="103954" y="104066"/>
                    <a:pt x="103954" y="85246"/>
                    <a:pt x="103954" y="79456"/>
                  </a:cubicBezTo>
                  <a:cubicBezTo>
                    <a:pt x="103954" y="74389"/>
                    <a:pt x="103954" y="73906"/>
                    <a:pt x="106333" y="71011"/>
                  </a:cubicBezTo>
                  <a:cubicBezTo>
                    <a:pt x="128694" y="42540"/>
                    <a:pt x="133689" y="14552"/>
                    <a:pt x="133689" y="14310"/>
                  </a:cubicBezTo>
                  <a:cubicBezTo>
                    <a:pt x="133689" y="13828"/>
                    <a:pt x="133451" y="11897"/>
                    <a:pt x="130835" y="11897"/>
                  </a:cubicBezTo>
                  <a:cubicBezTo>
                    <a:pt x="128456" y="11897"/>
                    <a:pt x="128456" y="12621"/>
                    <a:pt x="127266" y="16964"/>
                  </a:cubicBezTo>
                  <a:cubicBezTo>
                    <a:pt x="122984" y="32165"/>
                    <a:pt x="115134" y="50502"/>
                    <a:pt x="103954" y="64738"/>
                  </a:cubicBezTo>
                  <a:lnTo>
                    <a:pt x="103954" y="49778"/>
                  </a:lnTo>
                  <a:close/>
                  <a:moveTo>
                    <a:pt x="88016" y="82834"/>
                  </a:moveTo>
                  <a:cubicBezTo>
                    <a:pt x="67082" y="101412"/>
                    <a:pt x="48765" y="104066"/>
                    <a:pt x="39249" y="104066"/>
                  </a:cubicBezTo>
                  <a:cubicBezTo>
                    <a:pt x="24976" y="104066"/>
                    <a:pt x="17840" y="93209"/>
                    <a:pt x="17840" y="77767"/>
                  </a:cubicBezTo>
                  <a:cubicBezTo>
                    <a:pt x="17840" y="65944"/>
                    <a:pt x="24025" y="39886"/>
                    <a:pt x="31637" y="27581"/>
                  </a:cubicBezTo>
                  <a:cubicBezTo>
                    <a:pt x="42818" y="9967"/>
                    <a:pt x="55663" y="5383"/>
                    <a:pt x="63989" y="5383"/>
                  </a:cubicBezTo>
                  <a:cubicBezTo>
                    <a:pt x="87540" y="5383"/>
                    <a:pt x="87540" y="36991"/>
                    <a:pt x="87540" y="55810"/>
                  </a:cubicBezTo>
                  <a:cubicBezTo>
                    <a:pt x="87540" y="64738"/>
                    <a:pt x="87540" y="78732"/>
                    <a:pt x="88016" y="8283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 name="Freeform: Shape 17">
              <a:extLst>
                <a:ext uri="{FF2B5EF4-FFF2-40B4-BE49-F238E27FC236}">
                  <a16:creationId xmlns:a16="http://schemas.microsoft.com/office/drawing/2014/main" id="{7A4481ED-B89B-A387-FB75-ACD8F785B688}"/>
                </a:ext>
              </a:extLst>
            </p:cNvPr>
            <p:cNvSpPr/>
            <p:nvPr>
              <p:custDataLst>
                <p:tags r:id="rId21"/>
              </p:custDataLst>
            </p:nvPr>
          </p:nvSpPr>
          <p:spPr>
            <a:xfrm>
              <a:off x="7987437" y="4691532"/>
              <a:ext cx="158192" cy="160692"/>
            </a:xfrm>
            <a:custGeom>
              <a:avLst/>
              <a:gdLst>
                <a:gd name="connsiteX0" fmla="*/ 84218 w 158192"/>
                <a:gd name="connsiteY0" fmla="*/ 85246 h 160692"/>
                <a:gd name="connsiteX1" fmla="*/ 150588 w 158192"/>
                <a:gd name="connsiteY1" fmla="*/ 85246 h 160692"/>
                <a:gd name="connsiteX2" fmla="*/ 158438 w 158192"/>
                <a:gd name="connsiteY2" fmla="*/ 80421 h 160692"/>
                <a:gd name="connsiteX3" fmla="*/ 150588 w 158192"/>
                <a:gd name="connsiteY3" fmla="*/ 75595 h 160692"/>
                <a:gd name="connsiteX4" fmla="*/ 84218 w 158192"/>
                <a:gd name="connsiteY4" fmla="*/ 75595 h 160692"/>
                <a:gd name="connsiteX5" fmla="*/ 84218 w 158192"/>
                <a:gd name="connsiteY5" fmla="*/ 8037 h 160692"/>
                <a:gd name="connsiteX6" fmla="*/ 79460 w 158192"/>
                <a:gd name="connsiteY6" fmla="*/ 75 h 160692"/>
                <a:gd name="connsiteX7" fmla="*/ 74703 w 158192"/>
                <a:gd name="connsiteY7" fmla="*/ 8037 h 160692"/>
                <a:gd name="connsiteX8" fmla="*/ 74703 w 158192"/>
                <a:gd name="connsiteY8" fmla="*/ 75595 h 160692"/>
                <a:gd name="connsiteX9" fmla="*/ 8095 w 158192"/>
                <a:gd name="connsiteY9" fmla="*/ 75595 h 160692"/>
                <a:gd name="connsiteX10" fmla="*/ 245 w 158192"/>
                <a:gd name="connsiteY10" fmla="*/ 80421 h 160692"/>
                <a:gd name="connsiteX11" fmla="*/ 8095 w 158192"/>
                <a:gd name="connsiteY11" fmla="*/ 85246 h 160692"/>
                <a:gd name="connsiteX12" fmla="*/ 74703 w 158192"/>
                <a:gd name="connsiteY12" fmla="*/ 85246 h 160692"/>
                <a:gd name="connsiteX13" fmla="*/ 74703 w 158192"/>
                <a:gd name="connsiteY13" fmla="*/ 152805 h 160692"/>
                <a:gd name="connsiteX14" fmla="*/ 79460 w 158192"/>
                <a:gd name="connsiteY14" fmla="*/ 160767 h 160692"/>
                <a:gd name="connsiteX15" fmla="*/ 84218 w 158192"/>
                <a:gd name="connsiteY15" fmla="*/ 152805 h 160692"/>
                <a:gd name="connsiteX16" fmla="*/ 84218 w 158192"/>
                <a:gd name="connsiteY16" fmla="*/ 85246 h 160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192" h="160692">
                  <a:moveTo>
                    <a:pt x="84218" y="85246"/>
                  </a:moveTo>
                  <a:lnTo>
                    <a:pt x="150588" y="85246"/>
                  </a:lnTo>
                  <a:cubicBezTo>
                    <a:pt x="153918" y="85246"/>
                    <a:pt x="158438" y="85246"/>
                    <a:pt x="158438" y="80421"/>
                  </a:cubicBezTo>
                  <a:cubicBezTo>
                    <a:pt x="158438" y="75595"/>
                    <a:pt x="153918" y="75595"/>
                    <a:pt x="150588" y="75595"/>
                  </a:cubicBezTo>
                  <a:lnTo>
                    <a:pt x="84218" y="75595"/>
                  </a:lnTo>
                  <a:lnTo>
                    <a:pt x="84218" y="8037"/>
                  </a:lnTo>
                  <a:cubicBezTo>
                    <a:pt x="84218" y="4659"/>
                    <a:pt x="84218" y="75"/>
                    <a:pt x="79460" y="75"/>
                  </a:cubicBezTo>
                  <a:cubicBezTo>
                    <a:pt x="74703" y="75"/>
                    <a:pt x="74703" y="4659"/>
                    <a:pt x="74703" y="8037"/>
                  </a:cubicBezTo>
                  <a:lnTo>
                    <a:pt x="74703" y="75595"/>
                  </a:lnTo>
                  <a:lnTo>
                    <a:pt x="8095" y="75595"/>
                  </a:lnTo>
                  <a:cubicBezTo>
                    <a:pt x="4765" y="75595"/>
                    <a:pt x="245" y="75595"/>
                    <a:pt x="245" y="80421"/>
                  </a:cubicBezTo>
                  <a:cubicBezTo>
                    <a:pt x="245" y="85246"/>
                    <a:pt x="4765" y="85246"/>
                    <a:pt x="8095" y="85246"/>
                  </a:cubicBezTo>
                  <a:lnTo>
                    <a:pt x="74703" y="85246"/>
                  </a:lnTo>
                  <a:lnTo>
                    <a:pt x="74703" y="152805"/>
                  </a:lnTo>
                  <a:cubicBezTo>
                    <a:pt x="74703" y="156183"/>
                    <a:pt x="74703" y="160767"/>
                    <a:pt x="79460" y="160767"/>
                  </a:cubicBezTo>
                  <a:cubicBezTo>
                    <a:pt x="84218" y="160767"/>
                    <a:pt x="84218" y="156183"/>
                    <a:pt x="84218" y="152805"/>
                  </a:cubicBezTo>
                  <a:lnTo>
                    <a:pt x="84218" y="8524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 name="Freeform: Shape 18">
              <a:extLst>
                <a:ext uri="{FF2B5EF4-FFF2-40B4-BE49-F238E27FC236}">
                  <a16:creationId xmlns:a16="http://schemas.microsoft.com/office/drawing/2014/main" id="{558B6906-8015-574E-39AA-1522DDAC3968}"/>
                </a:ext>
              </a:extLst>
            </p:cNvPr>
            <p:cNvSpPr/>
            <p:nvPr>
              <p:custDataLst>
                <p:tags r:id="rId22"/>
              </p:custDataLst>
            </p:nvPr>
          </p:nvSpPr>
          <p:spPr>
            <a:xfrm>
              <a:off x="8219105" y="4661854"/>
              <a:ext cx="129676" cy="217151"/>
            </a:xfrm>
            <a:custGeom>
              <a:avLst/>
              <a:gdLst>
                <a:gd name="connsiteX0" fmla="*/ 129932 w 129676"/>
                <a:gd name="connsiteY0" fmla="*/ 33130 h 217151"/>
                <a:gd name="connsiteX1" fmla="*/ 97580 w 129676"/>
                <a:gd name="connsiteY1" fmla="*/ 75 h 217151"/>
                <a:gd name="connsiteX2" fmla="*/ 68796 w 129676"/>
                <a:gd name="connsiteY2" fmla="*/ 10208 h 217151"/>
                <a:gd name="connsiteX3" fmla="*/ 38109 w 129676"/>
                <a:gd name="connsiteY3" fmla="*/ 61601 h 217151"/>
                <a:gd name="connsiteX4" fmla="*/ 285 w 129676"/>
                <a:gd name="connsiteY4" fmla="*/ 214814 h 217151"/>
                <a:gd name="connsiteX5" fmla="*/ 3140 w 129676"/>
                <a:gd name="connsiteY5" fmla="*/ 217227 h 217151"/>
                <a:gd name="connsiteX6" fmla="*/ 5994 w 129676"/>
                <a:gd name="connsiteY6" fmla="*/ 216020 h 217151"/>
                <a:gd name="connsiteX7" fmla="*/ 22646 w 129676"/>
                <a:gd name="connsiteY7" fmla="*/ 149427 h 217151"/>
                <a:gd name="connsiteX8" fmla="*/ 54998 w 129676"/>
                <a:gd name="connsiteY8" fmla="*/ 172831 h 217151"/>
                <a:gd name="connsiteX9" fmla="*/ 100910 w 129676"/>
                <a:gd name="connsiteY9" fmla="*/ 153770 h 217151"/>
                <a:gd name="connsiteX10" fmla="*/ 119941 w 129676"/>
                <a:gd name="connsiteY10" fmla="*/ 109374 h 217151"/>
                <a:gd name="connsiteX11" fmla="*/ 102575 w 129676"/>
                <a:gd name="connsiteY11" fmla="*/ 73424 h 217151"/>
                <a:gd name="connsiteX12" fmla="*/ 129932 w 129676"/>
                <a:gd name="connsiteY12" fmla="*/ 33130 h 217151"/>
                <a:gd name="connsiteX13" fmla="*/ 87113 w 129676"/>
                <a:gd name="connsiteY13" fmla="*/ 73182 h 217151"/>
                <a:gd name="connsiteX14" fmla="*/ 75694 w 129676"/>
                <a:gd name="connsiteY14" fmla="*/ 74871 h 217151"/>
                <a:gd name="connsiteX15" fmla="*/ 65227 w 129676"/>
                <a:gd name="connsiteY15" fmla="*/ 73906 h 217151"/>
                <a:gd name="connsiteX16" fmla="*/ 76884 w 129676"/>
                <a:gd name="connsiteY16" fmla="*/ 71976 h 217151"/>
                <a:gd name="connsiteX17" fmla="*/ 87113 w 129676"/>
                <a:gd name="connsiteY17" fmla="*/ 73182 h 217151"/>
                <a:gd name="connsiteX18" fmla="*/ 116610 w 129676"/>
                <a:gd name="connsiteY18" fmla="*/ 27581 h 217151"/>
                <a:gd name="connsiteX19" fmla="*/ 95201 w 129676"/>
                <a:gd name="connsiteY19" fmla="*/ 69322 h 217151"/>
                <a:gd name="connsiteX20" fmla="*/ 76884 w 129676"/>
                <a:gd name="connsiteY20" fmla="*/ 66427 h 217151"/>
                <a:gd name="connsiteX21" fmla="*/ 58567 w 129676"/>
                <a:gd name="connsiteY21" fmla="*/ 74148 h 217151"/>
                <a:gd name="connsiteX22" fmla="*/ 74981 w 129676"/>
                <a:gd name="connsiteY22" fmla="*/ 80180 h 217151"/>
                <a:gd name="connsiteX23" fmla="*/ 94487 w 129676"/>
                <a:gd name="connsiteY23" fmla="*/ 77043 h 217151"/>
                <a:gd name="connsiteX24" fmla="*/ 104954 w 129676"/>
                <a:gd name="connsiteY24" fmla="*/ 104308 h 217151"/>
                <a:gd name="connsiteX25" fmla="*/ 93060 w 129676"/>
                <a:gd name="connsiteY25" fmla="*/ 145808 h 217151"/>
                <a:gd name="connsiteX26" fmla="*/ 54285 w 129676"/>
                <a:gd name="connsiteY26" fmla="*/ 167523 h 217151"/>
                <a:gd name="connsiteX27" fmla="*/ 27166 w 129676"/>
                <a:gd name="connsiteY27" fmla="*/ 136398 h 217151"/>
                <a:gd name="connsiteX28" fmla="*/ 28356 w 129676"/>
                <a:gd name="connsiteY28" fmla="*/ 125781 h 217151"/>
                <a:gd name="connsiteX29" fmla="*/ 43580 w 129676"/>
                <a:gd name="connsiteY29" fmla="*/ 64738 h 217151"/>
                <a:gd name="connsiteX30" fmla="*/ 94487 w 129676"/>
                <a:gd name="connsiteY30" fmla="*/ 5624 h 217151"/>
                <a:gd name="connsiteX31" fmla="*/ 116610 w 129676"/>
                <a:gd name="connsiteY31" fmla="*/ 27581 h 21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676" h="217151">
                  <a:moveTo>
                    <a:pt x="129932" y="33130"/>
                  </a:moveTo>
                  <a:cubicBezTo>
                    <a:pt x="129932" y="15034"/>
                    <a:pt x="116848" y="75"/>
                    <a:pt x="97580" y="75"/>
                  </a:cubicBezTo>
                  <a:cubicBezTo>
                    <a:pt x="83782" y="75"/>
                    <a:pt x="77122" y="3935"/>
                    <a:pt x="68796" y="10208"/>
                  </a:cubicBezTo>
                  <a:cubicBezTo>
                    <a:pt x="55712" y="19860"/>
                    <a:pt x="42629" y="43264"/>
                    <a:pt x="38109" y="61601"/>
                  </a:cubicBezTo>
                  <a:lnTo>
                    <a:pt x="285" y="214814"/>
                  </a:lnTo>
                  <a:cubicBezTo>
                    <a:pt x="47" y="215779"/>
                    <a:pt x="1237" y="217227"/>
                    <a:pt x="3140" y="217227"/>
                  </a:cubicBezTo>
                  <a:cubicBezTo>
                    <a:pt x="5043" y="217227"/>
                    <a:pt x="5757" y="216744"/>
                    <a:pt x="5994" y="216020"/>
                  </a:cubicBezTo>
                  <a:lnTo>
                    <a:pt x="22646" y="149427"/>
                  </a:lnTo>
                  <a:cubicBezTo>
                    <a:pt x="27166" y="163904"/>
                    <a:pt x="37633" y="172831"/>
                    <a:pt x="54998" y="172831"/>
                  </a:cubicBezTo>
                  <a:cubicBezTo>
                    <a:pt x="72364" y="172831"/>
                    <a:pt x="90205" y="164386"/>
                    <a:pt x="100910" y="153770"/>
                  </a:cubicBezTo>
                  <a:cubicBezTo>
                    <a:pt x="112328" y="142671"/>
                    <a:pt x="119941" y="127229"/>
                    <a:pt x="119941" y="109374"/>
                  </a:cubicBezTo>
                  <a:cubicBezTo>
                    <a:pt x="119941" y="92002"/>
                    <a:pt x="111139" y="79456"/>
                    <a:pt x="102575" y="73424"/>
                  </a:cubicBezTo>
                  <a:cubicBezTo>
                    <a:pt x="116372" y="65462"/>
                    <a:pt x="129932" y="50502"/>
                    <a:pt x="129932" y="33130"/>
                  </a:cubicBezTo>
                  <a:close/>
                  <a:moveTo>
                    <a:pt x="87113" y="73182"/>
                  </a:moveTo>
                  <a:cubicBezTo>
                    <a:pt x="84020" y="74389"/>
                    <a:pt x="81404" y="74871"/>
                    <a:pt x="75694" y="74871"/>
                  </a:cubicBezTo>
                  <a:cubicBezTo>
                    <a:pt x="72364" y="74871"/>
                    <a:pt x="67606" y="75113"/>
                    <a:pt x="65227" y="73906"/>
                  </a:cubicBezTo>
                  <a:cubicBezTo>
                    <a:pt x="65703" y="71494"/>
                    <a:pt x="74267" y="71976"/>
                    <a:pt x="76884" y="71976"/>
                  </a:cubicBezTo>
                  <a:cubicBezTo>
                    <a:pt x="81879" y="71976"/>
                    <a:pt x="84020" y="71976"/>
                    <a:pt x="87113" y="73182"/>
                  </a:cubicBezTo>
                  <a:close/>
                  <a:moveTo>
                    <a:pt x="116610" y="27581"/>
                  </a:moveTo>
                  <a:cubicBezTo>
                    <a:pt x="116610" y="44470"/>
                    <a:pt x="107571" y="61842"/>
                    <a:pt x="95201" y="69322"/>
                  </a:cubicBezTo>
                  <a:cubicBezTo>
                    <a:pt x="88778" y="66909"/>
                    <a:pt x="84020" y="66427"/>
                    <a:pt x="76884" y="66427"/>
                  </a:cubicBezTo>
                  <a:cubicBezTo>
                    <a:pt x="71888" y="66427"/>
                    <a:pt x="58567" y="66185"/>
                    <a:pt x="58567" y="74148"/>
                  </a:cubicBezTo>
                  <a:cubicBezTo>
                    <a:pt x="58329" y="80903"/>
                    <a:pt x="70699" y="80180"/>
                    <a:pt x="74981" y="80180"/>
                  </a:cubicBezTo>
                  <a:cubicBezTo>
                    <a:pt x="83782" y="80180"/>
                    <a:pt x="87351" y="79938"/>
                    <a:pt x="94487" y="77043"/>
                  </a:cubicBezTo>
                  <a:cubicBezTo>
                    <a:pt x="103527" y="85729"/>
                    <a:pt x="104716" y="93209"/>
                    <a:pt x="104954" y="104308"/>
                  </a:cubicBezTo>
                  <a:cubicBezTo>
                    <a:pt x="105430" y="118302"/>
                    <a:pt x="99721" y="136398"/>
                    <a:pt x="93060" y="145808"/>
                  </a:cubicBezTo>
                  <a:cubicBezTo>
                    <a:pt x="83782" y="158837"/>
                    <a:pt x="67844" y="167523"/>
                    <a:pt x="54285" y="167523"/>
                  </a:cubicBezTo>
                  <a:cubicBezTo>
                    <a:pt x="36206" y="167523"/>
                    <a:pt x="27166" y="153529"/>
                    <a:pt x="27166" y="136398"/>
                  </a:cubicBezTo>
                  <a:cubicBezTo>
                    <a:pt x="27166" y="133985"/>
                    <a:pt x="27166" y="130366"/>
                    <a:pt x="28356" y="125781"/>
                  </a:cubicBezTo>
                  <a:lnTo>
                    <a:pt x="43580" y="64738"/>
                  </a:lnTo>
                  <a:cubicBezTo>
                    <a:pt x="48814" y="43988"/>
                    <a:pt x="65941" y="5624"/>
                    <a:pt x="94487" y="5624"/>
                  </a:cubicBezTo>
                  <a:cubicBezTo>
                    <a:pt x="108284" y="5624"/>
                    <a:pt x="116610" y="13104"/>
                    <a:pt x="116610" y="2758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 name="Freeform: Shape 19">
              <a:extLst>
                <a:ext uri="{FF2B5EF4-FFF2-40B4-BE49-F238E27FC236}">
                  <a16:creationId xmlns:a16="http://schemas.microsoft.com/office/drawing/2014/main" id="{73CDCA63-A1BD-E4DE-0541-07F7788CBD59}"/>
                </a:ext>
              </a:extLst>
            </p:cNvPr>
            <p:cNvSpPr/>
            <p:nvPr>
              <p:custDataLst>
                <p:tags r:id="rId23"/>
              </p:custDataLst>
            </p:nvPr>
          </p:nvSpPr>
          <p:spPr>
            <a:xfrm>
              <a:off x="8371928" y="4615361"/>
              <a:ext cx="123057" cy="117213"/>
            </a:xfrm>
            <a:custGeom>
              <a:avLst/>
              <a:gdLst>
                <a:gd name="connsiteX0" fmla="*/ 65870 w 123057"/>
                <a:gd name="connsiteY0" fmla="*/ 8347 h 117213"/>
                <a:gd name="connsiteX1" fmla="*/ 116658 w 123057"/>
                <a:gd name="connsiteY1" fmla="*/ 8347 h 117213"/>
                <a:gd name="connsiteX2" fmla="*/ 123318 w 123057"/>
                <a:gd name="connsiteY2" fmla="*/ 4293 h 117213"/>
                <a:gd name="connsiteX3" fmla="*/ 116658 w 123057"/>
                <a:gd name="connsiteY3" fmla="*/ 71 h 117213"/>
                <a:gd name="connsiteX4" fmla="*/ 6922 w 123057"/>
                <a:gd name="connsiteY4" fmla="*/ 71 h 117213"/>
                <a:gd name="connsiteX5" fmla="*/ 261 w 123057"/>
                <a:gd name="connsiteY5" fmla="*/ 4124 h 117213"/>
                <a:gd name="connsiteX6" fmla="*/ 6922 w 123057"/>
                <a:gd name="connsiteY6" fmla="*/ 8347 h 117213"/>
                <a:gd name="connsiteX7" fmla="*/ 57710 w 123057"/>
                <a:gd name="connsiteY7" fmla="*/ 8347 h 117213"/>
                <a:gd name="connsiteX8" fmla="*/ 57710 w 123057"/>
                <a:gd name="connsiteY8" fmla="*/ 110697 h 117213"/>
                <a:gd name="connsiteX9" fmla="*/ 61873 w 123057"/>
                <a:gd name="connsiteY9" fmla="*/ 117284 h 117213"/>
                <a:gd name="connsiteX10" fmla="*/ 65870 w 123057"/>
                <a:gd name="connsiteY10" fmla="*/ 110697 h 117213"/>
                <a:gd name="connsiteX11" fmla="*/ 65870 w 123057"/>
                <a:gd name="connsiteY11" fmla="*/ 8347 h 11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3057" h="117213">
                  <a:moveTo>
                    <a:pt x="65870" y="8347"/>
                  </a:moveTo>
                  <a:lnTo>
                    <a:pt x="116658" y="8347"/>
                  </a:lnTo>
                  <a:cubicBezTo>
                    <a:pt x="119322" y="8347"/>
                    <a:pt x="123318" y="8347"/>
                    <a:pt x="123318" y="4293"/>
                  </a:cubicBezTo>
                  <a:cubicBezTo>
                    <a:pt x="123318" y="71"/>
                    <a:pt x="119489" y="71"/>
                    <a:pt x="116658" y="71"/>
                  </a:cubicBezTo>
                  <a:lnTo>
                    <a:pt x="6922" y="71"/>
                  </a:lnTo>
                  <a:cubicBezTo>
                    <a:pt x="4424" y="71"/>
                    <a:pt x="261" y="71"/>
                    <a:pt x="261" y="4124"/>
                  </a:cubicBezTo>
                  <a:cubicBezTo>
                    <a:pt x="261" y="8347"/>
                    <a:pt x="4091" y="8347"/>
                    <a:pt x="6922" y="8347"/>
                  </a:cubicBezTo>
                  <a:lnTo>
                    <a:pt x="57710" y="8347"/>
                  </a:lnTo>
                  <a:lnTo>
                    <a:pt x="57710" y="110697"/>
                  </a:lnTo>
                  <a:cubicBezTo>
                    <a:pt x="57710" y="113400"/>
                    <a:pt x="57710" y="117284"/>
                    <a:pt x="61873" y="117284"/>
                  </a:cubicBezTo>
                  <a:cubicBezTo>
                    <a:pt x="65870" y="117284"/>
                    <a:pt x="65870" y="113231"/>
                    <a:pt x="65870" y="110697"/>
                  </a:cubicBezTo>
                  <a:lnTo>
                    <a:pt x="65870" y="834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 name="Freeform: Shape 20">
              <a:extLst>
                <a:ext uri="{FF2B5EF4-FFF2-40B4-BE49-F238E27FC236}">
                  <a16:creationId xmlns:a16="http://schemas.microsoft.com/office/drawing/2014/main" id="{D2A7E58C-404E-9D4B-D57E-F046E4FD3167}"/>
                </a:ext>
              </a:extLst>
            </p:cNvPr>
            <p:cNvSpPr/>
            <p:nvPr>
              <p:custDataLst>
                <p:tags r:id="rId24"/>
              </p:custDataLst>
            </p:nvPr>
          </p:nvSpPr>
          <p:spPr>
            <a:xfrm>
              <a:off x="8526577" y="4725552"/>
              <a:ext cx="118466" cy="109299"/>
            </a:xfrm>
            <a:custGeom>
              <a:avLst/>
              <a:gdLst>
                <a:gd name="connsiteX0" fmla="*/ 72822 w 118466"/>
                <a:gd name="connsiteY0" fmla="*/ 33854 h 109299"/>
                <a:gd name="connsiteX1" fmla="*/ 96373 w 118466"/>
                <a:gd name="connsiteY1" fmla="*/ 5383 h 109299"/>
                <a:gd name="connsiteX2" fmla="*/ 108267 w 118466"/>
                <a:gd name="connsiteY2" fmla="*/ 8520 h 109299"/>
                <a:gd name="connsiteX3" fmla="*/ 96849 w 118466"/>
                <a:gd name="connsiteY3" fmla="*/ 21549 h 109299"/>
                <a:gd name="connsiteX4" fmla="*/ 105888 w 118466"/>
                <a:gd name="connsiteY4" fmla="*/ 29993 h 109299"/>
                <a:gd name="connsiteX5" fmla="*/ 118734 w 118466"/>
                <a:gd name="connsiteY5" fmla="*/ 15999 h 109299"/>
                <a:gd name="connsiteX6" fmla="*/ 96611 w 118466"/>
                <a:gd name="connsiteY6" fmla="*/ 75 h 109299"/>
                <a:gd name="connsiteX7" fmla="*/ 71633 w 118466"/>
                <a:gd name="connsiteY7" fmla="*/ 18412 h 109299"/>
                <a:gd name="connsiteX8" fmla="*/ 45942 w 118466"/>
                <a:gd name="connsiteY8" fmla="*/ 75 h 109299"/>
                <a:gd name="connsiteX9" fmla="*/ 7642 w 118466"/>
                <a:gd name="connsiteY9" fmla="*/ 37232 h 109299"/>
                <a:gd name="connsiteX10" fmla="*/ 10497 w 118466"/>
                <a:gd name="connsiteY10" fmla="*/ 39645 h 109299"/>
                <a:gd name="connsiteX11" fmla="*/ 13589 w 118466"/>
                <a:gd name="connsiteY11" fmla="*/ 36991 h 109299"/>
                <a:gd name="connsiteX12" fmla="*/ 45466 w 118466"/>
                <a:gd name="connsiteY12" fmla="*/ 5383 h 109299"/>
                <a:gd name="connsiteX13" fmla="*/ 58312 w 118466"/>
                <a:gd name="connsiteY13" fmla="*/ 21549 h 109299"/>
                <a:gd name="connsiteX14" fmla="*/ 45466 w 118466"/>
                <a:gd name="connsiteY14" fmla="*/ 78973 h 109299"/>
                <a:gd name="connsiteX15" fmla="*/ 22867 w 118466"/>
                <a:gd name="connsiteY15" fmla="*/ 104066 h 109299"/>
                <a:gd name="connsiteX16" fmla="*/ 10973 w 118466"/>
                <a:gd name="connsiteY16" fmla="*/ 100930 h 109299"/>
                <a:gd name="connsiteX17" fmla="*/ 22153 w 118466"/>
                <a:gd name="connsiteY17" fmla="*/ 87901 h 109299"/>
                <a:gd name="connsiteX18" fmla="*/ 13352 w 118466"/>
                <a:gd name="connsiteY18" fmla="*/ 79456 h 109299"/>
                <a:gd name="connsiteX19" fmla="*/ 268 w 118466"/>
                <a:gd name="connsiteY19" fmla="*/ 93450 h 109299"/>
                <a:gd name="connsiteX20" fmla="*/ 22629 w 118466"/>
                <a:gd name="connsiteY20" fmla="*/ 109374 h 109299"/>
                <a:gd name="connsiteX21" fmla="*/ 47607 w 118466"/>
                <a:gd name="connsiteY21" fmla="*/ 91037 h 109299"/>
                <a:gd name="connsiteX22" fmla="*/ 73298 w 118466"/>
                <a:gd name="connsiteY22" fmla="*/ 109374 h 109299"/>
                <a:gd name="connsiteX23" fmla="*/ 111360 w 118466"/>
                <a:gd name="connsiteY23" fmla="*/ 72217 h 109299"/>
                <a:gd name="connsiteX24" fmla="*/ 108505 w 118466"/>
                <a:gd name="connsiteY24" fmla="*/ 69805 h 109299"/>
                <a:gd name="connsiteX25" fmla="*/ 105413 w 118466"/>
                <a:gd name="connsiteY25" fmla="*/ 72459 h 109299"/>
                <a:gd name="connsiteX26" fmla="*/ 73774 w 118466"/>
                <a:gd name="connsiteY26" fmla="*/ 104066 h 109299"/>
                <a:gd name="connsiteX27" fmla="*/ 60690 w 118466"/>
                <a:gd name="connsiteY27" fmla="*/ 88142 h 109299"/>
                <a:gd name="connsiteX28" fmla="*/ 64734 w 118466"/>
                <a:gd name="connsiteY28" fmla="*/ 66909 h 109299"/>
                <a:gd name="connsiteX29" fmla="*/ 72822 w 118466"/>
                <a:gd name="connsiteY29" fmla="*/ 33854 h 10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466" h="109299">
                  <a:moveTo>
                    <a:pt x="72822" y="33854"/>
                  </a:moveTo>
                  <a:cubicBezTo>
                    <a:pt x="74250" y="27581"/>
                    <a:pt x="79721" y="5383"/>
                    <a:pt x="96373" y="5383"/>
                  </a:cubicBezTo>
                  <a:cubicBezTo>
                    <a:pt x="97562" y="5383"/>
                    <a:pt x="103272" y="5383"/>
                    <a:pt x="108267" y="8520"/>
                  </a:cubicBezTo>
                  <a:cubicBezTo>
                    <a:pt x="101606" y="9726"/>
                    <a:pt x="96849" y="15758"/>
                    <a:pt x="96849" y="21549"/>
                  </a:cubicBezTo>
                  <a:cubicBezTo>
                    <a:pt x="96849" y="25409"/>
                    <a:pt x="99465" y="29993"/>
                    <a:pt x="105888" y="29993"/>
                  </a:cubicBezTo>
                  <a:cubicBezTo>
                    <a:pt x="111122" y="29993"/>
                    <a:pt x="118734" y="25650"/>
                    <a:pt x="118734" y="15999"/>
                  </a:cubicBezTo>
                  <a:cubicBezTo>
                    <a:pt x="118734" y="3453"/>
                    <a:pt x="104699" y="75"/>
                    <a:pt x="96611" y="75"/>
                  </a:cubicBezTo>
                  <a:cubicBezTo>
                    <a:pt x="82814" y="75"/>
                    <a:pt x="74488" y="12863"/>
                    <a:pt x="71633" y="18412"/>
                  </a:cubicBezTo>
                  <a:cubicBezTo>
                    <a:pt x="65686" y="2488"/>
                    <a:pt x="52840" y="75"/>
                    <a:pt x="45942" y="75"/>
                  </a:cubicBezTo>
                  <a:cubicBezTo>
                    <a:pt x="21202" y="75"/>
                    <a:pt x="7642" y="31200"/>
                    <a:pt x="7642" y="37232"/>
                  </a:cubicBezTo>
                  <a:cubicBezTo>
                    <a:pt x="7642" y="39645"/>
                    <a:pt x="10021" y="39645"/>
                    <a:pt x="10497" y="39645"/>
                  </a:cubicBezTo>
                  <a:cubicBezTo>
                    <a:pt x="12400" y="39645"/>
                    <a:pt x="13114" y="39162"/>
                    <a:pt x="13589" y="36991"/>
                  </a:cubicBezTo>
                  <a:cubicBezTo>
                    <a:pt x="21677" y="11415"/>
                    <a:pt x="37378" y="5383"/>
                    <a:pt x="45466" y="5383"/>
                  </a:cubicBezTo>
                  <a:cubicBezTo>
                    <a:pt x="49986" y="5383"/>
                    <a:pt x="58312" y="7554"/>
                    <a:pt x="58312" y="21549"/>
                  </a:cubicBezTo>
                  <a:cubicBezTo>
                    <a:pt x="58312" y="29028"/>
                    <a:pt x="54268" y="45194"/>
                    <a:pt x="45466" y="78973"/>
                  </a:cubicBezTo>
                  <a:cubicBezTo>
                    <a:pt x="41660" y="93933"/>
                    <a:pt x="33334" y="104066"/>
                    <a:pt x="22867" y="104066"/>
                  </a:cubicBezTo>
                  <a:cubicBezTo>
                    <a:pt x="21440" y="104066"/>
                    <a:pt x="15968" y="104066"/>
                    <a:pt x="10973" y="100930"/>
                  </a:cubicBezTo>
                  <a:cubicBezTo>
                    <a:pt x="16920" y="99723"/>
                    <a:pt x="22153" y="94656"/>
                    <a:pt x="22153" y="87901"/>
                  </a:cubicBezTo>
                  <a:cubicBezTo>
                    <a:pt x="22153" y="81386"/>
                    <a:pt x="16920" y="79456"/>
                    <a:pt x="13352" y="79456"/>
                  </a:cubicBezTo>
                  <a:cubicBezTo>
                    <a:pt x="6215" y="79456"/>
                    <a:pt x="268" y="85729"/>
                    <a:pt x="268" y="93450"/>
                  </a:cubicBezTo>
                  <a:cubicBezTo>
                    <a:pt x="268" y="104549"/>
                    <a:pt x="12162" y="109374"/>
                    <a:pt x="22629" y="109374"/>
                  </a:cubicBezTo>
                  <a:cubicBezTo>
                    <a:pt x="38329" y="109374"/>
                    <a:pt x="46893" y="92485"/>
                    <a:pt x="47607" y="91037"/>
                  </a:cubicBezTo>
                  <a:cubicBezTo>
                    <a:pt x="50461" y="99965"/>
                    <a:pt x="59025" y="109374"/>
                    <a:pt x="73298" y="109374"/>
                  </a:cubicBezTo>
                  <a:cubicBezTo>
                    <a:pt x="97800" y="109374"/>
                    <a:pt x="111360" y="78249"/>
                    <a:pt x="111360" y="72217"/>
                  </a:cubicBezTo>
                  <a:cubicBezTo>
                    <a:pt x="111360" y="69805"/>
                    <a:pt x="109219" y="69805"/>
                    <a:pt x="108505" y="69805"/>
                  </a:cubicBezTo>
                  <a:cubicBezTo>
                    <a:pt x="106364" y="69805"/>
                    <a:pt x="105888" y="70770"/>
                    <a:pt x="105413" y="72459"/>
                  </a:cubicBezTo>
                  <a:cubicBezTo>
                    <a:pt x="97562" y="98276"/>
                    <a:pt x="81386" y="104066"/>
                    <a:pt x="73774" y="104066"/>
                  </a:cubicBezTo>
                  <a:cubicBezTo>
                    <a:pt x="64497" y="104066"/>
                    <a:pt x="60690" y="96345"/>
                    <a:pt x="60690" y="88142"/>
                  </a:cubicBezTo>
                  <a:cubicBezTo>
                    <a:pt x="60690" y="82834"/>
                    <a:pt x="62118" y="77526"/>
                    <a:pt x="64734" y="66909"/>
                  </a:cubicBezTo>
                  <a:lnTo>
                    <a:pt x="72822" y="3385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 name="Freeform: Shape 21">
              <a:extLst>
                <a:ext uri="{FF2B5EF4-FFF2-40B4-BE49-F238E27FC236}">
                  <a16:creationId xmlns:a16="http://schemas.microsoft.com/office/drawing/2014/main" id="{6933F079-0EE5-986B-8823-BEAF17809B57}"/>
                </a:ext>
              </a:extLst>
            </p:cNvPr>
            <p:cNvSpPr/>
            <p:nvPr>
              <p:custDataLst>
                <p:tags r:id="rId25"/>
              </p:custDataLst>
            </p:nvPr>
          </p:nvSpPr>
          <p:spPr>
            <a:xfrm>
              <a:off x="8663462" y="4793906"/>
              <a:ext cx="101742" cy="76172"/>
            </a:xfrm>
            <a:custGeom>
              <a:avLst/>
              <a:gdLst>
                <a:gd name="connsiteX0" fmla="*/ 12763 w 101742"/>
                <a:gd name="connsiteY0" fmla="*/ 63919 h 76172"/>
                <a:gd name="connsiteX1" fmla="*/ 11097 w 101742"/>
                <a:gd name="connsiteY1" fmla="*/ 70844 h 76172"/>
                <a:gd name="connsiteX2" fmla="*/ 16759 w 101742"/>
                <a:gd name="connsiteY2" fmla="*/ 76248 h 76172"/>
                <a:gd name="connsiteX3" fmla="*/ 23253 w 101742"/>
                <a:gd name="connsiteY3" fmla="*/ 72533 h 76172"/>
                <a:gd name="connsiteX4" fmla="*/ 26251 w 101742"/>
                <a:gd name="connsiteY4" fmla="*/ 62061 h 76172"/>
                <a:gd name="connsiteX5" fmla="*/ 29914 w 101742"/>
                <a:gd name="connsiteY5" fmla="*/ 46860 h 76172"/>
                <a:gd name="connsiteX6" fmla="*/ 32745 w 101742"/>
                <a:gd name="connsiteY6" fmla="*/ 35544 h 76172"/>
                <a:gd name="connsiteX7" fmla="*/ 39739 w 101742"/>
                <a:gd name="connsiteY7" fmla="*/ 20344 h 76172"/>
                <a:gd name="connsiteX8" fmla="*/ 64716 w 101742"/>
                <a:gd name="connsiteY8" fmla="*/ 4805 h 76172"/>
                <a:gd name="connsiteX9" fmla="*/ 74541 w 101742"/>
                <a:gd name="connsiteY9" fmla="*/ 16628 h 76172"/>
                <a:gd name="connsiteX10" fmla="*/ 64716 w 101742"/>
                <a:gd name="connsiteY10" fmla="*/ 52603 h 76172"/>
                <a:gd name="connsiteX11" fmla="*/ 62219 w 101742"/>
                <a:gd name="connsiteY11" fmla="*/ 61723 h 76172"/>
                <a:gd name="connsiteX12" fmla="*/ 78038 w 101742"/>
                <a:gd name="connsiteY12" fmla="*/ 76248 h 76172"/>
                <a:gd name="connsiteX13" fmla="*/ 102016 w 101742"/>
                <a:gd name="connsiteY13" fmla="*/ 50407 h 76172"/>
                <a:gd name="connsiteX14" fmla="*/ 99352 w 101742"/>
                <a:gd name="connsiteY14" fmla="*/ 48212 h 76172"/>
                <a:gd name="connsiteX15" fmla="*/ 96188 w 101742"/>
                <a:gd name="connsiteY15" fmla="*/ 51083 h 76172"/>
                <a:gd name="connsiteX16" fmla="*/ 78537 w 101742"/>
                <a:gd name="connsiteY16" fmla="*/ 71519 h 76172"/>
                <a:gd name="connsiteX17" fmla="*/ 74374 w 101742"/>
                <a:gd name="connsiteY17" fmla="*/ 65608 h 76172"/>
                <a:gd name="connsiteX18" fmla="*/ 78204 w 101742"/>
                <a:gd name="connsiteY18" fmla="*/ 51927 h 76172"/>
                <a:gd name="connsiteX19" fmla="*/ 87030 w 101742"/>
                <a:gd name="connsiteY19" fmla="*/ 19330 h 76172"/>
                <a:gd name="connsiteX20" fmla="*/ 65382 w 101742"/>
                <a:gd name="connsiteY20" fmla="*/ 76 h 76172"/>
                <a:gd name="connsiteX21" fmla="*/ 37241 w 101742"/>
                <a:gd name="connsiteY21" fmla="*/ 15446 h 76172"/>
                <a:gd name="connsiteX22" fmla="*/ 19423 w 101742"/>
                <a:gd name="connsiteY22" fmla="*/ 76 h 76172"/>
                <a:gd name="connsiteX23" fmla="*/ 6268 w 101742"/>
                <a:gd name="connsiteY23" fmla="*/ 9197 h 76172"/>
                <a:gd name="connsiteX24" fmla="*/ 274 w 101742"/>
                <a:gd name="connsiteY24" fmla="*/ 25917 h 76172"/>
                <a:gd name="connsiteX25" fmla="*/ 3104 w 101742"/>
                <a:gd name="connsiteY25" fmla="*/ 28113 h 76172"/>
                <a:gd name="connsiteX26" fmla="*/ 6768 w 101742"/>
                <a:gd name="connsiteY26" fmla="*/ 23046 h 76172"/>
                <a:gd name="connsiteX27" fmla="*/ 18924 w 101742"/>
                <a:gd name="connsiteY27" fmla="*/ 4805 h 76172"/>
                <a:gd name="connsiteX28" fmla="*/ 24419 w 101742"/>
                <a:gd name="connsiteY28" fmla="*/ 13081 h 76172"/>
                <a:gd name="connsiteX29" fmla="*/ 21755 w 101742"/>
                <a:gd name="connsiteY29" fmla="*/ 27100 h 76172"/>
                <a:gd name="connsiteX30" fmla="*/ 18091 w 101742"/>
                <a:gd name="connsiteY30" fmla="*/ 42300 h 76172"/>
                <a:gd name="connsiteX31" fmla="*/ 12763 w 101742"/>
                <a:gd name="connsiteY31" fmla="*/ 63919 h 76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742" h="76172">
                  <a:moveTo>
                    <a:pt x="12763" y="63919"/>
                  </a:moveTo>
                  <a:cubicBezTo>
                    <a:pt x="12096" y="66114"/>
                    <a:pt x="11097" y="70337"/>
                    <a:pt x="11097" y="70844"/>
                  </a:cubicBezTo>
                  <a:cubicBezTo>
                    <a:pt x="11097" y="74559"/>
                    <a:pt x="14095" y="76248"/>
                    <a:pt x="16759" y="76248"/>
                  </a:cubicBezTo>
                  <a:cubicBezTo>
                    <a:pt x="19756" y="76248"/>
                    <a:pt x="22421" y="74053"/>
                    <a:pt x="23253" y="72533"/>
                  </a:cubicBezTo>
                  <a:cubicBezTo>
                    <a:pt x="24086" y="71012"/>
                    <a:pt x="25418" y="65608"/>
                    <a:pt x="26251" y="62061"/>
                  </a:cubicBezTo>
                  <a:cubicBezTo>
                    <a:pt x="27083" y="58852"/>
                    <a:pt x="28915" y="51083"/>
                    <a:pt x="29914" y="46860"/>
                  </a:cubicBezTo>
                  <a:cubicBezTo>
                    <a:pt x="30913" y="43145"/>
                    <a:pt x="31912" y="39429"/>
                    <a:pt x="32745" y="35544"/>
                  </a:cubicBezTo>
                  <a:cubicBezTo>
                    <a:pt x="34577" y="28620"/>
                    <a:pt x="34910" y="27268"/>
                    <a:pt x="39739" y="20344"/>
                  </a:cubicBezTo>
                  <a:cubicBezTo>
                    <a:pt x="44401" y="13588"/>
                    <a:pt x="52227" y="4805"/>
                    <a:pt x="64716" y="4805"/>
                  </a:cubicBezTo>
                  <a:cubicBezTo>
                    <a:pt x="74374" y="4805"/>
                    <a:pt x="74541" y="13419"/>
                    <a:pt x="74541" y="16628"/>
                  </a:cubicBezTo>
                  <a:cubicBezTo>
                    <a:pt x="74541" y="26762"/>
                    <a:pt x="67381" y="45509"/>
                    <a:pt x="64716" y="52603"/>
                  </a:cubicBezTo>
                  <a:cubicBezTo>
                    <a:pt x="62885" y="57332"/>
                    <a:pt x="62219" y="58852"/>
                    <a:pt x="62219" y="61723"/>
                  </a:cubicBezTo>
                  <a:cubicBezTo>
                    <a:pt x="62219" y="70675"/>
                    <a:pt x="69545" y="76248"/>
                    <a:pt x="78038" y="76248"/>
                  </a:cubicBezTo>
                  <a:cubicBezTo>
                    <a:pt x="94690" y="76248"/>
                    <a:pt x="102016" y="52941"/>
                    <a:pt x="102016" y="50407"/>
                  </a:cubicBezTo>
                  <a:cubicBezTo>
                    <a:pt x="102016" y="48212"/>
                    <a:pt x="99852" y="48212"/>
                    <a:pt x="99352" y="48212"/>
                  </a:cubicBezTo>
                  <a:cubicBezTo>
                    <a:pt x="97021" y="48212"/>
                    <a:pt x="96854" y="49225"/>
                    <a:pt x="96188" y="51083"/>
                  </a:cubicBezTo>
                  <a:cubicBezTo>
                    <a:pt x="92358" y="64594"/>
                    <a:pt x="85198" y="71519"/>
                    <a:pt x="78537" y="71519"/>
                  </a:cubicBezTo>
                  <a:cubicBezTo>
                    <a:pt x="75041" y="71519"/>
                    <a:pt x="74374" y="69155"/>
                    <a:pt x="74374" y="65608"/>
                  </a:cubicBezTo>
                  <a:cubicBezTo>
                    <a:pt x="74374" y="61723"/>
                    <a:pt x="75207" y="59528"/>
                    <a:pt x="78204" y="51927"/>
                  </a:cubicBezTo>
                  <a:cubicBezTo>
                    <a:pt x="80203" y="46691"/>
                    <a:pt x="87030" y="28789"/>
                    <a:pt x="87030" y="19330"/>
                  </a:cubicBezTo>
                  <a:cubicBezTo>
                    <a:pt x="87030" y="2947"/>
                    <a:pt x="74208" y="76"/>
                    <a:pt x="65382" y="76"/>
                  </a:cubicBezTo>
                  <a:cubicBezTo>
                    <a:pt x="51561" y="76"/>
                    <a:pt x="42236" y="8690"/>
                    <a:pt x="37241" y="15446"/>
                  </a:cubicBezTo>
                  <a:cubicBezTo>
                    <a:pt x="36075" y="3792"/>
                    <a:pt x="26251" y="76"/>
                    <a:pt x="19423" y="76"/>
                  </a:cubicBezTo>
                  <a:cubicBezTo>
                    <a:pt x="12263" y="76"/>
                    <a:pt x="8433" y="5312"/>
                    <a:pt x="6268" y="9197"/>
                  </a:cubicBezTo>
                  <a:cubicBezTo>
                    <a:pt x="2605" y="15446"/>
                    <a:pt x="274" y="25073"/>
                    <a:pt x="274" y="25917"/>
                  </a:cubicBezTo>
                  <a:cubicBezTo>
                    <a:pt x="274" y="28113"/>
                    <a:pt x="2605" y="28113"/>
                    <a:pt x="3104" y="28113"/>
                  </a:cubicBezTo>
                  <a:cubicBezTo>
                    <a:pt x="5436" y="28113"/>
                    <a:pt x="5602" y="27606"/>
                    <a:pt x="6768" y="23046"/>
                  </a:cubicBezTo>
                  <a:cubicBezTo>
                    <a:pt x="9266" y="13081"/>
                    <a:pt x="12430" y="4805"/>
                    <a:pt x="18924" y="4805"/>
                  </a:cubicBezTo>
                  <a:cubicBezTo>
                    <a:pt x="23253" y="4805"/>
                    <a:pt x="24419" y="8521"/>
                    <a:pt x="24419" y="13081"/>
                  </a:cubicBezTo>
                  <a:cubicBezTo>
                    <a:pt x="24419" y="16290"/>
                    <a:pt x="22920" y="22539"/>
                    <a:pt x="21755" y="27100"/>
                  </a:cubicBezTo>
                  <a:cubicBezTo>
                    <a:pt x="20589" y="31660"/>
                    <a:pt x="18924" y="38584"/>
                    <a:pt x="18091" y="42300"/>
                  </a:cubicBezTo>
                  <a:lnTo>
                    <a:pt x="12763" y="639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23" name="TextBox 22">
            <a:extLst>
              <a:ext uri="{FF2B5EF4-FFF2-40B4-BE49-F238E27FC236}">
                <a16:creationId xmlns:a16="http://schemas.microsoft.com/office/drawing/2014/main" id="{291CF148-C835-209B-4093-BF08F7ABC705}"/>
              </a:ext>
            </a:extLst>
          </p:cNvPr>
          <p:cNvSpPr txBox="1"/>
          <p:nvPr/>
        </p:nvSpPr>
        <p:spPr>
          <a:xfrm>
            <a:off x="1072888" y="2972225"/>
            <a:ext cx="4450581" cy="738664"/>
          </a:xfrm>
          <a:prstGeom prst="rect">
            <a:avLst/>
          </a:prstGeom>
          <a:noFill/>
        </p:spPr>
        <p:txBody>
          <a:bodyPr wrap="square">
            <a:spAutoFit/>
          </a:bodyPr>
          <a:lstStyle>
            <a:defPPr>
              <a:defRPr lang="en-US"/>
            </a:defPPr>
            <a:lvl1pPr>
              <a:defRPr sz="1400"/>
            </a:lvl1pPr>
          </a:lstStyle>
          <a:p>
            <a:pPr lvl="0">
              <a:defRPr/>
            </a:pPr>
            <a:r>
              <a:rPr lang="en-US">
                <a:solidFill>
                  <a:prstClr val="black"/>
                </a:solidFill>
              </a:rPr>
              <a:t>This implies that the model can be estimated using the familiar Ordinary Least Squares (OLS) approach, </a:t>
            </a:r>
            <a:r>
              <a:rPr lang="en-US" b="1">
                <a:solidFill>
                  <a:prstClr val="black"/>
                </a:solidFill>
                <a:highlight>
                  <a:srgbClr val="FFC000"/>
                </a:highlight>
              </a:rPr>
              <a:t>given its linear structure</a:t>
            </a:r>
            <a:r>
              <a:rPr lang="en-US">
                <a:solidFill>
                  <a:prstClr val="black"/>
                </a:solidFill>
              </a:rPr>
              <a:t>. Since the model is linear:</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24" name="Group 23" descr="\documentclass{article}&#10;\usepackage{amsmath}&#10;\usepackage{amsfonts}&#10;\pagestyle{empty}&#10;\begin{document}&#10;&#10;&#10;\[&#10;\frac{\partial \mu_n}{\partial x_{kn}} = \beta_k&#10;\]&#10;&#10;&#10;&#10;&#10;&#10;\end{document}" title="IguanaTex Shape Display">
            <a:extLst>
              <a:ext uri="{FF2B5EF4-FFF2-40B4-BE49-F238E27FC236}">
                <a16:creationId xmlns:a16="http://schemas.microsoft.com/office/drawing/2014/main" id="{9FFD287E-5DC6-B32A-3CC6-3D8F430D4C36}"/>
              </a:ext>
            </a:extLst>
          </p:cNvPr>
          <p:cNvGrpSpPr>
            <a:grpSpLocks noChangeAspect="1"/>
          </p:cNvGrpSpPr>
          <p:nvPr>
            <p:custDataLst>
              <p:tags r:id="rId2"/>
            </p:custDataLst>
          </p:nvPr>
        </p:nvGrpSpPr>
        <p:grpSpPr>
          <a:xfrm>
            <a:off x="2746240" y="3854648"/>
            <a:ext cx="1069981" cy="521390"/>
            <a:chOff x="7089334" y="6551837"/>
            <a:chExt cx="1069981" cy="521390"/>
          </a:xfrm>
        </p:grpSpPr>
        <p:sp>
          <p:nvSpPr>
            <p:cNvPr id="25" name="Freeform: Shape 24">
              <a:extLst>
                <a:ext uri="{FF2B5EF4-FFF2-40B4-BE49-F238E27FC236}">
                  <a16:creationId xmlns:a16="http://schemas.microsoft.com/office/drawing/2014/main" id="{A69E06BA-672B-4158-B5DA-880234BAE32D}"/>
                </a:ext>
              </a:extLst>
            </p:cNvPr>
            <p:cNvSpPr/>
            <p:nvPr>
              <p:custDataLst>
                <p:tags r:id="rId3"/>
              </p:custDataLst>
            </p:nvPr>
          </p:nvSpPr>
          <p:spPr>
            <a:xfrm>
              <a:off x="7146937" y="6551837"/>
              <a:ext cx="123418" cy="172128"/>
            </a:xfrm>
            <a:custGeom>
              <a:avLst/>
              <a:gdLst>
                <a:gd name="connsiteX0" fmla="*/ 99464 w 123418"/>
                <a:gd name="connsiteY0" fmla="*/ 88001 h 172128"/>
                <a:gd name="connsiteX1" fmla="*/ 69196 w 123418"/>
                <a:gd name="connsiteY1" fmla="*/ 60479 h 172128"/>
                <a:gd name="connsiteX2" fmla="*/ 21330 w 123418"/>
                <a:gd name="connsiteY2" fmla="*/ 82403 h 172128"/>
                <a:gd name="connsiteX3" fmla="*/ 213 w 123418"/>
                <a:gd name="connsiteY3" fmla="*/ 130683 h 172128"/>
                <a:gd name="connsiteX4" fmla="*/ 43386 w 123418"/>
                <a:gd name="connsiteY4" fmla="*/ 172199 h 172128"/>
                <a:gd name="connsiteX5" fmla="*/ 123631 w 123418"/>
                <a:gd name="connsiteY5" fmla="*/ 60479 h 172128"/>
                <a:gd name="connsiteX6" fmla="*/ 72950 w 123418"/>
                <a:gd name="connsiteY6" fmla="*/ 71 h 172128"/>
                <a:gd name="connsiteX7" fmla="*/ 28135 w 123418"/>
                <a:gd name="connsiteY7" fmla="*/ 36922 h 172128"/>
                <a:gd name="connsiteX8" fmla="*/ 37051 w 123418"/>
                <a:gd name="connsiteY8" fmla="*/ 45085 h 172128"/>
                <a:gd name="connsiteX9" fmla="*/ 49721 w 123418"/>
                <a:gd name="connsiteY9" fmla="*/ 32724 h 172128"/>
                <a:gd name="connsiteX10" fmla="*/ 38693 w 123418"/>
                <a:gd name="connsiteY10" fmla="*/ 24561 h 172128"/>
                <a:gd name="connsiteX11" fmla="*/ 72481 w 123418"/>
                <a:gd name="connsiteY11" fmla="*/ 5902 h 172128"/>
                <a:gd name="connsiteX12" fmla="*/ 106034 w 123418"/>
                <a:gd name="connsiteY12" fmla="*/ 48117 h 172128"/>
                <a:gd name="connsiteX13" fmla="*/ 99699 w 123418"/>
                <a:gd name="connsiteY13" fmla="*/ 88001 h 172128"/>
                <a:gd name="connsiteX14" fmla="*/ 99464 w 123418"/>
                <a:gd name="connsiteY14" fmla="*/ 88001 h 172128"/>
                <a:gd name="connsiteX15" fmla="*/ 44090 w 123418"/>
                <a:gd name="connsiteY15" fmla="*/ 165669 h 172128"/>
                <a:gd name="connsiteX16" fmla="*/ 18280 w 123418"/>
                <a:gd name="connsiteY16" fmla="*/ 139313 h 172128"/>
                <a:gd name="connsiteX17" fmla="*/ 33766 w 123418"/>
                <a:gd name="connsiteY17" fmla="*/ 86368 h 172128"/>
                <a:gd name="connsiteX18" fmla="*/ 69196 w 123418"/>
                <a:gd name="connsiteY18" fmla="*/ 65610 h 172128"/>
                <a:gd name="connsiteX19" fmla="*/ 95240 w 123418"/>
                <a:gd name="connsiteY19" fmla="*/ 96397 h 172128"/>
                <a:gd name="connsiteX20" fmla="*/ 44090 w 123418"/>
                <a:gd name="connsiteY20" fmla="*/ 165669 h 17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3418" h="172128">
                  <a:moveTo>
                    <a:pt x="99464" y="88001"/>
                  </a:moveTo>
                  <a:cubicBezTo>
                    <a:pt x="97118" y="73540"/>
                    <a:pt x="87498" y="60479"/>
                    <a:pt x="69196" y="60479"/>
                  </a:cubicBezTo>
                  <a:cubicBezTo>
                    <a:pt x="54883" y="60479"/>
                    <a:pt x="39632" y="64211"/>
                    <a:pt x="21330" y="82403"/>
                  </a:cubicBezTo>
                  <a:cubicBezTo>
                    <a:pt x="1856" y="101762"/>
                    <a:pt x="213" y="123453"/>
                    <a:pt x="213" y="130683"/>
                  </a:cubicBezTo>
                  <a:cubicBezTo>
                    <a:pt x="213" y="145144"/>
                    <a:pt x="10537" y="172199"/>
                    <a:pt x="43386" y="172199"/>
                  </a:cubicBezTo>
                  <a:cubicBezTo>
                    <a:pt x="99229" y="172199"/>
                    <a:pt x="123631" y="93832"/>
                    <a:pt x="123631" y="60479"/>
                  </a:cubicBezTo>
                  <a:cubicBezTo>
                    <a:pt x="123631" y="23394"/>
                    <a:pt x="101810" y="71"/>
                    <a:pt x="72950" y="71"/>
                  </a:cubicBezTo>
                  <a:cubicBezTo>
                    <a:pt x="38928" y="71"/>
                    <a:pt x="28135" y="30391"/>
                    <a:pt x="28135" y="36922"/>
                  </a:cubicBezTo>
                  <a:cubicBezTo>
                    <a:pt x="28135" y="40187"/>
                    <a:pt x="30012" y="45085"/>
                    <a:pt x="37051" y="45085"/>
                  </a:cubicBezTo>
                  <a:cubicBezTo>
                    <a:pt x="44794" y="45085"/>
                    <a:pt x="49721" y="38088"/>
                    <a:pt x="49721" y="32724"/>
                  </a:cubicBezTo>
                  <a:cubicBezTo>
                    <a:pt x="49721" y="24561"/>
                    <a:pt x="42447" y="24561"/>
                    <a:pt x="38693" y="24561"/>
                  </a:cubicBezTo>
                  <a:cubicBezTo>
                    <a:pt x="49017" y="7301"/>
                    <a:pt x="65676" y="5902"/>
                    <a:pt x="72481" y="5902"/>
                  </a:cubicBezTo>
                  <a:cubicBezTo>
                    <a:pt x="89609" y="5902"/>
                    <a:pt x="106034" y="18030"/>
                    <a:pt x="106034" y="48117"/>
                  </a:cubicBezTo>
                  <a:cubicBezTo>
                    <a:pt x="106034" y="57214"/>
                    <a:pt x="104626" y="69109"/>
                    <a:pt x="99699" y="88001"/>
                  </a:cubicBezTo>
                  <a:lnTo>
                    <a:pt x="99464" y="88001"/>
                  </a:lnTo>
                  <a:close/>
                  <a:moveTo>
                    <a:pt x="44090" y="165669"/>
                  </a:moveTo>
                  <a:cubicBezTo>
                    <a:pt x="18280" y="165669"/>
                    <a:pt x="18280" y="141645"/>
                    <a:pt x="18280" y="139313"/>
                  </a:cubicBezTo>
                  <a:cubicBezTo>
                    <a:pt x="18280" y="133016"/>
                    <a:pt x="24146" y="100362"/>
                    <a:pt x="33766" y="86368"/>
                  </a:cubicBezTo>
                  <a:cubicBezTo>
                    <a:pt x="43151" y="73074"/>
                    <a:pt x="54649" y="65610"/>
                    <a:pt x="69196" y="65610"/>
                  </a:cubicBezTo>
                  <a:cubicBezTo>
                    <a:pt x="94771" y="65610"/>
                    <a:pt x="95240" y="91733"/>
                    <a:pt x="95240" y="96397"/>
                  </a:cubicBezTo>
                  <a:cubicBezTo>
                    <a:pt x="95240" y="113190"/>
                    <a:pt x="80224" y="165669"/>
                    <a:pt x="44090" y="16566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 name="Freeform: Shape 25">
              <a:extLst>
                <a:ext uri="{FF2B5EF4-FFF2-40B4-BE49-F238E27FC236}">
                  <a16:creationId xmlns:a16="http://schemas.microsoft.com/office/drawing/2014/main" id="{18356789-541D-812B-94D0-70EC143920F5}"/>
                </a:ext>
              </a:extLst>
            </p:cNvPr>
            <p:cNvSpPr/>
            <p:nvPr>
              <p:custDataLst>
                <p:tags r:id="rId4"/>
              </p:custDataLst>
            </p:nvPr>
          </p:nvSpPr>
          <p:spPr>
            <a:xfrm>
              <a:off x="7282194" y="6615744"/>
              <a:ext cx="127172" cy="153469"/>
            </a:xfrm>
            <a:custGeom>
              <a:avLst/>
              <a:gdLst>
                <a:gd name="connsiteX0" fmla="*/ 47381 w 127172"/>
                <a:gd name="connsiteY0" fmla="*/ 21295 h 153469"/>
                <a:gd name="connsiteX1" fmla="*/ 50900 w 127172"/>
                <a:gd name="connsiteY1" fmla="*/ 6368 h 153469"/>
                <a:gd name="connsiteX2" fmla="*/ 44096 w 127172"/>
                <a:gd name="connsiteY2" fmla="*/ 71 h 153469"/>
                <a:gd name="connsiteX3" fmla="*/ 34710 w 127172"/>
                <a:gd name="connsiteY3" fmla="*/ 8467 h 153469"/>
                <a:gd name="connsiteX4" fmla="*/ 923 w 127172"/>
                <a:gd name="connsiteY4" fmla="*/ 143511 h 153469"/>
                <a:gd name="connsiteX5" fmla="*/ 219 w 127172"/>
                <a:gd name="connsiteY5" fmla="*/ 147243 h 153469"/>
                <a:gd name="connsiteX6" fmla="*/ 6789 w 127172"/>
                <a:gd name="connsiteY6" fmla="*/ 153540 h 153469"/>
                <a:gd name="connsiteX7" fmla="*/ 15001 w 127172"/>
                <a:gd name="connsiteY7" fmla="*/ 148642 h 153469"/>
                <a:gd name="connsiteX8" fmla="*/ 27906 w 127172"/>
                <a:gd name="connsiteY8" fmla="*/ 98497 h 153469"/>
                <a:gd name="connsiteX9" fmla="*/ 50666 w 127172"/>
                <a:gd name="connsiteY9" fmla="*/ 105727 h 153469"/>
                <a:gd name="connsiteX10" fmla="*/ 81872 w 127172"/>
                <a:gd name="connsiteY10" fmla="*/ 88701 h 153469"/>
                <a:gd name="connsiteX11" fmla="*/ 102989 w 127172"/>
                <a:gd name="connsiteY11" fmla="*/ 105727 h 153469"/>
                <a:gd name="connsiteX12" fmla="*/ 120352 w 127172"/>
                <a:gd name="connsiteY12" fmla="*/ 92899 h 153469"/>
                <a:gd name="connsiteX13" fmla="*/ 127391 w 127172"/>
                <a:gd name="connsiteY13" fmla="*/ 69808 h 153469"/>
                <a:gd name="connsiteX14" fmla="*/ 124576 w 127172"/>
                <a:gd name="connsiteY14" fmla="*/ 67476 h 153469"/>
                <a:gd name="connsiteX15" fmla="*/ 121291 w 127172"/>
                <a:gd name="connsiteY15" fmla="*/ 71674 h 153469"/>
                <a:gd name="connsiteX16" fmla="*/ 103459 w 127172"/>
                <a:gd name="connsiteY16" fmla="*/ 100596 h 153469"/>
                <a:gd name="connsiteX17" fmla="*/ 96420 w 127172"/>
                <a:gd name="connsiteY17" fmla="*/ 89867 h 153469"/>
                <a:gd name="connsiteX18" fmla="*/ 101112 w 127172"/>
                <a:gd name="connsiteY18" fmla="*/ 65610 h 153469"/>
                <a:gd name="connsiteX19" fmla="*/ 107682 w 127172"/>
                <a:gd name="connsiteY19" fmla="*/ 40421 h 153469"/>
                <a:gd name="connsiteX20" fmla="*/ 111671 w 127172"/>
                <a:gd name="connsiteY20" fmla="*/ 24561 h 153469"/>
                <a:gd name="connsiteX21" fmla="*/ 115190 w 127172"/>
                <a:gd name="connsiteY21" fmla="*/ 8934 h 153469"/>
                <a:gd name="connsiteX22" fmla="*/ 108386 w 127172"/>
                <a:gd name="connsiteY22" fmla="*/ 2636 h 153469"/>
                <a:gd name="connsiteX23" fmla="*/ 99235 w 127172"/>
                <a:gd name="connsiteY23" fmla="*/ 10800 h 153469"/>
                <a:gd name="connsiteX24" fmla="*/ 88207 w 127172"/>
                <a:gd name="connsiteY24" fmla="*/ 54415 h 153469"/>
                <a:gd name="connsiteX25" fmla="*/ 82107 w 127172"/>
                <a:gd name="connsiteY25" fmla="*/ 78205 h 153469"/>
                <a:gd name="connsiteX26" fmla="*/ 51604 w 127172"/>
                <a:gd name="connsiteY26" fmla="*/ 100596 h 153469"/>
                <a:gd name="connsiteX27" fmla="*/ 34241 w 127172"/>
                <a:gd name="connsiteY27" fmla="*/ 80304 h 153469"/>
                <a:gd name="connsiteX28" fmla="*/ 37526 w 127172"/>
                <a:gd name="connsiteY28" fmla="*/ 60479 h 153469"/>
                <a:gd name="connsiteX29" fmla="*/ 47381 w 127172"/>
                <a:gd name="connsiteY29" fmla="*/ 21295 h 15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7172" h="153469">
                  <a:moveTo>
                    <a:pt x="47381" y="21295"/>
                  </a:moveTo>
                  <a:cubicBezTo>
                    <a:pt x="48554" y="16397"/>
                    <a:pt x="50900" y="7534"/>
                    <a:pt x="50900" y="6368"/>
                  </a:cubicBezTo>
                  <a:cubicBezTo>
                    <a:pt x="50900" y="2403"/>
                    <a:pt x="48085" y="71"/>
                    <a:pt x="44096" y="71"/>
                  </a:cubicBezTo>
                  <a:cubicBezTo>
                    <a:pt x="43392" y="71"/>
                    <a:pt x="36822" y="304"/>
                    <a:pt x="34710" y="8467"/>
                  </a:cubicBezTo>
                  <a:lnTo>
                    <a:pt x="923" y="143511"/>
                  </a:lnTo>
                  <a:cubicBezTo>
                    <a:pt x="219" y="146310"/>
                    <a:pt x="219" y="146777"/>
                    <a:pt x="219" y="147243"/>
                  </a:cubicBezTo>
                  <a:cubicBezTo>
                    <a:pt x="219" y="150742"/>
                    <a:pt x="2800" y="153540"/>
                    <a:pt x="6789" y="153540"/>
                  </a:cubicBezTo>
                  <a:cubicBezTo>
                    <a:pt x="11716" y="153540"/>
                    <a:pt x="14532" y="149342"/>
                    <a:pt x="15001" y="148642"/>
                  </a:cubicBezTo>
                  <a:cubicBezTo>
                    <a:pt x="15940" y="146543"/>
                    <a:pt x="18990" y="134415"/>
                    <a:pt x="27906" y="98497"/>
                  </a:cubicBezTo>
                  <a:cubicBezTo>
                    <a:pt x="35414" y="104794"/>
                    <a:pt x="45973" y="105727"/>
                    <a:pt x="50666" y="105727"/>
                  </a:cubicBezTo>
                  <a:cubicBezTo>
                    <a:pt x="67090" y="105727"/>
                    <a:pt x="76241" y="95231"/>
                    <a:pt x="81872" y="88701"/>
                  </a:cubicBezTo>
                  <a:cubicBezTo>
                    <a:pt x="83984" y="99196"/>
                    <a:pt x="92665" y="105727"/>
                    <a:pt x="102989" y="105727"/>
                  </a:cubicBezTo>
                  <a:cubicBezTo>
                    <a:pt x="111202" y="105727"/>
                    <a:pt x="116598" y="100362"/>
                    <a:pt x="120352" y="92899"/>
                  </a:cubicBezTo>
                  <a:cubicBezTo>
                    <a:pt x="124341" y="84502"/>
                    <a:pt x="127391" y="70275"/>
                    <a:pt x="127391" y="69808"/>
                  </a:cubicBezTo>
                  <a:cubicBezTo>
                    <a:pt x="127391" y="67476"/>
                    <a:pt x="125280" y="67476"/>
                    <a:pt x="124576" y="67476"/>
                  </a:cubicBezTo>
                  <a:cubicBezTo>
                    <a:pt x="122229" y="67476"/>
                    <a:pt x="121995" y="68409"/>
                    <a:pt x="121291" y="71674"/>
                  </a:cubicBezTo>
                  <a:cubicBezTo>
                    <a:pt x="117302" y="86835"/>
                    <a:pt x="113079" y="100596"/>
                    <a:pt x="103459" y="100596"/>
                  </a:cubicBezTo>
                  <a:cubicBezTo>
                    <a:pt x="97123" y="100596"/>
                    <a:pt x="96420" y="94532"/>
                    <a:pt x="96420" y="89867"/>
                  </a:cubicBezTo>
                  <a:cubicBezTo>
                    <a:pt x="96420" y="84736"/>
                    <a:pt x="99235" y="73773"/>
                    <a:pt x="101112" y="65610"/>
                  </a:cubicBezTo>
                  <a:lnTo>
                    <a:pt x="107682" y="40421"/>
                  </a:lnTo>
                  <a:cubicBezTo>
                    <a:pt x="108386" y="36922"/>
                    <a:pt x="110732" y="28059"/>
                    <a:pt x="111671" y="24561"/>
                  </a:cubicBezTo>
                  <a:cubicBezTo>
                    <a:pt x="112844" y="19196"/>
                    <a:pt x="115190" y="10333"/>
                    <a:pt x="115190" y="8934"/>
                  </a:cubicBezTo>
                  <a:cubicBezTo>
                    <a:pt x="115190" y="4735"/>
                    <a:pt x="111905" y="2636"/>
                    <a:pt x="108386" y="2636"/>
                  </a:cubicBezTo>
                  <a:cubicBezTo>
                    <a:pt x="107213" y="2636"/>
                    <a:pt x="101112" y="2870"/>
                    <a:pt x="99235" y="10800"/>
                  </a:cubicBezTo>
                  <a:lnTo>
                    <a:pt x="88207" y="54415"/>
                  </a:lnTo>
                  <a:cubicBezTo>
                    <a:pt x="85392" y="66077"/>
                    <a:pt x="82811" y="75873"/>
                    <a:pt x="82107" y="78205"/>
                  </a:cubicBezTo>
                  <a:cubicBezTo>
                    <a:pt x="81872" y="79371"/>
                    <a:pt x="70610" y="100596"/>
                    <a:pt x="51604" y="100596"/>
                  </a:cubicBezTo>
                  <a:cubicBezTo>
                    <a:pt x="39872" y="100596"/>
                    <a:pt x="34241" y="92899"/>
                    <a:pt x="34241" y="80304"/>
                  </a:cubicBezTo>
                  <a:cubicBezTo>
                    <a:pt x="34241" y="73540"/>
                    <a:pt x="35884" y="67010"/>
                    <a:pt x="37526" y="60479"/>
                  </a:cubicBezTo>
                  <a:lnTo>
                    <a:pt x="47381" y="2129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 name="Freeform: Shape 26">
              <a:extLst>
                <a:ext uri="{FF2B5EF4-FFF2-40B4-BE49-F238E27FC236}">
                  <a16:creationId xmlns:a16="http://schemas.microsoft.com/office/drawing/2014/main" id="{9DF4FD76-4A14-5905-9914-E5692B466019}"/>
                </a:ext>
              </a:extLst>
            </p:cNvPr>
            <p:cNvSpPr/>
            <p:nvPr>
              <p:custDataLst>
                <p:tags r:id="rId5"/>
              </p:custDataLst>
            </p:nvPr>
          </p:nvSpPr>
          <p:spPr>
            <a:xfrm>
              <a:off x="7424254" y="6681819"/>
              <a:ext cx="100353" cy="73632"/>
            </a:xfrm>
            <a:custGeom>
              <a:avLst/>
              <a:gdLst>
                <a:gd name="connsiteX0" fmla="*/ 12543 w 100353"/>
                <a:gd name="connsiteY0" fmla="*/ 61787 h 73632"/>
                <a:gd name="connsiteX1" fmla="*/ 10901 w 100353"/>
                <a:gd name="connsiteY1" fmla="*/ 68481 h 73632"/>
                <a:gd name="connsiteX2" fmla="*/ 16485 w 100353"/>
                <a:gd name="connsiteY2" fmla="*/ 73705 h 73632"/>
                <a:gd name="connsiteX3" fmla="*/ 22891 w 100353"/>
                <a:gd name="connsiteY3" fmla="*/ 70113 h 73632"/>
                <a:gd name="connsiteX4" fmla="*/ 25847 w 100353"/>
                <a:gd name="connsiteY4" fmla="*/ 59991 h 73632"/>
                <a:gd name="connsiteX5" fmla="*/ 29461 w 100353"/>
                <a:gd name="connsiteY5" fmla="*/ 45297 h 73632"/>
                <a:gd name="connsiteX6" fmla="*/ 32253 w 100353"/>
                <a:gd name="connsiteY6" fmla="*/ 34358 h 73632"/>
                <a:gd name="connsiteX7" fmla="*/ 39151 w 100353"/>
                <a:gd name="connsiteY7" fmla="*/ 19664 h 73632"/>
                <a:gd name="connsiteX8" fmla="*/ 63788 w 100353"/>
                <a:gd name="connsiteY8" fmla="*/ 4644 h 73632"/>
                <a:gd name="connsiteX9" fmla="*/ 73478 w 100353"/>
                <a:gd name="connsiteY9" fmla="*/ 16072 h 73632"/>
                <a:gd name="connsiteX10" fmla="*/ 63788 w 100353"/>
                <a:gd name="connsiteY10" fmla="*/ 50848 h 73632"/>
                <a:gd name="connsiteX11" fmla="*/ 61324 w 100353"/>
                <a:gd name="connsiteY11" fmla="*/ 59664 h 73632"/>
                <a:gd name="connsiteX12" fmla="*/ 76927 w 100353"/>
                <a:gd name="connsiteY12" fmla="*/ 73705 h 73632"/>
                <a:gd name="connsiteX13" fmla="*/ 100579 w 100353"/>
                <a:gd name="connsiteY13" fmla="*/ 48725 h 73632"/>
                <a:gd name="connsiteX14" fmla="*/ 97951 w 100353"/>
                <a:gd name="connsiteY14" fmla="*/ 46603 h 73632"/>
                <a:gd name="connsiteX15" fmla="*/ 94830 w 100353"/>
                <a:gd name="connsiteY15" fmla="*/ 49378 h 73632"/>
                <a:gd name="connsiteX16" fmla="*/ 77420 w 100353"/>
                <a:gd name="connsiteY16" fmla="*/ 69134 h 73632"/>
                <a:gd name="connsiteX17" fmla="*/ 73314 w 100353"/>
                <a:gd name="connsiteY17" fmla="*/ 63419 h 73632"/>
                <a:gd name="connsiteX18" fmla="*/ 77092 w 100353"/>
                <a:gd name="connsiteY18" fmla="*/ 50195 h 73632"/>
                <a:gd name="connsiteX19" fmla="*/ 85797 w 100353"/>
                <a:gd name="connsiteY19" fmla="*/ 18684 h 73632"/>
                <a:gd name="connsiteX20" fmla="*/ 64445 w 100353"/>
                <a:gd name="connsiteY20" fmla="*/ 72 h 73632"/>
                <a:gd name="connsiteX21" fmla="*/ 36687 w 100353"/>
                <a:gd name="connsiteY21" fmla="*/ 14929 h 73632"/>
                <a:gd name="connsiteX22" fmla="*/ 19113 w 100353"/>
                <a:gd name="connsiteY22" fmla="*/ 72 h 73632"/>
                <a:gd name="connsiteX23" fmla="*/ 6138 w 100353"/>
                <a:gd name="connsiteY23" fmla="*/ 8889 h 73632"/>
                <a:gd name="connsiteX24" fmla="*/ 225 w 100353"/>
                <a:gd name="connsiteY24" fmla="*/ 25052 h 73632"/>
                <a:gd name="connsiteX25" fmla="*/ 3017 w 100353"/>
                <a:gd name="connsiteY25" fmla="*/ 27174 h 73632"/>
                <a:gd name="connsiteX26" fmla="*/ 6630 w 100353"/>
                <a:gd name="connsiteY26" fmla="*/ 22276 h 73632"/>
                <a:gd name="connsiteX27" fmla="*/ 18620 w 100353"/>
                <a:gd name="connsiteY27" fmla="*/ 4644 h 73632"/>
                <a:gd name="connsiteX28" fmla="*/ 24040 w 100353"/>
                <a:gd name="connsiteY28" fmla="*/ 12644 h 73632"/>
                <a:gd name="connsiteX29" fmla="*/ 21413 w 100353"/>
                <a:gd name="connsiteY29" fmla="*/ 26195 h 73632"/>
                <a:gd name="connsiteX30" fmla="*/ 17799 w 100353"/>
                <a:gd name="connsiteY30" fmla="*/ 40889 h 73632"/>
                <a:gd name="connsiteX31" fmla="*/ 12543 w 100353"/>
                <a:gd name="connsiteY31" fmla="*/ 61787 h 7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0353" h="73632">
                  <a:moveTo>
                    <a:pt x="12543" y="61787"/>
                  </a:moveTo>
                  <a:cubicBezTo>
                    <a:pt x="11886" y="63909"/>
                    <a:pt x="10901" y="67991"/>
                    <a:pt x="10901" y="68481"/>
                  </a:cubicBezTo>
                  <a:cubicBezTo>
                    <a:pt x="10901" y="72072"/>
                    <a:pt x="13857" y="73705"/>
                    <a:pt x="16485" y="73705"/>
                  </a:cubicBezTo>
                  <a:cubicBezTo>
                    <a:pt x="19442" y="73705"/>
                    <a:pt x="22070" y="71583"/>
                    <a:pt x="22891" y="70113"/>
                  </a:cubicBezTo>
                  <a:cubicBezTo>
                    <a:pt x="23712" y="68644"/>
                    <a:pt x="25026" y="63419"/>
                    <a:pt x="25847" y="59991"/>
                  </a:cubicBezTo>
                  <a:cubicBezTo>
                    <a:pt x="26668" y="56889"/>
                    <a:pt x="28475" y="49378"/>
                    <a:pt x="29461" y="45297"/>
                  </a:cubicBezTo>
                  <a:cubicBezTo>
                    <a:pt x="30446" y="41705"/>
                    <a:pt x="31431" y="38113"/>
                    <a:pt x="32253" y="34358"/>
                  </a:cubicBezTo>
                  <a:cubicBezTo>
                    <a:pt x="34059" y="27664"/>
                    <a:pt x="34388" y="26358"/>
                    <a:pt x="39151" y="19664"/>
                  </a:cubicBezTo>
                  <a:cubicBezTo>
                    <a:pt x="43750" y="13133"/>
                    <a:pt x="51469" y="4644"/>
                    <a:pt x="63788" y="4644"/>
                  </a:cubicBezTo>
                  <a:cubicBezTo>
                    <a:pt x="73314" y="4644"/>
                    <a:pt x="73478" y="12970"/>
                    <a:pt x="73478" y="16072"/>
                  </a:cubicBezTo>
                  <a:cubicBezTo>
                    <a:pt x="73478" y="25868"/>
                    <a:pt x="66416" y="43991"/>
                    <a:pt x="63788" y="50848"/>
                  </a:cubicBezTo>
                  <a:cubicBezTo>
                    <a:pt x="61981" y="55419"/>
                    <a:pt x="61324" y="56889"/>
                    <a:pt x="61324" y="59664"/>
                  </a:cubicBezTo>
                  <a:cubicBezTo>
                    <a:pt x="61324" y="68317"/>
                    <a:pt x="68551" y="73705"/>
                    <a:pt x="76927" y="73705"/>
                  </a:cubicBezTo>
                  <a:cubicBezTo>
                    <a:pt x="93352" y="73705"/>
                    <a:pt x="100579" y="51174"/>
                    <a:pt x="100579" y="48725"/>
                  </a:cubicBezTo>
                  <a:cubicBezTo>
                    <a:pt x="100579" y="46603"/>
                    <a:pt x="98443" y="46603"/>
                    <a:pt x="97951" y="46603"/>
                  </a:cubicBezTo>
                  <a:cubicBezTo>
                    <a:pt x="95651" y="46603"/>
                    <a:pt x="95487" y="47583"/>
                    <a:pt x="94830" y="49378"/>
                  </a:cubicBezTo>
                  <a:cubicBezTo>
                    <a:pt x="91052" y="62440"/>
                    <a:pt x="83990" y="69134"/>
                    <a:pt x="77420" y="69134"/>
                  </a:cubicBezTo>
                  <a:cubicBezTo>
                    <a:pt x="73971" y="69134"/>
                    <a:pt x="73314" y="66848"/>
                    <a:pt x="73314" y="63419"/>
                  </a:cubicBezTo>
                  <a:cubicBezTo>
                    <a:pt x="73314" y="59664"/>
                    <a:pt x="74135" y="57542"/>
                    <a:pt x="77092" y="50195"/>
                  </a:cubicBezTo>
                  <a:cubicBezTo>
                    <a:pt x="79062" y="45134"/>
                    <a:pt x="85797" y="27827"/>
                    <a:pt x="85797" y="18684"/>
                  </a:cubicBezTo>
                  <a:cubicBezTo>
                    <a:pt x="85797" y="2848"/>
                    <a:pt x="73150" y="72"/>
                    <a:pt x="64445" y="72"/>
                  </a:cubicBezTo>
                  <a:cubicBezTo>
                    <a:pt x="50812" y="72"/>
                    <a:pt x="41615" y="8399"/>
                    <a:pt x="36687" y="14929"/>
                  </a:cubicBezTo>
                  <a:cubicBezTo>
                    <a:pt x="35538" y="3664"/>
                    <a:pt x="25847" y="72"/>
                    <a:pt x="19113" y="72"/>
                  </a:cubicBezTo>
                  <a:cubicBezTo>
                    <a:pt x="12051" y="72"/>
                    <a:pt x="8273" y="5133"/>
                    <a:pt x="6138" y="8889"/>
                  </a:cubicBezTo>
                  <a:cubicBezTo>
                    <a:pt x="2524" y="14929"/>
                    <a:pt x="225" y="24236"/>
                    <a:pt x="225" y="25052"/>
                  </a:cubicBezTo>
                  <a:cubicBezTo>
                    <a:pt x="225" y="27174"/>
                    <a:pt x="2524" y="27174"/>
                    <a:pt x="3017" y="27174"/>
                  </a:cubicBezTo>
                  <a:cubicBezTo>
                    <a:pt x="5317" y="27174"/>
                    <a:pt x="5481" y="26684"/>
                    <a:pt x="6630" y="22276"/>
                  </a:cubicBezTo>
                  <a:cubicBezTo>
                    <a:pt x="9094" y="12644"/>
                    <a:pt x="12215" y="4644"/>
                    <a:pt x="18620" y="4644"/>
                  </a:cubicBezTo>
                  <a:cubicBezTo>
                    <a:pt x="22891" y="4644"/>
                    <a:pt x="24040" y="8235"/>
                    <a:pt x="24040" y="12644"/>
                  </a:cubicBezTo>
                  <a:cubicBezTo>
                    <a:pt x="24040" y="15746"/>
                    <a:pt x="22562" y="21787"/>
                    <a:pt x="21413" y="26195"/>
                  </a:cubicBezTo>
                  <a:cubicBezTo>
                    <a:pt x="20263" y="30603"/>
                    <a:pt x="18620" y="37297"/>
                    <a:pt x="17799" y="40889"/>
                  </a:cubicBezTo>
                  <a:lnTo>
                    <a:pt x="12543" y="6178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 name="Freeform: Shape 27">
              <a:extLst>
                <a:ext uri="{FF2B5EF4-FFF2-40B4-BE49-F238E27FC236}">
                  <a16:creationId xmlns:a16="http://schemas.microsoft.com/office/drawing/2014/main" id="{656EB321-26E3-0533-93EC-1D5C5BB91E46}"/>
                </a:ext>
              </a:extLst>
            </p:cNvPr>
            <p:cNvSpPr/>
            <p:nvPr>
              <p:custDataLst>
                <p:tags r:id="rId6"/>
              </p:custDataLst>
            </p:nvPr>
          </p:nvSpPr>
          <p:spPr>
            <a:xfrm>
              <a:off x="7089334" y="6813647"/>
              <a:ext cx="503137" cy="9328"/>
            </a:xfrm>
            <a:custGeom>
              <a:avLst/>
              <a:gdLst>
                <a:gd name="connsiteX0" fmla="*/ 0 w 503137"/>
                <a:gd name="connsiteY0" fmla="*/ 0 h 9328"/>
                <a:gd name="connsiteX1" fmla="*/ 503137 w 503137"/>
                <a:gd name="connsiteY1" fmla="*/ 0 h 9328"/>
                <a:gd name="connsiteX2" fmla="*/ 503137 w 503137"/>
                <a:gd name="connsiteY2" fmla="*/ 9329 h 9328"/>
                <a:gd name="connsiteX3" fmla="*/ 0 w 503137"/>
                <a:gd name="connsiteY3" fmla="*/ 9329 h 9328"/>
              </a:gdLst>
              <a:ahLst/>
              <a:cxnLst>
                <a:cxn ang="0">
                  <a:pos x="connsiteX0" y="connsiteY0"/>
                </a:cxn>
                <a:cxn ang="0">
                  <a:pos x="connsiteX1" y="connsiteY1"/>
                </a:cxn>
                <a:cxn ang="0">
                  <a:pos x="connsiteX2" y="connsiteY2"/>
                </a:cxn>
                <a:cxn ang="0">
                  <a:pos x="connsiteX3" y="connsiteY3"/>
                </a:cxn>
              </a:cxnLst>
              <a:rect l="l" t="t" r="r" b="b"/>
              <a:pathLst>
                <a:path w="503137" h="9328">
                  <a:moveTo>
                    <a:pt x="0" y="0"/>
                  </a:moveTo>
                  <a:lnTo>
                    <a:pt x="503137" y="0"/>
                  </a:lnTo>
                  <a:lnTo>
                    <a:pt x="503137" y="9329"/>
                  </a:lnTo>
                  <a:lnTo>
                    <a:pt x="0" y="932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 name="Freeform: Shape 28">
              <a:extLst>
                <a:ext uri="{FF2B5EF4-FFF2-40B4-BE49-F238E27FC236}">
                  <a16:creationId xmlns:a16="http://schemas.microsoft.com/office/drawing/2014/main" id="{1356D51E-22BB-D192-B34F-36D419229271}"/>
                </a:ext>
              </a:extLst>
            </p:cNvPr>
            <p:cNvSpPr/>
            <p:nvPr>
              <p:custDataLst>
                <p:tags r:id="rId7"/>
              </p:custDataLst>
            </p:nvPr>
          </p:nvSpPr>
          <p:spPr>
            <a:xfrm>
              <a:off x="7098720" y="6869612"/>
              <a:ext cx="123418" cy="172128"/>
            </a:xfrm>
            <a:custGeom>
              <a:avLst/>
              <a:gdLst>
                <a:gd name="connsiteX0" fmla="*/ 99462 w 123418"/>
                <a:gd name="connsiteY0" fmla="*/ 88014 h 172128"/>
                <a:gd name="connsiteX1" fmla="*/ 69194 w 123418"/>
                <a:gd name="connsiteY1" fmla="*/ 60493 h 172128"/>
                <a:gd name="connsiteX2" fmla="*/ 21328 w 123418"/>
                <a:gd name="connsiteY2" fmla="*/ 82417 h 172128"/>
                <a:gd name="connsiteX3" fmla="*/ 211 w 123418"/>
                <a:gd name="connsiteY3" fmla="*/ 130697 h 172128"/>
                <a:gd name="connsiteX4" fmla="*/ 43384 w 123418"/>
                <a:gd name="connsiteY4" fmla="*/ 172213 h 172128"/>
                <a:gd name="connsiteX5" fmla="*/ 123629 w 123418"/>
                <a:gd name="connsiteY5" fmla="*/ 60493 h 172128"/>
                <a:gd name="connsiteX6" fmla="*/ 72948 w 123418"/>
                <a:gd name="connsiteY6" fmla="*/ 84 h 172128"/>
                <a:gd name="connsiteX7" fmla="*/ 28133 w 123418"/>
                <a:gd name="connsiteY7" fmla="*/ 36936 h 172128"/>
                <a:gd name="connsiteX8" fmla="*/ 37049 w 123418"/>
                <a:gd name="connsiteY8" fmla="*/ 45099 h 172128"/>
                <a:gd name="connsiteX9" fmla="*/ 49719 w 123418"/>
                <a:gd name="connsiteY9" fmla="*/ 32737 h 172128"/>
                <a:gd name="connsiteX10" fmla="*/ 38691 w 123418"/>
                <a:gd name="connsiteY10" fmla="*/ 24574 h 172128"/>
                <a:gd name="connsiteX11" fmla="*/ 72479 w 123418"/>
                <a:gd name="connsiteY11" fmla="*/ 5915 h 172128"/>
                <a:gd name="connsiteX12" fmla="*/ 106032 w 123418"/>
                <a:gd name="connsiteY12" fmla="*/ 48131 h 172128"/>
                <a:gd name="connsiteX13" fmla="*/ 99696 w 123418"/>
                <a:gd name="connsiteY13" fmla="*/ 88014 h 172128"/>
                <a:gd name="connsiteX14" fmla="*/ 99462 w 123418"/>
                <a:gd name="connsiteY14" fmla="*/ 88014 h 172128"/>
                <a:gd name="connsiteX15" fmla="*/ 44088 w 123418"/>
                <a:gd name="connsiteY15" fmla="*/ 165682 h 172128"/>
                <a:gd name="connsiteX16" fmla="*/ 18278 w 123418"/>
                <a:gd name="connsiteY16" fmla="*/ 139327 h 172128"/>
                <a:gd name="connsiteX17" fmla="*/ 33764 w 123418"/>
                <a:gd name="connsiteY17" fmla="*/ 86382 h 172128"/>
                <a:gd name="connsiteX18" fmla="*/ 69194 w 123418"/>
                <a:gd name="connsiteY18" fmla="*/ 65624 h 172128"/>
                <a:gd name="connsiteX19" fmla="*/ 95238 w 123418"/>
                <a:gd name="connsiteY19" fmla="*/ 96411 h 172128"/>
                <a:gd name="connsiteX20" fmla="*/ 44088 w 123418"/>
                <a:gd name="connsiteY20" fmla="*/ 165682 h 17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3418" h="172128">
                  <a:moveTo>
                    <a:pt x="99462" y="88014"/>
                  </a:moveTo>
                  <a:cubicBezTo>
                    <a:pt x="97116" y="73554"/>
                    <a:pt x="87495" y="60493"/>
                    <a:pt x="69194" y="60493"/>
                  </a:cubicBezTo>
                  <a:cubicBezTo>
                    <a:pt x="54881" y="60493"/>
                    <a:pt x="39630" y="64224"/>
                    <a:pt x="21328" y="82417"/>
                  </a:cubicBezTo>
                  <a:cubicBezTo>
                    <a:pt x="1853" y="101775"/>
                    <a:pt x="211" y="123466"/>
                    <a:pt x="211" y="130697"/>
                  </a:cubicBezTo>
                  <a:cubicBezTo>
                    <a:pt x="211" y="145158"/>
                    <a:pt x="10535" y="172213"/>
                    <a:pt x="43384" y="172213"/>
                  </a:cubicBezTo>
                  <a:cubicBezTo>
                    <a:pt x="99227" y="172213"/>
                    <a:pt x="123629" y="93845"/>
                    <a:pt x="123629" y="60493"/>
                  </a:cubicBezTo>
                  <a:cubicBezTo>
                    <a:pt x="123629" y="23408"/>
                    <a:pt x="101808" y="84"/>
                    <a:pt x="72948" y="84"/>
                  </a:cubicBezTo>
                  <a:cubicBezTo>
                    <a:pt x="38926" y="84"/>
                    <a:pt x="28133" y="30405"/>
                    <a:pt x="28133" y="36936"/>
                  </a:cubicBezTo>
                  <a:cubicBezTo>
                    <a:pt x="28133" y="40201"/>
                    <a:pt x="30010" y="45099"/>
                    <a:pt x="37049" y="45099"/>
                  </a:cubicBezTo>
                  <a:cubicBezTo>
                    <a:pt x="44792" y="45099"/>
                    <a:pt x="49719" y="38102"/>
                    <a:pt x="49719" y="32737"/>
                  </a:cubicBezTo>
                  <a:cubicBezTo>
                    <a:pt x="49719" y="24574"/>
                    <a:pt x="42445" y="24574"/>
                    <a:pt x="38691" y="24574"/>
                  </a:cubicBezTo>
                  <a:cubicBezTo>
                    <a:pt x="49015" y="7315"/>
                    <a:pt x="65674" y="5915"/>
                    <a:pt x="72479" y="5915"/>
                  </a:cubicBezTo>
                  <a:cubicBezTo>
                    <a:pt x="89607" y="5915"/>
                    <a:pt x="106032" y="18043"/>
                    <a:pt x="106032" y="48131"/>
                  </a:cubicBezTo>
                  <a:cubicBezTo>
                    <a:pt x="106032" y="57227"/>
                    <a:pt x="104624" y="69122"/>
                    <a:pt x="99696" y="88014"/>
                  </a:cubicBezTo>
                  <a:lnTo>
                    <a:pt x="99462" y="88014"/>
                  </a:lnTo>
                  <a:close/>
                  <a:moveTo>
                    <a:pt x="44088" y="165682"/>
                  </a:moveTo>
                  <a:cubicBezTo>
                    <a:pt x="18278" y="165682"/>
                    <a:pt x="18278" y="141659"/>
                    <a:pt x="18278" y="139327"/>
                  </a:cubicBezTo>
                  <a:cubicBezTo>
                    <a:pt x="18278" y="133029"/>
                    <a:pt x="24144" y="100376"/>
                    <a:pt x="33764" y="86382"/>
                  </a:cubicBezTo>
                  <a:cubicBezTo>
                    <a:pt x="43149" y="73087"/>
                    <a:pt x="54646" y="65624"/>
                    <a:pt x="69194" y="65624"/>
                  </a:cubicBezTo>
                  <a:cubicBezTo>
                    <a:pt x="94769" y="65624"/>
                    <a:pt x="95238" y="91746"/>
                    <a:pt x="95238" y="96411"/>
                  </a:cubicBezTo>
                  <a:cubicBezTo>
                    <a:pt x="95238" y="113204"/>
                    <a:pt x="80222" y="165682"/>
                    <a:pt x="44088" y="16568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 name="Freeform: Shape 29">
              <a:extLst>
                <a:ext uri="{FF2B5EF4-FFF2-40B4-BE49-F238E27FC236}">
                  <a16:creationId xmlns:a16="http://schemas.microsoft.com/office/drawing/2014/main" id="{62C61EAB-9317-D5EF-BAD8-6F80D24B2E95}"/>
                </a:ext>
              </a:extLst>
            </p:cNvPr>
            <p:cNvSpPr/>
            <p:nvPr>
              <p:custDataLst>
                <p:tags r:id="rId8"/>
              </p:custDataLst>
            </p:nvPr>
          </p:nvSpPr>
          <p:spPr>
            <a:xfrm>
              <a:off x="7233743" y="6933519"/>
              <a:ext cx="116848" cy="105656"/>
            </a:xfrm>
            <a:custGeom>
              <a:avLst/>
              <a:gdLst>
                <a:gd name="connsiteX0" fmla="*/ 71781 w 116848"/>
                <a:gd name="connsiteY0" fmla="*/ 32737 h 105656"/>
                <a:gd name="connsiteX1" fmla="*/ 95010 w 116848"/>
                <a:gd name="connsiteY1" fmla="*/ 5215 h 105656"/>
                <a:gd name="connsiteX2" fmla="*/ 106741 w 116848"/>
                <a:gd name="connsiteY2" fmla="*/ 8248 h 105656"/>
                <a:gd name="connsiteX3" fmla="*/ 95479 w 116848"/>
                <a:gd name="connsiteY3" fmla="*/ 20842 h 105656"/>
                <a:gd name="connsiteX4" fmla="*/ 104395 w 116848"/>
                <a:gd name="connsiteY4" fmla="*/ 29006 h 105656"/>
                <a:gd name="connsiteX5" fmla="*/ 117065 w 116848"/>
                <a:gd name="connsiteY5" fmla="*/ 15478 h 105656"/>
                <a:gd name="connsiteX6" fmla="*/ 95244 w 116848"/>
                <a:gd name="connsiteY6" fmla="*/ 84 h 105656"/>
                <a:gd name="connsiteX7" fmla="*/ 70608 w 116848"/>
                <a:gd name="connsiteY7" fmla="*/ 17810 h 105656"/>
                <a:gd name="connsiteX8" fmla="*/ 45267 w 116848"/>
                <a:gd name="connsiteY8" fmla="*/ 84 h 105656"/>
                <a:gd name="connsiteX9" fmla="*/ 7491 w 116848"/>
                <a:gd name="connsiteY9" fmla="*/ 36003 h 105656"/>
                <a:gd name="connsiteX10" fmla="*/ 10306 w 116848"/>
                <a:gd name="connsiteY10" fmla="*/ 38335 h 105656"/>
                <a:gd name="connsiteX11" fmla="*/ 13356 w 116848"/>
                <a:gd name="connsiteY11" fmla="*/ 35769 h 105656"/>
                <a:gd name="connsiteX12" fmla="*/ 44798 w 116848"/>
                <a:gd name="connsiteY12" fmla="*/ 5215 h 105656"/>
                <a:gd name="connsiteX13" fmla="*/ 57468 w 116848"/>
                <a:gd name="connsiteY13" fmla="*/ 20842 h 105656"/>
                <a:gd name="connsiteX14" fmla="*/ 44798 w 116848"/>
                <a:gd name="connsiteY14" fmla="*/ 76353 h 105656"/>
                <a:gd name="connsiteX15" fmla="*/ 22507 w 116848"/>
                <a:gd name="connsiteY15" fmla="*/ 100609 h 105656"/>
                <a:gd name="connsiteX16" fmla="*/ 10775 w 116848"/>
                <a:gd name="connsiteY16" fmla="*/ 97577 h 105656"/>
                <a:gd name="connsiteX17" fmla="*/ 21803 w 116848"/>
                <a:gd name="connsiteY17" fmla="*/ 84982 h 105656"/>
                <a:gd name="connsiteX18" fmla="*/ 13122 w 116848"/>
                <a:gd name="connsiteY18" fmla="*/ 76819 h 105656"/>
                <a:gd name="connsiteX19" fmla="*/ 217 w 116848"/>
                <a:gd name="connsiteY19" fmla="*/ 90347 h 105656"/>
                <a:gd name="connsiteX20" fmla="*/ 22273 w 116848"/>
                <a:gd name="connsiteY20" fmla="*/ 105740 h 105656"/>
                <a:gd name="connsiteX21" fmla="*/ 46909 w 116848"/>
                <a:gd name="connsiteY21" fmla="*/ 88015 h 105656"/>
                <a:gd name="connsiteX22" fmla="*/ 72250 w 116848"/>
                <a:gd name="connsiteY22" fmla="*/ 105740 h 105656"/>
                <a:gd name="connsiteX23" fmla="*/ 109792 w 116848"/>
                <a:gd name="connsiteY23" fmla="*/ 69822 h 105656"/>
                <a:gd name="connsiteX24" fmla="*/ 106976 w 116848"/>
                <a:gd name="connsiteY24" fmla="*/ 67490 h 105656"/>
                <a:gd name="connsiteX25" fmla="*/ 103926 w 116848"/>
                <a:gd name="connsiteY25" fmla="*/ 70055 h 105656"/>
                <a:gd name="connsiteX26" fmla="*/ 72719 w 116848"/>
                <a:gd name="connsiteY26" fmla="*/ 100609 h 105656"/>
                <a:gd name="connsiteX27" fmla="*/ 59814 w 116848"/>
                <a:gd name="connsiteY27" fmla="*/ 85216 h 105656"/>
                <a:gd name="connsiteX28" fmla="*/ 63803 w 116848"/>
                <a:gd name="connsiteY28" fmla="*/ 64691 h 105656"/>
                <a:gd name="connsiteX29" fmla="*/ 71781 w 116848"/>
                <a:gd name="connsiteY29" fmla="*/ 32737 h 10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6848" h="105656">
                  <a:moveTo>
                    <a:pt x="71781" y="32737"/>
                  </a:moveTo>
                  <a:cubicBezTo>
                    <a:pt x="73189" y="26673"/>
                    <a:pt x="78585" y="5215"/>
                    <a:pt x="95010" y="5215"/>
                  </a:cubicBezTo>
                  <a:cubicBezTo>
                    <a:pt x="96183" y="5215"/>
                    <a:pt x="101814" y="5215"/>
                    <a:pt x="106741" y="8248"/>
                  </a:cubicBezTo>
                  <a:cubicBezTo>
                    <a:pt x="100172" y="9414"/>
                    <a:pt x="95479" y="15245"/>
                    <a:pt x="95479" y="20842"/>
                  </a:cubicBezTo>
                  <a:cubicBezTo>
                    <a:pt x="95479" y="24574"/>
                    <a:pt x="98060" y="29006"/>
                    <a:pt x="104395" y="29006"/>
                  </a:cubicBezTo>
                  <a:cubicBezTo>
                    <a:pt x="109557" y="29006"/>
                    <a:pt x="117065" y="24807"/>
                    <a:pt x="117065" y="15478"/>
                  </a:cubicBezTo>
                  <a:cubicBezTo>
                    <a:pt x="117065" y="3350"/>
                    <a:pt x="103222" y="84"/>
                    <a:pt x="95244" y="84"/>
                  </a:cubicBezTo>
                  <a:cubicBezTo>
                    <a:pt x="81635" y="84"/>
                    <a:pt x="73423" y="12446"/>
                    <a:pt x="70608" y="17810"/>
                  </a:cubicBezTo>
                  <a:cubicBezTo>
                    <a:pt x="64742" y="2417"/>
                    <a:pt x="52071" y="84"/>
                    <a:pt x="45267" y="84"/>
                  </a:cubicBezTo>
                  <a:cubicBezTo>
                    <a:pt x="20865" y="84"/>
                    <a:pt x="7491" y="30172"/>
                    <a:pt x="7491" y="36003"/>
                  </a:cubicBezTo>
                  <a:cubicBezTo>
                    <a:pt x="7491" y="38335"/>
                    <a:pt x="9837" y="38335"/>
                    <a:pt x="10306" y="38335"/>
                  </a:cubicBezTo>
                  <a:cubicBezTo>
                    <a:pt x="12183" y="38335"/>
                    <a:pt x="12887" y="37869"/>
                    <a:pt x="13356" y="35769"/>
                  </a:cubicBezTo>
                  <a:cubicBezTo>
                    <a:pt x="21334" y="11046"/>
                    <a:pt x="36820" y="5215"/>
                    <a:pt x="44798" y="5215"/>
                  </a:cubicBezTo>
                  <a:cubicBezTo>
                    <a:pt x="49256" y="5215"/>
                    <a:pt x="57468" y="7315"/>
                    <a:pt x="57468" y="20842"/>
                  </a:cubicBezTo>
                  <a:cubicBezTo>
                    <a:pt x="57468" y="28073"/>
                    <a:pt x="53479" y="43700"/>
                    <a:pt x="44798" y="76353"/>
                  </a:cubicBezTo>
                  <a:cubicBezTo>
                    <a:pt x="41043" y="90813"/>
                    <a:pt x="32831" y="100609"/>
                    <a:pt x="22507" y="100609"/>
                  </a:cubicBezTo>
                  <a:cubicBezTo>
                    <a:pt x="21099" y="100609"/>
                    <a:pt x="15703" y="100609"/>
                    <a:pt x="10775" y="97577"/>
                  </a:cubicBezTo>
                  <a:cubicBezTo>
                    <a:pt x="16641" y="96411"/>
                    <a:pt x="21803" y="91513"/>
                    <a:pt x="21803" y="84982"/>
                  </a:cubicBezTo>
                  <a:cubicBezTo>
                    <a:pt x="21803" y="78685"/>
                    <a:pt x="16641" y="76819"/>
                    <a:pt x="13122" y="76819"/>
                  </a:cubicBezTo>
                  <a:cubicBezTo>
                    <a:pt x="6083" y="76819"/>
                    <a:pt x="217" y="82883"/>
                    <a:pt x="217" y="90347"/>
                  </a:cubicBezTo>
                  <a:cubicBezTo>
                    <a:pt x="217" y="101076"/>
                    <a:pt x="11949" y="105740"/>
                    <a:pt x="22273" y="105740"/>
                  </a:cubicBezTo>
                  <a:cubicBezTo>
                    <a:pt x="37759" y="105740"/>
                    <a:pt x="46205" y="89414"/>
                    <a:pt x="46909" y="88015"/>
                  </a:cubicBezTo>
                  <a:cubicBezTo>
                    <a:pt x="49725" y="96644"/>
                    <a:pt x="58172" y="105740"/>
                    <a:pt x="72250" y="105740"/>
                  </a:cubicBezTo>
                  <a:cubicBezTo>
                    <a:pt x="96417" y="105740"/>
                    <a:pt x="109792" y="75653"/>
                    <a:pt x="109792" y="69822"/>
                  </a:cubicBezTo>
                  <a:cubicBezTo>
                    <a:pt x="109792" y="67490"/>
                    <a:pt x="107680" y="67490"/>
                    <a:pt x="106976" y="67490"/>
                  </a:cubicBezTo>
                  <a:cubicBezTo>
                    <a:pt x="104864" y="67490"/>
                    <a:pt x="104395" y="68423"/>
                    <a:pt x="103926" y="70055"/>
                  </a:cubicBezTo>
                  <a:cubicBezTo>
                    <a:pt x="96183" y="95012"/>
                    <a:pt x="80228" y="100609"/>
                    <a:pt x="72719" y="100609"/>
                  </a:cubicBezTo>
                  <a:cubicBezTo>
                    <a:pt x="63568" y="100609"/>
                    <a:pt x="59814" y="93146"/>
                    <a:pt x="59814" y="85216"/>
                  </a:cubicBezTo>
                  <a:cubicBezTo>
                    <a:pt x="59814" y="80084"/>
                    <a:pt x="61222" y="74953"/>
                    <a:pt x="63803" y="64691"/>
                  </a:cubicBezTo>
                  <a:lnTo>
                    <a:pt x="71781" y="3273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 name="Freeform: Shape 30">
              <a:extLst>
                <a:ext uri="{FF2B5EF4-FFF2-40B4-BE49-F238E27FC236}">
                  <a16:creationId xmlns:a16="http://schemas.microsoft.com/office/drawing/2014/main" id="{E873B109-BB2B-E10C-77A1-D39496B9D819}"/>
                </a:ext>
              </a:extLst>
            </p:cNvPr>
            <p:cNvSpPr/>
            <p:nvPr>
              <p:custDataLst>
                <p:tags r:id="rId9"/>
              </p:custDataLst>
            </p:nvPr>
          </p:nvSpPr>
          <p:spPr>
            <a:xfrm>
              <a:off x="7373357" y="6958288"/>
              <a:ext cx="80808" cy="114939"/>
            </a:xfrm>
            <a:custGeom>
              <a:avLst/>
              <a:gdLst>
                <a:gd name="connsiteX0" fmla="*/ 39313 w 80808"/>
                <a:gd name="connsiteY0" fmla="*/ 4984 h 114939"/>
                <a:gd name="connsiteX1" fmla="*/ 39970 w 80808"/>
                <a:gd name="connsiteY1" fmla="*/ 2371 h 114939"/>
                <a:gd name="connsiteX2" fmla="*/ 37342 w 80808"/>
                <a:gd name="connsiteY2" fmla="*/ 86 h 114939"/>
                <a:gd name="connsiteX3" fmla="*/ 16319 w 80808"/>
                <a:gd name="connsiteY3" fmla="*/ 1718 h 114939"/>
                <a:gd name="connsiteX4" fmla="*/ 12705 w 80808"/>
                <a:gd name="connsiteY4" fmla="*/ 5474 h 114939"/>
                <a:gd name="connsiteX5" fmla="*/ 16976 w 80808"/>
                <a:gd name="connsiteY5" fmla="*/ 7759 h 114939"/>
                <a:gd name="connsiteX6" fmla="*/ 24859 w 80808"/>
                <a:gd name="connsiteY6" fmla="*/ 10208 h 114939"/>
                <a:gd name="connsiteX7" fmla="*/ 24202 w 80808"/>
                <a:gd name="connsiteY7" fmla="*/ 13800 h 114939"/>
                <a:gd name="connsiteX8" fmla="*/ 1044 w 80808"/>
                <a:gd name="connsiteY8" fmla="*/ 106208 h 114939"/>
                <a:gd name="connsiteX9" fmla="*/ 223 w 80808"/>
                <a:gd name="connsiteY9" fmla="*/ 109800 h 114939"/>
                <a:gd name="connsiteX10" fmla="*/ 5807 w 80808"/>
                <a:gd name="connsiteY10" fmla="*/ 115025 h 114939"/>
                <a:gd name="connsiteX11" fmla="*/ 13362 w 80808"/>
                <a:gd name="connsiteY11" fmla="*/ 108168 h 114939"/>
                <a:gd name="connsiteX12" fmla="*/ 21410 w 80808"/>
                <a:gd name="connsiteY12" fmla="*/ 76494 h 114939"/>
                <a:gd name="connsiteX13" fmla="*/ 42434 w 80808"/>
                <a:gd name="connsiteY13" fmla="*/ 89882 h 114939"/>
                <a:gd name="connsiteX14" fmla="*/ 42105 w 80808"/>
                <a:gd name="connsiteY14" fmla="*/ 93147 h 114939"/>
                <a:gd name="connsiteX15" fmla="*/ 41448 w 80808"/>
                <a:gd name="connsiteY15" fmla="*/ 98208 h 114939"/>
                <a:gd name="connsiteX16" fmla="*/ 58858 w 80808"/>
                <a:gd name="connsiteY16" fmla="*/ 115025 h 114939"/>
                <a:gd name="connsiteX17" fmla="*/ 79717 w 80808"/>
                <a:gd name="connsiteY17" fmla="*/ 90045 h 114939"/>
                <a:gd name="connsiteX18" fmla="*/ 77089 w 80808"/>
                <a:gd name="connsiteY18" fmla="*/ 87923 h 114939"/>
                <a:gd name="connsiteX19" fmla="*/ 73804 w 80808"/>
                <a:gd name="connsiteY19" fmla="*/ 91841 h 114939"/>
                <a:gd name="connsiteX20" fmla="*/ 59351 w 80808"/>
                <a:gd name="connsiteY20" fmla="*/ 110453 h 114939"/>
                <a:gd name="connsiteX21" fmla="*/ 53602 w 80808"/>
                <a:gd name="connsiteY21" fmla="*/ 101964 h 114939"/>
                <a:gd name="connsiteX22" fmla="*/ 54588 w 80808"/>
                <a:gd name="connsiteY22" fmla="*/ 94617 h 114939"/>
                <a:gd name="connsiteX23" fmla="*/ 55409 w 80808"/>
                <a:gd name="connsiteY23" fmla="*/ 89555 h 114939"/>
                <a:gd name="connsiteX24" fmla="*/ 28801 w 80808"/>
                <a:gd name="connsiteY24" fmla="*/ 72249 h 114939"/>
                <a:gd name="connsiteX25" fmla="*/ 42434 w 80808"/>
                <a:gd name="connsiteY25" fmla="*/ 61474 h 114939"/>
                <a:gd name="connsiteX26" fmla="*/ 68220 w 80808"/>
                <a:gd name="connsiteY26" fmla="*/ 45963 h 114939"/>
                <a:gd name="connsiteX27" fmla="*/ 73640 w 80808"/>
                <a:gd name="connsiteY27" fmla="*/ 48086 h 114939"/>
                <a:gd name="connsiteX28" fmla="*/ 65099 w 80808"/>
                <a:gd name="connsiteY28" fmla="*/ 57229 h 114939"/>
                <a:gd name="connsiteX29" fmla="*/ 71669 w 80808"/>
                <a:gd name="connsiteY29" fmla="*/ 63270 h 114939"/>
                <a:gd name="connsiteX30" fmla="*/ 81031 w 80808"/>
                <a:gd name="connsiteY30" fmla="*/ 52821 h 114939"/>
                <a:gd name="connsiteX31" fmla="*/ 68384 w 80808"/>
                <a:gd name="connsiteY31" fmla="*/ 41392 h 114939"/>
                <a:gd name="connsiteX32" fmla="*/ 42105 w 80808"/>
                <a:gd name="connsiteY32" fmla="*/ 55759 h 114939"/>
                <a:gd name="connsiteX33" fmla="*/ 23053 w 80808"/>
                <a:gd name="connsiteY33" fmla="*/ 70127 h 114939"/>
                <a:gd name="connsiteX34" fmla="*/ 39313 w 80808"/>
                <a:gd name="connsiteY34" fmla="*/ 4984 h 11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0808" h="114939">
                  <a:moveTo>
                    <a:pt x="39313" y="4984"/>
                  </a:moveTo>
                  <a:cubicBezTo>
                    <a:pt x="39477" y="4657"/>
                    <a:pt x="39970" y="2535"/>
                    <a:pt x="39970" y="2371"/>
                  </a:cubicBezTo>
                  <a:cubicBezTo>
                    <a:pt x="39970" y="1555"/>
                    <a:pt x="39313" y="86"/>
                    <a:pt x="37342" y="86"/>
                  </a:cubicBezTo>
                  <a:cubicBezTo>
                    <a:pt x="34057" y="86"/>
                    <a:pt x="20425" y="1392"/>
                    <a:pt x="16319" y="1718"/>
                  </a:cubicBezTo>
                  <a:cubicBezTo>
                    <a:pt x="15005" y="1882"/>
                    <a:pt x="12705" y="2045"/>
                    <a:pt x="12705" y="5474"/>
                  </a:cubicBezTo>
                  <a:cubicBezTo>
                    <a:pt x="12705" y="7759"/>
                    <a:pt x="15005" y="7759"/>
                    <a:pt x="16976" y="7759"/>
                  </a:cubicBezTo>
                  <a:cubicBezTo>
                    <a:pt x="24859" y="7759"/>
                    <a:pt x="24859" y="8902"/>
                    <a:pt x="24859" y="10208"/>
                  </a:cubicBezTo>
                  <a:cubicBezTo>
                    <a:pt x="24859" y="11351"/>
                    <a:pt x="24531" y="12331"/>
                    <a:pt x="24202" y="13800"/>
                  </a:cubicBezTo>
                  <a:lnTo>
                    <a:pt x="1044" y="106208"/>
                  </a:lnTo>
                  <a:cubicBezTo>
                    <a:pt x="223" y="109147"/>
                    <a:pt x="223" y="109474"/>
                    <a:pt x="223" y="109800"/>
                  </a:cubicBezTo>
                  <a:cubicBezTo>
                    <a:pt x="223" y="112249"/>
                    <a:pt x="2194" y="115025"/>
                    <a:pt x="5807" y="115025"/>
                  </a:cubicBezTo>
                  <a:cubicBezTo>
                    <a:pt x="10241" y="115025"/>
                    <a:pt x="12377" y="111760"/>
                    <a:pt x="13362" y="108168"/>
                  </a:cubicBezTo>
                  <a:cubicBezTo>
                    <a:pt x="13691" y="107515"/>
                    <a:pt x="20753" y="78780"/>
                    <a:pt x="21410" y="76494"/>
                  </a:cubicBezTo>
                  <a:cubicBezTo>
                    <a:pt x="33072" y="77637"/>
                    <a:pt x="42434" y="81392"/>
                    <a:pt x="42434" y="89882"/>
                  </a:cubicBezTo>
                  <a:cubicBezTo>
                    <a:pt x="42434" y="90698"/>
                    <a:pt x="42434" y="91515"/>
                    <a:pt x="42105" y="93147"/>
                  </a:cubicBezTo>
                  <a:cubicBezTo>
                    <a:pt x="41448" y="95596"/>
                    <a:pt x="41448" y="96413"/>
                    <a:pt x="41448" y="98208"/>
                  </a:cubicBezTo>
                  <a:cubicBezTo>
                    <a:pt x="41448" y="109800"/>
                    <a:pt x="50974" y="115025"/>
                    <a:pt x="58858" y="115025"/>
                  </a:cubicBezTo>
                  <a:cubicBezTo>
                    <a:pt x="74790" y="115025"/>
                    <a:pt x="79717" y="90208"/>
                    <a:pt x="79717" y="90045"/>
                  </a:cubicBezTo>
                  <a:cubicBezTo>
                    <a:pt x="79717" y="87923"/>
                    <a:pt x="77582" y="87923"/>
                    <a:pt x="77089" y="87923"/>
                  </a:cubicBezTo>
                  <a:cubicBezTo>
                    <a:pt x="74790" y="87923"/>
                    <a:pt x="74626" y="88739"/>
                    <a:pt x="73804" y="91841"/>
                  </a:cubicBezTo>
                  <a:cubicBezTo>
                    <a:pt x="71833" y="98862"/>
                    <a:pt x="67399" y="110453"/>
                    <a:pt x="59351" y="110453"/>
                  </a:cubicBezTo>
                  <a:cubicBezTo>
                    <a:pt x="54916" y="110453"/>
                    <a:pt x="53602" y="106372"/>
                    <a:pt x="53602" y="101964"/>
                  </a:cubicBezTo>
                  <a:cubicBezTo>
                    <a:pt x="53602" y="99188"/>
                    <a:pt x="53602" y="98862"/>
                    <a:pt x="54588" y="94617"/>
                  </a:cubicBezTo>
                  <a:cubicBezTo>
                    <a:pt x="54752" y="94127"/>
                    <a:pt x="55409" y="91351"/>
                    <a:pt x="55409" y="89555"/>
                  </a:cubicBezTo>
                  <a:cubicBezTo>
                    <a:pt x="55409" y="75025"/>
                    <a:pt x="35699" y="72739"/>
                    <a:pt x="28801" y="72249"/>
                  </a:cubicBezTo>
                  <a:cubicBezTo>
                    <a:pt x="33564" y="69310"/>
                    <a:pt x="39641" y="63923"/>
                    <a:pt x="42434" y="61474"/>
                  </a:cubicBezTo>
                  <a:cubicBezTo>
                    <a:pt x="50810" y="53637"/>
                    <a:pt x="59022" y="45963"/>
                    <a:pt x="68220" y="45963"/>
                  </a:cubicBezTo>
                  <a:cubicBezTo>
                    <a:pt x="70191" y="45963"/>
                    <a:pt x="72326" y="46453"/>
                    <a:pt x="73640" y="48086"/>
                  </a:cubicBezTo>
                  <a:cubicBezTo>
                    <a:pt x="66577" y="49229"/>
                    <a:pt x="65099" y="54780"/>
                    <a:pt x="65099" y="57229"/>
                  </a:cubicBezTo>
                  <a:cubicBezTo>
                    <a:pt x="65099" y="60821"/>
                    <a:pt x="67891" y="63270"/>
                    <a:pt x="71669" y="63270"/>
                  </a:cubicBezTo>
                  <a:cubicBezTo>
                    <a:pt x="76104" y="63270"/>
                    <a:pt x="81031" y="59678"/>
                    <a:pt x="81031" y="52821"/>
                  </a:cubicBezTo>
                  <a:cubicBezTo>
                    <a:pt x="81031" y="47433"/>
                    <a:pt x="77089" y="41392"/>
                    <a:pt x="68384" y="41392"/>
                  </a:cubicBezTo>
                  <a:cubicBezTo>
                    <a:pt x="59022" y="41392"/>
                    <a:pt x="50481" y="48086"/>
                    <a:pt x="42105" y="55759"/>
                  </a:cubicBezTo>
                  <a:cubicBezTo>
                    <a:pt x="35207" y="62290"/>
                    <a:pt x="29787" y="67351"/>
                    <a:pt x="23053" y="70127"/>
                  </a:cubicBezTo>
                  <a:lnTo>
                    <a:pt x="39313" y="498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 name="Freeform: Shape 31">
              <a:extLst>
                <a:ext uri="{FF2B5EF4-FFF2-40B4-BE49-F238E27FC236}">
                  <a16:creationId xmlns:a16="http://schemas.microsoft.com/office/drawing/2014/main" id="{0DE05199-7723-E1DD-A13C-343352D37FD9}"/>
                </a:ext>
              </a:extLst>
            </p:cNvPr>
            <p:cNvSpPr/>
            <p:nvPr>
              <p:custDataLst>
                <p:tags r:id="rId10"/>
              </p:custDataLst>
            </p:nvPr>
          </p:nvSpPr>
          <p:spPr>
            <a:xfrm>
              <a:off x="7472471" y="6999594"/>
              <a:ext cx="100353" cy="73632"/>
            </a:xfrm>
            <a:custGeom>
              <a:avLst/>
              <a:gdLst>
                <a:gd name="connsiteX0" fmla="*/ 12545 w 100353"/>
                <a:gd name="connsiteY0" fmla="*/ 61800 h 73632"/>
                <a:gd name="connsiteX1" fmla="*/ 10903 w 100353"/>
                <a:gd name="connsiteY1" fmla="*/ 68494 h 73632"/>
                <a:gd name="connsiteX2" fmla="*/ 16487 w 100353"/>
                <a:gd name="connsiteY2" fmla="*/ 73719 h 73632"/>
                <a:gd name="connsiteX3" fmla="*/ 22893 w 100353"/>
                <a:gd name="connsiteY3" fmla="*/ 70127 h 73632"/>
                <a:gd name="connsiteX4" fmla="*/ 25849 w 100353"/>
                <a:gd name="connsiteY4" fmla="*/ 60004 h 73632"/>
                <a:gd name="connsiteX5" fmla="*/ 29463 w 100353"/>
                <a:gd name="connsiteY5" fmla="*/ 45310 h 73632"/>
                <a:gd name="connsiteX6" fmla="*/ 32255 w 100353"/>
                <a:gd name="connsiteY6" fmla="*/ 34372 h 73632"/>
                <a:gd name="connsiteX7" fmla="*/ 39153 w 100353"/>
                <a:gd name="connsiteY7" fmla="*/ 19678 h 73632"/>
                <a:gd name="connsiteX8" fmla="*/ 63790 w 100353"/>
                <a:gd name="connsiteY8" fmla="*/ 4657 h 73632"/>
                <a:gd name="connsiteX9" fmla="*/ 73480 w 100353"/>
                <a:gd name="connsiteY9" fmla="*/ 16086 h 73632"/>
                <a:gd name="connsiteX10" fmla="*/ 63790 w 100353"/>
                <a:gd name="connsiteY10" fmla="*/ 50861 h 73632"/>
                <a:gd name="connsiteX11" fmla="*/ 61326 w 100353"/>
                <a:gd name="connsiteY11" fmla="*/ 59678 h 73632"/>
                <a:gd name="connsiteX12" fmla="*/ 76929 w 100353"/>
                <a:gd name="connsiteY12" fmla="*/ 73719 h 73632"/>
                <a:gd name="connsiteX13" fmla="*/ 100581 w 100353"/>
                <a:gd name="connsiteY13" fmla="*/ 48739 h 73632"/>
                <a:gd name="connsiteX14" fmla="*/ 97953 w 100353"/>
                <a:gd name="connsiteY14" fmla="*/ 46616 h 73632"/>
                <a:gd name="connsiteX15" fmla="*/ 94832 w 100353"/>
                <a:gd name="connsiteY15" fmla="*/ 49392 h 73632"/>
                <a:gd name="connsiteX16" fmla="*/ 77422 w 100353"/>
                <a:gd name="connsiteY16" fmla="*/ 69147 h 73632"/>
                <a:gd name="connsiteX17" fmla="*/ 73316 w 100353"/>
                <a:gd name="connsiteY17" fmla="*/ 63433 h 73632"/>
                <a:gd name="connsiteX18" fmla="*/ 77094 w 100353"/>
                <a:gd name="connsiteY18" fmla="*/ 50208 h 73632"/>
                <a:gd name="connsiteX19" fmla="*/ 85799 w 100353"/>
                <a:gd name="connsiteY19" fmla="*/ 18698 h 73632"/>
                <a:gd name="connsiteX20" fmla="*/ 64447 w 100353"/>
                <a:gd name="connsiteY20" fmla="*/ 86 h 73632"/>
                <a:gd name="connsiteX21" fmla="*/ 36689 w 100353"/>
                <a:gd name="connsiteY21" fmla="*/ 14943 h 73632"/>
                <a:gd name="connsiteX22" fmla="*/ 19115 w 100353"/>
                <a:gd name="connsiteY22" fmla="*/ 86 h 73632"/>
                <a:gd name="connsiteX23" fmla="*/ 6140 w 100353"/>
                <a:gd name="connsiteY23" fmla="*/ 8902 h 73632"/>
                <a:gd name="connsiteX24" fmla="*/ 227 w 100353"/>
                <a:gd name="connsiteY24" fmla="*/ 25065 h 73632"/>
                <a:gd name="connsiteX25" fmla="*/ 3019 w 100353"/>
                <a:gd name="connsiteY25" fmla="*/ 27188 h 73632"/>
                <a:gd name="connsiteX26" fmla="*/ 6633 w 100353"/>
                <a:gd name="connsiteY26" fmla="*/ 22290 h 73632"/>
                <a:gd name="connsiteX27" fmla="*/ 18622 w 100353"/>
                <a:gd name="connsiteY27" fmla="*/ 4657 h 73632"/>
                <a:gd name="connsiteX28" fmla="*/ 24042 w 100353"/>
                <a:gd name="connsiteY28" fmla="*/ 12657 h 73632"/>
                <a:gd name="connsiteX29" fmla="*/ 21415 w 100353"/>
                <a:gd name="connsiteY29" fmla="*/ 26208 h 73632"/>
                <a:gd name="connsiteX30" fmla="*/ 17801 w 100353"/>
                <a:gd name="connsiteY30" fmla="*/ 40902 h 73632"/>
                <a:gd name="connsiteX31" fmla="*/ 12545 w 100353"/>
                <a:gd name="connsiteY31" fmla="*/ 61800 h 7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0353" h="73632">
                  <a:moveTo>
                    <a:pt x="12545" y="61800"/>
                  </a:moveTo>
                  <a:cubicBezTo>
                    <a:pt x="11888" y="63923"/>
                    <a:pt x="10903" y="68004"/>
                    <a:pt x="10903" y="68494"/>
                  </a:cubicBezTo>
                  <a:cubicBezTo>
                    <a:pt x="10903" y="72086"/>
                    <a:pt x="13859" y="73719"/>
                    <a:pt x="16487" y="73719"/>
                  </a:cubicBezTo>
                  <a:cubicBezTo>
                    <a:pt x="19444" y="73719"/>
                    <a:pt x="22072" y="71596"/>
                    <a:pt x="22893" y="70127"/>
                  </a:cubicBezTo>
                  <a:cubicBezTo>
                    <a:pt x="23714" y="68657"/>
                    <a:pt x="25028" y="63433"/>
                    <a:pt x="25849" y="60004"/>
                  </a:cubicBezTo>
                  <a:cubicBezTo>
                    <a:pt x="26670" y="56902"/>
                    <a:pt x="28477" y="49392"/>
                    <a:pt x="29463" y="45310"/>
                  </a:cubicBezTo>
                  <a:cubicBezTo>
                    <a:pt x="30448" y="41719"/>
                    <a:pt x="31433" y="38127"/>
                    <a:pt x="32255" y="34372"/>
                  </a:cubicBezTo>
                  <a:cubicBezTo>
                    <a:pt x="34061" y="27678"/>
                    <a:pt x="34390" y="26372"/>
                    <a:pt x="39153" y="19678"/>
                  </a:cubicBezTo>
                  <a:cubicBezTo>
                    <a:pt x="43752" y="13147"/>
                    <a:pt x="51471" y="4657"/>
                    <a:pt x="63790" y="4657"/>
                  </a:cubicBezTo>
                  <a:cubicBezTo>
                    <a:pt x="73316" y="4657"/>
                    <a:pt x="73480" y="12984"/>
                    <a:pt x="73480" y="16086"/>
                  </a:cubicBezTo>
                  <a:cubicBezTo>
                    <a:pt x="73480" y="25882"/>
                    <a:pt x="66418" y="44004"/>
                    <a:pt x="63790" y="50861"/>
                  </a:cubicBezTo>
                  <a:cubicBezTo>
                    <a:pt x="61983" y="55433"/>
                    <a:pt x="61326" y="56902"/>
                    <a:pt x="61326" y="59678"/>
                  </a:cubicBezTo>
                  <a:cubicBezTo>
                    <a:pt x="61326" y="68331"/>
                    <a:pt x="68553" y="73719"/>
                    <a:pt x="76929" y="73719"/>
                  </a:cubicBezTo>
                  <a:cubicBezTo>
                    <a:pt x="93354" y="73719"/>
                    <a:pt x="100581" y="51188"/>
                    <a:pt x="100581" y="48739"/>
                  </a:cubicBezTo>
                  <a:cubicBezTo>
                    <a:pt x="100581" y="46616"/>
                    <a:pt x="98445" y="46616"/>
                    <a:pt x="97953" y="46616"/>
                  </a:cubicBezTo>
                  <a:cubicBezTo>
                    <a:pt x="95653" y="46616"/>
                    <a:pt x="95489" y="47596"/>
                    <a:pt x="94832" y="49392"/>
                  </a:cubicBezTo>
                  <a:cubicBezTo>
                    <a:pt x="91054" y="62453"/>
                    <a:pt x="83992" y="69147"/>
                    <a:pt x="77422" y="69147"/>
                  </a:cubicBezTo>
                  <a:cubicBezTo>
                    <a:pt x="73973" y="69147"/>
                    <a:pt x="73316" y="66861"/>
                    <a:pt x="73316" y="63433"/>
                  </a:cubicBezTo>
                  <a:cubicBezTo>
                    <a:pt x="73316" y="59678"/>
                    <a:pt x="74137" y="57555"/>
                    <a:pt x="77094" y="50208"/>
                  </a:cubicBezTo>
                  <a:cubicBezTo>
                    <a:pt x="79065" y="45147"/>
                    <a:pt x="85799" y="27841"/>
                    <a:pt x="85799" y="18698"/>
                  </a:cubicBezTo>
                  <a:cubicBezTo>
                    <a:pt x="85799" y="2861"/>
                    <a:pt x="73152" y="86"/>
                    <a:pt x="64447" y="86"/>
                  </a:cubicBezTo>
                  <a:cubicBezTo>
                    <a:pt x="50814" y="86"/>
                    <a:pt x="41617" y="8412"/>
                    <a:pt x="36689" y="14943"/>
                  </a:cubicBezTo>
                  <a:cubicBezTo>
                    <a:pt x="35540" y="3678"/>
                    <a:pt x="25849" y="86"/>
                    <a:pt x="19115" y="86"/>
                  </a:cubicBezTo>
                  <a:cubicBezTo>
                    <a:pt x="12053" y="86"/>
                    <a:pt x="8275" y="5147"/>
                    <a:pt x="6140" y="8902"/>
                  </a:cubicBezTo>
                  <a:cubicBezTo>
                    <a:pt x="2526" y="14943"/>
                    <a:pt x="227" y="24249"/>
                    <a:pt x="227" y="25065"/>
                  </a:cubicBezTo>
                  <a:cubicBezTo>
                    <a:pt x="227" y="27188"/>
                    <a:pt x="2526" y="27188"/>
                    <a:pt x="3019" y="27188"/>
                  </a:cubicBezTo>
                  <a:cubicBezTo>
                    <a:pt x="5319" y="27188"/>
                    <a:pt x="5483" y="26698"/>
                    <a:pt x="6633" y="22290"/>
                  </a:cubicBezTo>
                  <a:cubicBezTo>
                    <a:pt x="9096" y="12657"/>
                    <a:pt x="12217" y="4657"/>
                    <a:pt x="18622" y="4657"/>
                  </a:cubicBezTo>
                  <a:cubicBezTo>
                    <a:pt x="22893" y="4657"/>
                    <a:pt x="24042" y="8249"/>
                    <a:pt x="24042" y="12657"/>
                  </a:cubicBezTo>
                  <a:cubicBezTo>
                    <a:pt x="24042" y="15759"/>
                    <a:pt x="22564" y="21800"/>
                    <a:pt x="21415" y="26208"/>
                  </a:cubicBezTo>
                  <a:cubicBezTo>
                    <a:pt x="20265" y="30616"/>
                    <a:pt x="18622" y="37310"/>
                    <a:pt x="17801" y="40902"/>
                  </a:cubicBezTo>
                  <a:lnTo>
                    <a:pt x="12545" y="618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 name="Freeform: Shape 32">
              <a:extLst>
                <a:ext uri="{FF2B5EF4-FFF2-40B4-BE49-F238E27FC236}">
                  <a16:creationId xmlns:a16="http://schemas.microsoft.com/office/drawing/2014/main" id="{8A1619F9-6A1B-0060-D2F1-581512EA6FCB}"/>
                </a:ext>
              </a:extLst>
            </p:cNvPr>
            <p:cNvSpPr/>
            <p:nvPr>
              <p:custDataLst>
                <p:tags r:id="rId11"/>
              </p:custDataLst>
            </p:nvPr>
          </p:nvSpPr>
          <p:spPr>
            <a:xfrm>
              <a:off x="7698942" y="6791023"/>
              <a:ext cx="156032" cy="54577"/>
            </a:xfrm>
            <a:custGeom>
              <a:avLst/>
              <a:gdLst>
                <a:gd name="connsiteX0" fmla="*/ 148291 w 156032"/>
                <a:gd name="connsiteY0" fmla="*/ 9407 h 54577"/>
                <a:gd name="connsiteX1" fmla="*/ 156269 w 156032"/>
                <a:gd name="connsiteY1" fmla="*/ 4742 h 54577"/>
                <a:gd name="connsiteX2" fmla="*/ 148526 w 156032"/>
                <a:gd name="connsiteY2" fmla="*/ 77 h 54577"/>
                <a:gd name="connsiteX3" fmla="*/ 7979 w 156032"/>
                <a:gd name="connsiteY3" fmla="*/ 77 h 54577"/>
                <a:gd name="connsiteX4" fmla="*/ 236 w 156032"/>
                <a:gd name="connsiteY4" fmla="*/ 4742 h 54577"/>
                <a:gd name="connsiteX5" fmla="*/ 8214 w 156032"/>
                <a:gd name="connsiteY5" fmla="*/ 9407 h 54577"/>
                <a:gd name="connsiteX6" fmla="*/ 148291 w 156032"/>
                <a:gd name="connsiteY6" fmla="*/ 9407 h 54577"/>
                <a:gd name="connsiteX7" fmla="*/ 148526 w 156032"/>
                <a:gd name="connsiteY7" fmla="*/ 54655 h 54577"/>
                <a:gd name="connsiteX8" fmla="*/ 156269 w 156032"/>
                <a:gd name="connsiteY8" fmla="*/ 49990 h 54577"/>
                <a:gd name="connsiteX9" fmla="*/ 148291 w 156032"/>
                <a:gd name="connsiteY9" fmla="*/ 45325 h 54577"/>
                <a:gd name="connsiteX10" fmla="*/ 8214 w 156032"/>
                <a:gd name="connsiteY10" fmla="*/ 45325 h 54577"/>
                <a:gd name="connsiteX11" fmla="*/ 236 w 156032"/>
                <a:gd name="connsiteY11" fmla="*/ 49990 h 54577"/>
                <a:gd name="connsiteX12" fmla="*/ 7979 w 156032"/>
                <a:gd name="connsiteY12" fmla="*/ 54655 h 54577"/>
                <a:gd name="connsiteX13" fmla="*/ 148526 w 156032"/>
                <a:gd name="connsiteY13" fmla="*/ 54655 h 54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032" h="54577">
                  <a:moveTo>
                    <a:pt x="148291" y="9407"/>
                  </a:moveTo>
                  <a:cubicBezTo>
                    <a:pt x="151811" y="9407"/>
                    <a:pt x="156269" y="9407"/>
                    <a:pt x="156269" y="4742"/>
                  </a:cubicBezTo>
                  <a:cubicBezTo>
                    <a:pt x="156269" y="77"/>
                    <a:pt x="151811" y="77"/>
                    <a:pt x="148526" y="77"/>
                  </a:cubicBezTo>
                  <a:lnTo>
                    <a:pt x="7979" y="77"/>
                  </a:lnTo>
                  <a:cubicBezTo>
                    <a:pt x="4694" y="77"/>
                    <a:pt x="236" y="77"/>
                    <a:pt x="236" y="4742"/>
                  </a:cubicBezTo>
                  <a:cubicBezTo>
                    <a:pt x="236" y="9407"/>
                    <a:pt x="4694" y="9407"/>
                    <a:pt x="8214" y="9407"/>
                  </a:cubicBezTo>
                  <a:lnTo>
                    <a:pt x="148291" y="9407"/>
                  </a:lnTo>
                  <a:close/>
                  <a:moveTo>
                    <a:pt x="148526" y="54655"/>
                  </a:moveTo>
                  <a:cubicBezTo>
                    <a:pt x="151811" y="54655"/>
                    <a:pt x="156269" y="54655"/>
                    <a:pt x="156269" y="49990"/>
                  </a:cubicBezTo>
                  <a:cubicBezTo>
                    <a:pt x="156269" y="45325"/>
                    <a:pt x="151811" y="45325"/>
                    <a:pt x="148291" y="45325"/>
                  </a:cubicBezTo>
                  <a:lnTo>
                    <a:pt x="8214" y="45325"/>
                  </a:lnTo>
                  <a:cubicBezTo>
                    <a:pt x="4694" y="45325"/>
                    <a:pt x="236" y="45325"/>
                    <a:pt x="236" y="49990"/>
                  </a:cubicBezTo>
                  <a:cubicBezTo>
                    <a:pt x="236" y="54655"/>
                    <a:pt x="4694" y="54655"/>
                    <a:pt x="7979" y="54655"/>
                  </a:cubicBezTo>
                  <a:lnTo>
                    <a:pt x="148526" y="546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 name="Freeform: Shape 33">
              <a:extLst>
                <a:ext uri="{FF2B5EF4-FFF2-40B4-BE49-F238E27FC236}">
                  <a16:creationId xmlns:a16="http://schemas.microsoft.com/office/drawing/2014/main" id="{6DBDE2F8-B66B-EEF0-7B8B-8450D3A48DF6}"/>
                </a:ext>
              </a:extLst>
            </p:cNvPr>
            <p:cNvSpPr/>
            <p:nvPr>
              <p:custDataLst>
                <p:tags r:id="rId12"/>
              </p:custDataLst>
            </p:nvPr>
          </p:nvSpPr>
          <p:spPr>
            <a:xfrm>
              <a:off x="7940482" y="6711956"/>
              <a:ext cx="127906" cy="209913"/>
            </a:xfrm>
            <a:custGeom>
              <a:avLst/>
              <a:gdLst>
                <a:gd name="connsiteX0" fmla="*/ 128153 w 127906"/>
                <a:gd name="connsiteY0" fmla="*/ 32031 h 209913"/>
                <a:gd name="connsiteX1" fmla="*/ 96243 w 127906"/>
                <a:gd name="connsiteY1" fmla="*/ 77 h 209913"/>
                <a:gd name="connsiteX2" fmla="*/ 67852 w 127906"/>
                <a:gd name="connsiteY2" fmla="*/ 9873 h 209913"/>
                <a:gd name="connsiteX3" fmla="*/ 37584 w 127906"/>
                <a:gd name="connsiteY3" fmla="*/ 59553 h 209913"/>
                <a:gd name="connsiteX4" fmla="*/ 277 w 127906"/>
                <a:gd name="connsiteY4" fmla="*/ 207658 h 209913"/>
                <a:gd name="connsiteX5" fmla="*/ 3092 w 127906"/>
                <a:gd name="connsiteY5" fmla="*/ 209990 h 209913"/>
                <a:gd name="connsiteX6" fmla="*/ 5908 w 127906"/>
                <a:gd name="connsiteY6" fmla="*/ 208824 h 209913"/>
                <a:gd name="connsiteX7" fmla="*/ 22332 w 127906"/>
                <a:gd name="connsiteY7" fmla="*/ 144451 h 209913"/>
                <a:gd name="connsiteX8" fmla="*/ 54243 w 127906"/>
                <a:gd name="connsiteY8" fmla="*/ 167075 h 209913"/>
                <a:gd name="connsiteX9" fmla="*/ 99527 w 127906"/>
                <a:gd name="connsiteY9" fmla="*/ 148649 h 209913"/>
                <a:gd name="connsiteX10" fmla="*/ 118298 w 127906"/>
                <a:gd name="connsiteY10" fmla="*/ 105734 h 209913"/>
                <a:gd name="connsiteX11" fmla="*/ 101170 w 127906"/>
                <a:gd name="connsiteY11" fmla="*/ 70981 h 209913"/>
                <a:gd name="connsiteX12" fmla="*/ 128153 w 127906"/>
                <a:gd name="connsiteY12" fmla="*/ 32031 h 209913"/>
                <a:gd name="connsiteX13" fmla="*/ 85919 w 127906"/>
                <a:gd name="connsiteY13" fmla="*/ 70748 h 209913"/>
                <a:gd name="connsiteX14" fmla="*/ 74656 w 127906"/>
                <a:gd name="connsiteY14" fmla="*/ 72381 h 209913"/>
                <a:gd name="connsiteX15" fmla="*/ 64332 w 127906"/>
                <a:gd name="connsiteY15" fmla="*/ 71448 h 209913"/>
                <a:gd name="connsiteX16" fmla="*/ 75829 w 127906"/>
                <a:gd name="connsiteY16" fmla="*/ 69582 h 209913"/>
                <a:gd name="connsiteX17" fmla="*/ 85919 w 127906"/>
                <a:gd name="connsiteY17" fmla="*/ 70748 h 209913"/>
                <a:gd name="connsiteX18" fmla="*/ 115013 w 127906"/>
                <a:gd name="connsiteY18" fmla="*/ 26666 h 209913"/>
                <a:gd name="connsiteX19" fmla="*/ 93896 w 127906"/>
                <a:gd name="connsiteY19" fmla="*/ 67016 h 209913"/>
                <a:gd name="connsiteX20" fmla="*/ 75829 w 127906"/>
                <a:gd name="connsiteY20" fmla="*/ 64218 h 209913"/>
                <a:gd name="connsiteX21" fmla="*/ 57762 w 127906"/>
                <a:gd name="connsiteY21" fmla="*/ 71681 h 209913"/>
                <a:gd name="connsiteX22" fmla="*/ 73952 w 127906"/>
                <a:gd name="connsiteY22" fmla="*/ 77512 h 209913"/>
                <a:gd name="connsiteX23" fmla="*/ 93192 w 127906"/>
                <a:gd name="connsiteY23" fmla="*/ 74480 h 209913"/>
                <a:gd name="connsiteX24" fmla="*/ 103516 w 127906"/>
                <a:gd name="connsiteY24" fmla="*/ 100836 h 209913"/>
                <a:gd name="connsiteX25" fmla="*/ 91784 w 127906"/>
                <a:gd name="connsiteY25" fmla="*/ 140952 h 209913"/>
                <a:gd name="connsiteX26" fmla="*/ 53539 w 127906"/>
                <a:gd name="connsiteY26" fmla="*/ 161944 h 209913"/>
                <a:gd name="connsiteX27" fmla="*/ 26790 w 127906"/>
                <a:gd name="connsiteY27" fmla="*/ 131856 h 209913"/>
                <a:gd name="connsiteX28" fmla="*/ 27964 w 127906"/>
                <a:gd name="connsiteY28" fmla="*/ 121594 h 209913"/>
                <a:gd name="connsiteX29" fmla="*/ 42980 w 127906"/>
                <a:gd name="connsiteY29" fmla="*/ 62585 h 209913"/>
                <a:gd name="connsiteX30" fmla="*/ 93192 w 127906"/>
                <a:gd name="connsiteY30" fmla="*/ 5442 h 209913"/>
                <a:gd name="connsiteX31" fmla="*/ 115013 w 127906"/>
                <a:gd name="connsiteY31" fmla="*/ 26666 h 20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7906" h="209913">
                  <a:moveTo>
                    <a:pt x="128153" y="32031"/>
                  </a:moveTo>
                  <a:cubicBezTo>
                    <a:pt x="128153" y="14538"/>
                    <a:pt x="115248" y="77"/>
                    <a:pt x="96243" y="77"/>
                  </a:cubicBezTo>
                  <a:cubicBezTo>
                    <a:pt x="82634" y="77"/>
                    <a:pt x="76064" y="3809"/>
                    <a:pt x="67852" y="9873"/>
                  </a:cubicBezTo>
                  <a:cubicBezTo>
                    <a:pt x="54947" y="19203"/>
                    <a:pt x="42042" y="41827"/>
                    <a:pt x="37584" y="59553"/>
                  </a:cubicBezTo>
                  <a:lnTo>
                    <a:pt x="277" y="207658"/>
                  </a:lnTo>
                  <a:cubicBezTo>
                    <a:pt x="42" y="208591"/>
                    <a:pt x="1215" y="209990"/>
                    <a:pt x="3092" y="209990"/>
                  </a:cubicBezTo>
                  <a:cubicBezTo>
                    <a:pt x="4969" y="209990"/>
                    <a:pt x="5673" y="209524"/>
                    <a:pt x="5908" y="208824"/>
                  </a:cubicBezTo>
                  <a:lnTo>
                    <a:pt x="22332" y="144451"/>
                  </a:lnTo>
                  <a:cubicBezTo>
                    <a:pt x="26790" y="158445"/>
                    <a:pt x="37114" y="167075"/>
                    <a:pt x="54243" y="167075"/>
                  </a:cubicBezTo>
                  <a:cubicBezTo>
                    <a:pt x="71371" y="167075"/>
                    <a:pt x="88969" y="158912"/>
                    <a:pt x="99527" y="148649"/>
                  </a:cubicBezTo>
                  <a:cubicBezTo>
                    <a:pt x="110790" y="137920"/>
                    <a:pt x="118298" y="122993"/>
                    <a:pt x="118298" y="105734"/>
                  </a:cubicBezTo>
                  <a:cubicBezTo>
                    <a:pt x="118298" y="88941"/>
                    <a:pt x="109617" y="76812"/>
                    <a:pt x="101170" y="70981"/>
                  </a:cubicBezTo>
                  <a:cubicBezTo>
                    <a:pt x="114779" y="63285"/>
                    <a:pt x="128153" y="48824"/>
                    <a:pt x="128153" y="32031"/>
                  </a:cubicBezTo>
                  <a:close/>
                  <a:moveTo>
                    <a:pt x="85919" y="70748"/>
                  </a:moveTo>
                  <a:cubicBezTo>
                    <a:pt x="82868" y="71914"/>
                    <a:pt x="80287" y="72381"/>
                    <a:pt x="74656" y="72381"/>
                  </a:cubicBezTo>
                  <a:cubicBezTo>
                    <a:pt x="71371" y="72381"/>
                    <a:pt x="66678" y="72614"/>
                    <a:pt x="64332" y="71448"/>
                  </a:cubicBezTo>
                  <a:cubicBezTo>
                    <a:pt x="64801" y="69116"/>
                    <a:pt x="73248" y="69582"/>
                    <a:pt x="75829" y="69582"/>
                  </a:cubicBezTo>
                  <a:cubicBezTo>
                    <a:pt x="80757" y="69582"/>
                    <a:pt x="82868" y="69582"/>
                    <a:pt x="85919" y="70748"/>
                  </a:cubicBezTo>
                  <a:close/>
                  <a:moveTo>
                    <a:pt x="115013" y="26666"/>
                  </a:moveTo>
                  <a:cubicBezTo>
                    <a:pt x="115013" y="42993"/>
                    <a:pt x="106097" y="59786"/>
                    <a:pt x="93896" y="67016"/>
                  </a:cubicBezTo>
                  <a:cubicBezTo>
                    <a:pt x="87561" y="64684"/>
                    <a:pt x="82868" y="64218"/>
                    <a:pt x="75829" y="64218"/>
                  </a:cubicBezTo>
                  <a:cubicBezTo>
                    <a:pt x="70902" y="64218"/>
                    <a:pt x="57762" y="63984"/>
                    <a:pt x="57762" y="71681"/>
                  </a:cubicBezTo>
                  <a:cubicBezTo>
                    <a:pt x="57528" y="78212"/>
                    <a:pt x="69729" y="77512"/>
                    <a:pt x="73952" y="77512"/>
                  </a:cubicBezTo>
                  <a:cubicBezTo>
                    <a:pt x="82634" y="77512"/>
                    <a:pt x="86153" y="77279"/>
                    <a:pt x="93192" y="74480"/>
                  </a:cubicBezTo>
                  <a:cubicBezTo>
                    <a:pt x="102108" y="82876"/>
                    <a:pt x="103282" y="90107"/>
                    <a:pt x="103516" y="100836"/>
                  </a:cubicBezTo>
                  <a:cubicBezTo>
                    <a:pt x="103986" y="114363"/>
                    <a:pt x="98354" y="131856"/>
                    <a:pt x="91784" y="140952"/>
                  </a:cubicBezTo>
                  <a:cubicBezTo>
                    <a:pt x="82634" y="153547"/>
                    <a:pt x="66913" y="161944"/>
                    <a:pt x="53539" y="161944"/>
                  </a:cubicBezTo>
                  <a:cubicBezTo>
                    <a:pt x="35707" y="161944"/>
                    <a:pt x="26790" y="148416"/>
                    <a:pt x="26790" y="131856"/>
                  </a:cubicBezTo>
                  <a:cubicBezTo>
                    <a:pt x="26790" y="129524"/>
                    <a:pt x="26790" y="126025"/>
                    <a:pt x="27964" y="121594"/>
                  </a:cubicBezTo>
                  <a:lnTo>
                    <a:pt x="42980" y="62585"/>
                  </a:lnTo>
                  <a:cubicBezTo>
                    <a:pt x="48142" y="42527"/>
                    <a:pt x="65036" y="5442"/>
                    <a:pt x="93192" y="5442"/>
                  </a:cubicBezTo>
                  <a:cubicBezTo>
                    <a:pt x="106801" y="5442"/>
                    <a:pt x="115013" y="12672"/>
                    <a:pt x="115013" y="2666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 name="Freeform: Shape 34">
              <a:extLst>
                <a:ext uri="{FF2B5EF4-FFF2-40B4-BE49-F238E27FC236}">
                  <a16:creationId xmlns:a16="http://schemas.microsoft.com/office/drawing/2014/main" id="{5D71C922-BAF8-E4D6-C625-36EFA2041143}"/>
                </a:ext>
              </a:extLst>
            </p:cNvPr>
            <p:cNvSpPr/>
            <p:nvPr>
              <p:custDataLst>
                <p:tags r:id="rId13"/>
              </p:custDataLst>
            </p:nvPr>
          </p:nvSpPr>
          <p:spPr>
            <a:xfrm>
              <a:off x="8078507" y="6798300"/>
              <a:ext cx="80808" cy="114939"/>
            </a:xfrm>
            <a:custGeom>
              <a:avLst/>
              <a:gdLst>
                <a:gd name="connsiteX0" fmla="*/ 39343 w 80808"/>
                <a:gd name="connsiteY0" fmla="*/ 4977 h 114939"/>
                <a:gd name="connsiteX1" fmla="*/ 40000 w 80808"/>
                <a:gd name="connsiteY1" fmla="*/ 2365 h 114939"/>
                <a:gd name="connsiteX2" fmla="*/ 37372 w 80808"/>
                <a:gd name="connsiteY2" fmla="*/ 79 h 114939"/>
                <a:gd name="connsiteX3" fmla="*/ 16349 w 80808"/>
                <a:gd name="connsiteY3" fmla="*/ 1712 h 114939"/>
                <a:gd name="connsiteX4" fmla="*/ 12735 w 80808"/>
                <a:gd name="connsiteY4" fmla="*/ 5467 h 114939"/>
                <a:gd name="connsiteX5" fmla="*/ 17005 w 80808"/>
                <a:gd name="connsiteY5" fmla="*/ 7752 h 114939"/>
                <a:gd name="connsiteX6" fmla="*/ 24889 w 80808"/>
                <a:gd name="connsiteY6" fmla="*/ 10201 h 114939"/>
                <a:gd name="connsiteX7" fmla="*/ 24232 w 80808"/>
                <a:gd name="connsiteY7" fmla="*/ 13793 h 114939"/>
                <a:gd name="connsiteX8" fmla="*/ 1074 w 80808"/>
                <a:gd name="connsiteY8" fmla="*/ 106202 h 114939"/>
                <a:gd name="connsiteX9" fmla="*/ 253 w 80808"/>
                <a:gd name="connsiteY9" fmla="*/ 109793 h 114939"/>
                <a:gd name="connsiteX10" fmla="*/ 5837 w 80808"/>
                <a:gd name="connsiteY10" fmla="*/ 115018 h 114939"/>
                <a:gd name="connsiteX11" fmla="*/ 13392 w 80808"/>
                <a:gd name="connsiteY11" fmla="*/ 108161 h 114939"/>
                <a:gd name="connsiteX12" fmla="*/ 21440 w 80808"/>
                <a:gd name="connsiteY12" fmla="*/ 76487 h 114939"/>
                <a:gd name="connsiteX13" fmla="*/ 42463 w 80808"/>
                <a:gd name="connsiteY13" fmla="*/ 89875 h 114939"/>
                <a:gd name="connsiteX14" fmla="*/ 42135 w 80808"/>
                <a:gd name="connsiteY14" fmla="*/ 93140 h 114939"/>
                <a:gd name="connsiteX15" fmla="*/ 41478 w 80808"/>
                <a:gd name="connsiteY15" fmla="*/ 98202 h 114939"/>
                <a:gd name="connsiteX16" fmla="*/ 58888 w 80808"/>
                <a:gd name="connsiteY16" fmla="*/ 115018 h 114939"/>
                <a:gd name="connsiteX17" fmla="*/ 79747 w 80808"/>
                <a:gd name="connsiteY17" fmla="*/ 90038 h 114939"/>
                <a:gd name="connsiteX18" fmla="*/ 77119 w 80808"/>
                <a:gd name="connsiteY18" fmla="*/ 87916 h 114939"/>
                <a:gd name="connsiteX19" fmla="*/ 73834 w 80808"/>
                <a:gd name="connsiteY19" fmla="*/ 91834 h 114939"/>
                <a:gd name="connsiteX20" fmla="*/ 59381 w 80808"/>
                <a:gd name="connsiteY20" fmla="*/ 110447 h 114939"/>
                <a:gd name="connsiteX21" fmla="*/ 53632 w 80808"/>
                <a:gd name="connsiteY21" fmla="*/ 101957 h 114939"/>
                <a:gd name="connsiteX22" fmla="*/ 54618 w 80808"/>
                <a:gd name="connsiteY22" fmla="*/ 94610 h 114939"/>
                <a:gd name="connsiteX23" fmla="*/ 55439 w 80808"/>
                <a:gd name="connsiteY23" fmla="*/ 89549 h 114939"/>
                <a:gd name="connsiteX24" fmla="*/ 28831 w 80808"/>
                <a:gd name="connsiteY24" fmla="*/ 72242 h 114939"/>
                <a:gd name="connsiteX25" fmla="*/ 42463 w 80808"/>
                <a:gd name="connsiteY25" fmla="*/ 61467 h 114939"/>
                <a:gd name="connsiteX26" fmla="*/ 68250 w 80808"/>
                <a:gd name="connsiteY26" fmla="*/ 45957 h 114939"/>
                <a:gd name="connsiteX27" fmla="*/ 73670 w 80808"/>
                <a:gd name="connsiteY27" fmla="*/ 48079 h 114939"/>
                <a:gd name="connsiteX28" fmla="*/ 65129 w 80808"/>
                <a:gd name="connsiteY28" fmla="*/ 57222 h 114939"/>
                <a:gd name="connsiteX29" fmla="*/ 71699 w 80808"/>
                <a:gd name="connsiteY29" fmla="*/ 63263 h 114939"/>
                <a:gd name="connsiteX30" fmla="*/ 81061 w 80808"/>
                <a:gd name="connsiteY30" fmla="*/ 52814 h 114939"/>
                <a:gd name="connsiteX31" fmla="*/ 68414 w 80808"/>
                <a:gd name="connsiteY31" fmla="*/ 41385 h 114939"/>
                <a:gd name="connsiteX32" fmla="*/ 42135 w 80808"/>
                <a:gd name="connsiteY32" fmla="*/ 55753 h 114939"/>
                <a:gd name="connsiteX33" fmla="*/ 23083 w 80808"/>
                <a:gd name="connsiteY33" fmla="*/ 70120 h 114939"/>
                <a:gd name="connsiteX34" fmla="*/ 39343 w 80808"/>
                <a:gd name="connsiteY34" fmla="*/ 4977 h 11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0808" h="114939">
                  <a:moveTo>
                    <a:pt x="39343" y="4977"/>
                  </a:moveTo>
                  <a:cubicBezTo>
                    <a:pt x="39507" y="4650"/>
                    <a:pt x="40000" y="2528"/>
                    <a:pt x="40000" y="2365"/>
                  </a:cubicBezTo>
                  <a:cubicBezTo>
                    <a:pt x="40000" y="1548"/>
                    <a:pt x="39343" y="79"/>
                    <a:pt x="37372" y="79"/>
                  </a:cubicBezTo>
                  <a:cubicBezTo>
                    <a:pt x="34087" y="79"/>
                    <a:pt x="20455" y="1385"/>
                    <a:pt x="16349" y="1712"/>
                  </a:cubicBezTo>
                  <a:cubicBezTo>
                    <a:pt x="15035" y="1875"/>
                    <a:pt x="12735" y="2038"/>
                    <a:pt x="12735" y="5467"/>
                  </a:cubicBezTo>
                  <a:cubicBezTo>
                    <a:pt x="12735" y="7752"/>
                    <a:pt x="15035" y="7752"/>
                    <a:pt x="17005" y="7752"/>
                  </a:cubicBezTo>
                  <a:cubicBezTo>
                    <a:pt x="24889" y="7752"/>
                    <a:pt x="24889" y="8895"/>
                    <a:pt x="24889" y="10201"/>
                  </a:cubicBezTo>
                  <a:cubicBezTo>
                    <a:pt x="24889" y="11344"/>
                    <a:pt x="24561" y="12324"/>
                    <a:pt x="24232" y="13793"/>
                  </a:cubicBezTo>
                  <a:lnTo>
                    <a:pt x="1074" y="106202"/>
                  </a:lnTo>
                  <a:cubicBezTo>
                    <a:pt x="253" y="109140"/>
                    <a:pt x="253" y="109467"/>
                    <a:pt x="253" y="109793"/>
                  </a:cubicBezTo>
                  <a:cubicBezTo>
                    <a:pt x="253" y="112242"/>
                    <a:pt x="2223" y="115018"/>
                    <a:pt x="5837" y="115018"/>
                  </a:cubicBezTo>
                  <a:cubicBezTo>
                    <a:pt x="10271" y="115018"/>
                    <a:pt x="12407" y="111753"/>
                    <a:pt x="13392" y="108161"/>
                  </a:cubicBezTo>
                  <a:cubicBezTo>
                    <a:pt x="13721" y="107508"/>
                    <a:pt x="20783" y="78773"/>
                    <a:pt x="21440" y="76487"/>
                  </a:cubicBezTo>
                  <a:cubicBezTo>
                    <a:pt x="33101" y="77630"/>
                    <a:pt x="42463" y="81385"/>
                    <a:pt x="42463" y="89875"/>
                  </a:cubicBezTo>
                  <a:cubicBezTo>
                    <a:pt x="42463" y="90691"/>
                    <a:pt x="42463" y="91508"/>
                    <a:pt x="42135" y="93140"/>
                  </a:cubicBezTo>
                  <a:cubicBezTo>
                    <a:pt x="41478" y="95589"/>
                    <a:pt x="41478" y="96406"/>
                    <a:pt x="41478" y="98202"/>
                  </a:cubicBezTo>
                  <a:cubicBezTo>
                    <a:pt x="41478" y="109793"/>
                    <a:pt x="51004" y="115018"/>
                    <a:pt x="58888" y="115018"/>
                  </a:cubicBezTo>
                  <a:cubicBezTo>
                    <a:pt x="74820" y="115018"/>
                    <a:pt x="79747" y="90202"/>
                    <a:pt x="79747" y="90038"/>
                  </a:cubicBezTo>
                  <a:cubicBezTo>
                    <a:pt x="79747" y="87916"/>
                    <a:pt x="77612" y="87916"/>
                    <a:pt x="77119" y="87916"/>
                  </a:cubicBezTo>
                  <a:cubicBezTo>
                    <a:pt x="74820" y="87916"/>
                    <a:pt x="74655" y="88732"/>
                    <a:pt x="73834" y="91834"/>
                  </a:cubicBezTo>
                  <a:cubicBezTo>
                    <a:pt x="71863" y="98855"/>
                    <a:pt x="67429" y="110447"/>
                    <a:pt x="59381" y="110447"/>
                  </a:cubicBezTo>
                  <a:cubicBezTo>
                    <a:pt x="54946" y="110447"/>
                    <a:pt x="53632" y="106365"/>
                    <a:pt x="53632" y="101957"/>
                  </a:cubicBezTo>
                  <a:cubicBezTo>
                    <a:pt x="53632" y="99181"/>
                    <a:pt x="53632" y="98855"/>
                    <a:pt x="54618" y="94610"/>
                  </a:cubicBezTo>
                  <a:cubicBezTo>
                    <a:pt x="54782" y="94120"/>
                    <a:pt x="55439" y="91344"/>
                    <a:pt x="55439" y="89549"/>
                  </a:cubicBezTo>
                  <a:cubicBezTo>
                    <a:pt x="55439" y="75018"/>
                    <a:pt x="35729" y="72732"/>
                    <a:pt x="28831" y="72242"/>
                  </a:cubicBezTo>
                  <a:cubicBezTo>
                    <a:pt x="33594" y="69304"/>
                    <a:pt x="39671" y="63916"/>
                    <a:pt x="42463" y="61467"/>
                  </a:cubicBezTo>
                  <a:cubicBezTo>
                    <a:pt x="50840" y="53630"/>
                    <a:pt x="59052" y="45957"/>
                    <a:pt x="68250" y="45957"/>
                  </a:cubicBezTo>
                  <a:cubicBezTo>
                    <a:pt x="70221" y="45957"/>
                    <a:pt x="72356" y="46446"/>
                    <a:pt x="73670" y="48079"/>
                  </a:cubicBezTo>
                  <a:cubicBezTo>
                    <a:pt x="66607" y="49222"/>
                    <a:pt x="65129" y="54773"/>
                    <a:pt x="65129" y="57222"/>
                  </a:cubicBezTo>
                  <a:cubicBezTo>
                    <a:pt x="65129" y="60814"/>
                    <a:pt x="67921" y="63263"/>
                    <a:pt x="71699" y="63263"/>
                  </a:cubicBezTo>
                  <a:cubicBezTo>
                    <a:pt x="76134" y="63263"/>
                    <a:pt x="81061" y="59671"/>
                    <a:pt x="81061" y="52814"/>
                  </a:cubicBezTo>
                  <a:cubicBezTo>
                    <a:pt x="81061" y="47426"/>
                    <a:pt x="77119" y="41385"/>
                    <a:pt x="68414" y="41385"/>
                  </a:cubicBezTo>
                  <a:cubicBezTo>
                    <a:pt x="59052" y="41385"/>
                    <a:pt x="50511" y="48079"/>
                    <a:pt x="42135" y="55753"/>
                  </a:cubicBezTo>
                  <a:cubicBezTo>
                    <a:pt x="35237" y="62283"/>
                    <a:pt x="29817" y="67344"/>
                    <a:pt x="23083" y="70120"/>
                  </a:cubicBezTo>
                  <a:lnTo>
                    <a:pt x="39343" y="49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52B3080-B8FF-3CE7-1CD6-E2A19B878AE4}"/>
                  </a:ext>
                </a:extLst>
              </p:cNvPr>
              <p:cNvSpPr txBox="1"/>
              <p:nvPr/>
            </p:nvSpPr>
            <p:spPr>
              <a:xfrm>
                <a:off x="1108050" y="4606167"/>
                <a:ext cx="4450582" cy="1200329"/>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marL="285750" lvl="0" indent="-285750">
                  <a:buFont typeface="Arial" panose="020B0604020202020204" pitchFamily="34" charset="0"/>
                  <a:buChar char="•"/>
                  <a:defRPr/>
                </a:pPr>
                <a:r>
                  <a:rPr lang="en-US" sz="1200">
                    <a:solidFill>
                      <a:schemeClr val="bg1">
                        <a:lumMod val="75000"/>
                      </a:schemeClr>
                    </a:solidFill>
                  </a:rPr>
                  <a:t>The parameters of the binomial distribution are assumed to be a linear function of the covariates </a:t>
                </a:r>
                <a14:m>
                  <m:oMath xmlns:m="http://schemas.openxmlformats.org/officeDocument/2006/math">
                    <m:sSub>
                      <m:sSubPr>
                        <m:ctrlPr>
                          <a:rPr lang="en-US" sz="1200" i="1" dirty="0" smtClean="0">
                            <a:solidFill>
                              <a:schemeClr val="bg1">
                                <a:lumMod val="75000"/>
                              </a:schemeClr>
                            </a:solidFill>
                            <a:latin typeface="Cambria Math" panose="02040503050406030204" pitchFamily="18" charset="0"/>
                          </a:rPr>
                        </m:ctrlPr>
                      </m:sSubPr>
                      <m:e>
                        <m:r>
                          <a:rPr lang="en-US" sz="1200" i="1" dirty="0" smtClean="0">
                            <a:solidFill>
                              <a:schemeClr val="bg1">
                                <a:lumMod val="75000"/>
                              </a:schemeClr>
                            </a:solidFill>
                            <a:latin typeface="Cambria Math" panose="02040503050406030204" pitchFamily="18" charset="0"/>
                          </a:rPr>
                          <m:t>𝑥</m:t>
                        </m:r>
                      </m:e>
                      <m:sub>
                        <m:r>
                          <a:rPr lang="en-US" sz="1200" i="1" dirty="0" smtClean="0">
                            <a:solidFill>
                              <a:schemeClr val="bg1">
                                <a:lumMod val="75000"/>
                              </a:schemeClr>
                            </a:solidFill>
                            <a:latin typeface="Cambria Math" panose="02040503050406030204" pitchFamily="18" charset="0"/>
                          </a:rPr>
                          <m:t>𝑛</m:t>
                        </m:r>
                      </m:sub>
                    </m:sSub>
                  </m:oMath>
                </a14:m>
                <a:r>
                  <a:rPr lang="en-US" sz="1200">
                    <a:solidFill>
                      <a:schemeClr val="bg1">
                        <a:lumMod val="75000"/>
                      </a:schemeClr>
                    </a:solidFill>
                  </a:rPr>
                  <a:t>.</a:t>
                </a:r>
              </a:p>
              <a:p>
                <a:pPr marL="285750" lvl="0" indent="-285750">
                  <a:buFont typeface="Arial" panose="020B0604020202020204" pitchFamily="34" charset="0"/>
                  <a:buChar char="•"/>
                  <a:defRPr/>
                </a:pPr>
                <a:endParaRPr lang="en-US" sz="1200">
                  <a:solidFill>
                    <a:schemeClr val="bg1">
                      <a:lumMod val="75000"/>
                    </a:schemeClr>
                  </a:solidFill>
                </a:endParaRPr>
              </a:p>
              <a:p>
                <a:pPr marL="285750" lvl="0" indent="-285750">
                  <a:buFont typeface="Arial" panose="020B0604020202020204" pitchFamily="34" charset="0"/>
                  <a:buChar char="•"/>
                  <a:defRPr/>
                </a:pPr>
                <a:r>
                  <a:rPr lang="en-US" sz="1200">
                    <a:solidFill>
                      <a:schemeClr val="bg1">
                        <a:lumMod val="75000"/>
                      </a:schemeClr>
                    </a:solidFill>
                  </a:rPr>
                  <a:t>The estimated </a:t>
                </a:r>
                <a:r>
                  <a:rPr lang="en-US" sz="1200" b="1">
                    <a:solidFill>
                      <a:schemeClr val="tx1"/>
                    </a:solidFill>
                    <a:highlight>
                      <a:srgbClr val="FFC000"/>
                    </a:highlight>
                  </a:rPr>
                  <a:t>coefficients can be directly interpreted as constant marginal effects of each covariate </a:t>
                </a:r>
                <a:r>
                  <a:rPr lang="en-US" sz="1200">
                    <a:solidFill>
                      <a:schemeClr val="bg1">
                        <a:lumMod val="75000"/>
                      </a:schemeClr>
                    </a:solidFill>
                  </a:rPr>
                  <a:t>on the probability of success.</a:t>
                </a:r>
                <a:endParaRPr kumimoji="0" lang="en-GB" sz="1200" b="0" i="0" u="none" strike="noStrike" kern="1200" cap="none" spc="0" normalizeH="0" baseline="0" noProof="0">
                  <a:ln>
                    <a:noFill/>
                  </a:ln>
                  <a:solidFill>
                    <a:schemeClr val="bg1">
                      <a:lumMod val="75000"/>
                    </a:schemeClr>
                  </a:solidFill>
                  <a:effectLst/>
                  <a:uLnTx/>
                  <a:uFillTx/>
                </a:endParaRPr>
              </a:p>
            </p:txBody>
          </p:sp>
        </mc:Choice>
        <mc:Fallback xmlns="">
          <p:sp>
            <p:nvSpPr>
              <p:cNvPr id="37" name="TextBox 36">
                <a:extLst>
                  <a:ext uri="{FF2B5EF4-FFF2-40B4-BE49-F238E27FC236}">
                    <a16:creationId xmlns:a16="http://schemas.microsoft.com/office/drawing/2014/main" id="{E52B3080-B8FF-3CE7-1CD6-E2A19B878AE4}"/>
                  </a:ext>
                </a:extLst>
              </p:cNvPr>
              <p:cNvSpPr txBox="1">
                <a:spLocks noRot="1" noChangeAspect="1" noMove="1" noResize="1" noEditPoints="1" noAdjustHandles="1" noChangeArrowheads="1" noChangeShapeType="1" noTextEdit="1"/>
              </p:cNvSpPr>
              <p:nvPr/>
            </p:nvSpPr>
            <p:spPr>
              <a:xfrm>
                <a:off x="1108050" y="4606167"/>
                <a:ext cx="4450582" cy="1200329"/>
              </a:xfrm>
              <a:prstGeom prst="rect">
                <a:avLst/>
              </a:prstGeom>
              <a:blipFill>
                <a:blip r:embed="rId28"/>
                <a:stretch>
                  <a:fillRect t="-508" b="-3046"/>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42707E80-90EA-21A6-54B5-396194AB79E7}"/>
              </a:ext>
            </a:extLst>
          </p:cNvPr>
          <p:cNvSpPr txBox="1"/>
          <p:nvPr/>
        </p:nvSpPr>
        <p:spPr>
          <a:xfrm>
            <a:off x="8343288" y="3206486"/>
            <a:ext cx="3313315" cy="116955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Which are not meaningful for a probability model</a:t>
            </a: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 Therefore, we typically prefer a link function </a:t>
            </a:r>
            <a:r>
              <a:rPr kumimoji="0" lang="en-US" sz="1400" b="0" i="1" u="none" strike="noStrike" kern="1200" cap="none" spc="0" normalizeH="0" baseline="0" noProof="0">
                <a:ln>
                  <a:noFill/>
                </a:ln>
                <a:solidFill>
                  <a:prstClr val="black"/>
                </a:solidFill>
                <a:effectLst/>
                <a:uLnTx/>
                <a:uFillTx/>
                <a:latin typeface="Aptos" panose="020B0004020202020204"/>
                <a:ea typeface="+mn-ea"/>
                <a:cs typeface="+mn-cs"/>
              </a:rPr>
              <a:t>F</a:t>
            </a: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 that ensures all predicted values lie within the  [0,1] interval.</a:t>
            </a:r>
            <a:endParaRPr kumimoji="0" lang="en-GB" sz="1400" b="0" i="1" u="none" strike="noStrike" kern="1200" cap="none" spc="0" normalizeH="0" baseline="0" noProof="0">
              <a:ln>
                <a:noFill/>
              </a:ln>
              <a:solidFill>
                <a:prstClr val="black"/>
              </a:solidFill>
              <a:effectLst/>
              <a:uLnTx/>
              <a:uFillTx/>
              <a:latin typeface="Aptos" panose="020B0004020202020204"/>
              <a:ea typeface="+mn-ea"/>
              <a:cs typeface="+mn-cs"/>
            </a:endParaRP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CED08F7-59F0-E8F0-5A57-77C1AF574EBE}"/>
                  </a:ext>
                </a:extLst>
              </p:cNvPr>
              <p:cNvSpPr txBox="1"/>
              <p:nvPr/>
            </p:nvSpPr>
            <p:spPr>
              <a:xfrm>
                <a:off x="6084465" y="4458251"/>
                <a:ext cx="5407775" cy="1815882"/>
              </a:xfrm>
              <a:prstGeom prst="rect">
                <a:avLst/>
              </a:prstGeom>
              <a:noFill/>
            </p:spPr>
            <p:txBody>
              <a:bodyPr wrap="square">
                <a:spAutoFit/>
              </a:bodyPr>
              <a:lstStyle/>
              <a:p>
                <a:pPr indent="-285750">
                  <a:buFont typeface="Arial" panose="020B0604020202020204" pitchFamily="34" charset="0"/>
                  <a:buChar char="•"/>
                  <a:defRPr/>
                </a:pPr>
                <a:r>
                  <a:rPr lang="en-US" sz="1400" b="1">
                    <a:solidFill>
                      <a:srgbClr val="FF0000"/>
                    </a:solidFill>
                  </a:rPr>
                  <a:t>Monotonicity</a:t>
                </a:r>
                <a:r>
                  <a:rPr lang="en-US" sz="1400">
                    <a:solidFill>
                      <a:prstClr val="black"/>
                    </a:solidFill>
                  </a:rPr>
                  <a:t>: as the linear predictor </a:t>
                </a:r>
                <a14:m>
                  <m:oMath xmlns:m="http://schemas.openxmlformats.org/officeDocument/2006/math">
                    <m:r>
                      <a:rPr lang="en-US" sz="1400" i="1" dirty="0" smtClean="0">
                        <a:solidFill>
                          <a:prstClr val="black"/>
                        </a:solidFill>
                        <a:latin typeface="Cambria Math" panose="02040503050406030204" pitchFamily="18" charset="0"/>
                      </a:rPr>
                      <m:t>𝑧</m:t>
                    </m:r>
                    <m:r>
                      <a:rPr lang="en-US" sz="1400" i="1" dirty="0" smtClean="0">
                        <a:solidFill>
                          <a:prstClr val="black"/>
                        </a:solidFill>
                        <a:latin typeface="Cambria Math" panose="02040503050406030204" pitchFamily="18" charset="0"/>
                      </a:rPr>
                      <m:t> = </m:t>
                    </m:r>
                    <m:r>
                      <a:rPr lang="en-US" sz="1400" i="1" dirty="0">
                        <a:solidFill>
                          <a:prstClr val="black"/>
                        </a:solidFill>
                        <a:latin typeface="Cambria Math" panose="02040503050406030204" pitchFamily="18" charset="0"/>
                      </a:rPr>
                      <m:t>𝛼</m:t>
                    </m:r>
                    <m:r>
                      <a:rPr lang="en-US" sz="1400" i="1" dirty="0">
                        <a:solidFill>
                          <a:prstClr val="black"/>
                        </a:solidFill>
                        <a:latin typeface="Cambria Math" panose="02040503050406030204" pitchFamily="18" charset="0"/>
                      </a:rPr>
                      <m:t>+ </m:t>
                    </m:r>
                    <m:sSup>
                      <m:sSupPr>
                        <m:ctrlPr>
                          <a:rPr lang="en-US" sz="1400" i="1" dirty="0">
                            <a:solidFill>
                              <a:prstClr val="black"/>
                            </a:solidFill>
                            <a:latin typeface="Cambria Math" panose="02040503050406030204" pitchFamily="18" charset="0"/>
                          </a:rPr>
                        </m:ctrlPr>
                      </m:sSupPr>
                      <m:e>
                        <m:r>
                          <a:rPr lang="en-US" sz="1400" i="1" dirty="0">
                            <a:solidFill>
                              <a:prstClr val="black"/>
                            </a:solidFill>
                            <a:latin typeface="Cambria Math" panose="02040503050406030204" pitchFamily="18" charset="0"/>
                          </a:rPr>
                          <m:t>𝛽</m:t>
                        </m:r>
                      </m:e>
                      <m:sup>
                        <m:r>
                          <a:rPr lang="en-US" sz="1400" i="1" dirty="0">
                            <a:solidFill>
                              <a:prstClr val="black"/>
                            </a:solidFill>
                            <a:latin typeface="Cambria Math" panose="02040503050406030204" pitchFamily="18" charset="0"/>
                          </a:rPr>
                          <m:t>⊤</m:t>
                        </m:r>
                      </m:sup>
                    </m:sSup>
                    <m:r>
                      <a:rPr lang="en-US" sz="1400" b="0" i="1" dirty="0" smtClean="0">
                        <a:solidFill>
                          <a:prstClr val="black"/>
                        </a:solidFill>
                        <a:latin typeface="Cambria Math" panose="02040503050406030204" pitchFamily="18" charset="0"/>
                      </a:rPr>
                      <m:t>𝑥</m:t>
                    </m:r>
                  </m:oMath>
                </a14:m>
                <a:r>
                  <a:rPr lang="en-US" sz="1400">
                    <a:solidFill>
                      <a:prstClr val="black"/>
                    </a:solidFill>
                  </a:rPr>
                  <a:t> increases, the value of </a:t>
                </a:r>
                <a14:m>
                  <m:oMath xmlns:m="http://schemas.openxmlformats.org/officeDocument/2006/math">
                    <m:r>
                      <a:rPr lang="en-US" sz="1400" i="1" dirty="0" smtClean="0">
                        <a:solidFill>
                          <a:prstClr val="black"/>
                        </a:solidFill>
                        <a:latin typeface="Cambria Math" panose="02040503050406030204" pitchFamily="18" charset="0"/>
                      </a:rPr>
                      <m:t>𝐹</m:t>
                    </m:r>
                    <m:d>
                      <m:dPr>
                        <m:ctrlPr>
                          <a:rPr lang="en-US" sz="1400" i="1" dirty="0" smtClean="0">
                            <a:solidFill>
                              <a:prstClr val="black"/>
                            </a:solidFill>
                            <a:latin typeface="Cambria Math" panose="02040503050406030204" pitchFamily="18" charset="0"/>
                          </a:rPr>
                        </m:ctrlPr>
                      </m:dPr>
                      <m:e>
                        <m:r>
                          <a:rPr lang="en-US" sz="1400" i="1" dirty="0" smtClean="0">
                            <a:solidFill>
                              <a:prstClr val="black"/>
                            </a:solidFill>
                            <a:latin typeface="Cambria Math" panose="02040503050406030204" pitchFamily="18" charset="0"/>
                          </a:rPr>
                          <m:t>𝑧</m:t>
                        </m:r>
                      </m:e>
                    </m:d>
                  </m:oMath>
                </a14:m>
                <a:r>
                  <a:rPr lang="en-US" sz="1400">
                    <a:solidFill>
                      <a:prstClr val="black"/>
                    </a:solidFill>
                  </a:rPr>
                  <a:t>should also increase. In probabilistic terms, higher values of the covariates should correspond to a higher probability of success.</a:t>
                </a:r>
              </a:p>
              <a:p>
                <a:pPr indent="-285750">
                  <a:buFont typeface="Arial" panose="020B0604020202020204" pitchFamily="34" charset="0"/>
                  <a:buChar char="•"/>
                  <a:defRPr/>
                </a:pPr>
                <a:r>
                  <a:rPr lang="en-US" sz="1400" b="1">
                    <a:solidFill>
                      <a:srgbClr val="FF0000"/>
                    </a:solidFill>
                  </a:rPr>
                  <a:t>Correct limits</a:t>
                </a:r>
                <a:r>
                  <a:rPr lang="en-US" sz="1400">
                    <a:solidFill>
                      <a:prstClr val="black"/>
                    </a:solidFill>
                  </a:rPr>
                  <a:t>: When </a:t>
                </a:r>
                <a14:m>
                  <m:oMath xmlns:m="http://schemas.openxmlformats.org/officeDocument/2006/math">
                    <m:r>
                      <a:rPr lang="en-US" sz="1400" i="1" dirty="0" smtClean="0">
                        <a:solidFill>
                          <a:prstClr val="black"/>
                        </a:solidFill>
                        <a:latin typeface="Cambria Math" panose="02040503050406030204" pitchFamily="18" charset="0"/>
                      </a:rPr>
                      <m:t>𝑧</m:t>
                    </m:r>
                  </m:oMath>
                </a14:m>
                <a:r>
                  <a:rPr lang="en-US" sz="1400">
                    <a:solidFill>
                      <a:prstClr val="black"/>
                    </a:solidFill>
                  </a:rPr>
                  <a:t> becomes very negative, the predicted probability should approach 0 but never become negative.</a:t>
                </a:r>
              </a:p>
              <a:p>
                <a:pPr indent="-285750">
                  <a:buFont typeface="Arial" panose="020B0604020202020204" pitchFamily="34" charset="0"/>
                  <a:buChar char="•"/>
                  <a:defRPr/>
                </a:pPr>
                <a:r>
                  <a:rPr lang="en-US" sz="1400" b="1">
                    <a:solidFill>
                      <a:srgbClr val="FF0000"/>
                    </a:solidFill>
                  </a:rPr>
                  <a:t>Upper bound</a:t>
                </a:r>
                <a:r>
                  <a:rPr lang="en-US" sz="1400">
                    <a:solidFill>
                      <a:prstClr val="black"/>
                    </a:solidFill>
                  </a:rPr>
                  <a:t>: When </a:t>
                </a:r>
                <a14:m>
                  <m:oMath xmlns:m="http://schemas.openxmlformats.org/officeDocument/2006/math">
                    <m:r>
                      <a:rPr lang="en-US" sz="1400" i="1" dirty="0">
                        <a:solidFill>
                          <a:prstClr val="black"/>
                        </a:solidFill>
                        <a:latin typeface="Cambria Math" panose="02040503050406030204" pitchFamily="18" charset="0"/>
                      </a:rPr>
                      <m:t>𝑧</m:t>
                    </m:r>
                  </m:oMath>
                </a14:m>
                <a:r>
                  <a:rPr lang="en-US" sz="1400">
                    <a:solidFill>
                      <a:prstClr val="black"/>
                    </a:solidFill>
                  </a:rPr>
                  <a:t> becomes very large, the predicted probability should approach 1 but never exceed it.</a:t>
                </a:r>
              </a:p>
            </p:txBody>
          </p:sp>
        </mc:Choice>
        <mc:Fallback xmlns="">
          <p:sp>
            <p:nvSpPr>
              <p:cNvPr id="43" name="TextBox 42">
                <a:extLst>
                  <a:ext uri="{FF2B5EF4-FFF2-40B4-BE49-F238E27FC236}">
                    <a16:creationId xmlns:a16="http://schemas.microsoft.com/office/drawing/2014/main" id="{FCED08F7-59F0-E8F0-5A57-77C1AF574EBE}"/>
                  </a:ext>
                </a:extLst>
              </p:cNvPr>
              <p:cNvSpPr txBox="1">
                <a:spLocks noRot="1" noChangeAspect="1" noMove="1" noResize="1" noEditPoints="1" noAdjustHandles="1" noChangeArrowheads="1" noChangeShapeType="1" noTextEdit="1"/>
              </p:cNvSpPr>
              <p:nvPr/>
            </p:nvSpPr>
            <p:spPr>
              <a:xfrm>
                <a:off x="6084465" y="4458251"/>
                <a:ext cx="5407775" cy="1815882"/>
              </a:xfrm>
              <a:prstGeom prst="rect">
                <a:avLst/>
              </a:prstGeom>
              <a:blipFill>
                <a:blip r:embed="rId29"/>
                <a:stretch>
                  <a:fillRect l="-33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9C594509-DE1E-9CDB-6BE5-91EB550FBE2D}"/>
              </a:ext>
            </a:extLst>
          </p:cNvPr>
          <p:cNvSpPr txBox="1"/>
          <p:nvPr/>
        </p:nvSpPr>
        <p:spPr>
          <a:xfrm>
            <a:off x="1009649" y="1667057"/>
            <a:ext cx="4817667" cy="369332"/>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0000"/>
                </a:solidFill>
                <a:effectLst/>
                <a:uLnTx/>
                <a:uFillTx/>
                <a:latin typeface="Aptos" panose="020B0004020202020204"/>
                <a:ea typeface="+mn-ea"/>
                <a:cs typeface="+mn-cs"/>
              </a:rPr>
              <a:t>Linear probability model</a:t>
            </a:r>
          </a:p>
        </p:txBody>
      </p:sp>
    </p:spTree>
    <p:extLst>
      <p:ext uri="{BB962C8B-B14F-4D97-AF65-F5344CB8AC3E}">
        <p14:creationId xmlns:p14="http://schemas.microsoft.com/office/powerpoint/2010/main" val="27627081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09"/>
                                        </p:tgtEl>
                                        <p:attrNameLst>
                                          <p:attrName>style.visibility</p:attrName>
                                        </p:attrNameLst>
                                      </p:cBhvr>
                                      <p:to>
                                        <p:strVal val="visible"/>
                                      </p:to>
                                    </p:set>
                                    <p:animEffect transition="in" filter="fade">
                                      <p:cBhvr>
                                        <p:cTn id="7" dur="500"/>
                                        <p:tgtEl>
                                          <p:spTgt spid="320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11"/>
                                        </p:tgtEl>
                                        <p:attrNameLst>
                                          <p:attrName>style.visibility</p:attrName>
                                        </p:attrNameLst>
                                      </p:cBhvr>
                                      <p:to>
                                        <p:strVal val="visible"/>
                                      </p:to>
                                    </p:set>
                                    <p:animEffect transition="in" filter="fade">
                                      <p:cBhvr>
                                        <p:cTn id="10" dur="500"/>
                                        <p:tgtEl>
                                          <p:spTgt spid="32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213"/>
                                        </p:tgtEl>
                                        <p:attrNameLst>
                                          <p:attrName>style.visibility</p:attrName>
                                        </p:attrNameLst>
                                      </p:cBhvr>
                                      <p:to>
                                        <p:strVal val="visible"/>
                                      </p:to>
                                    </p:set>
                                    <p:animEffect transition="in" filter="fade">
                                      <p:cBhvr>
                                        <p:cTn id="15" dur="500"/>
                                        <p:tgtEl>
                                          <p:spTgt spid="32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500"/>
                                        <p:tgtEl>
                                          <p:spTgt spid="4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3">
                                            <p:txEl>
                                              <p:pRg st="0" end="0"/>
                                            </p:txEl>
                                          </p:spTgt>
                                        </p:tgtEl>
                                        <p:attrNameLst>
                                          <p:attrName>style.visibility</p:attrName>
                                        </p:attrNameLst>
                                      </p:cBhvr>
                                      <p:to>
                                        <p:strVal val="visible"/>
                                      </p:to>
                                    </p:set>
                                    <p:animEffect transition="in" filter="fade">
                                      <p:cBhvr>
                                        <p:cTn id="25" dur="500"/>
                                        <p:tgtEl>
                                          <p:spTgt spid="43">
                                            <p:txEl>
                                              <p:pRg st="0" end="0"/>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3">
                                            <p:txEl>
                                              <p:pRg st="1" end="1"/>
                                            </p:txEl>
                                          </p:spTgt>
                                        </p:tgtEl>
                                        <p:attrNameLst>
                                          <p:attrName>style.visibility</p:attrName>
                                        </p:attrNameLst>
                                      </p:cBhvr>
                                      <p:to>
                                        <p:strVal val="visible"/>
                                      </p:to>
                                    </p:set>
                                    <p:animEffect transition="in" filter="fade">
                                      <p:cBhvr>
                                        <p:cTn id="28" dur="500"/>
                                        <p:tgtEl>
                                          <p:spTgt spid="43">
                                            <p:txEl>
                                              <p:p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43">
                                            <p:txEl>
                                              <p:pRg st="2" end="2"/>
                                            </p:txEl>
                                          </p:spTgt>
                                        </p:tgtEl>
                                        <p:attrNameLst>
                                          <p:attrName>style.visibility</p:attrName>
                                        </p:attrNameLst>
                                      </p:cBhvr>
                                      <p:to>
                                        <p:strVal val="visible"/>
                                      </p:to>
                                    </p:set>
                                    <p:animEffect transition="in" filter="fade">
                                      <p:cBhvr>
                                        <p:cTn id="31" dur="500"/>
                                        <p:tgtEl>
                                          <p:spTgt spid="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9" grpId="0"/>
      <p:bldP spid="3211" grpId="0"/>
      <p:bldP spid="3213" grpId="0"/>
      <p:bldP spid="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6032B-5F89-FD4F-6111-4885C30D9126}"/>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B23147ED-FED6-8819-86FE-BDEDC8D67618}"/>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1C193FBF-C4CB-3A3A-72AB-8C35088C7EC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29F452E5-9108-BC3C-EB6C-557959453EEA}"/>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Binomial</a:t>
            </a:r>
            <a:br>
              <a:rPr lang="en-GB" sz="3200" b="1">
                <a:solidFill>
                  <a:srgbClr val="FF0000"/>
                </a:solidFill>
                <a:latin typeface="Aptos SemiBold" panose="020F0502020204030204" pitchFamily="34" charset="0"/>
              </a:rPr>
            </a:br>
            <a:r>
              <a:rPr lang="en-GB" sz="3200" b="1">
                <a:solidFill>
                  <a:srgbClr val="FF0000"/>
                </a:solidFill>
                <a:latin typeface="Aptos SemiBold" panose="020F0502020204030204" pitchFamily="34" charset="0"/>
              </a:rPr>
              <a:t>Models</a:t>
            </a:r>
          </a:p>
        </p:txBody>
      </p:sp>
      <p:sp>
        <p:nvSpPr>
          <p:cNvPr id="10" name="Date Placeholder 3 2">
            <a:extLst>
              <a:ext uri="{FF2B5EF4-FFF2-40B4-BE49-F238E27FC236}">
                <a16:creationId xmlns:a16="http://schemas.microsoft.com/office/drawing/2014/main" id="{01E7EF98-7089-BC4B-DBAD-23C9536BA1D6}"/>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2" name="TextBox 1">
            <a:extLst>
              <a:ext uri="{FF2B5EF4-FFF2-40B4-BE49-F238E27FC236}">
                <a16:creationId xmlns:a16="http://schemas.microsoft.com/office/drawing/2014/main" id="{E11A4F6F-DD12-E0B7-ED1C-BFD502B37106}"/>
              </a:ext>
            </a:extLst>
          </p:cNvPr>
          <p:cNvSpPr txBox="1"/>
          <p:nvPr/>
        </p:nvSpPr>
        <p:spPr>
          <a:xfrm>
            <a:off x="1009649" y="1667057"/>
            <a:ext cx="4817667" cy="369332"/>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0000"/>
                </a:solidFill>
                <a:effectLst/>
                <a:uLnTx/>
                <a:uFillTx/>
                <a:latin typeface="Aptos" panose="020B0004020202020204"/>
                <a:ea typeface="+mn-ea"/>
                <a:cs typeface="+mn-cs"/>
              </a:rPr>
              <a:t>Motivation for Non‑Linear Models</a:t>
            </a:r>
          </a:p>
        </p:txBody>
      </p:sp>
      <p:sp>
        <p:nvSpPr>
          <p:cNvPr id="8" name="TextBox 7">
            <a:extLst>
              <a:ext uri="{FF2B5EF4-FFF2-40B4-BE49-F238E27FC236}">
                <a16:creationId xmlns:a16="http://schemas.microsoft.com/office/drawing/2014/main" id="{1A138EC8-305F-2D74-9ED0-C684A92D2E0C}"/>
              </a:ext>
            </a:extLst>
          </p:cNvPr>
          <p:cNvSpPr txBox="1"/>
          <p:nvPr/>
        </p:nvSpPr>
        <p:spPr>
          <a:xfrm>
            <a:off x="1009649" y="2036389"/>
            <a:ext cx="7938750" cy="738664"/>
          </a:xfrm>
          <a:prstGeom prst="rect">
            <a:avLst/>
          </a:prstGeom>
          <a:noFill/>
        </p:spPr>
        <p:txBody>
          <a:bodyPr wrap="square">
            <a:spAutoFit/>
          </a:bodyPr>
          <a:lstStyle/>
          <a:p>
            <a:pPr lvl="0">
              <a:defRPr/>
            </a:pPr>
            <a:r>
              <a:rPr lang="en-US" sz="1400">
                <a:solidFill>
                  <a:prstClr val="black"/>
                </a:solidFill>
              </a:rPr>
              <a:t>These issues motivate the use of alternative link functions which form the basis of logit and probit models. </a:t>
            </a:r>
            <a:r>
              <a:rPr lang="en-US" sz="1400" b="1">
                <a:solidFill>
                  <a:prstClr val="black"/>
                </a:solidFill>
                <a:highlight>
                  <a:srgbClr val="FFC000"/>
                </a:highlight>
              </a:rPr>
              <a:t>These models guarantee that predicted probabilities always remain in the valid range and are therefore more appropriate for binary outcomes</a:t>
            </a:r>
            <a:r>
              <a:rPr lang="en-US" sz="1400">
                <a:solidFill>
                  <a:prstClr val="black"/>
                </a:solidFill>
              </a:rPr>
              <a:t>.</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3196" name="Group 3195" descr="\documentclass{article}&#10;\usepackage{amsmath}&#10;\usepackage{amsfonts}&#10;\pagestyle{empty}&#10;\begin{document}&#10;&#10;&#10;\[&#10;\Phi(z) = \int_{-\infty}^{z} \phi(t) \, dt = \int_{-\infty}^{z} \frac{1}{\sqrt{2\pi}} e^{-t^2/2} \, dt&#10;\]&#10;&#10;&#10;&#10;&#10;&#10;\end{document}" title="IguanaTex Shape Display">
            <a:extLst>
              <a:ext uri="{FF2B5EF4-FFF2-40B4-BE49-F238E27FC236}">
                <a16:creationId xmlns:a16="http://schemas.microsoft.com/office/drawing/2014/main" id="{99720F37-C969-0D72-3947-DFACA7ED1B9E}"/>
              </a:ext>
            </a:extLst>
          </p:cNvPr>
          <p:cNvGrpSpPr>
            <a:grpSpLocks noChangeAspect="1"/>
          </p:cNvGrpSpPr>
          <p:nvPr>
            <p:custDataLst>
              <p:tags r:id="rId1"/>
            </p:custDataLst>
          </p:nvPr>
        </p:nvGrpSpPr>
        <p:grpSpPr>
          <a:xfrm>
            <a:off x="1347763" y="3540848"/>
            <a:ext cx="4141437" cy="555017"/>
            <a:chOff x="6250831" y="5994895"/>
            <a:chExt cx="4141437" cy="555017"/>
          </a:xfrm>
        </p:grpSpPr>
        <p:sp>
          <p:nvSpPr>
            <p:cNvPr id="3158" name="Freeform: Shape 3157">
              <a:extLst>
                <a:ext uri="{FF2B5EF4-FFF2-40B4-BE49-F238E27FC236}">
                  <a16:creationId xmlns:a16="http://schemas.microsoft.com/office/drawing/2014/main" id="{6CAF53D9-3945-4D15-9A08-AD7659D245A2}"/>
                </a:ext>
              </a:extLst>
            </p:cNvPr>
            <p:cNvSpPr/>
            <p:nvPr>
              <p:custDataLst>
                <p:tags r:id="rId15"/>
              </p:custDataLst>
            </p:nvPr>
          </p:nvSpPr>
          <p:spPr>
            <a:xfrm>
              <a:off x="6250831" y="6169380"/>
              <a:ext cx="143065" cy="161131"/>
            </a:xfrm>
            <a:custGeom>
              <a:avLst/>
              <a:gdLst>
                <a:gd name="connsiteX0" fmla="*/ 80722 w 143065"/>
                <a:gd name="connsiteY0" fmla="*/ 129361 h 161131"/>
                <a:gd name="connsiteX1" fmla="*/ 143210 w 143065"/>
                <a:gd name="connsiteY1" fmla="*/ 80762 h 161131"/>
                <a:gd name="connsiteX2" fmla="*/ 80722 w 143065"/>
                <a:gd name="connsiteY2" fmla="*/ 31927 h 161131"/>
                <a:gd name="connsiteX3" fmla="*/ 80722 w 143065"/>
                <a:gd name="connsiteY3" fmla="*/ 18715 h 161131"/>
                <a:gd name="connsiteX4" fmla="*/ 103039 w 143065"/>
                <a:gd name="connsiteY4" fmla="*/ 7391 h 161131"/>
                <a:gd name="connsiteX5" fmla="*/ 110792 w 143065"/>
                <a:gd name="connsiteY5" fmla="*/ 7391 h 161131"/>
                <a:gd name="connsiteX6" fmla="*/ 110792 w 143065"/>
                <a:gd name="connsiteY6" fmla="*/ 78 h 161131"/>
                <a:gd name="connsiteX7" fmla="*/ 71091 w 143065"/>
                <a:gd name="connsiteY7" fmla="*/ 786 h 161131"/>
                <a:gd name="connsiteX8" fmla="*/ 31155 w 143065"/>
                <a:gd name="connsiteY8" fmla="*/ 78 h 161131"/>
                <a:gd name="connsiteX9" fmla="*/ 31155 w 143065"/>
                <a:gd name="connsiteY9" fmla="*/ 7391 h 161131"/>
                <a:gd name="connsiteX10" fmla="*/ 38907 w 143065"/>
                <a:gd name="connsiteY10" fmla="*/ 7391 h 161131"/>
                <a:gd name="connsiteX11" fmla="*/ 61224 w 143065"/>
                <a:gd name="connsiteY11" fmla="*/ 18715 h 161131"/>
                <a:gd name="connsiteX12" fmla="*/ 61224 w 143065"/>
                <a:gd name="connsiteY12" fmla="*/ 31927 h 161131"/>
                <a:gd name="connsiteX13" fmla="*/ 145 w 143065"/>
                <a:gd name="connsiteY13" fmla="*/ 80526 h 161131"/>
                <a:gd name="connsiteX14" fmla="*/ 61224 w 143065"/>
                <a:gd name="connsiteY14" fmla="*/ 129361 h 161131"/>
                <a:gd name="connsiteX15" fmla="*/ 61224 w 143065"/>
                <a:gd name="connsiteY15" fmla="*/ 142572 h 161131"/>
                <a:gd name="connsiteX16" fmla="*/ 38907 w 143065"/>
                <a:gd name="connsiteY16" fmla="*/ 153896 h 161131"/>
                <a:gd name="connsiteX17" fmla="*/ 31155 w 143065"/>
                <a:gd name="connsiteY17" fmla="*/ 153896 h 161131"/>
                <a:gd name="connsiteX18" fmla="*/ 31155 w 143065"/>
                <a:gd name="connsiteY18" fmla="*/ 161210 h 161131"/>
                <a:gd name="connsiteX19" fmla="*/ 70856 w 143065"/>
                <a:gd name="connsiteY19" fmla="*/ 160502 h 161131"/>
                <a:gd name="connsiteX20" fmla="*/ 110792 w 143065"/>
                <a:gd name="connsiteY20" fmla="*/ 161210 h 161131"/>
                <a:gd name="connsiteX21" fmla="*/ 110792 w 143065"/>
                <a:gd name="connsiteY21" fmla="*/ 153896 h 161131"/>
                <a:gd name="connsiteX22" fmla="*/ 103039 w 143065"/>
                <a:gd name="connsiteY22" fmla="*/ 153896 h 161131"/>
                <a:gd name="connsiteX23" fmla="*/ 80722 w 143065"/>
                <a:gd name="connsiteY23" fmla="*/ 142572 h 161131"/>
                <a:gd name="connsiteX24" fmla="*/ 80722 w 143065"/>
                <a:gd name="connsiteY24" fmla="*/ 129361 h 161131"/>
                <a:gd name="connsiteX25" fmla="*/ 61224 w 143065"/>
                <a:gd name="connsiteY25" fmla="*/ 123935 h 161131"/>
                <a:gd name="connsiteX26" fmla="*/ 23637 w 143065"/>
                <a:gd name="connsiteY26" fmla="*/ 80762 h 161131"/>
                <a:gd name="connsiteX27" fmla="*/ 61224 w 143065"/>
                <a:gd name="connsiteY27" fmla="*/ 37353 h 161131"/>
                <a:gd name="connsiteX28" fmla="*/ 61224 w 143065"/>
                <a:gd name="connsiteY28" fmla="*/ 123935 h 161131"/>
                <a:gd name="connsiteX29" fmla="*/ 80722 w 143065"/>
                <a:gd name="connsiteY29" fmla="*/ 37117 h 161131"/>
                <a:gd name="connsiteX30" fmla="*/ 119719 w 143065"/>
                <a:gd name="connsiteY30" fmla="*/ 80526 h 161131"/>
                <a:gd name="connsiteX31" fmla="*/ 80722 w 143065"/>
                <a:gd name="connsiteY31" fmla="*/ 124171 h 161131"/>
                <a:gd name="connsiteX32" fmla="*/ 80722 w 143065"/>
                <a:gd name="connsiteY32" fmla="*/ 37117 h 161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3065" h="161131">
                  <a:moveTo>
                    <a:pt x="80722" y="129361"/>
                  </a:moveTo>
                  <a:cubicBezTo>
                    <a:pt x="117135" y="126530"/>
                    <a:pt x="143210" y="104589"/>
                    <a:pt x="143210" y="80762"/>
                  </a:cubicBezTo>
                  <a:cubicBezTo>
                    <a:pt x="143210" y="56226"/>
                    <a:pt x="116430" y="34758"/>
                    <a:pt x="80722" y="31927"/>
                  </a:cubicBezTo>
                  <a:lnTo>
                    <a:pt x="80722" y="18715"/>
                  </a:lnTo>
                  <a:cubicBezTo>
                    <a:pt x="80722" y="10694"/>
                    <a:pt x="80722" y="7391"/>
                    <a:pt x="103039" y="7391"/>
                  </a:cubicBezTo>
                  <a:lnTo>
                    <a:pt x="110792" y="7391"/>
                  </a:lnTo>
                  <a:lnTo>
                    <a:pt x="110792" y="78"/>
                  </a:lnTo>
                  <a:cubicBezTo>
                    <a:pt x="102335" y="786"/>
                    <a:pt x="80722" y="786"/>
                    <a:pt x="71091" y="786"/>
                  </a:cubicBezTo>
                  <a:cubicBezTo>
                    <a:pt x="61459" y="786"/>
                    <a:pt x="39612" y="786"/>
                    <a:pt x="31155" y="78"/>
                  </a:cubicBezTo>
                  <a:lnTo>
                    <a:pt x="31155" y="7391"/>
                  </a:lnTo>
                  <a:lnTo>
                    <a:pt x="38907" y="7391"/>
                  </a:lnTo>
                  <a:cubicBezTo>
                    <a:pt x="61224" y="7391"/>
                    <a:pt x="61224" y="10458"/>
                    <a:pt x="61224" y="18715"/>
                  </a:cubicBezTo>
                  <a:lnTo>
                    <a:pt x="61224" y="31927"/>
                  </a:lnTo>
                  <a:cubicBezTo>
                    <a:pt x="25282" y="35466"/>
                    <a:pt x="145" y="57170"/>
                    <a:pt x="145" y="80526"/>
                  </a:cubicBezTo>
                  <a:cubicBezTo>
                    <a:pt x="145" y="104825"/>
                    <a:pt x="26221" y="125822"/>
                    <a:pt x="61224" y="129361"/>
                  </a:cubicBezTo>
                  <a:lnTo>
                    <a:pt x="61224" y="142572"/>
                  </a:lnTo>
                  <a:cubicBezTo>
                    <a:pt x="61224" y="150593"/>
                    <a:pt x="61224" y="153896"/>
                    <a:pt x="38907" y="153896"/>
                  </a:cubicBezTo>
                  <a:lnTo>
                    <a:pt x="31155" y="153896"/>
                  </a:lnTo>
                  <a:lnTo>
                    <a:pt x="31155" y="161210"/>
                  </a:lnTo>
                  <a:cubicBezTo>
                    <a:pt x="39612" y="160502"/>
                    <a:pt x="61224" y="160502"/>
                    <a:pt x="70856" y="160502"/>
                  </a:cubicBezTo>
                  <a:cubicBezTo>
                    <a:pt x="80487" y="160502"/>
                    <a:pt x="102335" y="160502"/>
                    <a:pt x="110792" y="161210"/>
                  </a:cubicBezTo>
                  <a:lnTo>
                    <a:pt x="110792" y="153896"/>
                  </a:lnTo>
                  <a:lnTo>
                    <a:pt x="103039" y="153896"/>
                  </a:lnTo>
                  <a:cubicBezTo>
                    <a:pt x="80722" y="153896"/>
                    <a:pt x="80722" y="150829"/>
                    <a:pt x="80722" y="142572"/>
                  </a:cubicBezTo>
                  <a:lnTo>
                    <a:pt x="80722" y="129361"/>
                  </a:lnTo>
                  <a:close/>
                  <a:moveTo>
                    <a:pt x="61224" y="123935"/>
                  </a:moveTo>
                  <a:cubicBezTo>
                    <a:pt x="27866" y="119452"/>
                    <a:pt x="23637" y="95389"/>
                    <a:pt x="23637" y="80762"/>
                  </a:cubicBezTo>
                  <a:cubicBezTo>
                    <a:pt x="23637" y="68494"/>
                    <a:pt x="25986" y="42071"/>
                    <a:pt x="61224" y="37353"/>
                  </a:cubicBezTo>
                  <a:lnTo>
                    <a:pt x="61224" y="123935"/>
                  </a:lnTo>
                  <a:close/>
                  <a:moveTo>
                    <a:pt x="80722" y="37117"/>
                  </a:moveTo>
                  <a:cubicBezTo>
                    <a:pt x="113141" y="40892"/>
                    <a:pt x="119719" y="62596"/>
                    <a:pt x="119719" y="80526"/>
                  </a:cubicBezTo>
                  <a:cubicBezTo>
                    <a:pt x="119719" y="94681"/>
                    <a:pt x="116195" y="119924"/>
                    <a:pt x="80722" y="124171"/>
                  </a:cubicBezTo>
                  <a:lnTo>
                    <a:pt x="80722" y="371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59" name="Freeform: Shape 3158">
              <a:extLst>
                <a:ext uri="{FF2B5EF4-FFF2-40B4-BE49-F238E27FC236}">
                  <a16:creationId xmlns:a16="http://schemas.microsoft.com/office/drawing/2014/main" id="{8DCA48FC-480B-A3A5-CBED-CEF5AB0B696B}"/>
                </a:ext>
              </a:extLst>
            </p:cNvPr>
            <p:cNvSpPr/>
            <p:nvPr>
              <p:custDataLst>
                <p:tags r:id="rId16"/>
              </p:custDataLst>
            </p:nvPr>
          </p:nvSpPr>
          <p:spPr>
            <a:xfrm>
              <a:off x="6430596" y="6153573"/>
              <a:ext cx="54500" cy="235917"/>
            </a:xfrm>
            <a:custGeom>
              <a:avLst/>
              <a:gdLst>
                <a:gd name="connsiteX0" fmla="*/ 54654 w 54500"/>
                <a:gd name="connsiteY0" fmla="*/ 233637 h 235917"/>
                <a:gd name="connsiteX1" fmla="*/ 50660 w 54500"/>
                <a:gd name="connsiteY1" fmla="*/ 228446 h 235917"/>
                <a:gd name="connsiteX2" fmla="*/ 13778 w 54500"/>
                <a:gd name="connsiteY2" fmla="*/ 118037 h 235917"/>
                <a:gd name="connsiteX3" fmla="*/ 51600 w 54500"/>
                <a:gd name="connsiteY3" fmla="*/ 6448 h 235917"/>
                <a:gd name="connsiteX4" fmla="*/ 54654 w 54500"/>
                <a:gd name="connsiteY4" fmla="*/ 2437 h 235917"/>
                <a:gd name="connsiteX5" fmla="*/ 52304 w 54500"/>
                <a:gd name="connsiteY5" fmla="*/ 78 h 235917"/>
                <a:gd name="connsiteX6" fmla="*/ 14952 w 54500"/>
                <a:gd name="connsiteY6" fmla="*/ 46082 h 235917"/>
                <a:gd name="connsiteX7" fmla="*/ 153 w 54500"/>
                <a:gd name="connsiteY7" fmla="*/ 118037 h 235917"/>
                <a:gd name="connsiteX8" fmla="*/ 15657 w 54500"/>
                <a:gd name="connsiteY8" fmla="*/ 191643 h 235917"/>
                <a:gd name="connsiteX9" fmla="*/ 52304 w 54500"/>
                <a:gd name="connsiteY9" fmla="*/ 235996 h 235917"/>
                <a:gd name="connsiteX10" fmla="*/ 54654 w 54500"/>
                <a:gd name="connsiteY10" fmla="*/ 233637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00" h="235917">
                  <a:moveTo>
                    <a:pt x="54654" y="233637"/>
                  </a:moveTo>
                  <a:cubicBezTo>
                    <a:pt x="54654" y="232929"/>
                    <a:pt x="54654" y="232457"/>
                    <a:pt x="50660" y="228446"/>
                  </a:cubicBezTo>
                  <a:cubicBezTo>
                    <a:pt x="21295" y="198721"/>
                    <a:pt x="13778" y="154132"/>
                    <a:pt x="13778" y="118037"/>
                  </a:cubicBezTo>
                  <a:cubicBezTo>
                    <a:pt x="13778" y="76987"/>
                    <a:pt x="22705" y="35937"/>
                    <a:pt x="51600" y="6448"/>
                  </a:cubicBezTo>
                  <a:cubicBezTo>
                    <a:pt x="54654" y="3617"/>
                    <a:pt x="54654" y="3145"/>
                    <a:pt x="54654" y="2437"/>
                  </a:cubicBezTo>
                  <a:cubicBezTo>
                    <a:pt x="54654" y="786"/>
                    <a:pt x="53714" y="78"/>
                    <a:pt x="52304" y="78"/>
                  </a:cubicBezTo>
                  <a:cubicBezTo>
                    <a:pt x="49955" y="78"/>
                    <a:pt x="28813" y="16120"/>
                    <a:pt x="14952" y="46082"/>
                  </a:cubicBezTo>
                  <a:cubicBezTo>
                    <a:pt x="2972" y="72033"/>
                    <a:pt x="153" y="98220"/>
                    <a:pt x="153" y="118037"/>
                  </a:cubicBezTo>
                  <a:cubicBezTo>
                    <a:pt x="153" y="136438"/>
                    <a:pt x="2737" y="164984"/>
                    <a:pt x="15657" y="191643"/>
                  </a:cubicBezTo>
                  <a:cubicBezTo>
                    <a:pt x="29752" y="220661"/>
                    <a:pt x="49955" y="235996"/>
                    <a:pt x="52304" y="235996"/>
                  </a:cubicBezTo>
                  <a:cubicBezTo>
                    <a:pt x="53714" y="235996"/>
                    <a:pt x="54654" y="235288"/>
                    <a:pt x="54654" y="23363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60" name="Freeform: Shape 3159">
              <a:extLst>
                <a:ext uri="{FF2B5EF4-FFF2-40B4-BE49-F238E27FC236}">
                  <a16:creationId xmlns:a16="http://schemas.microsoft.com/office/drawing/2014/main" id="{7D0B18C9-BC6F-E59F-6C23-25BB24B63570}"/>
                </a:ext>
              </a:extLst>
            </p:cNvPr>
            <p:cNvSpPr/>
            <p:nvPr>
              <p:custDataLst>
                <p:tags r:id="rId17"/>
              </p:custDataLst>
            </p:nvPr>
          </p:nvSpPr>
          <p:spPr>
            <a:xfrm>
              <a:off x="6508798" y="6226236"/>
              <a:ext cx="99605" cy="106870"/>
            </a:xfrm>
            <a:custGeom>
              <a:avLst/>
              <a:gdLst>
                <a:gd name="connsiteX0" fmla="*/ 21299 w 99605"/>
                <a:gd name="connsiteY0" fmla="*/ 84772 h 106870"/>
                <a:gd name="connsiteX1" fmla="*/ 49254 w 99605"/>
                <a:gd name="connsiteY1" fmla="*/ 57878 h 106870"/>
                <a:gd name="connsiteX2" fmla="*/ 72276 w 99605"/>
                <a:gd name="connsiteY2" fmla="*/ 36645 h 106870"/>
                <a:gd name="connsiteX3" fmla="*/ 99762 w 99605"/>
                <a:gd name="connsiteY3" fmla="*/ 2437 h 106870"/>
                <a:gd name="connsiteX4" fmla="*/ 97178 w 99605"/>
                <a:gd name="connsiteY4" fmla="*/ 78 h 106870"/>
                <a:gd name="connsiteX5" fmla="*/ 93654 w 99605"/>
                <a:gd name="connsiteY5" fmla="*/ 2673 h 106870"/>
                <a:gd name="connsiteX6" fmla="*/ 76035 w 99605"/>
                <a:gd name="connsiteY6" fmla="*/ 17772 h 106870"/>
                <a:gd name="connsiteX7" fmla="*/ 64054 w 99605"/>
                <a:gd name="connsiteY7" fmla="*/ 10222 h 106870"/>
                <a:gd name="connsiteX8" fmla="*/ 47845 w 99605"/>
                <a:gd name="connsiteY8" fmla="*/ 78 h 106870"/>
                <a:gd name="connsiteX9" fmla="*/ 19420 w 99605"/>
                <a:gd name="connsiteY9" fmla="*/ 26972 h 106870"/>
                <a:gd name="connsiteX10" fmla="*/ 22239 w 99605"/>
                <a:gd name="connsiteY10" fmla="*/ 29568 h 106870"/>
                <a:gd name="connsiteX11" fmla="*/ 25293 w 99605"/>
                <a:gd name="connsiteY11" fmla="*/ 26972 h 106870"/>
                <a:gd name="connsiteX12" fmla="*/ 45261 w 99605"/>
                <a:gd name="connsiteY12" fmla="*/ 15884 h 106870"/>
                <a:gd name="connsiteX13" fmla="*/ 60061 w 99605"/>
                <a:gd name="connsiteY13" fmla="*/ 19423 h 106870"/>
                <a:gd name="connsiteX14" fmla="*/ 78149 w 99605"/>
                <a:gd name="connsiteY14" fmla="*/ 22962 h 106870"/>
                <a:gd name="connsiteX15" fmla="*/ 45496 w 99605"/>
                <a:gd name="connsiteY15" fmla="*/ 53867 h 106870"/>
                <a:gd name="connsiteX16" fmla="*/ 24353 w 99605"/>
                <a:gd name="connsiteY16" fmla="*/ 73684 h 106870"/>
                <a:gd name="connsiteX17" fmla="*/ 156 w 99605"/>
                <a:gd name="connsiteY17" fmla="*/ 104589 h 106870"/>
                <a:gd name="connsiteX18" fmla="*/ 2975 w 99605"/>
                <a:gd name="connsiteY18" fmla="*/ 106949 h 106870"/>
                <a:gd name="connsiteX19" fmla="*/ 6734 w 99605"/>
                <a:gd name="connsiteY19" fmla="*/ 103882 h 106870"/>
                <a:gd name="connsiteX20" fmla="*/ 26702 w 99605"/>
                <a:gd name="connsiteY20" fmla="*/ 89255 h 106870"/>
                <a:gd name="connsiteX21" fmla="*/ 40327 w 99605"/>
                <a:gd name="connsiteY21" fmla="*/ 98220 h 106870"/>
                <a:gd name="connsiteX22" fmla="*/ 55362 w 99605"/>
                <a:gd name="connsiteY22" fmla="*/ 106949 h 106870"/>
                <a:gd name="connsiteX23" fmla="*/ 92244 w 99605"/>
                <a:gd name="connsiteY23" fmla="*/ 70617 h 106870"/>
                <a:gd name="connsiteX24" fmla="*/ 89425 w 99605"/>
                <a:gd name="connsiteY24" fmla="*/ 68258 h 106870"/>
                <a:gd name="connsiteX25" fmla="*/ 86136 w 99605"/>
                <a:gd name="connsiteY25" fmla="*/ 71325 h 106870"/>
                <a:gd name="connsiteX26" fmla="*/ 57946 w 99605"/>
                <a:gd name="connsiteY26" fmla="*/ 91142 h 106870"/>
                <a:gd name="connsiteX27" fmla="*/ 44086 w 99605"/>
                <a:gd name="connsiteY27" fmla="*/ 88075 h 106870"/>
                <a:gd name="connsiteX28" fmla="*/ 27642 w 99605"/>
                <a:gd name="connsiteY28" fmla="*/ 84065 h 106870"/>
                <a:gd name="connsiteX29" fmla="*/ 21299 w 99605"/>
                <a:gd name="connsiteY29" fmla="*/ 84772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9605" h="106870">
                  <a:moveTo>
                    <a:pt x="21299" y="84772"/>
                  </a:moveTo>
                  <a:cubicBezTo>
                    <a:pt x="33985" y="71089"/>
                    <a:pt x="40797" y="65191"/>
                    <a:pt x="49254" y="57878"/>
                  </a:cubicBezTo>
                  <a:cubicBezTo>
                    <a:pt x="49254" y="57642"/>
                    <a:pt x="63819" y="45138"/>
                    <a:pt x="72276" y="36645"/>
                  </a:cubicBezTo>
                  <a:cubicBezTo>
                    <a:pt x="94593" y="14705"/>
                    <a:pt x="99762" y="3381"/>
                    <a:pt x="99762" y="2437"/>
                  </a:cubicBezTo>
                  <a:cubicBezTo>
                    <a:pt x="99762" y="78"/>
                    <a:pt x="97647" y="78"/>
                    <a:pt x="97178" y="78"/>
                  </a:cubicBezTo>
                  <a:cubicBezTo>
                    <a:pt x="95533" y="78"/>
                    <a:pt x="94828" y="550"/>
                    <a:pt x="93654" y="2673"/>
                  </a:cubicBezTo>
                  <a:cubicBezTo>
                    <a:pt x="86606" y="13997"/>
                    <a:pt x="81673" y="17772"/>
                    <a:pt x="76035" y="17772"/>
                  </a:cubicBezTo>
                  <a:cubicBezTo>
                    <a:pt x="70397" y="17772"/>
                    <a:pt x="67578" y="14233"/>
                    <a:pt x="64054" y="10222"/>
                  </a:cubicBezTo>
                  <a:cubicBezTo>
                    <a:pt x="59591" y="4796"/>
                    <a:pt x="55597" y="78"/>
                    <a:pt x="47845" y="78"/>
                  </a:cubicBezTo>
                  <a:cubicBezTo>
                    <a:pt x="30226" y="78"/>
                    <a:pt x="19420" y="22018"/>
                    <a:pt x="19420" y="26972"/>
                  </a:cubicBezTo>
                  <a:cubicBezTo>
                    <a:pt x="19420" y="28152"/>
                    <a:pt x="20124" y="29568"/>
                    <a:pt x="22239" y="29568"/>
                  </a:cubicBezTo>
                  <a:cubicBezTo>
                    <a:pt x="24353" y="29568"/>
                    <a:pt x="24823" y="28388"/>
                    <a:pt x="25293" y="26972"/>
                  </a:cubicBezTo>
                  <a:cubicBezTo>
                    <a:pt x="29756" y="16120"/>
                    <a:pt x="43381" y="15884"/>
                    <a:pt x="45261" y="15884"/>
                  </a:cubicBezTo>
                  <a:cubicBezTo>
                    <a:pt x="50194" y="15884"/>
                    <a:pt x="54657" y="17536"/>
                    <a:pt x="60061" y="19423"/>
                  </a:cubicBezTo>
                  <a:cubicBezTo>
                    <a:pt x="69457" y="22962"/>
                    <a:pt x="72041" y="22962"/>
                    <a:pt x="78149" y="22962"/>
                  </a:cubicBezTo>
                  <a:cubicBezTo>
                    <a:pt x="69692" y="33106"/>
                    <a:pt x="49959" y="50092"/>
                    <a:pt x="45496" y="53867"/>
                  </a:cubicBezTo>
                  <a:lnTo>
                    <a:pt x="24353" y="73684"/>
                  </a:lnTo>
                  <a:cubicBezTo>
                    <a:pt x="8379" y="89491"/>
                    <a:pt x="156" y="102938"/>
                    <a:pt x="156" y="104589"/>
                  </a:cubicBezTo>
                  <a:cubicBezTo>
                    <a:pt x="156" y="106949"/>
                    <a:pt x="2506" y="106949"/>
                    <a:pt x="2975" y="106949"/>
                  </a:cubicBezTo>
                  <a:cubicBezTo>
                    <a:pt x="4855" y="106949"/>
                    <a:pt x="5325" y="106477"/>
                    <a:pt x="6734" y="103882"/>
                  </a:cubicBezTo>
                  <a:cubicBezTo>
                    <a:pt x="12137" y="95625"/>
                    <a:pt x="19185" y="89255"/>
                    <a:pt x="26702" y="89255"/>
                  </a:cubicBezTo>
                  <a:cubicBezTo>
                    <a:pt x="32105" y="89255"/>
                    <a:pt x="34454" y="91378"/>
                    <a:pt x="40327" y="98220"/>
                  </a:cubicBezTo>
                  <a:cubicBezTo>
                    <a:pt x="44321" y="103174"/>
                    <a:pt x="48550" y="106949"/>
                    <a:pt x="55362" y="106949"/>
                  </a:cubicBezTo>
                  <a:cubicBezTo>
                    <a:pt x="78619" y="106949"/>
                    <a:pt x="92244" y="76987"/>
                    <a:pt x="92244" y="70617"/>
                  </a:cubicBezTo>
                  <a:cubicBezTo>
                    <a:pt x="92244" y="69438"/>
                    <a:pt x="91305" y="68258"/>
                    <a:pt x="89425" y="68258"/>
                  </a:cubicBezTo>
                  <a:cubicBezTo>
                    <a:pt x="87311" y="68258"/>
                    <a:pt x="86841" y="69674"/>
                    <a:pt x="86136" y="71325"/>
                  </a:cubicBezTo>
                  <a:cubicBezTo>
                    <a:pt x="80733" y="86660"/>
                    <a:pt x="65699" y="91142"/>
                    <a:pt x="57946" y="91142"/>
                  </a:cubicBezTo>
                  <a:cubicBezTo>
                    <a:pt x="53248" y="91142"/>
                    <a:pt x="49019" y="89727"/>
                    <a:pt x="44086" y="88075"/>
                  </a:cubicBezTo>
                  <a:cubicBezTo>
                    <a:pt x="36099" y="85008"/>
                    <a:pt x="32575" y="84065"/>
                    <a:pt x="27642" y="84065"/>
                  </a:cubicBezTo>
                  <a:cubicBezTo>
                    <a:pt x="27172" y="84065"/>
                    <a:pt x="23413" y="84065"/>
                    <a:pt x="21299" y="8477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61" name="Freeform: Shape 3160">
              <a:extLst>
                <a:ext uri="{FF2B5EF4-FFF2-40B4-BE49-F238E27FC236}">
                  <a16:creationId xmlns:a16="http://schemas.microsoft.com/office/drawing/2014/main" id="{AA0DB35E-26A7-7E20-1D7B-0D181A9D7223}"/>
                </a:ext>
              </a:extLst>
            </p:cNvPr>
            <p:cNvSpPr/>
            <p:nvPr>
              <p:custDataLst>
                <p:tags r:id="rId18"/>
              </p:custDataLst>
            </p:nvPr>
          </p:nvSpPr>
          <p:spPr>
            <a:xfrm>
              <a:off x="6631668" y="6153573"/>
              <a:ext cx="54500" cy="235917"/>
            </a:xfrm>
            <a:custGeom>
              <a:avLst/>
              <a:gdLst>
                <a:gd name="connsiteX0" fmla="*/ 54663 w 54500"/>
                <a:gd name="connsiteY0" fmla="*/ 118037 h 235917"/>
                <a:gd name="connsiteX1" fmla="*/ 39158 w 54500"/>
                <a:gd name="connsiteY1" fmla="*/ 44430 h 235917"/>
                <a:gd name="connsiteX2" fmla="*/ 2511 w 54500"/>
                <a:gd name="connsiteY2" fmla="*/ 78 h 235917"/>
                <a:gd name="connsiteX3" fmla="*/ 162 w 54500"/>
                <a:gd name="connsiteY3" fmla="*/ 2437 h 235917"/>
                <a:gd name="connsiteX4" fmla="*/ 4625 w 54500"/>
                <a:gd name="connsiteY4" fmla="*/ 7863 h 235917"/>
                <a:gd name="connsiteX5" fmla="*/ 41037 w 54500"/>
                <a:gd name="connsiteY5" fmla="*/ 118037 h 235917"/>
                <a:gd name="connsiteX6" fmla="*/ 3215 w 54500"/>
                <a:gd name="connsiteY6" fmla="*/ 229626 h 235917"/>
                <a:gd name="connsiteX7" fmla="*/ 162 w 54500"/>
                <a:gd name="connsiteY7" fmla="*/ 233637 h 235917"/>
                <a:gd name="connsiteX8" fmla="*/ 2511 w 54500"/>
                <a:gd name="connsiteY8" fmla="*/ 235996 h 235917"/>
                <a:gd name="connsiteX9" fmla="*/ 39863 w 54500"/>
                <a:gd name="connsiteY9" fmla="*/ 189992 h 235917"/>
                <a:gd name="connsiteX10" fmla="*/ 54663 w 54500"/>
                <a:gd name="connsiteY10" fmla="*/ 118037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00" h="235917">
                  <a:moveTo>
                    <a:pt x="54663" y="118037"/>
                  </a:moveTo>
                  <a:cubicBezTo>
                    <a:pt x="54663" y="99635"/>
                    <a:pt x="52078" y="71089"/>
                    <a:pt x="39158" y="44430"/>
                  </a:cubicBezTo>
                  <a:cubicBezTo>
                    <a:pt x="25063" y="15413"/>
                    <a:pt x="4860" y="78"/>
                    <a:pt x="2511" y="78"/>
                  </a:cubicBezTo>
                  <a:cubicBezTo>
                    <a:pt x="1101" y="78"/>
                    <a:pt x="162" y="1022"/>
                    <a:pt x="162" y="2437"/>
                  </a:cubicBezTo>
                  <a:cubicBezTo>
                    <a:pt x="162" y="3145"/>
                    <a:pt x="162" y="3617"/>
                    <a:pt x="4625" y="7863"/>
                  </a:cubicBezTo>
                  <a:cubicBezTo>
                    <a:pt x="27647" y="31219"/>
                    <a:pt x="41037" y="68730"/>
                    <a:pt x="41037" y="118037"/>
                  </a:cubicBezTo>
                  <a:cubicBezTo>
                    <a:pt x="41037" y="158379"/>
                    <a:pt x="32345" y="199900"/>
                    <a:pt x="3215" y="229626"/>
                  </a:cubicBezTo>
                  <a:cubicBezTo>
                    <a:pt x="162" y="232457"/>
                    <a:pt x="162" y="232929"/>
                    <a:pt x="162" y="233637"/>
                  </a:cubicBezTo>
                  <a:cubicBezTo>
                    <a:pt x="162" y="235052"/>
                    <a:pt x="1101" y="235996"/>
                    <a:pt x="2511" y="235996"/>
                  </a:cubicBezTo>
                  <a:cubicBezTo>
                    <a:pt x="4860" y="235996"/>
                    <a:pt x="26003" y="219953"/>
                    <a:pt x="39863" y="189992"/>
                  </a:cubicBezTo>
                  <a:cubicBezTo>
                    <a:pt x="51843" y="164041"/>
                    <a:pt x="54663" y="137854"/>
                    <a:pt x="54663" y="11803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62" name="Freeform: Shape 3161">
              <a:extLst>
                <a:ext uri="{FF2B5EF4-FFF2-40B4-BE49-F238E27FC236}">
                  <a16:creationId xmlns:a16="http://schemas.microsoft.com/office/drawing/2014/main" id="{CAE3A838-5219-F296-FE5A-78B401F93276}"/>
                </a:ext>
              </a:extLst>
            </p:cNvPr>
            <p:cNvSpPr/>
            <p:nvPr>
              <p:custDataLst>
                <p:tags r:id="rId19"/>
              </p:custDataLst>
            </p:nvPr>
          </p:nvSpPr>
          <p:spPr>
            <a:xfrm>
              <a:off x="6788043" y="6243930"/>
              <a:ext cx="156220" cy="55204"/>
            </a:xfrm>
            <a:custGeom>
              <a:avLst/>
              <a:gdLst>
                <a:gd name="connsiteX0" fmla="*/ 148401 w 156220"/>
                <a:gd name="connsiteY0" fmla="*/ 9515 h 55204"/>
                <a:gd name="connsiteX1" fmla="*/ 156389 w 156220"/>
                <a:gd name="connsiteY1" fmla="*/ 4796 h 55204"/>
                <a:gd name="connsiteX2" fmla="*/ 148636 w 156220"/>
                <a:gd name="connsiteY2" fmla="*/ 78 h 55204"/>
                <a:gd name="connsiteX3" fmla="*/ 7920 w 156220"/>
                <a:gd name="connsiteY3" fmla="*/ 78 h 55204"/>
                <a:gd name="connsiteX4" fmla="*/ 168 w 156220"/>
                <a:gd name="connsiteY4" fmla="*/ 4796 h 55204"/>
                <a:gd name="connsiteX5" fmla="*/ 8155 w 156220"/>
                <a:gd name="connsiteY5" fmla="*/ 9515 h 55204"/>
                <a:gd name="connsiteX6" fmla="*/ 148401 w 156220"/>
                <a:gd name="connsiteY6" fmla="*/ 9515 h 55204"/>
                <a:gd name="connsiteX7" fmla="*/ 148636 w 156220"/>
                <a:gd name="connsiteY7" fmla="*/ 55283 h 55204"/>
                <a:gd name="connsiteX8" fmla="*/ 156389 w 156220"/>
                <a:gd name="connsiteY8" fmla="*/ 50564 h 55204"/>
                <a:gd name="connsiteX9" fmla="*/ 148401 w 156220"/>
                <a:gd name="connsiteY9" fmla="*/ 45846 h 55204"/>
                <a:gd name="connsiteX10" fmla="*/ 8155 w 156220"/>
                <a:gd name="connsiteY10" fmla="*/ 45846 h 55204"/>
                <a:gd name="connsiteX11" fmla="*/ 168 w 156220"/>
                <a:gd name="connsiteY11" fmla="*/ 50564 h 55204"/>
                <a:gd name="connsiteX12" fmla="*/ 7920 w 156220"/>
                <a:gd name="connsiteY12" fmla="*/ 55283 h 55204"/>
                <a:gd name="connsiteX13" fmla="*/ 148636 w 156220"/>
                <a:gd name="connsiteY13" fmla="*/ 55283 h 55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220" h="55204">
                  <a:moveTo>
                    <a:pt x="148401" y="9515"/>
                  </a:moveTo>
                  <a:cubicBezTo>
                    <a:pt x="151925" y="9515"/>
                    <a:pt x="156389" y="9515"/>
                    <a:pt x="156389" y="4796"/>
                  </a:cubicBezTo>
                  <a:cubicBezTo>
                    <a:pt x="156389" y="78"/>
                    <a:pt x="151925" y="78"/>
                    <a:pt x="148636" y="78"/>
                  </a:cubicBezTo>
                  <a:lnTo>
                    <a:pt x="7920" y="78"/>
                  </a:lnTo>
                  <a:cubicBezTo>
                    <a:pt x="4632" y="78"/>
                    <a:pt x="168" y="78"/>
                    <a:pt x="168" y="4796"/>
                  </a:cubicBezTo>
                  <a:cubicBezTo>
                    <a:pt x="168" y="9515"/>
                    <a:pt x="4632" y="9515"/>
                    <a:pt x="8155" y="9515"/>
                  </a:cubicBezTo>
                  <a:lnTo>
                    <a:pt x="148401" y="9515"/>
                  </a:lnTo>
                  <a:close/>
                  <a:moveTo>
                    <a:pt x="148636" y="55283"/>
                  </a:moveTo>
                  <a:cubicBezTo>
                    <a:pt x="151925" y="55283"/>
                    <a:pt x="156389" y="55283"/>
                    <a:pt x="156389" y="50564"/>
                  </a:cubicBezTo>
                  <a:cubicBezTo>
                    <a:pt x="156389" y="45846"/>
                    <a:pt x="151925" y="45846"/>
                    <a:pt x="148401" y="45846"/>
                  </a:cubicBezTo>
                  <a:lnTo>
                    <a:pt x="8155" y="45846"/>
                  </a:lnTo>
                  <a:cubicBezTo>
                    <a:pt x="4632" y="45846"/>
                    <a:pt x="168" y="45846"/>
                    <a:pt x="168" y="50564"/>
                  </a:cubicBezTo>
                  <a:cubicBezTo>
                    <a:pt x="168" y="55283"/>
                    <a:pt x="4632" y="55283"/>
                    <a:pt x="7920" y="55283"/>
                  </a:cubicBezTo>
                  <a:lnTo>
                    <a:pt x="148636" y="5528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63" name="Freeform: Shape 3162">
              <a:extLst>
                <a:ext uri="{FF2B5EF4-FFF2-40B4-BE49-F238E27FC236}">
                  <a16:creationId xmlns:a16="http://schemas.microsoft.com/office/drawing/2014/main" id="{D4A0BBE9-E62D-1F26-5A3B-210D0A4982FE}"/>
                </a:ext>
              </a:extLst>
            </p:cNvPr>
            <p:cNvSpPr/>
            <p:nvPr>
              <p:custDataLst>
                <p:tags r:id="rId20"/>
              </p:custDataLst>
            </p:nvPr>
          </p:nvSpPr>
          <p:spPr>
            <a:xfrm>
              <a:off x="7036011" y="6009399"/>
              <a:ext cx="208372" cy="524209"/>
            </a:xfrm>
            <a:custGeom>
              <a:avLst/>
              <a:gdLst>
                <a:gd name="connsiteX0" fmla="*/ 11455 w 208372"/>
                <a:gd name="connsiteY0" fmla="*/ 513657 h 524209"/>
                <a:gd name="connsiteX1" fmla="*/ 22966 w 208372"/>
                <a:gd name="connsiteY1" fmla="*/ 502097 h 524209"/>
                <a:gd name="connsiteX2" fmla="*/ 11690 w 208372"/>
                <a:gd name="connsiteY2" fmla="*/ 490537 h 524209"/>
                <a:gd name="connsiteX3" fmla="*/ 179 w 208372"/>
                <a:gd name="connsiteY3" fmla="*/ 502333 h 524209"/>
                <a:gd name="connsiteX4" fmla="*/ 26255 w 208372"/>
                <a:gd name="connsiteY4" fmla="*/ 524274 h 524209"/>
                <a:gd name="connsiteX5" fmla="*/ 92032 w 208372"/>
                <a:gd name="connsiteY5" fmla="*/ 400653 h 524209"/>
                <a:gd name="connsiteX6" fmla="*/ 138076 w 208372"/>
                <a:gd name="connsiteY6" fmla="*/ 175115 h 524209"/>
                <a:gd name="connsiteX7" fmla="*/ 163447 w 208372"/>
                <a:gd name="connsiteY7" fmla="*/ 47248 h 524209"/>
                <a:gd name="connsiteX8" fmla="*/ 183415 w 208372"/>
                <a:gd name="connsiteY8" fmla="*/ 5254 h 524209"/>
                <a:gd name="connsiteX9" fmla="*/ 197510 w 208372"/>
                <a:gd name="connsiteY9" fmla="*/ 10681 h 524209"/>
                <a:gd name="connsiteX10" fmla="*/ 185764 w 208372"/>
                <a:gd name="connsiteY10" fmla="*/ 22241 h 524209"/>
                <a:gd name="connsiteX11" fmla="*/ 197040 w 208372"/>
                <a:gd name="connsiteY11" fmla="*/ 33801 h 524209"/>
                <a:gd name="connsiteX12" fmla="*/ 208551 w 208372"/>
                <a:gd name="connsiteY12" fmla="*/ 22005 h 524209"/>
                <a:gd name="connsiteX13" fmla="*/ 182945 w 208372"/>
                <a:gd name="connsiteY13" fmla="*/ 64 h 524209"/>
                <a:gd name="connsiteX14" fmla="*/ 139015 w 208372"/>
                <a:gd name="connsiteY14" fmla="*/ 73907 h 524209"/>
                <a:gd name="connsiteX15" fmla="*/ 80521 w 208372"/>
                <a:gd name="connsiteY15" fmla="*/ 349223 h 524209"/>
                <a:gd name="connsiteX16" fmla="*/ 59848 w 208372"/>
                <a:gd name="connsiteY16" fmla="*/ 457509 h 524209"/>
                <a:gd name="connsiteX17" fmla="*/ 25785 w 208372"/>
                <a:gd name="connsiteY17" fmla="*/ 519084 h 524209"/>
                <a:gd name="connsiteX18" fmla="*/ 11455 w 208372"/>
                <a:gd name="connsiteY18" fmla="*/ 513657 h 52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8372" h="524209">
                  <a:moveTo>
                    <a:pt x="11455" y="513657"/>
                  </a:moveTo>
                  <a:cubicBezTo>
                    <a:pt x="18972" y="513186"/>
                    <a:pt x="22966" y="507995"/>
                    <a:pt x="22966" y="502097"/>
                  </a:cubicBezTo>
                  <a:cubicBezTo>
                    <a:pt x="22966" y="494312"/>
                    <a:pt x="17093" y="490537"/>
                    <a:pt x="11690" y="490537"/>
                  </a:cubicBezTo>
                  <a:cubicBezTo>
                    <a:pt x="6052" y="490537"/>
                    <a:pt x="179" y="494076"/>
                    <a:pt x="179" y="502333"/>
                  </a:cubicBezTo>
                  <a:cubicBezTo>
                    <a:pt x="179" y="514365"/>
                    <a:pt x="11925" y="524274"/>
                    <a:pt x="26255" y="524274"/>
                  </a:cubicBezTo>
                  <a:cubicBezTo>
                    <a:pt x="61962" y="524274"/>
                    <a:pt x="75352" y="469069"/>
                    <a:pt x="92032" y="400653"/>
                  </a:cubicBezTo>
                  <a:cubicBezTo>
                    <a:pt x="110120" y="326103"/>
                    <a:pt x="125390" y="250845"/>
                    <a:pt x="138076" y="175115"/>
                  </a:cubicBezTo>
                  <a:cubicBezTo>
                    <a:pt x="146768" y="124865"/>
                    <a:pt x="155459" y="77681"/>
                    <a:pt x="163447" y="47248"/>
                  </a:cubicBezTo>
                  <a:cubicBezTo>
                    <a:pt x="166266" y="35688"/>
                    <a:pt x="174253" y="5254"/>
                    <a:pt x="183415" y="5254"/>
                  </a:cubicBezTo>
                  <a:cubicBezTo>
                    <a:pt x="190697" y="5254"/>
                    <a:pt x="196570" y="9737"/>
                    <a:pt x="197510" y="10681"/>
                  </a:cubicBezTo>
                  <a:cubicBezTo>
                    <a:pt x="189758" y="11152"/>
                    <a:pt x="185764" y="16343"/>
                    <a:pt x="185764" y="22241"/>
                  </a:cubicBezTo>
                  <a:cubicBezTo>
                    <a:pt x="185764" y="30026"/>
                    <a:pt x="191637" y="33801"/>
                    <a:pt x="197040" y="33801"/>
                  </a:cubicBezTo>
                  <a:cubicBezTo>
                    <a:pt x="202678" y="33801"/>
                    <a:pt x="208551" y="30262"/>
                    <a:pt x="208551" y="22005"/>
                  </a:cubicBezTo>
                  <a:cubicBezTo>
                    <a:pt x="208551" y="9265"/>
                    <a:pt x="195865" y="64"/>
                    <a:pt x="182945" y="64"/>
                  </a:cubicBezTo>
                  <a:cubicBezTo>
                    <a:pt x="165091" y="64"/>
                    <a:pt x="151936" y="25779"/>
                    <a:pt x="139015" y="73907"/>
                  </a:cubicBezTo>
                  <a:cubicBezTo>
                    <a:pt x="138310" y="76502"/>
                    <a:pt x="106362" y="194932"/>
                    <a:pt x="80521" y="349223"/>
                  </a:cubicBezTo>
                  <a:cubicBezTo>
                    <a:pt x="74413" y="385318"/>
                    <a:pt x="67600" y="424716"/>
                    <a:pt x="59848" y="457509"/>
                  </a:cubicBezTo>
                  <a:cubicBezTo>
                    <a:pt x="55619" y="474731"/>
                    <a:pt x="44813" y="519084"/>
                    <a:pt x="25785" y="519084"/>
                  </a:cubicBezTo>
                  <a:cubicBezTo>
                    <a:pt x="17328" y="519084"/>
                    <a:pt x="11690" y="513657"/>
                    <a:pt x="11455" y="51365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64" name="Freeform: Shape 3163">
              <a:extLst>
                <a:ext uri="{FF2B5EF4-FFF2-40B4-BE49-F238E27FC236}">
                  <a16:creationId xmlns:a16="http://schemas.microsoft.com/office/drawing/2014/main" id="{602BD3A7-0E3C-3969-D660-A40A20D1826B}"/>
                </a:ext>
              </a:extLst>
            </p:cNvPr>
            <p:cNvSpPr/>
            <p:nvPr>
              <p:custDataLst>
                <p:tags r:id="rId21"/>
              </p:custDataLst>
            </p:nvPr>
          </p:nvSpPr>
          <p:spPr>
            <a:xfrm>
              <a:off x="7267805" y="5994895"/>
              <a:ext cx="75643" cy="74479"/>
            </a:xfrm>
            <a:custGeom>
              <a:avLst/>
              <a:gdLst>
                <a:gd name="connsiteX0" fmla="*/ 17784 w 75643"/>
                <a:gd name="connsiteY0" fmla="*/ 58362 h 74479"/>
                <a:gd name="connsiteX1" fmla="*/ 38997 w 75643"/>
                <a:gd name="connsiteY1" fmla="*/ 39701 h 74479"/>
                <a:gd name="connsiteX2" fmla="*/ 59552 w 75643"/>
                <a:gd name="connsiteY2" fmla="*/ 22361 h 74479"/>
                <a:gd name="connsiteX3" fmla="*/ 75832 w 75643"/>
                <a:gd name="connsiteY3" fmla="*/ 2048 h 74479"/>
                <a:gd name="connsiteX4" fmla="*/ 73037 w 75643"/>
                <a:gd name="connsiteY4" fmla="*/ 67 h 74479"/>
                <a:gd name="connsiteX5" fmla="*/ 70241 w 75643"/>
                <a:gd name="connsiteY5" fmla="*/ 1718 h 74479"/>
                <a:gd name="connsiteX6" fmla="*/ 57744 w 75643"/>
                <a:gd name="connsiteY6" fmla="*/ 11792 h 74479"/>
                <a:gd name="connsiteX7" fmla="*/ 48370 w 75643"/>
                <a:gd name="connsiteY7" fmla="*/ 6838 h 74479"/>
                <a:gd name="connsiteX8" fmla="*/ 35379 w 75643"/>
                <a:gd name="connsiteY8" fmla="*/ 67 h 74479"/>
                <a:gd name="connsiteX9" fmla="*/ 13344 w 75643"/>
                <a:gd name="connsiteY9" fmla="*/ 19388 h 74479"/>
                <a:gd name="connsiteX10" fmla="*/ 16140 w 75643"/>
                <a:gd name="connsiteY10" fmla="*/ 21370 h 74479"/>
                <a:gd name="connsiteX11" fmla="*/ 19100 w 75643"/>
                <a:gd name="connsiteY11" fmla="*/ 19058 h 74479"/>
                <a:gd name="connsiteX12" fmla="*/ 33406 w 75643"/>
                <a:gd name="connsiteY12" fmla="*/ 12948 h 74479"/>
                <a:gd name="connsiteX13" fmla="*/ 43766 w 75643"/>
                <a:gd name="connsiteY13" fmla="*/ 14434 h 74479"/>
                <a:gd name="connsiteX14" fmla="*/ 58072 w 75643"/>
                <a:gd name="connsiteY14" fmla="*/ 16416 h 74479"/>
                <a:gd name="connsiteX15" fmla="*/ 35215 w 75643"/>
                <a:gd name="connsiteY15" fmla="*/ 36398 h 74479"/>
                <a:gd name="connsiteX16" fmla="*/ 14824 w 75643"/>
                <a:gd name="connsiteY16" fmla="*/ 54068 h 74479"/>
                <a:gd name="connsiteX17" fmla="*/ 189 w 75643"/>
                <a:gd name="connsiteY17" fmla="*/ 72564 h 74479"/>
                <a:gd name="connsiteX18" fmla="*/ 2984 w 75643"/>
                <a:gd name="connsiteY18" fmla="*/ 74546 h 74479"/>
                <a:gd name="connsiteX19" fmla="*/ 5780 w 75643"/>
                <a:gd name="connsiteY19" fmla="*/ 72895 h 74479"/>
                <a:gd name="connsiteX20" fmla="*/ 20908 w 75643"/>
                <a:gd name="connsiteY20" fmla="*/ 62821 h 74479"/>
                <a:gd name="connsiteX21" fmla="*/ 29788 w 75643"/>
                <a:gd name="connsiteY21" fmla="*/ 67115 h 74479"/>
                <a:gd name="connsiteX22" fmla="*/ 43437 w 75643"/>
                <a:gd name="connsiteY22" fmla="*/ 74546 h 74479"/>
                <a:gd name="connsiteX23" fmla="*/ 72050 w 75643"/>
                <a:gd name="connsiteY23" fmla="*/ 48949 h 74479"/>
                <a:gd name="connsiteX24" fmla="*/ 69255 w 75643"/>
                <a:gd name="connsiteY24" fmla="*/ 46802 h 74479"/>
                <a:gd name="connsiteX25" fmla="*/ 66295 w 75643"/>
                <a:gd name="connsiteY25" fmla="*/ 49444 h 74479"/>
                <a:gd name="connsiteX26" fmla="*/ 45410 w 75643"/>
                <a:gd name="connsiteY26" fmla="*/ 61665 h 74479"/>
                <a:gd name="connsiteX27" fmla="*/ 33406 w 75643"/>
                <a:gd name="connsiteY27" fmla="*/ 59848 h 74479"/>
                <a:gd name="connsiteX28" fmla="*/ 21566 w 75643"/>
                <a:gd name="connsiteY28" fmla="*/ 58197 h 74479"/>
                <a:gd name="connsiteX29" fmla="*/ 17784 w 75643"/>
                <a:gd name="connsiteY29" fmla="*/ 58362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643" h="74479">
                  <a:moveTo>
                    <a:pt x="17784" y="58362"/>
                  </a:moveTo>
                  <a:cubicBezTo>
                    <a:pt x="22060" y="54068"/>
                    <a:pt x="25019" y="50931"/>
                    <a:pt x="38997" y="39701"/>
                  </a:cubicBezTo>
                  <a:cubicBezTo>
                    <a:pt x="42450" y="36894"/>
                    <a:pt x="54784" y="26985"/>
                    <a:pt x="59552" y="22361"/>
                  </a:cubicBezTo>
                  <a:cubicBezTo>
                    <a:pt x="69583" y="12452"/>
                    <a:pt x="75832" y="4030"/>
                    <a:pt x="75832" y="2048"/>
                  </a:cubicBezTo>
                  <a:cubicBezTo>
                    <a:pt x="75832" y="67"/>
                    <a:pt x="73694" y="67"/>
                    <a:pt x="73037" y="67"/>
                  </a:cubicBezTo>
                  <a:cubicBezTo>
                    <a:pt x="71557" y="67"/>
                    <a:pt x="71063" y="397"/>
                    <a:pt x="70241" y="1718"/>
                  </a:cubicBezTo>
                  <a:cubicBezTo>
                    <a:pt x="65143" y="9315"/>
                    <a:pt x="61690" y="11792"/>
                    <a:pt x="57744" y="11792"/>
                  </a:cubicBezTo>
                  <a:cubicBezTo>
                    <a:pt x="55770" y="11792"/>
                    <a:pt x="53304" y="11627"/>
                    <a:pt x="48370" y="6838"/>
                  </a:cubicBezTo>
                  <a:cubicBezTo>
                    <a:pt x="42779" y="1223"/>
                    <a:pt x="39162" y="67"/>
                    <a:pt x="35379" y="67"/>
                  </a:cubicBezTo>
                  <a:cubicBezTo>
                    <a:pt x="22224" y="67"/>
                    <a:pt x="13344" y="14434"/>
                    <a:pt x="13344" y="19388"/>
                  </a:cubicBezTo>
                  <a:cubicBezTo>
                    <a:pt x="13344" y="20875"/>
                    <a:pt x="14988" y="21370"/>
                    <a:pt x="16140" y="21370"/>
                  </a:cubicBezTo>
                  <a:cubicBezTo>
                    <a:pt x="18113" y="21370"/>
                    <a:pt x="18442" y="20875"/>
                    <a:pt x="19100" y="19058"/>
                  </a:cubicBezTo>
                  <a:cubicBezTo>
                    <a:pt x="21566" y="13278"/>
                    <a:pt x="30775" y="12948"/>
                    <a:pt x="33406" y="12948"/>
                  </a:cubicBezTo>
                  <a:cubicBezTo>
                    <a:pt x="37188" y="12948"/>
                    <a:pt x="41464" y="13939"/>
                    <a:pt x="43766" y="14434"/>
                  </a:cubicBezTo>
                  <a:cubicBezTo>
                    <a:pt x="52810" y="16416"/>
                    <a:pt x="53961" y="16416"/>
                    <a:pt x="58072" y="16416"/>
                  </a:cubicBezTo>
                  <a:cubicBezTo>
                    <a:pt x="53797" y="20875"/>
                    <a:pt x="50837" y="23847"/>
                    <a:pt x="35215" y="36398"/>
                  </a:cubicBezTo>
                  <a:cubicBezTo>
                    <a:pt x="22388" y="46637"/>
                    <a:pt x="17948" y="50765"/>
                    <a:pt x="14824" y="54068"/>
                  </a:cubicBezTo>
                  <a:cubicBezTo>
                    <a:pt x="4957" y="63812"/>
                    <a:pt x="189" y="71078"/>
                    <a:pt x="189" y="72564"/>
                  </a:cubicBezTo>
                  <a:cubicBezTo>
                    <a:pt x="189" y="74546"/>
                    <a:pt x="2326" y="74546"/>
                    <a:pt x="2984" y="74546"/>
                  </a:cubicBezTo>
                  <a:cubicBezTo>
                    <a:pt x="4629" y="74546"/>
                    <a:pt x="4957" y="74216"/>
                    <a:pt x="5780" y="72895"/>
                  </a:cubicBezTo>
                  <a:cubicBezTo>
                    <a:pt x="10220" y="66619"/>
                    <a:pt x="15317" y="62821"/>
                    <a:pt x="20908" y="62821"/>
                  </a:cubicBezTo>
                  <a:cubicBezTo>
                    <a:pt x="22882" y="62821"/>
                    <a:pt x="25348" y="62986"/>
                    <a:pt x="29788" y="67115"/>
                  </a:cubicBezTo>
                  <a:cubicBezTo>
                    <a:pt x="34886" y="72069"/>
                    <a:pt x="38175" y="74546"/>
                    <a:pt x="43437" y="74546"/>
                  </a:cubicBezTo>
                  <a:cubicBezTo>
                    <a:pt x="61032" y="74546"/>
                    <a:pt x="72050" y="54564"/>
                    <a:pt x="72050" y="48949"/>
                  </a:cubicBezTo>
                  <a:cubicBezTo>
                    <a:pt x="72050" y="46967"/>
                    <a:pt x="70241" y="46802"/>
                    <a:pt x="69255" y="46802"/>
                  </a:cubicBezTo>
                  <a:cubicBezTo>
                    <a:pt x="67281" y="46802"/>
                    <a:pt x="66952" y="47628"/>
                    <a:pt x="66295" y="49444"/>
                  </a:cubicBezTo>
                  <a:cubicBezTo>
                    <a:pt x="63170" y="57701"/>
                    <a:pt x="53468" y="61665"/>
                    <a:pt x="45410" y="61665"/>
                  </a:cubicBezTo>
                  <a:cubicBezTo>
                    <a:pt x="41628" y="61665"/>
                    <a:pt x="37517" y="60839"/>
                    <a:pt x="33406" y="59848"/>
                  </a:cubicBezTo>
                  <a:cubicBezTo>
                    <a:pt x="25842" y="58197"/>
                    <a:pt x="24526" y="58197"/>
                    <a:pt x="21566" y="58197"/>
                  </a:cubicBezTo>
                  <a:cubicBezTo>
                    <a:pt x="21237" y="58197"/>
                    <a:pt x="18771" y="58197"/>
                    <a:pt x="17784" y="5836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65" name="Freeform: Shape 3164">
              <a:extLst>
                <a:ext uri="{FF2B5EF4-FFF2-40B4-BE49-F238E27FC236}">
                  <a16:creationId xmlns:a16="http://schemas.microsoft.com/office/drawing/2014/main" id="{20EE615C-A776-1997-7DAF-AF94EDEB1B55}"/>
                </a:ext>
              </a:extLst>
            </p:cNvPr>
            <p:cNvSpPr/>
            <p:nvPr>
              <p:custDataLst>
                <p:tags r:id="rId22"/>
              </p:custDataLst>
            </p:nvPr>
          </p:nvSpPr>
          <p:spPr>
            <a:xfrm>
              <a:off x="7171126" y="6500048"/>
              <a:ext cx="111163" cy="8091"/>
            </a:xfrm>
            <a:custGeom>
              <a:avLst/>
              <a:gdLst>
                <a:gd name="connsiteX0" fmla="*/ 104770 w 111163"/>
                <a:gd name="connsiteY0" fmla="*/ 8179 h 8091"/>
                <a:gd name="connsiteX1" fmla="*/ 111347 w 111163"/>
                <a:gd name="connsiteY1" fmla="*/ 4215 h 8091"/>
                <a:gd name="connsiteX2" fmla="*/ 104770 w 111163"/>
                <a:gd name="connsiteY2" fmla="*/ 87 h 8091"/>
                <a:gd name="connsiteX3" fmla="*/ 6762 w 111163"/>
                <a:gd name="connsiteY3" fmla="*/ 87 h 8091"/>
                <a:gd name="connsiteX4" fmla="*/ 184 w 111163"/>
                <a:gd name="connsiteY4" fmla="*/ 4050 h 8091"/>
                <a:gd name="connsiteX5" fmla="*/ 6762 w 111163"/>
                <a:gd name="connsiteY5" fmla="*/ 8179 h 8091"/>
                <a:gd name="connsiteX6" fmla="*/ 104770 w 111163"/>
                <a:gd name="connsiteY6" fmla="*/ 8179 h 8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163" h="8091">
                  <a:moveTo>
                    <a:pt x="104770" y="8179"/>
                  </a:moveTo>
                  <a:cubicBezTo>
                    <a:pt x="107401" y="8179"/>
                    <a:pt x="111347" y="8179"/>
                    <a:pt x="111347" y="4215"/>
                  </a:cubicBezTo>
                  <a:cubicBezTo>
                    <a:pt x="111347" y="87"/>
                    <a:pt x="107565" y="87"/>
                    <a:pt x="104770" y="87"/>
                  </a:cubicBezTo>
                  <a:lnTo>
                    <a:pt x="6762" y="87"/>
                  </a:lnTo>
                  <a:cubicBezTo>
                    <a:pt x="4131" y="87"/>
                    <a:pt x="184" y="87"/>
                    <a:pt x="184" y="4050"/>
                  </a:cubicBezTo>
                  <a:cubicBezTo>
                    <a:pt x="184" y="8179"/>
                    <a:pt x="3966" y="8179"/>
                    <a:pt x="6762" y="8179"/>
                  </a:cubicBezTo>
                  <a:lnTo>
                    <a:pt x="104770" y="817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66" name="Freeform: Shape 3165">
              <a:extLst>
                <a:ext uri="{FF2B5EF4-FFF2-40B4-BE49-F238E27FC236}">
                  <a16:creationId xmlns:a16="http://schemas.microsoft.com/office/drawing/2014/main" id="{3E0C93BB-C545-BF4B-DBC0-0DFBD5F3A64C}"/>
                </a:ext>
              </a:extLst>
            </p:cNvPr>
            <p:cNvSpPr/>
            <p:nvPr>
              <p:custDataLst>
                <p:tags r:id="rId23"/>
              </p:custDataLst>
            </p:nvPr>
          </p:nvSpPr>
          <p:spPr>
            <a:xfrm>
              <a:off x="7312853" y="6472634"/>
              <a:ext cx="161811" cy="74479"/>
            </a:xfrm>
            <a:custGeom>
              <a:avLst/>
              <a:gdLst>
                <a:gd name="connsiteX0" fmla="*/ 82576 w 161811"/>
                <a:gd name="connsiteY0" fmla="*/ 27666 h 74479"/>
                <a:gd name="connsiteX1" fmla="*/ 64981 w 161811"/>
                <a:gd name="connsiteY1" fmla="*/ 10161 h 74479"/>
                <a:gd name="connsiteX2" fmla="*/ 35381 w 161811"/>
                <a:gd name="connsiteY2" fmla="*/ 87 h 74479"/>
                <a:gd name="connsiteX3" fmla="*/ 190 w 161811"/>
                <a:gd name="connsiteY3" fmla="*/ 37409 h 74479"/>
                <a:gd name="connsiteX4" fmla="*/ 34888 w 161811"/>
                <a:gd name="connsiteY4" fmla="*/ 74566 h 74479"/>
                <a:gd name="connsiteX5" fmla="*/ 79616 w 161811"/>
                <a:gd name="connsiteY5" fmla="*/ 46987 h 74479"/>
                <a:gd name="connsiteX6" fmla="*/ 97212 w 161811"/>
                <a:gd name="connsiteY6" fmla="*/ 64493 h 74479"/>
                <a:gd name="connsiteX7" fmla="*/ 126811 w 161811"/>
                <a:gd name="connsiteY7" fmla="*/ 74566 h 74479"/>
                <a:gd name="connsiteX8" fmla="*/ 162002 w 161811"/>
                <a:gd name="connsiteY8" fmla="*/ 37244 h 74479"/>
                <a:gd name="connsiteX9" fmla="*/ 127305 w 161811"/>
                <a:gd name="connsiteY9" fmla="*/ 87 h 74479"/>
                <a:gd name="connsiteX10" fmla="*/ 82576 w 161811"/>
                <a:gd name="connsiteY10" fmla="*/ 27666 h 74479"/>
                <a:gd name="connsiteX11" fmla="*/ 87838 w 161811"/>
                <a:gd name="connsiteY11" fmla="*/ 33776 h 74479"/>
                <a:gd name="connsiteX12" fmla="*/ 128785 w 161811"/>
                <a:gd name="connsiteY12" fmla="*/ 6362 h 74479"/>
                <a:gd name="connsiteX13" fmla="*/ 157398 w 161811"/>
                <a:gd name="connsiteY13" fmla="*/ 37244 h 74479"/>
                <a:gd name="connsiteX14" fmla="*/ 129442 w 161811"/>
                <a:gd name="connsiteY14" fmla="*/ 65483 h 74479"/>
                <a:gd name="connsiteX15" fmla="*/ 87838 w 161811"/>
                <a:gd name="connsiteY15" fmla="*/ 33776 h 74479"/>
                <a:gd name="connsiteX16" fmla="*/ 74354 w 161811"/>
                <a:gd name="connsiteY16" fmla="*/ 40877 h 74479"/>
                <a:gd name="connsiteX17" fmla="*/ 33408 w 161811"/>
                <a:gd name="connsiteY17" fmla="*/ 68291 h 74479"/>
                <a:gd name="connsiteX18" fmla="*/ 4795 w 161811"/>
                <a:gd name="connsiteY18" fmla="*/ 37409 h 74479"/>
                <a:gd name="connsiteX19" fmla="*/ 32750 w 161811"/>
                <a:gd name="connsiteY19" fmla="*/ 9170 h 74479"/>
                <a:gd name="connsiteX20" fmla="*/ 74354 w 161811"/>
                <a:gd name="connsiteY20" fmla="*/ 40877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811" h="74479">
                  <a:moveTo>
                    <a:pt x="82576" y="27666"/>
                  </a:moveTo>
                  <a:cubicBezTo>
                    <a:pt x="73861" y="17427"/>
                    <a:pt x="71230" y="14619"/>
                    <a:pt x="64981" y="10161"/>
                  </a:cubicBezTo>
                  <a:cubicBezTo>
                    <a:pt x="54950" y="2894"/>
                    <a:pt x="44425" y="87"/>
                    <a:pt x="35381" y="87"/>
                  </a:cubicBezTo>
                  <a:cubicBezTo>
                    <a:pt x="14990" y="87"/>
                    <a:pt x="190" y="17592"/>
                    <a:pt x="190" y="37409"/>
                  </a:cubicBezTo>
                  <a:cubicBezTo>
                    <a:pt x="190" y="56731"/>
                    <a:pt x="14333" y="74566"/>
                    <a:pt x="34888" y="74566"/>
                  </a:cubicBezTo>
                  <a:cubicBezTo>
                    <a:pt x="57745" y="74566"/>
                    <a:pt x="73696" y="55740"/>
                    <a:pt x="79616" y="46987"/>
                  </a:cubicBezTo>
                  <a:cubicBezTo>
                    <a:pt x="88332" y="57226"/>
                    <a:pt x="90963" y="60034"/>
                    <a:pt x="97212" y="64493"/>
                  </a:cubicBezTo>
                  <a:cubicBezTo>
                    <a:pt x="107243" y="71759"/>
                    <a:pt x="117767" y="74566"/>
                    <a:pt x="126811" y="74566"/>
                  </a:cubicBezTo>
                  <a:cubicBezTo>
                    <a:pt x="147202" y="74566"/>
                    <a:pt x="162002" y="57061"/>
                    <a:pt x="162002" y="37244"/>
                  </a:cubicBezTo>
                  <a:cubicBezTo>
                    <a:pt x="162002" y="17922"/>
                    <a:pt x="147860" y="87"/>
                    <a:pt x="127305" y="87"/>
                  </a:cubicBezTo>
                  <a:cubicBezTo>
                    <a:pt x="104447" y="87"/>
                    <a:pt x="88496" y="18913"/>
                    <a:pt x="82576" y="27666"/>
                  </a:cubicBezTo>
                  <a:close/>
                  <a:moveTo>
                    <a:pt x="87838" y="33776"/>
                  </a:moveTo>
                  <a:cubicBezTo>
                    <a:pt x="94416" y="23042"/>
                    <a:pt x="108723" y="6362"/>
                    <a:pt x="128785" y="6362"/>
                  </a:cubicBezTo>
                  <a:cubicBezTo>
                    <a:pt x="145722" y="6362"/>
                    <a:pt x="157398" y="21390"/>
                    <a:pt x="157398" y="37244"/>
                  </a:cubicBezTo>
                  <a:cubicBezTo>
                    <a:pt x="157398" y="53098"/>
                    <a:pt x="144571" y="65483"/>
                    <a:pt x="129442" y="65483"/>
                  </a:cubicBezTo>
                  <a:cubicBezTo>
                    <a:pt x="114149" y="65483"/>
                    <a:pt x="103625" y="52933"/>
                    <a:pt x="87838" y="33776"/>
                  </a:cubicBezTo>
                  <a:close/>
                  <a:moveTo>
                    <a:pt x="74354" y="40877"/>
                  </a:moveTo>
                  <a:cubicBezTo>
                    <a:pt x="67776" y="51611"/>
                    <a:pt x="53470" y="68291"/>
                    <a:pt x="33408" y="68291"/>
                  </a:cubicBezTo>
                  <a:cubicBezTo>
                    <a:pt x="16470" y="68291"/>
                    <a:pt x="4795" y="53263"/>
                    <a:pt x="4795" y="37409"/>
                  </a:cubicBezTo>
                  <a:cubicBezTo>
                    <a:pt x="4795" y="21555"/>
                    <a:pt x="17621" y="9170"/>
                    <a:pt x="32750" y="9170"/>
                  </a:cubicBezTo>
                  <a:cubicBezTo>
                    <a:pt x="48043" y="9170"/>
                    <a:pt x="58568" y="21721"/>
                    <a:pt x="74354" y="4087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67" name="Freeform: Shape 3166">
              <a:extLst>
                <a:ext uri="{FF2B5EF4-FFF2-40B4-BE49-F238E27FC236}">
                  <a16:creationId xmlns:a16="http://schemas.microsoft.com/office/drawing/2014/main" id="{F9DADD4B-2037-81BD-B396-71CC82E204F0}"/>
                </a:ext>
              </a:extLst>
            </p:cNvPr>
            <p:cNvSpPr/>
            <p:nvPr>
              <p:custDataLst>
                <p:tags r:id="rId24"/>
              </p:custDataLst>
            </p:nvPr>
          </p:nvSpPr>
          <p:spPr>
            <a:xfrm>
              <a:off x="7549882" y="6166785"/>
              <a:ext cx="123097" cy="212090"/>
            </a:xfrm>
            <a:custGeom>
              <a:avLst/>
              <a:gdLst>
                <a:gd name="connsiteX0" fmla="*/ 91349 w 123097"/>
                <a:gd name="connsiteY0" fmla="*/ 5740 h 212090"/>
                <a:gd name="connsiteX1" fmla="*/ 92054 w 123097"/>
                <a:gd name="connsiteY1" fmla="*/ 2437 h 212090"/>
                <a:gd name="connsiteX2" fmla="*/ 89234 w 123097"/>
                <a:gd name="connsiteY2" fmla="*/ 78 h 212090"/>
                <a:gd name="connsiteX3" fmla="*/ 85711 w 123097"/>
                <a:gd name="connsiteY3" fmla="*/ 4796 h 212090"/>
                <a:gd name="connsiteX4" fmla="*/ 72085 w 123097"/>
                <a:gd name="connsiteY4" fmla="*/ 59293 h 212090"/>
                <a:gd name="connsiteX5" fmla="*/ 201 w 123097"/>
                <a:gd name="connsiteY5" fmla="*/ 123935 h 212090"/>
                <a:gd name="connsiteX6" fmla="*/ 45305 w 123097"/>
                <a:gd name="connsiteY6" fmla="*/ 166636 h 212090"/>
                <a:gd name="connsiteX7" fmla="*/ 39902 w 123097"/>
                <a:gd name="connsiteY7" fmla="*/ 188812 h 212090"/>
                <a:gd name="connsiteX8" fmla="*/ 34733 w 123097"/>
                <a:gd name="connsiteY8" fmla="*/ 209573 h 212090"/>
                <a:gd name="connsiteX9" fmla="*/ 37553 w 123097"/>
                <a:gd name="connsiteY9" fmla="*/ 212168 h 212090"/>
                <a:gd name="connsiteX10" fmla="*/ 39902 w 123097"/>
                <a:gd name="connsiteY10" fmla="*/ 211224 h 212090"/>
                <a:gd name="connsiteX11" fmla="*/ 42486 w 123097"/>
                <a:gd name="connsiteY11" fmla="*/ 201788 h 212090"/>
                <a:gd name="connsiteX12" fmla="*/ 51413 w 123097"/>
                <a:gd name="connsiteY12" fmla="*/ 166636 h 212090"/>
                <a:gd name="connsiteX13" fmla="*/ 123298 w 123097"/>
                <a:gd name="connsiteY13" fmla="*/ 101994 h 212090"/>
                <a:gd name="connsiteX14" fmla="*/ 78193 w 123097"/>
                <a:gd name="connsiteY14" fmla="*/ 59293 h 212090"/>
                <a:gd name="connsiteX15" fmla="*/ 91349 w 123097"/>
                <a:gd name="connsiteY15" fmla="*/ 5740 h 212090"/>
                <a:gd name="connsiteX16" fmla="*/ 46479 w 123097"/>
                <a:gd name="connsiteY16" fmla="*/ 161446 h 212090"/>
                <a:gd name="connsiteX17" fmla="*/ 15470 w 123097"/>
                <a:gd name="connsiteY17" fmla="*/ 128889 h 212090"/>
                <a:gd name="connsiteX18" fmla="*/ 70676 w 123097"/>
                <a:gd name="connsiteY18" fmla="*/ 64483 h 212090"/>
                <a:gd name="connsiteX19" fmla="*/ 46479 w 123097"/>
                <a:gd name="connsiteY19" fmla="*/ 161446 h 212090"/>
                <a:gd name="connsiteX20" fmla="*/ 76784 w 123097"/>
                <a:gd name="connsiteY20" fmla="*/ 64483 h 212090"/>
                <a:gd name="connsiteX21" fmla="*/ 108028 w 123097"/>
                <a:gd name="connsiteY21" fmla="*/ 97040 h 212090"/>
                <a:gd name="connsiteX22" fmla="*/ 52587 w 123097"/>
                <a:gd name="connsiteY22" fmla="*/ 161446 h 212090"/>
                <a:gd name="connsiteX23" fmla="*/ 76784 w 123097"/>
                <a:gd name="connsiteY23" fmla="*/ 64483 h 212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3097" h="212090">
                  <a:moveTo>
                    <a:pt x="91349" y="5740"/>
                  </a:moveTo>
                  <a:cubicBezTo>
                    <a:pt x="91349" y="5268"/>
                    <a:pt x="92054" y="2673"/>
                    <a:pt x="92054" y="2437"/>
                  </a:cubicBezTo>
                  <a:cubicBezTo>
                    <a:pt x="92054" y="2201"/>
                    <a:pt x="92054" y="78"/>
                    <a:pt x="89234" y="78"/>
                  </a:cubicBezTo>
                  <a:cubicBezTo>
                    <a:pt x="86885" y="78"/>
                    <a:pt x="86650" y="786"/>
                    <a:pt x="85711" y="4796"/>
                  </a:cubicBezTo>
                  <a:lnTo>
                    <a:pt x="72085" y="59293"/>
                  </a:lnTo>
                  <a:cubicBezTo>
                    <a:pt x="34733" y="60473"/>
                    <a:pt x="201" y="91850"/>
                    <a:pt x="201" y="123935"/>
                  </a:cubicBezTo>
                  <a:cubicBezTo>
                    <a:pt x="201" y="146347"/>
                    <a:pt x="16645" y="164984"/>
                    <a:pt x="45305" y="166636"/>
                  </a:cubicBezTo>
                  <a:cubicBezTo>
                    <a:pt x="43425" y="173949"/>
                    <a:pt x="41781" y="181499"/>
                    <a:pt x="39902" y="188812"/>
                  </a:cubicBezTo>
                  <a:cubicBezTo>
                    <a:pt x="37083" y="199900"/>
                    <a:pt x="34733" y="208865"/>
                    <a:pt x="34733" y="209573"/>
                  </a:cubicBezTo>
                  <a:cubicBezTo>
                    <a:pt x="34733" y="211932"/>
                    <a:pt x="36378" y="212168"/>
                    <a:pt x="37553" y="212168"/>
                  </a:cubicBezTo>
                  <a:cubicBezTo>
                    <a:pt x="38727" y="212168"/>
                    <a:pt x="39197" y="211932"/>
                    <a:pt x="39902" y="211224"/>
                  </a:cubicBezTo>
                  <a:cubicBezTo>
                    <a:pt x="40372" y="210752"/>
                    <a:pt x="41781" y="205090"/>
                    <a:pt x="42486" y="201788"/>
                  </a:cubicBezTo>
                  <a:lnTo>
                    <a:pt x="51413" y="166636"/>
                  </a:lnTo>
                  <a:cubicBezTo>
                    <a:pt x="89234" y="165456"/>
                    <a:pt x="123298" y="133607"/>
                    <a:pt x="123298" y="101994"/>
                  </a:cubicBezTo>
                  <a:cubicBezTo>
                    <a:pt x="123298" y="83357"/>
                    <a:pt x="110847" y="61652"/>
                    <a:pt x="78193" y="59293"/>
                  </a:cubicBezTo>
                  <a:lnTo>
                    <a:pt x="91349" y="5740"/>
                  </a:lnTo>
                  <a:close/>
                  <a:moveTo>
                    <a:pt x="46479" y="161446"/>
                  </a:moveTo>
                  <a:cubicBezTo>
                    <a:pt x="32384" y="160738"/>
                    <a:pt x="15470" y="152481"/>
                    <a:pt x="15470" y="128889"/>
                  </a:cubicBezTo>
                  <a:cubicBezTo>
                    <a:pt x="15470" y="100579"/>
                    <a:pt x="35673" y="67550"/>
                    <a:pt x="70676" y="64483"/>
                  </a:cubicBezTo>
                  <a:lnTo>
                    <a:pt x="46479" y="161446"/>
                  </a:lnTo>
                  <a:close/>
                  <a:moveTo>
                    <a:pt x="76784" y="64483"/>
                  </a:moveTo>
                  <a:cubicBezTo>
                    <a:pt x="94638" y="65427"/>
                    <a:pt x="108028" y="76279"/>
                    <a:pt x="108028" y="97040"/>
                  </a:cubicBezTo>
                  <a:cubicBezTo>
                    <a:pt x="108028" y="124878"/>
                    <a:pt x="87825" y="158615"/>
                    <a:pt x="52587" y="161446"/>
                  </a:cubicBezTo>
                  <a:lnTo>
                    <a:pt x="76784" y="6448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68" name="Freeform: Shape 3167">
              <a:extLst>
                <a:ext uri="{FF2B5EF4-FFF2-40B4-BE49-F238E27FC236}">
                  <a16:creationId xmlns:a16="http://schemas.microsoft.com/office/drawing/2014/main" id="{F67D5298-4AF3-5725-81BB-0DB2CB4527C4}"/>
                </a:ext>
              </a:extLst>
            </p:cNvPr>
            <p:cNvSpPr/>
            <p:nvPr>
              <p:custDataLst>
                <p:tags r:id="rId25"/>
              </p:custDataLst>
            </p:nvPr>
          </p:nvSpPr>
          <p:spPr>
            <a:xfrm>
              <a:off x="7701600" y="6153573"/>
              <a:ext cx="54500" cy="235917"/>
            </a:xfrm>
            <a:custGeom>
              <a:avLst/>
              <a:gdLst>
                <a:gd name="connsiteX0" fmla="*/ 54707 w 54500"/>
                <a:gd name="connsiteY0" fmla="*/ 233637 h 235917"/>
                <a:gd name="connsiteX1" fmla="*/ 50714 w 54500"/>
                <a:gd name="connsiteY1" fmla="*/ 228446 h 235917"/>
                <a:gd name="connsiteX2" fmla="*/ 13832 w 54500"/>
                <a:gd name="connsiteY2" fmla="*/ 118037 h 235917"/>
                <a:gd name="connsiteX3" fmla="*/ 51654 w 54500"/>
                <a:gd name="connsiteY3" fmla="*/ 6448 h 235917"/>
                <a:gd name="connsiteX4" fmla="*/ 54707 w 54500"/>
                <a:gd name="connsiteY4" fmla="*/ 2437 h 235917"/>
                <a:gd name="connsiteX5" fmla="*/ 52358 w 54500"/>
                <a:gd name="connsiteY5" fmla="*/ 78 h 235917"/>
                <a:gd name="connsiteX6" fmla="*/ 15006 w 54500"/>
                <a:gd name="connsiteY6" fmla="*/ 46082 h 235917"/>
                <a:gd name="connsiteX7" fmla="*/ 206 w 54500"/>
                <a:gd name="connsiteY7" fmla="*/ 118037 h 235917"/>
                <a:gd name="connsiteX8" fmla="*/ 15711 w 54500"/>
                <a:gd name="connsiteY8" fmla="*/ 191643 h 235917"/>
                <a:gd name="connsiteX9" fmla="*/ 52358 w 54500"/>
                <a:gd name="connsiteY9" fmla="*/ 235996 h 235917"/>
                <a:gd name="connsiteX10" fmla="*/ 54707 w 54500"/>
                <a:gd name="connsiteY10" fmla="*/ 233637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00" h="235917">
                  <a:moveTo>
                    <a:pt x="54707" y="233637"/>
                  </a:moveTo>
                  <a:cubicBezTo>
                    <a:pt x="54707" y="232929"/>
                    <a:pt x="54707" y="232457"/>
                    <a:pt x="50714" y="228446"/>
                  </a:cubicBezTo>
                  <a:cubicBezTo>
                    <a:pt x="21349" y="198721"/>
                    <a:pt x="13832" y="154132"/>
                    <a:pt x="13832" y="118037"/>
                  </a:cubicBezTo>
                  <a:cubicBezTo>
                    <a:pt x="13832" y="76987"/>
                    <a:pt x="22759" y="35937"/>
                    <a:pt x="51654" y="6448"/>
                  </a:cubicBezTo>
                  <a:cubicBezTo>
                    <a:pt x="54707" y="3617"/>
                    <a:pt x="54707" y="3145"/>
                    <a:pt x="54707" y="2437"/>
                  </a:cubicBezTo>
                  <a:cubicBezTo>
                    <a:pt x="54707" y="786"/>
                    <a:pt x="53768" y="78"/>
                    <a:pt x="52358" y="78"/>
                  </a:cubicBezTo>
                  <a:cubicBezTo>
                    <a:pt x="50009" y="78"/>
                    <a:pt x="28866" y="16120"/>
                    <a:pt x="15006" y="46082"/>
                  </a:cubicBezTo>
                  <a:cubicBezTo>
                    <a:pt x="3025" y="72033"/>
                    <a:pt x="206" y="98220"/>
                    <a:pt x="206" y="118037"/>
                  </a:cubicBezTo>
                  <a:cubicBezTo>
                    <a:pt x="206" y="136438"/>
                    <a:pt x="2791" y="164984"/>
                    <a:pt x="15711" y="191643"/>
                  </a:cubicBezTo>
                  <a:cubicBezTo>
                    <a:pt x="29806" y="220661"/>
                    <a:pt x="50009" y="235996"/>
                    <a:pt x="52358" y="235996"/>
                  </a:cubicBezTo>
                  <a:cubicBezTo>
                    <a:pt x="53768" y="235996"/>
                    <a:pt x="54707" y="235288"/>
                    <a:pt x="54707" y="23363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69" name="Freeform: Shape 3168">
              <a:extLst>
                <a:ext uri="{FF2B5EF4-FFF2-40B4-BE49-F238E27FC236}">
                  <a16:creationId xmlns:a16="http://schemas.microsoft.com/office/drawing/2014/main" id="{6B5DA95D-130C-2CF2-3CFA-64C1B241303B}"/>
                </a:ext>
              </a:extLst>
            </p:cNvPr>
            <p:cNvSpPr/>
            <p:nvPr>
              <p:custDataLst>
                <p:tags r:id="rId26"/>
              </p:custDataLst>
            </p:nvPr>
          </p:nvSpPr>
          <p:spPr>
            <a:xfrm>
              <a:off x="7775104" y="6182827"/>
              <a:ext cx="72119" cy="150279"/>
            </a:xfrm>
            <a:custGeom>
              <a:avLst/>
              <a:gdLst>
                <a:gd name="connsiteX0" fmla="*/ 43200 w 72119"/>
                <a:gd name="connsiteY0" fmla="*/ 53395 h 150279"/>
                <a:gd name="connsiteX1" fmla="*/ 65283 w 72119"/>
                <a:gd name="connsiteY1" fmla="*/ 53395 h 150279"/>
                <a:gd name="connsiteX2" fmla="*/ 72330 w 72119"/>
                <a:gd name="connsiteY2" fmla="*/ 48677 h 150279"/>
                <a:gd name="connsiteX3" fmla="*/ 65752 w 72119"/>
                <a:gd name="connsiteY3" fmla="*/ 46082 h 150279"/>
                <a:gd name="connsiteX4" fmla="*/ 45080 w 72119"/>
                <a:gd name="connsiteY4" fmla="*/ 46082 h 150279"/>
                <a:gd name="connsiteX5" fmla="*/ 54711 w 72119"/>
                <a:gd name="connsiteY5" fmla="*/ 6448 h 150279"/>
                <a:gd name="connsiteX6" fmla="*/ 47899 w 72119"/>
                <a:gd name="connsiteY6" fmla="*/ 78 h 150279"/>
                <a:gd name="connsiteX7" fmla="*/ 38502 w 72119"/>
                <a:gd name="connsiteY7" fmla="*/ 8571 h 150279"/>
                <a:gd name="connsiteX8" fmla="*/ 29340 w 72119"/>
                <a:gd name="connsiteY8" fmla="*/ 46082 h 150279"/>
                <a:gd name="connsiteX9" fmla="*/ 7258 w 72119"/>
                <a:gd name="connsiteY9" fmla="*/ 46082 h 150279"/>
                <a:gd name="connsiteX10" fmla="*/ 210 w 72119"/>
                <a:gd name="connsiteY10" fmla="*/ 50564 h 150279"/>
                <a:gd name="connsiteX11" fmla="*/ 6788 w 72119"/>
                <a:gd name="connsiteY11" fmla="*/ 53395 h 150279"/>
                <a:gd name="connsiteX12" fmla="*/ 27461 w 72119"/>
                <a:gd name="connsiteY12" fmla="*/ 53395 h 150279"/>
                <a:gd name="connsiteX13" fmla="*/ 9607 w 72119"/>
                <a:gd name="connsiteY13" fmla="*/ 128653 h 150279"/>
                <a:gd name="connsiteX14" fmla="*/ 31220 w 72119"/>
                <a:gd name="connsiteY14" fmla="*/ 150358 h 150279"/>
                <a:gd name="connsiteX15" fmla="*/ 68571 w 72119"/>
                <a:gd name="connsiteY15" fmla="*/ 114026 h 150279"/>
                <a:gd name="connsiteX16" fmla="*/ 65752 w 72119"/>
                <a:gd name="connsiteY16" fmla="*/ 111667 h 150279"/>
                <a:gd name="connsiteX17" fmla="*/ 62229 w 72119"/>
                <a:gd name="connsiteY17" fmla="*/ 114970 h 150279"/>
                <a:gd name="connsiteX18" fmla="*/ 31689 w 72119"/>
                <a:gd name="connsiteY18" fmla="*/ 145167 h 150279"/>
                <a:gd name="connsiteX19" fmla="*/ 24407 w 72119"/>
                <a:gd name="connsiteY19" fmla="*/ 134315 h 150279"/>
                <a:gd name="connsiteX20" fmla="*/ 25816 w 72119"/>
                <a:gd name="connsiteY20" fmla="*/ 122991 h 150279"/>
                <a:gd name="connsiteX21" fmla="*/ 43200 w 72119"/>
                <a:gd name="connsiteY21" fmla="*/ 53395 h 15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119" h="150279">
                  <a:moveTo>
                    <a:pt x="43200" y="53395"/>
                  </a:moveTo>
                  <a:lnTo>
                    <a:pt x="65283" y="53395"/>
                  </a:lnTo>
                  <a:cubicBezTo>
                    <a:pt x="69981" y="53395"/>
                    <a:pt x="72330" y="53395"/>
                    <a:pt x="72330" y="48677"/>
                  </a:cubicBezTo>
                  <a:cubicBezTo>
                    <a:pt x="72330" y="46082"/>
                    <a:pt x="69981" y="46082"/>
                    <a:pt x="65752" y="46082"/>
                  </a:cubicBezTo>
                  <a:lnTo>
                    <a:pt x="45080" y="46082"/>
                  </a:lnTo>
                  <a:cubicBezTo>
                    <a:pt x="53537" y="12582"/>
                    <a:pt x="54711" y="7863"/>
                    <a:pt x="54711" y="6448"/>
                  </a:cubicBezTo>
                  <a:cubicBezTo>
                    <a:pt x="54711" y="2437"/>
                    <a:pt x="51892" y="78"/>
                    <a:pt x="47899" y="78"/>
                  </a:cubicBezTo>
                  <a:cubicBezTo>
                    <a:pt x="47194" y="78"/>
                    <a:pt x="40616" y="314"/>
                    <a:pt x="38502" y="8571"/>
                  </a:cubicBezTo>
                  <a:lnTo>
                    <a:pt x="29340" y="46082"/>
                  </a:lnTo>
                  <a:lnTo>
                    <a:pt x="7258" y="46082"/>
                  </a:lnTo>
                  <a:cubicBezTo>
                    <a:pt x="2560" y="46082"/>
                    <a:pt x="210" y="46082"/>
                    <a:pt x="210" y="50564"/>
                  </a:cubicBezTo>
                  <a:cubicBezTo>
                    <a:pt x="210" y="53395"/>
                    <a:pt x="2090" y="53395"/>
                    <a:pt x="6788" y="53395"/>
                  </a:cubicBezTo>
                  <a:lnTo>
                    <a:pt x="27461" y="53395"/>
                  </a:lnTo>
                  <a:cubicBezTo>
                    <a:pt x="10547" y="120396"/>
                    <a:pt x="9607" y="124407"/>
                    <a:pt x="9607" y="128653"/>
                  </a:cubicBezTo>
                  <a:cubicBezTo>
                    <a:pt x="9607" y="141393"/>
                    <a:pt x="18534" y="150358"/>
                    <a:pt x="31220" y="150358"/>
                  </a:cubicBezTo>
                  <a:cubicBezTo>
                    <a:pt x="55181" y="150358"/>
                    <a:pt x="68571" y="115914"/>
                    <a:pt x="68571" y="114026"/>
                  </a:cubicBezTo>
                  <a:cubicBezTo>
                    <a:pt x="68571" y="111667"/>
                    <a:pt x="66692" y="111667"/>
                    <a:pt x="65752" y="111667"/>
                  </a:cubicBezTo>
                  <a:cubicBezTo>
                    <a:pt x="63638" y="111667"/>
                    <a:pt x="63403" y="112375"/>
                    <a:pt x="62229" y="114970"/>
                  </a:cubicBezTo>
                  <a:cubicBezTo>
                    <a:pt x="52127" y="139505"/>
                    <a:pt x="39677" y="145167"/>
                    <a:pt x="31689" y="145167"/>
                  </a:cubicBezTo>
                  <a:cubicBezTo>
                    <a:pt x="26756" y="145167"/>
                    <a:pt x="24407" y="142100"/>
                    <a:pt x="24407" y="134315"/>
                  </a:cubicBezTo>
                  <a:cubicBezTo>
                    <a:pt x="24407" y="128653"/>
                    <a:pt x="24877" y="127002"/>
                    <a:pt x="25816" y="122991"/>
                  </a:cubicBezTo>
                  <a:lnTo>
                    <a:pt x="43200" y="5339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70" name="Freeform: Shape 3169">
              <a:extLst>
                <a:ext uri="{FF2B5EF4-FFF2-40B4-BE49-F238E27FC236}">
                  <a16:creationId xmlns:a16="http://schemas.microsoft.com/office/drawing/2014/main" id="{DBC8A595-434B-66BD-54D4-91F82A57F574}"/>
                </a:ext>
              </a:extLst>
            </p:cNvPr>
            <p:cNvSpPr/>
            <p:nvPr>
              <p:custDataLst>
                <p:tags r:id="rId27"/>
              </p:custDataLst>
            </p:nvPr>
          </p:nvSpPr>
          <p:spPr>
            <a:xfrm>
              <a:off x="7867923" y="6153573"/>
              <a:ext cx="54500" cy="235917"/>
            </a:xfrm>
            <a:custGeom>
              <a:avLst/>
              <a:gdLst>
                <a:gd name="connsiteX0" fmla="*/ 54715 w 54500"/>
                <a:gd name="connsiteY0" fmla="*/ 118037 h 235917"/>
                <a:gd name="connsiteX1" fmla="*/ 39210 w 54500"/>
                <a:gd name="connsiteY1" fmla="*/ 44430 h 235917"/>
                <a:gd name="connsiteX2" fmla="*/ 2563 w 54500"/>
                <a:gd name="connsiteY2" fmla="*/ 78 h 235917"/>
                <a:gd name="connsiteX3" fmla="*/ 214 w 54500"/>
                <a:gd name="connsiteY3" fmla="*/ 2437 h 235917"/>
                <a:gd name="connsiteX4" fmla="*/ 4677 w 54500"/>
                <a:gd name="connsiteY4" fmla="*/ 7863 h 235917"/>
                <a:gd name="connsiteX5" fmla="*/ 41090 w 54500"/>
                <a:gd name="connsiteY5" fmla="*/ 118037 h 235917"/>
                <a:gd name="connsiteX6" fmla="*/ 3268 w 54500"/>
                <a:gd name="connsiteY6" fmla="*/ 229626 h 235917"/>
                <a:gd name="connsiteX7" fmla="*/ 214 w 54500"/>
                <a:gd name="connsiteY7" fmla="*/ 233637 h 235917"/>
                <a:gd name="connsiteX8" fmla="*/ 2563 w 54500"/>
                <a:gd name="connsiteY8" fmla="*/ 235996 h 235917"/>
                <a:gd name="connsiteX9" fmla="*/ 39915 w 54500"/>
                <a:gd name="connsiteY9" fmla="*/ 189992 h 235917"/>
                <a:gd name="connsiteX10" fmla="*/ 54715 w 54500"/>
                <a:gd name="connsiteY10" fmla="*/ 118037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00" h="235917">
                  <a:moveTo>
                    <a:pt x="54715" y="118037"/>
                  </a:moveTo>
                  <a:cubicBezTo>
                    <a:pt x="54715" y="99635"/>
                    <a:pt x="52131" y="71089"/>
                    <a:pt x="39210" y="44430"/>
                  </a:cubicBezTo>
                  <a:cubicBezTo>
                    <a:pt x="25115" y="15413"/>
                    <a:pt x="4912" y="78"/>
                    <a:pt x="2563" y="78"/>
                  </a:cubicBezTo>
                  <a:cubicBezTo>
                    <a:pt x="1154" y="78"/>
                    <a:pt x="214" y="1022"/>
                    <a:pt x="214" y="2437"/>
                  </a:cubicBezTo>
                  <a:cubicBezTo>
                    <a:pt x="214" y="3145"/>
                    <a:pt x="214" y="3617"/>
                    <a:pt x="4677" y="7863"/>
                  </a:cubicBezTo>
                  <a:cubicBezTo>
                    <a:pt x="27699" y="31219"/>
                    <a:pt x="41090" y="68730"/>
                    <a:pt x="41090" y="118037"/>
                  </a:cubicBezTo>
                  <a:cubicBezTo>
                    <a:pt x="41090" y="158379"/>
                    <a:pt x="32398" y="199900"/>
                    <a:pt x="3268" y="229626"/>
                  </a:cubicBezTo>
                  <a:cubicBezTo>
                    <a:pt x="214" y="232457"/>
                    <a:pt x="214" y="232929"/>
                    <a:pt x="214" y="233637"/>
                  </a:cubicBezTo>
                  <a:cubicBezTo>
                    <a:pt x="214" y="235052"/>
                    <a:pt x="1154" y="235996"/>
                    <a:pt x="2563" y="235996"/>
                  </a:cubicBezTo>
                  <a:cubicBezTo>
                    <a:pt x="4912" y="235996"/>
                    <a:pt x="26055" y="219953"/>
                    <a:pt x="39915" y="189992"/>
                  </a:cubicBezTo>
                  <a:cubicBezTo>
                    <a:pt x="51896" y="164041"/>
                    <a:pt x="54715" y="137854"/>
                    <a:pt x="54715" y="11803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71" name="Freeform: Shape 3170">
              <a:extLst>
                <a:ext uri="{FF2B5EF4-FFF2-40B4-BE49-F238E27FC236}">
                  <a16:creationId xmlns:a16="http://schemas.microsoft.com/office/drawing/2014/main" id="{B09125C4-72D9-524D-B638-18478F562742}"/>
                </a:ext>
              </a:extLst>
            </p:cNvPr>
            <p:cNvSpPr/>
            <p:nvPr>
              <p:custDataLst>
                <p:tags r:id="rId28"/>
              </p:custDataLst>
            </p:nvPr>
          </p:nvSpPr>
          <p:spPr>
            <a:xfrm>
              <a:off x="7994439" y="6166785"/>
              <a:ext cx="111820" cy="166322"/>
            </a:xfrm>
            <a:custGeom>
              <a:avLst/>
              <a:gdLst>
                <a:gd name="connsiteX0" fmla="*/ 112040 w 111820"/>
                <a:gd name="connsiteY0" fmla="*/ 2673 h 166322"/>
                <a:gd name="connsiteX1" fmla="*/ 108987 w 111820"/>
                <a:gd name="connsiteY1" fmla="*/ 78 h 166322"/>
                <a:gd name="connsiteX2" fmla="*/ 79152 w 111820"/>
                <a:gd name="connsiteY2" fmla="*/ 2673 h 166322"/>
                <a:gd name="connsiteX3" fmla="*/ 75863 w 111820"/>
                <a:gd name="connsiteY3" fmla="*/ 7155 h 166322"/>
                <a:gd name="connsiteX4" fmla="*/ 81501 w 111820"/>
                <a:gd name="connsiteY4" fmla="*/ 9986 h 166322"/>
                <a:gd name="connsiteX5" fmla="*/ 93247 w 111820"/>
                <a:gd name="connsiteY5" fmla="*/ 13997 h 166322"/>
                <a:gd name="connsiteX6" fmla="*/ 92542 w 111820"/>
                <a:gd name="connsiteY6" fmla="*/ 18715 h 166322"/>
                <a:gd name="connsiteX7" fmla="*/ 78447 w 111820"/>
                <a:gd name="connsiteY7" fmla="*/ 74628 h 166322"/>
                <a:gd name="connsiteX8" fmla="*/ 56835 w 111820"/>
                <a:gd name="connsiteY8" fmla="*/ 59529 h 166322"/>
                <a:gd name="connsiteX9" fmla="*/ 219 w 111820"/>
                <a:gd name="connsiteY9" fmla="*/ 128653 h 166322"/>
                <a:gd name="connsiteX10" fmla="*/ 31464 w 111820"/>
                <a:gd name="connsiteY10" fmla="*/ 166400 h 166322"/>
                <a:gd name="connsiteX11" fmla="*/ 62003 w 111820"/>
                <a:gd name="connsiteY11" fmla="*/ 148706 h 166322"/>
                <a:gd name="connsiteX12" fmla="*/ 83380 w 111820"/>
                <a:gd name="connsiteY12" fmla="*/ 166400 h 166322"/>
                <a:gd name="connsiteX13" fmla="*/ 100764 w 111820"/>
                <a:gd name="connsiteY13" fmla="*/ 153424 h 166322"/>
                <a:gd name="connsiteX14" fmla="*/ 107812 w 111820"/>
                <a:gd name="connsiteY14" fmla="*/ 130069 h 166322"/>
                <a:gd name="connsiteX15" fmla="*/ 104993 w 111820"/>
                <a:gd name="connsiteY15" fmla="*/ 127709 h 166322"/>
                <a:gd name="connsiteX16" fmla="*/ 101704 w 111820"/>
                <a:gd name="connsiteY16" fmla="*/ 131956 h 166322"/>
                <a:gd name="connsiteX17" fmla="*/ 83850 w 111820"/>
                <a:gd name="connsiteY17" fmla="*/ 161210 h 166322"/>
                <a:gd name="connsiteX18" fmla="*/ 76803 w 111820"/>
                <a:gd name="connsiteY18" fmla="*/ 150358 h 166322"/>
                <a:gd name="connsiteX19" fmla="*/ 78212 w 111820"/>
                <a:gd name="connsiteY19" fmla="*/ 139033 h 166322"/>
                <a:gd name="connsiteX20" fmla="*/ 112040 w 111820"/>
                <a:gd name="connsiteY20" fmla="*/ 2673 h 166322"/>
                <a:gd name="connsiteX21" fmla="*/ 63177 w 111820"/>
                <a:gd name="connsiteY21" fmla="*/ 135731 h 166322"/>
                <a:gd name="connsiteX22" fmla="*/ 58479 w 111820"/>
                <a:gd name="connsiteY22" fmla="*/ 144460 h 166322"/>
                <a:gd name="connsiteX23" fmla="*/ 31933 w 111820"/>
                <a:gd name="connsiteY23" fmla="*/ 161210 h 166322"/>
                <a:gd name="connsiteX24" fmla="*/ 16899 w 111820"/>
                <a:gd name="connsiteY24" fmla="*/ 139033 h 166322"/>
                <a:gd name="connsiteX25" fmla="*/ 29819 w 111820"/>
                <a:gd name="connsiteY25" fmla="*/ 87367 h 166322"/>
                <a:gd name="connsiteX26" fmla="*/ 57070 w 111820"/>
                <a:gd name="connsiteY26" fmla="*/ 64719 h 166322"/>
                <a:gd name="connsiteX27" fmla="*/ 75628 w 111820"/>
                <a:gd name="connsiteY27" fmla="*/ 85480 h 166322"/>
                <a:gd name="connsiteX28" fmla="*/ 74923 w 111820"/>
                <a:gd name="connsiteY28" fmla="*/ 89491 h 166322"/>
                <a:gd name="connsiteX29" fmla="*/ 63177 w 111820"/>
                <a:gd name="connsiteY29" fmla="*/ 135731 h 166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1820" h="166322">
                  <a:moveTo>
                    <a:pt x="112040" y="2673"/>
                  </a:moveTo>
                  <a:cubicBezTo>
                    <a:pt x="112040" y="2437"/>
                    <a:pt x="112040" y="78"/>
                    <a:pt x="108987" y="78"/>
                  </a:cubicBezTo>
                  <a:cubicBezTo>
                    <a:pt x="105463" y="78"/>
                    <a:pt x="83146" y="2201"/>
                    <a:pt x="79152" y="2673"/>
                  </a:cubicBezTo>
                  <a:cubicBezTo>
                    <a:pt x="77273" y="2909"/>
                    <a:pt x="75863" y="4088"/>
                    <a:pt x="75863" y="7155"/>
                  </a:cubicBezTo>
                  <a:cubicBezTo>
                    <a:pt x="75863" y="9986"/>
                    <a:pt x="77977" y="9986"/>
                    <a:pt x="81501" y="9986"/>
                  </a:cubicBezTo>
                  <a:cubicBezTo>
                    <a:pt x="92777" y="9986"/>
                    <a:pt x="93247" y="11638"/>
                    <a:pt x="93247" y="13997"/>
                  </a:cubicBezTo>
                  <a:lnTo>
                    <a:pt x="92542" y="18715"/>
                  </a:lnTo>
                  <a:lnTo>
                    <a:pt x="78447" y="74628"/>
                  </a:lnTo>
                  <a:cubicBezTo>
                    <a:pt x="74219" y="65899"/>
                    <a:pt x="67406" y="59529"/>
                    <a:pt x="56835" y="59529"/>
                  </a:cubicBezTo>
                  <a:cubicBezTo>
                    <a:pt x="29349" y="59529"/>
                    <a:pt x="219" y="94209"/>
                    <a:pt x="219" y="128653"/>
                  </a:cubicBezTo>
                  <a:cubicBezTo>
                    <a:pt x="219" y="150829"/>
                    <a:pt x="13140" y="166400"/>
                    <a:pt x="31464" y="166400"/>
                  </a:cubicBezTo>
                  <a:cubicBezTo>
                    <a:pt x="36162" y="166400"/>
                    <a:pt x="47908" y="165456"/>
                    <a:pt x="62003" y="148706"/>
                  </a:cubicBezTo>
                  <a:cubicBezTo>
                    <a:pt x="63882" y="158615"/>
                    <a:pt x="72104" y="166400"/>
                    <a:pt x="83380" y="166400"/>
                  </a:cubicBezTo>
                  <a:cubicBezTo>
                    <a:pt x="91603" y="166400"/>
                    <a:pt x="97006" y="160974"/>
                    <a:pt x="100764" y="153424"/>
                  </a:cubicBezTo>
                  <a:cubicBezTo>
                    <a:pt x="104758" y="144931"/>
                    <a:pt x="107812" y="130540"/>
                    <a:pt x="107812" y="130069"/>
                  </a:cubicBezTo>
                  <a:cubicBezTo>
                    <a:pt x="107812" y="127709"/>
                    <a:pt x="105698" y="127709"/>
                    <a:pt x="104993" y="127709"/>
                  </a:cubicBezTo>
                  <a:cubicBezTo>
                    <a:pt x="102644" y="127709"/>
                    <a:pt x="102409" y="128653"/>
                    <a:pt x="101704" y="131956"/>
                  </a:cubicBezTo>
                  <a:cubicBezTo>
                    <a:pt x="97710" y="147291"/>
                    <a:pt x="93482" y="161210"/>
                    <a:pt x="83850" y="161210"/>
                  </a:cubicBezTo>
                  <a:cubicBezTo>
                    <a:pt x="77508" y="161210"/>
                    <a:pt x="76803" y="155076"/>
                    <a:pt x="76803" y="150358"/>
                  </a:cubicBezTo>
                  <a:cubicBezTo>
                    <a:pt x="76803" y="144695"/>
                    <a:pt x="77273" y="143044"/>
                    <a:pt x="78212" y="139033"/>
                  </a:cubicBezTo>
                  <a:lnTo>
                    <a:pt x="112040" y="2673"/>
                  </a:lnTo>
                  <a:close/>
                  <a:moveTo>
                    <a:pt x="63177" y="135731"/>
                  </a:moveTo>
                  <a:cubicBezTo>
                    <a:pt x="62003" y="139977"/>
                    <a:pt x="62003" y="140449"/>
                    <a:pt x="58479" y="144460"/>
                  </a:cubicBezTo>
                  <a:cubicBezTo>
                    <a:pt x="48143" y="157435"/>
                    <a:pt x="38511" y="161210"/>
                    <a:pt x="31933" y="161210"/>
                  </a:cubicBezTo>
                  <a:cubicBezTo>
                    <a:pt x="20188" y="161210"/>
                    <a:pt x="16899" y="148234"/>
                    <a:pt x="16899" y="139033"/>
                  </a:cubicBezTo>
                  <a:cubicBezTo>
                    <a:pt x="16899" y="127238"/>
                    <a:pt x="24416" y="98220"/>
                    <a:pt x="29819" y="87367"/>
                  </a:cubicBezTo>
                  <a:cubicBezTo>
                    <a:pt x="37102" y="73448"/>
                    <a:pt x="47673" y="64719"/>
                    <a:pt x="57070" y="64719"/>
                  </a:cubicBezTo>
                  <a:cubicBezTo>
                    <a:pt x="72339" y="64719"/>
                    <a:pt x="75628" y="84065"/>
                    <a:pt x="75628" y="85480"/>
                  </a:cubicBezTo>
                  <a:cubicBezTo>
                    <a:pt x="75628" y="86896"/>
                    <a:pt x="75158" y="88311"/>
                    <a:pt x="74923" y="89491"/>
                  </a:cubicBezTo>
                  <a:lnTo>
                    <a:pt x="63177" y="13573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73" name="Freeform: Shape 3172">
              <a:extLst>
                <a:ext uri="{FF2B5EF4-FFF2-40B4-BE49-F238E27FC236}">
                  <a16:creationId xmlns:a16="http://schemas.microsoft.com/office/drawing/2014/main" id="{389745E8-CDA3-CD03-E37D-D128CC707D51}"/>
                </a:ext>
              </a:extLst>
            </p:cNvPr>
            <p:cNvSpPr/>
            <p:nvPr>
              <p:custDataLst>
                <p:tags r:id="rId29"/>
              </p:custDataLst>
            </p:nvPr>
          </p:nvSpPr>
          <p:spPr>
            <a:xfrm>
              <a:off x="8112717" y="6182827"/>
              <a:ext cx="72119" cy="150279"/>
            </a:xfrm>
            <a:custGeom>
              <a:avLst/>
              <a:gdLst>
                <a:gd name="connsiteX0" fmla="*/ 43215 w 72119"/>
                <a:gd name="connsiteY0" fmla="*/ 53395 h 150279"/>
                <a:gd name="connsiteX1" fmla="*/ 65297 w 72119"/>
                <a:gd name="connsiteY1" fmla="*/ 53395 h 150279"/>
                <a:gd name="connsiteX2" fmla="*/ 72344 w 72119"/>
                <a:gd name="connsiteY2" fmla="*/ 48677 h 150279"/>
                <a:gd name="connsiteX3" fmla="*/ 65767 w 72119"/>
                <a:gd name="connsiteY3" fmla="*/ 46082 h 150279"/>
                <a:gd name="connsiteX4" fmla="*/ 45094 w 72119"/>
                <a:gd name="connsiteY4" fmla="*/ 46082 h 150279"/>
                <a:gd name="connsiteX5" fmla="*/ 54726 w 72119"/>
                <a:gd name="connsiteY5" fmla="*/ 6448 h 150279"/>
                <a:gd name="connsiteX6" fmla="*/ 47913 w 72119"/>
                <a:gd name="connsiteY6" fmla="*/ 78 h 150279"/>
                <a:gd name="connsiteX7" fmla="*/ 38516 w 72119"/>
                <a:gd name="connsiteY7" fmla="*/ 8571 h 150279"/>
                <a:gd name="connsiteX8" fmla="*/ 29354 w 72119"/>
                <a:gd name="connsiteY8" fmla="*/ 46082 h 150279"/>
                <a:gd name="connsiteX9" fmla="*/ 7272 w 72119"/>
                <a:gd name="connsiteY9" fmla="*/ 46082 h 150279"/>
                <a:gd name="connsiteX10" fmla="*/ 225 w 72119"/>
                <a:gd name="connsiteY10" fmla="*/ 50564 h 150279"/>
                <a:gd name="connsiteX11" fmla="*/ 6802 w 72119"/>
                <a:gd name="connsiteY11" fmla="*/ 53395 h 150279"/>
                <a:gd name="connsiteX12" fmla="*/ 27475 w 72119"/>
                <a:gd name="connsiteY12" fmla="*/ 53395 h 150279"/>
                <a:gd name="connsiteX13" fmla="*/ 9621 w 72119"/>
                <a:gd name="connsiteY13" fmla="*/ 128653 h 150279"/>
                <a:gd name="connsiteX14" fmla="*/ 31234 w 72119"/>
                <a:gd name="connsiteY14" fmla="*/ 150358 h 150279"/>
                <a:gd name="connsiteX15" fmla="*/ 68586 w 72119"/>
                <a:gd name="connsiteY15" fmla="*/ 114026 h 150279"/>
                <a:gd name="connsiteX16" fmla="*/ 65767 w 72119"/>
                <a:gd name="connsiteY16" fmla="*/ 111667 h 150279"/>
                <a:gd name="connsiteX17" fmla="*/ 62243 w 72119"/>
                <a:gd name="connsiteY17" fmla="*/ 114970 h 150279"/>
                <a:gd name="connsiteX18" fmla="*/ 31704 w 72119"/>
                <a:gd name="connsiteY18" fmla="*/ 145167 h 150279"/>
                <a:gd name="connsiteX19" fmla="*/ 24421 w 72119"/>
                <a:gd name="connsiteY19" fmla="*/ 134315 h 150279"/>
                <a:gd name="connsiteX20" fmla="*/ 25831 w 72119"/>
                <a:gd name="connsiteY20" fmla="*/ 122991 h 150279"/>
                <a:gd name="connsiteX21" fmla="*/ 43215 w 72119"/>
                <a:gd name="connsiteY21" fmla="*/ 53395 h 15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119" h="150279">
                  <a:moveTo>
                    <a:pt x="43215" y="53395"/>
                  </a:moveTo>
                  <a:lnTo>
                    <a:pt x="65297" y="53395"/>
                  </a:lnTo>
                  <a:cubicBezTo>
                    <a:pt x="69995" y="53395"/>
                    <a:pt x="72344" y="53395"/>
                    <a:pt x="72344" y="48677"/>
                  </a:cubicBezTo>
                  <a:cubicBezTo>
                    <a:pt x="72344" y="46082"/>
                    <a:pt x="69995" y="46082"/>
                    <a:pt x="65767" y="46082"/>
                  </a:cubicBezTo>
                  <a:lnTo>
                    <a:pt x="45094" y="46082"/>
                  </a:lnTo>
                  <a:cubicBezTo>
                    <a:pt x="53551" y="12582"/>
                    <a:pt x="54726" y="7863"/>
                    <a:pt x="54726" y="6448"/>
                  </a:cubicBezTo>
                  <a:cubicBezTo>
                    <a:pt x="54726" y="2437"/>
                    <a:pt x="51907" y="78"/>
                    <a:pt x="47913" y="78"/>
                  </a:cubicBezTo>
                  <a:cubicBezTo>
                    <a:pt x="47208" y="78"/>
                    <a:pt x="40631" y="314"/>
                    <a:pt x="38516" y="8571"/>
                  </a:cubicBezTo>
                  <a:lnTo>
                    <a:pt x="29354" y="46082"/>
                  </a:lnTo>
                  <a:lnTo>
                    <a:pt x="7272" y="46082"/>
                  </a:lnTo>
                  <a:cubicBezTo>
                    <a:pt x="2574" y="46082"/>
                    <a:pt x="225" y="46082"/>
                    <a:pt x="225" y="50564"/>
                  </a:cubicBezTo>
                  <a:cubicBezTo>
                    <a:pt x="225" y="53395"/>
                    <a:pt x="2104" y="53395"/>
                    <a:pt x="6802" y="53395"/>
                  </a:cubicBezTo>
                  <a:lnTo>
                    <a:pt x="27475" y="53395"/>
                  </a:lnTo>
                  <a:cubicBezTo>
                    <a:pt x="10561" y="120396"/>
                    <a:pt x="9621" y="124407"/>
                    <a:pt x="9621" y="128653"/>
                  </a:cubicBezTo>
                  <a:cubicBezTo>
                    <a:pt x="9621" y="141393"/>
                    <a:pt x="18548" y="150358"/>
                    <a:pt x="31234" y="150358"/>
                  </a:cubicBezTo>
                  <a:cubicBezTo>
                    <a:pt x="55195" y="150358"/>
                    <a:pt x="68586" y="115914"/>
                    <a:pt x="68586" y="114026"/>
                  </a:cubicBezTo>
                  <a:cubicBezTo>
                    <a:pt x="68586" y="111667"/>
                    <a:pt x="66706" y="111667"/>
                    <a:pt x="65767" y="111667"/>
                  </a:cubicBezTo>
                  <a:cubicBezTo>
                    <a:pt x="63653" y="111667"/>
                    <a:pt x="63418" y="112375"/>
                    <a:pt x="62243" y="114970"/>
                  </a:cubicBezTo>
                  <a:cubicBezTo>
                    <a:pt x="52142" y="139505"/>
                    <a:pt x="39691" y="145167"/>
                    <a:pt x="31704" y="145167"/>
                  </a:cubicBezTo>
                  <a:cubicBezTo>
                    <a:pt x="26770" y="145167"/>
                    <a:pt x="24421" y="142100"/>
                    <a:pt x="24421" y="134315"/>
                  </a:cubicBezTo>
                  <a:cubicBezTo>
                    <a:pt x="24421" y="128653"/>
                    <a:pt x="24891" y="127002"/>
                    <a:pt x="25831" y="122991"/>
                  </a:cubicBezTo>
                  <a:lnTo>
                    <a:pt x="43215" y="5339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75" name="Freeform: Shape 3174">
              <a:extLst>
                <a:ext uri="{FF2B5EF4-FFF2-40B4-BE49-F238E27FC236}">
                  <a16:creationId xmlns:a16="http://schemas.microsoft.com/office/drawing/2014/main" id="{F7A1C7DD-241E-D964-3910-ADF48AB97251}"/>
                </a:ext>
              </a:extLst>
            </p:cNvPr>
            <p:cNvSpPr/>
            <p:nvPr>
              <p:custDataLst>
                <p:tags r:id="rId30"/>
              </p:custDataLst>
            </p:nvPr>
          </p:nvSpPr>
          <p:spPr>
            <a:xfrm>
              <a:off x="8270555" y="6243930"/>
              <a:ext cx="156220" cy="55204"/>
            </a:xfrm>
            <a:custGeom>
              <a:avLst/>
              <a:gdLst>
                <a:gd name="connsiteX0" fmla="*/ 148464 w 156220"/>
                <a:gd name="connsiteY0" fmla="*/ 9515 h 55204"/>
                <a:gd name="connsiteX1" fmla="*/ 156452 w 156220"/>
                <a:gd name="connsiteY1" fmla="*/ 4796 h 55204"/>
                <a:gd name="connsiteX2" fmla="*/ 148699 w 156220"/>
                <a:gd name="connsiteY2" fmla="*/ 78 h 55204"/>
                <a:gd name="connsiteX3" fmla="*/ 7983 w 156220"/>
                <a:gd name="connsiteY3" fmla="*/ 78 h 55204"/>
                <a:gd name="connsiteX4" fmla="*/ 231 w 156220"/>
                <a:gd name="connsiteY4" fmla="*/ 4796 h 55204"/>
                <a:gd name="connsiteX5" fmla="*/ 8218 w 156220"/>
                <a:gd name="connsiteY5" fmla="*/ 9515 h 55204"/>
                <a:gd name="connsiteX6" fmla="*/ 148464 w 156220"/>
                <a:gd name="connsiteY6" fmla="*/ 9515 h 55204"/>
                <a:gd name="connsiteX7" fmla="*/ 148699 w 156220"/>
                <a:gd name="connsiteY7" fmla="*/ 55283 h 55204"/>
                <a:gd name="connsiteX8" fmla="*/ 156452 w 156220"/>
                <a:gd name="connsiteY8" fmla="*/ 50564 h 55204"/>
                <a:gd name="connsiteX9" fmla="*/ 148464 w 156220"/>
                <a:gd name="connsiteY9" fmla="*/ 45846 h 55204"/>
                <a:gd name="connsiteX10" fmla="*/ 8218 w 156220"/>
                <a:gd name="connsiteY10" fmla="*/ 45846 h 55204"/>
                <a:gd name="connsiteX11" fmla="*/ 231 w 156220"/>
                <a:gd name="connsiteY11" fmla="*/ 50564 h 55204"/>
                <a:gd name="connsiteX12" fmla="*/ 7983 w 156220"/>
                <a:gd name="connsiteY12" fmla="*/ 55283 h 55204"/>
                <a:gd name="connsiteX13" fmla="*/ 148699 w 156220"/>
                <a:gd name="connsiteY13" fmla="*/ 55283 h 55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220" h="55204">
                  <a:moveTo>
                    <a:pt x="148464" y="9515"/>
                  </a:moveTo>
                  <a:cubicBezTo>
                    <a:pt x="151988" y="9515"/>
                    <a:pt x="156452" y="9515"/>
                    <a:pt x="156452" y="4796"/>
                  </a:cubicBezTo>
                  <a:cubicBezTo>
                    <a:pt x="156452" y="78"/>
                    <a:pt x="151988" y="78"/>
                    <a:pt x="148699" y="78"/>
                  </a:cubicBezTo>
                  <a:lnTo>
                    <a:pt x="7983" y="78"/>
                  </a:lnTo>
                  <a:cubicBezTo>
                    <a:pt x="4694" y="78"/>
                    <a:pt x="231" y="78"/>
                    <a:pt x="231" y="4796"/>
                  </a:cubicBezTo>
                  <a:cubicBezTo>
                    <a:pt x="231" y="9515"/>
                    <a:pt x="4694" y="9515"/>
                    <a:pt x="8218" y="9515"/>
                  </a:cubicBezTo>
                  <a:lnTo>
                    <a:pt x="148464" y="9515"/>
                  </a:lnTo>
                  <a:close/>
                  <a:moveTo>
                    <a:pt x="148699" y="55283"/>
                  </a:moveTo>
                  <a:cubicBezTo>
                    <a:pt x="151988" y="55283"/>
                    <a:pt x="156452" y="55283"/>
                    <a:pt x="156452" y="50564"/>
                  </a:cubicBezTo>
                  <a:cubicBezTo>
                    <a:pt x="156452" y="45846"/>
                    <a:pt x="151988" y="45846"/>
                    <a:pt x="148464" y="45846"/>
                  </a:cubicBezTo>
                  <a:lnTo>
                    <a:pt x="8218" y="45846"/>
                  </a:lnTo>
                  <a:cubicBezTo>
                    <a:pt x="4694" y="45846"/>
                    <a:pt x="231" y="45846"/>
                    <a:pt x="231" y="50564"/>
                  </a:cubicBezTo>
                  <a:cubicBezTo>
                    <a:pt x="231" y="55283"/>
                    <a:pt x="4694" y="55283"/>
                    <a:pt x="7983" y="55283"/>
                  </a:cubicBezTo>
                  <a:lnTo>
                    <a:pt x="148699" y="5528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76" name="Freeform: Shape 3175">
              <a:extLst>
                <a:ext uri="{FF2B5EF4-FFF2-40B4-BE49-F238E27FC236}">
                  <a16:creationId xmlns:a16="http://schemas.microsoft.com/office/drawing/2014/main" id="{ED891A95-CEFD-41F7-4810-7C4E28097DD5}"/>
                </a:ext>
              </a:extLst>
            </p:cNvPr>
            <p:cNvSpPr/>
            <p:nvPr>
              <p:custDataLst>
                <p:tags r:id="rId31"/>
              </p:custDataLst>
            </p:nvPr>
          </p:nvSpPr>
          <p:spPr>
            <a:xfrm>
              <a:off x="8518523" y="6009399"/>
              <a:ext cx="208372" cy="524209"/>
            </a:xfrm>
            <a:custGeom>
              <a:avLst/>
              <a:gdLst>
                <a:gd name="connsiteX0" fmla="*/ 11518 w 208372"/>
                <a:gd name="connsiteY0" fmla="*/ 513657 h 524209"/>
                <a:gd name="connsiteX1" fmla="*/ 23029 w 208372"/>
                <a:gd name="connsiteY1" fmla="*/ 502097 h 524209"/>
                <a:gd name="connsiteX2" fmla="*/ 11753 w 208372"/>
                <a:gd name="connsiteY2" fmla="*/ 490537 h 524209"/>
                <a:gd name="connsiteX3" fmla="*/ 242 w 208372"/>
                <a:gd name="connsiteY3" fmla="*/ 502333 h 524209"/>
                <a:gd name="connsiteX4" fmla="*/ 26317 w 208372"/>
                <a:gd name="connsiteY4" fmla="*/ 524274 h 524209"/>
                <a:gd name="connsiteX5" fmla="*/ 92094 w 208372"/>
                <a:gd name="connsiteY5" fmla="*/ 400653 h 524209"/>
                <a:gd name="connsiteX6" fmla="*/ 138138 w 208372"/>
                <a:gd name="connsiteY6" fmla="*/ 175115 h 524209"/>
                <a:gd name="connsiteX7" fmla="*/ 163510 w 208372"/>
                <a:gd name="connsiteY7" fmla="*/ 47248 h 524209"/>
                <a:gd name="connsiteX8" fmla="*/ 183478 w 208372"/>
                <a:gd name="connsiteY8" fmla="*/ 5254 h 524209"/>
                <a:gd name="connsiteX9" fmla="*/ 197573 w 208372"/>
                <a:gd name="connsiteY9" fmla="*/ 10681 h 524209"/>
                <a:gd name="connsiteX10" fmla="*/ 185827 w 208372"/>
                <a:gd name="connsiteY10" fmla="*/ 22241 h 524209"/>
                <a:gd name="connsiteX11" fmla="*/ 197103 w 208372"/>
                <a:gd name="connsiteY11" fmla="*/ 33801 h 524209"/>
                <a:gd name="connsiteX12" fmla="*/ 208614 w 208372"/>
                <a:gd name="connsiteY12" fmla="*/ 22005 h 524209"/>
                <a:gd name="connsiteX13" fmla="*/ 183008 w 208372"/>
                <a:gd name="connsiteY13" fmla="*/ 64 h 524209"/>
                <a:gd name="connsiteX14" fmla="*/ 139078 w 208372"/>
                <a:gd name="connsiteY14" fmla="*/ 73907 h 524209"/>
                <a:gd name="connsiteX15" fmla="*/ 80584 w 208372"/>
                <a:gd name="connsiteY15" fmla="*/ 349223 h 524209"/>
                <a:gd name="connsiteX16" fmla="*/ 59911 w 208372"/>
                <a:gd name="connsiteY16" fmla="*/ 457509 h 524209"/>
                <a:gd name="connsiteX17" fmla="*/ 25848 w 208372"/>
                <a:gd name="connsiteY17" fmla="*/ 519084 h 524209"/>
                <a:gd name="connsiteX18" fmla="*/ 11518 w 208372"/>
                <a:gd name="connsiteY18" fmla="*/ 513657 h 52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8372" h="524209">
                  <a:moveTo>
                    <a:pt x="11518" y="513657"/>
                  </a:moveTo>
                  <a:cubicBezTo>
                    <a:pt x="19035" y="513186"/>
                    <a:pt x="23029" y="507995"/>
                    <a:pt x="23029" y="502097"/>
                  </a:cubicBezTo>
                  <a:cubicBezTo>
                    <a:pt x="23029" y="494312"/>
                    <a:pt x="17156" y="490537"/>
                    <a:pt x="11753" y="490537"/>
                  </a:cubicBezTo>
                  <a:cubicBezTo>
                    <a:pt x="6114" y="490537"/>
                    <a:pt x="242" y="494076"/>
                    <a:pt x="242" y="502333"/>
                  </a:cubicBezTo>
                  <a:cubicBezTo>
                    <a:pt x="242" y="514365"/>
                    <a:pt x="11987" y="524274"/>
                    <a:pt x="26317" y="524274"/>
                  </a:cubicBezTo>
                  <a:cubicBezTo>
                    <a:pt x="62025" y="524274"/>
                    <a:pt x="75415" y="469069"/>
                    <a:pt x="92094" y="400653"/>
                  </a:cubicBezTo>
                  <a:cubicBezTo>
                    <a:pt x="110183" y="326103"/>
                    <a:pt x="125453" y="250845"/>
                    <a:pt x="138138" y="175115"/>
                  </a:cubicBezTo>
                  <a:cubicBezTo>
                    <a:pt x="146830" y="124865"/>
                    <a:pt x="155522" y="77681"/>
                    <a:pt x="163510" y="47248"/>
                  </a:cubicBezTo>
                  <a:cubicBezTo>
                    <a:pt x="166329" y="35688"/>
                    <a:pt x="174316" y="5254"/>
                    <a:pt x="183478" y="5254"/>
                  </a:cubicBezTo>
                  <a:cubicBezTo>
                    <a:pt x="190760" y="5254"/>
                    <a:pt x="196633" y="9737"/>
                    <a:pt x="197573" y="10681"/>
                  </a:cubicBezTo>
                  <a:cubicBezTo>
                    <a:pt x="189820" y="11152"/>
                    <a:pt x="185827" y="16343"/>
                    <a:pt x="185827" y="22241"/>
                  </a:cubicBezTo>
                  <a:cubicBezTo>
                    <a:pt x="185827" y="30026"/>
                    <a:pt x="191700" y="33801"/>
                    <a:pt x="197103" y="33801"/>
                  </a:cubicBezTo>
                  <a:cubicBezTo>
                    <a:pt x="202741" y="33801"/>
                    <a:pt x="208614" y="30262"/>
                    <a:pt x="208614" y="22005"/>
                  </a:cubicBezTo>
                  <a:cubicBezTo>
                    <a:pt x="208614" y="9265"/>
                    <a:pt x="195928" y="64"/>
                    <a:pt x="183008" y="64"/>
                  </a:cubicBezTo>
                  <a:cubicBezTo>
                    <a:pt x="165154" y="64"/>
                    <a:pt x="151999" y="25779"/>
                    <a:pt x="139078" y="73907"/>
                  </a:cubicBezTo>
                  <a:cubicBezTo>
                    <a:pt x="138373" y="76502"/>
                    <a:pt x="106424" y="194932"/>
                    <a:pt x="80584" y="349223"/>
                  </a:cubicBezTo>
                  <a:cubicBezTo>
                    <a:pt x="74476" y="385318"/>
                    <a:pt x="67663" y="424716"/>
                    <a:pt x="59911" y="457509"/>
                  </a:cubicBezTo>
                  <a:cubicBezTo>
                    <a:pt x="55682" y="474731"/>
                    <a:pt x="44876" y="519084"/>
                    <a:pt x="25848" y="519084"/>
                  </a:cubicBezTo>
                  <a:cubicBezTo>
                    <a:pt x="17391" y="519084"/>
                    <a:pt x="11753" y="513657"/>
                    <a:pt x="11518" y="51365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77" name="Freeform: Shape 3176">
              <a:extLst>
                <a:ext uri="{FF2B5EF4-FFF2-40B4-BE49-F238E27FC236}">
                  <a16:creationId xmlns:a16="http://schemas.microsoft.com/office/drawing/2014/main" id="{35C0C0D5-E1D2-BFAC-0BC2-99BF47D09BA1}"/>
                </a:ext>
              </a:extLst>
            </p:cNvPr>
            <p:cNvSpPr/>
            <p:nvPr>
              <p:custDataLst>
                <p:tags r:id="rId32"/>
              </p:custDataLst>
            </p:nvPr>
          </p:nvSpPr>
          <p:spPr>
            <a:xfrm>
              <a:off x="8750317" y="5994895"/>
              <a:ext cx="75643" cy="74479"/>
            </a:xfrm>
            <a:custGeom>
              <a:avLst/>
              <a:gdLst>
                <a:gd name="connsiteX0" fmla="*/ 17847 w 75643"/>
                <a:gd name="connsiteY0" fmla="*/ 58362 h 74479"/>
                <a:gd name="connsiteX1" fmla="*/ 39060 w 75643"/>
                <a:gd name="connsiteY1" fmla="*/ 39701 h 74479"/>
                <a:gd name="connsiteX2" fmla="*/ 59615 w 75643"/>
                <a:gd name="connsiteY2" fmla="*/ 22361 h 74479"/>
                <a:gd name="connsiteX3" fmla="*/ 75895 w 75643"/>
                <a:gd name="connsiteY3" fmla="*/ 2048 h 74479"/>
                <a:gd name="connsiteX4" fmla="*/ 73100 w 75643"/>
                <a:gd name="connsiteY4" fmla="*/ 67 h 74479"/>
                <a:gd name="connsiteX5" fmla="*/ 70304 w 75643"/>
                <a:gd name="connsiteY5" fmla="*/ 1718 h 74479"/>
                <a:gd name="connsiteX6" fmla="*/ 57806 w 75643"/>
                <a:gd name="connsiteY6" fmla="*/ 11792 h 74479"/>
                <a:gd name="connsiteX7" fmla="*/ 48433 w 75643"/>
                <a:gd name="connsiteY7" fmla="*/ 6838 h 74479"/>
                <a:gd name="connsiteX8" fmla="*/ 35442 w 75643"/>
                <a:gd name="connsiteY8" fmla="*/ 67 h 74479"/>
                <a:gd name="connsiteX9" fmla="*/ 13407 w 75643"/>
                <a:gd name="connsiteY9" fmla="*/ 19388 h 74479"/>
                <a:gd name="connsiteX10" fmla="*/ 16202 w 75643"/>
                <a:gd name="connsiteY10" fmla="*/ 21370 h 74479"/>
                <a:gd name="connsiteX11" fmla="*/ 19162 w 75643"/>
                <a:gd name="connsiteY11" fmla="*/ 19058 h 74479"/>
                <a:gd name="connsiteX12" fmla="*/ 33469 w 75643"/>
                <a:gd name="connsiteY12" fmla="*/ 12948 h 74479"/>
                <a:gd name="connsiteX13" fmla="*/ 43829 w 75643"/>
                <a:gd name="connsiteY13" fmla="*/ 14434 h 74479"/>
                <a:gd name="connsiteX14" fmla="*/ 58135 w 75643"/>
                <a:gd name="connsiteY14" fmla="*/ 16416 h 74479"/>
                <a:gd name="connsiteX15" fmla="*/ 35278 w 75643"/>
                <a:gd name="connsiteY15" fmla="*/ 36398 h 74479"/>
                <a:gd name="connsiteX16" fmla="*/ 14887 w 75643"/>
                <a:gd name="connsiteY16" fmla="*/ 54068 h 74479"/>
                <a:gd name="connsiteX17" fmla="*/ 252 w 75643"/>
                <a:gd name="connsiteY17" fmla="*/ 72564 h 74479"/>
                <a:gd name="connsiteX18" fmla="*/ 3047 w 75643"/>
                <a:gd name="connsiteY18" fmla="*/ 74546 h 74479"/>
                <a:gd name="connsiteX19" fmla="*/ 5843 w 75643"/>
                <a:gd name="connsiteY19" fmla="*/ 72895 h 74479"/>
                <a:gd name="connsiteX20" fmla="*/ 20971 w 75643"/>
                <a:gd name="connsiteY20" fmla="*/ 62821 h 74479"/>
                <a:gd name="connsiteX21" fmla="*/ 29851 w 75643"/>
                <a:gd name="connsiteY21" fmla="*/ 67115 h 74479"/>
                <a:gd name="connsiteX22" fmla="*/ 43500 w 75643"/>
                <a:gd name="connsiteY22" fmla="*/ 74546 h 74479"/>
                <a:gd name="connsiteX23" fmla="*/ 72113 w 75643"/>
                <a:gd name="connsiteY23" fmla="*/ 48949 h 74479"/>
                <a:gd name="connsiteX24" fmla="*/ 69317 w 75643"/>
                <a:gd name="connsiteY24" fmla="*/ 46802 h 74479"/>
                <a:gd name="connsiteX25" fmla="*/ 66357 w 75643"/>
                <a:gd name="connsiteY25" fmla="*/ 49444 h 74479"/>
                <a:gd name="connsiteX26" fmla="*/ 45473 w 75643"/>
                <a:gd name="connsiteY26" fmla="*/ 61665 h 74479"/>
                <a:gd name="connsiteX27" fmla="*/ 33469 w 75643"/>
                <a:gd name="connsiteY27" fmla="*/ 59848 h 74479"/>
                <a:gd name="connsiteX28" fmla="*/ 21629 w 75643"/>
                <a:gd name="connsiteY28" fmla="*/ 58197 h 74479"/>
                <a:gd name="connsiteX29" fmla="*/ 17847 w 75643"/>
                <a:gd name="connsiteY29" fmla="*/ 58362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643" h="74479">
                  <a:moveTo>
                    <a:pt x="17847" y="58362"/>
                  </a:moveTo>
                  <a:cubicBezTo>
                    <a:pt x="22122" y="54068"/>
                    <a:pt x="25082" y="50931"/>
                    <a:pt x="39060" y="39701"/>
                  </a:cubicBezTo>
                  <a:cubicBezTo>
                    <a:pt x="42513" y="36894"/>
                    <a:pt x="54846" y="26985"/>
                    <a:pt x="59615" y="22361"/>
                  </a:cubicBezTo>
                  <a:cubicBezTo>
                    <a:pt x="69646" y="12452"/>
                    <a:pt x="75895" y="4030"/>
                    <a:pt x="75895" y="2048"/>
                  </a:cubicBezTo>
                  <a:cubicBezTo>
                    <a:pt x="75895" y="67"/>
                    <a:pt x="73757" y="67"/>
                    <a:pt x="73100" y="67"/>
                  </a:cubicBezTo>
                  <a:cubicBezTo>
                    <a:pt x="71620" y="67"/>
                    <a:pt x="71126" y="397"/>
                    <a:pt x="70304" y="1718"/>
                  </a:cubicBezTo>
                  <a:cubicBezTo>
                    <a:pt x="65206" y="9315"/>
                    <a:pt x="61753" y="11792"/>
                    <a:pt x="57806" y="11792"/>
                  </a:cubicBezTo>
                  <a:cubicBezTo>
                    <a:pt x="55833" y="11792"/>
                    <a:pt x="53366" y="11627"/>
                    <a:pt x="48433" y="6838"/>
                  </a:cubicBezTo>
                  <a:cubicBezTo>
                    <a:pt x="42842" y="1223"/>
                    <a:pt x="39224" y="67"/>
                    <a:pt x="35442" y="67"/>
                  </a:cubicBezTo>
                  <a:cubicBezTo>
                    <a:pt x="22287" y="67"/>
                    <a:pt x="13407" y="14434"/>
                    <a:pt x="13407" y="19388"/>
                  </a:cubicBezTo>
                  <a:cubicBezTo>
                    <a:pt x="13407" y="20875"/>
                    <a:pt x="15051" y="21370"/>
                    <a:pt x="16202" y="21370"/>
                  </a:cubicBezTo>
                  <a:cubicBezTo>
                    <a:pt x="18176" y="21370"/>
                    <a:pt x="18505" y="20875"/>
                    <a:pt x="19162" y="19058"/>
                  </a:cubicBezTo>
                  <a:cubicBezTo>
                    <a:pt x="21629" y="13278"/>
                    <a:pt x="30838" y="12948"/>
                    <a:pt x="33469" y="12948"/>
                  </a:cubicBezTo>
                  <a:cubicBezTo>
                    <a:pt x="37251" y="12948"/>
                    <a:pt x="41527" y="13939"/>
                    <a:pt x="43829" y="14434"/>
                  </a:cubicBezTo>
                  <a:cubicBezTo>
                    <a:pt x="52873" y="16416"/>
                    <a:pt x="54024" y="16416"/>
                    <a:pt x="58135" y="16416"/>
                  </a:cubicBezTo>
                  <a:cubicBezTo>
                    <a:pt x="53860" y="20875"/>
                    <a:pt x="50900" y="23847"/>
                    <a:pt x="35278" y="36398"/>
                  </a:cubicBezTo>
                  <a:cubicBezTo>
                    <a:pt x="22451" y="46637"/>
                    <a:pt x="18011" y="50765"/>
                    <a:pt x="14887" y="54068"/>
                  </a:cubicBezTo>
                  <a:cubicBezTo>
                    <a:pt x="5020" y="63812"/>
                    <a:pt x="252" y="71078"/>
                    <a:pt x="252" y="72564"/>
                  </a:cubicBezTo>
                  <a:cubicBezTo>
                    <a:pt x="252" y="74546"/>
                    <a:pt x="2389" y="74546"/>
                    <a:pt x="3047" y="74546"/>
                  </a:cubicBezTo>
                  <a:cubicBezTo>
                    <a:pt x="4691" y="74546"/>
                    <a:pt x="5020" y="74216"/>
                    <a:pt x="5843" y="72895"/>
                  </a:cubicBezTo>
                  <a:cubicBezTo>
                    <a:pt x="10282" y="66619"/>
                    <a:pt x="15380" y="62821"/>
                    <a:pt x="20971" y="62821"/>
                  </a:cubicBezTo>
                  <a:cubicBezTo>
                    <a:pt x="22945" y="62821"/>
                    <a:pt x="25411" y="62986"/>
                    <a:pt x="29851" y="67115"/>
                  </a:cubicBezTo>
                  <a:cubicBezTo>
                    <a:pt x="34949" y="72069"/>
                    <a:pt x="38238" y="74546"/>
                    <a:pt x="43500" y="74546"/>
                  </a:cubicBezTo>
                  <a:cubicBezTo>
                    <a:pt x="61095" y="74546"/>
                    <a:pt x="72113" y="54564"/>
                    <a:pt x="72113" y="48949"/>
                  </a:cubicBezTo>
                  <a:cubicBezTo>
                    <a:pt x="72113" y="46967"/>
                    <a:pt x="70304" y="46802"/>
                    <a:pt x="69317" y="46802"/>
                  </a:cubicBezTo>
                  <a:cubicBezTo>
                    <a:pt x="67344" y="46802"/>
                    <a:pt x="67015" y="47628"/>
                    <a:pt x="66357" y="49444"/>
                  </a:cubicBezTo>
                  <a:cubicBezTo>
                    <a:pt x="63233" y="57701"/>
                    <a:pt x="53531" y="61665"/>
                    <a:pt x="45473" y="61665"/>
                  </a:cubicBezTo>
                  <a:cubicBezTo>
                    <a:pt x="41691" y="61665"/>
                    <a:pt x="37580" y="60839"/>
                    <a:pt x="33469" y="59848"/>
                  </a:cubicBezTo>
                  <a:cubicBezTo>
                    <a:pt x="25905" y="58197"/>
                    <a:pt x="24589" y="58197"/>
                    <a:pt x="21629" y="58197"/>
                  </a:cubicBezTo>
                  <a:cubicBezTo>
                    <a:pt x="21300" y="58197"/>
                    <a:pt x="18834" y="58197"/>
                    <a:pt x="17847" y="5836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78" name="Freeform: Shape 3177">
              <a:extLst>
                <a:ext uri="{FF2B5EF4-FFF2-40B4-BE49-F238E27FC236}">
                  <a16:creationId xmlns:a16="http://schemas.microsoft.com/office/drawing/2014/main" id="{7829A8D5-F3F4-5D5C-6E68-F23946F2350B}"/>
                </a:ext>
              </a:extLst>
            </p:cNvPr>
            <p:cNvSpPr/>
            <p:nvPr>
              <p:custDataLst>
                <p:tags r:id="rId33"/>
              </p:custDataLst>
            </p:nvPr>
          </p:nvSpPr>
          <p:spPr>
            <a:xfrm>
              <a:off x="8653637" y="6500048"/>
              <a:ext cx="111163" cy="8091"/>
            </a:xfrm>
            <a:custGeom>
              <a:avLst/>
              <a:gdLst>
                <a:gd name="connsiteX0" fmla="*/ 104833 w 111163"/>
                <a:gd name="connsiteY0" fmla="*/ 8179 h 8091"/>
                <a:gd name="connsiteX1" fmla="*/ 111410 w 111163"/>
                <a:gd name="connsiteY1" fmla="*/ 4215 h 8091"/>
                <a:gd name="connsiteX2" fmla="*/ 104833 w 111163"/>
                <a:gd name="connsiteY2" fmla="*/ 87 h 8091"/>
                <a:gd name="connsiteX3" fmla="*/ 6825 w 111163"/>
                <a:gd name="connsiteY3" fmla="*/ 87 h 8091"/>
                <a:gd name="connsiteX4" fmla="*/ 247 w 111163"/>
                <a:gd name="connsiteY4" fmla="*/ 4050 h 8091"/>
                <a:gd name="connsiteX5" fmla="*/ 6825 w 111163"/>
                <a:gd name="connsiteY5" fmla="*/ 8179 h 8091"/>
                <a:gd name="connsiteX6" fmla="*/ 104833 w 111163"/>
                <a:gd name="connsiteY6" fmla="*/ 8179 h 8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163" h="8091">
                  <a:moveTo>
                    <a:pt x="104833" y="8179"/>
                  </a:moveTo>
                  <a:cubicBezTo>
                    <a:pt x="107464" y="8179"/>
                    <a:pt x="111410" y="8179"/>
                    <a:pt x="111410" y="4215"/>
                  </a:cubicBezTo>
                  <a:cubicBezTo>
                    <a:pt x="111410" y="87"/>
                    <a:pt x="107628" y="87"/>
                    <a:pt x="104833" y="87"/>
                  </a:cubicBezTo>
                  <a:lnTo>
                    <a:pt x="6825" y="87"/>
                  </a:lnTo>
                  <a:cubicBezTo>
                    <a:pt x="4194" y="87"/>
                    <a:pt x="247" y="87"/>
                    <a:pt x="247" y="4050"/>
                  </a:cubicBezTo>
                  <a:cubicBezTo>
                    <a:pt x="247" y="8179"/>
                    <a:pt x="4029" y="8179"/>
                    <a:pt x="6825" y="8179"/>
                  </a:cubicBezTo>
                  <a:lnTo>
                    <a:pt x="104833" y="817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79" name="Freeform: Shape 3178">
              <a:extLst>
                <a:ext uri="{FF2B5EF4-FFF2-40B4-BE49-F238E27FC236}">
                  <a16:creationId xmlns:a16="http://schemas.microsoft.com/office/drawing/2014/main" id="{E698CE91-B4E8-6BFA-07A2-61339F28171C}"/>
                </a:ext>
              </a:extLst>
            </p:cNvPr>
            <p:cNvSpPr/>
            <p:nvPr>
              <p:custDataLst>
                <p:tags r:id="rId34"/>
              </p:custDataLst>
            </p:nvPr>
          </p:nvSpPr>
          <p:spPr>
            <a:xfrm>
              <a:off x="8795364" y="6472634"/>
              <a:ext cx="161811" cy="74479"/>
            </a:xfrm>
            <a:custGeom>
              <a:avLst/>
              <a:gdLst>
                <a:gd name="connsiteX0" fmla="*/ 82639 w 161811"/>
                <a:gd name="connsiteY0" fmla="*/ 27666 h 74479"/>
                <a:gd name="connsiteX1" fmla="*/ 65044 w 161811"/>
                <a:gd name="connsiteY1" fmla="*/ 10161 h 74479"/>
                <a:gd name="connsiteX2" fmla="*/ 35444 w 161811"/>
                <a:gd name="connsiteY2" fmla="*/ 87 h 74479"/>
                <a:gd name="connsiteX3" fmla="*/ 253 w 161811"/>
                <a:gd name="connsiteY3" fmla="*/ 37409 h 74479"/>
                <a:gd name="connsiteX4" fmla="*/ 34951 w 161811"/>
                <a:gd name="connsiteY4" fmla="*/ 74566 h 74479"/>
                <a:gd name="connsiteX5" fmla="*/ 79679 w 161811"/>
                <a:gd name="connsiteY5" fmla="*/ 46987 h 74479"/>
                <a:gd name="connsiteX6" fmla="*/ 97274 w 161811"/>
                <a:gd name="connsiteY6" fmla="*/ 64493 h 74479"/>
                <a:gd name="connsiteX7" fmla="*/ 126874 w 161811"/>
                <a:gd name="connsiteY7" fmla="*/ 74566 h 74479"/>
                <a:gd name="connsiteX8" fmla="*/ 162065 w 161811"/>
                <a:gd name="connsiteY8" fmla="*/ 37244 h 74479"/>
                <a:gd name="connsiteX9" fmla="*/ 127367 w 161811"/>
                <a:gd name="connsiteY9" fmla="*/ 87 h 74479"/>
                <a:gd name="connsiteX10" fmla="*/ 82639 w 161811"/>
                <a:gd name="connsiteY10" fmla="*/ 27666 h 74479"/>
                <a:gd name="connsiteX11" fmla="*/ 87901 w 161811"/>
                <a:gd name="connsiteY11" fmla="*/ 33776 h 74479"/>
                <a:gd name="connsiteX12" fmla="*/ 128847 w 161811"/>
                <a:gd name="connsiteY12" fmla="*/ 6362 h 74479"/>
                <a:gd name="connsiteX13" fmla="*/ 157460 w 161811"/>
                <a:gd name="connsiteY13" fmla="*/ 37244 h 74479"/>
                <a:gd name="connsiteX14" fmla="*/ 129505 w 161811"/>
                <a:gd name="connsiteY14" fmla="*/ 65483 h 74479"/>
                <a:gd name="connsiteX15" fmla="*/ 87901 w 161811"/>
                <a:gd name="connsiteY15" fmla="*/ 33776 h 74479"/>
                <a:gd name="connsiteX16" fmla="*/ 74417 w 161811"/>
                <a:gd name="connsiteY16" fmla="*/ 40877 h 74479"/>
                <a:gd name="connsiteX17" fmla="*/ 33471 w 161811"/>
                <a:gd name="connsiteY17" fmla="*/ 68291 h 74479"/>
                <a:gd name="connsiteX18" fmla="*/ 4858 w 161811"/>
                <a:gd name="connsiteY18" fmla="*/ 37409 h 74479"/>
                <a:gd name="connsiteX19" fmla="*/ 32813 w 161811"/>
                <a:gd name="connsiteY19" fmla="*/ 9170 h 74479"/>
                <a:gd name="connsiteX20" fmla="*/ 74417 w 161811"/>
                <a:gd name="connsiteY20" fmla="*/ 40877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811" h="74479">
                  <a:moveTo>
                    <a:pt x="82639" y="27666"/>
                  </a:moveTo>
                  <a:cubicBezTo>
                    <a:pt x="73924" y="17427"/>
                    <a:pt x="71293" y="14619"/>
                    <a:pt x="65044" y="10161"/>
                  </a:cubicBezTo>
                  <a:cubicBezTo>
                    <a:pt x="55013" y="2894"/>
                    <a:pt x="44488" y="87"/>
                    <a:pt x="35444" y="87"/>
                  </a:cubicBezTo>
                  <a:cubicBezTo>
                    <a:pt x="15053" y="87"/>
                    <a:pt x="253" y="17592"/>
                    <a:pt x="253" y="37409"/>
                  </a:cubicBezTo>
                  <a:cubicBezTo>
                    <a:pt x="253" y="56731"/>
                    <a:pt x="14395" y="74566"/>
                    <a:pt x="34951" y="74566"/>
                  </a:cubicBezTo>
                  <a:cubicBezTo>
                    <a:pt x="57808" y="74566"/>
                    <a:pt x="73759" y="55740"/>
                    <a:pt x="79679" y="46987"/>
                  </a:cubicBezTo>
                  <a:cubicBezTo>
                    <a:pt x="88395" y="57226"/>
                    <a:pt x="91026" y="60034"/>
                    <a:pt x="97274" y="64493"/>
                  </a:cubicBezTo>
                  <a:cubicBezTo>
                    <a:pt x="107305" y="71759"/>
                    <a:pt x="117830" y="74566"/>
                    <a:pt x="126874" y="74566"/>
                  </a:cubicBezTo>
                  <a:cubicBezTo>
                    <a:pt x="147265" y="74566"/>
                    <a:pt x="162065" y="57061"/>
                    <a:pt x="162065" y="37244"/>
                  </a:cubicBezTo>
                  <a:cubicBezTo>
                    <a:pt x="162065" y="17922"/>
                    <a:pt x="147923" y="87"/>
                    <a:pt x="127367" y="87"/>
                  </a:cubicBezTo>
                  <a:cubicBezTo>
                    <a:pt x="104510" y="87"/>
                    <a:pt x="88559" y="18913"/>
                    <a:pt x="82639" y="27666"/>
                  </a:cubicBezTo>
                  <a:close/>
                  <a:moveTo>
                    <a:pt x="87901" y="33776"/>
                  </a:moveTo>
                  <a:cubicBezTo>
                    <a:pt x="94479" y="23042"/>
                    <a:pt x="108785" y="6362"/>
                    <a:pt x="128847" y="6362"/>
                  </a:cubicBezTo>
                  <a:cubicBezTo>
                    <a:pt x="145785" y="6362"/>
                    <a:pt x="157460" y="21390"/>
                    <a:pt x="157460" y="37244"/>
                  </a:cubicBezTo>
                  <a:cubicBezTo>
                    <a:pt x="157460" y="53098"/>
                    <a:pt x="144634" y="65483"/>
                    <a:pt x="129505" y="65483"/>
                  </a:cubicBezTo>
                  <a:cubicBezTo>
                    <a:pt x="114212" y="65483"/>
                    <a:pt x="103688" y="52933"/>
                    <a:pt x="87901" y="33776"/>
                  </a:cubicBezTo>
                  <a:close/>
                  <a:moveTo>
                    <a:pt x="74417" y="40877"/>
                  </a:moveTo>
                  <a:cubicBezTo>
                    <a:pt x="67839" y="51611"/>
                    <a:pt x="53533" y="68291"/>
                    <a:pt x="33471" y="68291"/>
                  </a:cubicBezTo>
                  <a:cubicBezTo>
                    <a:pt x="16533" y="68291"/>
                    <a:pt x="4858" y="53263"/>
                    <a:pt x="4858" y="37409"/>
                  </a:cubicBezTo>
                  <a:cubicBezTo>
                    <a:pt x="4858" y="21555"/>
                    <a:pt x="17684" y="9170"/>
                    <a:pt x="32813" y="9170"/>
                  </a:cubicBezTo>
                  <a:cubicBezTo>
                    <a:pt x="48106" y="9170"/>
                    <a:pt x="58630" y="21721"/>
                    <a:pt x="74417" y="4087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2" name="Freeform: Shape 3181">
              <a:extLst>
                <a:ext uri="{FF2B5EF4-FFF2-40B4-BE49-F238E27FC236}">
                  <a16:creationId xmlns:a16="http://schemas.microsoft.com/office/drawing/2014/main" id="{96E83200-E29F-A1CC-1991-860665EE1652}"/>
                </a:ext>
              </a:extLst>
            </p:cNvPr>
            <p:cNvSpPr/>
            <p:nvPr>
              <p:custDataLst>
                <p:tags r:id="rId35"/>
              </p:custDataLst>
            </p:nvPr>
          </p:nvSpPr>
          <p:spPr>
            <a:xfrm>
              <a:off x="9239032" y="6013790"/>
              <a:ext cx="77522" cy="157121"/>
            </a:xfrm>
            <a:custGeom>
              <a:avLst/>
              <a:gdLst>
                <a:gd name="connsiteX0" fmla="*/ 48430 w 77522"/>
                <a:gd name="connsiteY0" fmla="*/ 6205 h 157121"/>
                <a:gd name="connsiteX1" fmla="*/ 43027 w 77522"/>
                <a:gd name="connsiteY1" fmla="*/ 71 h 157121"/>
                <a:gd name="connsiteX2" fmla="*/ 272 w 77522"/>
                <a:gd name="connsiteY2" fmla="*/ 15170 h 157121"/>
                <a:gd name="connsiteX3" fmla="*/ 272 w 77522"/>
                <a:gd name="connsiteY3" fmla="*/ 22483 h 157121"/>
                <a:gd name="connsiteX4" fmla="*/ 31046 w 77522"/>
                <a:gd name="connsiteY4" fmla="*/ 16349 h 157121"/>
                <a:gd name="connsiteX5" fmla="*/ 31046 w 77522"/>
                <a:gd name="connsiteY5" fmla="*/ 138555 h 157121"/>
                <a:gd name="connsiteX6" fmla="*/ 9199 w 77522"/>
                <a:gd name="connsiteY6" fmla="*/ 149879 h 157121"/>
                <a:gd name="connsiteX7" fmla="*/ 1681 w 77522"/>
                <a:gd name="connsiteY7" fmla="*/ 149879 h 157121"/>
                <a:gd name="connsiteX8" fmla="*/ 1681 w 77522"/>
                <a:gd name="connsiteY8" fmla="*/ 157192 h 157121"/>
                <a:gd name="connsiteX9" fmla="*/ 39738 w 77522"/>
                <a:gd name="connsiteY9" fmla="*/ 156485 h 157121"/>
                <a:gd name="connsiteX10" fmla="*/ 77795 w 77522"/>
                <a:gd name="connsiteY10" fmla="*/ 157192 h 157121"/>
                <a:gd name="connsiteX11" fmla="*/ 77795 w 77522"/>
                <a:gd name="connsiteY11" fmla="*/ 149879 h 157121"/>
                <a:gd name="connsiteX12" fmla="*/ 70277 w 77522"/>
                <a:gd name="connsiteY12" fmla="*/ 149879 h 157121"/>
                <a:gd name="connsiteX13" fmla="*/ 48430 w 77522"/>
                <a:gd name="connsiteY13" fmla="*/ 138555 h 157121"/>
                <a:gd name="connsiteX14" fmla="*/ 48430 w 77522"/>
                <a:gd name="connsiteY14" fmla="*/ 6205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522" h="157121">
                  <a:moveTo>
                    <a:pt x="48430" y="6205"/>
                  </a:moveTo>
                  <a:cubicBezTo>
                    <a:pt x="48430" y="543"/>
                    <a:pt x="48430" y="71"/>
                    <a:pt x="43027" y="71"/>
                  </a:cubicBezTo>
                  <a:cubicBezTo>
                    <a:pt x="28462" y="15170"/>
                    <a:pt x="7789" y="15170"/>
                    <a:pt x="272" y="15170"/>
                  </a:cubicBezTo>
                  <a:lnTo>
                    <a:pt x="272" y="22483"/>
                  </a:lnTo>
                  <a:cubicBezTo>
                    <a:pt x="4970" y="22483"/>
                    <a:pt x="18830" y="22483"/>
                    <a:pt x="31046" y="16349"/>
                  </a:cubicBezTo>
                  <a:lnTo>
                    <a:pt x="31046" y="138555"/>
                  </a:lnTo>
                  <a:cubicBezTo>
                    <a:pt x="31046" y="147048"/>
                    <a:pt x="30341" y="149879"/>
                    <a:pt x="9199" y="149879"/>
                  </a:cubicBezTo>
                  <a:lnTo>
                    <a:pt x="1681" y="149879"/>
                  </a:lnTo>
                  <a:lnTo>
                    <a:pt x="1681" y="157192"/>
                  </a:lnTo>
                  <a:cubicBezTo>
                    <a:pt x="9903" y="156485"/>
                    <a:pt x="30341" y="156485"/>
                    <a:pt x="39738" y="156485"/>
                  </a:cubicBezTo>
                  <a:cubicBezTo>
                    <a:pt x="49135" y="156485"/>
                    <a:pt x="69573" y="156485"/>
                    <a:pt x="77795" y="157192"/>
                  </a:cubicBezTo>
                  <a:lnTo>
                    <a:pt x="77795" y="149879"/>
                  </a:lnTo>
                  <a:lnTo>
                    <a:pt x="70277" y="149879"/>
                  </a:lnTo>
                  <a:cubicBezTo>
                    <a:pt x="49135" y="149879"/>
                    <a:pt x="48430" y="147284"/>
                    <a:pt x="48430" y="138555"/>
                  </a:cubicBezTo>
                  <a:lnTo>
                    <a:pt x="48430" y="620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3" name="Freeform: Shape 3182">
              <a:extLst>
                <a:ext uri="{FF2B5EF4-FFF2-40B4-BE49-F238E27FC236}">
                  <a16:creationId xmlns:a16="http://schemas.microsoft.com/office/drawing/2014/main" id="{6BADA226-964C-1E02-0CDE-E5069D420C5E}"/>
                </a:ext>
              </a:extLst>
            </p:cNvPr>
            <p:cNvSpPr/>
            <p:nvPr>
              <p:custDataLst>
                <p:tags r:id="rId36"/>
              </p:custDataLst>
            </p:nvPr>
          </p:nvSpPr>
          <p:spPr>
            <a:xfrm>
              <a:off x="9049072" y="6266814"/>
              <a:ext cx="455563" cy="9436"/>
            </a:xfrm>
            <a:custGeom>
              <a:avLst/>
              <a:gdLst>
                <a:gd name="connsiteX0" fmla="*/ 0 w 455563"/>
                <a:gd name="connsiteY0" fmla="*/ 0 h 9436"/>
                <a:gd name="connsiteX1" fmla="*/ 455563 w 455563"/>
                <a:gd name="connsiteY1" fmla="*/ 0 h 9436"/>
                <a:gd name="connsiteX2" fmla="*/ 455563 w 455563"/>
                <a:gd name="connsiteY2" fmla="*/ 9436 h 9436"/>
                <a:gd name="connsiteX3" fmla="*/ 0 w 455563"/>
                <a:gd name="connsiteY3" fmla="*/ 9436 h 9436"/>
              </a:gdLst>
              <a:ahLst/>
              <a:cxnLst>
                <a:cxn ang="0">
                  <a:pos x="connsiteX0" y="connsiteY0"/>
                </a:cxn>
                <a:cxn ang="0">
                  <a:pos x="connsiteX1" y="connsiteY1"/>
                </a:cxn>
                <a:cxn ang="0">
                  <a:pos x="connsiteX2" y="connsiteY2"/>
                </a:cxn>
                <a:cxn ang="0">
                  <a:pos x="connsiteX3" y="connsiteY3"/>
                </a:cxn>
              </a:cxnLst>
              <a:rect l="l" t="t" r="r" b="b"/>
              <a:pathLst>
                <a:path w="455563" h="9436">
                  <a:moveTo>
                    <a:pt x="0" y="0"/>
                  </a:moveTo>
                  <a:lnTo>
                    <a:pt x="455563" y="0"/>
                  </a:lnTo>
                  <a:lnTo>
                    <a:pt x="455563" y="9436"/>
                  </a:lnTo>
                  <a:lnTo>
                    <a:pt x="0" y="943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4" name="Freeform: Shape 3183">
              <a:extLst>
                <a:ext uri="{FF2B5EF4-FFF2-40B4-BE49-F238E27FC236}">
                  <a16:creationId xmlns:a16="http://schemas.microsoft.com/office/drawing/2014/main" id="{4C606CDF-66E4-0157-6979-E783090637F1}"/>
                </a:ext>
              </a:extLst>
            </p:cNvPr>
            <p:cNvSpPr/>
            <p:nvPr>
              <p:custDataLst>
                <p:tags r:id="rId37"/>
              </p:custDataLst>
            </p:nvPr>
          </p:nvSpPr>
          <p:spPr>
            <a:xfrm>
              <a:off x="9066221" y="6313995"/>
              <a:ext cx="183236" cy="235917"/>
            </a:xfrm>
            <a:custGeom>
              <a:avLst/>
              <a:gdLst>
                <a:gd name="connsiteX0" fmla="*/ 74499 w 183236"/>
                <a:gd name="connsiteY0" fmla="*/ 211224 h 235917"/>
                <a:gd name="connsiteX1" fmla="*/ 33153 w 183236"/>
                <a:gd name="connsiteY1" fmla="*/ 119452 h 235917"/>
                <a:gd name="connsiteX2" fmla="*/ 29629 w 183236"/>
                <a:gd name="connsiteY2" fmla="*/ 115677 h 235917"/>
                <a:gd name="connsiteX3" fmla="*/ 25636 w 183236"/>
                <a:gd name="connsiteY3" fmla="*/ 117565 h 235917"/>
                <a:gd name="connsiteX4" fmla="*/ 3319 w 183236"/>
                <a:gd name="connsiteY4" fmla="*/ 134551 h 235917"/>
                <a:gd name="connsiteX5" fmla="*/ 265 w 183236"/>
                <a:gd name="connsiteY5" fmla="*/ 138325 h 235917"/>
                <a:gd name="connsiteX6" fmla="*/ 2614 w 183236"/>
                <a:gd name="connsiteY6" fmla="*/ 140921 h 235917"/>
                <a:gd name="connsiteX7" fmla="*/ 10601 w 183236"/>
                <a:gd name="connsiteY7" fmla="*/ 135730 h 235917"/>
                <a:gd name="connsiteX8" fmla="*/ 18118 w 183236"/>
                <a:gd name="connsiteY8" fmla="*/ 130068 h 235917"/>
                <a:gd name="connsiteX9" fmla="*/ 64397 w 183236"/>
                <a:gd name="connsiteY9" fmla="*/ 232221 h 235917"/>
                <a:gd name="connsiteX10" fmla="*/ 69331 w 183236"/>
                <a:gd name="connsiteY10" fmla="*/ 235995 h 235917"/>
                <a:gd name="connsiteX11" fmla="*/ 75203 w 183236"/>
                <a:gd name="connsiteY11" fmla="*/ 231277 h 235917"/>
                <a:gd name="connsiteX12" fmla="*/ 181856 w 183236"/>
                <a:gd name="connsiteY12" fmla="*/ 9514 h 235917"/>
                <a:gd name="connsiteX13" fmla="*/ 183501 w 183236"/>
                <a:gd name="connsiteY13" fmla="*/ 4796 h 235917"/>
                <a:gd name="connsiteX14" fmla="*/ 178802 w 183236"/>
                <a:gd name="connsiteY14" fmla="*/ 78 h 235917"/>
                <a:gd name="connsiteX15" fmla="*/ 173399 w 183236"/>
                <a:gd name="connsiteY15" fmla="*/ 5032 h 235917"/>
                <a:gd name="connsiteX16" fmla="*/ 74499 w 183236"/>
                <a:gd name="connsiteY16" fmla="*/ 211224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3236" h="235917">
                  <a:moveTo>
                    <a:pt x="74499" y="211224"/>
                  </a:moveTo>
                  <a:lnTo>
                    <a:pt x="33153" y="119452"/>
                  </a:lnTo>
                  <a:cubicBezTo>
                    <a:pt x="31509" y="115677"/>
                    <a:pt x="30334" y="115677"/>
                    <a:pt x="29629" y="115677"/>
                  </a:cubicBezTo>
                  <a:cubicBezTo>
                    <a:pt x="29394" y="115677"/>
                    <a:pt x="28220" y="115677"/>
                    <a:pt x="25636" y="117565"/>
                  </a:cubicBezTo>
                  <a:lnTo>
                    <a:pt x="3319" y="134551"/>
                  </a:lnTo>
                  <a:cubicBezTo>
                    <a:pt x="265" y="136910"/>
                    <a:pt x="265" y="137618"/>
                    <a:pt x="265" y="138325"/>
                  </a:cubicBezTo>
                  <a:cubicBezTo>
                    <a:pt x="265" y="139505"/>
                    <a:pt x="969" y="140921"/>
                    <a:pt x="2614" y="140921"/>
                  </a:cubicBezTo>
                  <a:cubicBezTo>
                    <a:pt x="4023" y="140921"/>
                    <a:pt x="8017" y="137618"/>
                    <a:pt x="10601" y="135730"/>
                  </a:cubicBezTo>
                  <a:cubicBezTo>
                    <a:pt x="12011" y="134551"/>
                    <a:pt x="15534" y="131956"/>
                    <a:pt x="18118" y="130068"/>
                  </a:cubicBezTo>
                  <a:lnTo>
                    <a:pt x="64397" y="232221"/>
                  </a:lnTo>
                  <a:cubicBezTo>
                    <a:pt x="66042" y="235995"/>
                    <a:pt x="67216" y="235995"/>
                    <a:pt x="69331" y="235995"/>
                  </a:cubicBezTo>
                  <a:cubicBezTo>
                    <a:pt x="72854" y="235995"/>
                    <a:pt x="73559" y="234580"/>
                    <a:pt x="75203" y="231277"/>
                  </a:cubicBezTo>
                  <a:lnTo>
                    <a:pt x="181856" y="9514"/>
                  </a:lnTo>
                  <a:cubicBezTo>
                    <a:pt x="183501" y="6211"/>
                    <a:pt x="183501" y="5268"/>
                    <a:pt x="183501" y="4796"/>
                  </a:cubicBezTo>
                  <a:cubicBezTo>
                    <a:pt x="183501" y="2437"/>
                    <a:pt x="181621" y="78"/>
                    <a:pt x="178802" y="78"/>
                  </a:cubicBezTo>
                  <a:cubicBezTo>
                    <a:pt x="176923" y="78"/>
                    <a:pt x="175279" y="1257"/>
                    <a:pt x="173399" y="5032"/>
                  </a:cubicBezTo>
                  <a:lnTo>
                    <a:pt x="74499" y="21122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5" name="Freeform: Shape 3184">
              <a:extLst>
                <a:ext uri="{FF2B5EF4-FFF2-40B4-BE49-F238E27FC236}">
                  <a16:creationId xmlns:a16="http://schemas.microsoft.com/office/drawing/2014/main" id="{439249AD-B586-AB22-9AE0-8456B852C739}"/>
                </a:ext>
              </a:extLst>
            </p:cNvPr>
            <p:cNvSpPr/>
            <p:nvPr>
              <p:custDataLst>
                <p:tags r:id="rId38"/>
              </p:custDataLst>
            </p:nvPr>
          </p:nvSpPr>
          <p:spPr>
            <a:xfrm>
              <a:off x="9244838" y="6313995"/>
              <a:ext cx="259797" cy="9436"/>
            </a:xfrm>
            <a:custGeom>
              <a:avLst/>
              <a:gdLst>
                <a:gd name="connsiteX0" fmla="*/ 0 w 259797"/>
                <a:gd name="connsiteY0" fmla="*/ 0 h 9436"/>
                <a:gd name="connsiteX1" fmla="*/ 259798 w 259797"/>
                <a:gd name="connsiteY1" fmla="*/ 0 h 9436"/>
                <a:gd name="connsiteX2" fmla="*/ 259798 w 259797"/>
                <a:gd name="connsiteY2" fmla="*/ 9436 h 9436"/>
                <a:gd name="connsiteX3" fmla="*/ 0 w 259797"/>
                <a:gd name="connsiteY3" fmla="*/ 9436 h 9436"/>
              </a:gdLst>
              <a:ahLst/>
              <a:cxnLst>
                <a:cxn ang="0">
                  <a:pos x="connsiteX0" y="connsiteY0"/>
                </a:cxn>
                <a:cxn ang="0">
                  <a:pos x="connsiteX1" y="connsiteY1"/>
                </a:cxn>
                <a:cxn ang="0">
                  <a:pos x="connsiteX2" y="connsiteY2"/>
                </a:cxn>
                <a:cxn ang="0">
                  <a:pos x="connsiteX3" y="connsiteY3"/>
                </a:cxn>
              </a:cxnLst>
              <a:rect l="l" t="t" r="r" b="b"/>
              <a:pathLst>
                <a:path w="259797" h="9436">
                  <a:moveTo>
                    <a:pt x="0" y="0"/>
                  </a:moveTo>
                  <a:lnTo>
                    <a:pt x="259798" y="0"/>
                  </a:lnTo>
                  <a:lnTo>
                    <a:pt x="259798" y="9436"/>
                  </a:lnTo>
                  <a:lnTo>
                    <a:pt x="0" y="943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6" name="Freeform: Shape 3185">
              <a:extLst>
                <a:ext uri="{FF2B5EF4-FFF2-40B4-BE49-F238E27FC236}">
                  <a16:creationId xmlns:a16="http://schemas.microsoft.com/office/drawing/2014/main" id="{875C80B1-E8E6-8FBE-077C-40D9DB28B38A}"/>
                </a:ext>
              </a:extLst>
            </p:cNvPr>
            <p:cNvSpPr/>
            <p:nvPr>
              <p:custDataLst>
                <p:tags r:id="rId39"/>
              </p:custDataLst>
            </p:nvPr>
          </p:nvSpPr>
          <p:spPr>
            <a:xfrm>
              <a:off x="9256584" y="6361466"/>
              <a:ext cx="93732" cy="157121"/>
            </a:xfrm>
            <a:custGeom>
              <a:avLst/>
              <a:gdLst>
                <a:gd name="connsiteX0" fmla="*/ 18362 w 93732"/>
                <a:gd name="connsiteY0" fmla="*/ 139041 h 157121"/>
                <a:gd name="connsiteX1" fmla="*/ 43263 w 93732"/>
                <a:gd name="connsiteY1" fmla="*/ 114742 h 157121"/>
                <a:gd name="connsiteX2" fmla="*/ 94005 w 93732"/>
                <a:gd name="connsiteY2" fmla="*/ 45854 h 157121"/>
                <a:gd name="connsiteX3" fmla="*/ 44203 w 93732"/>
                <a:gd name="connsiteY3" fmla="*/ 86 h 157121"/>
                <a:gd name="connsiteX4" fmla="*/ 273 w 93732"/>
                <a:gd name="connsiteY4" fmla="*/ 42787 h 157121"/>
                <a:gd name="connsiteX5" fmla="*/ 12724 w 93732"/>
                <a:gd name="connsiteY5" fmla="*/ 55998 h 157121"/>
                <a:gd name="connsiteX6" fmla="*/ 24939 w 93732"/>
                <a:gd name="connsiteY6" fmla="*/ 43495 h 157121"/>
                <a:gd name="connsiteX7" fmla="*/ 12489 w 93732"/>
                <a:gd name="connsiteY7" fmla="*/ 31227 h 157121"/>
                <a:gd name="connsiteX8" fmla="*/ 9435 w 93732"/>
                <a:gd name="connsiteY8" fmla="*/ 31463 h 157121"/>
                <a:gd name="connsiteX9" fmla="*/ 41149 w 93732"/>
                <a:gd name="connsiteY9" fmla="*/ 7399 h 157121"/>
                <a:gd name="connsiteX10" fmla="*/ 72628 w 93732"/>
                <a:gd name="connsiteY10" fmla="*/ 45854 h 157121"/>
                <a:gd name="connsiteX11" fmla="*/ 47961 w 93732"/>
                <a:gd name="connsiteY11" fmla="*/ 97992 h 157121"/>
                <a:gd name="connsiteX12" fmla="*/ 2857 w 93732"/>
                <a:gd name="connsiteY12" fmla="*/ 148478 h 157121"/>
                <a:gd name="connsiteX13" fmla="*/ 273 w 93732"/>
                <a:gd name="connsiteY13" fmla="*/ 157207 h 157121"/>
                <a:gd name="connsiteX14" fmla="*/ 87427 w 93732"/>
                <a:gd name="connsiteY14" fmla="*/ 157207 h 157121"/>
                <a:gd name="connsiteX15" fmla="*/ 94005 w 93732"/>
                <a:gd name="connsiteY15" fmla="*/ 116157 h 157121"/>
                <a:gd name="connsiteX16" fmla="*/ 88132 w 93732"/>
                <a:gd name="connsiteY16" fmla="*/ 116157 h 157121"/>
                <a:gd name="connsiteX17" fmla="*/ 82964 w 93732"/>
                <a:gd name="connsiteY17" fmla="*/ 137154 h 157121"/>
                <a:gd name="connsiteX18" fmla="*/ 60647 w 93732"/>
                <a:gd name="connsiteY18" fmla="*/ 139041 h 157121"/>
                <a:gd name="connsiteX19" fmla="*/ 18362 w 93732"/>
                <a:gd name="connsiteY19" fmla="*/ 139041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3732" h="157121">
                  <a:moveTo>
                    <a:pt x="18362" y="139041"/>
                  </a:moveTo>
                  <a:lnTo>
                    <a:pt x="43263" y="114742"/>
                  </a:lnTo>
                  <a:cubicBezTo>
                    <a:pt x="79910" y="82185"/>
                    <a:pt x="94005" y="69446"/>
                    <a:pt x="94005" y="45854"/>
                  </a:cubicBezTo>
                  <a:cubicBezTo>
                    <a:pt x="94005" y="18959"/>
                    <a:pt x="72863" y="86"/>
                    <a:pt x="44203" y="86"/>
                  </a:cubicBezTo>
                  <a:cubicBezTo>
                    <a:pt x="17657" y="86"/>
                    <a:pt x="273" y="21790"/>
                    <a:pt x="273" y="42787"/>
                  </a:cubicBezTo>
                  <a:cubicBezTo>
                    <a:pt x="273" y="55998"/>
                    <a:pt x="12019" y="55998"/>
                    <a:pt x="12724" y="55998"/>
                  </a:cubicBezTo>
                  <a:cubicBezTo>
                    <a:pt x="16717" y="55998"/>
                    <a:pt x="24939" y="53167"/>
                    <a:pt x="24939" y="43495"/>
                  </a:cubicBezTo>
                  <a:cubicBezTo>
                    <a:pt x="24939" y="37361"/>
                    <a:pt x="20711" y="31227"/>
                    <a:pt x="12489" y="31227"/>
                  </a:cubicBezTo>
                  <a:cubicBezTo>
                    <a:pt x="10609" y="31227"/>
                    <a:pt x="10139" y="31227"/>
                    <a:pt x="9435" y="31463"/>
                  </a:cubicBezTo>
                  <a:cubicBezTo>
                    <a:pt x="14838" y="16128"/>
                    <a:pt x="27523" y="7399"/>
                    <a:pt x="41149" y="7399"/>
                  </a:cubicBezTo>
                  <a:cubicBezTo>
                    <a:pt x="62526" y="7399"/>
                    <a:pt x="72628" y="26509"/>
                    <a:pt x="72628" y="45854"/>
                  </a:cubicBezTo>
                  <a:cubicBezTo>
                    <a:pt x="72628" y="64727"/>
                    <a:pt x="60882" y="83365"/>
                    <a:pt x="47961" y="97992"/>
                  </a:cubicBezTo>
                  <a:lnTo>
                    <a:pt x="2857" y="148478"/>
                  </a:lnTo>
                  <a:cubicBezTo>
                    <a:pt x="273" y="151073"/>
                    <a:pt x="273" y="151545"/>
                    <a:pt x="273" y="157207"/>
                  </a:cubicBezTo>
                  <a:lnTo>
                    <a:pt x="87427" y="157207"/>
                  </a:lnTo>
                  <a:lnTo>
                    <a:pt x="94005" y="116157"/>
                  </a:lnTo>
                  <a:lnTo>
                    <a:pt x="88132" y="116157"/>
                  </a:lnTo>
                  <a:cubicBezTo>
                    <a:pt x="86958" y="123235"/>
                    <a:pt x="85313" y="133615"/>
                    <a:pt x="82964" y="137154"/>
                  </a:cubicBezTo>
                  <a:cubicBezTo>
                    <a:pt x="81320" y="139041"/>
                    <a:pt x="65815" y="139041"/>
                    <a:pt x="60647" y="139041"/>
                  </a:cubicBezTo>
                  <a:lnTo>
                    <a:pt x="18362" y="13904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7" name="Freeform: Shape 3186">
              <a:extLst>
                <a:ext uri="{FF2B5EF4-FFF2-40B4-BE49-F238E27FC236}">
                  <a16:creationId xmlns:a16="http://schemas.microsoft.com/office/drawing/2014/main" id="{E980549F-4992-4321-9AA7-A5C5F39740BF}"/>
                </a:ext>
              </a:extLst>
            </p:cNvPr>
            <p:cNvSpPr/>
            <p:nvPr>
              <p:custDataLst>
                <p:tags r:id="rId40"/>
              </p:custDataLst>
            </p:nvPr>
          </p:nvSpPr>
          <p:spPr>
            <a:xfrm>
              <a:off x="9368640" y="6416907"/>
              <a:ext cx="126855" cy="104275"/>
            </a:xfrm>
            <a:custGeom>
              <a:avLst/>
              <a:gdLst>
                <a:gd name="connsiteX0" fmla="*/ 56188 w 126855"/>
                <a:gd name="connsiteY0" fmla="*/ 13769 h 104275"/>
                <a:gd name="connsiteX1" fmla="*/ 82734 w 126855"/>
                <a:gd name="connsiteY1" fmla="*/ 13769 h 104275"/>
                <a:gd name="connsiteX2" fmla="*/ 72868 w 126855"/>
                <a:gd name="connsiteY2" fmla="*/ 74636 h 104275"/>
                <a:gd name="connsiteX3" fmla="*/ 74747 w 126855"/>
                <a:gd name="connsiteY3" fmla="*/ 92566 h 104275"/>
                <a:gd name="connsiteX4" fmla="*/ 83204 w 126855"/>
                <a:gd name="connsiteY4" fmla="*/ 104361 h 104275"/>
                <a:gd name="connsiteX5" fmla="*/ 92836 w 126855"/>
                <a:gd name="connsiteY5" fmla="*/ 95397 h 104275"/>
                <a:gd name="connsiteX6" fmla="*/ 91426 w 126855"/>
                <a:gd name="connsiteY6" fmla="*/ 90206 h 104275"/>
                <a:gd name="connsiteX7" fmla="*/ 84613 w 126855"/>
                <a:gd name="connsiteY7" fmla="*/ 51280 h 104275"/>
                <a:gd name="connsiteX8" fmla="*/ 88842 w 126855"/>
                <a:gd name="connsiteY8" fmla="*/ 13769 h 104275"/>
                <a:gd name="connsiteX9" fmla="*/ 115623 w 126855"/>
                <a:gd name="connsiteY9" fmla="*/ 13769 h 104275"/>
                <a:gd name="connsiteX10" fmla="*/ 127134 w 126855"/>
                <a:gd name="connsiteY10" fmla="*/ 5748 h 104275"/>
                <a:gd name="connsiteX11" fmla="*/ 117737 w 126855"/>
                <a:gd name="connsiteY11" fmla="*/ 86 h 104275"/>
                <a:gd name="connsiteX12" fmla="*/ 39039 w 126855"/>
                <a:gd name="connsiteY12" fmla="*/ 86 h 104275"/>
                <a:gd name="connsiteX13" fmla="*/ 14608 w 126855"/>
                <a:gd name="connsiteY13" fmla="*/ 11174 h 104275"/>
                <a:gd name="connsiteX14" fmla="*/ 278 w 126855"/>
                <a:gd name="connsiteY14" fmla="*/ 32407 h 104275"/>
                <a:gd name="connsiteX15" fmla="*/ 3097 w 126855"/>
                <a:gd name="connsiteY15" fmla="*/ 34766 h 104275"/>
                <a:gd name="connsiteX16" fmla="*/ 6856 w 126855"/>
                <a:gd name="connsiteY16" fmla="*/ 31935 h 104275"/>
                <a:gd name="connsiteX17" fmla="*/ 36690 w 126855"/>
                <a:gd name="connsiteY17" fmla="*/ 13769 h 104275"/>
                <a:gd name="connsiteX18" fmla="*/ 50081 w 126855"/>
                <a:gd name="connsiteY18" fmla="*/ 13769 h 104275"/>
                <a:gd name="connsiteX19" fmla="*/ 20011 w 126855"/>
                <a:gd name="connsiteY19" fmla="*/ 92330 h 104275"/>
                <a:gd name="connsiteX20" fmla="*/ 18132 w 126855"/>
                <a:gd name="connsiteY20" fmla="*/ 97992 h 104275"/>
                <a:gd name="connsiteX21" fmla="*/ 24944 w 126855"/>
                <a:gd name="connsiteY21" fmla="*/ 104361 h 104275"/>
                <a:gd name="connsiteX22" fmla="*/ 36690 w 126855"/>
                <a:gd name="connsiteY22" fmla="*/ 89027 h 104275"/>
                <a:gd name="connsiteX23" fmla="*/ 43033 w 126855"/>
                <a:gd name="connsiteY23" fmla="*/ 65907 h 104275"/>
                <a:gd name="connsiteX24" fmla="*/ 56188 w 126855"/>
                <a:gd name="connsiteY24" fmla="*/ 13769 h 10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6855" h="104275">
                  <a:moveTo>
                    <a:pt x="56188" y="13769"/>
                  </a:moveTo>
                  <a:lnTo>
                    <a:pt x="82734" y="13769"/>
                  </a:lnTo>
                  <a:cubicBezTo>
                    <a:pt x="74982" y="48685"/>
                    <a:pt x="72868" y="58829"/>
                    <a:pt x="72868" y="74636"/>
                  </a:cubicBezTo>
                  <a:cubicBezTo>
                    <a:pt x="72868" y="78175"/>
                    <a:pt x="72868" y="84544"/>
                    <a:pt x="74747" y="92566"/>
                  </a:cubicBezTo>
                  <a:cubicBezTo>
                    <a:pt x="77096" y="102946"/>
                    <a:pt x="79680" y="104361"/>
                    <a:pt x="83204" y="104361"/>
                  </a:cubicBezTo>
                  <a:cubicBezTo>
                    <a:pt x="87902" y="104361"/>
                    <a:pt x="92836" y="100115"/>
                    <a:pt x="92836" y="95397"/>
                  </a:cubicBezTo>
                  <a:cubicBezTo>
                    <a:pt x="92836" y="93981"/>
                    <a:pt x="92836" y="93509"/>
                    <a:pt x="91426" y="90206"/>
                  </a:cubicBezTo>
                  <a:cubicBezTo>
                    <a:pt x="84613" y="73220"/>
                    <a:pt x="84613" y="57886"/>
                    <a:pt x="84613" y="51280"/>
                  </a:cubicBezTo>
                  <a:cubicBezTo>
                    <a:pt x="84613" y="38776"/>
                    <a:pt x="86258" y="26037"/>
                    <a:pt x="88842" y="13769"/>
                  </a:cubicBezTo>
                  <a:lnTo>
                    <a:pt x="115623" y="13769"/>
                  </a:lnTo>
                  <a:cubicBezTo>
                    <a:pt x="118677" y="13769"/>
                    <a:pt x="127134" y="13769"/>
                    <a:pt x="127134" y="5748"/>
                  </a:cubicBezTo>
                  <a:cubicBezTo>
                    <a:pt x="127134" y="86"/>
                    <a:pt x="122200" y="86"/>
                    <a:pt x="117737" y="86"/>
                  </a:cubicBezTo>
                  <a:lnTo>
                    <a:pt x="39039" y="86"/>
                  </a:lnTo>
                  <a:cubicBezTo>
                    <a:pt x="33871" y="86"/>
                    <a:pt x="24944" y="86"/>
                    <a:pt x="14608" y="11174"/>
                  </a:cubicBezTo>
                  <a:cubicBezTo>
                    <a:pt x="6386" y="20375"/>
                    <a:pt x="278" y="31227"/>
                    <a:pt x="278" y="32407"/>
                  </a:cubicBezTo>
                  <a:cubicBezTo>
                    <a:pt x="278" y="32642"/>
                    <a:pt x="278" y="34766"/>
                    <a:pt x="3097" y="34766"/>
                  </a:cubicBezTo>
                  <a:cubicBezTo>
                    <a:pt x="4976" y="34766"/>
                    <a:pt x="5446" y="33822"/>
                    <a:pt x="6856" y="31935"/>
                  </a:cubicBezTo>
                  <a:cubicBezTo>
                    <a:pt x="18367" y="13769"/>
                    <a:pt x="31992" y="13769"/>
                    <a:pt x="36690" y="13769"/>
                  </a:cubicBezTo>
                  <a:lnTo>
                    <a:pt x="50081" y="13769"/>
                  </a:lnTo>
                  <a:cubicBezTo>
                    <a:pt x="42563" y="42315"/>
                    <a:pt x="29878" y="70861"/>
                    <a:pt x="20011" y="92330"/>
                  </a:cubicBezTo>
                  <a:cubicBezTo>
                    <a:pt x="18132" y="95868"/>
                    <a:pt x="18132" y="96340"/>
                    <a:pt x="18132" y="97992"/>
                  </a:cubicBezTo>
                  <a:cubicBezTo>
                    <a:pt x="18132" y="102474"/>
                    <a:pt x="21890" y="104361"/>
                    <a:pt x="24944" y="104361"/>
                  </a:cubicBezTo>
                  <a:cubicBezTo>
                    <a:pt x="31992" y="104361"/>
                    <a:pt x="33871" y="97756"/>
                    <a:pt x="36690" y="89027"/>
                  </a:cubicBezTo>
                  <a:cubicBezTo>
                    <a:pt x="39979" y="78175"/>
                    <a:pt x="39979" y="77703"/>
                    <a:pt x="43033" y="65907"/>
                  </a:cubicBezTo>
                  <a:lnTo>
                    <a:pt x="56188" y="1376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8" name="Freeform: Shape 3187">
              <a:extLst>
                <a:ext uri="{FF2B5EF4-FFF2-40B4-BE49-F238E27FC236}">
                  <a16:creationId xmlns:a16="http://schemas.microsoft.com/office/drawing/2014/main" id="{9C64C71E-D549-1A89-0EF9-1723A990BE2E}"/>
                </a:ext>
              </a:extLst>
            </p:cNvPr>
            <p:cNvSpPr/>
            <p:nvPr>
              <p:custDataLst>
                <p:tags r:id="rId41"/>
              </p:custDataLst>
            </p:nvPr>
          </p:nvSpPr>
          <p:spPr>
            <a:xfrm>
              <a:off x="9543632" y="6226236"/>
              <a:ext cx="90208" cy="106870"/>
            </a:xfrm>
            <a:custGeom>
              <a:avLst/>
              <a:gdLst>
                <a:gd name="connsiteX0" fmla="*/ 33409 w 90208"/>
                <a:gd name="connsiteY0" fmla="*/ 49857 h 106870"/>
                <a:gd name="connsiteX1" fmla="*/ 69351 w 90208"/>
                <a:gd name="connsiteY1" fmla="*/ 44430 h 106870"/>
                <a:gd name="connsiteX2" fmla="*/ 86970 w 90208"/>
                <a:gd name="connsiteY2" fmla="*/ 20131 h 106870"/>
                <a:gd name="connsiteX3" fmla="*/ 61834 w 90208"/>
                <a:gd name="connsiteY3" fmla="*/ 78 h 106870"/>
                <a:gd name="connsiteX4" fmla="*/ 285 w 90208"/>
                <a:gd name="connsiteY4" fmla="*/ 64248 h 106870"/>
                <a:gd name="connsiteX5" fmla="*/ 37167 w 90208"/>
                <a:gd name="connsiteY5" fmla="*/ 106949 h 106870"/>
                <a:gd name="connsiteX6" fmla="*/ 90494 w 90208"/>
                <a:gd name="connsiteY6" fmla="*/ 79110 h 106870"/>
                <a:gd name="connsiteX7" fmla="*/ 87675 w 90208"/>
                <a:gd name="connsiteY7" fmla="*/ 76043 h 106870"/>
                <a:gd name="connsiteX8" fmla="*/ 84621 w 90208"/>
                <a:gd name="connsiteY8" fmla="*/ 78403 h 106870"/>
                <a:gd name="connsiteX9" fmla="*/ 37637 w 90208"/>
                <a:gd name="connsiteY9" fmla="*/ 101758 h 106870"/>
                <a:gd name="connsiteX10" fmla="*/ 17199 w 90208"/>
                <a:gd name="connsiteY10" fmla="*/ 74392 h 106870"/>
                <a:gd name="connsiteX11" fmla="*/ 20958 w 90208"/>
                <a:gd name="connsiteY11" fmla="*/ 49857 h 106870"/>
                <a:gd name="connsiteX12" fmla="*/ 33409 w 90208"/>
                <a:gd name="connsiteY12" fmla="*/ 49857 h 106870"/>
                <a:gd name="connsiteX13" fmla="*/ 22367 w 90208"/>
                <a:gd name="connsiteY13" fmla="*/ 44666 h 106870"/>
                <a:gd name="connsiteX14" fmla="*/ 61834 w 90208"/>
                <a:gd name="connsiteY14" fmla="*/ 5268 h 106870"/>
                <a:gd name="connsiteX15" fmla="*/ 79218 w 90208"/>
                <a:gd name="connsiteY15" fmla="*/ 20131 h 106870"/>
                <a:gd name="connsiteX16" fmla="*/ 31999 w 90208"/>
                <a:gd name="connsiteY16" fmla="*/ 44666 h 106870"/>
                <a:gd name="connsiteX17" fmla="*/ 22367 w 90208"/>
                <a:gd name="connsiteY17" fmla="*/ 44666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208" h="106870">
                  <a:moveTo>
                    <a:pt x="33409" y="49857"/>
                  </a:moveTo>
                  <a:cubicBezTo>
                    <a:pt x="40221" y="49857"/>
                    <a:pt x="57605" y="49385"/>
                    <a:pt x="69351" y="44430"/>
                  </a:cubicBezTo>
                  <a:cubicBezTo>
                    <a:pt x="85795" y="37353"/>
                    <a:pt x="86970" y="23434"/>
                    <a:pt x="86970" y="20131"/>
                  </a:cubicBezTo>
                  <a:cubicBezTo>
                    <a:pt x="86970" y="9750"/>
                    <a:pt x="78043" y="78"/>
                    <a:pt x="61834" y="78"/>
                  </a:cubicBezTo>
                  <a:cubicBezTo>
                    <a:pt x="35758" y="78"/>
                    <a:pt x="285" y="22962"/>
                    <a:pt x="285" y="64248"/>
                  </a:cubicBezTo>
                  <a:cubicBezTo>
                    <a:pt x="285" y="88311"/>
                    <a:pt x="14145" y="106949"/>
                    <a:pt x="37167" y="106949"/>
                  </a:cubicBezTo>
                  <a:cubicBezTo>
                    <a:pt x="70761" y="106949"/>
                    <a:pt x="90494" y="81941"/>
                    <a:pt x="90494" y="79110"/>
                  </a:cubicBezTo>
                  <a:cubicBezTo>
                    <a:pt x="90494" y="77695"/>
                    <a:pt x="89084" y="76043"/>
                    <a:pt x="87675" y="76043"/>
                  </a:cubicBezTo>
                  <a:cubicBezTo>
                    <a:pt x="86500" y="76043"/>
                    <a:pt x="86030" y="76515"/>
                    <a:pt x="84621" y="78403"/>
                  </a:cubicBezTo>
                  <a:cubicBezTo>
                    <a:pt x="66062" y="101758"/>
                    <a:pt x="40456" y="101758"/>
                    <a:pt x="37637" y="101758"/>
                  </a:cubicBezTo>
                  <a:cubicBezTo>
                    <a:pt x="19313" y="101758"/>
                    <a:pt x="17199" y="81941"/>
                    <a:pt x="17199" y="74392"/>
                  </a:cubicBezTo>
                  <a:cubicBezTo>
                    <a:pt x="17199" y="71561"/>
                    <a:pt x="17434" y="64248"/>
                    <a:pt x="20958" y="49857"/>
                  </a:cubicBezTo>
                  <a:lnTo>
                    <a:pt x="33409" y="49857"/>
                  </a:lnTo>
                  <a:close/>
                  <a:moveTo>
                    <a:pt x="22367" y="44666"/>
                  </a:moveTo>
                  <a:cubicBezTo>
                    <a:pt x="31529" y="8807"/>
                    <a:pt x="55726" y="5268"/>
                    <a:pt x="61834" y="5268"/>
                  </a:cubicBezTo>
                  <a:cubicBezTo>
                    <a:pt x="72875" y="5268"/>
                    <a:pt x="79218" y="12110"/>
                    <a:pt x="79218" y="20131"/>
                  </a:cubicBezTo>
                  <a:cubicBezTo>
                    <a:pt x="79218" y="44666"/>
                    <a:pt x="41631" y="44666"/>
                    <a:pt x="31999" y="44666"/>
                  </a:cubicBezTo>
                  <a:lnTo>
                    <a:pt x="22367" y="4466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89" name="Freeform: Shape 3188">
              <a:extLst>
                <a:ext uri="{FF2B5EF4-FFF2-40B4-BE49-F238E27FC236}">
                  <a16:creationId xmlns:a16="http://schemas.microsoft.com/office/drawing/2014/main" id="{F4498C07-CBFF-FA07-045D-7FD2C833654B}"/>
                </a:ext>
              </a:extLst>
            </p:cNvPr>
            <p:cNvSpPr/>
            <p:nvPr>
              <p:custDataLst>
                <p:tags r:id="rId42"/>
              </p:custDataLst>
            </p:nvPr>
          </p:nvSpPr>
          <p:spPr>
            <a:xfrm>
              <a:off x="9659969" y="6187689"/>
              <a:ext cx="111163" cy="8091"/>
            </a:xfrm>
            <a:custGeom>
              <a:avLst/>
              <a:gdLst>
                <a:gd name="connsiteX0" fmla="*/ 104875 w 111163"/>
                <a:gd name="connsiteY0" fmla="*/ 8166 h 8091"/>
                <a:gd name="connsiteX1" fmla="*/ 111453 w 111163"/>
                <a:gd name="connsiteY1" fmla="*/ 4202 h 8091"/>
                <a:gd name="connsiteX2" fmla="*/ 104875 w 111163"/>
                <a:gd name="connsiteY2" fmla="*/ 74 h 8091"/>
                <a:gd name="connsiteX3" fmla="*/ 6867 w 111163"/>
                <a:gd name="connsiteY3" fmla="*/ 74 h 8091"/>
                <a:gd name="connsiteX4" fmla="*/ 290 w 111163"/>
                <a:gd name="connsiteY4" fmla="*/ 4037 h 8091"/>
                <a:gd name="connsiteX5" fmla="*/ 6867 w 111163"/>
                <a:gd name="connsiteY5" fmla="*/ 8166 h 8091"/>
                <a:gd name="connsiteX6" fmla="*/ 104875 w 111163"/>
                <a:gd name="connsiteY6" fmla="*/ 8166 h 8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163" h="8091">
                  <a:moveTo>
                    <a:pt x="104875" y="8166"/>
                  </a:moveTo>
                  <a:cubicBezTo>
                    <a:pt x="107506" y="8166"/>
                    <a:pt x="111453" y="8166"/>
                    <a:pt x="111453" y="4202"/>
                  </a:cubicBezTo>
                  <a:cubicBezTo>
                    <a:pt x="111453" y="74"/>
                    <a:pt x="107671" y="74"/>
                    <a:pt x="104875" y="74"/>
                  </a:cubicBezTo>
                  <a:lnTo>
                    <a:pt x="6867" y="74"/>
                  </a:lnTo>
                  <a:cubicBezTo>
                    <a:pt x="4236" y="74"/>
                    <a:pt x="290" y="74"/>
                    <a:pt x="290" y="4037"/>
                  </a:cubicBezTo>
                  <a:cubicBezTo>
                    <a:pt x="290" y="8166"/>
                    <a:pt x="4072" y="8166"/>
                    <a:pt x="6867" y="8166"/>
                  </a:cubicBezTo>
                  <a:lnTo>
                    <a:pt x="104875" y="816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90" name="Freeform: Shape 3189">
              <a:extLst>
                <a:ext uri="{FF2B5EF4-FFF2-40B4-BE49-F238E27FC236}">
                  <a16:creationId xmlns:a16="http://schemas.microsoft.com/office/drawing/2014/main" id="{4F5BDC8F-E0C3-1FC8-6448-F5AF6A5C6AEC}"/>
                </a:ext>
              </a:extLst>
            </p:cNvPr>
            <p:cNvSpPr/>
            <p:nvPr>
              <p:custDataLst>
                <p:tags r:id="rId43"/>
              </p:custDataLst>
            </p:nvPr>
          </p:nvSpPr>
          <p:spPr>
            <a:xfrm>
              <a:off x="9795941" y="6129889"/>
              <a:ext cx="55581" cy="104865"/>
            </a:xfrm>
            <a:custGeom>
              <a:avLst/>
              <a:gdLst>
                <a:gd name="connsiteX0" fmla="*/ 33842 w 55581"/>
                <a:gd name="connsiteY0" fmla="*/ 38057 h 104865"/>
                <a:gd name="connsiteX1" fmla="*/ 50615 w 55581"/>
                <a:gd name="connsiteY1" fmla="*/ 38057 h 104865"/>
                <a:gd name="connsiteX2" fmla="*/ 55878 w 55581"/>
                <a:gd name="connsiteY2" fmla="*/ 34423 h 104865"/>
                <a:gd name="connsiteX3" fmla="*/ 50944 w 55581"/>
                <a:gd name="connsiteY3" fmla="*/ 32111 h 104865"/>
                <a:gd name="connsiteX4" fmla="*/ 35322 w 55581"/>
                <a:gd name="connsiteY4" fmla="*/ 32111 h 104865"/>
                <a:gd name="connsiteX5" fmla="*/ 41407 w 55581"/>
                <a:gd name="connsiteY5" fmla="*/ 7670 h 104865"/>
                <a:gd name="connsiteX6" fmla="*/ 41900 w 55581"/>
                <a:gd name="connsiteY6" fmla="*/ 5358 h 104865"/>
                <a:gd name="connsiteX7" fmla="*/ 36309 w 55581"/>
                <a:gd name="connsiteY7" fmla="*/ 74 h 104865"/>
                <a:gd name="connsiteX8" fmla="*/ 28580 w 55581"/>
                <a:gd name="connsiteY8" fmla="*/ 7175 h 104865"/>
                <a:gd name="connsiteX9" fmla="*/ 22331 w 55581"/>
                <a:gd name="connsiteY9" fmla="*/ 32111 h 104865"/>
                <a:gd name="connsiteX10" fmla="*/ 5558 w 55581"/>
                <a:gd name="connsiteY10" fmla="*/ 32111 h 104865"/>
                <a:gd name="connsiteX11" fmla="*/ 296 w 55581"/>
                <a:gd name="connsiteY11" fmla="*/ 35745 h 104865"/>
                <a:gd name="connsiteX12" fmla="*/ 5229 w 55581"/>
                <a:gd name="connsiteY12" fmla="*/ 38057 h 104865"/>
                <a:gd name="connsiteX13" fmla="*/ 20851 w 55581"/>
                <a:gd name="connsiteY13" fmla="*/ 38057 h 104865"/>
                <a:gd name="connsiteX14" fmla="*/ 11149 w 55581"/>
                <a:gd name="connsiteY14" fmla="*/ 77030 h 104865"/>
                <a:gd name="connsiteX15" fmla="*/ 8683 w 55581"/>
                <a:gd name="connsiteY15" fmla="*/ 89251 h 104865"/>
                <a:gd name="connsiteX16" fmla="*/ 26278 w 55581"/>
                <a:gd name="connsiteY16" fmla="*/ 104939 h 104865"/>
                <a:gd name="connsiteX17" fmla="*/ 54891 w 55581"/>
                <a:gd name="connsiteY17" fmla="*/ 79672 h 104865"/>
                <a:gd name="connsiteX18" fmla="*/ 52260 w 55581"/>
                <a:gd name="connsiteY18" fmla="*/ 77526 h 104865"/>
                <a:gd name="connsiteX19" fmla="*/ 48807 w 55581"/>
                <a:gd name="connsiteY19" fmla="*/ 80663 h 104865"/>
                <a:gd name="connsiteX20" fmla="*/ 26771 w 55581"/>
                <a:gd name="connsiteY20" fmla="*/ 100315 h 104865"/>
                <a:gd name="connsiteX21" fmla="*/ 21016 w 55581"/>
                <a:gd name="connsiteY21" fmla="*/ 92223 h 104865"/>
                <a:gd name="connsiteX22" fmla="*/ 22002 w 55581"/>
                <a:gd name="connsiteY22" fmla="*/ 85452 h 104865"/>
                <a:gd name="connsiteX23" fmla="*/ 33842 w 55581"/>
                <a:gd name="connsiteY23" fmla="*/ 38057 h 104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5581" h="104865">
                  <a:moveTo>
                    <a:pt x="33842" y="38057"/>
                  </a:moveTo>
                  <a:lnTo>
                    <a:pt x="50615" y="38057"/>
                  </a:lnTo>
                  <a:cubicBezTo>
                    <a:pt x="53740" y="38057"/>
                    <a:pt x="55878" y="38057"/>
                    <a:pt x="55878" y="34423"/>
                  </a:cubicBezTo>
                  <a:cubicBezTo>
                    <a:pt x="55878" y="32111"/>
                    <a:pt x="53740" y="32111"/>
                    <a:pt x="50944" y="32111"/>
                  </a:cubicBezTo>
                  <a:lnTo>
                    <a:pt x="35322" y="32111"/>
                  </a:lnTo>
                  <a:lnTo>
                    <a:pt x="41407" y="7670"/>
                  </a:lnTo>
                  <a:cubicBezTo>
                    <a:pt x="41571" y="6845"/>
                    <a:pt x="41900" y="6019"/>
                    <a:pt x="41900" y="5358"/>
                  </a:cubicBezTo>
                  <a:cubicBezTo>
                    <a:pt x="41900" y="2386"/>
                    <a:pt x="39598" y="74"/>
                    <a:pt x="36309" y="74"/>
                  </a:cubicBezTo>
                  <a:cubicBezTo>
                    <a:pt x="32198" y="74"/>
                    <a:pt x="29731" y="2881"/>
                    <a:pt x="28580" y="7175"/>
                  </a:cubicBezTo>
                  <a:cubicBezTo>
                    <a:pt x="27429" y="11303"/>
                    <a:pt x="29567" y="3377"/>
                    <a:pt x="22331" y="32111"/>
                  </a:cubicBezTo>
                  <a:lnTo>
                    <a:pt x="5558" y="32111"/>
                  </a:lnTo>
                  <a:cubicBezTo>
                    <a:pt x="2434" y="32111"/>
                    <a:pt x="296" y="32111"/>
                    <a:pt x="296" y="35745"/>
                  </a:cubicBezTo>
                  <a:cubicBezTo>
                    <a:pt x="296" y="38057"/>
                    <a:pt x="2269" y="38057"/>
                    <a:pt x="5229" y="38057"/>
                  </a:cubicBezTo>
                  <a:lnTo>
                    <a:pt x="20851" y="38057"/>
                  </a:lnTo>
                  <a:lnTo>
                    <a:pt x="11149" y="77030"/>
                  </a:lnTo>
                  <a:cubicBezTo>
                    <a:pt x="10163" y="81159"/>
                    <a:pt x="8683" y="87104"/>
                    <a:pt x="8683" y="89251"/>
                  </a:cubicBezTo>
                  <a:cubicBezTo>
                    <a:pt x="8683" y="98994"/>
                    <a:pt x="16905" y="104939"/>
                    <a:pt x="26278" y="104939"/>
                  </a:cubicBezTo>
                  <a:cubicBezTo>
                    <a:pt x="44531" y="104939"/>
                    <a:pt x="54891" y="81819"/>
                    <a:pt x="54891" y="79672"/>
                  </a:cubicBezTo>
                  <a:cubicBezTo>
                    <a:pt x="54891" y="77526"/>
                    <a:pt x="52753" y="77526"/>
                    <a:pt x="52260" y="77526"/>
                  </a:cubicBezTo>
                  <a:cubicBezTo>
                    <a:pt x="50287" y="77526"/>
                    <a:pt x="50122" y="77856"/>
                    <a:pt x="48807" y="80663"/>
                  </a:cubicBezTo>
                  <a:cubicBezTo>
                    <a:pt x="44202" y="91067"/>
                    <a:pt x="35816" y="100315"/>
                    <a:pt x="26771" y="100315"/>
                  </a:cubicBezTo>
                  <a:cubicBezTo>
                    <a:pt x="23318" y="100315"/>
                    <a:pt x="21016" y="98168"/>
                    <a:pt x="21016" y="92223"/>
                  </a:cubicBezTo>
                  <a:cubicBezTo>
                    <a:pt x="21016" y="90572"/>
                    <a:pt x="21674" y="87104"/>
                    <a:pt x="22002" y="85452"/>
                  </a:cubicBezTo>
                  <a:lnTo>
                    <a:pt x="33842" y="3805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91" name="Freeform: Shape 3190">
              <a:extLst>
                <a:ext uri="{FF2B5EF4-FFF2-40B4-BE49-F238E27FC236}">
                  <a16:creationId xmlns:a16="http://schemas.microsoft.com/office/drawing/2014/main" id="{C39FFA3B-8035-9282-6E0C-3B64A04DF3F2}"/>
                </a:ext>
              </a:extLst>
            </p:cNvPr>
            <p:cNvSpPr/>
            <p:nvPr>
              <p:custDataLst>
                <p:tags r:id="rId44"/>
              </p:custDataLst>
            </p:nvPr>
          </p:nvSpPr>
          <p:spPr>
            <a:xfrm>
              <a:off x="9870688" y="6083347"/>
              <a:ext cx="58494" cy="78560"/>
            </a:xfrm>
            <a:custGeom>
              <a:avLst/>
              <a:gdLst>
                <a:gd name="connsiteX0" fmla="*/ 58794 w 58494"/>
                <a:gd name="connsiteY0" fmla="*/ 55865 h 78560"/>
                <a:gd name="connsiteX1" fmla="*/ 53860 w 58494"/>
                <a:gd name="connsiteY1" fmla="*/ 55865 h 78560"/>
                <a:gd name="connsiteX2" fmla="*/ 50454 w 58494"/>
                <a:gd name="connsiteY2" fmla="*/ 66600 h 78560"/>
                <a:gd name="connsiteX3" fmla="*/ 37886 w 58494"/>
                <a:gd name="connsiteY3" fmla="*/ 67307 h 78560"/>
                <a:gd name="connsiteX4" fmla="*/ 14864 w 58494"/>
                <a:gd name="connsiteY4" fmla="*/ 67307 h 78560"/>
                <a:gd name="connsiteX5" fmla="*/ 38356 w 58494"/>
                <a:gd name="connsiteY5" fmla="*/ 50203 h 78560"/>
                <a:gd name="connsiteX6" fmla="*/ 58794 w 58494"/>
                <a:gd name="connsiteY6" fmla="*/ 23545 h 78560"/>
                <a:gd name="connsiteX7" fmla="*/ 27784 w 58494"/>
                <a:gd name="connsiteY7" fmla="*/ 71 h 78560"/>
                <a:gd name="connsiteX8" fmla="*/ 299 w 58494"/>
                <a:gd name="connsiteY8" fmla="*/ 20832 h 78560"/>
                <a:gd name="connsiteX9" fmla="*/ 7112 w 58494"/>
                <a:gd name="connsiteY9" fmla="*/ 28027 h 78560"/>
                <a:gd name="connsiteX10" fmla="*/ 14042 w 58494"/>
                <a:gd name="connsiteY10" fmla="*/ 21067 h 78560"/>
                <a:gd name="connsiteX11" fmla="*/ 7347 w 58494"/>
                <a:gd name="connsiteY11" fmla="*/ 14108 h 78560"/>
                <a:gd name="connsiteX12" fmla="*/ 25318 w 58494"/>
                <a:gd name="connsiteY12" fmla="*/ 5261 h 78560"/>
                <a:gd name="connsiteX13" fmla="*/ 46225 w 58494"/>
                <a:gd name="connsiteY13" fmla="*/ 23663 h 78560"/>
                <a:gd name="connsiteX14" fmla="*/ 30369 w 58494"/>
                <a:gd name="connsiteY14" fmla="*/ 48788 h 78560"/>
                <a:gd name="connsiteX15" fmla="*/ 1709 w 58494"/>
                <a:gd name="connsiteY15" fmla="*/ 73205 h 78560"/>
                <a:gd name="connsiteX16" fmla="*/ 299 w 58494"/>
                <a:gd name="connsiteY16" fmla="*/ 75093 h 78560"/>
                <a:gd name="connsiteX17" fmla="*/ 299 w 58494"/>
                <a:gd name="connsiteY17" fmla="*/ 78631 h 78560"/>
                <a:gd name="connsiteX18" fmla="*/ 54917 w 58494"/>
                <a:gd name="connsiteY18" fmla="*/ 78631 h 78560"/>
                <a:gd name="connsiteX19" fmla="*/ 58794 w 58494"/>
                <a:gd name="connsiteY19" fmla="*/ 55865 h 7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494" h="78560">
                  <a:moveTo>
                    <a:pt x="58794" y="55865"/>
                  </a:moveTo>
                  <a:lnTo>
                    <a:pt x="53860" y="55865"/>
                  </a:lnTo>
                  <a:cubicBezTo>
                    <a:pt x="53508" y="58107"/>
                    <a:pt x="52333" y="65420"/>
                    <a:pt x="50454" y="66600"/>
                  </a:cubicBezTo>
                  <a:cubicBezTo>
                    <a:pt x="49514" y="67307"/>
                    <a:pt x="39648" y="67307"/>
                    <a:pt x="37886" y="67307"/>
                  </a:cubicBezTo>
                  <a:lnTo>
                    <a:pt x="14864" y="67307"/>
                  </a:lnTo>
                  <a:cubicBezTo>
                    <a:pt x="22616" y="61527"/>
                    <a:pt x="31308" y="54922"/>
                    <a:pt x="38356" y="50203"/>
                  </a:cubicBezTo>
                  <a:cubicBezTo>
                    <a:pt x="48927" y="42890"/>
                    <a:pt x="58794" y="36048"/>
                    <a:pt x="58794" y="23545"/>
                  </a:cubicBezTo>
                  <a:cubicBezTo>
                    <a:pt x="58794" y="8446"/>
                    <a:pt x="44581" y="71"/>
                    <a:pt x="27784" y="71"/>
                  </a:cubicBezTo>
                  <a:cubicBezTo>
                    <a:pt x="11927" y="71"/>
                    <a:pt x="299" y="9272"/>
                    <a:pt x="299" y="20832"/>
                  </a:cubicBezTo>
                  <a:cubicBezTo>
                    <a:pt x="299" y="26965"/>
                    <a:pt x="5467" y="28027"/>
                    <a:pt x="7112" y="28027"/>
                  </a:cubicBezTo>
                  <a:cubicBezTo>
                    <a:pt x="10283" y="28027"/>
                    <a:pt x="14042" y="25904"/>
                    <a:pt x="14042" y="21067"/>
                  </a:cubicBezTo>
                  <a:cubicBezTo>
                    <a:pt x="14042" y="16821"/>
                    <a:pt x="10988" y="14462"/>
                    <a:pt x="7347" y="14108"/>
                  </a:cubicBezTo>
                  <a:cubicBezTo>
                    <a:pt x="10635" y="8800"/>
                    <a:pt x="17448" y="5261"/>
                    <a:pt x="25318" y="5261"/>
                  </a:cubicBezTo>
                  <a:cubicBezTo>
                    <a:pt x="36711" y="5261"/>
                    <a:pt x="46225" y="12103"/>
                    <a:pt x="46225" y="23663"/>
                  </a:cubicBezTo>
                  <a:cubicBezTo>
                    <a:pt x="46225" y="33571"/>
                    <a:pt x="39413" y="41120"/>
                    <a:pt x="30369" y="48788"/>
                  </a:cubicBezTo>
                  <a:lnTo>
                    <a:pt x="1709" y="73205"/>
                  </a:lnTo>
                  <a:cubicBezTo>
                    <a:pt x="534" y="74267"/>
                    <a:pt x="416" y="74267"/>
                    <a:pt x="299" y="75093"/>
                  </a:cubicBezTo>
                  <a:lnTo>
                    <a:pt x="299" y="78631"/>
                  </a:lnTo>
                  <a:lnTo>
                    <a:pt x="54917" y="78631"/>
                  </a:lnTo>
                  <a:lnTo>
                    <a:pt x="58794" y="5586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92" name="Freeform: Shape 3191">
              <a:extLst>
                <a:ext uri="{FF2B5EF4-FFF2-40B4-BE49-F238E27FC236}">
                  <a16:creationId xmlns:a16="http://schemas.microsoft.com/office/drawing/2014/main" id="{C1F6915B-BCCC-DD61-F96B-185CBB1CACA0}"/>
                </a:ext>
              </a:extLst>
            </p:cNvPr>
            <p:cNvSpPr/>
            <p:nvPr>
              <p:custDataLst>
                <p:tags r:id="rId45"/>
              </p:custDataLst>
            </p:nvPr>
          </p:nvSpPr>
          <p:spPr>
            <a:xfrm>
              <a:off x="9964346" y="6109246"/>
              <a:ext cx="70710" cy="165142"/>
            </a:xfrm>
            <a:custGeom>
              <a:avLst/>
              <a:gdLst>
                <a:gd name="connsiteX0" fmla="*/ 70027 w 70710"/>
                <a:gd name="connsiteY0" fmla="*/ 7340 h 165142"/>
                <a:gd name="connsiteX1" fmla="*/ 71013 w 70710"/>
                <a:gd name="connsiteY1" fmla="*/ 4202 h 165142"/>
                <a:gd name="connsiteX2" fmla="*/ 67067 w 70710"/>
                <a:gd name="connsiteY2" fmla="*/ 74 h 165142"/>
                <a:gd name="connsiteX3" fmla="*/ 62627 w 70710"/>
                <a:gd name="connsiteY3" fmla="*/ 4202 h 165142"/>
                <a:gd name="connsiteX4" fmla="*/ 1290 w 70710"/>
                <a:gd name="connsiteY4" fmla="*/ 157950 h 165142"/>
                <a:gd name="connsiteX5" fmla="*/ 303 w 70710"/>
                <a:gd name="connsiteY5" fmla="*/ 161088 h 165142"/>
                <a:gd name="connsiteX6" fmla="*/ 4250 w 70710"/>
                <a:gd name="connsiteY6" fmla="*/ 165216 h 165142"/>
                <a:gd name="connsiteX7" fmla="*/ 8689 w 70710"/>
                <a:gd name="connsiteY7" fmla="*/ 161088 h 165142"/>
                <a:gd name="connsiteX8" fmla="*/ 70027 w 70710"/>
                <a:gd name="connsiteY8" fmla="*/ 7340 h 165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710" h="165142">
                  <a:moveTo>
                    <a:pt x="70027" y="7340"/>
                  </a:moveTo>
                  <a:cubicBezTo>
                    <a:pt x="71013" y="5193"/>
                    <a:pt x="71013" y="4863"/>
                    <a:pt x="71013" y="4202"/>
                  </a:cubicBezTo>
                  <a:cubicBezTo>
                    <a:pt x="71013" y="1560"/>
                    <a:pt x="68875" y="74"/>
                    <a:pt x="67067" y="74"/>
                  </a:cubicBezTo>
                  <a:cubicBezTo>
                    <a:pt x="64271" y="74"/>
                    <a:pt x="63449" y="2055"/>
                    <a:pt x="62627" y="4202"/>
                  </a:cubicBezTo>
                  <a:lnTo>
                    <a:pt x="1290" y="157950"/>
                  </a:lnTo>
                  <a:cubicBezTo>
                    <a:pt x="303" y="160097"/>
                    <a:pt x="303" y="160427"/>
                    <a:pt x="303" y="161088"/>
                  </a:cubicBezTo>
                  <a:cubicBezTo>
                    <a:pt x="303" y="163730"/>
                    <a:pt x="2441" y="165216"/>
                    <a:pt x="4250" y="165216"/>
                  </a:cubicBezTo>
                  <a:cubicBezTo>
                    <a:pt x="7045" y="165216"/>
                    <a:pt x="7867" y="163235"/>
                    <a:pt x="8689" y="161088"/>
                  </a:cubicBezTo>
                  <a:lnTo>
                    <a:pt x="70027" y="734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93" name="Freeform: Shape 3192">
              <a:extLst>
                <a:ext uri="{FF2B5EF4-FFF2-40B4-BE49-F238E27FC236}">
                  <a16:creationId xmlns:a16="http://schemas.microsoft.com/office/drawing/2014/main" id="{3C9D4494-6B62-48A7-13F7-264C1A19DCE3}"/>
                </a:ext>
              </a:extLst>
            </p:cNvPr>
            <p:cNvSpPr/>
            <p:nvPr>
              <p:custDataLst>
                <p:tags r:id="rId46"/>
              </p:custDataLst>
            </p:nvPr>
          </p:nvSpPr>
          <p:spPr>
            <a:xfrm>
              <a:off x="10058295" y="6123449"/>
              <a:ext cx="72683" cy="109654"/>
            </a:xfrm>
            <a:custGeom>
              <a:avLst/>
              <a:gdLst>
                <a:gd name="connsiteX0" fmla="*/ 72991 w 72683"/>
                <a:gd name="connsiteY0" fmla="*/ 79672 h 109654"/>
                <a:gd name="connsiteX1" fmla="*/ 67400 w 72683"/>
                <a:gd name="connsiteY1" fmla="*/ 79672 h 109654"/>
                <a:gd name="connsiteX2" fmla="*/ 63124 w 72683"/>
                <a:gd name="connsiteY2" fmla="*/ 94700 h 109654"/>
                <a:gd name="connsiteX3" fmla="*/ 46844 w 72683"/>
                <a:gd name="connsiteY3" fmla="*/ 95691 h 109654"/>
                <a:gd name="connsiteX4" fmla="*/ 16587 w 72683"/>
                <a:gd name="connsiteY4" fmla="*/ 95691 h 109654"/>
                <a:gd name="connsiteX5" fmla="*/ 49475 w 72683"/>
                <a:gd name="connsiteY5" fmla="*/ 67947 h 109654"/>
                <a:gd name="connsiteX6" fmla="*/ 72991 w 72683"/>
                <a:gd name="connsiteY6" fmla="*/ 32277 h 109654"/>
                <a:gd name="connsiteX7" fmla="*/ 34511 w 72683"/>
                <a:gd name="connsiteY7" fmla="*/ 74 h 109654"/>
                <a:gd name="connsiteX8" fmla="*/ 307 w 72683"/>
                <a:gd name="connsiteY8" fmla="*/ 29634 h 109654"/>
                <a:gd name="connsiteX9" fmla="*/ 9022 w 72683"/>
                <a:gd name="connsiteY9" fmla="*/ 38882 h 109654"/>
                <a:gd name="connsiteX10" fmla="*/ 17738 w 72683"/>
                <a:gd name="connsiteY10" fmla="*/ 30130 h 109654"/>
                <a:gd name="connsiteX11" fmla="*/ 8036 w 72683"/>
                <a:gd name="connsiteY11" fmla="*/ 21377 h 109654"/>
                <a:gd name="connsiteX12" fmla="*/ 32044 w 72683"/>
                <a:gd name="connsiteY12" fmla="*/ 6019 h 109654"/>
                <a:gd name="connsiteX13" fmla="*/ 57040 w 72683"/>
                <a:gd name="connsiteY13" fmla="*/ 32277 h 109654"/>
                <a:gd name="connsiteX14" fmla="*/ 41582 w 72683"/>
                <a:gd name="connsiteY14" fmla="*/ 63984 h 109654"/>
                <a:gd name="connsiteX15" fmla="*/ 1951 w 72683"/>
                <a:gd name="connsiteY15" fmla="*/ 103288 h 109654"/>
                <a:gd name="connsiteX16" fmla="*/ 307 w 72683"/>
                <a:gd name="connsiteY16" fmla="*/ 109728 h 109654"/>
                <a:gd name="connsiteX17" fmla="*/ 68057 w 72683"/>
                <a:gd name="connsiteY17" fmla="*/ 109728 h 109654"/>
                <a:gd name="connsiteX18" fmla="*/ 72991 w 72683"/>
                <a:gd name="connsiteY18" fmla="*/ 79672 h 10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2683" h="109654">
                  <a:moveTo>
                    <a:pt x="72991" y="79672"/>
                  </a:moveTo>
                  <a:lnTo>
                    <a:pt x="67400" y="79672"/>
                  </a:lnTo>
                  <a:cubicBezTo>
                    <a:pt x="66906" y="83306"/>
                    <a:pt x="65262" y="93049"/>
                    <a:pt x="63124" y="94700"/>
                  </a:cubicBezTo>
                  <a:cubicBezTo>
                    <a:pt x="61809" y="95691"/>
                    <a:pt x="49146" y="95691"/>
                    <a:pt x="46844" y="95691"/>
                  </a:cubicBezTo>
                  <a:lnTo>
                    <a:pt x="16587" y="95691"/>
                  </a:lnTo>
                  <a:cubicBezTo>
                    <a:pt x="33853" y="80333"/>
                    <a:pt x="39609" y="75709"/>
                    <a:pt x="49475" y="67947"/>
                  </a:cubicBezTo>
                  <a:cubicBezTo>
                    <a:pt x="61644" y="58204"/>
                    <a:pt x="72991" y="47965"/>
                    <a:pt x="72991" y="32277"/>
                  </a:cubicBezTo>
                  <a:cubicBezTo>
                    <a:pt x="72991" y="12294"/>
                    <a:pt x="55560" y="74"/>
                    <a:pt x="34511" y="74"/>
                  </a:cubicBezTo>
                  <a:cubicBezTo>
                    <a:pt x="14120" y="74"/>
                    <a:pt x="307" y="14441"/>
                    <a:pt x="307" y="29634"/>
                  </a:cubicBezTo>
                  <a:cubicBezTo>
                    <a:pt x="307" y="38057"/>
                    <a:pt x="7378" y="38882"/>
                    <a:pt x="9022" y="38882"/>
                  </a:cubicBezTo>
                  <a:cubicBezTo>
                    <a:pt x="12969" y="38882"/>
                    <a:pt x="17738" y="36075"/>
                    <a:pt x="17738" y="30130"/>
                  </a:cubicBezTo>
                  <a:cubicBezTo>
                    <a:pt x="17738" y="27157"/>
                    <a:pt x="16587" y="21377"/>
                    <a:pt x="8036" y="21377"/>
                  </a:cubicBezTo>
                  <a:cubicBezTo>
                    <a:pt x="13134" y="9652"/>
                    <a:pt x="24316" y="6019"/>
                    <a:pt x="32044" y="6019"/>
                  </a:cubicBezTo>
                  <a:cubicBezTo>
                    <a:pt x="48489" y="6019"/>
                    <a:pt x="57040" y="18900"/>
                    <a:pt x="57040" y="32277"/>
                  </a:cubicBezTo>
                  <a:cubicBezTo>
                    <a:pt x="57040" y="46644"/>
                    <a:pt x="46844" y="58039"/>
                    <a:pt x="41582" y="63984"/>
                  </a:cubicBezTo>
                  <a:lnTo>
                    <a:pt x="1951" y="103288"/>
                  </a:lnTo>
                  <a:cubicBezTo>
                    <a:pt x="307" y="104774"/>
                    <a:pt x="307" y="105104"/>
                    <a:pt x="307" y="109728"/>
                  </a:cubicBezTo>
                  <a:lnTo>
                    <a:pt x="68057" y="109728"/>
                  </a:lnTo>
                  <a:lnTo>
                    <a:pt x="72991" y="7967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94" name="Freeform: Shape 3193">
              <a:extLst>
                <a:ext uri="{FF2B5EF4-FFF2-40B4-BE49-F238E27FC236}">
                  <a16:creationId xmlns:a16="http://schemas.microsoft.com/office/drawing/2014/main" id="{4F2E269C-2799-DA35-E494-41D8E974ADB8}"/>
                </a:ext>
              </a:extLst>
            </p:cNvPr>
            <p:cNvSpPr/>
            <p:nvPr>
              <p:custDataLst>
                <p:tags r:id="rId47"/>
              </p:custDataLst>
            </p:nvPr>
          </p:nvSpPr>
          <p:spPr>
            <a:xfrm>
              <a:off x="10201871" y="6166785"/>
              <a:ext cx="111820" cy="166322"/>
            </a:xfrm>
            <a:custGeom>
              <a:avLst/>
              <a:gdLst>
                <a:gd name="connsiteX0" fmla="*/ 112134 w 111820"/>
                <a:gd name="connsiteY0" fmla="*/ 2673 h 166322"/>
                <a:gd name="connsiteX1" fmla="*/ 109080 w 111820"/>
                <a:gd name="connsiteY1" fmla="*/ 78 h 166322"/>
                <a:gd name="connsiteX2" fmla="*/ 79246 w 111820"/>
                <a:gd name="connsiteY2" fmla="*/ 2673 h 166322"/>
                <a:gd name="connsiteX3" fmla="*/ 75957 w 111820"/>
                <a:gd name="connsiteY3" fmla="*/ 7155 h 166322"/>
                <a:gd name="connsiteX4" fmla="*/ 81595 w 111820"/>
                <a:gd name="connsiteY4" fmla="*/ 9986 h 166322"/>
                <a:gd name="connsiteX5" fmla="*/ 93341 w 111820"/>
                <a:gd name="connsiteY5" fmla="*/ 13997 h 166322"/>
                <a:gd name="connsiteX6" fmla="*/ 92636 w 111820"/>
                <a:gd name="connsiteY6" fmla="*/ 18715 h 166322"/>
                <a:gd name="connsiteX7" fmla="*/ 78541 w 111820"/>
                <a:gd name="connsiteY7" fmla="*/ 74628 h 166322"/>
                <a:gd name="connsiteX8" fmla="*/ 56928 w 111820"/>
                <a:gd name="connsiteY8" fmla="*/ 59529 h 166322"/>
                <a:gd name="connsiteX9" fmla="*/ 313 w 111820"/>
                <a:gd name="connsiteY9" fmla="*/ 128653 h 166322"/>
                <a:gd name="connsiteX10" fmla="*/ 31557 w 111820"/>
                <a:gd name="connsiteY10" fmla="*/ 166400 h 166322"/>
                <a:gd name="connsiteX11" fmla="*/ 62097 w 111820"/>
                <a:gd name="connsiteY11" fmla="*/ 148706 h 166322"/>
                <a:gd name="connsiteX12" fmla="*/ 83474 w 111820"/>
                <a:gd name="connsiteY12" fmla="*/ 166400 h 166322"/>
                <a:gd name="connsiteX13" fmla="*/ 100858 w 111820"/>
                <a:gd name="connsiteY13" fmla="*/ 153424 h 166322"/>
                <a:gd name="connsiteX14" fmla="*/ 107906 w 111820"/>
                <a:gd name="connsiteY14" fmla="*/ 130069 h 166322"/>
                <a:gd name="connsiteX15" fmla="*/ 105087 w 111820"/>
                <a:gd name="connsiteY15" fmla="*/ 127709 h 166322"/>
                <a:gd name="connsiteX16" fmla="*/ 101798 w 111820"/>
                <a:gd name="connsiteY16" fmla="*/ 131956 h 166322"/>
                <a:gd name="connsiteX17" fmla="*/ 83944 w 111820"/>
                <a:gd name="connsiteY17" fmla="*/ 161210 h 166322"/>
                <a:gd name="connsiteX18" fmla="*/ 76896 w 111820"/>
                <a:gd name="connsiteY18" fmla="*/ 150358 h 166322"/>
                <a:gd name="connsiteX19" fmla="*/ 78306 w 111820"/>
                <a:gd name="connsiteY19" fmla="*/ 139033 h 166322"/>
                <a:gd name="connsiteX20" fmla="*/ 112134 w 111820"/>
                <a:gd name="connsiteY20" fmla="*/ 2673 h 166322"/>
                <a:gd name="connsiteX21" fmla="*/ 63271 w 111820"/>
                <a:gd name="connsiteY21" fmla="*/ 135731 h 166322"/>
                <a:gd name="connsiteX22" fmla="*/ 58573 w 111820"/>
                <a:gd name="connsiteY22" fmla="*/ 144460 h 166322"/>
                <a:gd name="connsiteX23" fmla="*/ 32027 w 111820"/>
                <a:gd name="connsiteY23" fmla="*/ 161210 h 166322"/>
                <a:gd name="connsiteX24" fmla="*/ 16992 w 111820"/>
                <a:gd name="connsiteY24" fmla="*/ 139033 h 166322"/>
                <a:gd name="connsiteX25" fmla="*/ 29913 w 111820"/>
                <a:gd name="connsiteY25" fmla="*/ 87367 h 166322"/>
                <a:gd name="connsiteX26" fmla="*/ 57163 w 111820"/>
                <a:gd name="connsiteY26" fmla="*/ 64719 h 166322"/>
                <a:gd name="connsiteX27" fmla="*/ 75722 w 111820"/>
                <a:gd name="connsiteY27" fmla="*/ 85480 h 166322"/>
                <a:gd name="connsiteX28" fmla="*/ 75017 w 111820"/>
                <a:gd name="connsiteY28" fmla="*/ 89491 h 166322"/>
                <a:gd name="connsiteX29" fmla="*/ 63271 w 111820"/>
                <a:gd name="connsiteY29" fmla="*/ 135731 h 166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1820" h="166322">
                  <a:moveTo>
                    <a:pt x="112134" y="2673"/>
                  </a:moveTo>
                  <a:cubicBezTo>
                    <a:pt x="112134" y="2437"/>
                    <a:pt x="112134" y="78"/>
                    <a:pt x="109080" y="78"/>
                  </a:cubicBezTo>
                  <a:cubicBezTo>
                    <a:pt x="105556" y="78"/>
                    <a:pt x="83239" y="2201"/>
                    <a:pt x="79246" y="2673"/>
                  </a:cubicBezTo>
                  <a:cubicBezTo>
                    <a:pt x="77366" y="2909"/>
                    <a:pt x="75957" y="4088"/>
                    <a:pt x="75957" y="7155"/>
                  </a:cubicBezTo>
                  <a:cubicBezTo>
                    <a:pt x="75957" y="9986"/>
                    <a:pt x="78071" y="9986"/>
                    <a:pt x="81595" y="9986"/>
                  </a:cubicBezTo>
                  <a:cubicBezTo>
                    <a:pt x="92871" y="9986"/>
                    <a:pt x="93341" y="11638"/>
                    <a:pt x="93341" y="13997"/>
                  </a:cubicBezTo>
                  <a:lnTo>
                    <a:pt x="92636" y="18715"/>
                  </a:lnTo>
                  <a:lnTo>
                    <a:pt x="78541" y="74628"/>
                  </a:lnTo>
                  <a:cubicBezTo>
                    <a:pt x="74312" y="65899"/>
                    <a:pt x="67500" y="59529"/>
                    <a:pt x="56928" y="59529"/>
                  </a:cubicBezTo>
                  <a:cubicBezTo>
                    <a:pt x="29443" y="59529"/>
                    <a:pt x="313" y="94209"/>
                    <a:pt x="313" y="128653"/>
                  </a:cubicBezTo>
                  <a:cubicBezTo>
                    <a:pt x="313" y="150829"/>
                    <a:pt x="13234" y="166400"/>
                    <a:pt x="31557" y="166400"/>
                  </a:cubicBezTo>
                  <a:cubicBezTo>
                    <a:pt x="36256" y="166400"/>
                    <a:pt x="48001" y="165456"/>
                    <a:pt x="62097" y="148706"/>
                  </a:cubicBezTo>
                  <a:cubicBezTo>
                    <a:pt x="63976" y="158615"/>
                    <a:pt x="72198" y="166400"/>
                    <a:pt x="83474" y="166400"/>
                  </a:cubicBezTo>
                  <a:cubicBezTo>
                    <a:pt x="91696" y="166400"/>
                    <a:pt x="97099" y="160974"/>
                    <a:pt x="100858" y="153424"/>
                  </a:cubicBezTo>
                  <a:cubicBezTo>
                    <a:pt x="104852" y="144931"/>
                    <a:pt x="107906" y="130540"/>
                    <a:pt x="107906" y="130069"/>
                  </a:cubicBezTo>
                  <a:cubicBezTo>
                    <a:pt x="107906" y="127709"/>
                    <a:pt x="105791" y="127709"/>
                    <a:pt x="105087" y="127709"/>
                  </a:cubicBezTo>
                  <a:cubicBezTo>
                    <a:pt x="102737" y="127709"/>
                    <a:pt x="102502" y="128653"/>
                    <a:pt x="101798" y="131956"/>
                  </a:cubicBezTo>
                  <a:cubicBezTo>
                    <a:pt x="97804" y="147291"/>
                    <a:pt x="93576" y="161210"/>
                    <a:pt x="83944" y="161210"/>
                  </a:cubicBezTo>
                  <a:cubicBezTo>
                    <a:pt x="77601" y="161210"/>
                    <a:pt x="76896" y="155076"/>
                    <a:pt x="76896" y="150358"/>
                  </a:cubicBezTo>
                  <a:cubicBezTo>
                    <a:pt x="76896" y="144695"/>
                    <a:pt x="77366" y="143044"/>
                    <a:pt x="78306" y="139033"/>
                  </a:cubicBezTo>
                  <a:lnTo>
                    <a:pt x="112134" y="2673"/>
                  </a:lnTo>
                  <a:close/>
                  <a:moveTo>
                    <a:pt x="63271" y="135731"/>
                  </a:moveTo>
                  <a:cubicBezTo>
                    <a:pt x="62097" y="139977"/>
                    <a:pt x="62097" y="140449"/>
                    <a:pt x="58573" y="144460"/>
                  </a:cubicBezTo>
                  <a:cubicBezTo>
                    <a:pt x="48236" y="157435"/>
                    <a:pt x="38605" y="161210"/>
                    <a:pt x="32027" y="161210"/>
                  </a:cubicBezTo>
                  <a:cubicBezTo>
                    <a:pt x="20281" y="161210"/>
                    <a:pt x="16992" y="148234"/>
                    <a:pt x="16992" y="139033"/>
                  </a:cubicBezTo>
                  <a:cubicBezTo>
                    <a:pt x="16992" y="127238"/>
                    <a:pt x="24510" y="98220"/>
                    <a:pt x="29913" y="87367"/>
                  </a:cubicBezTo>
                  <a:cubicBezTo>
                    <a:pt x="37195" y="73448"/>
                    <a:pt x="47767" y="64719"/>
                    <a:pt x="57163" y="64719"/>
                  </a:cubicBezTo>
                  <a:cubicBezTo>
                    <a:pt x="72433" y="64719"/>
                    <a:pt x="75722" y="84065"/>
                    <a:pt x="75722" y="85480"/>
                  </a:cubicBezTo>
                  <a:cubicBezTo>
                    <a:pt x="75722" y="86896"/>
                    <a:pt x="75252" y="88311"/>
                    <a:pt x="75017" y="89491"/>
                  </a:cubicBezTo>
                  <a:lnTo>
                    <a:pt x="63271" y="13573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95" name="Freeform: Shape 3194">
              <a:extLst>
                <a:ext uri="{FF2B5EF4-FFF2-40B4-BE49-F238E27FC236}">
                  <a16:creationId xmlns:a16="http://schemas.microsoft.com/office/drawing/2014/main" id="{814D2896-C9AC-0DEB-F25E-4EECBF42A094}"/>
                </a:ext>
              </a:extLst>
            </p:cNvPr>
            <p:cNvSpPr/>
            <p:nvPr>
              <p:custDataLst>
                <p:tags r:id="rId48"/>
              </p:custDataLst>
            </p:nvPr>
          </p:nvSpPr>
          <p:spPr>
            <a:xfrm>
              <a:off x="10320149" y="6182827"/>
              <a:ext cx="72119" cy="150279"/>
            </a:xfrm>
            <a:custGeom>
              <a:avLst/>
              <a:gdLst>
                <a:gd name="connsiteX0" fmla="*/ 43308 w 72119"/>
                <a:gd name="connsiteY0" fmla="*/ 53395 h 150279"/>
                <a:gd name="connsiteX1" fmla="*/ 65391 w 72119"/>
                <a:gd name="connsiteY1" fmla="*/ 53395 h 150279"/>
                <a:gd name="connsiteX2" fmla="*/ 72438 w 72119"/>
                <a:gd name="connsiteY2" fmla="*/ 48677 h 150279"/>
                <a:gd name="connsiteX3" fmla="*/ 65860 w 72119"/>
                <a:gd name="connsiteY3" fmla="*/ 46082 h 150279"/>
                <a:gd name="connsiteX4" fmla="*/ 45188 w 72119"/>
                <a:gd name="connsiteY4" fmla="*/ 46082 h 150279"/>
                <a:gd name="connsiteX5" fmla="*/ 54819 w 72119"/>
                <a:gd name="connsiteY5" fmla="*/ 6448 h 150279"/>
                <a:gd name="connsiteX6" fmla="*/ 48007 w 72119"/>
                <a:gd name="connsiteY6" fmla="*/ 78 h 150279"/>
                <a:gd name="connsiteX7" fmla="*/ 38610 w 72119"/>
                <a:gd name="connsiteY7" fmla="*/ 8571 h 150279"/>
                <a:gd name="connsiteX8" fmla="*/ 29448 w 72119"/>
                <a:gd name="connsiteY8" fmla="*/ 46082 h 150279"/>
                <a:gd name="connsiteX9" fmla="*/ 7366 w 72119"/>
                <a:gd name="connsiteY9" fmla="*/ 46082 h 150279"/>
                <a:gd name="connsiteX10" fmla="*/ 318 w 72119"/>
                <a:gd name="connsiteY10" fmla="*/ 50564 h 150279"/>
                <a:gd name="connsiteX11" fmla="*/ 6896 w 72119"/>
                <a:gd name="connsiteY11" fmla="*/ 53395 h 150279"/>
                <a:gd name="connsiteX12" fmla="*/ 27569 w 72119"/>
                <a:gd name="connsiteY12" fmla="*/ 53395 h 150279"/>
                <a:gd name="connsiteX13" fmla="*/ 9715 w 72119"/>
                <a:gd name="connsiteY13" fmla="*/ 128653 h 150279"/>
                <a:gd name="connsiteX14" fmla="*/ 31327 w 72119"/>
                <a:gd name="connsiteY14" fmla="*/ 150358 h 150279"/>
                <a:gd name="connsiteX15" fmla="*/ 68679 w 72119"/>
                <a:gd name="connsiteY15" fmla="*/ 114026 h 150279"/>
                <a:gd name="connsiteX16" fmla="*/ 65860 w 72119"/>
                <a:gd name="connsiteY16" fmla="*/ 111667 h 150279"/>
                <a:gd name="connsiteX17" fmla="*/ 62337 w 72119"/>
                <a:gd name="connsiteY17" fmla="*/ 114970 h 150279"/>
                <a:gd name="connsiteX18" fmla="*/ 31797 w 72119"/>
                <a:gd name="connsiteY18" fmla="*/ 145167 h 150279"/>
                <a:gd name="connsiteX19" fmla="*/ 24515 w 72119"/>
                <a:gd name="connsiteY19" fmla="*/ 134315 h 150279"/>
                <a:gd name="connsiteX20" fmla="*/ 25924 w 72119"/>
                <a:gd name="connsiteY20" fmla="*/ 122991 h 150279"/>
                <a:gd name="connsiteX21" fmla="*/ 43308 w 72119"/>
                <a:gd name="connsiteY21" fmla="*/ 53395 h 15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119" h="150279">
                  <a:moveTo>
                    <a:pt x="43308" y="53395"/>
                  </a:moveTo>
                  <a:lnTo>
                    <a:pt x="65391" y="53395"/>
                  </a:lnTo>
                  <a:cubicBezTo>
                    <a:pt x="70089" y="53395"/>
                    <a:pt x="72438" y="53395"/>
                    <a:pt x="72438" y="48677"/>
                  </a:cubicBezTo>
                  <a:cubicBezTo>
                    <a:pt x="72438" y="46082"/>
                    <a:pt x="70089" y="46082"/>
                    <a:pt x="65860" y="46082"/>
                  </a:cubicBezTo>
                  <a:lnTo>
                    <a:pt x="45188" y="46082"/>
                  </a:lnTo>
                  <a:cubicBezTo>
                    <a:pt x="53645" y="12582"/>
                    <a:pt x="54819" y="7863"/>
                    <a:pt x="54819" y="6448"/>
                  </a:cubicBezTo>
                  <a:cubicBezTo>
                    <a:pt x="54819" y="2437"/>
                    <a:pt x="52000" y="78"/>
                    <a:pt x="48007" y="78"/>
                  </a:cubicBezTo>
                  <a:cubicBezTo>
                    <a:pt x="47302" y="78"/>
                    <a:pt x="40724" y="314"/>
                    <a:pt x="38610" y="8571"/>
                  </a:cubicBezTo>
                  <a:lnTo>
                    <a:pt x="29448" y="46082"/>
                  </a:lnTo>
                  <a:lnTo>
                    <a:pt x="7366" y="46082"/>
                  </a:lnTo>
                  <a:cubicBezTo>
                    <a:pt x="2667" y="46082"/>
                    <a:pt x="318" y="46082"/>
                    <a:pt x="318" y="50564"/>
                  </a:cubicBezTo>
                  <a:cubicBezTo>
                    <a:pt x="318" y="53395"/>
                    <a:pt x="2198" y="53395"/>
                    <a:pt x="6896" y="53395"/>
                  </a:cubicBezTo>
                  <a:lnTo>
                    <a:pt x="27569" y="53395"/>
                  </a:lnTo>
                  <a:cubicBezTo>
                    <a:pt x="10655" y="120396"/>
                    <a:pt x="9715" y="124407"/>
                    <a:pt x="9715" y="128653"/>
                  </a:cubicBezTo>
                  <a:cubicBezTo>
                    <a:pt x="9715" y="141393"/>
                    <a:pt x="18642" y="150358"/>
                    <a:pt x="31327" y="150358"/>
                  </a:cubicBezTo>
                  <a:cubicBezTo>
                    <a:pt x="55289" y="150358"/>
                    <a:pt x="68679" y="115914"/>
                    <a:pt x="68679" y="114026"/>
                  </a:cubicBezTo>
                  <a:cubicBezTo>
                    <a:pt x="68679" y="111667"/>
                    <a:pt x="66800" y="111667"/>
                    <a:pt x="65860" y="111667"/>
                  </a:cubicBezTo>
                  <a:cubicBezTo>
                    <a:pt x="63746" y="111667"/>
                    <a:pt x="63511" y="112375"/>
                    <a:pt x="62337" y="114970"/>
                  </a:cubicBezTo>
                  <a:cubicBezTo>
                    <a:pt x="52235" y="139505"/>
                    <a:pt x="39784" y="145167"/>
                    <a:pt x="31797" y="145167"/>
                  </a:cubicBezTo>
                  <a:cubicBezTo>
                    <a:pt x="26864" y="145167"/>
                    <a:pt x="24515" y="142100"/>
                    <a:pt x="24515" y="134315"/>
                  </a:cubicBezTo>
                  <a:cubicBezTo>
                    <a:pt x="24515" y="128653"/>
                    <a:pt x="24985" y="127002"/>
                    <a:pt x="25924" y="122991"/>
                  </a:cubicBezTo>
                  <a:lnTo>
                    <a:pt x="43308" y="5339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3259" name="Group 3258" descr="\documentclass{article}&#10;\usepackage{amsmath}&#10;\usepackage{amsfonts}&#10;\pagestyle{empty}&#10;\begin{document}&#10;&#10;&#10;\[&#10;\Lambda(z) = \frac{e^z}{1 + e^z}&#10;\]&#10;&#10;&#10;&#10;&#10;&#10;\end{document}" title="IguanaTex Shape Display">
            <a:extLst>
              <a:ext uri="{FF2B5EF4-FFF2-40B4-BE49-F238E27FC236}">
                <a16:creationId xmlns:a16="http://schemas.microsoft.com/office/drawing/2014/main" id="{75E66CC0-61AF-431A-EBF9-8ECBA53923C9}"/>
              </a:ext>
            </a:extLst>
          </p:cNvPr>
          <p:cNvGrpSpPr>
            <a:grpSpLocks noChangeAspect="1"/>
          </p:cNvGrpSpPr>
          <p:nvPr>
            <p:custDataLst>
              <p:tags r:id="rId2"/>
            </p:custDataLst>
          </p:nvPr>
        </p:nvGrpSpPr>
        <p:grpSpPr>
          <a:xfrm>
            <a:off x="7845613" y="3546552"/>
            <a:ext cx="1421732" cy="499449"/>
            <a:chOff x="11114663" y="5218455"/>
            <a:chExt cx="1421732" cy="499449"/>
          </a:xfrm>
        </p:grpSpPr>
        <p:sp>
          <p:nvSpPr>
            <p:cNvPr id="3247" name="Freeform: Shape 3246">
              <a:extLst>
                <a:ext uri="{FF2B5EF4-FFF2-40B4-BE49-F238E27FC236}">
                  <a16:creationId xmlns:a16="http://schemas.microsoft.com/office/drawing/2014/main" id="{E88283E7-2B12-38D3-80C0-C68AC5451A09}"/>
                </a:ext>
              </a:extLst>
            </p:cNvPr>
            <p:cNvSpPr/>
            <p:nvPr>
              <p:custDataLst>
                <p:tags r:id="rId3"/>
              </p:custDataLst>
            </p:nvPr>
          </p:nvSpPr>
          <p:spPr>
            <a:xfrm>
              <a:off x="11114663" y="5367578"/>
              <a:ext cx="147784" cy="168917"/>
            </a:xfrm>
            <a:custGeom>
              <a:avLst/>
              <a:gdLst>
                <a:gd name="connsiteX0" fmla="*/ 79616 w 147784"/>
                <a:gd name="connsiteY0" fmla="*/ 5031 h 168917"/>
                <a:gd name="connsiteX1" fmla="*/ 74212 w 147784"/>
                <a:gd name="connsiteY1" fmla="*/ 77 h 168917"/>
                <a:gd name="connsiteX2" fmla="*/ 68808 w 147784"/>
                <a:gd name="connsiteY2" fmla="*/ 5031 h 168917"/>
                <a:gd name="connsiteX3" fmla="*/ 23698 w 147784"/>
                <a:gd name="connsiteY3" fmla="*/ 145402 h 168917"/>
                <a:gd name="connsiteX4" fmla="*/ 203 w 147784"/>
                <a:gd name="connsiteY4" fmla="*/ 161681 h 168917"/>
                <a:gd name="connsiteX5" fmla="*/ 203 w 147784"/>
                <a:gd name="connsiteY5" fmla="*/ 168994 h 168917"/>
                <a:gd name="connsiteX6" fmla="*/ 22053 w 147784"/>
                <a:gd name="connsiteY6" fmla="*/ 168286 h 168917"/>
                <a:gd name="connsiteX7" fmla="*/ 48603 w 147784"/>
                <a:gd name="connsiteY7" fmla="*/ 168994 h 168917"/>
                <a:gd name="connsiteX8" fmla="*/ 48603 w 147784"/>
                <a:gd name="connsiteY8" fmla="*/ 161681 h 168917"/>
                <a:gd name="connsiteX9" fmla="*/ 30511 w 147784"/>
                <a:gd name="connsiteY9" fmla="*/ 149413 h 168917"/>
                <a:gd name="connsiteX10" fmla="*/ 31686 w 147784"/>
                <a:gd name="connsiteY10" fmla="*/ 144223 h 168917"/>
                <a:gd name="connsiteX11" fmla="*/ 66929 w 147784"/>
                <a:gd name="connsiteY11" fmla="*/ 34285 h 168917"/>
                <a:gd name="connsiteX12" fmla="*/ 104051 w 147784"/>
                <a:gd name="connsiteY12" fmla="*/ 150357 h 168917"/>
                <a:gd name="connsiteX13" fmla="*/ 105226 w 147784"/>
                <a:gd name="connsiteY13" fmla="*/ 154603 h 168917"/>
                <a:gd name="connsiteX14" fmla="*/ 85255 w 147784"/>
                <a:gd name="connsiteY14" fmla="*/ 161681 h 168917"/>
                <a:gd name="connsiteX15" fmla="*/ 85255 w 147784"/>
                <a:gd name="connsiteY15" fmla="*/ 168994 h 168917"/>
                <a:gd name="connsiteX16" fmla="*/ 119088 w 147784"/>
                <a:gd name="connsiteY16" fmla="*/ 168286 h 168917"/>
                <a:gd name="connsiteX17" fmla="*/ 147987 w 147784"/>
                <a:gd name="connsiteY17" fmla="*/ 168994 h 168917"/>
                <a:gd name="connsiteX18" fmla="*/ 147987 w 147784"/>
                <a:gd name="connsiteY18" fmla="*/ 161681 h 168917"/>
                <a:gd name="connsiteX19" fmla="*/ 126606 w 147784"/>
                <a:gd name="connsiteY19" fmla="*/ 151536 h 168917"/>
                <a:gd name="connsiteX20" fmla="*/ 79616 w 147784"/>
                <a:gd name="connsiteY20" fmla="*/ 5031 h 168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7784" h="168917">
                  <a:moveTo>
                    <a:pt x="79616" y="5031"/>
                  </a:moveTo>
                  <a:cubicBezTo>
                    <a:pt x="78206" y="549"/>
                    <a:pt x="76797" y="77"/>
                    <a:pt x="74212" y="77"/>
                  </a:cubicBezTo>
                  <a:cubicBezTo>
                    <a:pt x="70453" y="77"/>
                    <a:pt x="69983" y="1021"/>
                    <a:pt x="68808" y="5031"/>
                  </a:cubicBezTo>
                  <a:lnTo>
                    <a:pt x="23698" y="145402"/>
                  </a:lnTo>
                  <a:cubicBezTo>
                    <a:pt x="21348" y="152480"/>
                    <a:pt x="16649" y="161681"/>
                    <a:pt x="203" y="161681"/>
                  </a:cubicBezTo>
                  <a:lnTo>
                    <a:pt x="203" y="168994"/>
                  </a:lnTo>
                  <a:cubicBezTo>
                    <a:pt x="7956" y="168522"/>
                    <a:pt x="19939" y="168286"/>
                    <a:pt x="22053" y="168286"/>
                  </a:cubicBezTo>
                  <a:cubicBezTo>
                    <a:pt x="28867" y="168286"/>
                    <a:pt x="41319" y="168758"/>
                    <a:pt x="48603" y="168994"/>
                  </a:cubicBezTo>
                  <a:lnTo>
                    <a:pt x="48603" y="161681"/>
                  </a:lnTo>
                  <a:cubicBezTo>
                    <a:pt x="35915" y="161445"/>
                    <a:pt x="30511" y="155075"/>
                    <a:pt x="30511" y="149413"/>
                  </a:cubicBezTo>
                  <a:cubicBezTo>
                    <a:pt x="30511" y="148233"/>
                    <a:pt x="30511" y="147526"/>
                    <a:pt x="31686" y="144223"/>
                  </a:cubicBezTo>
                  <a:lnTo>
                    <a:pt x="66929" y="34285"/>
                  </a:lnTo>
                  <a:lnTo>
                    <a:pt x="104051" y="150357"/>
                  </a:lnTo>
                  <a:cubicBezTo>
                    <a:pt x="105226" y="153660"/>
                    <a:pt x="105226" y="154131"/>
                    <a:pt x="105226" y="154603"/>
                  </a:cubicBezTo>
                  <a:cubicBezTo>
                    <a:pt x="105226" y="161681"/>
                    <a:pt x="91364" y="161681"/>
                    <a:pt x="85255" y="161681"/>
                  </a:cubicBezTo>
                  <a:lnTo>
                    <a:pt x="85255" y="168994"/>
                  </a:lnTo>
                  <a:cubicBezTo>
                    <a:pt x="93478" y="168286"/>
                    <a:pt x="110160" y="168286"/>
                    <a:pt x="119088" y="168286"/>
                  </a:cubicBezTo>
                  <a:cubicBezTo>
                    <a:pt x="128251" y="168286"/>
                    <a:pt x="138824" y="168758"/>
                    <a:pt x="147987" y="168994"/>
                  </a:cubicBezTo>
                  <a:lnTo>
                    <a:pt x="147987" y="161681"/>
                  </a:lnTo>
                  <a:cubicBezTo>
                    <a:pt x="130131" y="161681"/>
                    <a:pt x="129426" y="160265"/>
                    <a:pt x="126606" y="151536"/>
                  </a:cubicBezTo>
                  <a:lnTo>
                    <a:pt x="79616" y="503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48" name="Freeform: Shape 3247">
              <a:extLst>
                <a:ext uri="{FF2B5EF4-FFF2-40B4-BE49-F238E27FC236}">
                  <a16:creationId xmlns:a16="http://schemas.microsoft.com/office/drawing/2014/main" id="{AE1C98A1-F7CD-1A0F-18D3-D32E53042542}"/>
                </a:ext>
              </a:extLst>
            </p:cNvPr>
            <p:cNvSpPr/>
            <p:nvPr>
              <p:custDataLst>
                <p:tags r:id="rId4"/>
              </p:custDataLst>
            </p:nvPr>
          </p:nvSpPr>
          <p:spPr>
            <a:xfrm>
              <a:off x="11293566" y="5359557"/>
              <a:ext cx="54508" cy="235917"/>
            </a:xfrm>
            <a:custGeom>
              <a:avLst/>
              <a:gdLst>
                <a:gd name="connsiteX0" fmla="*/ 54718 w 54508"/>
                <a:gd name="connsiteY0" fmla="*/ 233636 h 235917"/>
                <a:gd name="connsiteX1" fmla="*/ 50724 w 54508"/>
                <a:gd name="connsiteY1" fmla="*/ 228445 h 235917"/>
                <a:gd name="connsiteX2" fmla="*/ 13837 w 54508"/>
                <a:gd name="connsiteY2" fmla="*/ 118036 h 235917"/>
                <a:gd name="connsiteX3" fmla="*/ 51664 w 54508"/>
                <a:gd name="connsiteY3" fmla="*/ 6447 h 235917"/>
                <a:gd name="connsiteX4" fmla="*/ 54718 w 54508"/>
                <a:gd name="connsiteY4" fmla="*/ 2436 h 235917"/>
                <a:gd name="connsiteX5" fmla="*/ 52369 w 54508"/>
                <a:gd name="connsiteY5" fmla="*/ 77 h 235917"/>
                <a:gd name="connsiteX6" fmla="*/ 15012 w 54508"/>
                <a:gd name="connsiteY6" fmla="*/ 46081 h 235917"/>
                <a:gd name="connsiteX7" fmla="*/ 210 w 54508"/>
                <a:gd name="connsiteY7" fmla="*/ 118036 h 235917"/>
                <a:gd name="connsiteX8" fmla="*/ 15716 w 54508"/>
                <a:gd name="connsiteY8" fmla="*/ 191642 h 235917"/>
                <a:gd name="connsiteX9" fmla="*/ 52369 w 54508"/>
                <a:gd name="connsiteY9" fmla="*/ 235995 h 235917"/>
                <a:gd name="connsiteX10" fmla="*/ 54718 w 54508"/>
                <a:gd name="connsiteY10" fmla="*/ 233636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08" h="235917">
                  <a:moveTo>
                    <a:pt x="54718" y="233636"/>
                  </a:moveTo>
                  <a:cubicBezTo>
                    <a:pt x="54718" y="232928"/>
                    <a:pt x="54718" y="232456"/>
                    <a:pt x="50724" y="228445"/>
                  </a:cubicBezTo>
                  <a:cubicBezTo>
                    <a:pt x="21355" y="198720"/>
                    <a:pt x="13837" y="154131"/>
                    <a:pt x="13837" y="118036"/>
                  </a:cubicBezTo>
                  <a:cubicBezTo>
                    <a:pt x="13837" y="76986"/>
                    <a:pt x="22765" y="35937"/>
                    <a:pt x="51664" y="6447"/>
                  </a:cubicBezTo>
                  <a:cubicBezTo>
                    <a:pt x="54718" y="3616"/>
                    <a:pt x="54718" y="3144"/>
                    <a:pt x="54718" y="2436"/>
                  </a:cubicBezTo>
                  <a:cubicBezTo>
                    <a:pt x="54718" y="785"/>
                    <a:pt x="53778" y="77"/>
                    <a:pt x="52369" y="77"/>
                  </a:cubicBezTo>
                  <a:cubicBezTo>
                    <a:pt x="50019" y="77"/>
                    <a:pt x="28874" y="16120"/>
                    <a:pt x="15012" y="46081"/>
                  </a:cubicBezTo>
                  <a:cubicBezTo>
                    <a:pt x="3029" y="72032"/>
                    <a:pt x="210" y="98219"/>
                    <a:pt x="210" y="118036"/>
                  </a:cubicBezTo>
                  <a:cubicBezTo>
                    <a:pt x="210" y="136438"/>
                    <a:pt x="2794" y="164984"/>
                    <a:pt x="15716" y="191642"/>
                  </a:cubicBezTo>
                  <a:cubicBezTo>
                    <a:pt x="29813" y="220660"/>
                    <a:pt x="50019" y="235995"/>
                    <a:pt x="52369" y="235995"/>
                  </a:cubicBezTo>
                  <a:cubicBezTo>
                    <a:pt x="53778" y="235995"/>
                    <a:pt x="54718" y="235287"/>
                    <a:pt x="54718" y="23363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49" name="Freeform: Shape 3248">
              <a:extLst>
                <a:ext uri="{FF2B5EF4-FFF2-40B4-BE49-F238E27FC236}">
                  <a16:creationId xmlns:a16="http://schemas.microsoft.com/office/drawing/2014/main" id="{9412CF1B-AA55-BBAC-D8ED-6DEBDA38B28D}"/>
                </a:ext>
              </a:extLst>
            </p:cNvPr>
            <p:cNvSpPr/>
            <p:nvPr>
              <p:custDataLst>
                <p:tags r:id="rId5"/>
              </p:custDataLst>
            </p:nvPr>
          </p:nvSpPr>
          <p:spPr>
            <a:xfrm>
              <a:off x="11371779" y="5432220"/>
              <a:ext cx="99619" cy="106870"/>
            </a:xfrm>
            <a:custGeom>
              <a:avLst/>
              <a:gdLst>
                <a:gd name="connsiteX0" fmla="*/ 21359 w 99619"/>
                <a:gd name="connsiteY0" fmla="*/ 84772 h 106870"/>
                <a:gd name="connsiteX1" fmla="*/ 49318 w 99619"/>
                <a:gd name="connsiteY1" fmla="*/ 57877 h 106870"/>
                <a:gd name="connsiteX2" fmla="*/ 72343 w 99619"/>
                <a:gd name="connsiteY2" fmla="*/ 36644 h 106870"/>
                <a:gd name="connsiteX3" fmla="*/ 99833 w 99619"/>
                <a:gd name="connsiteY3" fmla="*/ 2436 h 106870"/>
                <a:gd name="connsiteX4" fmla="*/ 97248 w 99619"/>
                <a:gd name="connsiteY4" fmla="*/ 77 h 106870"/>
                <a:gd name="connsiteX5" fmla="*/ 93724 w 99619"/>
                <a:gd name="connsiteY5" fmla="*/ 2672 h 106870"/>
                <a:gd name="connsiteX6" fmla="*/ 76103 w 99619"/>
                <a:gd name="connsiteY6" fmla="*/ 17771 h 106870"/>
                <a:gd name="connsiteX7" fmla="*/ 64120 w 99619"/>
                <a:gd name="connsiteY7" fmla="*/ 10222 h 106870"/>
                <a:gd name="connsiteX8" fmla="*/ 47909 w 99619"/>
                <a:gd name="connsiteY8" fmla="*/ 77 h 106870"/>
                <a:gd name="connsiteX9" fmla="*/ 19479 w 99619"/>
                <a:gd name="connsiteY9" fmla="*/ 26972 h 106870"/>
                <a:gd name="connsiteX10" fmla="*/ 22299 w 99619"/>
                <a:gd name="connsiteY10" fmla="*/ 29567 h 106870"/>
                <a:gd name="connsiteX11" fmla="*/ 25353 w 99619"/>
                <a:gd name="connsiteY11" fmla="*/ 26972 h 106870"/>
                <a:gd name="connsiteX12" fmla="*/ 45324 w 99619"/>
                <a:gd name="connsiteY12" fmla="*/ 15884 h 106870"/>
                <a:gd name="connsiteX13" fmla="*/ 60126 w 99619"/>
                <a:gd name="connsiteY13" fmla="*/ 19422 h 106870"/>
                <a:gd name="connsiteX14" fmla="*/ 78217 w 99619"/>
                <a:gd name="connsiteY14" fmla="*/ 22961 h 106870"/>
                <a:gd name="connsiteX15" fmla="*/ 45559 w 99619"/>
                <a:gd name="connsiteY15" fmla="*/ 53866 h 106870"/>
                <a:gd name="connsiteX16" fmla="*/ 24413 w 99619"/>
                <a:gd name="connsiteY16" fmla="*/ 73683 h 106870"/>
                <a:gd name="connsiteX17" fmla="*/ 214 w 99619"/>
                <a:gd name="connsiteY17" fmla="*/ 104589 h 106870"/>
                <a:gd name="connsiteX18" fmla="*/ 3033 w 99619"/>
                <a:gd name="connsiteY18" fmla="*/ 106948 h 106870"/>
                <a:gd name="connsiteX19" fmla="*/ 6792 w 99619"/>
                <a:gd name="connsiteY19" fmla="*/ 103881 h 106870"/>
                <a:gd name="connsiteX20" fmla="*/ 26763 w 99619"/>
                <a:gd name="connsiteY20" fmla="*/ 89254 h 106870"/>
                <a:gd name="connsiteX21" fmla="*/ 40390 w 99619"/>
                <a:gd name="connsiteY21" fmla="*/ 98219 h 106870"/>
                <a:gd name="connsiteX22" fmla="*/ 55427 w 99619"/>
                <a:gd name="connsiteY22" fmla="*/ 106948 h 106870"/>
                <a:gd name="connsiteX23" fmla="*/ 92314 w 99619"/>
                <a:gd name="connsiteY23" fmla="*/ 70617 h 106870"/>
                <a:gd name="connsiteX24" fmla="*/ 89495 w 99619"/>
                <a:gd name="connsiteY24" fmla="*/ 68257 h 106870"/>
                <a:gd name="connsiteX25" fmla="*/ 86206 w 99619"/>
                <a:gd name="connsiteY25" fmla="*/ 71324 h 106870"/>
                <a:gd name="connsiteX26" fmla="*/ 58011 w 99619"/>
                <a:gd name="connsiteY26" fmla="*/ 91141 h 106870"/>
                <a:gd name="connsiteX27" fmla="*/ 44149 w 99619"/>
                <a:gd name="connsiteY27" fmla="*/ 88074 h 106870"/>
                <a:gd name="connsiteX28" fmla="*/ 27703 w 99619"/>
                <a:gd name="connsiteY28" fmla="*/ 84064 h 106870"/>
                <a:gd name="connsiteX29" fmla="*/ 21359 w 99619"/>
                <a:gd name="connsiteY29" fmla="*/ 84772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9619" h="106870">
                  <a:moveTo>
                    <a:pt x="21359" y="84772"/>
                  </a:moveTo>
                  <a:cubicBezTo>
                    <a:pt x="34046" y="71088"/>
                    <a:pt x="40860" y="65190"/>
                    <a:pt x="49318" y="57877"/>
                  </a:cubicBezTo>
                  <a:cubicBezTo>
                    <a:pt x="49318" y="57641"/>
                    <a:pt x="63885" y="45137"/>
                    <a:pt x="72343" y="36644"/>
                  </a:cubicBezTo>
                  <a:cubicBezTo>
                    <a:pt x="94664" y="14704"/>
                    <a:pt x="99833" y="3380"/>
                    <a:pt x="99833" y="2436"/>
                  </a:cubicBezTo>
                  <a:cubicBezTo>
                    <a:pt x="99833" y="77"/>
                    <a:pt x="97718" y="77"/>
                    <a:pt x="97248" y="77"/>
                  </a:cubicBezTo>
                  <a:cubicBezTo>
                    <a:pt x="95604" y="77"/>
                    <a:pt x="94899" y="549"/>
                    <a:pt x="93724" y="2672"/>
                  </a:cubicBezTo>
                  <a:cubicBezTo>
                    <a:pt x="86675" y="13996"/>
                    <a:pt x="81741" y="17771"/>
                    <a:pt x="76103" y="17771"/>
                  </a:cubicBezTo>
                  <a:cubicBezTo>
                    <a:pt x="70464" y="17771"/>
                    <a:pt x="67644" y="14232"/>
                    <a:pt x="64120" y="10222"/>
                  </a:cubicBezTo>
                  <a:cubicBezTo>
                    <a:pt x="59656" y="4795"/>
                    <a:pt x="55662" y="77"/>
                    <a:pt x="47909" y="77"/>
                  </a:cubicBezTo>
                  <a:cubicBezTo>
                    <a:pt x="30287" y="77"/>
                    <a:pt x="19479" y="22017"/>
                    <a:pt x="19479" y="26972"/>
                  </a:cubicBezTo>
                  <a:cubicBezTo>
                    <a:pt x="19479" y="28151"/>
                    <a:pt x="20184" y="29567"/>
                    <a:pt x="22299" y="29567"/>
                  </a:cubicBezTo>
                  <a:cubicBezTo>
                    <a:pt x="24413" y="29567"/>
                    <a:pt x="24883" y="28387"/>
                    <a:pt x="25353" y="26972"/>
                  </a:cubicBezTo>
                  <a:cubicBezTo>
                    <a:pt x="29817" y="16120"/>
                    <a:pt x="43444" y="15884"/>
                    <a:pt x="45324" y="15884"/>
                  </a:cubicBezTo>
                  <a:cubicBezTo>
                    <a:pt x="50258" y="15884"/>
                    <a:pt x="54722" y="17535"/>
                    <a:pt x="60126" y="19422"/>
                  </a:cubicBezTo>
                  <a:cubicBezTo>
                    <a:pt x="69524" y="22961"/>
                    <a:pt x="72108" y="22961"/>
                    <a:pt x="78217" y="22961"/>
                  </a:cubicBezTo>
                  <a:cubicBezTo>
                    <a:pt x="69759" y="33106"/>
                    <a:pt x="50023" y="50092"/>
                    <a:pt x="45559" y="53866"/>
                  </a:cubicBezTo>
                  <a:lnTo>
                    <a:pt x="24413" y="73683"/>
                  </a:lnTo>
                  <a:cubicBezTo>
                    <a:pt x="8437" y="89490"/>
                    <a:pt x="214" y="102937"/>
                    <a:pt x="214" y="104589"/>
                  </a:cubicBezTo>
                  <a:cubicBezTo>
                    <a:pt x="214" y="106948"/>
                    <a:pt x="2563" y="106948"/>
                    <a:pt x="3033" y="106948"/>
                  </a:cubicBezTo>
                  <a:cubicBezTo>
                    <a:pt x="4913" y="106948"/>
                    <a:pt x="5382" y="106476"/>
                    <a:pt x="6792" y="103881"/>
                  </a:cubicBezTo>
                  <a:cubicBezTo>
                    <a:pt x="12196" y="95624"/>
                    <a:pt x="19245" y="89254"/>
                    <a:pt x="26763" y="89254"/>
                  </a:cubicBezTo>
                  <a:cubicBezTo>
                    <a:pt x="32167" y="89254"/>
                    <a:pt x="34516" y="91377"/>
                    <a:pt x="40390" y="98219"/>
                  </a:cubicBezTo>
                  <a:cubicBezTo>
                    <a:pt x="44384" y="103173"/>
                    <a:pt x="48613" y="106948"/>
                    <a:pt x="55427" y="106948"/>
                  </a:cubicBezTo>
                  <a:cubicBezTo>
                    <a:pt x="78687" y="106948"/>
                    <a:pt x="92314" y="76986"/>
                    <a:pt x="92314" y="70617"/>
                  </a:cubicBezTo>
                  <a:cubicBezTo>
                    <a:pt x="92314" y="69437"/>
                    <a:pt x="91374" y="68257"/>
                    <a:pt x="89495" y="68257"/>
                  </a:cubicBezTo>
                  <a:cubicBezTo>
                    <a:pt x="87380" y="68257"/>
                    <a:pt x="86910" y="69673"/>
                    <a:pt x="86206" y="71324"/>
                  </a:cubicBezTo>
                  <a:cubicBezTo>
                    <a:pt x="80802" y="86659"/>
                    <a:pt x="65765" y="91141"/>
                    <a:pt x="58011" y="91141"/>
                  </a:cubicBezTo>
                  <a:cubicBezTo>
                    <a:pt x="53312" y="91141"/>
                    <a:pt x="49083" y="89726"/>
                    <a:pt x="44149" y="88074"/>
                  </a:cubicBezTo>
                  <a:cubicBezTo>
                    <a:pt x="36161" y="85008"/>
                    <a:pt x="32637" y="84064"/>
                    <a:pt x="27703" y="84064"/>
                  </a:cubicBezTo>
                  <a:cubicBezTo>
                    <a:pt x="27233" y="84064"/>
                    <a:pt x="23474" y="84064"/>
                    <a:pt x="21359" y="8477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0" name="Freeform: Shape 3249">
              <a:extLst>
                <a:ext uri="{FF2B5EF4-FFF2-40B4-BE49-F238E27FC236}">
                  <a16:creationId xmlns:a16="http://schemas.microsoft.com/office/drawing/2014/main" id="{E53447C0-C64D-B3BB-9A34-D0ACB4E8D2F6}"/>
                </a:ext>
              </a:extLst>
            </p:cNvPr>
            <p:cNvSpPr/>
            <p:nvPr>
              <p:custDataLst>
                <p:tags r:id="rId6"/>
              </p:custDataLst>
            </p:nvPr>
          </p:nvSpPr>
          <p:spPr>
            <a:xfrm>
              <a:off x="11494665" y="5359557"/>
              <a:ext cx="54508" cy="235917"/>
            </a:xfrm>
            <a:custGeom>
              <a:avLst/>
              <a:gdLst>
                <a:gd name="connsiteX0" fmla="*/ 54727 w 54508"/>
                <a:gd name="connsiteY0" fmla="*/ 118036 h 235917"/>
                <a:gd name="connsiteX1" fmla="*/ 39220 w 54508"/>
                <a:gd name="connsiteY1" fmla="*/ 44430 h 235917"/>
                <a:gd name="connsiteX2" fmla="*/ 2568 w 54508"/>
                <a:gd name="connsiteY2" fmla="*/ 77 h 235917"/>
                <a:gd name="connsiteX3" fmla="*/ 219 w 54508"/>
                <a:gd name="connsiteY3" fmla="*/ 2436 h 235917"/>
                <a:gd name="connsiteX4" fmla="*/ 4683 w 54508"/>
                <a:gd name="connsiteY4" fmla="*/ 7862 h 235917"/>
                <a:gd name="connsiteX5" fmla="*/ 41100 w 54508"/>
                <a:gd name="connsiteY5" fmla="*/ 118036 h 235917"/>
                <a:gd name="connsiteX6" fmla="*/ 3273 w 54508"/>
                <a:gd name="connsiteY6" fmla="*/ 229625 h 235917"/>
                <a:gd name="connsiteX7" fmla="*/ 219 w 54508"/>
                <a:gd name="connsiteY7" fmla="*/ 233636 h 235917"/>
                <a:gd name="connsiteX8" fmla="*/ 2568 w 54508"/>
                <a:gd name="connsiteY8" fmla="*/ 235995 h 235917"/>
                <a:gd name="connsiteX9" fmla="*/ 39925 w 54508"/>
                <a:gd name="connsiteY9" fmla="*/ 189991 h 235917"/>
                <a:gd name="connsiteX10" fmla="*/ 54727 w 54508"/>
                <a:gd name="connsiteY10" fmla="*/ 118036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08" h="235917">
                  <a:moveTo>
                    <a:pt x="54727" y="118036"/>
                  </a:moveTo>
                  <a:cubicBezTo>
                    <a:pt x="54727" y="99634"/>
                    <a:pt x="52143" y="71088"/>
                    <a:pt x="39220" y="44430"/>
                  </a:cubicBezTo>
                  <a:cubicBezTo>
                    <a:pt x="25123" y="15412"/>
                    <a:pt x="4918" y="77"/>
                    <a:pt x="2568" y="77"/>
                  </a:cubicBezTo>
                  <a:cubicBezTo>
                    <a:pt x="1158" y="77"/>
                    <a:pt x="219" y="1021"/>
                    <a:pt x="219" y="2436"/>
                  </a:cubicBezTo>
                  <a:cubicBezTo>
                    <a:pt x="219" y="3144"/>
                    <a:pt x="219" y="3616"/>
                    <a:pt x="4683" y="7862"/>
                  </a:cubicBezTo>
                  <a:cubicBezTo>
                    <a:pt x="27708" y="31218"/>
                    <a:pt x="41100" y="68729"/>
                    <a:pt x="41100" y="118036"/>
                  </a:cubicBezTo>
                  <a:cubicBezTo>
                    <a:pt x="41100" y="158378"/>
                    <a:pt x="32407" y="199899"/>
                    <a:pt x="3273" y="229625"/>
                  </a:cubicBezTo>
                  <a:cubicBezTo>
                    <a:pt x="219" y="232456"/>
                    <a:pt x="219" y="232928"/>
                    <a:pt x="219" y="233636"/>
                  </a:cubicBezTo>
                  <a:cubicBezTo>
                    <a:pt x="219" y="235051"/>
                    <a:pt x="1158" y="235995"/>
                    <a:pt x="2568" y="235995"/>
                  </a:cubicBezTo>
                  <a:cubicBezTo>
                    <a:pt x="4918" y="235995"/>
                    <a:pt x="26063" y="219952"/>
                    <a:pt x="39925" y="189991"/>
                  </a:cubicBezTo>
                  <a:cubicBezTo>
                    <a:pt x="51908" y="164040"/>
                    <a:pt x="54727" y="137853"/>
                    <a:pt x="54727" y="11803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1" name="Freeform: Shape 3250">
              <a:extLst>
                <a:ext uri="{FF2B5EF4-FFF2-40B4-BE49-F238E27FC236}">
                  <a16:creationId xmlns:a16="http://schemas.microsoft.com/office/drawing/2014/main" id="{7D0CA2D5-659D-C56A-325C-CE98E877323E}"/>
                </a:ext>
              </a:extLst>
            </p:cNvPr>
            <p:cNvSpPr/>
            <p:nvPr>
              <p:custDataLst>
                <p:tags r:id="rId7"/>
              </p:custDataLst>
            </p:nvPr>
          </p:nvSpPr>
          <p:spPr>
            <a:xfrm>
              <a:off x="11651063" y="5449914"/>
              <a:ext cx="156242" cy="55204"/>
            </a:xfrm>
            <a:custGeom>
              <a:avLst/>
              <a:gdLst>
                <a:gd name="connsiteX0" fmla="*/ 148479 w 156242"/>
                <a:gd name="connsiteY0" fmla="*/ 9514 h 55204"/>
                <a:gd name="connsiteX1" fmla="*/ 156468 w 156242"/>
                <a:gd name="connsiteY1" fmla="*/ 4795 h 55204"/>
                <a:gd name="connsiteX2" fmla="*/ 148714 w 156242"/>
                <a:gd name="connsiteY2" fmla="*/ 77 h 55204"/>
                <a:gd name="connsiteX3" fmla="*/ 7979 w 156242"/>
                <a:gd name="connsiteY3" fmla="*/ 77 h 55204"/>
                <a:gd name="connsiteX4" fmla="*/ 225 w 156242"/>
                <a:gd name="connsiteY4" fmla="*/ 4795 h 55204"/>
                <a:gd name="connsiteX5" fmla="*/ 8214 w 156242"/>
                <a:gd name="connsiteY5" fmla="*/ 9514 h 55204"/>
                <a:gd name="connsiteX6" fmla="*/ 148479 w 156242"/>
                <a:gd name="connsiteY6" fmla="*/ 9514 h 55204"/>
                <a:gd name="connsiteX7" fmla="*/ 148714 w 156242"/>
                <a:gd name="connsiteY7" fmla="*/ 55282 h 55204"/>
                <a:gd name="connsiteX8" fmla="*/ 156468 w 156242"/>
                <a:gd name="connsiteY8" fmla="*/ 50564 h 55204"/>
                <a:gd name="connsiteX9" fmla="*/ 148479 w 156242"/>
                <a:gd name="connsiteY9" fmla="*/ 45845 h 55204"/>
                <a:gd name="connsiteX10" fmla="*/ 8214 w 156242"/>
                <a:gd name="connsiteY10" fmla="*/ 45845 h 55204"/>
                <a:gd name="connsiteX11" fmla="*/ 225 w 156242"/>
                <a:gd name="connsiteY11" fmla="*/ 50564 h 55204"/>
                <a:gd name="connsiteX12" fmla="*/ 7979 w 156242"/>
                <a:gd name="connsiteY12" fmla="*/ 55282 h 55204"/>
                <a:gd name="connsiteX13" fmla="*/ 148714 w 156242"/>
                <a:gd name="connsiteY13" fmla="*/ 55282 h 55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242" h="55204">
                  <a:moveTo>
                    <a:pt x="148479" y="9514"/>
                  </a:moveTo>
                  <a:cubicBezTo>
                    <a:pt x="152004" y="9514"/>
                    <a:pt x="156468" y="9514"/>
                    <a:pt x="156468" y="4795"/>
                  </a:cubicBezTo>
                  <a:cubicBezTo>
                    <a:pt x="156468" y="77"/>
                    <a:pt x="152004" y="77"/>
                    <a:pt x="148714" y="77"/>
                  </a:cubicBezTo>
                  <a:lnTo>
                    <a:pt x="7979" y="77"/>
                  </a:lnTo>
                  <a:cubicBezTo>
                    <a:pt x="4689" y="77"/>
                    <a:pt x="225" y="77"/>
                    <a:pt x="225" y="4795"/>
                  </a:cubicBezTo>
                  <a:cubicBezTo>
                    <a:pt x="225" y="9514"/>
                    <a:pt x="4689" y="9514"/>
                    <a:pt x="8214" y="9514"/>
                  </a:cubicBezTo>
                  <a:lnTo>
                    <a:pt x="148479" y="9514"/>
                  </a:lnTo>
                  <a:close/>
                  <a:moveTo>
                    <a:pt x="148714" y="55282"/>
                  </a:moveTo>
                  <a:cubicBezTo>
                    <a:pt x="152004" y="55282"/>
                    <a:pt x="156468" y="55282"/>
                    <a:pt x="156468" y="50564"/>
                  </a:cubicBezTo>
                  <a:cubicBezTo>
                    <a:pt x="156468" y="45845"/>
                    <a:pt x="152004" y="45845"/>
                    <a:pt x="148479" y="45845"/>
                  </a:cubicBezTo>
                  <a:lnTo>
                    <a:pt x="8214" y="45845"/>
                  </a:lnTo>
                  <a:cubicBezTo>
                    <a:pt x="4689" y="45845"/>
                    <a:pt x="225" y="45845"/>
                    <a:pt x="225" y="50564"/>
                  </a:cubicBezTo>
                  <a:cubicBezTo>
                    <a:pt x="225" y="55282"/>
                    <a:pt x="4689" y="55282"/>
                    <a:pt x="7979" y="55282"/>
                  </a:cubicBezTo>
                  <a:lnTo>
                    <a:pt x="148714" y="5528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2" name="Freeform: Shape 3251">
              <a:extLst>
                <a:ext uri="{FF2B5EF4-FFF2-40B4-BE49-F238E27FC236}">
                  <a16:creationId xmlns:a16="http://schemas.microsoft.com/office/drawing/2014/main" id="{69DB342A-E7B6-5C71-73D9-BBDAC9975A09}"/>
                </a:ext>
              </a:extLst>
            </p:cNvPr>
            <p:cNvSpPr/>
            <p:nvPr>
              <p:custDataLst>
                <p:tags r:id="rId8"/>
              </p:custDataLst>
            </p:nvPr>
          </p:nvSpPr>
          <p:spPr>
            <a:xfrm>
              <a:off x="12127228" y="5272620"/>
              <a:ext cx="90221" cy="106870"/>
            </a:xfrm>
            <a:custGeom>
              <a:avLst/>
              <a:gdLst>
                <a:gd name="connsiteX0" fmla="*/ 33374 w 90221"/>
                <a:gd name="connsiteY0" fmla="*/ 49849 h 106870"/>
                <a:gd name="connsiteX1" fmla="*/ 69321 w 90221"/>
                <a:gd name="connsiteY1" fmla="*/ 44423 h 106870"/>
                <a:gd name="connsiteX2" fmla="*/ 86942 w 90221"/>
                <a:gd name="connsiteY2" fmla="*/ 20123 h 106870"/>
                <a:gd name="connsiteX3" fmla="*/ 61803 w 90221"/>
                <a:gd name="connsiteY3" fmla="*/ 70 h 106870"/>
                <a:gd name="connsiteX4" fmla="*/ 246 w 90221"/>
                <a:gd name="connsiteY4" fmla="*/ 64240 h 106870"/>
                <a:gd name="connsiteX5" fmla="*/ 37133 w 90221"/>
                <a:gd name="connsiteY5" fmla="*/ 106941 h 106870"/>
                <a:gd name="connsiteX6" fmla="*/ 90467 w 90221"/>
                <a:gd name="connsiteY6" fmla="*/ 79103 h 106870"/>
                <a:gd name="connsiteX7" fmla="*/ 87647 w 90221"/>
                <a:gd name="connsiteY7" fmla="*/ 76036 h 106870"/>
                <a:gd name="connsiteX8" fmla="*/ 84593 w 90221"/>
                <a:gd name="connsiteY8" fmla="*/ 78395 h 106870"/>
                <a:gd name="connsiteX9" fmla="*/ 37603 w 90221"/>
                <a:gd name="connsiteY9" fmla="*/ 101751 h 106870"/>
                <a:gd name="connsiteX10" fmla="*/ 17162 w 90221"/>
                <a:gd name="connsiteY10" fmla="*/ 74384 h 106870"/>
                <a:gd name="connsiteX11" fmla="*/ 20921 w 90221"/>
                <a:gd name="connsiteY11" fmla="*/ 49849 h 106870"/>
                <a:gd name="connsiteX12" fmla="*/ 33374 w 90221"/>
                <a:gd name="connsiteY12" fmla="*/ 49849 h 106870"/>
                <a:gd name="connsiteX13" fmla="*/ 22331 w 90221"/>
                <a:gd name="connsiteY13" fmla="*/ 44659 h 106870"/>
                <a:gd name="connsiteX14" fmla="*/ 61803 w 90221"/>
                <a:gd name="connsiteY14" fmla="*/ 5261 h 106870"/>
                <a:gd name="connsiteX15" fmla="*/ 79189 w 90221"/>
                <a:gd name="connsiteY15" fmla="*/ 20123 h 106870"/>
                <a:gd name="connsiteX16" fmla="*/ 31964 w 90221"/>
                <a:gd name="connsiteY16" fmla="*/ 44659 h 106870"/>
                <a:gd name="connsiteX17" fmla="*/ 22331 w 90221"/>
                <a:gd name="connsiteY17" fmla="*/ 44659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221" h="106870">
                  <a:moveTo>
                    <a:pt x="33374" y="49849"/>
                  </a:moveTo>
                  <a:cubicBezTo>
                    <a:pt x="40187" y="49849"/>
                    <a:pt x="57574" y="49377"/>
                    <a:pt x="69321" y="44423"/>
                  </a:cubicBezTo>
                  <a:cubicBezTo>
                    <a:pt x="85768" y="37345"/>
                    <a:pt x="86942" y="23426"/>
                    <a:pt x="86942" y="20123"/>
                  </a:cubicBezTo>
                  <a:cubicBezTo>
                    <a:pt x="86942" y="9743"/>
                    <a:pt x="78014" y="70"/>
                    <a:pt x="61803" y="70"/>
                  </a:cubicBezTo>
                  <a:cubicBezTo>
                    <a:pt x="35723" y="70"/>
                    <a:pt x="246" y="22954"/>
                    <a:pt x="246" y="64240"/>
                  </a:cubicBezTo>
                  <a:cubicBezTo>
                    <a:pt x="246" y="88304"/>
                    <a:pt x="14108" y="106941"/>
                    <a:pt x="37133" y="106941"/>
                  </a:cubicBezTo>
                  <a:cubicBezTo>
                    <a:pt x="70731" y="106941"/>
                    <a:pt x="90467" y="81934"/>
                    <a:pt x="90467" y="79103"/>
                  </a:cubicBezTo>
                  <a:cubicBezTo>
                    <a:pt x="90467" y="77687"/>
                    <a:pt x="89057" y="76036"/>
                    <a:pt x="87647" y="76036"/>
                  </a:cubicBezTo>
                  <a:cubicBezTo>
                    <a:pt x="86473" y="76036"/>
                    <a:pt x="86003" y="76508"/>
                    <a:pt x="84593" y="78395"/>
                  </a:cubicBezTo>
                  <a:cubicBezTo>
                    <a:pt x="66032" y="101751"/>
                    <a:pt x="40422" y="101751"/>
                    <a:pt x="37603" y="101751"/>
                  </a:cubicBezTo>
                  <a:cubicBezTo>
                    <a:pt x="19277" y="101751"/>
                    <a:pt x="17162" y="81934"/>
                    <a:pt x="17162" y="74384"/>
                  </a:cubicBezTo>
                  <a:cubicBezTo>
                    <a:pt x="17162" y="71553"/>
                    <a:pt x="17397" y="64240"/>
                    <a:pt x="20921" y="49849"/>
                  </a:cubicBezTo>
                  <a:lnTo>
                    <a:pt x="33374" y="49849"/>
                  </a:lnTo>
                  <a:close/>
                  <a:moveTo>
                    <a:pt x="22331" y="44659"/>
                  </a:moveTo>
                  <a:cubicBezTo>
                    <a:pt x="31494" y="8799"/>
                    <a:pt x="55694" y="5261"/>
                    <a:pt x="61803" y="5261"/>
                  </a:cubicBezTo>
                  <a:cubicBezTo>
                    <a:pt x="72845" y="5261"/>
                    <a:pt x="79189" y="12102"/>
                    <a:pt x="79189" y="20123"/>
                  </a:cubicBezTo>
                  <a:cubicBezTo>
                    <a:pt x="79189" y="44659"/>
                    <a:pt x="41597" y="44659"/>
                    <a:pt x="31964" y="44659"/>
                  </a:cubicBezTo>
                  <a:lnTo>
                    <a:pt x="22331" y="446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3" name="Freeform: Shape 3252">
              <a:extLst>
                <a:ext uri="{FF2B5EF4-FFF2-40B4-BE49-F238E27FC236}">
                  <a16:creationId xmlns:a16="http://schemas.microsoft.com/office/drawing/2014/main" id="{D0545180-662A-BA4B-FDA6-95586488FF2A}"/>
                </a:ext>
              </a:extLst>
            </p:cNvPr>
            <p:cNvSpPr/>
            <p:nvPr>
              <p:custDataLst>
                <p:tags r:id="rId9"/>
              </p:custDataLst>
            </p:nvPr>
          </p:nvSpPr>
          <p:spPr>
            <a:xfrm>
              <a:off x="12235852" y="5218455"/>
              <a:ext cx="75654" cy="74479"/>
            </a:xfrm>
            <a:custGeom>
              <a:avLst/>
              <a:gdLst>
                <a:gd name="connsiteX0" fmla="*/ 17848 w 75654"/>
                <a:gd name="connsiteY0" fmla="*/ 58362 h 74479"/>
                <a:gd name="connsiteX1" fmla="*/ 39064 w 75654"/>
                <a:gd name="connsiteY1" fmla="*/ 39701 h 74479"/>
                <a:gd name="connsiteX2" fmla="*/ 59622 w 75654"/>
                <a:gd name="connsiteY2" fmla="*/ 22361 h 74479"/>
                <a:gd name="connsiteX3" fmla="*/ 75904 w 75654"/>
                <a:gd name="connsiteY3" fmla="*/ 2048 h 74479"/>
                <a:gd name="connsiteX4" fmla="*/ 73108 w 75654"/>
                <a:gd name="connsiteY4" fmla="*/ 67 h 74479"/>
                <a:gd name="connsiteX5" fmla="*/ 70313 w 75654"/>
                <a:gd name="connsiteY5" fmla="*/ 1718 h 74479"/>
                <a:gd name="connsiteX6" fmla="*/ 57813 w 75654"/>
                <a:gd name="connsiteY6" fmla="*/ 11792 h 74479"/>
                <a:gd name="connsiteX7" fmla="*/ 48439 w 75654"/>
                <a:gd name="connsiteY7" fmla="*/ 6838 h 74479"/>
                <a:gd name="connsiteX8" fmla="*/ 35446 w 75654"/>
                <a:gd name="connsiteY8" fmla="*/ 67 h 74479"/>
                <a:gd name="connsiteX9" fmla="*/ 13407 w 75654"/>
                <a:gd name="connsiteY9" fmla="*/ 19388 h 74479"/>
                <a:gd name="connsiteX10" fmla="*/ 16203 w 75654"/>
                <a:gd name="connsiteY10" fmla="*/ 21370 h 74479"/>
                <a:gd name="connsiteX11" fmla="*/ 19164 w 75654"/>
                <a:gd name="connsiteY11" fmla="*/ 19058 h 74479"/>
                <a:gd name="connsiteX12" fmla="*/ 33472 w 75654"/>
                <a:gd name="connsiteY12" fmla="*/ 12948 h 74479"/>
                <a:gd name="connsiteX13" fmla="*/ 43834 w 75654"/>
                <a:gd name="connsiteY13" fmla="*/ 14434 h 74479"/>
                <a:gd name="connsiteX14" fmla="*/ 58142 w 75654"/>
                <a:gd name="connsiteY14" fmla="*/ 16416 h 74479"/>
                <a:gd name="connsiteX15" fmla="*/ 35281 w 75654"/>
                <a:gd name="connsiteY15" fmla="*/ 36398 h 74479"/>
                <a:gd name="connsiteX16" fmla="*/ 14888 w 75654"/>
                <a:gd name="connsiteY16" fmla="*/ 54068 h 74479"/>
                <a:gd name="connsiteX17" fmla="*/ 250 w 75654"/>
                <a:gd name="connsiteY17" fmla="*/ 72564 h 74479"/>
                <a:gd name="connsiteX18" fmla="*/ 3046 w 75654"/>
                <a:gd name="connsiteY18" fmla="*/ 74546 h 74479"/>
                <a:gd name="connsiteX19" fmla="*/ 5842 w 75654"/>
                <a:gd name="connsiteY19" fmla="*/ 72895 h 74479"/>
                <a:gd name="connsiteX20" fmla="*/ 20973 w 75654"/>
                <a:gd name="connsiteY20" fmla="*/ 62821 h 74479"/>
                <a:gd name="connsiteX21" fmla="*/ 29854 w 75654"/>
                <a:gd name="connsiteY21" fmla="*/ 67115 h 74479"/>
                <a:gd name="connsiteX22" fmla="*/ 43505 w 75654"/>
                <a:gd name="connsiteY22" fmla="*/ 74546 h 74479"/>
                <a:gd name="connsiteX23" fmla="*/ 72122 w 75654"/>
                <a:gd name="connsiteY23" fmla="*/ 48949 h 74479"/>
                <a:gd name="connsiteX24" fmla="*/ 69326 w 75654"/>
                <a:gd name="connsiteY24" fmla="*/ 46802 h 74479"/>
                <a:gd name="connsiteX25" fmla="*/ 66365 w 75654"/>
                <a:gd name="connsiteY25" fmla="*/ 49444 h 74479"/>
                <a:gd name="connsiteX26" fmla="*/ 45478 w 75654"/>
                <a:gd name="connsiteY26" fmla="*/ 61665 h 74479"/>
                <a:gd name="connsiteX27" fmla="*/ 33472 w 75654"/>
                <a:gd name="connsiteY27" fmla="*/ 59848 h 74479"/>
                <a:gd name="connsiteX28" fmla="*/ 21631 w 75654"/>
                <a:gd name="connsiteY28" fmla="*/ 58197 h 74479"/>
                <a:gd name="connsiteX29" fmla="*/ 17848 w 75654"/>
                <a:gd name="connsiteY29" fmla="*/ 58362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654" h="74479">
                  <a:moveTo>
                    <a:pt x="17848" y="58362"/>
                  </a:moveTo>
                  <a:cubicBezTo>
                    <a:pt x="22124" y="54068"/>
                    <a:pt x="25084" y="50931"/>
                    <a:pt x="39064" y="39701"/>
                  </a:cubicBezTo>
                  <a:cubicBezTo>
                    <a:pt x="42518" y="36894"/>
                    <a:pt x="54853" y="26985"/>
                    <a:pt x="59622" y="22361"/>
                  </a:cubicBezTo>
                  <a:cubicBezTo>
                    <a:pt x="69655" y="12452"/>
                    <a:pt x="75904" y="4030"/>
                    <a:pt x="75904" y="2048"/>
                  </a:cubicBezTo>
                  <a:cubicBezTo>
                    <a:pt x="75904" y="67"/>
                    <a:pt x="73766" y="67"/>
                    <a:pt x="73108" y="67"/>
                  </a:cubicBezTo>
                  <a:cubicBezTo>
                    <a:pt x="71628" y="67"/>
                    <a:pt x="71135" y="397"/>
                    <a:pt x="70313" y="1718"/>
                  </a:cubicBezTo>
                  <a:cubicBezTo>
                    <a:pt x="65214" y="9315"/>
                    <a:pt x="61760" y="11792"/>
                    <a:pt x="57813" y="11792"/>
                  </a:cubicBezTo>
                  <a:cubicBezTo>
                    <a:pt x="55840" y="11792"/>
                    <a:pt x="53373" y="11627"/>
                    <a:pt x="48439" y="6838"/>
                  </a:cubicBezTo>
                  <a:cubicBezTo>
                    <a:pt x="42847" y="1223"/>
                    <a:pt x="39229" y="67"/>
                    <a:pt x="35446" y="67"/>
                  </a:cubicBezTo>
                  <a:cubicBezTo>
                    <a:pt x="22289" y="67"/>
                    <a:pt x="13407" y="14434"/>
                    <a:pt x="13407" y="19388"/>
                  </a:cubicBezTo>
                  <a:cubicBezTo>
                    <a:pt x="13407" y="20875"/>
                    <a:pt x="15052" y="21370"/>
                    <a:pt x="16203" y="21370"/>
                  </a:cubicBezTo>
                  <a:cubicBezTo>
                    <a:pt x="18177" y="21370"/>
                    <a:pt x="18506" y="20875"/>
                    <a:pt x="19164" y="19058"/>
                  </a:cubicBezTo>
                  <a:cubicBezTo>
                    <a:pt x="21631" y="13278"/>
                    <a:pt x="30841" y="12948"/>
                    <a:pt x="33472" y="12948"/>
                  </a:cubicBezTo>
                  <a:cubicBezTo>
                    <a:pt x="37255" y="12948"/>
                    <a:pt x="41531" y="13939"/>
                    <a:pt x="43834" y="14434"/>
                  </a:cubicBezTo>
                  <a:cubicBezTo>
                    <a:pt x="52879" y="16416"/>
                    <a:pt x="54030" y="16416"/>
                    <a:pt x="58142" y="16416"/>
                  </a:cubicBezTo>
                  <a:cubicBezTo>
                    <a:pt x="53866" y="20875"/>
                    <a:pt x="50906" y="23847"/>
                    <a:pt x="35281" y="36398"/>
                  </a:cubicBezTo>
                  <a:cubicBezTo>
                    <a:pt x="22453" y="46637"/>
                    <a:pt x="18012" y="50765"/>
                    <a:pt x="14888" y="54068"/>
                  </a:cubicBezTo>
                  <a:cubicBezTo>
                    <a:pt x="5020" y="63812"/>
                    <a:pt x="250" y="71078"/>
                    <a:pt x="250" y="72564"/>
                  </a:cubicBezTo>
                  <a:cubicBezTo>
                    <a:pt x="250" y="74546"/>
                    <a:pt x="2388" y="74546"/>
                    <a:pt x="3046" y="74546"/>
                  </a:cubicBezTo>
                  <a:cubicBezTo>
                    <a:pt x="4691" y="74546"/>
                    <a:pt x="5020" y="74216"/>
                    <a:pt x="5842" y="72895"/>
                  </a:cubicBezTo>
                  <a:cubicBezTo>
                    <a:pt x="10283" y="66619"/>
                    <a:pt x="15381" y="62821"/>
                    <a:pt x="20973" y="62821"/>
                  </a:cubicBezTo>
                  <a:cubicBezTo>
                    <a:pt x="22946" y="62821"/>
                    <a:pt x="25413" y="62986"/>
                    <a:pt x="29854" y="67115"/>
                  </a:cubicBezTo>
                  <a:cubicBezTo>
                    <a:pt x="34952" y="72069"/>
                    <a:pt x="38242" y="74546"/>
                    <a:pt x="43505" y="74546"/>
                  </a:cubicBezTo>
                  <a:cubicBezTo>
                    <a:pt x="61102" y="74546"/>
                    <a:pt x="72122" y="54564"/>
                    <a:pt x="72122" y="48949"/>
                  </a:cubicBezTo>
                  <a:cubicBezTo>
                    <a:pt x="72122" y="46967"/>
                    <a:pt x="70313" y="46802"/>
                    <a:pt x="69326" y="46802"/>
                  </a:cubicBezTo>
                  <a:cubicBezTo>
                    <a:pt x="67352" y="46802"/>
                    <a:pt x="67023" y="47628"/>
                    <a:pt x="66365" y="49444"/>
                  </a:cubicBezTo>
                  <a:cubicBezTo>
                    <a:pt x="63241" y="57701"/>
                    <a:pt x="53537" y="61665"/>
                    <a:pt x="45478" y="61665"/>
                  </a:cubicBezTo>
                  <a:cubicBezTo>
                    <a:pt x="41695" y="61665"/>
                    <a:pt x="37584" y="60839"/>
                    <a:pt x="33472" y="59848"/>
                  </a:cubicBezTo>
                  <a:cubicBezTo>
                    <a:pt x="25907" y="58197"/>
                    <a:pt x="24591" y="58197"/>
                    <a:pt x="21631" y="58197"/>
                  </a:cubicBezTo>
                  <a:cubicBezTo>
                    <a:pt x="21302" y="58197"/>
                    <a:pt x="18835" y="58197"/>
                    <a:pt x="17848" y="5836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4" name="Freeform: Shape 3253">
              <a:extLst>
                <a:ext uri="{FF2B5EF4-FFF2-40B4-BE49-F238E27FC236}">
                  <a16:creationId xmlns:a16="http://schemas.microsoft.com/office/drawing/2014/main" id="{5D665A3C-2492-4665-499B-556781040021}"/>
                </a:ext>
              </a:extLst>
            </p:cNvPr>
            <p:cNvSpPr/>
            <p:nvPr>
              <p:custDataLst>
                <p:tags r:id="rId10"/>
              </p:custDataLst>
            </p:nvPr>
          </p:nvSpPr>
          <p:spPr>
            <a:xfrm>
              <a:off x="11914102" y="5472798"/>
              <a:ext cx="622293" cy="9436"/>
            </a:xfrm>
            <a:custGeom>
              <a:avLst/>
              <a:gdLst>
                <a:gd name="connsiteX0" fmla="*/ 0 w 622293"/>
                <a:gd name="connsiteY0" fmla="*/ 0 h 9436"/>
                <a:gd name="connsiteX1" fmla="*/ 622294 w 622293"/>
                <a:gd name="connsiteY1" fmla="*/ 0 h 9436"/>
                <a:gd name="connsiteX2" fmla="*/ 622294 w 622293"/>
                <a:gd name="connsiteY2" fmla="*/ 9436 h 9436"/>
                <a:gd name="connsiteX3" fmla="*/ 0 w 622293"/>
                <a:gd name="connsiteY3" fmla="*/ 9436 h 9436"/>
              </a:gdLst>
              <a:ahLst/>
              <a:cxnLst>
                <a:cxn ang="0">
                  <a:pos x="connsiteX0" y="connsiteY0"/>
                </a:cxn>
                <a:cxn ang="0">
                  <a:pos x="connsiteX1" y="connsiteY1"/>
                </a:cxn>
                <a:cxn ang="0">
                  <a:pos x="connsiteX2" y="connsiteY2"/>
                </a:cxn>
                <a:cxn ang="0">
                  <a:pos x="connsiteX3" y="connsiteY3"/>
                </a:cxn>
              </a:cxnLst>
              <a:rect l="l" t="t" r="r" b="b"/>
              <a:pathLst>
                <a:path w="622293" h="9436">
                  <a:moveTo>
                    <a:pt x="0" y="0"/>
                  </a:moveTo>
                  <a:lnTo>
                    <a:pt x="622294" y="0"/>
                  </a:lnTo>
                  <a:lnTo>
                    <a:pt x="622294" y="9436"/>
                  </a:lnTo>
                  <a:lnTo>
                    <a:pt x="0" y="943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5" name="Freeform: Shape 3254">
              <a:extLst>
                <a:ext uri="{FF2B5EF4-FFF2-40B4-BE49-F238E27FC236}">
                  <a16:creationId xmlns:a16="http://schemas.microsoft.com/office/drawing/2014/main" id="{86BD2187-E4A8-00CF-6188-8950802F30DF}"/>
                </a:ext>
              </a:extLst>
            </p:cNvPr>
            <p:cNvSpPr/>
            <p:nvPr>
              <p:custDataLst>
                <p:tags r:id="rId11"/>
              </p:custDataLst>
            </p:nvPr>
          </p:nvSpPr>
          <p:spPr>
            <a:xfrm>
              <a:off x="11935013" y="5541202"/>
              <a:ext cx="77533" cy="157121"/>
            </a:xfrm>
            <a:custGeom>
              <a:avLst/>
              <a:gdLst>
                <a:gd name="connsiteX0" fmla="*/ 48402 w 77533"/>
                <a:gd name="connsiteY0" fmla="*/ 6218 h 157121"/>
                <a:gd name="connsiteX1" fmla="*/ 42998 w 77533"/>
                <a:gd name="connsiteY1" fmla="*/ 84 h 157121"/>
                <a:gd name="connsiteX2" fmla="*/ 237 w 77533"/>
                <a:gd name="connsiteY2" fmla="*/ 15183 h 157121"/>
                <a:gd name="connsiteX3" fmla="*/ 237 w 77533"/>
                <a:gd name="connsiteY3" fmla="*/ 22496 h 157121"/>
                <a:gd name="connsiteX4" fmla="*/ 31016 w 77533"/>
                <a:gd name="connsiteY4" fmla="*/ 16362 h 157121"/>
                <a:gd name="connsiteX5" fmla="*/ 31016 w 77533"/>
                <a:gd name="connsiteY5" fmla="*/ 138568 h 157121"/>
                <a:gd name="connsiteX6" fmla="*/ 9165 w 77533"/>
                <a:gd name="connsiteY6" fmla="*/ 149892 h 157121"/>
                <a:gd name="connsiteX7" fmla="*/ 1647 w 77533"/>
                <a:gd name="connsiteY7" fmla="*/ 149892 h 157121"/>
                <a:gd name="connsiteX8" fmla="*/ 1647 w 77533"/>
                <a:gd name="connsiteY8" fmla="*/ 157205 h 157121"/>
                <a:gd name="connsiteX9" fmla="*/ 39709 w 77533"/>
                <a:gd name="connsiteY9" fmla="*/ 156497 h 157121"/>
                <a:gd name="connsiteX10" fmla="*/ 77771 w 77533"/>
                <a:gd name="connsiteY10" fmla="*/ 157205 h 157121"/>
                <a:gd name="connsiteX11" fmla="*/ 77771 w 77533"/>
                <a:gd name="connsiteY11" fmla="*/ 149892 h 157121"/>
                <a:gd name="connsiteX12" fmla="*/ 70252 w 77533"/>
                <a:gd name="connsiteY12" fmla="*/ 149892 h 157121"/>
                <a:gd name="connsiteX13" fmla="*/ 48402 w 77533"/>
                <a:gd name="connsiteY13" fmla="*/ 138568 h 157121"/>
                <a:gd name="connsiteX14" fmla="*/ 48402 w 77533"/>
                <a:gd name="connsiteY14" fmla="*/ 6218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533" h="157121">
                  <a:moveTo>
                    <a:pt x="48402" y="6218"/>
                  </a:moveTo>
                  <a:cubicBezTo>
                    <a:pt x="48402" y="556"/>
                    <a:pt x="48402" y="84"/>
                    <a:pt x="42998" y="84"/>
                  </a:cubicBezTo>
                  <a:cubicBezTo>
                    <a:pt x="28431" y="15183"/>
                    <a:pt x="7755" y="15183"/>
                    <a:pt x="237" y="15183"/>
                  </a:cubicBezTo>
                  <a:lnTo>
                    <a:pt x="237" y="22496"/>
                  </a:lnTo>
                  <a:cubicBezTo>
                    <a:pt x="4936" y="22496"/>
                    <a:pt x="18798" y="22496"/>
                    <a:pt x="31016" y="16362"/>
                  </a:cubicBezTo>
                  <a:lnTo>
                    <a:pt x="31016" y="138568"/>
                  </a:lnTo>
                  <a:cubicBezTo>
                    <a:pt x="31016" y="147061"/>
                    <a:pt x="30311" y="149892"/>
                    <a:pt x="9165" y="149892"/>
                  </a:cubicBezTo>
                  <a:lnTo>
                    <a:pt x="1647" y="149892"/>
                  </a:lnTo>
                  <a:lnTo>
                    <a:pt x="1647" y="157205"/>
                  </a:lnTo>
                  <a:cubicBezTo>
                    <a:pt x="9870" y="156497"/>
                    <a:pt x="30311" y="156497"/>
                    <a:pt x="39709" y="156497"/>
                  </a:cubicBezTo>
                  <a:cubicBezTo>
                    <a:pt x="49107" y="156497"/>
                    <a:pt x="69547" y="156497"/>
                    <a:pt x="77771" y="157205"/>
                  </a:cubicBezTo>
                  <a:lnTo>
                    <a:pt x="77771" y="149892"/>
                  </a:lnTo>
                  <a:lnTo>
                    <a:pt x="70252" y="149892"/>
                  </a:lnTo>
                  <a:cubicBezTo>
                    <a:pt x="49107" y="149892"/>
                    <a:pt x="48402" y="147297"/>
                    <a:pt x="48402" y="138568"/>
                  </a:cubicBezTo>
                  <a:lnTo>
                    <a:pt x="48402" y="621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6" name="Freeform: Shape 3255">
              <a:extLst>
                <a:ext uri="{FF2B5EF4-FFF2-40B4-BE49-F238E27FC236}">
                  <a16:creationId xmlns:a16="http://schemas.microsoft.com/office/drawing/2014/main" id="{5E3CE2F0-F8F3-D782-F608-A7AE09D47746}"/>
                </a:ext>
              </a:extLst>
            </p:cNvPr>
            <p:cNvSpPr/>
            <p:nvPr>
              <p:custDataLst>
                <p:tags r:id="rId12"/>
              </p:custDataLst>
            </p:nvPr>
          </p:nvSpPr>
          <p:spPr>
            <a:xfrm>
              <a:off x="12096946" y="5560783"/>
              <a:ext cx="156242" cy="157121"/>
            </a:xfrm>
            <a:custGeom>
              <a:avLst/>
              <a:gdLst>
                <a:gd name="connsiteX0" fmla="*/ 83182 w 156242"/>
                <a:gd name="connsiteY0" fmla="*/ 83363 h 157121"/>
                <a:gd name="connsiteX1" fmla="*/ 148733 w 156242"/>
                <a:gd name="connsiteY1" fmla="*/ 83363 h 157121"/>
                <a:gd name="connsiteX2" fmla="*/ 156487 w 156242"/>
                <a:gd name="connsiteY2" fmla="*/ 78645 h 157121"/>
                <a:gd name="connsiteX3" fmla="*/ 148733 w 156242"/>
                <a:gd name="connsiteY3" fmla="*/ 73926 h 157121"/>
                <a:gd name="connsiteX4" fmla="*/ 83182 w 156242"/>
                <a:gd name="connsiteY4" fmla="*/ 73926 h 157121"/>
                <a:gd name="connsiteX5" fmla="*/ 83182 w 156242"/>
                <a:gd name="connsiteY5" fmla="*/ 7869 h 157121"/>
                <a:gd name="connsiteX6" fmla="*/ 78483 w 156242"/>
                <a:gd name="connsiteY6" fmla="*/ 84 h 157121"/>
                <a:gd name="connsiteX7" fmla="*/ 73784 w 156242"/>
                <a:gd name="connsiteY7" fmla="*/ 7869 h 157121"/>
                <a:gd name="connsiteX8" fmla="*/ 73784 w 156242"/>
                <a:gd name="connsiteY8" fmla="*/ 73926 h 157121"/>
                <a:gd name="connsiteX9" fmla="*/ 7998 w 156242"/>
                <a:gd name="connsiteY9" fmla="*/ 73926 h 157121"/>
                <a:gd name="connsiteX10" fmla="*/ 244 w 156242"/>
                <a:gd name="connsiteY10" fmla="*/ 78645 h 157121"/>
                <a:gd name="connsiteX11" fmla="*/ 7998 w 156242"/>
                <a:gd name="connsiteY11" fmla="*/ 83363 h 157121"/>
                <a:gd name="connsiteX12" fmla="*/ 73784 w 156242"/>
                <a:gd name="connsiteY12" fmla="*/ 83363 h 157121"/>
                <a:gd name="connsiteX13" fmla="*/ 73784 w 156242"/>
                <a:gd name="connsiteY13" fmla="*/ 149420 h 157121"/>
                <a:gd name="connsiteX14" fmla="*/ 78483 w 156242"/>
                <a:gd name="connsiteY14" fmla="*/ 157205 h 157121"/>
                <a:gd name="connsiteX15" fmla="*/ 83182 w 156242"/>
                <a:gd name="connsiteY15" fmla="*/ 149420 h 157121"/>
                <a:gd name="connsiteX16" fmla="*/ 83182 w 156242"/>
                <a:gd name="connsiteY16" fmla="*/ 83363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6242" h="157121">
                  <a:moveTo>
                    <a:pt x="83182" y="83363"/>
                  </a:moveTo>
                  <a:lnTo>
                    <a:pt x="148733" y="83363"/>
                  </a:lnTo>
                  <a:cubicBezTo>
                    <a:pt x="152022" y="83363"/>
                    <a:pt x="156487" y="83363"/>
                    <a:pt x="156487" y="78645"/>
                  </a:cubicBezTo>
                  <a:cubicBezTo>
                    <a:pt x="156487" y="73926"/>
                    <a:pt x="152022" y="73926"/>
                    <a:pt x="148733" y="73926"/>
                  </a:cubicBezTo>
                  <a:lnTo>
                    <a:pt x="83182" y="73926"/>
                  </a:lnTo>
                  <a:lnTo>
                    <a:pt x="83182" y="7869"/>
                  </a:lnTo>
                  <a:cubicBezTo>
                    <a:pt x="83182" y="4566"/>
                    <a:pt x="83182" y="84"/>
                    <a:pt x="78483" y="84"/>
                  </a:cubicBezTo>
                  <a:cubicBezTo>
                    <a:pt x="73784" y="84"/>
                    <a:pt x="73784" y="4566"/>
                    <a:pt x="73784" y="7869"/>
                  </a:cubicBezTo>
                  <a:lnTo>
                    <a:pt x="73784" y="73926"/>
                  </a:lnTo>
                  <a:lnTo>
                    <a:pt x="7998" y="73926"/>
                  </a:lnTo>
                  <a:cubicBezTo>
                    <a:pt x="4708" y="73926"/>
                    <a:pt x="244" y="73926"/>
                    <a:pt x="244" y="78645"/>
                  </a:cubicBezTo>
                  <a:cubicBezTo>
                    <a:pt x="244" y="83363"/>
                    <a:pt x="4708" y="83363"/>
                    <a:pt x="7998" y="83363"/>
                  </a:cubicBezTo>
                  <a:lnTo>
                    <a:pt x="73784" y="83363"/>
                  </a:lnTo>
                  <a:lnTo>
                    <a:pt x="73784" y="149420"/>
                  </a:lnTo>
                  <a:cubicBezTo>
                    <a:pt x="73784" y="152723"/>
                    <a:pt x="73784" y="157205"/>
                    <a:pt x="78483" y="157205"/>
                  </a:cubicBezTo>
                  <a:cubicBezTo>
                    <a:pt x="83182" y="157205"/>
                    <a:pt x="83182" y="152723"/>
                    <a:pt x="83182" y="149420"/>
                  </a:cubicBezTo>
                  <a:lnTo>
                    <a:pt x="83182" y="8336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7" name="Freeform: Shape 3256">
              <a:extLst>
                <a:ext uri="{FF2B5EF4-FFF2-40B4-BE49-F238E27FC236}">
                  <a16:creationId xmlns:a16="http://schemas.microsoft.com/office/drawing/2014/main" id="{E3F9C987-01AE-1C5D-B1D9-6170D7E6167D}"/>
                </a:ext>
              </a:extLst>
            </p:cNvPr>
            <p:cNvSpPr/>
            <p:nvPr>
              <p:custDataLst>
                <p:tags r:id="rId13"/>
              </p:custDataLst>
            </p:nvPr>
          </p:nvSpPr>
          <p:spPr>
            <a:xfrm>
              <a:off x="12329546" y="5594047"/>
              <a:ext cx="90221" cy="106870"/>
            </a:xfrm>
            <a:custGeom>
              <a:avLst/>
              <a:gdLst>
                <a:gd name="connsiteX0" fmla="*/ 33382 w 90221"/>
                <a:gd name="connsiteY0" fmla="*/ 49863 h 106870"/>
                <a:gd name="connsiteX1" fmla="*/ 69330 w 90221"/>
                <a:gd name="connsiteY1" fmla="*/ 44436 h 106870"/>
                <a:gd name="connsiteX2" fmla="*/ 86951 w 90221"/>
                <a:gd name="connsiteY2" fmla="*/ 20137 h 106870"/>
                <a:gd name="connsiteX3" fmla="*/ 61811 w 90221"/>
                <a:gd name="connsiteY3" fmla="*/ 84 h 106870"/>
                <a:gd name="connsiteX4" fmla="*/ 254 w 90221"/>
                <a:gd name="connsiteY4" fmla="*/ 64254 h 106870"/>
                <a:gd name="connsiteX5" fmla="*/ 37141 w 90221"/>
                <a:gd name="connsiteY5" fmla="*/ 106955 h 106870"/>
                <a:gd name="connsiteX6" fmla="*/ 90475 w 90221"/>
                <a:gd name="connsiteY6" fmla="*/ 79116 h 106870"/>
                <a:gd name="connsiteX7" fmla="*/ 87656 w 90221"/>
                <a:gd name="connsiteY7" fmla="*/ 76049 h 106870"/>
                <a:gd name="connsiteX8" fmla="*/ 84601 w 90221"/>
                <a:gd name="connsiteY8" fmla="*/ 78409 h 106870"/>
                <a:gd name="connsiteX9" fmla="*/ 37611 w 90221"/>
                <a:gd name="connsiteY9" fmla="*/ 101764 h 106870"/>
                <a:gd name="connsiteX10" fmla="*/ 17171 w 90221"/>
                <a:gd name="connsiteY10" fmla="*/ 74398 h 106870"/>
                <a:gd name="connsiteX11" fmla="*/ 20930 w 90221"/>
                <a:gd name="connsiteY11" fmla="*/ 49863 h 106870"/>
                <a:gd name="connsiteX12" fmla="*/ 33382 w 90221"/>
                <a:gd name="connsiteY12" fmla="*/ 49863 h 106870"/>
                <a:gd name="connsiteX13" fmla="*/ 22340 w 90221"/>
                <a:gd name="connsiteY13" fmla="*/ 44672 h 106870"/>
                <a:gd name="connsiteX14" fmla="*/ 61811 w 90221"/>
                <a:gd name="connsiteY14" fmla="*/ 5274 h 106870"/>
                <a:gd name="connsiteX15" fmla="*/ 79198 w 90221"/>
                <a:gd name="connsiteY15" fmla="*/ 20137 h 106870"/>
                <a:gd name="connsiteX16" fmla="*/ 31972 w 90221"/>
                <a:gd name="connsiteY16" fmla="*/ 44672 h 106870"/>
                <a:gd name="connsiteX17" fmla="*/ 22340 w 90221"/>
                <a:gd name="connsiteY17" fmla="*/ 44672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221" h="106870">
                  <a:moveTo>
                    <a:pt x="33382" y="49863"/>
                  </a:moveTo>
                  <a:cubicBezTo>
                    <a:pt x="40196" y="49863"/>
                    <a:pt x="57582" y="49391"/>
                    <a:pt x="69330" y="44436"/>
                  </a:cubicBezTo>
                  <a:cubicBezTo>
                    <a:pt x="85776" y="37359"/>
                    <a:pt x="86951" y="23440"/>
                    <a:pt x="86951" y="20137"/>
                  </a:cubicBezTo>
                  <a:cubicBezTo>
                    <a:pt x="86951" y="9757"/>
                    <a:pt x="78023" y="84"/>
                    <a:pt x="61811" y="84"/>
                  </a:cubicBezTo>
                  <a:cubicBezTo>
                    <a:pt x="35732" y="84"/>
                    <a:pt x="254" y="22968"/>
                    <a:pt x="254" y="64254"/>
                  </a:cubicBezTo>
                  <a:cubicBezTo>
                    <a:pt x="254" y="88317"/>
                    <a:pt x="14116" y="106955"/>
                    <a:pt x="37141" y="106955"/>
                  </a:cubicBezTo>
                  <a:cubicBezTo>
                    <a:pt x="70739" y="106955"/>
                    <a:pt x="90475" y="81947"/>
                    <a:pt x="90475" y="79116"/>
                  </a:cubicBezTo>
                  <a:cubicBezTo>
                    <a:pt x="90475" y="77701"/>
                    <a:pt x="89066" y="76049"/>
                    <a:pt x="87656" y="76049"/>
                  </a:cubicBezTo>
                  <a:cubicBezTo>
                    <a:pt x="86481" y="76049"/>
                    <a:pt x="86011" y="76521"/>
                    <a:pt x="84601" y="78409"/>
                  </a:cubicBezTo>
                  <a:cubicBezTo>
                    <a:pt x="66040" y="101764"/>
                    <a:pt x="40431" y="101764"/>
                    <a:pt x="37611" y="101764"/>
                  </a:cubicBezTo>
                  <a:cubicBezTo>
                    <a:pt x="19285" y="101764"/>
                    <a:pt x="17171" y="81947"/>
                    <a:pt x="17171" y="74398"/>
                  </a:cubicBezTo>
                  <a:cubicBezTo>
                    <a:pt x="17171" y="71567"/>
                    <a:pt x="17406" y="64254"/>
                    <a:pt x="20930" y="49863"/>
                  </a:cubicBezTo>
                  <a:lnTo>
                    <a:pt x="33382" y="49863"/>
                  </a:lnTo>
                  <a:close/>
                  <a:moveTo>
                    <a:pt x="22340" y="44672"/>
                  </a:moveTo>
                  <a:cubicBezTo>
                    <a:pt x="31503" y="8813"/>
                    <a:pt x="55703" y="5274"/>
                    <a:pt x="61811" y="5274"/>
                  </a:cubicBezTo>
                  <a:cubicBezTo>
                    <a:pt x="72854" y="5274"/>
                    <a:pt x="79198" y="12116"/>
                    <a:pt x="79198" y="20137"/>
                  </a:cubicBezTo>
                  <a:cubicBezTo>
                    <a:pt x="79198" y="44672"/>
                    <a:pt x="41605" y="44672"/>
                    <a:pt x="31972" y="44672"/>
                  </a:cubicBezTo>
                  <a:lnTo>
                    <a:pt x="22340" y="4467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58" name="Freeform: Shape 3257">
              <a:extLst>
                <a:ext uri="{FF2B5EF4-FFF2-40B4-BE49-F238E27FC236}">
                  <a16:creationId xmlns:a16="http://schemas.microsoft.com/office/drawing/2014/main" id="{51C59407-065D-A471-4F60-1BFA2737452A}"/>
                </a:ext>
              </a:extLst>
            </p:cNvPr>
            <p:cNvSpPr/>
            <p:nvPr>
              <p:custDataLst>
                <p:tags r:id="rId14"/>
              </p:custDataLst>
            </p:nvPr>
          </p:nvSpPr>
          <p:spPr>
            <a:xfrm>
              <a:off x="12438170" y="5557341"/>
              <a:ext cx="75654" cy="74479"/>
            </a:xfrm>
            <a:custGeom>
              <a:avLst/>
              <a:gdLst>
                <a:gd name="connsiteX0" fmla="*/ 17857 w 75654"/>
                <a:gd name="connsiteY0" fmla="*/ 58376 h 74479"/>
                <a:gd name="connsiteX1" fmla="*/ 39073 w 75654"/>
                <a:gd name="connsiteY1" fmla="*/ 39715 h 74479"/>
                <a:gd name="connsiteX2" fmla="*/ 59631 w 75654"/>
                <a:gd name="connsiteY2" fmla="*/ 22375 h 74479"/>
                <a:gd name="connsiteX3" fmla="*/ 75913 w 75654"/>
                <a:gd name="connsiteY3" fmla="*/ 2063 h 74479"/>
                <a:gd name="connsiteX4" fmla="*/ 73117 w 75654"/>
                <a:gd name="connsiteY4" fmla="*/ 81 h 74479"/>
                <a:gd name="connsiteX5" fmla="*/ 70321 w 75654"/>
                <a:gd name="connsiteY5" fmla="*/ 1732 h 74479"/>
                <a:gd name="connsiteX6" fmla="*/ 57822 w 75654"/>
                <a:gd name="connsiteY6" fmla="*/ 11806 h 74479"/>
                <a:gd name="connsiteX7" fmla="*/ 48447 w 75654"/>
                <a:gd name="connsiteY7" fmla="*/ 6852 h 74479"/>
                <a:gd name="connsiteX8" fmla="*/ 35454 w 75654"/>
                <a:gd name="connsiteY8" fmla="*/ 81 h 74479"/>
                <a:gd name="connsiteX9" fmla="*/ 13416 w 75654"/>
                <a:gd name="connsiteY9" fmla="*/ 19403 h 74479"/>
                <a:gd name="connsiteX10" fmla="*/ 16212 w 75654"/>
                <a:gd name="connsiteY10" fmla="*/ 21384 h 74479"/>
                <a:gd name="connsiteX11" fmla="*/ 19172 w 75654"/>
                <a:gd name="connsiteY11" fmla="*/ 19072 h 74479"/>
                <a:gd name="connsiteX12" fmla="*/ 33481 w 75654"/>
                <a:gd name="connsiteY12" fmla="*/ 12962 h 74479"/>
                <a:gd name="connsiteX13" fmla="*/ 43842 w 75654"/>
                <a:gd name="connsiteY13" fmla="*/ 14448 h 74479"/>
                <a:gd name="connsiteX14" fmla="*/ 58151 w 75654"/>
                <a:gd name="connsiteY14" fmla="*/ 16430 h 74479"/>
                <a:gd name="connsiteX15" fmla="*/ 35290 w 75654"/>
                <a:gd name="connsiteY15" fmla="*/ 36412 h 74479"/>
                <a:gd name="connsiteX16" fmla="*/ 14896 w 75654"/>
                <a:gd name="connsiteY16" fmla="*/ 54083 h 74479"/>
                <a:gd name="connsiteX17" fmla="*/ 259 w 75654"/>
                <a:gd name="connsiteY17" fmla="*/ 72579 h 74479"/>
                <a:gd name="connsiteX18" fmla="*/ 3055 w 75654"/>
                <a:gd name="connsiteY18" fmla="*/ 74560 h 74479"/>
                <a:gd name="connsiteX19" fmla="*/ 5851 w 75654"/>
                <a:gd name="connsiteY19" fmla="*/ 72909 h 74479"/>
                <a:gd name="connsiteX20" fmla="*/ 20981 w 75654"/>
                <a:gd name="connsiteY20" fmla="*/ 62835 h 74479"/>
                <a:gd name="connsiteX21" fmla="*/ 29863 w 75654"/>
                <a:gd name="connsiteY21" fmla="*/ 67129 h 74479"/>
                <a:gd name="connsiteX22" fmla="*/ 43513 w 75654"/>
                <a:gd name="connsiteY22" fmla="*/ 74560 h 74479"/>
                <a:gd name="connsiteX23" fmla="*/ 72130 w 75654"/>
                <a:gd name="connsiteY23" fmla="*/ 48963 h 74479"/>
                <a:gd name="connsiteX24" fmla="*/ 69334 w 75654"/>
                <a:gd name="connsiteY24" fmla="*/ 46816 h 74479"/>
                <a:gd name="connsiteX25" fmla="*/ 66374 w 75654"/>
                <a:gd name="connsiteY25" fmla="*/ 49459 h 74479"/>
                <a:gd name="connsiteX26" fmla="*/ 45487 w 75654"/>
                <a:gd name="connsiteY26" fmla="*/ 61679 h 74479"/>
                <a:gd name="connsiteX27" fmla="*/ 33481 w 75654"/>
                <a:gd name="connsiteY27" fmla="*/ 59863 h 74479"/>
                <a:gd name="connsiteX28" fmla="*/ 21639 w 75654"/>
                <a:gd name="connsiteY28" fmla="*/ 58211 h 74479"/>
                <a:gd name="connsiteX29" fmla="*/ 17857 w 75654"/>
                <a:gd name="connsiteY29" fmla="*/ 58376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654" h="74479">
                  <a:moveTo>
                    <a:pt x="17857" y="58376"/>
                  </a:moveTo>
                  <a:cubicBezTo>
                    <a:pt x="22133" y="54083"/>
                    <a:pt x="25093" y="50945"/>
                    <a:pt x="39073" y="39715"/>
                  </a:cubicBezTo>
                  <a:cubicBezTo>
                    <a:pt x="42526" y="36908"/>
                    <a:pt x="54861" y="26999"/>
                    <a:pt x="59631" y="22375"/>
                  </a:cubicBezTo>
                  <a:cubicBezTo>
                    <a:pt x="69663" y="12467"/>
                    <a:pt x="75913" y="4044"/>
                    <a:pt x="75913" y="2063"/>
                  </a:cubicBezTo>
                  <a:cubicBezTo>
                    <a:pt x="75913" y="81"/>
                    <a:pt x="73775" y="81"/>
                    <a:pt x="73117" y="81"/>
                  </a:cubicBezTo>
                  <a:cubicBezTo>
                    <a:pt x="71637" y="81"/>
                    <a:pt x="71143" y="411"/>
                    <a:pt x="70321" y="1732"/>
                  </a:cubicBezTo>
                  <a:cubicBezTo>
                    <a:pt x="65223" y="9329"/>
                    <a:pt x="61769" y="11806"/>
                    <a:pt x="57822" y="11806"/>
                  </a:cubicBezTo>
                  <a:cubicBezTo>
                    <a:pt x="55848" y="11806"/>
                    <a:pt x="53381" y="11641"/>
                    <a:pt x="48447" y="6852"/>
                  </a:cubicBezTo>
                  <a:cubicBezTo>
                    <a:pt x="42855" y="1237"/>
                    <a:pt x="39237" y="81"/>
                    <a:pt x="35454" y="81"/>
                  </a:cubicBezTo>
                  <a:cubicBezTo>
                    <a:pt x="22297" y="81"/>
                    <a:pt x="13416" y="14448"/>
                    <a:pt x="13416" y="19403"/>
                  </a:cubicBezTo>
                  <a:cubicBezTo>
                    <a:pt x="13416" y="20889"/>
                    <a:pt x="15061" y="21384"/>
                    <a:pt x="16212" y="21384"/>
                  </a:cubicBezTo>
                  <a:cubicBezTo>
                    <a:pt x="18185" y="21384"/>
                    <a:pt x="18514" y="20889"/>
                    <a:pt x="19172" y="19072"/>
                  </a:cubicBezTo>
                  <a:cubicBezTo>
                    <a:pt x="21639" y="13292"/>
                    <a:pt x="30849" y="12962"/>
                    <a:pt x="33481" y="12962"/>
                  </a:cubicBezTo>
                  <a:cubicBezTo>
                    <a:pt x="37264" y="12962"/>
                    <a:pt x="41540" y="13953"/>
                    <a:pt x="43842" y="14448"/>
                  </a:cubicBezTo>
                  <a:cubicBezTo>
                    <a:pt x="52888" y="16430"/>
                    <a:pt x="54039" y="16430"/>
                    <a:pt x="58151" y="16430"/>
                  </a:cubicBezTo>
                  <a:cubicBezTo>
                    <a:pt x="53875" y="20889"/>
                    <a:pt x="50914" y="23862"/>
                    <a:pt x="35290" y="36412"/>
                  </a:cubicBezTo>
                  <a:cubicBezTo>
                    <a:pt x="22462" y="46651"/>
                    <a:pt x="18021" y="50780"/>
                    <a:pt x="14896" y="54083"/>
                  </a:cubicBezTo>
                  <a:cubicBezTo>
                    <a:pt x="5028" y="63826"/>
                    <a:pt x="259" y="71092"/>
                    <a:pt x="259" y="72579"/>
                  </a:cubicBezTo>
                  <a:cubicBezTo>
                    <a:pt x="259" y="74560"/>
                    <a:pt x="2397" y="74560"/>
                    <a:pt x="3055" y="74560"/>
                  </a:cubicBezTo>
                  <a:cubicBezTo>
                    <a:pt x="4699" y="74560"/>
                    <a:pt x="5028" y="74230"/>
                    <a:pt x="5851" y="72909"/>
                  </a:cubicBezTo>
                  <a:cubicBezTo>
                    <a:pt x="10291" y="66633"/>
                    <a:pt x="15390" y="62835"/>
                    <a:pt x="20981" y="62835"/>
                  </a:cubicBezTo>
                  <a:cubicBezTo>
                    <a:pt x="22955" y="62835"/>
                    <a:pt x="25422" y="63000"/>
                    <a:pt x="29863" y="67129"/>
                  </a:cubicBezTo>
                  <a:cubicBezTo>
                    <a:pt x="34961" y="72083"/>
                    <a:pt x="38250" y="74560"/>
                    <a:pt x="43513" y="74560"/>
                  </a:cubicBezTo>
                  <a:cubicBezTo>
                    <a:pt x="61111" y="74560"/>
                    <a:pt x="72130" y="54578"/>
                    <a:pt x="72130" y="48963"/>
                  </a:cubicBezTo>
                  <a:cubicBezTo>
                    <a:pt x="72130" y="46982"/>
                    <a:pt x="70321" y="46816"/>
                    <a:pt x="69334" y="46816"/>
                  </a:cubicBezTo>
                  <a:cubicBezTo>
                    <a:pt x="67361" y="46816"/>
                    <a:pt x="67032" y="47642"/>
                    <a:pt x="66374" y="49459"/>
                  </a:cubicBezTo>
                  <a:cubicBezTo>
                    <a:pt x="63249" y="57716"/>
                    <a:pt x="53546" y="61679"/>
                    <a:pt x="45487" y="61679"/>
                  </a:cubicBezTo>
                  <a:cubicBezTo>
                    <a:pt x="41704" y="61679"/>
                    <a:pt x="37592" y="60853"/>
                    <a:pt x="33481" y="59863"/>
                  </a:cubicBezTo>
                  <a:cubicBezTo>
                    <a:pt x="25915" y="58211"/>
                    <a:pt x="24600" y="58211"/>
                    <a:pt x="21639" y="58211"/>
                  </a:cubicBezTo>
                  <a:cubicBezTo>
                    <a:pt x="21310" y="58211"/>
                    <a:pt x="18843" y="58211"/>
                    <a:pt x="17857" y="5837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3295" name="TextBox 3294">
            <a:extLst>
              <a:ext uri="{FF2B5EF4-FFF2-40B4-BE49-F238E27FC236}">
                <a16:creationId xmlns:a16="http://schemas.microsoft.com/office/drawing/2014/main" id="{8EF9BB7E-CAAE-40B3-D68A-546D6E59292D}"/>
              </a:ext>
            </a:extLst>
          </p:cNvPr>
          <p:cNvSpPr txBox="1"/>
          <p:nvPr/>
        </p:nvSpPr>
        <p:spPr>
          <a:xfrm>
            <a:off x="2463729" y="3048826"/>
            <a:ext cx="1919109" cy="338554"/>
          </a:xfrm>
          <a:prstGeom prst="rect">
            <a:avLst/>
          </a:prstGeom>
          <a:noFill/>
        </p:spPr>
        <p:txBody>
          <a:bodyPr wrap="square">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0000"/>
                </a:solidFill>
                <a:effectLst/>
                <a:uLnTx/>
                <a:uFillTx/>
                <a:latin typeface="Aptos" panose="020B0004020202020204"/>
                <a:ea typeface="+mn-ea"/>
                <a:cs typeface="+mn-cs"/>
              </a:rPr>
              <a:t>Normal function</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96" name="TextBox 3295">
            <a:extLst>
              <a:ext uri="{FF2B5EF4-FFF2-40B4-BE49-F238E27FC236}">
                <a16:creationId xmlns:a16="http://schemas.microsoft.com/office/drawing/2014/main" id="{7835E1D2-0050-5EAC-F779-DAAC100873A9}"/>
              </a:ext>
            </a:extLst>
          </p:cNvPr>
          <p:cNvSpPr txBox="1"/>
          <p:nvPr/>
        </p:nvSpPr>
        <p:spPr>
          <a:xfrm>
            <a:off x="7868341" y="3089891"/>
            <a:ext cx="2692794" cy="338554"/>
          </a:xfrm>
          <a:prstGeom prst="rect">
            <a:avLst/>
          </a:prstGeom>
          <a:noFill/>
        </p:spPr>
        <p:txBody>
          <a:bodyPr wrap="square">
            <a:spAutoFit/>
          </a:bodyPr>
          <a:lstStyle>
            <a:defPPr>
              <a:defRPr lang="en-US"/>
            </a:defPPr>
            <a:lvl1pPr>
              <a:defRPr sz="14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0000"/>
                </a:solidFill>
                <a:effectLst/>
                <a:uLnTx/>
                <a:uFillTx/>
                <a:latin typeface="Aptos" panose="020B0004020202020204"/>
                <a:ea typeface="+mn-ea"/>
                <a:cs typeface="+mn-cs"/>
              </a:rPr>
              <a:t>Logistic function</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99" name="TextBox 3298">
            <a:extLst>
              <a:ext uri="{FF2B5EF4-FFF2-40B4-BE49-F238E27FC236}">
                <a16:creationId xmlns:a16="http://schemas.microsoft.com/office/drawing/2014/main" id="{B3B7D276-2022-2215-F9E1-A3D459371F9A}"/>
              </a:ext>
            </a:extLst>
          </p:cNvPr>
          <p:cNvSpPr txBox="1"/>
          <p:nvPr/>
        </p:nvSpPr>
        <p:spPr>
          <a:xfrm>
            <a:off x="1055132" y="4803579"/>
            <a:ext cx="1631584" cy="938719"/>
          </a:xfrm>
          <a:prstGeom prst="rect">
            <a:avLst/>
          </a:prstGeom>
          <a:noFill/>
        </p:spPr>
        <p:txBody>
          <a:bodyPr wrap="square">
            <a:spAutoFit/>
          </a:bodyPr>
          <a:lstStyle>
            <a:defPPr>
              <a:defRPr lang="en-US"/>
            </a:defPPr>
            <a:lvl1pPr>
              <a:defRPr sz="1100" b="1"/>
            </a:lvl1pPr>
          </a:lstStyle>
          <a:p>
            <a:pPr lvl="0">
              <a:defRPr/>
            </a:pPr>
            <a:r>
              <a:rPr lang="en-US" b="0">
                <a:solidFill>
                  <a:prstClr val="black"/>
                </a:solidFill>
              </a:rPr>
              <a:t>The probability that a standard normal random variable takes a value less than or equal to z.</a:t>
            </a: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3301" name="Connector: Elbow 3300">
            <a:extLst>
              <a:ext uri="{FF2B5EF4-FFF2-40B4-BE49-F238E27FC236}">
                <a16:creationId xmlns:a16="http://schemas.microsoft.com/office/drawing/2014/main" id="{D30BE8C2-23EB-D2F7-028D-E989B6274419}"/>
              </a:ext>
            </a:extLst>
          </p:cNvPr>
          <p:cNvCxnSpPr>
            <a:cxnSpLocks/>
          </p:cNvCxnSpPr>
          <p:nvPr/>
        </p:nvCxnSpPr>
        <p:spPr>
          <a:xfrm flipH="1">
            <a:off x="1128150" y="3932985"/>
            <a:ext cx="290469" cy="1578723"/>
          </a:xfrm>
          <a:prstGeom prst="bentConnector5">
            <a:avLst>
              <a:gd name="adj1" fmla="val 0"/>
              <a:gd name="adj2" fmla="val 35155"/>
              <a:gd name="adj3" fmla="val 178700"/>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11" name="TextBox 3310">
                <a:extLst>
                  <a:ext uri="{FF2B5EF4-FFF2-40B4-BE49-F238E27FC236}">
                    <a16:creationId xmlns:a16="http://schemas.microsoft.com/office/drawing/2014/main" id="{6F784A6A-BD96-AB17-24B1-F1CA081BF036}"/>
                  </a:ext>
                </a:extLst>
              </p:cNvPr>
              <p:cNvSpPr txBox="1"/>
              <p:nvPr/>
            </p:nvSpPr>
            <p:spPr>
              <a:xfrm>
                <a:off x="2825782" y="5012424"/>
                <a:ext cx="1751686" cy="1119089"/>
              </a:xfrm>
              <a:prstGeom prst="rect">
                <a:avLst/>
              </a:prstGeom>
              <a:noFill/>
            </p:spPr>
            <p:txBody>
              <a:bodyPr wrap="square">
                <a:spAutoFit/>
              </a:bodyPr>
              <a:lstStyle>
                <a:defPPr>
                  <a:defRPr lang="en-US"/>
                </a:defPPr>
                <a:lvl1pPr>
                  <a:defRPr sz="1100" b="0"/>
                </a:lvl1pPr>
              </a:lstStyle>
              <a:p>
                <a:pPr lvl="0">
                  <a:defRPr/>
                </a:pPr>
                <a:r>
                  <a:rPr lang="en-US">
                    <a:solidFill>
                      <a:prstClr val="black"/>
                    </a:solidFill>
                  </a:rPr>
                  <a:t>The probability that a standard normal random variable takes a value less than or equal to z.</a:t>
                </a:r>
              </a:p>
              <a:p>
                <a:pPr lvl="0">
                  <a:defRPr/>
                </a:pPr>
                <a14:m>
                  <m:oMathPara xmlns:m="http://schemas.openxmlformats.org/officeDocument/2006/math">
                    <m:oMathParaPr>
                      <m:jc m:val="centerGroup"/>
                    </m:oMathParaPr>
                    <m:oMath xmlns:m="http://schemas.openxmlformats.org/officeDocument/2006/math">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𝜙</m:t>
                      </m:r>
                      <m:d>
                        <m:dPr>
                          <m:ctrl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d>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ad>
                            <m:radPr>
                              <m:degHide m:val="on"/>
                              <m:ctrl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e>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𝜋</m:t>
                              </m:r>
                            </m:e>
                          </m:rad>
                        </m:den>
                      </m:f>
                      <m:sSup>
                        <m:sSupPr>
                          <m:ctrl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p>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p>
                            <m:sSupPr>
                              <m:ctrl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p>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r>
                            <m:rPr>
                              <m:lit/>
                            </m:r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m:oMathPara>
                </a14:m>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mc:Choice>
        <mc:Fallback xmlns="">
          <p:sp>
            <p:nvSpPr>
              <p:cNvPr id="3311" name="TextBox 3310">
                <a:extLst>
                  <a:ext uri="{FF2B5EF4-FFF2-40B4-BE49-F238E27FC236}">
                    <a16:creationId xmlns:a16="http://schemas.microsoft.com/office/drawing/2014/main" id="{6F784A6A-BD96-AB17-24B1-F1CA081BF036}"/>
                  </a:ext>
                </a:extLst>
              </p:cNvPr>
              <p:cNvSpPr txBox="1">
                <a:spLocks noRot="1" noChangeAspect="1" noMove="1" noResize="1" noEditPoints="1" noAdjustHandles="1" noChangeArrowheads="1" noChangeShapeType="1" noTextEdit="1"/>
              </p:cNvSpPr>
              <p:nvPr/>
            </p:nvSpPr>
            <p:spPr>
              <a:xfrm>
                <a:off x="2825782" y="5012424"/>
                <a:ext cx="1751686" cy="1119089"/>
              </a:xfrm>
              <a:prstGeom prst="rect">
                <a:avLst/>
              </a:prstGeom>
              <a:blipFill>
                <a:blip r:embed="rId51"/>
                <a:stretch>
                  <a:fillRect t="-543"/>
                </a:stretch>
              </a:blipFill>
            </p:spPr>
            <p:txBody>
              <a:bodyPr/>
              <a:lstStyle/>
              <a:p>
                <a:r>
                  <a:rPr lang="en-US">
                    <a:noFill/>
                  </a:rPr>
                  <a:t> </a:t>
                </a:r>
              </a:p>
            </p:txBody>
          </p:sp>
        </mc:Fallback>
      </mc:AlternateContent>
      <p:cxnSp>
        <p:nvCxnSpPr>
          <p:cNvPr id="3314" name="Connector: Elbow 3313">
            <a:extLst>
              <a:ext uri="{FF2B5EF4-FFF2-40B4-BE49-F238E27FC236}">
                <a16:creationId xmlns:a16="http://schemas.microsoft.com/office/drawing/2014/main" id="{31114DB1-3974-69DA-6087-62979F63FA61}"/>
              </a:ext>
            </a:extLst>
          </p:cNvPr>
          <p:cNvCxnSpPr>
            <a:cxnSpLocks/>
          </p:cNvCxnSpPr>
          <p:nvPr/>
        </p:nvCxnSpPr>
        <p:spPr>
          <a:xfrm>
            <a:off x="2686716" y="3981112"/>
            <a:ext cx="139066" cy="1478730"/>
          </a:xfrm>
          <a:prstGeom prst="bentConnector3">
            <a:avLst>
              <a:gd name="adj1" fmla="val -4794"/>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322" name="TextBox 3321">
            <a:extLst>
              <a:ext uri="{FF2B5EF4-FFF2-40B4-BE49-F238E27FC236}">
                <a16:creationId xmlns:a16="http://schemas.microsoft.com/office/drawing/2014/main" id="{8CAAC0D9-C911-7560-CF3F-1736972FE78D}"/>
              </a:ext>
            </a:extLst>
          </p:cNvPr>
          <p:cNvSpPr txBox="1"/>
          <p:nvPr/>
        </p:nvSpPr>
        <p:spPr>
          <a:xfrm>
            <a:off x="4687466" y="4936324"/>
            <a:ext cx="1751686" cy="938719"/>
          </a:xfrm>
          <a:prstGeom prst="rect">
            <a:avLst/>
          </a:prstGeom>
          <a:noFill/>
        </p:spPr>
        <p:txBody>
          <a:bodyPr wrap="square">
            <a:spAutoFit/>
          </a:bodyPr>
          <a:lstStyle>
            <a:defPPr>
              <a:defRPr lang="en-US"/>
            </a:defPPr>
            <a:lvl1pPr>
              <a:defRPr sz="1100" b="0"/>
            </a:lvl1pPr>
          </a:lstStyle>
          <a:p>
            <a:pPr lvl="0">
              <a:defRPr/>
            </a:pPr>
            <a:r>
              <a:rPr lang="en-US">
                <a:solidFill>
                  <a:prstClr val="black"/>
                </a:solidFill>
              </a:rPr>
              <a:t>Indicates that we are accumulating the area under the density curve from minus infinity up to z.</a:t>
            </a: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3325" name="Connector: Elbow 3324">
            <a:extLst>
              <a:ext uri="{FF2B5EF4-FFF2-40B4-BE49-F238E27FC236}">
                <a16:creationId xmlns:a16="http://schemas.microsoft.com/office/drawing/2014/main" id="{DC25B744-4978-00A2-22FC-FAA33B158161}"/>
              </a:ext>
            </a:extLst>
          </p:cNvPr>
          <p:cNvCxnSpPr>
            <a:cxnSpLocks/>
            <a:stCxn id="3346" idx="4"/>
            <a:endCxn id="3322" idx="0"/>
          </p:cNvCxnSpPr>
          <p:nvPr/>
        </p:nvCxnSpPr>
        <p:spPr>
          <a:xfrm rot="16200000" flipH="1">
            <a:off x="4205607" y="3578622"/>
            <a:ext cx="780662" cy="1934741"/>
          </a:xfrm>
          <a:prstGeom prst="bentConnector3">
            <a:avLst>
              <a:gd name="adj1" fmla="val 50000"/>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346" name="Oval 3345">
            <a:extLst>
              <a:ext uri="{FF2B5EF4-FFF2-40B4-BE49-F238E27FC236}">
                <a16:creationId xmlns:a16="http://schemas.microsoft.com/office/drawing/2014/main" id="{E94385A4-22AD-7C03-FCD8-AED0B9E67D24}"/>
              </a:ext>
            </a:extLst>
          </p:cNvPr>
          <p:cNvSpPr/>
          <p:nvPr/>
        </p:nvSpPr>
        <p:spPr>
          <a:xfrm>
            <a:off x="3512157" y="3922840"/>
            <a:ext cx="232822" cy="232822"/>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 name="TextBox 2">
            <a:extLst>
              <a:ext uri="{FF2B5EF4-FFF2-40B4-BE49-F238E27FC236}">
                <a16:creationId xmlns:a16="http://schemas.microsoft.com/office/drawing/2014/main" id="{25A989B1-4DE2-41B8-2915-6A6E38F61D6E}"/>
              </a:ext>
            </a:extLst>
          </p:cNvPr>
          <p:cNvSpPr txBox="1"/>
          <p:nvPr/>
        </p:nvSpPr>
        <p:spPr>
          <a:xfrm>
            <a:off x="9563480" y="4931372"/>
            <a:ext cx="1919109" cy="1107996"/>
          </a:xfrm>
          <a:prstGeom prst="rect">
            <a:avLst/>
          </a:prstGeom>
          <a:noFill/>
        </p:spPr>
        <p:txBody>
          <a:bodyPr wrap="square">
            <a:spAutoFit/>
          </a:bodyPr>
          <a:lstStyle>
            <a:defPPr>
              <a:defRPr lang="en-US"/>
            </a:defPPr>
            <a:lvl1pPr>
              <a:defRPr sz="1100" b="0"/>
            </a:lvl1pPr>
          </a:lstStyle>
          <a:p>
            <a:pPr lvl="0">
              <a:defRPr/>
            </a:pPr>
            <a:r>
              <a:rPr lang="en-US" b="1">
                <a:solidFill>
                  <a:prstClr val="black"/>
                </a:solidFill>
              </a:rPr>
              <a:t>It is the exponential function applied to the linear predictor </a:t>
            </a:r>
            <a:r>
              <a:rPr lang="en-US" b="1" err="1">
                <a:solidFill>
                  <a:prstClr val="black"/>
                </a:solidFill>
              </a:rPr>
              <a:t>z.</a:t>
            </a:r>
            <a:r>
              <a:rPr lang="en-US" err="1">
                <a:solidFill>
                  <a:prstClr val="black"/>
                </a:solidFill>
              </a:rPr>
              <a:t>T</a:t>
            </a:r>
            <a:r>
              <a:rPr lang="en-US">
                <a:solidFill>
                  <a:prstClr val="black"/>
                </a:solidFill>
              </a:rPr>
              <a:t> he denominator grows rapidly as z increases and tends towards zero as z decreases.</a:t>
            </a:r>
            <a:endParaRPr kumimoji="0" lang="en-GB" sz="1100" i="0" u="none" strike="noStrike" kern="1200" cap="none" spc="0" normalizeH="0" baseline="0" noProof="0">
              <a:ln>
                <a:noFill/>
              </a:ln>
              <a:solidFill>
                <a:prstClr val="black"/>
              </a:solidFill>
              <a:effectLst/>
              <a:uLnTx/>
              <a:uFillTx/>
              <a:latin typeface="Aptos" panose="020B0004020202020204"/>
            </a:endParaRPr>
          </a:p>
        </p:txBody>
      </p:sp>
      <p:cxnSp>
        <p:nvCxnSpPr>
          <p:cNvPr id="6" name="Connector: Elbow 5">
            <a:extLst>
              <a:ext uri="{FF2B5EF4-FFF2-40B4-BE49-F238E27FC236}">
                <a16:creationId xmlns:a16="http://schemas.microsoft.com/office/drawing/2014/main" id="{75203A5B-B736-1D64-BA6D-DC179E5436EC}"/>
              </a:ext>
            </a:extLst>
          </p:cNvPr>
          <p:cNvCxnSpPr>
            <a:cxnSpLocks/>
          </p:cNvCxnSpPr>
          <p:nvPr/>
        </p:nvCxnSpPr>
        <p:spPr>
          <a:xfrm>
            <a:off x="9048407" y="3621098"/>
            <a:ext cx="1512728" cy="1310274"/>
          </a:xfrm>
          <a:prstGeom prst="bent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Elbow 18">
            <a:extLst>
              <a:ext uri="{FF2B5EF4-FFF2-40B4-BE49-F238E27FC236}">
                <a16:creationId xmlns:a16="http://schemas.microsoft.com/office/drawing/2014/main" id="{836FE1F7-7151-1E9C-E647-B0B61087A02D}"/>
              </a:ext>
            </a:extLst>
          </p:cNvPr>
          <p:cNvCxnSpPr>
            <a:cxnSpLocks/>
          </p:cNvCxnSpPr>
          <p:nvPr/>
        </p:nvCxnSpPr>
        <p:spPr>
          <a:xfrm flipH="1">
            <a:off x="7598464" y="4095450"/>
            <a:ext cx="1303216" cy="1416258"/>
          </a:xfrm>
          <a:prstGeom prst="bentConnector5">
            <a:avLst>
              <a:gd name="adj1" fmla="val 0"/>
              <a:gd name="adj2" fmla="val 33701"/>
              <a:gd name="adj3" fmla="val 11754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AA32EE2D-8CFC-12F1-2B2B-FCE44821BFCF}"/>
              </a:ext>
            </a:extLst>
          </p:cNvPr>
          <p:cNvSpPr txBox="1"/>
          <p:nvPr/>
        </p:nvSpPr>
        <p:spPr>
          <a:xfrm>
            <a:off x="7598464" y="4985198"/>
            <a:ext cx="1797804" cy="938719"/>
          </a:xfrm>
          <a:prstGeom prst="rect">
            <a:avLst/>
          </a:prstGeom>
          <a:noFill/>
        </p:spPr>
        <p:txBody>
          <a:bodyPr wrap="square">
            <a:spAutoFit/>
          </a:bodyPr>
          <a:lstStyle>
            <a:defPPr>
              <a:defRPr lang="en-US"/>
            </a:defPPr>
            <a:lvl1pPr>
              <a:defRPr sz="1100" b="1"/>
            </a:lvl1pPr>
          </a:lstStyle>
          <a:p>
            <a:pPr lvl="0">
              <a:defRPr/>
            </a:pPr>
            <a:r>
              <a:rPr lang="en-US">
                <a:solidFill>
                  <a:prstClr val="black"/>
                </a:solidFill>
              </a:rPr>
              <a:t>The denominator that </a:t>
            </a:r>
            <a:r>
              <a:rPr lang="en-US" err="1">
                <a:solidFill>
                  <a:prstClr val="black"/>
                </a:solidFill>
              </a:rPr>
              <a:t>normalises</a:t>
            </a:r>
            <a:r>
              <a:rPr lang="en-US">
                <a:solidFill>
                  <a:prstClr val="black"/>
                </a:solidFill>
              </a:rPr>
              <a:t> the exponential growth, </a:t>
            </a:r>
            <a:r>
              <a:rPr lang="en-US" b="0">
                <a:solidFill>
                  <a:prstClr val="black"/>
                </a:solidFill>
              </a:rPr>
              <a:t>ensuring that the result lies between 0 and 1.</a:t>
            </a:r>
            <a:endParaRPr kumimoji="0" lang="en-GB" sz="1100" b="0" i="0" u="none" strike="noStrike" kern="1200" cap="none" spc="0" normalizeH="0" baseline="0" noProof="0">
              <a:ln>
                <a:noFill/>
              </a:ln>
              <a:solidFill>
                <a:prstClr val="black"/>
              </a:solidFill>
              <a:effectLst/>
              <a:uLnTx/>
              <a:uFillTx/>
              <a:latin typeface="Aptos" panose="020B0004020202020204"/>
            </a:endParaRPr>
          </a:p>
        </p:txBody>
      </p:sp>
    </p:spTree>
    <p:extLst>
      <p:ext uri="{BB962C8B-B14F-4D97-AF65-F5344CB8AC3E}">
        <p14:creationId xmlns:p14="http://schemas.microsoft.com/office/powerpoint/2010/main" val="3985388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01"/>
                                        </p:tgtEl>
                                        <p:attrNameLst>
                                          <p:attrName>style.visibility</p:attrName>
                                        </p:attrNameLst>
                                      </p:cBhvr>
                                      <p:to>
                                        <p:strVal val="visible"/>
                                      </p:to>
                                    </p:set>
                                    <p:animEffect transition="in" filter="fade">
                                      <p:cBhvr>
                                        <p:cTn id="7" dur="500"/>
                                        <p:tgtEl>
                                          <p:spTgt spid="330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99"/>
                                        </p:tgtEl>
                                        <p:attrNameLst>
                                          <p:attrName>style.visibility</p:attrName>
                                        </p:attrNameLst>
                                      </p:cBhvr>
                                      <p:to>
                                        <p:strVal val="visible"/>
                                      </p:to>
                                    </p:set>
                                    <p:animEffect transition="in" filter="fade">
                                      <p:cBhvr>
                                        <p:cTn id="10" dur="500"/>
                                        <p:tgtEl>
                                          <p:spTgt spid="329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314"/>
                                        </p:tgtEl>
                                        <p:attrNameLst>
                                          <p:attrName>style.visibility</p:attrName>
                                        </p:attrNameLst>
                                      </p:cBhvr>
                                      <p:to>
                                        <p:strVal val="visible"/>
                                      </p:to>
                                    </p:set>
                                    <p:animEffect transition="in" filter="fade">
                                      <p:cBhvr>
                                        <p:cTn id="15" dur="500"/>
                                        <p:tgtEl>
                                          <p:spTgt spid="33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311"/>
                                        </p:tgtEl>
                                        <p:attrNameLst>
                                          <p:attrName>style.visibility</p:attrName>
                                        </p:attrNameLst>
                                      </p:cBhvr>
                                      <p:to>
                                        <p:strVal val="visible"/>
                                      </p:to>
                                    </p:set>
                                    <p:animEffect transition="in" filter="fade">
                                      <p:cBhvr>
                                        <p:cTn id="18" dur="500"/>
                                        <p:tgtEl>
                                          <p:spTgt spid="33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325"/>
                                        </p:tgtEl>
                                        <p:attrNameLst>
                                          <p:attrName>style.visibility</p:attrName>
                                        </p:attrNameLst>
                                      </p:cBhvr>
                                      <p:to>
                                        <p:strVal val="visible"/>
                                      </p:to>
                                    </p:set>
                                    <p:animEffect transition="in" filter="fade">
                                      <p:cBhvr>
                                        <p:cTn id="23" dur="500"/>
                                        <p:tgtEl>
                                          <p:spTgt spid="33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22"/>
                                        </p:tgtEl>
                                        <p:attrNameLst>
                                          <p:attrName>style.visibility</p:attrName>
                                        </p:attrNameLst>
                                      </p:cBhvr>
                                      <p:to>
                                        <p:strVal val="visible"/>
                                      </p:to>
                                    </p:set>
                                    <p:animEffect transition="in" filter="fade">
                                      <p:cBhvr>
                                        <p:cTn id="26" dur="500"/>
                                        <p:tgtEl>
                                          <p:spTgt spid="33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0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9" grpId="0"/>
      <p:bldP spid="3311" grpId="0"/>
      <p:bldP spid="3322" grpId="0"/>
      <p:bldP spid="3" grpId="0"/>
      <p:bldP spid="3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C1BD-8D2A-C3E6-B211-42A36A43C38B}"/>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60F239A-B01E-447D-806F-E548ED025967}"/>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94D60DE4-0399-1677-20F8-F0858AB1013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A9680DCA-E352-3FC7-C9EB-A76C7AE7EBC6}"/>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Binomial</a:t>
            </a:r>
            <a:br>
              <a:rPr lang="en-GB" sz="3200" b="1">
                <a:solidFill>
                  <a:srgbClr val="FF0000"/>
                </a:solidFill>
                <a:latin typeface="Aptos SemiBold" panose="020F0502020204030204" pitchFamily="34" charset="0"/>
              </a:rPr>
            </a:br>
            <a:r>
              <a:rPr lang="en-GB" sz="3200" b="1">
                <a:solidFill>
                  <a:srgbClr val="FF0000"/>
                </a:solidFill>
                <a:latin typeface="Aptos SemiBold" panose="020F0502020204030204" pitchFamily="34" charset="0"/>
              </a:rPr>
              <a:t>Models</a:t>
            </a:r>
          </a:p>
        </p:txBody>
      </p:sp>
      <p:sp>
        <p:nvSpPr>
          <p:cNvPr id="10" name="Date Placeholder 3 2">
            <a:extLst>
              <a:ext uri="{FF2B5EF4-FFF2-40B4-BE49-F238E27FC236}">
                <a16:creationId xmlns:a16="http://schemas.microsoft.com/office/drawing/2014/main" id="{EFA7978D-7C0F-EF12-4D7C-6D68FF1CDD38}"/>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2" name="TextBox 1">
            <a:extLst>
              <a:ext uri="{FF2B5EF4-FFF2-40B4-BE49-F238E27FC236}">
                <a16:creationId xmlns:a16="http://schemas.microsoft.com/office/drawing/2014/main" id="{FB64A587-E8AC-70B3-DBE7-5F34DB139529}"/>
              </a:ext>
            </a:extLst>
          </p:cNvPr>
          <p:cNvSpPr txBox="1"/>
          <p:nvPr/>
        </p:nvSpPr>
        <p:spPr>
          <a:xfrm>
            <a:off x="920398" y="1509729"/>
            <a:ext cx="1659410" cy="646331"/>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0000"/>
                </a:solidFill>
                <a:effectLst/>
                <a:uLnTx/>
                <a:uFillTx/>
                <a:latin typeface="Aptos" panose="020B0004020202020204"/>
                <a:ea typeface="+mn-ea"/>
                <a:cs typeface="+mn-cs"/>
              </a:rPr>
              <a:t>Logistic function</a:t>
            </a: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42" name="Group 41" descr="\documentclass{article}&#10;\usepackage{amsmath}&#10;\usepackage{amsfonts}&#10;\pagestyle{empty}&#10;\begin{document}&#10;&#10;&#10;\[&#10;g(z) = e^z&#10;\]&#10;&#10;&#10;&#10;&#10;&#10;\end{document}" title="IguanaTex Shape Display">
            <a:extLst>
              <a:ext uri="{FF2B5EF4-FFF2-40B4-BE49-F238E27FC236}">
                <a16:creationId xmlns:a16="http://schemas.microsoft.com/office/drawing/2014/main" id="{5232F975-7335-828C-8925-1A131E2C44EF}"/>
              </a:ext>
            </a:extLst>
          </p:cNvPr>
          <p:cNvGrpSpPr>
            <a:grpSpLocks noChangeAspect="1"/>
          </p:cNvGrpSpPr>
          <p:nvPr>
            <p:custDataLst>
              <p:tags r:id="rId1"/>
            </p:custDataLst>
          </p:nvPr>
        </p:nvGrpSpPr>
        <p:grpSpPr>
          <a:xfrm>
            <a:off x="2941767" y="2455011"/>
            <a:ext cx="925654" cy="230019"/>
            <a:chOff x="7225446" y="3135799"/>
            <a:chExt cx="925654" cy="230019"/>
          </a:xfrm>
        </p:grpSpPr>
        <p:sp>
          <p:nvSpPr>
            <p:cNvPr id="34" name="Freeform: Shape 33">
              <a:extLst>
                <a:ext uri="{FF2B5EF4-FFF2-40B4-BE49-F238E27FC236}">
                  <a16:creationId xmlns:a16="http://schemas.microsoft.com/office/drawing/2014/main" id="{8437F6A3-5C0E-A2F1-2605-E9048481A6E1}"/>
                </a:ext>
              </a:extLst>
            </p:cNvPr>
            <p:cNvSpPr/>
            <p:nvPr>
              <p:custDataLst>
                <p:tags r:id="rId15"/>
              </p:custDataLst>
            </p:nvPr>
          </p:nvSpPr>
          <p:spPr>
            <a:xfrm>
              <a:off x="7225446" y="3206645"/>
              <a:ext cx="107609" cy="148822"/>
            </a:xfrm>
            <a:custGeom>
              <a:avLst/>
              <a:gdLst>
                <a:gd name="connsiteX0" fmla="*/ 107120 w 107609"/>
                <a:gd name="connsiteY0" fmla="*/ 15026 h 148822"/>
                <a:gd name="connsiteX1" fmla="*/ 107823 w 107609"/>
                <a:gd name="connsiteY1" fmla="*/ 10886 h 148822"/>
                <a:gd name="connsiteX2" fmla="*/ 101024 w 107609"/>
                <a:gd name="connsiteY2" fmla="*/ 4675 h 148822"/>
                <a:gd name="connsiteX3" fmla="*/ 91412 w 107609"/>
                <a:gd name="connsiteY3" fmla="*/ 14566 h 148822"/>
                <a:gd name="connsiteX4" fmla="*/ 69609 w 107609"/>
                <a:gd name="connsiteY4" fmla="*/ 75 h 148822"/>
                <a:gd name="connsiteX5" fmla="*/ 13811 w 107609"/>
                <a:gd name="connsiteY5" fmla="*/ 65400 h 148822"/>
                <a:gd name="connsiteX6" fmla="*/ 44992 w 107609"/>
                <a:gd name="connsiteY6" fmla="*/ 101743 h 148822"/>
                <a:gd name="connsiteX7" fmla="*/ 72187 w 107609"/>
                <a:gd name="connsiteY7" fmla="*/ 88402 h 148822"/>
                <a:gd name="connsiteX8" fmla="*/ 72422 w 107609"/>
                <a:gd name="connsiteY8" fmla="*/ 88632 h 148822"/>
                <a:gd name="connsiteX9" fmla="*/ 64685 w 107609"/>
                <a:gd name="connsiteY9" fmla="*/ 118995 h 148822"/>
                <a:gd name="connsiteX10" fmla="*/ 30925 w 107609"/>
                <a:gd name="connsiteY10" fmla="*/ 143837 h 148822"/>
                <a:gd name="connsiteX11" fmla="*/ 12170 w 107609"/>
                <a:gd name="connsiteY11" fmla="*/ 141537 h 148822"/>
                <a:gd name="connsiteX12" fmla="*/ 21782 w 107609"/>
                <a:gd name="connsiteY12" fmla="*/ 129576 h 148822"/>
                <a:gd name="connsiteX13" fmla="*/ 12873 w 107609"/>
                <a:gd name="connsiteY13" fmla="*/ 121525 h 148822"/>
                <a:gd name="connsiteX14" fmla="*/ 213 w 107609"/>
                <a:gd name="connsiteY14" fmla="*/ 134866 h 148822"/>
                <a:gd name="connsiteX15" fmla="*/ 31394 w 107609"/>
                <a:gd name="connsiteY15" fmla="*/ 148897 h 148822"/>
                <a:gd name="connsiteX16" fmla="*/ 81096 w 107609"/>
                <a:gd name="connsiteY16" fmla="*/ 117155 h 148822"/>
                <a:gd name="connsiteX17" fmla="*/ 107120 w 107609"/>
                <a:gd name="connsiteY17" fmla="*/ 15026 h 148822"/>
                <a:gd name="connsiteX18" fmla="*/ 76642 w 107609"/>
                <a:gd name="connsiteY18" fmla="*/ 72301 h 148822"/>
                <a:gd name="connsiteX19" fmla="*/ 64685 w 107609"/>
                <a:gd name="connsiteY19" fmla="*/ 88402 h 148822"/>
                <a:gd name="connsiteX20" fmla="*/ 45695 w 107609"/>
                <a:gd name="connsiteY20" fmla="*/ 96683 h 148822"/>
                <a:gd name="connsiteX21" fmla="*/ 30457 w 107609"/>
                <a:gd name="connsiteY21" fmla="*/ 75521 h 148822"/>
                <a:gd name="connsiteX22" fmla="*/ 43585 w 107609"/>
                <a:gd name="connsiteY22" fmla="*/ 25607 h 148822"/>
                <a:gd name="connsiteX23" fmla="*/ 69843 w 107609"/>
                <a:gd name="connsiteY23" fmla="*/ 5135 h 148822"/>
                <a:gd name="connsiteX24" fmla="*/ 88599 w 107609"/>
                <a:gd name="connsiteY24" fmla="*/ 24917 h 148822"/>
                <a:gd name="connsiteX25" fmla="*/ 87895 w 107609"/>
                <a:gd name="connsiteY25" fmla="*/ 28367 h 148822"/>
                <a:gd name="connsiteX26" fmla="*/ 76642 w 107609"/>
                <a:gd name="connsiteY26" fmla="*/ 72301 h 14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609" h="148822">
                  <a:moveTo>
                    <a:pt x="107120" y="15026"/>
                  </a:moveTo>
                  <a:cubicBezTo>
                    <a:pt x="107354" y="13646"/>
                    <a:pt x="107823" y="12496"/>
                    <a:pt x="107823" y="10886"/>
                  </a:cubicBezTo>
                  <a:cubicBezTo>
                    <a:pt x="107823" y="6975"/>
                    <a:pt x="105010" y="4675"/>
                    <a:pt x="101024" y="4675"/>
                  </a:cubicBezTo>
                  <a:cubicBezTo>
                    <a:pt x="98680" y="4675"/>
                    <a:pt x="92350" y="6285"/>
                    <a:pt x="91412" y="14566"/>
                  </a:cubicBezTo>
                  <a:cubicBezTo>
                    <a:pt x="87192" y="6055"/>
                    <a:pt x="78986" y="75"/>
                    <a:pt x="69609" y="75"/>
                  </a:cubicBezTo>
                  <a:cubicBezTo>
                    <a:pt x="42882" y="75"/>
                    <a:pt x="13811" y="32277"/>
                    <a:pt x="13811" y="65400"/>
                  </a:cubicBezTo>
                  <a:cubicBezTo>
                    <a:pt x="13811" y="88172"/>
                    <a:pt x="28112" y="101743"/>
                    <a:pt x="44992" y="101743"/>
                  </a:cubicBezTo>
                  <a:cubicBezTo>
                    <a:pt x="58824" y="101743"/>
                    <a:pt x="69843" y="90932"/>
                    <a:pt x="72187" y="88402"/>
                  </a:cubicBezTo>
                  <a:lnTo>
                    <a:pt x="72422" y="88632"/>
                  </a:lnTo>
                  <a:cubicBezTo>
                    <a:pt x="67499" y="109104"/>
                    <a:pt x="64685" y="118535"/>
                    <a:pt x="64685" y="118995"/>
                  </a:cubicBezTo>
                  <a:cubicBezTo>
                    <a:pt x="63748" y="121065"/>
                    <a:pt x="55776" y="143837"/>
                    <a:pt x="30925" y="143837"/>
                  </a:cubicBezTo>
                  <a:cubicBezTo>
                    <a:pt x="26471" y="143837"/>
                    <a:pt x="18734" y="143607"/>
                    <a:pt x="12170" y="141537"/>
                  </a:cubicBezTo>
                  <a:cubicBezTo>
                    <a:pt x="19203" y="139467"/>
                    <a:pt x="21782" y="133486"/>
                    <a:pt x="21782" y="129576"/>
                  </a:cubicBezTo>
                  <a:cubicBezTo>
                    <a:pt x="21782" y="125895"/>
                    <a:pt x="19203" y="121525"/>
                    <a:pt x="12873" y="121525"/>
                  </a:cubicBezTo>
                  <a:cubicBezTo>
                    <a:pt x="7716" y="121525"/>
                    <a:pt x="213" y="125665"/>
                    <a:pt x="213" y="134866"/>
                  </a:cubicBezTo>
                  <a:cubicBezTo>
                    <a:pt x="213" y="144297"/>
                    <a:pt x="8888" y="148897"/>
                    <a:pt x="31394" y="148897"/>
                  </a:cubicBezTo>
                  <a:cubicBezTo>
                    <a:pt x="60700" y="148897"/>
                    <a:pt x="77580" y="130956"/>
                    <a:pt x="81096" y="117155"/>
                  </a:cubicBezTo>
                  <a:lnTo>
                    <a:pt x="107120" y="15026"/>
                  </a:lnTo>
                  <a:close/>
                  <a:moveTo>
                    <a:pt x="76642" y="72301"/>
                  </a:moveTo>
                  <a:cubicBezTo>
                    <a:pt x="75235" y="78281"/>
                    <a:pt x="69843" y="84032"/>
                    <a:pt x="64685" y="88402"/>
                  </a:cubicBezTo>
                  <a:cubicBezTo>
                    <a:pt x="59762" y="92543"/>
                    <a:pt x="52494" y="96683"/>
                    <a:pt x="45695" y="96683"/>
                  </a:cubicBezTo>
                  <a:cubicBezTo>
                    <a:pt x="33973" y="96683"/>
                    <a:pt x="30457" y="84722"/>
                    <a:pt x="30457" y="75521"/>
                  </a:cubicBezTo>
                  <a:cubicBezTo>
                    <a:pt x="30457" y="64480"/>
                    <a:pt x="37255" y="37338"/>
                    <a:pt x="43585" y="25607"/>
                  </a:cubicBezTo>
                  <a:cubicBezTo>
                    <a:pt x="49915" y="14336"/>
                    <a:pt x="59996" y="5135"/>
                    <a:pt x="69843" y="5135"/>
                  </a:cubicBezTo>
                  <a:cubicBezTo>
                    <a:pt x="85316" y="5135"/>
                    <a:pt x="88599" y="23767"/>
                    <a:pt x="88599" y="24917"/>
                  </a:cubicBezTo>
                  <a:cubicBezTo>
                    <a:pt x="88599" y="26067"/>
                    <a:pt x="88130" y="27447"/>
                    <a:pt x="87895" y="28367"/>
                  </a:cubicBezTo>
                  <a:lnTo>
                    <a:pt x="76642" y="7230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 name="Freeform: Shape 34">
              <a:extLst>
                <a:ext uri="{FF2B5EF4-FFF2-40B4-BE49-F238E27FC236}">
                  <a16:creationId xmlns:a16="http://schemas.microsoft.com/office/drawing/2014/main" id="{B0775ED8-38CD-8F83-53AB-062D77F6260D}"/>
                </a:ext>
              </a:extLst>
            </p:cNvPr>
            <p:cNvSpPr/>
            <p:nvPr>
              <p:custDataLst>
                <p:tags r:id="rId16"/>
              </p:custDataLst>
            </p:nvPr>
          </p:nvSpPr>
          <p:spPr>
            <a:xfrm>
              <a:off x="7365373" y="3135799"/>
              <a:ext cx="54390" cy="230019"/>
            </a:xfrm>
            <a:custGeom>
              <a:avLst/>
              <a:gdLst>
                <a:gd name="connsiteX0" fmla="*/ 54609 w 54390"/>
                <a:gd name="connsiteY0" fmla="*/ 227794 h 230019"/>
                <a:gd name="connsiteX1" fmla="*/ 50624 w 54390"/>
                <a:gd name="connsiteY1" fmla="*/ 222734 h 230019"/>
                <a:gd name="connsiteX2" fmla="*/ 13816 w 54390"/>
                <a:gd name="connsiteY2" fmla="*/ 115084 h 230019"/>
                <a:gd name="connsiteX3" fmla="*/ 51562 w 54390"/>
                <a:gd name="connsiteY3" fmla="*/ 6285 h 230019"/>
                <a:gd name="connsiteX4" fmla="*/ 54609 w 54390"/>
                <a:gd name="connsiteY4" fmla="*/ 2375 h 230019"/>
                <a:gd name="connsiteX5" fmla="*/ 52265 w 54390"/>
                <a:gd name="connsiteY5" fmla="*/ 75 h 230019"/>
                <a:gd name="connsiteX6" fmla="*/ 14988 w 54390"/>
                <a:gd name="connsiteY6" fmla="*/ 44929 h 230019"/>
                <a:gd name="connsiteX7" fmla="*/ 219 w 54390"/>
                <a:gd name="connsiteY7" fmla="*/ 115084 h 230019"/>
                <a:gd name="connsiteX8" fmla="*/ 15692 w 54390"/>
                <a:gd name="connsiteY8" fmla="*/ 186851 h 230019"/>
                <a:gd name="connsiteX9" fmla="*/ 52265 w 54390"/>
                <a:gd name="connsiteY9" fmla="*/ 230094 h 230019"/>
                <a:gd name="connsiteX10" fmla="*/ 54609 w 54390"/>
                <a:gd name="connsiteY10" fmla="*/ 227794 h 23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390" h="230019">
                  <a:moveTo>
                    <a:pt x="54609" y="227794"/>
                  </a:moveTo>
                  <a:cubicBezTo>
                    <a:pt x="54609" y="227104"/>
                    <a:pt x="54609" y="226644"/>
                    <a:pt x="50624" y="222734"/>
                  </a:cubicBezTo>
                  <a:cubicBezTo>
                    <a:pt x="21318" y="193751"/>
                    <a:pt x="13816" y="150277"/>
                    <a:pt x="13816" y="115084"/>
                  </a:cubicBezTo>
                  <a:cubicBezTo>
                    <a:pt x="13816" y="75061"/>
                    <a:pt x="22725" y="35038"/>
                    <a:pt x="51562" y="6285"/>
                  </a:cubicBezTo>
                  <a:cubicBezTo>
                    <a:pt x="54609" y="3525"/>
                    <a:pt x="54609" y="3065"/>
                    <a:pt x="54609" y="2375"/>
                  </a:cubicBezTo>
                  <a:cubicBezTo>
                    <a:pt x="54609" y="765"/>
                    <a:pt x="53672" y="75"/>
                    <a:pt x="52265" y="75"/>
                  </a:cubicBezTo>
                  <a:cubicBezTo>
                    <a:pt x="49921" y="75"/>
                    <a:pt x="28821" y="15716"/>
                    <a:pt x="14988" y="44929"/>
                  </a:cubicBezTo>
                  <a:cubicBezTo>
                    <a:pt x="3032" y="70231"/>
                    <a:pt x="219" y="95763"/>
                    <a:pt x="219" y="115084"/>
                  </a:cubicBezTo>
                  <a:cubicBezTo>
                    <a:pt x="219" y="133026"/>
                    <a:pt x="2797" y="160858"/>
                    <a:pt x="15692" y="186851"/>
                  </a:cubicBezTo>
                  <a:cubicBezTo>
                    <a:pt x="29758" y="215143"/>
                    <a:pt x="49921" y="230094"/>
                    <a:pt x="52265" y="230094"/>
                  </a:cubicBezTo>
                  <a:cubicBezTo>
                    <a:pt x="53672" y="230094"/>
                    <a:pt x="54609" y="229404"/>
                    <a:pt x="54609" y="22779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 name="Freeform: Shape 36">
              <a:extLst>
                <a:ext uri="{FF2B5EF4-FFF2-40B4-BE49-F238E27FC236}">
                  <a16:creationId xmlns:a16="http://schemas.microsoft.com/office/drawing/2014/main" id="{D37DAA47-2976-76AC-6134-479039830286}"/>
                </a:ext>
              </a:extLst>
            </p:cNvPr>
            <p:cNvSpPr/>
            <p:nvPr>
              <p:custDataLst>
                <p:tags r:id="rId17"/>
              </p:custDataLst>
            </p:nvPr>
          </p:nvSpPr>
          <p:spPr>
            <a:xfrm>
              <a:off x="7443417" y="3206645"/>
              <a:ext cx="99403" cy="104198"/>
            </a:xfrm>
            <a:custGeom>
              <a:avLst/>
              <a:gdLst>
                <a:gd name="connsiteX0" fmla="*/ 21322 w 99403"/>
                <a:gd name="connsiteY0" fmla="*/ 82652 h 104198"/>
                <a:gd name="connsiteX1" fmla="*/ 49221 w 99403"/>
                <a:gd name="connsiteY1" fmla="*/ 56429 h 104198"/>
                <a:gd name="connsiteX2" fmla="*/ 72196 w 99403"/>
                <a:gd name="connsiteY2" fmla="*/ 35728 h 104198"/>
                <a:gd name="connsiteX3" fmla="*/ 99626 w 99403"/>
                <a:gd name="connsiteY3" fmla="*/ 2375 h 104198"/>
                <a:gd name="connsiteX4" fmla="*/ 97047 w 99403"/>
                <a:gd name="connsiteY4" fmla="*/ 75 h 104198"/>
                <a:gd name="connsiteX5" fmla="*/ 93531 w 99403"/>
                <a:gd name="connsiteY5" fmla="*/ 2605 h 104198"/>
                <a:gd name="connsiteX6" fmla="*/ 75948 w 99403"/>
                <a:gd name="connsiteY6" fmla="*/ 17326 h 104198"/>
                <a:gd name="connsiteX7" fmla="*/ 63991 w 99403"/>
                <a:gd name="connsiteY7" fmla="*/ 9966 h 104198"/>
                <a:gd name="connsiteX8" fmla="*/ 47814 w 99403"/>
                <a:gd name="connsiteY8" fmla="*/ 75 h 104198"/>
                <a:gd name="connsiteX9" fmla="*/ 19447 w 99403"/>
                <a:gd name="connsiteY9" fmla="*/ 26297 h 104198"/>
                <a:gd name="connsiteX10" fmla="*/ 22260 w 99403"/>
                <a:gd name="connsiteY10" fmla="*/ 28827 h 104198"/>
                <a:gd name="connsiteX11" fmla="*/ 25308 w 99403"/>
                <a:gd name="connsiteY11" fmla="*/ 26297 h 104198"/>
                <a:gd name="connsiteX12" fmla="*/ 45235 w 99403"/>
                <a:gd name="connsiteY12" fmla="*/ 15486 h 104198"/>
                <a:gd name="connsiteX13" fmla="*/ 60005 w 99403"/>
                <a:gd name="connsiteY13" fmla="*/ 18936 h 104198"/>
                <a:gd name="connsiteX14" fmla="*/ 78058 w 99403"/>
                <a:gd name="connsiteY14" fmla="*/ 22387 h 104198"/>
                <a:gd name="connsiteX15" fmla="*/ 45470 w 99403"/>
                <a:gd name="connsiteY15" fmla="*/ 52519 h 104198"/>
                <a:gd name="connsiteX16" fmla="*/ 24370 w 99403"/>
                <a:gd name="connsiteY16" fmla="*/ 71841 h 104198"/>
                <a:gd name="connsiteX17" fmla="*/ 222 w 99403"/>
                <a:gd name="connsiteY17" fmla="*/ 101973 h 104198"/>
                <a:gd name="connsiteX18" fmla="*/ 3036 w 99403"/>
                <a:gd name="connsiteY18" fmla="*/ 104274 h 104198"/>
                <a:gd name="connsiteX19" fmla="*/ 6787 w 99403"/>
                <a:gd name="connsiteY19" fmla="*/ 101283 h 104198"/>
                <a:gd name="connsiteX20" fmla="*/ 26714 w 99403"/>
                <a:gd name="connsiteY20" fmla="*/ 87022 h 104198"/>
                <a:gd name="connsiteX21" fmla="*/ 40312 w 99403"/>
                <a:gd name="connsiteY21" fmla="*/ 95763 h 104198"/>
                <a:gd name="connsiteX22" fmla="*/ 55317 w 99403"/>
                <a:gd name="connsiteY22" fmla="*/ 104274 h 104198"/>
                <a:gd name="connsiteX23" fmla="*/ 92124 w 99403"/>
                <a:gd name="connsiteY23" fmla="*/ 68851 h 104198"/>
                <a:gd name="connsiteX24" fmla="*/ 89311 w 99403"/>
                <a:gd name="connsiteY24" fmla="*/ 66550 h 104198"/>
                <a:gd name="connsiteX25" fmla="*/ 86029 w 99403"/>
                <a:gd name="connsiteY25" fmla="*/ 69541 h 104198"/>
                <a:gd name="connsiteX26" fmla="*/ 57895 w 99403"/>
                <a:gd name="connsiteY26" fmla="*/ 88862 h 104198"/>
                <a:gd name="connsiteX27" fmla="*/ 44063 w 99403"/>
                <a:gd name="connsiteY27" fmla="*/ 85872 h 104198"/>
                <a:gd name="connsiteX28" fmla="*/ 27652 w 99403"/>
                <a:gd name="connsiteY28" fmla="*/ 81962 h 104198"/>
                <a:gd name="connsiteX29" fmla="*/ 21322 w 99403"/>
                <a:gd name="connsiteY29" fmla="*/ 82652 h 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9403" h="104198">
                  <a:moveTo>
                    <a:pt x="21322" y="82652"/>
                  </a:moveTo>
                  <a:cubicBezTo>
                    <a:pt x="33982" y="69311"/>
                    <a:pt x="40781" y="63560"/>
                    <a:pt x="49221" y="56429"/>
                  </a:cubicBezTo>
                  <a:cubicBezTo>
                    <a:pt x="49221" y="56199"/>
                    <a:pt x="63757" y="44008"/>
                    <a:pt x="72196" y="35728"/>
                  </a:cubicBezTo>
                  <a:cubicBezTo>
                    <a:pt x="94469" y="14336"/>
                    <a:pt x="99626" y="3295"/>
                    <a:pt x="99626" y="2375"/>
                  </a:cubicBezTo>
                  <a:cubicBezTo>
                    <a:pt x="99626" y="75"/>
                    <a:pt x="97516" y="75"/>
                    <a:pt x="97047" y="75"/>
                  </a:cubicBezTo>
                  <a:cubicBezTo>
                    <a:pt x="95406" y="75"/>
                    <a:pt x="94703" y="535"/>
                    <a:pt x="93531" y="2605"/>
                  </a:cubicBezTo>
                  <a:cubicBezTo>
                    <a:pt x="86498" y="13646"/>
                    <a:pt x="81574" y="17326"/>
                    <a:pt x="75948" y="17326"/>
                  </a:cubicBezTo>
                  <a:cubicBezTo>
                    <a:pt x="70321" y="17326"/>
                    <a:pt x="67508" y="13876"/>
                    <a:pt x="63991" y="9966"/>
                  </a:cubicBezTo>
                  <a:cubicBezTo>
                    <a:pt x="59537" y="4675"/>
                    <a:pt x="55551" y="75"/>
                    <a:pt x="47814" y="75"/>
                  </a:cubicBezTo>
                  <a:cubicBezTo>
                    <a:pt x="30231" y="75"/>
                    <a:pt x="19447" y="21467"/>
                    <a:pt x="19447" y="26297"/>
                  </a:cubicBezTo>
                  <a:cubicBezTo>
                    <a:pt x="19447" y="27447"/>
                    <a:pt x="20150" y="28827"/>
                    <a:pt x="22260" y="28827"/>
                  </a:cubicBezTo>
                  <a:cubicBezTo>
                    <a:pt x="24370" y="28827"/>
                    <a:pt x="24839" y="27677"/>
                    <a:pt x="25308" y="26297"/>
                  </a:cubicBezTo>
                  <a:cubicBezTo>
                    <a:pt x="29762" y="15716"/>
                    <a:pt x="43360" y="15486"/>
                    <a:pt x="45235" y="15486"/>
                  </a:cubicBezTo>
                  <a:cubicBezTo>
                    <a:pt x="50159" y="15486"/>
                    <a:pt x="54613" y="17096"/>
                    <a:pt x="60005" y="18936"/>
                  </a:cubicBezTo>
                  <a:cubicBezTo>
                    <a:pt x="69383" y="22387"/>
                    <a:pt x="71962" y="22387"/>
                    <a:pt x="78058" y="22387"/>
                  </a:cubicBezTo>
                  <a:cubicBezTo>
                    <a:pt x="69618" y="32277"/>
                    <a:pt x="49924" y="48839"/>
                    <a:pt x="45470" y="52519"/>
                  </a:cubicBezTo>
                  <a:lnTo>
                    <a:pt x="24370" y="71841"/>
                  </a:lnTo>
                  <a:cubicBezTo>
                    <a:pt x="8428" y="87252"/>
                    <a:pt x="222" y="100363"/>
                    <a:pt x="222" y="101973"/>
                  </a:cubicBezTo>
                  <a:cubicBezTo>
                    <a:pt x="222" y="104274"/>
                    <a:pt x="2567" y="104274"/>
                    <a:pt x="3036" y="104274"/>
                  </a:cubicBezTo>
                  <a:cubicBezTo>
                    <a:pt x="4911" y="104274"/>
                    <a:pt x="5380" y="103813"/>
                    <a:pt x="6787" y="101283"/>
                  </a:cubicBezTo>
                  <a:cubicBezTo>
                    <a:pt x="12179" y="93233"/>
                    <a:pt x="19212" y="87022"/>
                    <a:pt x="26714" y="87022"/>
                  </a:cubicBezTo>
                  <a:cubicBezTo>
                    <a:pt x="32107" y="87022"/>
                    <a:pt x="34451" y="89092"/>
                    <a:pt x="40312" y="95763"/>
                  </a:cubicBezTo>
                  <a:cubicBezTo>
                    <a:pt x="44298" y="100593"/>
                    <a:pt x="48518" y="104274"/>
                    <a:pt x="55317" y="104274"/>
                  </a:cubicBezTo>
                  <a:cubicBezTo>
                    <a:pt x="78526" y="104274"/>
                    <a:pt x="92124" y="75061"/>
                    <a:pt x="92124" y="68851"/>
                  </a:cubicBezTo>
                  <a:cubicBezTo>
                    <a:pt x="92124" y="67700"/>
                    <a:pt x="91186" y="66550"/>
                    <a:pt x="89311" y="66550"/>
                  </a:cubicBezTo>
                  <a:cubicBezTo>
                    <a:pt x="87201" y="66550"/>
                    <a:pt x="86732" y="67930"/>
                    <a:pt x="86029" y="69541"/>
                  </a:cubicBezTo>
                  <a:cubicBezTo>
                    <a:pt x="80636" y="84492"/>
                    <a:pt x="65632" y="88862"/>
                    <a:pt x="57895" y="88862"/>
                  </a:cubicBezTo>
                  <a:cubicBezTo>
                    <a:pt x="53207" y="88862"/>
                    <a:pt x="48987" y="87482"/>
                    <a:pt x="44063" y="85872"/>
                  </a:cubicBezTo>
                  <a:cubicBezTo>
                    <a:pt x="36092" y="82882"/>
                    <a:pt x="32576" y="81962"/>
                    <a:pt x="27652" y="81962"/>
                  </a:cubicBezTo>
                  <a:cubicBezTo>
                    <a:pt x="27183" y="81962"/>
                    <a:pt x="23432" y="81962"/>
                    <a:pt x="21322" y="8265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 name="Freeform: Shape 37">
              <a:extLst>
                <a:ext uri="{FF2B5EF4-FFF2-40B4-BE49-F238E27FC236}">
                  <a16:creationId xmlns:a16="http://schemas.microsoft.com/office/drawing/2014/main" id="{2ADF4504-54C9-B449-7FAB-4832F4D2892B}"/>
                </a:ext>
              </a:extLst>
            </p:cNvPr>
            <p:cNvSpPr/>
            <p:nvPr>
              <p:custDataLst>
                <p:tags r:id="rId18"/>
              </p:custDataLst>
            </p:nvPr>
          </p:nvSpPr>
          <p:spPr>
            <a:xfrm>
              <a:off x="7566038" y="3135799"/>
              <a:ext cx="54390" cy="230019"/>
            </a:xfrm>
            <a:custGeom>
              <a:avLst/>
              <a:gdLst>
                <a:gd name="connsiteX0" fmla="*/ 54618 w 54390"/>
                <a:gd name="connsiteY0" fmla="*/ 115084 h 230019"/>
                <a:gd name="connsiteX1" fmla="*/ 39145 w 54390"/>
                <a:gd name="connsiteY1" fmla="*/ 43318 h 230019"/>
                <a:gd name="connsiteX2" fmla="*/ 2572 w 54390"/>
                <a:gd name="connsiteY2" fmla="*/ 75 h 230019"/>
                <a:gd name="connsiteX3" fmla="*/ 227 w 54390"/>
                <a:gd name="connsiteY3" fmla="*/ 2375 h 230019"/>
                <a:gd name="connsiteX4" fmla="*/ 4682 w 54390"/>
                <a:gd name="connsiteY4" fmla="*/ 7665 h 230019"/>
                <a:gd name="connsiteX5" fmla="*/ 41021 w 54390"/>
                <a:gd name="connsiteY5" fmla="*/ 115084 h 230019"/>
                <a:gd name="connsiteX6" fmla="*/ 3275 w 54390"/>
                <a:gd name="connsiteY6" fmla="*/ 223884 h 230019"/>
                <a:gd name="connsiteX7" fmla="*/ 227 w 54390"/>
                <a:gd name="connsiteY7" fmla="*/ 227794 h 230019"/>
                <a:gd name="connsiteX8" fmla="*/ 2572 w 54390"/>
                <a:gd name="connsiteY8" fmla="*/ 230094 h 230019"/>
                <a:gd name="connsiteX9" fmla="*/ 39848 w 54390"/>
                <a:gd name="connsiteY9" fmla="*/ 185240 h 230019"/>
                <a:gd name="connsiteX10" fmla="*/ 54618 w 54390"/>
                <a:gd name="connsiteY10" fmla="*/ 115084 h 23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390" h="230019">
                  <a:moveTo>
                    <a:pt x="54618" y="115084"/>
                  </a:moveTo>
                  <a:cubicBezTo>
                    <a:pt x="54618" y="97143"/>
                    <a:pt x="52039" y="69311"/>
                    <a:pt x="39145" y="43318"/>
                  </a:cubicBezTo>
                  <a:cubicBezTo>
                    <a:pt x="25078" y="15026"/>
                    <a:pt x="4916" y="75"/>
                    <a:pt x="2572" y="75"/>
                  </a:cubicBezTo>
                  <a:cubicBezTo>
                    <a:pt x="1165" y="75"/>
                    <a:pt x="227" y="995"/>
                    <a:pt x="227" y="2375"/>
                  </a:cubicBezTo>
                  <a:cubicBezTo>
                    <a:pt x="227" y="3065"/>
                    <a:pt x="227" y="3525"/>
                    <a:pt x="4682" y="7665"/>
                  </a:cubicBezTo>
                  <a:cubicBezTo>
                    <a:pt x="27657" y="30437"/>
                    <a:pt x="41021" y="67010"/>
                    <a:pt x="41021" y="115084"/>
                  </a:cubicBezTo>
                  <a:cubicBezTo>
                    <a:pt x="41021" y="154418"/>
                    <a:pt x="32346" y="194901"/>
                    <a:pt x="3275" y="223884"/>
                  </a:cubicBezTo>
                  <a:cubicBezTo>
                    <a:pt x="227" y="226644"/>
                    <a:pt x="227" y="227104"/>
                    <a:pt x="227" y="227794"/>
                  </a:cubicBezTo>
                  <a:cubicBezTo>
                    <a:pt x="227" y="229174"/>
                    <a:pt x="1165" y="230094"/>
                    <a:pt x="2572" y="230094"/>
                  </a:cubicBezTo>
                  <a:cubicBezTo>
                    <a:pt x="4916" y="230094"/>
                    <a:pt x="26016" y="214453"/>
                    <a:pt x="39848" y="185240"/>
                  </a:cubicBezTo>
                  <a:cubicBezTo>
                    <a:pt x="51805" y="159938"/>
                    <a:pt x="54618" y="134406"/>
                    <a:pt x="54618" y="11508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 name="Freeform: Shape 38">
              <a:extLst>
                <a:ext uri="{FF2B5EF4-FFF2-40B4-BE49-F238E27FC236}">
                  <a16:creationId xmlns:a16="http://schemas.microsoft.com/office/drawing/2014/main" id="{4922CD03-50F4-359B-84E5-95A21791C1A6}"/>
                </a:ext>
              </a:extLst>
            </p:cNvPr>
            <p:cNvSpPr/>
            <p:nvPr>
              <p:custDataLst>
                <p:tags r:id="rId19"/>
              </p:custDataLst>
            </p:nvPr>
          </p:nvSpPr>
          <p:spPr>
            <a:xfrm>
              <a:off x="7722097" y="3223896"/>
              <a:ext cx="155904" cy="53824"/>
            </a:xfrm>
            <a:custGeom>
              <a:avLst/>
              <a:gdLst>
                <a:gd name="connsiteX0" fmla="*/ 148168 w 155904"/>
                <a:gd name="connsiteY0" fmla="*/ 9276 h 53824"/>
                <a:gd name="connsiteX1" fmla="*/ 156139 w 155904"/>
                <a:gd name="connsiteY1" fmla="*/ 4675 h 53824"/>
                <a:gd name="connsiteX2" fmla="*/ 148402 w 155904"/>
                <a:gd name="connsiteY2" fmla="*/ 75 h 53824"/>
                <a:gd name="connsiteX3" fmla="*/ 7971 w 155904"/>
                <a:gd name="connsiteY3" fmla="*/ 75 h 53824"/>
                <a:gd name="connsiteX4" fmla="*/ 234 w 155904"/>
                <a:gd name="connsiteY4" fmla="*/ 4675 h 53824"/>
                <a:gd name="connsiteX5" fmla="*/ 8205 w 155904"/>
                <a:gd name="connsiteY5" fmla="*/ 9276 h 53824"/>
                <a:gd name="connsiteX6" fmla="*/ 148168 w 155904"/>
                <a:gd name="connsiteY6" fmla="*/ 9276 h 53824"/>
                <a:gd name="connsiteX7" fmla="*/ 148402 w 155904"/>
                <a:gd name="connsiteY7" fmla="*/ 53899 h 53824"/>
                <a:gd name="connsiteX8" fmla="*/ 156139 w 155904"/>
                <a:gd name="connsiteY8" fmla="*/ 49299 h 53824"/>
                <a:gd name="connsiteX9" fmla="*/ 148168 w 155904"/>
                <a:gd name="connsiteY9" fmla="*/ 44698 h 53824"/>
                <a:gd name="connsiteX10" fmla="*/ 8205 w 155904"/>
                <a:gd name="connsiteY10" fmla="*/ 44698 h 53824"/>
                <a:gd name="connsiteX11" fmla="*/ 234 w 155904"/>
                <a:gd name="connsiteY11" fmla="*/ 49299 h 53824"/>
                <a:gd name="connsiteX12" fmla="*/ 7971 w 155904"/>
                <a:gd name="connsiteY12" fmla="*/ 53899 h 53824"/>
                <a:gd name="connsiteX13" fmla="*/ 148402 w 155904"/>
                <a:gd name="connsiteY13" fmla="*/ 53899 h 5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5904" h="53824">
                  <a:moveTo>
                    <a:pt x="148168" y="9276"/>
                  </a:moveTo>
                  <a:cubicBezTo>
                    <a:pt x="151684" y="9276"/>
                    <a:pt x="156139" y="9276"/>
                    <a:pt x="156139" y="4675"/>
                  </a:cubicBezTo>
                  <a:cubicBezTo>
                    <a:pt x="156139" y="75"/>
                    <a:pt x="151684" y="75"/>
                    <a:pt x="148402" y="75"/>
                  </a:cubicBezTo>
                  <a:lnTo>
                    <a:pt x="7971" y="75"/>
                  </a:lnTo>
                  <a:cubicBezTo>
                    <a:pt x="4689" y="75"/>
                    <a:pt x="234" y="75"/>
                    <a:pt x="234" y="4675"/>
                  </a:cubicBezTo>
                  <a:cubicBezTo>
                    <a:pt x="234" y="9276"/>
                    <a:pt x="4689" y="9276"/>
                    <a:pt x="8205" y="9276"/>
                  </a:cubicBezTo>
                  <a:lnTo>
                    <a:pt x="148168" y="9276"/>
                  </a:lnTo>
                  <a:close/>
                  <a:moveTo>
                    <a:pt x="148402" y="53899"/>
                  </a:moveTo>
                  <a:cubicBezTo>
                    <a:pt x="151684" y="53899"/>
                    <a:pt x="156139" y="53899"/>
                    <a:pt x="156139" y="49299"/>
                  </a:cubicBezTo>
                  <a:cubicBezTo>
                    <a:pt x="156139" y="44698"/>
                    <a:pt x="151684" y="44698"/>
                    <a:pt x="148168" y="44698"/>
                  </a:cubicBezTo>
                  <a:lnTo>
                    <a:pt x="8205" y="44698"/>
                  </a:lnTo>
                  <a:cubicBezTo>
                    <a:pt x="4689" y="44698"/>
                    <a:pt x="234" y="44698"/>
                    <a:pt x="234" y="49299"/>
                  </a:cubicBezTo>
                  <a:cubicBezTo>
                    <a:pt x="234" y="53899"/>
                    <a:pt x="4689" y="53899"/>
                    <a:pt x="7971" y="53899"/>
                  </a:cubicBezTo>
                  <a:lnTo>
                    <a:pt x="148402" y="5389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 name="Freeform: Shape 39">
              <a:extLst>
                <a:ext uri="{FF2B5EF4-FFF2-40B4-BE49-F238E27FC236}">
                  <a16:creationId xmlns:a16="http://schemas.microsoft.com/office/drawing/2014/main" id="{66BE92EB-BD79-B8CB-B321-77BECF3D7A66}"/>
                </a:ext>
              </a:extLst>
            </p:cNvPr>
            <p:cNvSpPr/>
            <p:nvPr>
              <p:custDataLst>
                <p:tags r:id="rId20"/>
              </p:custDataLst>
            </p:nvPr>
          </p:nvSpPr>
          <p:spPr>
            <a:xfrm>
              <a:off x="7967220" y="3206645"/>
              <a:ext cx="90026" cy="104198"/>
            </a:xfrm>
            <a:custGeom>
              <a:avLst/>
              <a:gdLst>
                <a:gd name="connsiteX0" fmla="*/ 33301 w 90026"/>
                <a:gd name="connsiteY0" fmla="*/ 48609 h 104198"/>
                <a:gd name="connsiteX1" fmla="*/ 69171 w 90026"/>
                <a:gd name="connsiteY1" fmla="*/ 43318 h 104198"/>
                <a:gd name="connsiteX2" fmla="*/ 86754 w 90026"/>
                <a:gd name="connsiteY2" fmla="*/ 19626 h 104198"/>
                <a:gd name="connsiteX3" fmla="*/ 61669 w 90026"/>
                <a:gd name="connsiteY3" fmla="*/ 75 h 104198"/>
                <a:gd name="connsiteX4" fmla="*/ 245 w 90026"/>
                <a:gd name="connsiteY4" fmla="*/ 62640 h 104198"/>
                <a:gd name="connsiteX5" fmla="*/ 37052 w 90026"/>
                <a:gd name="connsiteY5" fmla="*/ 104274 h 104198"/>
                <a:gd name="connsiteX6" fmla="*/ 90271 w 90026"/>
                <a:gd name="connsiteY6" fmla="*/ 77131 h 104198"/>
                <a:gd name="connsiteX7" fmla="*/ 87458 w 90026"/>
                <a:gd name="connsiteY7" fmla="*/ 74141 h 104198"/>
                <a:gd name="connsiteX8" fmla="*/ 84410 w 90026"/>
                <a:gd name="connsiteY8" fmla="*/ 76441 h 104198"/>
                <a:gd name="connsiteX9" fmla="*/ 37521 w 90026"/>
                <a:gd name="connsiteY9" fmla="*/ 99213 h 104198"/>
                <a:gd name="connsiteX10" fmla="*/ 17125 w 90026"/>
                <a:gd name="connsiteY10" fmla="*/ 72531 h 104198"/>
                <a:gd name="connsiteX11" fmla="*/ 20876 w 90026"/>
                <a:gd name="connsiteY11" fmla="*/ 48609 h 104198"/>
                <a:gd name="connsiteX12" fmla="*/ 33301 w 90026"/>
                <a:gd name="connsiteY12" fmla="*/ 48609 h 104198"/>
                <a:gd name="connsiteX13" fmla="*/ 22282 w 90026"/>
                <a:gd name="connsiteY13" fmla="*/ 43548 h 104198"/>
                <a:gd name="connsiteX14" fmla="*/ 61669 w 90026"/>
                <a:gd name="connsiteY14" fmla="*/ 5135 h 104198"/>
                <a:gd name="connsiteX15" fmla="*/ 79018 w 90026"/>
                <a:gd name="connsiteY15" fmla="*/ 19626 h 104198"/>
                <a:gd name="connsiteX16" fmla="*/ 31894 w 90026"/>
                <a:gd name="connsiteY16" fmla="*/ 43548 h 104198"/>
                <a:gd name="connsiteX17" fmla="*/ 22282 w 90026"/>
                <a:gd name="connsiteY17" fmla="*/ 43548 h 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026" h="104198">
                  <a:moveTo>
                    <a:pt x="33301" y="48609"/>
                  </a:moveTo>
                  <a:cubicBezTo>
                    <a:pt x="40100" y="48609"/>
                    <a:pt x="57449" y="48149"/>
                    <a:pt x="69171" y="43318"/>
                  </a:cubicBezTo>
                  <a:cubicBezTo>
                    <a:pt x="85582" y="36418"/>
                    <a:pt x="86754" y="22847"/>
                    <a:pt x="86754" y="19626"/>
                  </a:cubicBezTo>
                  <a:cubicBezTo>
                    <a:pt x="86754" y="9506"/>
                    <a:pt x="77845" y="75"/>
                    <a:pt x="61669" y="75"/>
                  </a:cubicBezTo>
                  <a:cubicBezTo>
                    <a:pt x="35646" y="75"/>
                    <a:pt x="245" y="22387"/>
                    <a:pt x="245" y="62640"/>
                  </a:cubicBezTo>
                  <a:cubicBezTo>
                    <a:pt x="245" y="86102"/>
                    <a:pt x="14077" y="104274"/>
                    <a:pt x="37052" y="104274"/>
                  </a:cubicBezTo>
                  <a:cubicBezTo>
                    <a:pt x="70578" y="104274"/>
                    <a:pt x="90271" y="79891"/>
                    <a:pt x="90271" y="77131"/>
                  </a:cubicBezTo>
                  <a:cubicBezTo>
                    <a:pt x="90271" y="75751"/>
                    <a:pt x="88864" y="74141"/>
                    <a:pt x="87458" y="74141"/>
                  </a:cubicBezTo>
                  <a:cubicBezTo>
                    <a:pt x="86285" y="74141"/>
                    <a:pt x="85816" y="74601"/>
                    <a:pt x="84410" y="76441"/>
                  </a:cubicBezTo>
                  <a:cubicBezTo>
                    <a:pt x="65889" y="99213"/>
                    <a:pt x="40334" y="99213"/>
                    <a:pt x="37521" y="99213"/>
                  </a:cubicBezTo>
                  <a:cubicBezTo>
                    <a:pt x="19235" y="99213"/>
                    <a:pt x="17125" y="79891"/>
                    <a:pt x="17125" y="72531"/>
                  </a:cubicBezTo>
                  <a:cubicBezTo>
                    <a:pt x="17125" y="69771"/>
                    <a:pt x="17359" y="62640"/>
                    <a:pt x="20876" y="48609"/>
                  </a:cubicBezTo>
                  <a:lnTo>
                    <a:pt x="33301" y="48609"/>
                  </a:lnTo>
                  <a:close/>
                  <a:moveTo>
                    <a:pt x="22282" y="43548"/>
                  </a:moveTo>
                  <a:cubicBezTo>
                    <a:pt x="31426" y="8585"/>
                    <a:pt x="55573" y="5135"/>
                    <a:pt x="61669" y="5135"/>
                  </a:cubicBezTo>
                  <a:cubicBezTo>
                    <a:pt x="72688" y="5135"/>
                    <a:pt x="79018" y="11806"/>
                    <a:pt x="79018" y="19626"/>
                  </a:cubicBezTo>
                  <a:cubicBezTo>
                    <a:pt x="79018" y="43548"/>
                    <a:pt x="41507" y="43548"/>
                    <a:pt x="31894" y="43548"/>
                  </a:cubicBezTo>
                  <a:lnTo>
                    <a:pt x="22282" y="4354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 name="Freeform: Shape 40">
              <a:extLst>
                <a:ext uri="{FF2B5EF4-FFF2-40B4-BE49-F238E27FC236}">
                  <a16:creationId xmlns:a16="http://schemas.microsoft.com/office/drawing/2014/main" id="{2682B114-682B-05E5-0155-0BC73694E49B}"/>
                </a:ext>
              </a:extLst>
            </p:cNvPr>
            <p:cNvSpPr/>
            <p:nvPr>
              <p:custDataLst>
                <p:tags r:id="rId21"/>
              </p:custDataLst>
            </p:nvPr>
          </p:nvSpPr>
          <p:spPr>
            <a:xfrm>
              <a:off x="8075610" y="3142333"/>
              <a:ext cx="75490" cy="72617"/>
            </a:xfrm>
            <a:custGeom>
              <a:avLst/>
              <a:gdLst>
                <a:gd name="connsiteX0" fmla="*/ 17809 w 75490"/>
                <a:gd name="connsiteY0" fmla="*/ 56908 h 72617"/>
                <a:gd name="connsiteX1" fmla="*/ 38979 w 75490"/>
                <a:gd name="connsiteY1" fmla="*/ 38714 h 72617"/>
                <a:gd name="connsiteX2" fmla="*/ 59493 w 75490"/>
                <a:gd name="connsiteY2" fmla="*/ 21807 h 72617"/>
                <a:gd name="connsiteX3" fmla="*/ 75740 w 75490"/>
                <a:gd name="connsiteY3" fmla="*/ 2003 h 72617"/>
                <a:gd name="connsiteX4" fmla="*/ 72950 w 75490"/>
                <a:gd name="connsiteY4" fmla="*/ 71 h 72617"/>
                <a:gd name="connsiteX5" fmla="*/ 70160 w 75490"/>
                <a:gd name="connsiteY5" fmla="*/ 1681 h 72617"/>
                <a:gd name="connsiteX6" fmla="*/ 57688 w 75490"/>
                <a:gd name="connsiteY6" fmla="*/ 11503 h 72617"/>
                <a:gd name="connsiteX7" fmla="*/ 48334 w 75490"/>
                <a:gd name="connsiteY7" fmla="*/ 6672 h 72617"/>
                <a:gd name="connsiteX8" fmla="*/ 35369 w 75490"/>
                <a:gd name="connsiteY8" fmla="*/ 71 h 72617"/>
                <a:gd name="connsiteX9" fmla="*/ 13378 w 75490"/>
                <a:gd name="connsiteY9" fmla="*/ 18909 h 72617"/>
                <a:gd name="connsiteX10" fmla="*/ 16168 w 75490"/>
                <a:gd name="connsiteY10" fmla="*/ 20841 h 72617"/>
                <a:gd name="connsiteX11" fmla="*/ 19122 w 75490"/>
                <a:gd name="connsiteY11" fmla="*/ 18587 h 72617"/>
                <a:gd name="connsiteX12" fmla="*/ 33400 w 75490"/>
                <a:gd name="connsiteY12" fmla="*/ 12630 h 72617"/>
                <a:gd name="connsiteX13" fmla="*/ 43738 w 75490"/>
                <a:gd name="connsiteY13" fmla="*/ 14079 h 72617"/>
                <a:gd name="connsiteX14" fmla="*/ 58016 w 75490"/>
                <a:gd name="connsiteY14" fmla="*/ 16011 h 72617"/>
                <a:gd name="connsiteX15" fmla="*/ 35205 w 75490"/>
                <a:gd name="connsiteY15" fmla="*/ 35494 h 72617"/>
                <a:gd name="connsiteX16" fmla="*/ 14855 w 75490"/>
                <a:gd name="connsiteY16" fmla="*/ 52722 h 72617"/>
                <a:gd name="connsiteX17" fmla="*/ 249 w 75490"/>
                <a:gd name="connsiteY17" fmla="*/ 70756 h 72617"/>
                <a:gd name="connsiteX18" fmla="*/ 3039 w 75490"/>
                <a:gd name="connsiteY18" fmla="*/ 72688 h 72617"/>
                <a:gd name="connsiteX19" fmla="*/ 5829 w 75490"/>
                <a:gd name="connsiteY19" fmla="*/ 71078 h 72617"/>
                <a:gd name="connsiteX20" fmla="*/ 20927 w 75490"/>
                <a:gd name="connsiteY20" fmla="*/ 61256 h 72617"/>
                <a:gd name="connsiteX21" fmla="*/ 29789 w 75490"/>
                <a:gd name="connsiteY21" fmla="*/ 65442 h 72617"/>
                <a:gd name="connsiteX22" fmla="*/ 43410 w 75490"/>
                <a:gd name="connsiteY22" fmla="*/ 72688 h 72617"/>
                <a:gd name="connsiteX23" fmla="*/ 71965 w 75490"/>
                <a:gd name="connsiteY23" fmla="*/ 47731 h 72617"/>
                <a:gd name="connsiteX24" fmla="*/ 69176 w 75490"/>
                <a:gd name="connsiteY24" fmla="*/ 45637 h 72617"/>
                <a:gd name="connsiteX25" fmla="*/ 66222 w 75490"/>
                <a:gd name="connsiteY25" fmla="*/ 48214 h 72617"/>
                <a:gd name="connsiteX26" fmla="*/ 45380 w 75490"/>
                <a:gd name="connsiteY26" fmla="*/ 60129 h 72617"/>
                <a:gd name="connsiteX27" fmla="*/ 33400 w 75490"/>
                <a:gd name="connsiteY27" fmla="*/ 58358 h 72617"/>
                <a:gd name="connsiteX28" fmla="*/ 21584 w 75490"/>
                <a:gd name="connsiteY28" fmla="*/ 56747 h 72617"/>
                <a:gd name="connsiteX29" fmla="*/ 17809 w 75490"/>
                <a:gd name="connsiteY29" fmla="*/ 56908 h 72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490" h="72617">
                  <a:moveTo>
                    <a:pt x="17809" y="56908"/>
                  </a:moveTo>
                  <a:cubicBezTo>
                    <a:pt x="22076" y="52722"/>
                    <a:pt x="25030" y="49663"/>
                    <a:pt x="38979" y="38714"/>
                  </a:cubicBezTo>
                  <a:cubicBezTo>
                    <a:pt x="42426" y="35977"/>
                    <a:pt x="54734" y="26316"/>
                    <a:pt x="59493" y="21807"/>
                  </a:cubicBezTo>
                  <a:cubicBezTo>
                    <a:pt x="69504" y="12147"/>
                    <a:pt x="75740" y="3935"/>
                    <a:pt x="75740" y="2003"/>
                  </a:cubicBezTo>
                  <a:cubicBezTo>
                    <a:pt x="75740" y="71"/>
                    <a:pt x="73607" y="71"/>
                    <a:pt x="72950" y="71"/>
                  </a:cubicBezTo>
                  <a:cubicBezTo>
                    <a:pt x="71473" y="71"/>
                    <a:pt x="70981" y="393"/>
                    <a:pt x="70160" y="1681"/>
                  </a:cubicBezTo>
                  <a:cubicBezTo>
                    <a:pt x="65073" y="9087"/>
                    <a:pt x="61627" y="11503"/>
                    <a:pt x="57688" y="11503"/>
                  </a:cubicBezTo>
                  <a:cubicBezTo>
                    <a:pt x="55719" y="11503"/>
                    <a:pt x="53257" y="11342"/>
                    <a:pt x="48334" y="6672"/>
                  </a:cubicBezTo>
                  <a:cubicBezTo>
                    <a:pt x="42754" y="1198"/>
                    <a:pt x="39143" y="71"/>
                    <a:pt x="35369" y="71"/>
                  </a:cubicBezTo>
                  <a:cubicBezTo>
                    <a:pt x="22240" y="71"/>
                    <a:pt x="13378" y="14079"/>
                    <a:pt x="13378" y="18909"/>
                  </a:cubicBezTo>
                  <a:cubicBezTo>
                    <a:pt x="13378" y="20358"/>
                    <a:pt x="15019" y="20841"/>
                    <a:pt x="16168" y="20841"/>
                  </a:cubicBezTo>
                  <a:cubicBezTo>
                    <a:pt x="18137" y="20841"/>
                    <a:pt x="18465" y="20358"/>
                    <a:pt x="19122" y="18587"/>
                  </a:cubicBezTo>
                  <a:cubicBezTo>
                    <a:pt x="21584" y="12952"/>
                    <a:pt x="30774" y="12630"/>
                    <a:pt x="33400" y="12630"/>
                  </a:cubicBezTo>
                  <a:cubicBezTo>
                    <a:pt x="37174" y="12630"/>
                    <a:pt x="41441" y="13596"/>
                    <a:pt x="43738" y="14079"/>
                  </a:cubicBezTo>
                  <a:cubicBezTo>
                    <a:pt x="52765" y="16011"/>
                    <a:pt x="53913" y="16011"/>
                    <a:pt x="58016" y="16011"/>
                  </a:cubicBezTo>
                  <a:cubicBezTo>
                    <a:pt x="53749" y="20358"/>
                    <a:pt x="50795" y="23257"/>
                    <a:pt x="35205" y="35494"/>
                  </a:cubicBezTo>
                  <a:cubicBezTo>
                    <a:pt x="22404" y="45476"/>
                    <a:pt x="17973" y="49502"/>
                    <a:pt x="14855" y="52722"/>
                  </a:cubicBezTo>
                  <a:cubicBezTo>
                    <a:pt x="5008" y="62222"/>
                    <a:pt x="249" y="69306"/>
                    <a:pt x="249" y="70756"/>
                  </a:cubicBezTo>
                  <a:cubicBezTo>
                    <a:pt x="249" y="72688"/>
                    <a:pt x="2383" y="72688"/>
                    <a:pt x="3039" y="72688"/>
                  </a:cubicBezTo>
                  <a:cubicBezTo>
                    <a:pt x="4680" y="72688"/>
                    <a:pt x="5008" y="72366"/>
                    <a:pt x="5829" y="71078"/>
                  </a:cubicBezTo>
                  <a:cubicBezTo>
                    <a:pt x="10260" y="64959"/>
                    <a:pt x="15347" y="61256"/>
                    <a:pt x="20927" y="61256"/>
                  </a:cubicBezTo>
                  <a:cubicBezTo>
                    <a:pt x="22896" y="61256"/>
                    <a:pt x="25358" y="61417"/>
                    <a:pt x="29789" y="65442"/>
                  </a:cubicBezTo>
                  <a:cubicBezTo>
                    <a:pt x="34877" y="70273"/>
                    <a:pt x="38159" y="72688"/>
                    <a:pt x="43410" y="72688"/>
                  </a:cubicBezTo>
                  <a:cubicBezTo>
                    <a:pt x="60970" y="72688"/>
                    <a:pt x="71965" y="53205"/>
                    <a:pt x="71965" y="47731"/>
                  </a:cubicBezTo>
                  <a:cubicBezTo>
                    <a:pt x="71965" y="45798"/>
                    <a:pt x="70160" y="45637"/>
                    <a:pt x="69176" y="45637"/>
                  </a:cubicBezTo>
                  <a:cubicBezTo>
                    <a:pt x="67206" y="45637"/>
                    <a:pt x="66878" y="46443"/>
                    <a:pt x="66222" y="48214"/>
                  </a:cubicBezTo>
                  <a:cubicBezTo>
                    <a:pt x="63104" y="56264"/>
                    <a:pt x="53421" y="60129"/>
                    <a:pt x="45380" y="60129"/>
                  </a:cubicBezTo>
                  <a:cubicBezTo>
                    <a:pt x="41605" y="60129"/>
                    <a:pt x="37502" y="59324"/>
                    <a:pt x="33400" y="58358"/>
                  </a:cubicBezTo>
                  <a:cubicBezTo>
                    <a:pt x="25850" y="56747"/>
                    <a:pt x="24538" y="56747"/>
                    <a:pt x="21584" y="56747"/>
                  </a:cubicBezTo>
                  <a:cubicBezTo>
                    <a:pt x="21255" y="56747"/>
                    <a:pt x="18794" y="56747"/>
                    <a:pt x="17809" y="5690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pic>
        <p:nvPicPr>
          <p:cNvPr id="9" name="Picture 8">
            <a:extLst>
              <a:ext uri="{FF2B5EF4-FFF2-40B4-BE49-F238E27FC236}">
                <a16:creationId xmlns:a16="http://schemas.microsoft.com/office/drawing/2014/main" id="{ED409C85-120E-1DD5-C53B-634CD55A1765}"/>
              </a:ext>
            </a:extLst>
          </p:cNvPr>
          <p:cNvPicPr>
            <a:picLocks noChangeAspect="1"/>
          </p:cNvPicPr>
          <p:nvPr/>
        </p:nvPicPr>
        <p:blipFill>
          <a:blip r:embed="rId24"/>
          <a:stretch>
            <a:fillRect/>
          </a:stretch>
        </p:blipFill>
        <p:spPr>
          <a:xfrm>
            <a:off x="941958" y="2688784"/>
            <a:ext cx="4925273" cy="3246413"/>
          </a:xfrm>
          <a:prstGeom prst="rect">
            <a:avLst/>
          </a:prstGeom>
        </p:spPr>
      </p:pic>
      <p:pic>
        <p:nvPicPr>
          <p:cNvPr id="12" name="Picture 11">
            <a:extLst>
              <a:ext uri="{FF2B5EF4-FFF2-40B4-BE49-F238E27FC236}">
                <a16:creationId xmlns:a16="http://schemas.microsoft.com/office/drawing/2014/main" id="{EFD16DCD-EAE7-A878-B335-A01731F140DE}"/>
              </a:ext>
            </a:extLst>
          </p:cNvPr>
          <p:cNvPicPr>
            <a:picLocks noChangeAspect="1"/>
          </p:cNvPicPr>
          <p:nvPr/>
        </p:nvPicPr>
        <p:blipFill>
          <a:blip r:embed="rId25"/>
          <a:stretch>
            <a:fillRect/>
          </a:stretch>
        </p:blipFill>
        <p:spPr>
          <a:xfrm>
            <a:off x="6284211" y="2598777"/>
            <a:ext cx="5198378" cy="3426426"/>
          </a:xfrm>
          <a:prstGeom prst="rect">
            <a:avLst/>
          </a:prstGeom>
        </p:spPr>
      </p:pic>
      <p:grpSp>
        <p:nvGrpSpPr>
          <p:cNvPr id="16" name="Group 15" descr="\documentclass{article}&#10;\usepackage{amsmath}&#10;\usepackage{amsfonts}&#10;\pagestyle{empty}&#10;\begin{document}&#10;&#10;&#10;\[&#10;\Lambda(z) = \frac{e^z}{1 + e^z}&#10;\]&#10;&#10;&#10;&#10;&#10;&#10;\end{document}" title="IguanaTex Shape Display">
            <a:extLst>
              <a:ext uri="{FF2B5EF4-FFF2-40B4-BE49-F238E27FC236}">
                <a16:creationId xmlns:a16="http://schemas.microsoft.com/office/drawing/2014/main" id="{619CBEAC-D21E-B749-E68D-05A59F0A917B}"/>
              </a:ext>
            </a:extLst>
          </p:cNvPr>
          <p:cNvGrpSpPr>
            <a:grpSpLocks noChangeAspect="1"/>
          </p:cNvGrpSpPr>
          <p:nvPr>
            <p:custDataLst>
              <p:tags r:id="rId2"/>
            </p:custDataLst>
          </p:nvPr>
        </p:nvGrpSpPr>
        <p:grpSpPr>
          <a:xfrm>
            <a:off x="8509441" y="2267632"/>
            <a:ext cx="1421732" cy="499449"/>
            <a:chOff x="11114663" y="5218455"/>
            <a:chExt cx="1421732" cy="499449"/>
          </a:xfrm>
        </p:grpSpPr>
        <p:sp>
          <p:nvSpPr>
            <p:cNvPr id="17" name="Freeform: Shape 16">
              <a:extLst>
                <a:ext uri="{FF2B5EF4-FFF2-40B4-BE49-F238E27FC236}">
                  <a16:creationId xmlns:a16="http://schemas.microsoft.com/office/drawing/2014/main" id="{CE269892-4FB7-C4E5-36D1-6295D7C73F5D}"/>
                </a:ext>
              </a:extLst>
            </p:cNvPr>
            <p:cNvSpPr/>
            <p:nvPr>
              <p:custDataLst>
                <p:tags r:id="rId3"/>
              </p:custDataLst>
            </p:nvPr>
          </p:nvSpPr>
          <p:spPr>
            <a:xfrm>
              <a:off x="11114663" y="5367578"/>
              <a:ext cx="147784" cy="168917"/>
            </a:xfrm>
            <a:custGeom>
              <a:avLst/>
              <a:gdLst>
                <a:gd name="connsiteX0" fmla="*/ 79616 w 147784"/>
                <a:gd name="connsiteY0" fmla="*/ 5031 h 168917"/>
                <a:gd name="connsiteX1" fmla="*/ 74212 w 147784"/>
                <a:gd name="connsiteY1" fmla="*/ 77 h 168917"/>
                <a:gd name="connsiteX2" fmla="*/ 68808 w 147784"/>
                <a:gd name="connsiteY2" fmla="*/ 5031 h 168917"/>
                <a:gd name="connsiteX3" fmla="*/ 23698 w 147784"/>
                <a:gd name="connsiteY3" fmla="*/ 145402 h 168917"/>
                <a:gd name="connsiteX4" fmla="*/ 203 w 147784"/>
                <a:gd name="connsiteY4" fmla="*/ 161681 h 168917"/>
                <a:gd name="connsiteX5" fmla="*/ 203 w 147784"/>
                <a:gd name="connsiteY5" fmla="*/ 168994 h 168917"/>
                <a:gd name="connsiteX6" fmla="*/ 22053 w 147784"/>
                <a:gd name="connsiteY6" fmla="*/ 168286 h 168917"/>
                <a:gd name="connsiteX7" fmla="*/ 48603 w 147784"/>
                <a:gd name="connsiteY7" fmla="*/ 168994 h 168917"/>
                <a:gd name="connsiteX8" fmla="*/ 48603 w 147784"/>
                <a:gd name="connsiteY8" fmla="*/ 161681 h 168917"/>
                <a:gd name="connsiteX9" fmla="*/ 30511 w 147784"/>
                <a:gd name="connsiteY9" fmla="*/ 149413 h 168917"/>
                <a:gd name="connsiteX10" fmla="*/ 31686 w 147784"/>
                <a:gd name="connsiteY10" fmla="*/ 144223 h 168917"/>
                <a:gd name="connsiteX11" fmla="*/ 66929 w 147784"/>
                <a:gd name="connsiteY11" fmla="*/ 34285 h 168917"/>
                <a:gd name="connsiteX12" fmla="*/ 104051 w 147784"/>
                <a:gd name="connsiteY12" fmla="*/ 150357 h 168917"/>
                <a:gd name="connsiteX13" fmla="*/ 105226 w 147784"/>
                <a:gd name="connsiteY13" fmla="*/ 154603 h 168917"/>
                <a:gd name="connsiteX14" fmla="*/ 85255 w 147784"/>
                <a:gd name="connsiteY14" fmla="*/ 161681 h 168917"/>
                <a:gd name="connsiteX15" fmla="*/ 85255 w 147784"/>
                <a:gd name="connsiteY15" fmla="*/ 168994 h 168917"/>
                <a:gd name="connsiteX16" fmla="*/ 119088 w 147784"/>
                <a:gd name="connsiteY16" fmla="*/ 168286 h 168917"/>
                <a:gd name="connsiteX17" fmla="*/ 147987 w 147784"/>
                <a:gd name="connsiteY17" fmla="*/ 168994 h 168917"/>
                <a:gd name="connsiteX18" fmla="*/ 147987 w 147784"/>
                <a:gd name="connsiteY18" fmla="*/ 161681 h 168917"/>
                <a:gd name="connsiteX19" fmla="*/ 126606 w 147784"/>
                <a:gd name="connsiteY19" fmla="*/ 151536 h 168917"/>
                <a:gd name="connsiteX20" fmla="*/ 79616 w 147784"/>
                <a:gd name="connsiteY20" fmla="*/ 5031 h 168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7784" h="168917">
                  <a:moveTo>
                    <a:pt x="79616" y="5031"/>
                  </a:moveTo>
                  <a:cubicBezTo>
                    <a:pt x="78206" y="549"/>
                    <a:pt x="76797" y="77"/>
                    <a:pt x="74212" y="77"/>
                  </a:cubicBezTo>
                  <a:cubicBezTo>
                    <a:pt x="70453" y="77"/>
                    <a:pt x="69983" y="1021"/>
                    <a:pt x="68808" y="5031"/>
                  </a:cubicBezTo>
                  <a:lnTo>
                    <a:pt x="23698" y="145402"/>
                  </a:lnTo>
                  <a:cubicBezTo>
                    <a:pt x="21348" y="152480"/>
                    <a:pt x="16649" y="161681"/>
                    <a:pt x="203" y="161681"/>
                  </a:cubicBezTo>
                  <a:lnTo>
                    <a:pt x="203" y="168994"/>
                  </a:lnTo>
                  <a:cubicBezTo>
                    <a:pt x="7956" y="168522"/>
                    <a:pt x="19939" y="168286"/>
                    <a:pt x="22053" y="168286"/>
                  </a:cubicBezTo>
                  <a:cubicBezTo>
                    <a:pt x="28867" y="168286"/>
                    <a:pt x="41319" y="168758"/>
                    <a:pt x="48603" y="168994"/>
                  </a:cubicBezTo>
                  <a:lnTo>
                    <a:pt x="48603" y="161681"/>
                  </a:lnTo>
                  <a:cubicBezTo>
                    <a:pt x="35915" y="161445"/>
                    <a:pt x="30511" y="155075"/>
                    <a:pt x="30511" y="149413"/>
                  </a:cubicBezTo>
                  <a:cubicBezTo>
                    <a:pt x="30511" y="148233"/>
                    <a:pt x="30511" y="147526"/>
                    <a:pt x="31686" y="144223"/>
                  </a:cubicBezTo>
                  <a:lnTo>
                    <a:pt x="66929" y="34285"/>
                  </a:lnTo>
                  <a:lnTo>
                    <a:pt x="104051" y="150357"/>
                  </a:lnTo>
                  <a:cubicBezTo>
                    <a:pt x="105226" y="153660"/>
                    <a:pt x="105226" y="154131"/>
                    <a:pt x="105226" y="154603"/>
                  </a:cubicBezTo>
                  <a:cubicBezTo>
                    <a:pt x="105226" y="161681"/>
                    <a:pt x="91364" y="161681"/>
                    <a:pt x="85255" y="161681"/>
                  </a:cubicBezTo>
                  <a:lnTo>
                    <a:pt x="85255" y="168994"/>
                  </a:lnTo>
                  <a:cubicBezTo>
                    <a:pt x="93478" y="168286"/>
                    <a:pt x="110160" y="168286"/>
                    <a:pt x="119088" y="168286"/>
                  </a:cubicBezTo>
                  <a:cubicBezTo>
                    <a:pt x="128251" y="168286"/>
                    <a:pt x="138824" y="168758"/>
                    <a:pt x="147987" y="168994"/>
                  </a:cubicBezTo>
                  <a:lnTo>
                    <a:pt x="147987" y="161681"/>
                  </a:lnTo>
                  <a:cubicBezTo>
                    <a:pt x="130131" y="161681"/>
                    <a:pt x="129426" y="160265"/>
                    <a:pt x="126606" y="151536"/>
                  </a:cubicBezTo>
                  <a:lnTo>
                    <a:pt x="79616" y="503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 name="Freeform: Shape 17">
              <a:extLst>
                <a:ext uri="{FF2B5EF4-FFF2-40B4-BE49-F238E27FC236}">
                  <a16:creationId xmlns:a16="http://schemas.microsoft.com/office/drawing/2014/main" id="{10E81AD3-E001-3957-DF37-D73972729309}"/>
                </a:ext>
              </a:extLst>
            </p:cNvPr>
            <p:cNvSpPr/>
            <p:nvPr>
              <p:custDataLst>
                <p:tags r:id="rId4"/>
              </p:custDataLst>
            </p:nvPr>
          </p:nvSpPr>
          <p:spPr>
            <a:xfrm>
              <a:off x="11293566" y="5359557"/>
              <a:ext cx="54508" cy="235917"/>
            </a:xfrm>
            <a:custGeom>
              <a:avLst/>
              <a:gdLst>
                <a:gd name="connsiteX0" fmla="*/ 54718 w 54508"/>
                <a:gd name="connsiteY0" fmla="*/ 233636 h 235917"/>
                <a:gd name="connsiteX1" fmla="*/ 50724 w 54508"/>
                <a:gd name="connsiteY1" fmla="*/ 228445 h 235917"/>
                <a:gd name="connsiteX2" fmla="*/ 13837 w 54508"/>
                <a:gd name="connsiteY2" fmla="*/ 118036 h 235917"/>
                <a:gd name="connsiteX3" fmla="*/ 51664 w 54508"/>
                <a:gd name="connsiteY3" fmla="*/ 6447 h 235917"/>
                <a:gd name="connsiteX4" fmla="*/ 54718 w 54508"/>
                <a:gd name="connsiteY4" fmla="*/ 2436 h 235917"/>
                <a:gd name="connsiteX5" fmla="*/ 52369 w 54508"/>
                <a:gd name="connsiteY5" fmla="*/ 77 h 235917"/>
                <a:gd name="connsiteX6" fmla="*/ 15012 w 54508"/>
                <a:gd name="connsiteY6" fmla="*/ 46081 h 235917"/>
                <a:gd name="connsiteX7" fmla="*/ 210 w 54508"/>
                <a:gd name="connsiteY7" fmla="*/ 118036 h 235917"/>
                <a:gd name="connsiteX8" fmla="*/ 15716 w 54508"/>
                <a:gd name="connsiteY8" fmla="*/ 191642 h 235917"/>
                <a:gd name="connsiteX9" fmla="*/ 52369 w 54508"/>
                <a:gd name="connsiteY9" fmla="*/ 235995 h 235917"/>
                <a:gd name="connsiteX10" fmla="*/ 54718 w 54508"/>
                <a:gd name="connsiteY10" fmla="*/ 233636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08" h="235917">
                  <a:moveTo>
                    <a:pt x="54718" y="233636"/>
                  </a:moveTo>
                  <a:cubicBezTo>
                    <a:pt x="54718" y="232928"/>
                    <a:pt x="54718" y="232456"/>
                    <a:pt x="50724" y="228445"/>
                  </a:cubicBezTo>
                  <a:cubicBezTo>
                    <a:pt x="21355" y="198720"/>
                    <a:pt x="13837" y="154131"/>
                    <a:pt x="13837" y="118036"/>
                  </a:cubicBezTo>
                  <a:cubicBezTo>
                    <a:pt x="13837" y="76986"/>
                    <a:pt x="22765" y="35937"/>
                    <a:pt x="51664" y="6447"/>
                  </a:cubicBezTo>
                  <a:cubicBezTo>
                    <a:pt x="54718" y="3616"/>
                    <a:pt x="54718" y="3144"/>
                    <a:pt x="54718" y="2436"/>
                  </a:cubicBezTo>
                  <a:cubicBezTo>
                    <a:pt x="54718" y="785"/>
                    <a:pt x="53778" y="77"/>
                    <a:pt x="52369" y="77"/>
                  </a:cubicBezTo>
                  <a:cubicBezTo>
                    <a:pt x="50019" y="77"/>
                    <a:pt x="28874" y="16120"/>
                    <a:pt x="15012" y="46081"/>
                  </a:cubicBezTo>
                  <a:cubicBezTo>
                    <a:pt x="3029" y="72032"/>
                    <a:pt x="210" y="98219"/>
                    <a:pt x="210" y="118036"/>
                  </a:cubicBezTo>
                  <a:cubicBezTo>
                    <a:pt x="210" y="136438"/>
                    <a:pt x="2794" y="164984"/>
                    <a:pt x="15716" y="191642"/>
                  </a:cubicBezTo>
                  <a:cubicBezTo>
                    <a:pt x="29813" y="220660"/>
                    <a:pt x="50019" y="235995"/>
                    <a:pt x="52369" y="235995"/>
                  </a:cubicBezTo>
                  <a:cubicBezTo>
                    <a:pt x="53778" y="235995"/>
                    <a:pt x="54718" y="235287"/>
                    <a:pt x="54718" y="23363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 name="Freeform: Shape 19">
              <a:extLst>
                <a:ext uri="{FF2B5EF4-FFF2-40B4-BE49-F238E27FC236}">
                  <a16:creationId xmlns:a16="http://schemas.microsoft.com/office/drawing/2014/main" id="{9BEC202B-8AB7-6B5F-B7B7-3D5D804959A4}"/>
                </a:ext>
              </a:extLst>
            </p:cNvPr>
            <p:cNvSpPr/>
            <p:nvPr>
              <p:custDataLst>
                <p:tags r:id="rId5"/>
              </p:custDataLst>
            </p:nvPr>
          </p:nvSpPr>
          <p:spPr>
            <a:xfrm>
              <a:off x="11371779" y="5432220"/>
              <a:ext cx="99619" cy="106870"/>
            </a:xfrm>
            <a:custGeom>
              <a:avLst/>
              <a:gdLst>
                <a:gd name="connsiteX0" fmla="*/ 21359 w 99619"/>
                <a:gd name="connsiteY0" fmla="*/ 84772 h 106870"/>
                <a:gd name="connsiteX1" fmla="*/ 49318 w 99619"/>
                <a:gd name="connsiteY1" fmla="*/ 57877 h 106870"/>
                <a:gd name="connsiteX2" fmla="*/ 72343 w 99619"/>
                <a:gd name="connsiteY2" fmla="*/ 36644 h 106870"/>
                <a:gd name="connsiteX3" fmla="*/ 99833 w 99619"/>
                <a:gd name="connsiteY3" fmla="*/ 2436 h 106870"/>
                <a:gd name="connsiteX4" fmla="*/ 97248 w 99619"/>
                <a:gd name="connsiteY4" fmla="*/ 77 h 106870"/>
                <a:gd name="connsiteX5" fmla="*/ 93724 w 99619"/>
                <a:gd name="connsiteY5" fmla="*/ 2672 h 106870"/>
                <a:gd name="connsiteX6" fmla="*/ 76103 w 99619"/>
                <a:gd name="connsiteY6" fmla="*/ 17771 h 106870"/>
                <a:gd name="connsiteX7" fmla="*/ 64120 w 99619"/>
                <a:gd name="connsiteY7" fmla="*/ 10222 h 106870"/>
                <a:gd name="connsiteX8" fmla="*/ 47909 w 99619"/>
                <a:gd name="connsiteY8" fmla="*/ 77 h 106870"/>
                <a:gd name="connsiteX9" fmla="*/ 19479 w 99619"/>
                <a:gd name="connsiteY9" fmla="*/ 26972 h 106870"/>
                <a:gd name="connsiteX10" fmla="*/ 22299 w 99619"/>
                <a:gd name="connsiteY10" fmla="*/ 29567 h 106870"/>
                <a:gd name="connsiteX11" fmla="*/ 25353 w 99619"/>
                <a:gd name="connsiteY11" fmla="*/ 26972 h 106870"/>
                <a:gd name="connsiteX12" fmla="*/ 45324 w 99619"/>
                <a:gd name="connsiteY12" fmla="*/ 15884 h 106870"/>
                <a:gd name="connsiteX13" fmla="*/ 60126 w 99619"/>
                <a:gd name="connsiteY13" fmla="*/ 19422 h 106870"/>
                <a:gd name="connsiteX14" fmla="*/ 78217 w 99619"/>
                <a:gd name="connsiteY14" fmla="*/ 22961 h 106870"/>
                <a:gd name="connsiteX15" fmla="*/ 45559 w 99619"/>
                <a:gd name="connsiteY15" fmla="*/ 53866 h 106870"/>
                <a:gd name="connsiteX16" fmla="*/ 24413 w 99619"/>
                <a:gd name="connsiteY16" fmla="*/ 73683 h 106870"/>
                <a:gd name="connsiteX17" fmla="*/ 214 w 99619"/>
                <a:gd name="connsiteY17" fmla="*/ 104589 h 106870"/>
                <a:gd name="connsiteX18" fmla="*/ 3033 w 99619"/>
                <a:gd name="connsiteY18" fmla="*/ 106948 h 106870"/>
                <a:gd name="connsiteX19" fmla="*/ 6792 w 99619"/>
                <a:gd name="connsiteY19" fmla="*/ 103881 h 106870"/>
                <a:gd name="connsiteX20" fmla="*/ 26763 w 99619"/>
                <a:gd name="connsiteY20" fmla="*/ 89254 h 106870"/>
                <a:gd name="connsiteX21" fmla="*/ 40390 w 99619"/>
                <a:gd name="connsiteY21" fmla="*/ 98219 h 106870"/>
                <a:gd name="connsiteX22" fmla="*/ 55427 w 99619"/>
                <a:gd name="connsiteY22" fmla="*/ 106948 h 106870"/>
                <a:gd name="connsiteX23" fmla="*/ 92314 w 99619"/>
                <a:gd name="connsiteY23" fmla="*/ 70617 h 106870"/>
                <a:gd name="connsiteX24" fmla="*/ 89495 w 99619"/>
                <a:gd name="connsiteY24" fmla="*/ 68257 h 106870"/>
                <a:gd name="connsiteX25" fmla="*/ 86206 w 99619"/>
                <a:gd name="connsiteY25" fmla="*/ 71324 h 106870"/>
                <a:gd name="connsiteX26" fmla="*/ 58011 w 99619"/>
                <a:gd name="connsiteY26" fmla="*/ 91141 h 106870"/>
                <a:gd name="connsiteX27" fmla="*/ 44149 w 99619"/>
                <a:gd name="connsiteY27" fmla="*/ 88074 h 106870"/>
                <a:gd name="connsiteX28" fmla="*/ 27703 w 99619"/>
                <a:gd name="connsiteY28" fmla="*/ 84064 h 106870"/>
                <a:gd name="connsiteX29" fmla="*/ 21359 w 99619"/>
                <a:gd name="connsiteY29" fmla="*/ 84772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9619" h="106870">
                  <a:moveTo>
                    <a:pt x="21359" y="84772"/>
                  </a:moveTo>
                  <a:cubicBezTo>
                    <a:pt x="34046" y="71088"/>
                    <a:pt x="40860" y="65190"/>
                    <a:pt x="49318" y="57877"/>
                  </a:cubicBezTo>
                  <a:cubicBezTo>
                    <a:pt x="49318" y="57641"/>
                    <a:pt x="63885" y="45137"/>
                    <a:pt x="72343" y="36644"/>
                  </a:cubicBezTo>
                  <a:cubicBezTo>
                    <a:pt x="94664" y="14704"/>
                    <a:pt x="99833" y="3380"/>
                    <a:pt x="99833" y="2436"/>
                  </a:cubicBezTo>
                  <a:cubicBezTo>
                    <a:pt x="99833" y="77"/>
                    <a:pt x="97718" y="77"/>
                    <a:pt x="97248" y="77"/>
                  </a:cubicBezTo>
                  <a:cubicBezTo>
                    <a:pt x="95604" y="77"/>
                    <a:pt x="94899" y="549"/>
                    <a:pt x="93724" y="2672"/>
                  </a:cubicBezTo>
                  <a:cubicBezTo>
                    <a:pt x="86675" y="13996"/>
                    <a:pt x="81741" y="17771"/>
                    <a:pt x="76103" y="17771"/>
                  </a:cubicBezTo>
                  <a:cubicBezTo>
                    <a:pt x="70464" y="17771"/>
                    <a:pt x="67644" y="14232"/>
                    <a:pt x="64120" y="10222"/>
                  </a:cubicBezTo>
                  <a:cubicBezTo>
                    <a:pt x="59656" y="4795"/>
                    <a:pt x="55662" y="77"/>
                    <a:pt x="47909" y="77"/>
                  </a:cubicBezTo>
                  <a:cubicBezTo>
                    <a:pt x="30287" y="77"/>
                    <a:pt x="19479" y="22017"/>
                    <a:pt x="19479" y="26972"/>
                  </a:cubicBezTo>
                  <a:cubicBezTo>
                    <a:pt x="19479" y="28151"/>
                    <a:pt x="20184" y="29567"/>
                    <a:pt x="22299" y="29567"/>
                  </a:cubicBezTo>
                  <a:cubicBezTo>
                    <a:pt x="24413" y="29567"/>
                    <a:pt x="24883" y="28387"/>
                    <a:pt x="25353" y="26972"/>
                  </a:cubicBezTo>
                  <a:cubicBezTo>
                    <a:pt x="29817" y="16120"/>
                    <a:pt x="43444" y="15884"/>
                    <a:pt x="45324" y="15884"/>
                  </a:cubicBezTo>
                  <a:cubicBezTo>
                    <a:pt x="50258" y="15884"/>
                    <a:pt x="54722" y="17535"/>
                    <a:pt x="60126" y="19422"/>
                  </a:cubicBezTo>
                  <a:cubicBezTo>
                    <a:pt x="69524" y="22961"/>
                    <a:pt x="72108" y="22961"/>
                    <a:pt x="78217" y="22961"/>
                  </a:cubicBezTo>
                  <a:cubicBezTo>
                    <a:pt x="69759" y="33106"/>
                    <a:pt x="50023" y="50092"/>
                    <a:pt x="45559" y="53866"/>
                  </a:cubicBezTo>
                  <a:lnTo>
                    <a:pt x="24413" y="73683"/>
                  </a:lnTo>
                  <a:cubicBezTo>
                    <a:pt x="8437" y="89490"/>
                    <a:pt x="214" y="102937"/>
                    <a:pt x="214" y="104589"/>
                  </a:cubicBezTo>
                  <a:cubicBezTo>
                    <a:pt x="214" y="106948"/>
                    <a:pt x="2563" y="106948"/>
                    <a:pt x="3033" y="106948"/>
                  </a:cubicBezTo>
                  <a:cubicBezTo>
                    <a:pt x="4913" y="106948"/>
                    <a:pt x="5382" y="106476"/>
                    <a:pt x="6792" y="103881"/>
                  </a:cubicBezTo>
                  <a:cubicBezTo>
                    <a:pt x="12196" y="95624"/>
                    <a:pt x="19245" y="89254"/>
                    <a:pt x="26763" y="89254"/>
                  </a:cubicBezTo>
                  <a:cubicBezTo>
                    <a:pt x="32167" y="89254"/>
                    <a:pt x="34516" y="91377"/>
                    <a:pt x="40390" y="98219"/>
                  </a:cubicBezTo>
                  <a:cubicBezTo>
                    <a:pt x="44384" y="103173"/>
                    <a:pt x="48613" y="106948"/>
                    <a:pt x="55427" y="106948"/>
                  </a:cubicBezTo>
                  <a:cubicBezTo>
                    <a:pt x="78687" y="106948"/>
                    <a:pt x="92314" y="76986"/>
                    <a:pt x="92314" y="70617"/>
                  </a:cubicBezTo>
                  <a:cubicBezTo>
                    <a:pt x="92314" y="69437"/>
                    <a:pt x="91374" y="68257"/>
                    <a:pt x="89495" y="68257"/>
                  </a:cubicBezTo>
                  <a:cubicBezTo>
                    <a:pt x="87380" y="68257"/>
                    <a:pt x="86910" y="69673"/>
                    <a:pt x="86206" y="71324"/>
                  </a:cubicBezTo>
                  <a:cubicBezTo>
                    <a:pt x="80802" y="86659"/>
                    <a:pt x="65765" y="91141"/>
                    <a:pt x="58011" y="91141"/>
                  </a:cubicBezTo>
                  <a:cubicBezTo>
                    <a:pt x="53312" y="91141"/>
                    <a:pt x="49083" y="89726"/>
                    <a:pt x="44149" y="88074"/>
                  </a:cubicBezTo>
                  <a:cubicBezTo>
                    <a:pt x="36161" y="85008"/>
                    <a:pt x="32637" y="84064"/>
                    <a:pt x="27703" y="84064"/>
                  </a:cubicBezTo>
                  <a:cubicBezTo>
                    <a:pt x="27233" y="84064"/>
                    <a:pt x="23474" y="84064"/>
                    <a:pt x="21359" y="8477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 name="Freeform: Shape 20">
              <a:extLst>
                <a:ext uri="{FF2B5EF4-FFF2-40B4-BE49-F238E27FC236}">
                  <a16:creationId xmlns:a16="http://schemas.microsoft.com/office/drawing/2014/main" id="{F791CBB8-CCFD-5626-799B-E31C588A05A7}"/>
                </a:ext>
              </a:extLst>
            </p:cNvPr>
            <p:cNvSpPr/>
            <p:nvPr>
              <p:custDataLst>
                <p:tags r:id="rId6"/>
              </p:custDataLst>
            </p:nvPr>
          </p:nvSpPr>
          <p:spPr>
            <a:xfrm>
              <a:off x="11494665" y="5359557"/>
              <a:ext cx="54508" cy="235917"/>
            </a:xfrm>
            <a:custGeom>
              <a:avLst/>
              <a:gdLst>
                <a:gd name="connsiteX0" fmla="*/ 54727 w 54508"/>
                <a:gd name="connsiteY0" fmla="*/ 118036 h 235917"/>
                <a:gd name="connsiteX1" fmla="*/ 39220 w 54508"/>
                <a:gd name="connsiteY1" fmla="*/ 44430 h 235917"/>
                <a:gd name="connsiteX2" fmla="*/ 2568 w 54508"/>
                <a:gd name="connsiteY2" fmla="*/ 77 h 235917"/>
                <a:gd name="connsiteX3" fmla="*/ 219 w 54508"/>
                <a:gd name="connsiteY3" fmla="*/ 2436 h 235917"/>
                <a:gd name="connsiteX4" fmla="*/ 4683 w 54508"/>
                <a:gd name="connsiteY4" fmla="*/ 7862 h 235917"/>
                <a:gd name="connsiteX5" fmla="*/ 41100 w 54508"/>
                <a:gd name="connsiteY5" fmla="*/ 118036 h 235917"/>
                <a:gd name="connsiteX6" fmla="*/ 3273 w 54508"/>
                <a:gd name="connsiteY6" fmla="*/ 229625 h 235917"/>
                <a:gd name="connsiteX7" fmla="*/ 219 w 54508"/>
                <a:gd name="connsiteY7" fmla="*/ 233636 h 235917"/>
                <a:gd name="connsiteX8" fmla="*/ 2568 w 54508"/>
                <a:gd name="connsiteY8" fmla="*/ 235995 h 235917"/>
                <a:gd name="connsiteX9" fmla="*/ 39925 w 54508"/>
                <a:gd name="connsiteY9" fmla="*/ 189991 h 235917"/>
                <a:gd name="connsiteX10" fmla="*/ 54727 w 54508"/>
                <a:gd name="connsiteY10" fmla="*/ 118036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08" h="235917">
                  <a:moveTo>
                    <a:pt x="54727" y="118036"/>
                  </a:moveTo>
                  <a:cubicBezTo>
                    <a:pt x="54727" y="99634"/>
                    <a:pt x="52143" y="71088"/>
                    <a:pt x="39220" y="44430"/>
                  </a:cubicBezTo>
                  <a:cubicBezTo>
                    <a:pt x="25123" y="15412"/>
                    <a:pt x="4918" y="77"/>
                    <a:pt x="2568" y="77"/>
                  </a:cubicBezTo>
                  <a:cubicBezTo>
                    <a:pt x="1158" y="77"/>
                    <a:pt x="219" y="1021"/>
                    <a:pt x="219" y="2436"/>
                  </a:cubicBezTo>
                  <a:cubicBezTo>
                    <a:pt x="219" y="3144"/>
                    <a:pt x="219" y="3616"/>
                    <a:pt x="4683" y="7862"/>
                  </a:cubicBezTo>
                  <a:cubicBezTo>
                    <a:pt x="27708" y="31218"/>
                    <a:pt x="41100" y="68729"/>
                    <a:pt x="41100" y="118036"/>
                  </a:cubicBezTo>
                  <a:cubicBezTo>
                    <a:pt x="41100" y="158378"/>
                    <a:pt x="32407" y="199899"/>
                    <a:pt x="3273" y="229625"/>
                  </a:cubicBezTo>
                  <a:cubicBezTo>
                    <a:pt x="219" y="232456"/>
                    <a:pt x="219" y="232928"/>
                    <a:pt x="219" y="233636"/>
                  </a:cubicBezTo>
                  <a:cubicBezTo>
                    <a:pt x="219" y="235051"/>
                    <a:pt x="1158" y="235995"/>
                    <a:pt x="2568" y="235995"/>
                  </a:cubicBezTo>
                  <a:cubicBezTo>
                    <a:pt x="4918" y="235995"/>
                    <a:pt x="26063" y="219952"/>
                    <a:pt x="39925" y="189991"/>
                  </a:cubicBezTo>
                  <a:cubicBezTo>
                    <a:pt x="51908" y="164040"/>
                    <a:pt x="54727" y="137853"/>
                    <a:pt x="54727" y="11803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 name="Freeform: Shape 21">
              <a:extLst>
                <a:ext uri="{FF2B5EF4-FFF2-40B4-BE49-F238E27FC236}">
                  <a16:creationId xmlns:a16="http://schemas.microsoft.com/office/drawing/2014/main" id="{08C27AED-C7DF-10C4-3255-90E5570AA388}"/>
                </a:ext>
              </a:extLst>
            </p:cNvPr>
            <p:cNvSpPr/>
            <p:nvPr>
              <p:custDataLst>
                <p:tags r:id="rId7"/>
              </p:custDataLst>
            </p:nvPr>
          </p:nvSpPr>
          <p:spPr>
            <a:xfrm>
              <a:off x="11651063" y="5449914"/>
              <a:ext cx="156242" cy="55204"/>
            </a:xfrm>
            <a:custGeom>
              <a:avLst/>
              <a:gdLst>
                <a:gd name="connsiteX0" fmla="*/ 148479 w 156242"/>
                <a:gd name="connsiteY0" fmla="*/ 9514 h 55204"/>
                <a:gd name="connsiteX1" fmla="*/ 156468 w 156242"/>
                <a:gd name="connsiteY1" fmla="*/ 4795 h 55204"/>
                <a:gd name="connsiteX2" fmla="*/ 148714 w 156242"/>
                <a:gd name="connsiteY2" fmla="*/ 77 h 55204"/>
                <a:gd name="connsiteX3" fmla="*/ 7979 w 156242"/>
                <a:gd name="connsiteY3" fmla="*/ 77 h 55204"/>
                <a:gd name="connsiteX4" fmla="*/ 225 w 156242"/>
                <a:gd name="connsiteY4" fmla="*/ 4795 h 55204"/>
                <a:gd name="connsiteX5" fmla="*/ 8214 w 156242"/>
                <a:gd name="connsiteY5" fmla="*/ 9514 h 55204"/>
                <a:gd name="connsiteX6" fmla="*/ 148479 w 156242"/>
                <a:gd name="connsiteY6" fmla="*/ 9514 h 55204"/>
                <a:gd name="connsiteX7" fmla="*/ 148714 w 156242"/>
                <a:gd name="connsiteY7" fmla="*/ 55282 h 55204"/>
                <a:gd name="connsiteX8" fmla="*/ 156468 w 156242"/>
                <a:gd name="connsiteY8" fmla="*/ 50564 h 55204"/>
                <a:gd name="connsiteX9" fmla="*/ 148479 w 156242"/>
                <a:gd name="connsiteY9" fmla="*/ 45845 h 55204"/>
                <a:gd name="connsiteX10" fmla="*/ 8214 w 156242"/>
                <a:gd name="connsiteY10" fmla="*/ 45845 h 55204"/>
                <a:gd name="connsiteX11" fmla="*/ 225 w 156242"/>
                <a:gd name="connsiteY11" fmla="*/ 50564 h 55204"/>
                <a:gd name="connsiteX12" fmla="*/ 7979 w 156242"/>
                <a:gd name="connsiteY12" fmla="*/ 55282 h 55204"/>
                <a:gd name="connsiteX13" fmla="*/ 148714 w 156242"/>
                <a:gd name="connsiteY13" fmla="*/ 55282 h 55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242" h="55204">
                  <a:moveTo>
                    <a:pt x="148479" y="9514"/>
                  </a:moveTo>
                  <a:cubicBezTo>
                    <a:pt x="152004" y="9514"/>
                    <a:pt x="156468" y="9514"/>
                    <a:pt x="156468" y="4795"/>
                  </a:cubicBezTo>
                  <a:cubicBezTo>
                    <a:pt x="156468" y="77"/>
                    <a:pt x="152004" y="77"/>
                    <a:pt x="148714" y="77"/>
                  </a:cubicBezTo>
                  <a:lnTo>
                    <a:pt x="7979" y="77"/>
                  </a:lnTo>
                  <a:cubicBezTo>
                    <a:pt x="4689" y="77"/>
                    <a:pt x="225" y="77"/>
                    <a:pt x="225" y="4795"/>
                  </a:cubicBezTo>
                  <a:cubicBezTo>
                    <a:pt x="225" y="9514"/>
                    <a:pt x="4689" y="9514"/>
                    <a:pt x="8214" y="9514"/>
                  </a:cubicBezTo>
                  <a:lnTo>
                    <a:pt x="148479" y="9514"/>
                  </a:lnTo>
                  <a:close/>
                  <a:moveTo>
                    <a:pt x="148714" y="55282"/>
                  </a:moveTo>
                  <a:cubicBezTo>
                    <a:pt x="152004" y="55282"/>
                    <a:pt x="156468" y="55282"/>
                    <a:pt x="156468" y="50564"/>
                  </a:cubicBezTo>
                  <a:cubicBezTo>
                    <a:pt x="156468" y="45845"/>
                    <a:pt x="152004" y="45845"/>
                    <a:pt x="148479" y="45845"/>
                  </a:cubicBezTo>
                  <a:lnTo>
                    <a:pt x="8214" y="45845"/>
                  </a:lnTo>
                  <a:cubicBezTo>
                    <a:pt x="4689" y="45845"/>
                    <a:pt x="225" y="45845"/>
                    <a:pt x="225" y="50564"/>
                  </a:cubicBezTo>
                  <a:cubicBezTo>
                    <a:pt x="225" y="55282"/>
                    <a:pt x="4689" y="55282"/>
                    <a:pt x="7979" y="55282"/>
                  </a:cubicBezTo>
                  <a:lnTo>
                    <a:pt x="148714" y="5528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 name="Freeform: Shape 22">
              <a:extLst>
                <a:ext uri="{FF2B5EF4-FFF2-40B4-BE49-F238E27FC236}">
                  <a16:creationId xmlns:a16="http://schemas.microsoft.com/office/drawing/2014/main" id="{1F12C275-03CD-82E9-E687-1F0ED773A4D2}"/>
                </a:ext>
              </a:extLst>
            </p:cNvPr>
            <p:cNvSpPr/>
            <p:nvPr>
              <p:custDataLst>
                <p:tags r:id="rId8"/>
              </p:custDataLst>
            </p:nvPr>
          </p:nvSpPr>
          <p:spPr>
            <a:xfrm>
              <a:off x="12127228" y="5272620"/>
              <a:ext cx="90221" cy="106870"/>
            </a:xfrm>
            <a:custGeom>
              <a:avLst/>
              <a:gdLst>
                <a:gd name="connsiteX0" fmla="*/ 33374 w 90221"/>
                <a:gd name="connsiteY0" fmla="*/ 49849 h 106870"/>
                <a:gd name="connsiteX1" fmla="*/ 69321 w 90221"/>
                <a:gd name="connsiteY1" fmla="*/ 44423 h 106870"/>
                <a:gd name="connsiteX2" fmla="*/ 86942 w 90221"/>
                <a:gd name="connsiteY2" fmla="*/ 20123 h 106870"/>
                <a:gd name="connsiteX3" fmla="*/ 61803 w 90221"/>
                <a:gd name="connsiteY3" fmla="*/ 70 h 106870"/>
                <a:gd name="connsiteX4" fmla="*/ 246 w 90221"/>
                <a:gd name="connsiteY4" fmla="*/ 64240 h 106870"/>
                <a:gd name="connsiteX5" fmla="*/ 37133 w 90221"/>
                <a:gd name="connsiteY5" fmla="*/ 106941 h 106870"/>
                <a:gd name="connsiteX6" fmla="*/ 90467 w 90221"/>
                <a:gd name="connsiteY6" fmla="*/ 79103 h 106870"/>
                <a:gd name="connsiteX7" fmla="*/ 87647 w 90221"/>
                <a:gd name="connsiteY7" fmla="*/ 76036 h 106870"/>
                <a:gd name="connsiteX8" fmla="*/ 84593 w 90221"/>
                <a:gd name="connsiteY8" fmla="*/ 78395 h 106870"/>
                <a:gd name="connsiteX9" fmla="*/ 37603 w 90221"/>
                <a:gd name="connsiteY9" fmla="*/ 101751 h 106870"/>
                <a:gd name="connsiteX10" fmla="*/ 17162 w 90221"/>
                <a:gd name="connsiteY10" fmla="*/ 74384 h 106870"/>
                <a:gd name="connsiteX11" fmla="*/ 20921 w 90221"/>
                <a:gd name="connsiteY11" fmla="*/ 49849 h 106870"/>
                <a:gd name="connsiteX12" fmla="*/ 33374 w 90221"/>
                <a:gd name="connsiteY12" fmla="*/ 49849 h 106870"/>
                <a:gd name="connsiteX13" fmla="*/ 22331 w 90221"/>
                <a:gd name="connsiteY13" fmla="*/ 44659 h 106870"/>
                <a:gd name="connsiteX14" fmla="*/ 61803 w 90221"/>
                <a:gd name="connsiteY14" fmla="*/ 5261 h 106870"/>
                <a:gd name="connsiteX15" fmla="*/ 79189 w 90221"/>
                <a:gd name="connsiteY15" fmla="*/ 20123 h 106870"/>
                <a:gd name="connsiteX16" fmla="*/ 31964 w 90221"/>
                <a:gd name="connsiteY16" fmla="*/ 44659 h 106870"/>
                <a:gd name="connsiteX17" fmla="*/ 22331 w 90221"/>
                <a:gd name="connsiteY17" fmla="*/ 44659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221" h="106870">
                  <a:moveTo>
                    <a:pt x="33374" y="49849"/>
                  </a:moveTo>
                  <a:cubicBezTo>
                    <a:pt x="40187" y="49849"/>
                    <a:pt x="57574" y="49377"/>
                    <a:pt x="69321" y="44423"/>
                  </a:cubicBezTo>
                  <a:cubicBezTo>
                    <a:pt x="85768" y="37345"/>
                    <a:pt x="86942" y="23426"/>
                    <a:pt x="86942" y="20123"/>
                  </a:cubicBezTo>
                  <a:cubicBezTo>
                    <a:pt x="86942" y="9743"/>
                    <a:pt x="78014" y="70"/>
                    <a:pt x="61803" y="70"/>
                  </a:cubicBezTo>
                  <a:cubicBezTo>
                    <a:pt x="35723" y="70"/>
                    <a:pt x="246" y="22954"/>
                    <a:pt x="246" y="64240"/>
                  </a:cubicBezTo>
                  <a:cubicBezTo>
                    <a:pt x="246" y="88304"/>
                    <a:pt x="14108" y="106941"/>
                    <a:pt x="37133" y="106941"/>
                  </a:cubicBezTo>
                  <a:cubicBezTo>
                    <a:pt x="70731" y="106941"/>
                    <a:pt x="90467" y="81934"/>
                    <a:pt x="90467" y="79103"/>
                  </a:cubicBezTo>
                  <a:cubicBezTo>
                    <a:pt x="90467" y="77687"/>
                    <a:pt x="89057" y="76036"/>
                    <a:pt x="87647" y="76036"/>
                  </a:cubicBezTo>
                  <a:cubicBezTo>
                    <a:pt x="86473" y="76036"/>
                    <a:pt x="86003" y="76508"/>
                    <a:pt x="84593" y="78395"/>
                  </a:cubicBezTo>
                  <a:cubicBezTo>
                    <a:pt x="66032" y="101751"/>
                    <a:pt x="40422" y="101751"/>
                    <a:pt x="37603" y="101751"/>
                  </a:cubicBezTo>
                  <a:cubicBezTo>
                    <a:pt x="19277" y="101751"/>
                    <a:pt x="17162" y="81934"/>
                    <a:pt x="17162" y="74384"/>
                  </a:cubicBezTo>
                  <a:cubicBezTo>
                    <a:pt x="17162" y="71553"/>
                    <a:pt x="17397" y="64240"/>
                    <a:pt x="20921" y="49849"/>
                  </a:cubicBezTo>
                  <a:lnTo>
                    <a:pt x="33374" y="49849"/>
                  </a:lnTo>
                  <a:close/>
                  <a:moveTo>
                    <a:pt x="22331" y="44659"/>
                  </a:moveTo>
                  <a:cubicBezTo>
                    <a:pt x="31494" y="8799"/>
                    <a:pt x="55694" y="5261"/>
                    <a:pt x="61803" y="5261"/>
                  </a:cubicBezTo>
                  <a:cubicBezTo>
                    <a:pt x="72845" y="5261"/>
                    <a:pt x="79189" y="12102"/>
                    <a:pt x="79189" y="20123"/>
                  </a:cubicBezTo>
                  <a:cubicBezTo>
                    <a:pt x="79189" y="44659"/>
                    <a:pt x="41597" y="44659"/>
                    <a:pt x="31964" y="44659"/>
                  </a:cubicBezTo>
                  <a:lnTo>
                    <a:pt x="22331" y="446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 name="Freeform: Shape 23">
              <a:extLst>
                <a:ext uri="{FF2B5EF4-FFF2-40B4-BE49-F238E27FC236}">
                  <a16:creationId xmlns:a16="http://schemas.microsoft.com/office/drawing/2014/main" id="{58955310-5CFD-390E-5673-41FF1827D9FB}"/>
                </a:ext>
              </a:extLst>
            </p:cNvPr>
            <p:cNvSpPr/>
            <p:nvPr>
              <p:custDataLst>
                <p:tags r:id="rId9"/>
              </p:custDataLst>
            </p:nvPr>
          </p:nvSpPr>
          <p:spPr>
            <a:xfrm>
              <a:off x="12235852" y="5218455"/>
              <a:ext cx="75654" cy="74479"/>
            </a:xfrm>
            <a:custGeom>
              <a:avLst/>
              <a:gdLst>
                <a:gd name="connsiteX0" fmla="*/ 17848 w 75654"/>
                <a:gd name="connsiteY0" fmla="*/ 58362 h 74479"/>
                <a:gd name="connsiteX1" fmla="*/ 39064 w 75654"/>
                <a:gd name="connsiteY1" fmla="*/ 39701 h 74479"/>
                <a:gd name="connsiteX2" fmla="*/ 59622 w 75654"/>
                <a:gd name="connsiteY2" fmla="*/ 22361 h 74479"/>
                <a:gd name="connsiteX3" fmla="*/ 75904 w 75654"/>
                <a:gd name="connsiteY3" fmla="*/ 2048 h 74479"/>
                <a:gd name="connsiteX4" fmla="*/ 73108 w 75654"/>
                <a:gd name="connsiteY4" fmla="*/ 67 h 74479"/>
                <a:gd name="connsiteX5" fmla="*/ 70313 w 75654"/>
                <a:gd name="connsiteY5" fmla="*/ 1718 h 74479"/>
                <a:gd name="connsiteX6" fmla="*/ 57813 w 75654"/>
                <a:gd name="connsiteY6" fmla="*/ 11792 h 74479"/>
                <a:gd name="connsiteX7" fmla="*/ 48439 w 75654"/>
                <a:gd name="connsiteY7" fmla="*/ 6838 h 74479"/>
                <a:gd name="connsiteX8" fmla="*/ 35446 w 75654"/>
                <a:gd name="connsiteY8" fmla="*/ 67 h 74479"/>
                <a:gd name="connsiteX9" fmla="*/ 13407 w 75654"/>
                <a:gd name="connsiteY9" fmla="*/ 19388 h 74479"/>
                <a:gd name="connsiteX10" fmla="*/ 16203 w 75654"/>
                <a:gd name="connsiteY10" fmla="*/ 21370 h 74479"/>
                <a:gd name="connsiteX11" fmla="*/ 19164 w 75654"/>
                <a:gd name="connsiteY11" fmla="*/ 19058 h 74479"/>
                <a:gd name="connsiteX12" fmla="*/ 33472 w 75654"/>
                <a:gd name="connsiteY12" fmla="*/ 12948 h 74479"/>
                <a:gd name="connsiteX13" fmla="*/ 43834 w 75654"/>
                <a:gd name="connsiteY13" fmla="*/ 14434 h 74479"/>
                <a:gd name="connsiteX14" fmla="*/ 58142 w 75654"/>
                <a:gd name="connsiteY14" fmla="*/ 16416 h 74479"/>
                <a:gd name="connsiteX15" fmla="*/ 35281 w 75654"/>
                <a:gd name="connsiteY15" fmla="*/ 36398 h 74479"/>
                <a:gd name="connsiteX16" fmla="*/ 14888 w 75654"/>
                <a:gd name="connsiteY16" fmla="*/ 54068 h 74479"/>
                <a:gd name="connsiteX17" fmla="*/ 250 w 75654"/>
                <a:gd name="connsiteY17" fmla="*/ 72564 h 74479"/>
                <a:gd name="connsiteX18" fmla="*/ 3046 w 75654"/>
                <a:gd name="connsiteY18" fmla="*/ 74546 h 74479"/>
                <a:gd name="connsiteX19" fmla="*/ 5842 w 75654"/>
                <a:gd name="connsiteY19" fmla="*/ 72895 h 74479"/>
                <a:gd name="connsiteX20" fmla="*/ 20973 w 75654"/>
                <a:gd name="connsiteY20" fmla="*/ 62821 h 74479"/>
                <a:gd name="connsiteX21" fmla="*/ 29854 w 75654"/>
                <a:gd name="connsiteY21" fmla="*/ 67115 h 74479"/>
                <a:gd name="connsiteX22" fmla="*/ 43505 w 75654"/>
                <a:gd name="connsiteY22" fmla="*/ 74546 h 74479"/>
                <a:gd name="connsiteX23" fmla="*/ 72122 w 75654"/>
                <a:gd name="connsiteY23" fmla="*/ 48949 h 74479"/>
                <a:gd name="connsiteX24" fmla="*/ 69326 w 75654"/>
                <a:gd name="connsiteY24" fmla="*/ 46802 h 74479"/>
                <a:gd name="connsiteX25" fmla="*/ 66365 w 75654"/>
                <a:gd name="connsiteY25" fmla="*/ 49444 h 74479"/>
                <a:gd name="connsiteX26" fmla="*/ 45478 w 75654"/>
                <a:gd name="connsiteY26" fmla="*/ 61665 h 74479"/>
                <a:gd name="connsiteX27" fmla="*/ 33472 w 75654"/>
                <a:gd name="connsiteY27" fmla="*/ 59848 h 74479"/>
                <a:gd name="connsiteX28" fmla="*/ 21631 w 75654"/>
                <a:gd name="connsiteY28" fmla="*/ 58197 h 74479"/>
                <a:gd name="connsiteX29" fmla="*/ 17848 w 75654"/>
                <a:gd name="connsiteY29" fmla="*/ 58362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654" h="74479">
                  <a:moveTo>
                    <a:pt x="17848" y="58362"/>
                  </a:moveTo>
                  <a:cubicBezTo>
                    <a:pt x="22124" y="54068"/>
                    <a:pt x="25084" y="50931"/>
                    <a:pt x="39064" y="39701"/>
                  </a:cubicBezTo>
                  <a:cubicBezTo>
                    <a:pt x="42518" y="36894"/>
                    <a:pt x="54853" y="26985"/>
                    <a:pt x="59622" y="22361"/>
                  </a:cubicBezTo>
                  <a:cubicBezTo>
                    <a:pt x="69655" y="12452"/>
                    <a:pt x="75904" y="4030"/>
                    <a:pt x="75904" y="2048"/>
                  </a:cubicBezTo>
                  <a:cubicBezTo>
                    <a:pt x="75904" y="67"/>
                    <a:pt x="73766" y="67"/>
                    <a:pt x="73108" y="67"/>
                  </a:cubicBezTo>
                  <a:cubicBezTo>
                    <a:pt x="71628" y="67"/>
                    <a:pt x="71135" y="397"/>
                    <a:pt x="70313" y="1718"/>
                  </a:cubicBezTo>
                  <a:cubicBezTo>
                    <a:pt x="65214" y="9315"/>
                    <a:pt x="61760" y="11792"/>
                    <a:pt x="57813" y="11792"/>
                  </a:cubicBezTo>
                  <a:cubicBezTo>
                    <a:pt x="55840" y="11792"/>
                    <a:pt x="53373" y="11627"/>
                    <a:pt x="48439" y="6838"/>
                  </a:cubicBezTo>
                  <a:cubicBezTo>
                    <a:pt x="42847" y="1223"/>
                    <a:pt x="39229" y="67"/>
                    <a:pt x="35446" y="67"/>
                  </a:cubicBezTo>
                  <a:cubicBezTo>
                    <a:pt x="22289" y="67"/>
                    <a:pt x="13407" y="14434"/>
                    <a:pt x="13407" y="19388"/>
                  </a:cubicBezTo>
                  <a:cubicBezTo>
                    <a:pt x="13407" y="20875"/>
                    <a:pt x="15052" y="21370"/>
                    <a:pt x="16203" y="21370"/>
                  </a:cubicBezTo>
                  <a:cubicBezTo>
                    <a:pt x="18177" y="21370"/>
                    <a:pt x="18506" y="20875"/>
                    <a:pt x="19164" y="19058"/>
                  </a:cubicBezTo>
                  <a:cubicBezTo>
                    <a:pt x="21631" y="13278"/>
                    <a:pt x="30841" y="12948"/>
                    <a:pt x="33472" y="12948"/>
                  </a:cubicBezTo>
                  <a:cubicBezTo>
                    <a:pt x="37255" y="12948"/>
                    <a:pt x="41531" y="13939"/>
                    <a:pt x="43834" y="14434"/>
                  </a:cubicBezTo>
                  <a:cubicBezTo>
                    <a:pt x="52879" y="16416"/>
                    <a:pt x="54030" y="16416"/>
                    <a:pt x="58142" y="16416"/>
                  </a:cubicBezTo>
                  <a:cubicBezTo>
                    <a:pt x="53866" y="20875"/>
                    <a:pt x="50906" y="23847"/>
                    <a:pt x="35281" y="36398"/>
                  </a:cubicBezTo>
                  <a:cubicBezTo>
                    <a:pt x="22453" y="46637"/>
                    <a:pt x="18012" y="50765"/>
                    <a:pt x="14888" y="54068"/>
                  </a:cubicBezTo>
                  <a:cubicBezTo>
                    <a:pt x="5020" y="63812"/>
                    <a:pt x="250" y="71078"/>
                    <a:pt x="250" y="72564"/>
                  </a:cubicBezTo>
                  <a:cubicBezTo>
                    <a:pt x="250" y="74546"/>
                    <a:pt x="2388" y="74546"/>
                    <a:pt x="3046" y="74546"/>
                  </a:cubicBezTo>
                  <a:cubicBezTo>
                    <a:pt x="4691" y="74546"/>
                    <a:pt x="5020" y="74216"/>
                    <a:pt x="5842" y="72895"/>
                  </a:cubicBezTo>
                  <a:cubicBezTo>
                    <a:pt x="10283" y="66619"/>
                    <a:pt x="15381" y="62821"/>
                    <a:pt x="20973" y="62821"/>
                  </a:cubicBezTo>
                  <a:cubicBezTo>
                    <a:pt x="22946" y="62821"/>
                    <a:pt x="25413" y="62986"/>
                    <a:pt x="29854" y="67115"/>
                  </a:cubicBezTo>
                  <a:cubicBezTo>
                    <a:pt x="34952" y="72069"/>
                    <a:pt x="38242" y="74546"/>
                    <a:pt x="43505" y="74546"/>
                  </a:cubicBezTo>
                  <a:cubicBezTo>
                    <a:pt x="61102" y="74546"/>
                    <a:pt x="72122" y="54564"/>
                    <a:pt x="72122" y="48949"/>
                  </a:cubicBezTo>
                  <a:cubicBezTo>
                    <a:pt x="72122" y="46967"/>
                    <a:pt x="70313" y="46802"/>
                    <a:pt x="69326" y="46802"/>
                  </a:cubicBezTo>
                  <a:cubicBezTo>
                    <a:pt x="67352" y="46802"/>
                    <a:pt x="67023" y="47628"/>
                    <a:pt x="66365" y="49444"/>
                  </a:cubicBezTo>
                  <a:cubicBezTo>
                    <a:pt x="63241" y="57701"/>
                    <a:pt x="53537" y="61665"/>
                    <a:pt x="45478" y="61665"/>
                  </a:cubicBezTo>
                  <a:cubicBezTo>
                    <a:pt x="41695" y="61665"/>
                    <a:pt x="37584" y="60839"/>
                    <a:pt x="33472" y="59848"/>
                  </a:cubicBezTo>
                  <a:cubicBezTo>
                    <a:pt x="25907" y="58197"/>
                    <a:pt x="24591" y="58197"/>
                    <a:pt x="21631" y="58197"/>
                  </a:cubicBezTo>
                  <a:cubicBezTo>
                    <a:pt x="21302" y="58197"/>
                    <a:pt x="18835" y="58197"/>
                    <a:pt x="17848" y="5836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 name="Freeform: Shape 24">
              <a:extLst>
                <a:ext uri="{FF2B5EF4-FFF2-40B4-BE49-F238E27FC236}">
                  <a16:creationId xmlns:a16="http://schemas.microsoft.com/office/drawing/2014/main" id="{456D963E-0166-4B09-96CA-E5C6A9BD6047}"/>
                </a:ext>
              </a:extLst>
            </p:cNvPr>
            <p:cNvSpPr/>
            <p:nvPr>
              <p:custDataLst>
                <p:tags r:id="rId10"/>
              </p:custDataLst>
            </p:nvPr>
          </p:nvSpPr>
          <p:spPr>
            <a:xfrm>
              <a:off x="11914102" y="5472798"/>
              <a:ext cx="622293" cy="9436"/>
            </a:xfrm>
            <a:custGeom>
              <a:avLst/>
              <a:gdLst>
                <a:gd name="connsiteX0" fmla="*/ 0 w 622293"/>
                <a:gd name="connsiteY0" fmla="*/ 0 h 9436"/>
                <a:gd name="connsiteX1" fmla="*/ 622294 w 622293"/>
                <a:gd name="connsiteY1" fmla="*/ 0 h 9436"/>
                <a:gd name="connsiteX2" fmla="*/ 622294 w 622293"/>
                <a:gd name="connsiteY2" fmla="*/ 9436 h 9436"/>
                <a:gd name="connsiteX3" fmla="*/ 0 w 622293"/>
                <a:gd name="connsiteY3" fmla="*/ 9436 h 9436"/>
              </a:gdLst>
              <a:ahLst/>
              <a:cxnLst>
                <a:cxn ang="0">
                  <a:pos x="connsiteX0" y="connsiteY0"/>
                </a:cxn>
                <a:cxn ang="0">
                  <a:pos x="connsiteX1" y="connsiteY1"/>
                </a:cxn>
                <a:cxn ang="0">
                  <a:pos x="connsiteX2" y="connsiteY2"/>
                </a:cxn>
                <a:cxn ang="0">
                  <a:pos x="connsiteX3" y="connsiteY3"/>
                </a:cxn>
              </a:cxnLst>
              <a:rect l="l" t="t" r="r" b="b"/>
              <a:pathLst>
                <a:path w="622293" h="9436">
                  <a:moveTo>
                    <a:pt x="0" y="0"/>
                  </a:moveTo>
                  <a:lnTo>
                    <a:pt x="622294" y="0"/>
                  </a:lnTo>
                  <a:lnTo>
                    <a:pt x="622294" y="9436"/>
                  </a:lnTo>
                  <a:lnTo>
                    <a:pt x="0" y="943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 name="Freeform: Shape 25">
              <a:extLst>
                <a:ext uri="{FF2B5EF4-FFF2-40B4-BE49-F238E27FC236}">
                  <a16:creationId xmlns:a16="http://schemas.microsoft.com/office/drawing/2014/main" id="{6F34D15B-0CE9-0720-F9EA-5E8493FE1742}"/>
                </a:ext>
              </a:extLst>
            </p:cNvPr>
            <p:cNvSpPr/>
            <p:nvPr>
              <p:custDataLst>
                <p:tags r:id="rId11"/>
              </p:custDataLst>
            </p:nvPr>
          </p:nvSpPr>
          <p:spPr>
            <a:xfrm>
              <a:off x="11935013" y="5541202"/>
              <a:ext cx="77533" cy="157121"/>
            </a:xfrm>
            <a:custGeom>
              <a:avLst/>
              <a:gdLst>
                <a:gd name="connsiteX0" fmla="*/ 48402 w 77533"/>
                <a:gd name="connsiteY0" fmla="*/ 6218 h 157121"/>
                <a:gd name="connsiteX1" fmla="*/ 42998 w 77533"/>
                <a:gd name="connsiteY1" fmla="*/ 84 h 157121"/>
                <a:gd name="connsiteX2" fmla="*/ 237 w 77533"/>
                <a:gd name="connsiteY2" fmla="*/ 15183 h 157121"/>
                <a:gd name="connsiteX3" fmla="*/ 237 w 77533"/>
                <a:gd name="connsiteY3" fmla="*/ 22496 h 157121"/>
                <a:gd name="connsiteX4" fmla="*/ 31016 w 77533"/>
                <a:gd name="connsiteY4" fmla="*/ 16362 h 157121"/>
                <a:gd name="connsiteX5" fmla="*/ 31016 w 77533"/>
                <a:gd name="connsiteY5" fmla="*/ 138568 h 157121"/>
                <a:gd name="connsiteX6" fmla="*/ 9165 w 77533"/>
                <a:gd name="connsiteY6" fmla="*/ 149892 h 157121"/>
                <a:gd name="connsiteX7" fmla="*/ 1647 w 77533"/>
                <a:gd name="connsiteY7" fmla="*/ 149892 h 157121"/>
                <a:gd name="connsiteX8" fmla="*/ 1647 w 77533"/>
                <a:gd name="connsiteY8" fmla="*/ 157205 h 157121"/>
                <a:gd name="connsiteX9" fmla="*/ 39709 w 77533"/>
                <a:gd name="connsiteY9" fmla="*/ 156497 h 157121"/>
                <a:gd name="connsiteX10" fmla="*/ 77771 w 77533"/>
                <a:gd name="connsiteY10" fmla="*/ 157205 h 157121"/>
                <a:gd name="connsiteX11" fmla="*/ 77771 w 77533"/>
                <a:gd name="connsiteY11" fmla="*/ 149892 h 157121"/>
                <a:gd name="connsiteX12" fmla="*/ 70252 w 77533"/>
                <a:gd name="connsiteY12" fmla="*/ 149892 h 157121"/>
                <a:gd name="connsiteX13" fmla="*/ 48402 w 77533"/>
                <a:gd name="connsiteY13" fmla="*/ 138568 h 157121"/>
                <a:gd name="connsiteX14" fmla="*/ 48402 w 77533"/>
                <a:gd name="connsiteY14" fmla="*/ 6218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533" h="157121">
                  <a:moveTo>
                    <a:pt x="48402" y="6218"/>
                  </a:moveTo>
                  <a:cubicBezTo>
                    <a:pt x="48402" y="556"/>
                    <a:pt x="48402" y="84"/>
                    <a:pt x="42998" y="84"/>
                  </a:cubicBezTo>
                  <a:cubicBezTo>
                    <a:pt x="28431" y="15183"/>
                    <a:pt x="7755" y="15183"/>
                    <a:pt x="237" y="15183"/>
                  </a:cubicBezTo>
                  <a:lnTo>
                    <a:pt x="237" y="22496"/>
                  </a:lnTo>
                  <a:cubicBezTo>
                    <a:pt x="4936" y="22496"/>
                    <a:pt x="18798" y="22496"/>
                    <a:pt x="31016" y="16362"/>
                  </a:cubicBezTo>
                  <a:lnTo>
                    <a:pt x="31016" y="138568"/>
                  </a:lnTo>
                  <a:cubicBezTo>
                    <a:pt x="31016" y="147061"/>
                    <a:pt x="30311" y="149892"/>
                    <a:pt x="9165" y="149892"/>
                  </a:cubicBezTo>
                  <a:lnTo>
                    <a:pt x="1647" y="149892"/>
                  </a:lnTo>
                  <a:lnTo>
                    <a:pt x="1647" y="157205"/>
                  </a:lnTo>
                  <a:cubicBezTo>
                    <a:pt x="9870" y="156497"/>
                    <a:pt x="30311" y="156497"/>
                    <a:pt x="39709" y="156497"/>
                  </a:cubicBezTo>
                  <a:cubicBezTo>
                    <a:pt x="49107" y="156497"/>
                    <a:pt x="69547" y="156497"/>
                    <a:pt x="77771" y="157205"/>
                  </a:cubicBezTo>
                  <a:lnTo>
                    <a:pt x="77771" y="149892"/>
                  </a:lnTo>
                  <a:lnTo>
                    <a:pt x="70252" y="149892"/>
                  </a:lnTo>
                  <a:cubicBezTo>
                    <a:pt x="49107" y="149892"/>
                    <a:pt x="48402" y="147297"/>
                    <a:pt x="48402" y="138568"/>
                  </a:cubicBezTo>
                  <a:lnTo>
                    <a:pt x="48402" y="621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 name="Freeform: Shape 26">
              <a:extLst>
                <a:ext uri="{FF2B5EF4-FFF2-40B4-BE49-F238E27FC236}">
                  <a16:creationId xmlns:a16="http://schemas.microsoft.com/office/drawing/2014/main" id="{AFC04707-0133-691B-6C19-0D9D16CF2ADD}"/>
                </a:ext>
              </a:extLst>
            </p:cNvPr>
            <p:cNvSpPr/>
            <p:nvPr>
              <p:custDataLst>
                <p:tags r:id="rId12"/>
              </p:custDataLst>
            </p:nvPr>
          </p:nvSpPr>
          <p:spPr>
            <a:xfrm>
              <a:off x="12096946" y="5560783"/>
              <a:ext cx="156242" cy="157121"/>
            </a:xfrm>
            <a:custGeom>
              <a:avLst/>
              <a:gdLst>
                <a:gd name="connsiteX0" fmla="*/ 83182 w 156242"/>
                <a:gd name="connsiteY0" fmla="*/ 83363 h 157121"/>
                <a:gd name="connsiteX1" fmla="*/ 148733 w 156242"/>
                <a:gd name="connsiteY1" fmla="*/ 83363 h 157121"/>
                <a:gd name="connsiteX2" fmla="*/ 156487 w 156242"/>
                <a:gd name="connsiteY2" fmla="*/ 78645 h 157121"/>
                <a:gd name="connsiteX3" fmla="*/ 148733 w 156242"/>
                <a:gd name="connsiteY3" fmla="*/ 73926 h 157121"/>
                <a:gd name="connsiteX4" fmla="*/ 83182 w 156242"/>
                <a:gd name="connsiteY4" fmla="*/ 73926 h 157121"/>
                <a:gd name="connsiteX5" fmla="*/ 83182 w 156242"/>
                <a:gd name="connsiteY5" fmla="*/ 7869 h 157121"/>
                <a:gd name="connsiteX6" fmla="*/ 78483 w 156242"/>
                <a:gd name="connsiteY6" fmla="*/ 84 h 157121"/>
                <a:gd name="connsiteX7" fmla="*/ 73784 w 156242"/>
                <a:gd name="connsiteY7" fmla="*/ 7869 h 157121"/>
                <a:gd name="connsiteX8" fmla="*/ 73784 w 156242"/>
                <a:gd name="connsiteY8" fmla="*/ 73926 h 157121"/>
                <a:gd name="connsiteX9" fmla="*/ 7998 w 156242"/>
                <a:gd name="connsiteY9" fmla="*/ 73926 h 157121"/>
                <a:gd name="connsiteX10" fmla="*/ 244 w 156242"/>
                <a:gd name="connsiteY10" fmla="*/ 78645 h 157121"/>
                <a:gd name="connsiteX11" fmla="*/ 7998 w 156242"/>
                <a:gd name="connsiteY11" fmla="*/ 83363 h 157121"/>
                <a:gd name="connsiteX12" fmla="*/ 73784 w 156242"/>
                <a:gd name="connsiteY12" fmla="*/ 83363 h 157121"/>
                <a:gd name="connsiteX13" fmla="*/ 73784 w 156242"/>
                <a:gd name="connsiteY13" fmla="*/ 149420 h 157121"/>
                <a:gd name="connsiteX14" fmla="*/ 78483 w 156242"/>
                <a:gd name="connsiteY14" fmla="*/ 157205 h 157121"/>
                <a:gd name="connsiteX15" fmla="*/ 83182 w 156242"/>
                <a:gd name="connsiteY15" fmla="*/ 149420 h 157121"/>
                <a:gd name="connsiteX16" fmla="*/ 83182 w 156242"/>
                <a:gd name="connsiteY16" fmla="*/ 83363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6242" h="157121">
                  <a:moveTo>
                    <a:pt x="83182" y="83363"/>
                  </a:moveTo>
                  <a:lnTo>
                    <a:pt x="148733" y="83363"/>
                  </a:lnTo>
                  <a:cubicBezTo>
                    <a:pt x="152022" y="83363"/>
                    <a:pt x="156487" y="83363"/>
                    <a:pt x="156487" y="78645"/>
                  </a:cubicBezTo>
                  <a:cubicBezTo>
                    <a:pt x="156487" y="73926"/>
                    <a:pt x="152022" y="73926"/>
                    <a:pt x="148733" y="73926"/>
                  </a:cubicBezTo>
                  <a:lnTo>
                    <a:pt x="83182" y="73926"/>
                  </a:lnTo>
                  <a:lnTo>
                    <a:pt x="83182" y="7869"/>
                  </a:lnTo>
                  <a:cubicBezTo>
                    <a:pt x="83182" y="4566"/>
                    <a:pt x="83182" y="84"/>
                    <a:pt x="78483" y="84"/>
                  </a:cubicBezTo>
                  <a:cubicBezTo>
                    <a:pt x="73784" y="84"/>
                    <a:pt x="73784" y="4566"/>
                    <a:pt x="73784" y="7869"/>
                  </a:cubicBezTo>
                  <a:lnTo>
                    <a:pt x="73784" y="73926"/>
                  </a:lnTo>
                  <a:lnTo>
                    <a:pt x="7998" y="73926"/>
                  </a:lnTo>
                  <a:cubicBezTo>
                    <a:pt x="4708" y="73926"/>
                    <a:pt x="244" y="73926"/>
                    <a:pt x="244" y="78645"/>
                  </a:cubicBezTo>
                  <a:cubicBezTo>
                    <a:pt x="244" y="83363"/>
                    <a:pt x="4708" y="83363"/>
                    <a:pt x="7998" y="83363"/>
                  </a:cubicBezTo>
                  <a:lnTo>
                    <a:pt x="73784" y="83363"/>
                  </a:lnTo>
                  <a:lnTo>
                    <a:pt x="73784" y="149420"/>
                  </a:lnTo>
                  <a:cubicBezTo>
                    <a:pt x="73784" y="152723"/>
                    <a:pt x="73784" y="157205"/>
                    <a:pt x="78483" y="157205"/>
                  </a:cubicBezTo>
                  <a:cubicBezTo>
                    <a:pt x="83182" y="157205"/>
                    <a:pt x="83182" y="152723"/>
                    <a:pt x="83182" y="149420"/>
                  </a:cubicBezTo>
                  <a:lnTo>
                    <a:pt x="83182" y="8336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 name="Freeform: Shape 27">
              <a:extLst>
                <a:ext uri="{FF2B5EF4-FFF2-40B4-BE49-F238E27FC236}">
                  <a16:creationId xmlns:a16="http://schemas.microsoft.com/office/drawing/2014/main" id="{B216D307-5639-62BA-0F3C-57658AD50AC8}"/>
                </a:ext>
              </a:extLst>
            </p:cNvPr>
            <p:cNvSpPr/>
            <p:nvPr>
              <p:custDataLst>
                <p:tags r:id="rId13"/>
              </p:custDataLst>
            </p:nvPr>
          </p:nvSpPr>
          <p:spPr>
            <a:xfrm>
              <a:off x="12329546" y="5594047"/>
              <a:ext cx="90221" cy="106870"/>
            </a:xfrm>
            <a:custGeom>
              <a:avLst/>
              <a:gdLst>
                <a:gd name="connsiteX0" fmla="*/ 33382 w 90221"/>
                <a:gd name="connsiteY0" fmla="*/ 49863 h 106870"/>
                <a:gd name="connsiteX1" fmla="*/ 69330 w 90221"/>
                <a:gd name="connsiteY1" fmla="*/ 44436 h 106870"/>
                <a:gd name="connsiteX2" fmla="*/ 86951 w 90221"/>
                <a:gd name="connsiteY2" fmla="*/ 20137 h 106870"/>
                <a:gd name="connsiteX3" fmla="*/ 61811 w 90221"/>
                <a:gd name="connsiteY3" fmla="*/ 84 h 106870"/>
                <a:gd name="connsiteX4" fmla="*/ 254 w 90221"/>
                <a:gd name="connsiteY4" fmla="*/ 64254 h 106870"/>
                <a:gd name="connsiteX5" fmla="*/ 37141 w 90221"/>
                <a:gd name="connsiteY5" fmla="*/ 106955 h 106870"/>
                <a:gd name="connsiteX6" fmla="*/ 90475 w 90221"/>
                <a:gd name="connsiteY6" fmla="*/ 79116 h 106870"/>
                <a:gd name="connsiteX7" fmla="*/ 87656 w 90221"/>
                <a:gd name="connsiteY7" fmla="*/ 76049 h 106870"/>
                <a:gd name="connsiteX8" fmla="*/ 84601 w 90221"/>
                <a:gd name="connsiteY8" fmla="*/ 78409 h 106870"/>
                <a:gd name="connsiteX9" fmla="*/ 37611 w 90221"/>
                <a:gd name="connsiteY9" fmla="*/ 101764 h 106870"/>
                <a:gd name="connsiteX10" fmla="*/ 17171 w 90221"/>
                <a:gd name="connsiteY10" fmla="*/ 74398 h 106870"/>
                <a:gd name="connsiteX11" fmla="*/ 20930 w 90221"/>
                <a:gd name="connsiteY11" fmla="*/ 49863 h 106870"/>
                <a:gd name="connsiteX12" fmla="*/ 33382 w 90221"/>
                <a:gd name="connsiteY12" fmla="*/ 49863 h 106870"/>
                <a:gd name="connsiteX13" fmla="*/ 22340 w 90221"/>
                <a:gd name="connsiteY13" fmla="*/ 44672 h 106870"/>
                <a:gd name="connsiteX14" fmla="*/ 61811 w 90221"/>
                <a:gd name="connsiteY14" fmla="*/ 5274 h 106870"/>
                <a:gd name="connsiteX15" fmla="*/ 79198 w 90221"/>
                <a:gd name="connsiteY15" fmla="*/ 20137 h 106870"/>
                <a:gd name="connsiteX16" fmla="*/ 31972 w 90221"/>
                <a:gd name="connsiteY16" fmla="*/ 44672 h 106870"/>
                <a:gd name="connsiteX17" fmla="*/ 22340 w 90221"/>
                <a:gd name="connsiteY17" fmla="*/ 44672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221" h="106870">
                  <a:moveTo>
                    <a:pt x="33382" y="49863"/>
                  </a:moveTo>
                  <a:cubicBezTo>
                    <a:pt x="40196" y="49863"/>
                    <a:pt x="57582" y="49391"/>
                    <a:pt x="69330" y="44436"/>
                  </a:cubicBezTo>
                  <a:cubicBezTo>
                    <a:pt x="85776" y="37359"/>
                    <a:pt x="86951" y="23440"/>
                    <a:pt x="86951" y="20137"/>
                  </a:cubicBezTo>
                  <a:cubicBezTo>
                    <a:pt x="86951" y="9757"/>
                    <a:pt x="78023" y="84"/>
                    <a:pt x="61811" y="84"/>
                  </a:cubicBezTo>
                  <a:cubicBezTo>
                    <a:pt x="35732" y="84"/>
                    <a:pt x="254" y="22968"/>
                    <a:pt x="254" y="64254"/>
                  </a:cubicBezTo>
                  <a:cubicBezTo>
                    <a:pt x="254" y="88317"/>
                    <a:pt x="14116" y="106955"/>
                    <a:pt x="37141" y="106955"/>
                  </a:cubicBezTo>
                  <a:cubicBezTo>
                    <a:pt x="70739" y="106955"/>
                    <a:pt x="90475" y="81947"/>
                    <a:pt x="90475" y="79116"/>
                  </a:cubicBezTo>
                  <a:cubicBezTo>
                    <a:pt x="90475" y="77701"/>
                    <a:pt x="89066" y="76049"/>
                    <a:pt x="87656" y="76049"/>
                  </a:cubicBezTo>
                  <a:cubicBezTo>
                    <a:pt x="86481" y="76049"/>
                    <a:pt x="86011" y="76521"/>
                    <a:pt x="84601" y="78409"/>
                  </a:cubicBezTo>
                  <a:cubicBezTo>
                    <a:pt x="66040" y="101764"/>
                    <a:pt x="40431" y="101764"/>
                    <a:pt x="37611" y="101764"/>
                  </a:cubicBezTo>
                  <a:cubicBezTo>
                    <a:pt x="19285" y="101764"/>
                    <a:pt x="17171" y="81947"/>
                    <a:pt x="17171" y="74398"/>
                  </a:cubicBezTo>
                  <a:cubicBezTo>
                    <a:pt x="17171" y="71567"/>
                    <a:pt x="17406" y="64254"/>
                    <a:pt x="20930" y="49863"/>
                  </a:cubicBezTo>
                  <a:lnTo>
                    <a:pt x="33382" y="49863"/>
                  </a:lnTo>
                  <a:close/>
                  <a:moveTo>
                    <a:pt x="22340" y="44672"/>
                  </a:moveTo>
                  <a:cubicBezTo>
                    <a:pt x="31503" y="8813"/>
                    <a:pt x="55703" y="5274"/>
                    <a:pt x="61811" y="5274"/>
                  </a:cubicBezTo>
                  <a:cubicBezTo>
                    <a:pt x="72854" y="5274"/>
                    <a:pt x="79198" y="12116"/>
                    <a:pt x="79198" y="20137"/>
                  </a:cubicBezTo>
                  <a:cubicBezTo>
                    <a:pt x="79198" y="44672"/>
                    <a:pt x="41605" y="44672"/>
                    <a:pt x="31972" y="44672"/>
                  </a:cubicBezTo>
                  <a:lnTo>
                    <a:pt x="22340" y="4467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 name="Freeform: Shape 28">
              <a:extLst>
                <a:ext uri="{FF2B5EF4-FFF2-40B4-BE49-F238E27FC236}">
                  <a16:creationId xmlns:a16="http://schemas.microsoft.com/office/drawing/2014/main" id="{25D2F36D-9CD4-1C93-926C-B08BD49E0FCD}"/>
                </a:ext>
              </a:extLst>
            </p:cNvPr>
            <p:cNvSpPr/>
            <p:nvPr>
              <p:custDataLst>
                <p:tags r:id="rId14"/>
              </p:custDataLst>
            </p:nvPr>
          </p:nvSpPr>
          <p:spPr>
            <a:xfrm>
              <a:off x="12438170" y="5557341"/>
              <a:ext cx="75654" cy="74479"/>
            </a:xfrm>
            <a:custGeom>
              <a:avLst/>
              <a:gdLst>
                <a:gd name="connsiteX0" fmla="*/ 17857 w 75654"/>
                <a:gd name="connsiteY0" fmla="*/ 58376 h 74479"/>
                <a:gd name="connsiteX1" fmla="*/ 39073 w 75654"/>
                <a:gd name="connsiteY1" fmla="*/ 39715 h 74479"/>
                <a:gd name="connsiteX2" fmla="*/ 59631 w 75654"/>
                <a:gd name="connsiteY2" fmla="*/ 22375 h 74479"/>
                <a:gd name="connsiteX3" fmla="*/ 75913 w 75654"/>
                <a:gd name="connsiteY3" fmla="*/ 2063 h 74479"/>
                <a:gd name="connsiteX4" fmla="*/ 73117 w 75654"/>
                <a:gd name="connsiteY4" fmla="*/ 81 h 74479"/>
                <a:gd name="connsiteX5" fmla="*/ 70321 w 75654"/>
                <a:gd name="connsiteY5" fmla="*/ 1732 h 74479"/>
                <a:gd name="connsiteX6" fmla="*/ 57822 w 75654"/>
                <a:gd name="connsiteY6" fmla="*/ 11806 h 74479"/>
                <a:gd name="connsiteX7" fmla="*/ 48447 w 75654"/>
                <a:gd name="connsiteY7" fmla="*/ 6852 h 74479"/>
                <a:gd name="connsiteX8" fmla="*/ 35454 w 75654"/>
                <a:gd name="connsiteY8" fmla="*/ 81 h 74479"/>
                <a:gd name="connsiteX9" fmla="*/ 13416 w 75654"/>
                <a:gd name="connsiteY9" fmla="*/ 19403 h 74479"/>
                <a:gd name="connsiteX10" fmla="*/ 16212 w 75654"/>
                <a:gd name="connsiteY10" fmla="*/ 21384 h 74479"/>
                <a:gd name="connsiteX11" fmla="*/ 19172 w 75654"/>
                <a:gd name="connsiteY11" fmla="*/ 19072 h 74479"/>
                <a:gd name="connsiteX12" fmla="*/ 33481 w 75654"/>
                <a:gd name="connsiteY12" fmla="*/ 12962 h 74479"/>
                <a:gd name="connsiteX13" fmla="*/ 43842 w 75654"/>
                <a:gd name="connsiteY13" fmla="*/ 14448 h 74479"/>
                <a:gd name="connsiteX14" fmla="*/ 58151 w 75654"/>
                <a:gd name="connsiteY14" fmla="*/ 16430 h 74479"/>
                <a:gd name="connsiteX15" fmla="*/ 35290 w 75654"/>
                <a:gd name="connsiteY15" fmla="*/ 36412 h 74479"/>
                <a:gd name="connsiteX16" fmla="*/ 14896 w 75654"/>
                <a:gd name="connsiteY16" fmla="*/ 54083 h 74479"/>
                <a:gd name="connsiteX17" fmla="*/ 259 w 75654"/>
                <a:gd name="connsiteY17" fmla="*/ 72579 h 74479"/>
                <a:gd name="connsiteX18" fmla="*/ 3055 w 75654"/>
                <a:gd name="connsiteY18" fmla="*/ 74560 h 74479"/>
                <a:gd name="connsiteX19" fmla="*/ 5851 w 75654"/>
                <a:gd name="connsiteY19" fmla="*/ 72909 h 74479"/>
                <a:gd name="connsiteX20" fmla="*/ 20981 w 75654"/>
                <a:gd name="connsiteY20" fmla="*/ 62835 h 74479"/>
                <a:gd name="connsiteX21" fmla="*/ 29863 w 75654"/>
                <a:gd name="connsiteY21" fmla="*/ 67129 h 74479"/>
                <a:gd name="connsiteX22" fmla="*/ 43513 w 75654"/>
                <a:gd name="connsiteY22" fmla="*/ 74560 h 74479"/>
                <a:gd name="connsiteX23" fmla="*/ 72130 w 75654"/>
                <a:gd name="connsiteY23" fmla="*/ 48963 h 74479"/>
                <a:gd name="connsiteX24" fmla="*/ 69334 w 75654"/>
                <a:gd name="connsiteY24" fmla="*/ 46816 h 74479"/>
                <a:gd name="connsiteX25" fmla="*/ 66374 w 75654"/>
                <a:gd name="connsiteY25" fmla="*/ 49459 h 74479"/>
                <a:gd name="connsiteX26" fmla="*/ 45487 w 75654"/>
                <a:gd name="connsiteY26" fmla="*/ 61679 h 74479"/>
                <a:gd name="connsiteX27" fmla="*/ 33481 w 75654"/>
                <a:gd name="connsiteY27" fmla="*/ 59863 h 74479"/>
                <a:gd name="connsiteX28" fmla="*/ 21639 w 75654"/>
                <a:gd name="connsiteY28" fmla="*/ 58211 h 74479"/>
                <a:gd name="connsiteX29" fmla="*/ 17857 w 75654"/>
                <a:gd name="connsiteY29" fmla="*/ 58376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654" h="74479">
                  <a:moveTo>
                    <a:pt x="17857" y="58376"/>
                  </a:moveTo>
                  <a:cubicBezTo>
                    <a:pt x="22133" y="54083"/>
                    <a:pt x="25093" y="50945"/>
                    <a:pt x="39073" y="39715"/>
                  </a:cubicBezTo>
                  <a:cubicBezTo>
                    <a:pt x="42526" y="36908"/>
                    <a:pt x="54861" y="26999"/>
                    <a:pt x="59631" y="22375"/>
                  </a:cubicBezTo>
                  <a:cubicBezTo>
                    <a:pt x="69663" y="12467"/>
                    <a:pt x="75913" y="4044"/>
                    <a:pt x="75913" y="2063"/>
                  </a:cubicBezTo>
                  <a:cubicBezTo>
                    <a:pt x="75913" y="81"/>
                    <a:pt x="73775" y="81"/>
                    <a:pt x="73117" y="81"/>
                  </a:cubicBezTo>
                  <a:cubicBezTo>
                    <a:pt x="71637" y="81"/>
                    <a:pt x="71143" y="411"/>
                    <a:pt x="70321" y="1732"/>
                  </a:cubicBezTo>
                  <a:cubicBezTo>
                    <a:pt x="65223" y="9329"/>
                    <a:pt x="61769" y="11806"/>
                    <a:pt x="57822" y="11806"/>
                  </a:cubicBezTo>
                  <a:cubicBezTo>
                    <a:pt x="55848" y="11806"/>
                    <a:pt x="53381" y="11641"/>
                    <a:pt x="48447" y="6852"/>
                  </a:cubicBezTo>
                  <a:cubicBezTo>
                    <a:pt x="42855" y="1237"/>
                    <a:pt x="39237" y="81"/>
                    <a:pt x="35454" y="81"/>
                  </a:cubicBezTo>
                  <a:cubicBezTo>
                    <a:pt x="22297" y="81"/>
                    <a:pt x="13416" y="14448"/>
                    <a:pt x="13416" y="19403"/>
                  </a:cubicBezTo>
                  <a:cubicBezTo>
                    <a:pt x="13416" y="20889"/>
                    <a:pt x="15061" y="21384"/>
                    <a:pt x="16212" y="21384"/>
                  </a:cubicBezTo>
                  <a:cubicBezTo>
                    <a:pt x="18185" y="21384"/>
                    <a:pt x="18514" y="20889"/>
                    <a:pt x="19172" y="19072"/>
                  </a:cubicBezTo>
                  <a:cubicBezTo>
                    <a:pt x="21639" y="13292"/>
                    <a:pt x="30849" y="12962"/>
                    <a:pt x="33481" y="12962"/>
                  </a:cubicBezTo>
                  <a:cubicBezTo>
                    <a:pt x="37264" y="12962"/>
                    <a:pt x="41540" y="13953"/>
                    <a:pt x="43842" y="14448"/>
                  </a:cubicBezTo>
                  <a:cubicBezTo>
                    <a:pt x="52888" y="16430"/>
                    <a:pt x="54039" y="16430"/>
                    <a:pt x="58151" y="16430"/>
                  </a:cubicBezTo>
                  <a:cubicBezTo>
                    <a:pt x="53875" y="20889"/>
                    <a:pt x="50914" y="23862"/>
                    <a:pt x="35290" y="36412"/>
                  </a:cubicBezTo>
                  <a:cubicBezTo>
                    <a:pt x="22462" y="46651"/>
                    <a:pt x="18021" y="50780"/>
                    <a:pt x="14896" y="54083"/>
                  </a:cubicBezTo>
                  <a:cubicBezTo>
                    <a:pt x="5028" y="63826"/>
                    <a:pt x="259" y="71092"/>
                    <a:pt x="259" y="72579"/>
                  </a:cubicBezTo>
                  <a:cubicBezTo>
                    <a:pt x="259" y="74560"/>
                    <a:pt x="2397" y="74560"/>
                    <a:pt x="3055" y="74560"/>
                  </a:cubicBezTo>
                  <a:cubicBezTo>
                    <a:pt x="4699" y="74560"/>
                    <a:pt x="5028" y="74230"/>
                    <a:pt x="5851" y="72909"/>
                  </a:cubicBezTo>
                  <a:cubicBezTo>
                    <a:pt x="10291" y="66633"/>
                    <a:pt x="15390" y="62835"/>
                    <a:pt x="20981" y="62835"/>
                  </a:cubicBezTo>
                  <a:cubicBezTo>
                    <a:pt x="22955" y="62835"/>
                    <a:pt x="25422" y="63000"/>
                    <a:pt x="29863" y="67129"/>
                  </a:cubicBezTo>
                  <a:cubicBezTo>
                    <a:pt x="34961" y="72083"/>
                    <a:pt x="38250" y="74560"/>
                    <a:pt x="43513" y="74560"/>
                  </a:cubicBezTo>
                  <a:cubicBezTo>
                    <a:pt x="61111" y="74560"/>
                    <a:pt x="72130" y="54578"/>
                    <a:pt x="72130" y="48963"/>
                  </a:cubicBezTo>
                  <a:cubicBezTo>
                    <a:pt x="72130" y="46982"/>
                    <a:pt x="70321" y="46816"/>
                    <a:pt x="69334" y="46816"/>
                  </a:cubicBezTo>
                  <a:cubicBezTo>
                    <a:pt x="67361" y="46816"/>
                    <a:pt x="67032" y="47642"/>
                    <a:pt x="66374" y="49459"/>
                  </a:cubicBezTo>
                  <a:cubicBezTo>
                    <a:pt x="63249" y="57716"/>
                    <a:pt x="53546" y="61679"/>
                    <a:pt x="45487" y="61679"/>
                  </a:cubicBezTo>
                  <a:cubicBezTo>
                    <a:pt x="41704" y="61679"/>
                    <a:pt x="37592" y="60853"/>
                    <a:pt x="33481" y="59863"/>
                  </a:cubicBezTo>
                  <a:cubicBezTo>
                    <a:pt x="25915" y="58211"/>
                    <a:pt x="24600" y="58211"/>
                    <a:pt x="21639" y="58211"/>
                  </a:cubicBezTo>
                  <a:cubicBezTo>
                    <a:pt x="21310" y="58211"/>
                    <a:pt x="18843" y="58211"/>
                    <a:pt x="17857" y="5837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Tree>
    <p:extLst>
      <p:ext uri="{BB962C8B-B14F-4D97-AF65-F5344CB8AC3E}">
        <p14:creationId xmlns:p14="http://schemas.microsoft.com/office/powerpoint/2010/main" val="217043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3478F-EF0A-C862-86F3-EAFC3C3F1D24}"/>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EE3A9DF5-C733-FED5-D394-84AD0FDBA948}"/>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47C4B9F9-CF10-54D8-A1C7-844DD244FB6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AB36FA23-D2F2-4B9A-4DE3-F3B64ACE971A}"/>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Binomial</a:t>
            </a:r>
            <a:br>
              <a:rPr lang="en-GB" sz="3200" b="1">
                <a:solidFill>
                  <a:srgbClr val="FF0000"/>
                </a:solidFill>
                <a:latin typeface="Aptos SemiBold" panose="020F0502020204030204" pitchFamily="34" charset="0"/>
              </a:rPr>
            </a:br>
            <a:r>
              <a:rPr lang="en-GB" sz="3200" b="1">
                <a:solidFill>
                  <a:srgbClr val="FF0000"/>
                </a:solidFill>
                <a:latin typeface="Aptos SemiBold" panose="020F0502020204030204" pitchFamily="34" charset="0"/>
              </a:rPr>
              <a:t>Models</a:t>
            </a:r>
          </a:p>
        </p:txBody>
      </p:sp>
      <p:sp>
        <p:nvSpPr>
          <p:cNvPr id="10" name="Date Placeholder 3 2">
            <a:extLst>
              <a:ext uri="{FF2B5EF4-FFF2-40B4-BE49-F238E27FC236}">
                <a16:creationId xmlns:a16="http://schemas.microsoft.com/office/drawing/2014/main" id="{96C78B8C-E29C-9C19-5606-BCEA628F4697}"/>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2" name="TextBox 1">
            <a:extLst>
              <a:ext uri="{FF2B5EF4-FFF2-40B4-BE49-F238E27FC236}">
                <a16:creationId xmlns:a16="http://schemas.microsoft.com/office/drawing/2014/main" id="{E291E686-EA72-6612-ADDB-E2C953035E89}"/>
              </a:ext>
            </a:extLst>
          </p:cNvPr>
          <p:cNvSpPr txBox="1"/>
          <p:nvPr/>
        </p:nvSpPr>
        <p:spPr>
          <a:xfrm>
            <a:off x="1009649" y="1667057"/>
            <a:ext cx="4817667" cy="369332"/>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a:solidFill>
                  <a:srgbClr val="FF0000"/>
                </a:solidFill>
              </a:rPr>
              <a:t>Logit</a:t>
            </a:r>
            <a:r>
              <a:rPr kumimoji="0" lang="en-GB" sz="1800" b="1" i="0" u="none" strike="noStrike" kern="1200" cap="none" spc="0" normalizeH="0" baseline="0" noProof="0">
                <a:ln>
                  <a:noFill/>
                </a:ln>
                <a:solidFill>
                  <a:srgbClr val="FF0000"/>
                </a:solidFill>
                <a:effectLst/>
                <a:uLnTx/>
                <a:uFillTx/>
                <a:latin typeface="Aptos" panose="020B0004020202020204"/>
                <a:ea typeface="+mn-ea"/>
                <a:cs typeface="+mn-cs"/>
              </a:rPr>
              <a:t>  and Probit models</a:t>
            </a:r>
          </a:p>
        </p:txBody>
      </p:sp>
      <p:sp>
        <p:nvSpPr>
          <p:cNvPr id="8" name="TextBox 7">
            <a:extLst>
              <a:ext uri="{FF2B5EF4-FFF2-40B4-BE49-F238E27FC236}">
                <a16:creationId xmlns:a16="http://schemas.microsoft.com/office/drawing/2014/main" id="{40B15A61-93BC-004A-E4BE-06CF77CE9AE2}"/>
              </a:ext>
            </a:extLst>
          </p:cNvPr>
          <p:cNvSpPr txBox="1"/>
          <p:nvPr/>
        </p:nvSpPr>
        <p:spPr>
          <a:xfrm>
            <a:off x="6711260" y="2541270"/>
            <a:ext cx="4771329"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Key Differences Between the Normal and Logistic Densities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The logistic distribution has a larger variance, which means its density is more spread out.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a:solidFill>
                <a:prstClr val="black"/>
              </a:solidFill>
              <a:latin typeface="Aptos" panose="020B000402020202020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In practice, it assigns more probability to values farther from the </a:t>
            </a:r>
            <a:r>
              <a:rPr kumimoji="0" lang="en-US" sz="1400" b="0" i="0" u="none" strike="noStrike" kern="1200" cap="none" spc="0" normalizeH="0" baseline="0" noProof="0" err="1">
                <a:ln>
                  <a:noFill/>
                </a:ln>
                <a:solidFill>
                  <a:prstClr val="black"/>
                </a:solidFill>
                <a:effectLst/>
                <a:uLnTx/>
                <a:uFillTx/>
                <a:latin typeface="Aptos" panose="020B0004020202020204"/>
                <a:ea typeface="+mn-ea"/>
                <a:cs typeface="+mn-cs"/>
              </a:rPr>
              <a:t>centre</a:t>
            </a: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 Because of that, the logistic density has heavier tails than the standard normal density.</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pic>
        <p:nvPicPr>
          <p:cNvPr id="9" name="Picture 8">
            <a:extLst>
              <a:ext uri="{FF2B5EF4-FFF2-40B4-BE49-F238E27FC236}">
                <a16:creationId xmlns:a16="http://schemas.microsoft.com/office/drawing/2014/main" id="{CA60DF27-AA68-7DA2-2977-BDD816ACD64F}"/>
              </a:ext>
            </a:extLst>
          </p:cNvPr>
          <p:cNvPicPr>
            <a:picLocks noChangeAspect="1"/>
          </p:cNvPicPr>
          <p:nvPr/>
        </p:nvPicPr>
        <p:blipFill>
          <a:blip r:embed="rId3"/>
          <a:stretch>
            <a:fillRect/>
          </a:stretch>
        </p:blipFill>
        <p:spPr>
          <a:xfrm>
            <a:off x="1009649" y="2293620"/>
            <a:ext cx="5259587" cy="3992880"/>
          </a:xfrm>
          <a:prstGeom prst="rect">
            <a:avLst/>
          </a:prstGeom>
        </p:spPr>
      </p:pic>
      <p:sp>
        <p:nvSpPr>
          <p:cNvPr id="12" name="TextBox 11">
            <a:extLst>
              <a:ext uri="{FF2B5EF4-FFF2-40B4-BE49-F238E27FC236}">
                <a16:creationId xmlns:a16="http://schemas.microsoft.com/office/drawing/2014/main" id="{457BBB64-CB87-62B9-D838-E878C8E54DBD}"/>
              </a:ext>
            </a:extLst>
          </p:cNvPr>
          <p:cNvSpPr txBox="1"/>
          <p:nvPr/>
        </p:nvSpPr>
        <p:spPr>
          <a:xfrm>
            <a:off x="1024783" y="1991841"/>
            <a:ext cx="5259587" cy="307777"/>
          </a:xfrm>
          <a:prstGeom prst="rect">
            <a:avLst/>
          </a:prstGeom>
          <a:noFill/>
        </p:spPr>
        <p:txBody>
          <a:bodyPr wrap="square">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Density Functions: Normal vs Logistic</a:t>
            </a:r>
            <a:endParaRPr kumimoji="0" lang="en-GB" sz="14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0" name="TextBox 109">
            <a:extLst>
              <a:ext uri="{FF2B5EF4-FFF2-40B4-BE49-F238E27FC236}">
                <a16:creationId xmlns:a16="http://schemas.microsoft.com/office/drawing/2014/main" id="{07927DD2-A648-3FBD-3614-2A891476E6AB}"/>
              </a:ext>
            </a:extLst>
          </p:cNvPr>
          <p:cNvSpPr txBox="1"/>
          <p:nvPr/>
        </p:nvSpPr>
        <p:spPr>
          <a:xfrm>
            <a:off x="6711260" y="4777085"/>
            <a:ext cx="4771329" cy="738664"/>
          </a:xfrm>
          <a:prstGeom prst="rect">
            <a:avLst/>
          </a:prstGeom>
          <a:noFill/>
        </p:spPr>
        <p:txBody>
          <a:bodyPr wrap="square">
            <a:spAutoFit/>
          </a:bodyPr>
          <a:lstStyle/>
          <a:p>
            <a:r>
              <a:rPr lang="en-US" sz="1400"/>
              <a:t>Because the logistic density has heavier tails, </a:t>
            </a:r>
            <a:r>
              <a:rPr lang="en-US" sz="1400" b="1">
                <a:highlight>
                  <a:srgbClr val="FFC000"/>
                </a:highlight>
              </a:rPr>
              <a:t>it assigns relatively more probability to extreme values of the predictor </a:t>
            </a:r>
            <a:r>
              <a:rPr lang="en-US" sz="1400" i="1"/>
              <a:t>z</a:t>
            </a:r>
            <a:r>
              <a:rPr lang="en-US" sz="1400"/>
              <a:t> compared with the probit model.</a:t>
            </a:r>
          </a:p>
        </p:txBody>
      </p:sp>
      <p:sp>
        <p:nvSpPr>
          <p:cNvPr id="3" name="TextBox 2">
            <a:extLst>
              <a:ext uri="{FF2B5EF4-FFF2-40B4-BE49-F238E27FC236}">
                <a16:creationId xmlns:a16="http://schemas.microsoft.com/office/drawing/2014/main" id="{FF8B21B3-A049-60BD-6979-308390872D12}"/>
              </a:ext>
            </a:extLst>
          </p:cNvPr>
          <p:cNvSpPr txBox="1"/>
          <p:nvPr/>
        </p:nvSpPr>
        <p:spPr>
          <a:xfrm>
            <a:off x="2466777" y="5975092"/>
            <a:ext cx="666948" cy="215444"/>
          </a:xfrm>
          <a:prstGeom prst="rect">
            <a:avLst/>
          </a:prstGeom>
          <a:solidFill>
            <a:schemeClr val="bg1"/>
          </a:solidFill>
        </p:spPr>
        <p:txBody>
          <a:bodyPr wrap="square">
            <a:spAutoFit/>
          </a:bodyPr>
          <a:lstStyle/>
          <a:p>
            <a:pPr lvl="0" algn="ctr">
              <a:defRPr/>
            </a:pPr>
            <a:r>
              <a:rPr kumimoji="0" lang="en-US" sz="800" b="1" strike="noStrike" kern="1200" cap="none" spc="0" normalizeH="0" baseline="0" noProof="0">
                <a:ln>
                  <a:noFill/>
                </a:ln>
                <a:solidFill>
                  <a:prstClr val="black"/>
                </a:solidFill>
                <a:effectLst/>
                <a:uLnTx/>
                <a:uFillTx/>
                <a:latin typeface="Aptos" panose="020B0004020202020204"/>
              </a:rPr>
              <a:t>Function</a:t>
            </a:r>
            <a:endParaRPr kumimoji="0" lang="en-GB" sz="600" b="1" strike="noStrike" kern="1200" cap="none" spc="0" normalizeH="0" baseline="0" noProof="0">
              <a:ln>
                <a:noFill/>
              </a:ln>
              <a:solidFill>
                <a:prstClr val="black"/>
              </a:solidFill>
              <a:effectLst/>
              <a:uLnTx/>
              <a:uFillTx/>
              <a:latin typeface="Aptos" panose="020B0004020202020204"/>
            </a:endParaRPr>
          </a:p>
        </p:txBody>
      </p:sp>
      <p:sp>
        <p:nvSpPr>
          <p:cNvPr id="6" name="TextBox 5">
            <a:extLst>
              <a:ext uri="{FF2B5EF4-FFF2-40B4-BE49-F238E27FC236}">
                <a16:creationId xmlns:a16="http://schemas.microsoft.com/office/drawing/2014/main" id="{76E1AF59-F24F-72CD-7988-05CD161B03CE}"/>
              </a:ext>
            </a:extLst>
          </p:cNvPr>
          <p:cNvSpPr txBox="1"/>
          <p:nvPr/>
        </p:nvSpPr>
        <p:spPr>
          <a:xfrm>
            <a:off x="3305968" y="5975092"/>
            <a:ext cx="570707" cy="215444"/>
          </a:xfrm>
          <a:prstGeom prst="rect">
            <a:avLst/>
          </a:prstGeom>
          <a:solidFill>
            <a:schemeClr val="bg1"/>
          </a:solidFill>
        </p:spPr>
        <p:txBody>
          <a:bodyPr wrap="square">
            <a:spAutoFit/>
          </a:bodyPr>
          <a:lstStyle/>
          <a:p>
            <a:pPr lvl="0" algn="ctr">
              <a:defRPr/>
            </a:pPr>
            <a:r>
              <a:rPr kumimoji="0" lang="en-US" sz="800" strike="noStrike" kern="1200" cap="none" spc="0" normalizeH="0" baseline="0" noProof="0">
                <a:ln>
                  <a:noFill/>
                </a:ln>
                <a:solidFill>
                  <a:prstClr val="black"/>
                </a:solidFill>
                <a:effectLst/>
                <a:uLnTx/>
                <a:uFillTx/>
                <a:latin typeface="Aptos" panose="020B0004020202020204"/>
              </a:rPr>
              <a:t>Logistic</a:t>
            </a:r>
            <a:endParaRPr kumimoji="0" lang="en-GB" sz="600" strike="noStrike" kern="1200" cap="none" spc="0" normalizeH="0" baseline="0" noProof="0">
              <a:ln>
                <a:noFill/>
              </a:ln>
              <a:solidFill>
                <a:prstClr val="black"/>
              </a:solidFill>
              <a:effectLst/>
              <a:uLnTx/>
              <a:uFillTx/>
              <a:latin typeface="Aptos" panose="020B0004020202020204"/>
            </a:endParaRPr>
          </a:p>
        </p:txBody>
      </p:sp>
      <p:sp>
        <p:nvSpPr>
          <p:cNvPr id="7" name="TextBox 6">
            <a:extLst>
              <a:ext uri="{FF2B5EF4-FFF2-40B4-BE49-F238E27FC236}">
                <a16:creationId xmlns:a16="http://schemas.microsoft.com/office/drawing/2014/main" id="{53EE2337-0ECA-BE54-65D8-70149798F53E}"/>
              </a:ext>
            </a:extLst>
          </p:cNvPr>
          <p:cNvSpPr txBox="1"/>
          <p:nvPr/>
        </p:nvSpPr>
        <p:spPr>
          <a:xfrm>
            <a:off x="4048918" y="5975092"/>
            <a:ext cx="1098848" cy="215444"/>
          </a:xfrm>
          <a:prstGeom prst="rect">
            <a:avLst/>
          </a:prstGeom>
          <a:solidFill>
            <a:schemeClr val="bg1"/>
          </a:solidFill>
        </p:spPr>
        <p:txBody>
          <a:bodyPr wrap="square">
            <a:spAutoFit/>
          </a:bodyPr>
          <a:lstStyle/>
          <a:p>
            <a:pPr lvl="0">
              <a:defRPr/>
            </a:pPr>
            <a:r>
              <a:rPr kumimoji="0" lang="en-US" sz="800" strike="noStrike" kern="1200" cap="none" spc="0" normalizeH="0" baseline="0" noProof="0">
                <a:ln>
                  <a:noFill/>
                </a:ln>
                <a:solidFill>
                  <a:prstClr val="black"/>
                </a:solidFill>
                <a:effectLst/>
                <a:uLnTx/>
                <a:uFillTx/>
                <a:latin typeface="Aptos" panose="020B0004020202020204"/>
              </a:rPr>
              <a:t>Normal Standard</a:t>
            </a:r>
            <a:endParaRPr kumimoji="0" lang="en-GB" sz="600" strike="noStrike" kern="1200" cap="none" spc="0" normalizeH="0" baseline="0" noProof="0">
              <a:ln>
                <a:noFill/>
              </a:ln>
              <a:solidFill>
                <a:prstClr val="black"/>
              </a:solidFill>
              <a:effectLst/>
              <a:uLnTx/>
              <a:uFillTx/>
              <a:latin typeface="Aptos" panose="020B0004020202020204"/>
            </a:endParaRPr>
          </a:p>
        </p:txBody>
      </p:sp>
      <p:sp>
        <p:nvSpPr>
          <p:cNvPr id="11" name="TextBox 10">
            <a:extLst>
              <a:ext uri="{FF2B5EF4-FFF2-40B4-BE49-F238E27FC236}">
                <a16:creationId xmlns:a16="http://schemas.microsoft.com/office/drawing/2014/main" id="{E02A058A-5A6A-8A9D-3188-42C0FB6286A0}"/>
              </a:ext>
            </a:extLst>
          </p:cNvPr>
          <p:cNvSpPr txBox="1"/>
          <p:nvPr/>
        </p:nvSpPr>
        <p:spPr>
          <a:xfrm rot="16200000">
            <a:off x="510380" y="3631324"/>
            <a:ext cx="1098848" cy="215444"/>
          </a:xfrm>
          <a:prstGeom prst="rect">
            <a:avLst/>
          </a:prstGeom>
          <a:solidFill>
            <a:schemeClr val="bg1"/>
          </a:solidFill>
        </p:spPr>
        <p:txBody>
          <a:bodyPr wrap="square">
            <a:spAutoFit/>
          </a:bodyPr>
          <a:lstStyle/>
          <a:p>
            <a:pPr lvl="0" algn="ctr">
              <a:defRPr/>
            </a:pPr>
            <a:r>
              <a:rPr kumimoji="0" lang="en-US" sz="800" b="1" strike="noStrike" kern="1200" cap="none" spc="0" normalizeH="0" baseline="0" noProof="0">
                <a:ln>
                  <a:noFill/>
                </a:ln>
                <a:solidFill>
                  <a:prstClr val="black"/>
                </a:solidFill>
                <a:effectLst/>
                <a:uLnTx/>
                <a:uFillTx/>
                <a:latin typeface="Aptos" panose="020B0004020202020204"/>
              </a:rPr>
              <a:t>Density</a:t>
            </a:r>
            <a:endParaRPr kumimoji="0" lang="en-GB" sz="600" b="1" strike="noStrike" kern="1200" cap="none" spc="0" normalizeH="0" baseline="0" noProof="0">
              <a:ln>
                <a:noFill/>
              </a:ln>
              <a:solidFill>
                <a:prstClr val="black"/>
              </a:solidFill>
              <a:effectLst/>
              <a:uLnTx/>
              <a:uFillTx/>
              <a:latin typeface="Aptos" panose="020B0004020202020204"/>
            </a:endParaRPr>
          </a:p>
        </p:txBody>
      </p:sp>
    </p:spTree>
    <p:extLst>
      <p:ext uri="{BB962C8B-B14F-4D97-AF65-F5344CB8AC3E}">
        <p14:creationId xmlns:p14="http://schemas.microsoft.com/office/powerpoint/2010/main" val="2205933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3478F-EF0A-C862-86F3-EAFC3C3F1D24}"/>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EE3A9DF5-C733-FED5-D394-84AD0FDBA948}"/>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47C4B9F9-CF10-54D8-A1C7-844DD244FB6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AB36FA23-D2F2-4B9A-4DE3-F3B64ACE971A}"/>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Binomial</a:t>
            </a:r>
            <a:br>
              <a:rPr lang="en-GB" sz="3200" b="1">
                <a:solidFill>
                  <a:srgbClr val="FF0000"/>
                </a:solidFill>
                <a:latin typeface="Aptos SemiBold" panose="020F0502020204030204" pitchFamily="34" charset="0"/>
              </a:rPr>
            </a:br>
            <a:r>
              <a:rPr lang="en-GB" sz="3200" b="1">
                <a:solidFill>
                  <a:srgbClr val="FF0000"/>
                </a:solidFill>
                <a:latin typeface="Aptos SemiBold" panose="020F0502020204030204" pitchFamily="34" charset="0"/>
              </a:rPr>
              <a:t>Models</a:t>
            </a:r>
          </a:p>
        </p:txBody>
      </p:sp>
      <p:sp>
        <p:nvSpPr>
          <p:cNvPr id="10" name="Date Placeholder 3 2">
            <a:extLst>
              <a:ext uri="{FF2B5EF4-FFF2-40B4-BE49-F238E27FC236}">
                <a16:creationId xmlns:a16="http://schemas.microsoft.com/office/drawing/2014/main" id="{96C78B8C-E29C-9C19-5606-BCEA628F4697}"/>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2" name="TextBox 1">
            <a:extLst>
              <a:ext uri="{FF2B5EF4-FFF2-40B4-BE49-F238E27FC236}">
                <a16:creationId xmlns:a16="http://schemas.microsoft.com/office/drawing/2014/main" id="{E291E686-EA72-6612-ADDB-E2C953035E89}"/>
              </a:ext>
            </a:extLst>
          </p:cNvPr>
          <p:cNvSpPr txBox="1"/>
          <p:nvPr/>
        </p:nvSpPr>
        <p:spPr>
          <a:xfrm>
            <a:off x="1009649" y="1667057"/>
            <a:ext cx="4817667" cy="369332"/>
          </a:xfrm>
          <a:prstGeom prst="rect">
            <a:avLst/>
          </a:prstGeom>
          <a:solidFill>
            <a:srgbClr val="FFFFFF"/>
          </a:solid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lvl="0">
              <a:defRPr/>
            </a:pPr>
            <a:r>
              <a:rPr lang="en-GB" sz="1800" b="1">
                <a:solidFill>
                  <a:srgbClr val="FF0000"/>
                </a:solidFill>
              </a:rPr>
              <a:t>Logit  and Probit models</a:t>
            </a:r>
          </a:p>
        </p:txBody>
      </p:sp>
      <p:sp>
        <p:nvSpPr>
          <p:cNvPr id="8" name="TextBox 7">
            <a:extLst>
              <a:ext uri="{FF2B5EF4-FFF2-40B4-BE49-F238E27FC236}">
                <a16:creationId xmlns:a16="http://schemas.microsoft.com/office/drawing/2014/main" id="{40B15A61-93BC-004A-E4BE-06CF77CE9AE2}"/>
              </a:ext>
            </a:extLst>
          </p:cNvPr>
          <p:cNvSpPr txBox="1"/>
          <p:nvPr/>
        </p:nvSpPr>
        <p:spPr>
          <a:xfrm>
            <a:off x="1009649" y="2036389"/>
            <a:ext cx="4960726"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Given:</a:t>
            </a:r>
          </a:p>
        </p:txBody>
      </p:sp>
      <p:grpSp>
        <p:nvGrpSpPr>
          <p:cNvPr id="46" name="Group 45" descr="\documentclass{article}&#10;\usepackage{amsmath}&#10;\usepackage{amsfonts}&#10;\pagestyle{empty}&#10;\begin{document}&#10;&#10;&#10;\[&#10;\mu_n = F(\eta_n), \text{ con: }&#10;\eta_n = \alpha + \beta^\top x_n &#10;\]&#10;&#10;&#10;&#10;&#10;&#10;\end{document}" title="IguanaTex Shape Display">
            <a:extLst>
              <a:ext uri="{FF2B5EF4-FFF2-40B4-BE49-F238E27FC236}">
                <a16:creationId xmlns:a16="http://schemas.microsoft.com/office/drawing/2014/main" id="{44429A29-8E5B-A8BF-C70F-BF4840E77DFF}"/>
              </a:ext>
            </a:extLst>
          </p:cNvPr>
          <p:cNvGrpSpPr>
            <a:grpSpLocks noChangeAspect="1"/>
          </p:cNvGrpSpPr>
          <p:nvPr>
            <p:custDataLst>
              <p:tags r:id="rId1"/>
            </p:custDataLst>
          </p:nvPr>
        </p:nvGrpSpPr>
        <p:grpSpPr>
          <a:xfrm>
            <a:off x="1117600" y="2578100"/>
            <a:ext cx="3454107" cy="277156"/>
            <a:chOff x="4932117" y="4167172"/>
            <a:chExt cx="3454107" cy="277156"/>
          </a:xfrm>
        </p:grpSpPr>
        <p:sp>
          <p:nvSpPr>
            <p:cNvPr id="23" name="Freeform: Shape 22">
              <a:extLst>
                <a:ext uri="{FF2B5EF4-FFF2-40B4-BE49-F238E27FC236}">
                  <a16:creationId xmlns:a16="http://schemas.microsoft.com/office/drawing/2014/main" id="{1BD4BCF9-3F9F-F2DB-FC7E-77E10FEC2651}"/>
                </a:ext>
              </a:extLst>
            </p:cNvPr>
            <p:cNvSpPr/>
            <p:nvPr>
              <p:custDataLst>
                <p:tags r:id="rId98"/>
              </p:custDataLst>
            </p:nvPr>
          </p:nvSpPr>
          <p:spPr>
            <a:xfrm>
              <a:off x="4932117" y="4277363"/>
              <a:ext cx="128086" cy="158762"/>
            </a:xfrm>
            <a:custGeom>
              <a:avLst/>
              <a:gdLst>
                <a:gd name="connsiteX0" fmla="*/ 47661 w 128086"/>
                <a:gd name="connsiteY0" fmla="*/ 22031 h 158762"/>
                <a:gd name="connsiteX1" fmla="*/ 51206 w 128086"/>
                <a:gd name="connsiteY1" fmla="*/ 6589 h 158762"/>
                <a:gd name="connsiteX2" fmla="*/ 44352 w 128086"/>
                <a:gd name="connsiteY2" fmla="*/ 75 h 158762"/>
                <a:gd name="connsiteX3" fmla="*/ 34900 w 128086"/>
                <a:gd name="connsiteY3" fmla="*/ 8761 h 158762"/>
                <a:gd name="connsiteX4" fmla="*/ 869 w 128086"/>
                <a:gd name="connsiteY4" fmla="*/ 148462 h 158762"/>
                <a:gd name="connsiteX5" fmla="*/ 160 w 128086"/>
                <a:gd name="connsiteY5" fmla="*/ 152322 h 158762"/>
                <a:gd name="connsiteX6" fmla="*/ 6777 w 128086"/>
                <a:gd name="connsiteY6" fmla="*/ 158837 h 158762"/>
                <a:gd name="connsiteX7" fmla="*/ 15049 w 128086"/>
                <a:gd name="connsiteY7" fmla="*/ 153770 h 158762"/>
                <a:gd name="connsiteX8" fmla="*/ 28046 w 128086"/>
                <a:gd name="connsiteY8" fmla="*/ 101895 h 158762"/>
                <a:gd name="connsiteX9" fmla="*/ 50969 w 128086"/>
                <a:gd name="connsiteY9" fmla="*/ 109374 h 158762"/>
                <a:gd name="connsiteX10" fmla="*/ 82400 w 128086"/>
                <a:gd name="connsiteY10" fmla="*/ 91761 h 158762"/>
                <a:gd name="connsiteX11" fmla="*/ 103669 w 128086"/>
                <a:gd name="connsiteY11" fmla="*/ 109374 h 158762"/>
                <a:gd name="connsiteX12" fmla="*/ 121157 w 128086"/>
                <a:gd name="connsiteY12" fmla="*/ 96104 h 158762"/>
                <a:gd name="connsiteX13" fmla="*/ 128247 w 128086"/>
                <a:gd name="connsiteY13" fmla="*/ 72217 h 158762"/>
                <a:gd name="connsiteX14" fmla="*/ 125411 w 128086"/>
                <a:gd name="connsiteY14" fmla="*/ 69805 h 158762"/>
                <a:gd name="connsiteX15" fmla="*/ 122102 w 128086"/>
                <a:gd name="connsiteY15" fmla="*/ 74148 h 158762"/>
                <a:gd name="connsiteX16" fmla="*/ 104142 w 128086"/>
                <a:gd name="connsiteY16" fmla="*/ 104066 h 158762"/>
                <a:gd name="connsiteX17" fmla="*/ 97052 w 128086"/>
                <a:gd name="connsiteY17" fmla="*/ 92967 h 158762"/>
                <a:gd name="connsiteX18" fmla="*/ 101779 w 128086"/>
                <a:gd name="connsiteY18" fmla="*/ 67874 h 158762"/>
                <a:gd name="connsiteX19" fmla="*/ 108396 w 128086"/>
                <a:gd name="connsiteY19" fmla="*/ 41816 h 158762"/>
                <a:gd name="connsiteX20" fmla="*/ 112413 w 128086"/>
                <a:gd name="connsiteY20" fmla="*/ 25409 h 158762"/>
                <a:gd name="connsiteX21" fmla="*/ 115958 w 128086"/>
                <a:gd name="connsiteY21" fmla="*/ 9243 h 158762"/>
                <a:gd name="connsiteX22" fmla="*/ 109105 w 128086"/>
                <a:gd name="connsiteY22" fmla="*/ 2729 h 158762"/>
                <a:gd name="connsiteX23" fmla="*/ 99888 w 128086"/>
                <a:gd name="connsiteY23" fmla="*/ 11174 h 158762"/>
                <a:gd name="connsiteX24" fmla="*/ 88781 w 128086"/>
                <a:gd name="connsiteY24" fmla="*/ 56293 h 158762"/>
                <a:gd name="connsiteX25" fmla="*/ 82637 w 128086"/>
                <a:gd name="connsiteY25" fmla="*/ 80903 h 158762"/>
                <a:gd name="connsiteX26" fmla="*/ 51915 w 128086"/>
                <a:gd name="connsiteY26" fmla="*/ 104066 h 158762"/>
                <a:gd name="connsiteX27" fmla="*/ 34427 w 128086"/>
                <a:gd name="connsiteY27" fmla="*/ 83075 h 158762"/>
                <a:gd name="connsiteX28" fmla="*/ 37735 w 128086"/>
                <a:gd name="connsiteY28" fmla="*/ 62566 h 158762"/>
                <a:gd name="connsiteX29" fmla="*/ 47661 w 128086"/>
                <a:gd name="connsiteY29" fmla="*/ 22031 h 15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8086" h="158762">
                  <a:moveTo>
                    <a:pt x="47661" y="22031"/>
                  </a:moveTo>
                  <a:cubicBezTo>
                    <a:pt x="48843" y="16964"/>
                    <a:pt x="51206" y="7796"/>
                    <a:pt x="51206" y="6589"/>
                  </a:cubicBezTo>
                  <a:cubicBezTo>
                    <a:pt x="51206" y="2488"/>
                    <a:pt x="48370" y="75"/>
                    <a:pt x="44352" y="75"/>
                  </a:cubicBezTo>
                  <a:cubicBezTo>
                    <a:pt x="43643" y="75"/>
                    <a:pt x="37026" y="316"/>
                    <a:pt x="34900" y="8761"/>
                  </a:cubicBezTo>
                  <a:lnTo>
                    <a:pt x="869" y="148462"/>
                  </a:lnTo>
                  <a:cubicBezTo>
                    <a:pt x="160" y="151357"/>
                    <a:pt x="160" y="151840"/>
                    <a:pt x="160" y="152322"/>
                  </a:cubicBezTo>
                  <a:cubicBezTo>
                    <a:pt x="160" y="155941"/>
                    <a:pt x="2760" y="158837"/>
                    <a:pt x="6777" y="158837"/>
                  </a:cubicBezTo>
                  <a:cubicBezTo>
                    <a:pt x="11740" y="158837"/>
                    <a:pt x="14576" y="154494"/>
                    <a:pt x="15049" y="153770"/>
                  </a:cubicBezTo>
                  <a:cubicBezTo>
                    <a:pt x="15994" y="151598"/>
                    <a:pt x="19066" y="139052"/>
                    <a:pt x="28046" y="101895"/>
                  </a:cubicBezTo>
                  <a:cubicBezTo>
                    <a:pt x="35608" y="108409"/>
                    <a:pt x="46243" y="109374"/>
                    <a:pt x="50969" y="109374"/>
                  </a:cubicBezTo>
                  <a:cubicBezTo>
                    <a:pt x="67512" y="109374"/>
                    <a:pt x="76728" y="98517"/>
                    <a:pt x="82400" y="91761"/>
                  </a:cubicBezTo>
                  <a:cubicBezTo>
                    <a:pt x="84527" y="102619"/>
                    <a:pt x="93271" y="109374"/>
                    <a:pt x="103669" y="109374"/>
                  </a:cubicBezTo>
                  <a:cubicBezTo>
                    <a:pt x="111940" y="109374"/>
                    <a:pt x="117376" y="103825"/>
                    <a:pt x="121157" y="96104"/>
                  </a:cubicBezTo>
                  <a:cubicBezTo>
                    <a:pt x="125174" y="87418"/>
                    <a:pt x="128247" y="72700"/>
                    <a:pt x="128247" y="72217"/>
                  </a:cubicBezTo>
                  <a:cubicBezTo>
                    <a:pt x="128247" y="69805"/>
                    <a:pt x="126120" y="69805"/>
                    <a:pt x="125411" y="69805"/>
                  </a:cubicBezTo>
                  <a:cubicBezTo>
                    <a:pt x="123047" y="69805"/>
                    <a:pt x="122811" y="70770"/>
                    <a:pt x="122102" y="74148"/>
                  </a:cubicBezTo>
                  <a:cubicBezTo>
                    <a:pt x="118085" y="89831"/>
                    <a:pt x="113831" y="104066"/>
                    <a:pt x="104142" y="104066"/>
                  </a:cubicBezTo>
                  <a:cubicBezTo>
                    <a:pt x="97761" y="104066"/>
                    <a:pt x="97052" y="97793"/>
                    <a:pt x="97052" y="92967"/>
                  </a:cubicBezTo>
                  <a:cubicBezTo>
                    <a:pt x="97052" y="87659"/>
                    <a:pt x="99888" y="76319"/>
                    <a:pt x="101779" y="67874"/>
                  </a:cubicBezTo>
                  <a:lnTo>
                    <a:pt x="108396" y="41816"/>
                  </a:lnTo>
                  <a:cubicBezTo>
                    <a:pt x="109105" y="38197"/>
                    <a:pt x="111468" y="29028"/>
                    <a:pt x="112413" y="25409"/>
                  </a:cubicBezTo>
                  <a:cubicBezTo>
                    <a:pt x="113595" y="19860"/>
                    <a:pt x="115958" y="10691"/>
                    <a:pt x="115958" y="9243"/>
                  </a:cubicBezTo>
                  <a:cubicBezTo>
                    <a:pt x="115958" y="4900"/>
                    <a:pt x="112649" y="2729"/>
                    <a:pt x="109105" y="2729"/>
                  </a:cubicBezTo>
                  <a:cubicBezTo>
                    <a:pt x="107923" y="2729"/>
                    <a:pt x="101779" y="2970"/>
                    <a:pt x="99888" y="11174"/>
                  </a:cubicBezTo>
                  <a:lnTo>
                    <a:pt x="88781" y="56293"/>
                  </a:lnTo>
                  <a:cubicBezTo>
                    <a:pt x="85945" y="68357"/>
                    <a:pt x="83345" y="78491"/>
                    <a:pt x="82637" y="80903"/>
                  </a:cubicBezTo>
                  <a:cubicBezTo>
                    <a:pt x="82400" y="82110"/>
                    <a:pt x="71057" y="104066"/>
                    <a:pt x="51915" y="104066"/>
                  </a:cubicBezTo>
                  <a:cubicBezTo>
                    <a:pt x="40099" y="104066"/>
                    <a:pt x="34427" y="96104"/>
                    <a:pt x="34427" y="83075"/>
                  </a:cubicBezTo>
                  <a:cubicBezTo>
                    <a:pt x="34427" y="76078"/>
                    <a:pt x="36081" y="69322"/>
                    <a:pt x="37735" y="62566"/>
                  </a:cubicBezTo>
                  <a:lnTo>
                    <a:pt x="47661" y="2203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24" name="Freeform: Shape 23">
              <a:extLst>
                <a:ext uri="{FF2B5EF4-FFF2-40B4-BE49-F238E27FC236}">
                  <a16:creationId xmlns:a16="http://schemas.microsoft.com/office/drawing/2014/main" id="{2B732E51-2552-3BA2-F97B-1D0614011700}"/>
                </a:ext>
              </a:extLst>
            </p:cNvPr>
            <p:cNvSpPr/>
            <p:nvPr>
              <p:custDataLst>
                <p:tags r:id="rId99"/>
              </p:custDataLst>
            </p:nvPr>
          </p:nvSpPr>
          <p:spPr>
            <a:xfrm>
              <a:off x="5075198" y="4345717"/>
              <a:ext cx="101074" cy="76172"/>
            </a:xfrm>
            <a:custGeom>
              <a:avLst/>
              <a:gdLst>
                <a:gd name="connsiteX0" fmla="*/ 12573 w 101074"/>
                <a:gd name="connsiteY0" fmla="*/ 63919 h 76172"/>
                <a:gd name="connsiteX1" fmla="*/ 10919 w 101074"/>
                <a:gd name="connsiteY1" fmla="*/ 70844 h 76172"/>
                <a:gd name="connsiteX2" fmla="*/ 16543 w 101074"/>
                <a:gd name="connsiteY2" fmla="*/ 76248 h 76172"/>
                <a:gd name="connsiteX3" fmla="*/ 22995 w 101074"/>
                <a:gd name="connsiteY3" fmla="*/ 72533 h 76172"/>
                <a:gd name="connsiteX4" fmla="*/ 25973 w 101074"/>
                <a:gd name="connsiteY4" fmla="*/ 62061 h 76172"/>
                <a:gd name="connsiteX5" fmla="*/ 29612 w 101074"/>
                <a:gd name="connsiteY5" fmla="*/ 46860 h 76172"/>
                <a:gd name="connsiteX6" fmla="*/ 32424 w 101074"/>
                <a:gd name="connsiteY6" fmla="*/ 35544 h 76172"/>
                <a:gd name="connsiteX7" fmla="*/ 39372 w 101074"/>
                <a:gd name="connsiteY7" fmla="*/ 20344 h 76172"/>
                <a:gd name="connsiteX8" fmla="*/ 64186 w 101074"/>
                <a:gd name="connsiteY8" fmla="*/ 4805 h 76172"/>
                <a:gd name="connsiteX9" fmla="*/ 73946 w 101074"/>
                <a:gd name="connsiteY9" fmla="*/ 16628 h 76172"/>
                <a:gd name="connsiteX10" fmla="*/ 64186 w 101074"/>
                <a:gd name="connsiteY10" fmla="*/ 52603 h 76172"/>
                <a:gd name="connsiteX11" fmla="*/ 61704 w 101074"/>
                <a:gd name="connsiteY11" fmla="*/ 61723 h 76172"/>
                <a:gd name="connsiteX12" fmla="*/ 77420 w 101074"/>
                <a:gd name="connsiteY12" fmla="*/ 76248 h 76172"/>
                <a:gd name="connsiteX13" fmla="*/ 101241 w 101074"/>
                <a:gd name="connsiteY13" fmla="*/ 50407 h 76172"/>
                <a:gd name="connsiteX14" fmla="*/ 98594 w 101074"/>
                <a:gd name="connsiteY14" fmla="*/ 48212 h 76172"/>
                <a:gd name="connsiteX15" fmla="*/ 95451 w 101074"/>
                <a:gd name="connsiteY15" fmla="*/ 51083 h 76172"/>
                <a:gd name="connsiteX16" fmla="*/ 77916 w 101074"/>
                <a:gd name="connsiteY16" fmla="*/ 71519 h 76172"/>
                <a:gd name="connsiteX17" fmla="*/ 73780 w 101074"/>
                <a:gd name="connsiteY17" fmla="*/ 65608 h 76172"/>
                <a:gd name="connsiteX18" fmla="*/ 77585 w 101074"/>
                <a:gd name="connsiteY18" fmla="*/ 51927 h 76172"/>
                <a:gd name="connsiteX19" fmla="*/ 86353 w 101074"/>
                <a:gd name="connsiteY19" fmla="*/ 19330 h 76172"/>
                <a:gd name="connsiteX20" fmla="*/ 64847 w 101074"/>
                <a:gd name="connsiteY20" fmla="*/ 76 h 76172"/>
                <a:gd name="connsiteX21" fmla="*/ 36891 w 101074"/>
                <a:gd name="connsiteY21" fmla="*/ 15446 h 76172"/>
                <a:gd name="connsiteX22" fmla="*/ 19190 w 101074"/>
                <a:gd name="connsiteY22" fmla="*/ 76 h 76172"/>
                <a:gd name="connsiteX23" fmla="*/ 6122 w 101074"/>
                <a:gd name="connsiteY23" fmla="*/ 9197 h 76172"/>
                <a:gd name="connsiteX24" fmla="*/ 166 w 101074"/>
                <a:gd name="connsiteY24" fmla="*/ 25917 h 76172"/>
                <a:gd name="connsiteX25" fmla="*/ 2978 w 101074"/>
                <a:gd name="connsiteY25" fmla="*/ 28113 h 76172"/>
                <a:gd name="connsiteX26" fmla="*/ 6618 w 101074"/>
                <a:gd name="connsiteY26" fmla="*/ 23046 h 76172"/>
                <a:gd name="connsiteX27" fmla="*/ 18694 w 101074"/>
                <a:gd name="connsiteY27" fmla="*/ 4805 h 76172"/>
                <a:gd name="connsiteX28" fmla="*/ 24153 w 101074"/>
                <a:gd name="connsiteY28" fmla="*/ 13081 h 76172"/>
                <a:gd name="connsiteX29" fmla="*/ 21506 w 101074"/>
                <a:gd name="connsiteY29" fmla="*/ 27100 h 76172"/>
                <a:gd name="connsiteX30" fmla="*/ 17867 w 101074"/>
                <a:gd name="connsiteY30" fmla="*/ 42300 h 76172"/>
                <a:gd name="connsiteX31" fmla="*/ 12573 w 101074"/>
                <a:gd name="connsiteY31" fmla="*/ 63919 h 76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074" h="76172">
                  <a:moveTo>
                    <a:pt x="12573" y="63919"/>
                  </a:moveTo>
                  <a:cubicBezTo>
                    <a:pt x="11911" y="66114"/>
                    <a:pt x="10919" y="70337"/>
                    <a:pt x="10919" y="70844"/>
                  </a:cubicBezTo>
                  <a:cubicBezTo>
                    <a:pt x="10919" y="74559"/>
                    <a:pt x="13897" y="76248"/>
                    <a:pt x="16543" y="76248"/>
                  </a:cubicBezTo>
                  <a:cubicBezTo>
                    <a:pt x="19521" y="76248"/>
                    <a:pt x="22168" y="74053"/>
                    <a:pt x="22995" y="72533"/>
                  </a:cubicBezTo>
                  <a:cubicBezTo>
                    <a:pt x="23822" y="71012"/>
                    <a:pt x="25145" y="65608"/>
                    <a:pt x="25973" y="62061"/>
                  </a:cubicBezTo>
                  <a:cubicBezTo>
                    <a:pt x="26800" y="58852"/>
                    <a:pt x="28619" y="51083"/>
                    <a:pt x="29612" y="46860"/>
                  </a:cubicBezTo>
                  <a:cubicBezTo>
                    <a:pt x="30604" y="43145"/>
                    <a:pt x="31597" y="39429"/>
                    <a:pt x="32424" y="35544"/>
                  </a:cubicBezTo>
                  <a:cubicBezTo>
                    <a:pt x="34244" y="28620"/>
                    <a:pt x="34575" y="27268"/>
                    <a:pt x="39372" y="20344"/>
                  </a:cubicBezTo>
                  <a:cubicBezTo>
                    <a:pt x="44004" y="13588"/>
                    <a:pt x="51779" y="4805"/>
                    <a:pt x="64186" y="4805"/>
                  </a:cubicBezTo>
                  <a:cubicBezTo>
                    <a:pt x="73780" y="4805"/>
                    <a:pt x="73946" y="13419"/>
                    <a:pt x="73946" y="16628"/>
                  </a:cubicBezTo>
                  <a:cubicBezTo>
                    <a:pt x="73946" y="26762"/>
                    <a:pt x="66833" y="45509"/>
                    <a:pt x="64186" y="52603"/>
                  </a:cubicBezTo>
                  <a:cubicBezTo>
                    <a:pt x="62366" y="57332"/>
                    <a:pt x="61704" y="58852"/>
                    <a:pt x="61704" y="61723"/>
                  </a:cubicBezTo>
                  <a:cubicBezTo>
                    <a:pt x="61704" y="70675"/>
                    <a:pt x="68983" y="76248"/>
                    <a:pt x="77420" y="76248"/>
                  </a:cubicBezTo>
                  <a:cubicBezTo>
                    <a:pt x="93962" y="76248"/>
                    <a:pt x="101241" y="52941"/>
                    <a:pt x="101241" y="50407"/>
                  </a:cubicBezTo>
                  <a:cubicBezTo>
                    <a:pt x="101241" y="48212"/>
                    <a:pt x="99090" y="48212"/>
                    <a:pt x="98594" y="48212"/>
                  </a:cubicBezTo>
                  <a:cubicBezTo>
                    <a:pt x="96278" y="48212"/>
                    <a:pt x="96113" y="49225"/>
                    <a:pt x="95451" y="51083"/>
                  </a:cubicBezTo>
                  <a:cubicBezTo>
                    <a:pt x="91646" y="64594"/>
                    <a:pt x="84533" y="71519"/>
                    <a:pt x="77916" y="71519"/>
                  </a:cubicBezTo>
                  <a:cubicBezTo>
                    <a:pt x="74442" y="71519"/>
                    <a:pt x="73780" y="69155"/>
                    <a:pt x="73780" y="65608"/>
                  </a:cubicBezTo>
                  <a:cubicBezTo>
                    <a:pt x="73780" y="61723"/>
                    <a:pt x="74608" y="59528"/>
                    <a:pt x="77585" y="51927"/>
                  </a:cubicBezTo>
                  <a:cubicBezTo>
                    <a:pt x="79570" y="46691"/>
                    <a:pt x="86353" y="28789"/>
                    <a:pt x="86353" y="19330"/>
                  </a:cubicBezTo>
                  <a:cubicBezTo>
                    <a:pt x="86353" y="2947"/>
                    <a:pt x="73615" y="76"/>
                    <a:pt x="64847" y="76"/>
                  </a:cubicBezTo>
                  <a:cubicBezTo>
                    <a:pt x="51117" y="76"/>
                    <a:pt x="41853" y="8690"/>
                    <a:pt x="36891" y="15446"/>
                  </a:cubicBezTo>
                  <a:cubicBezTo>
                    <a:pt x="35733" y="3792"/>
                    <a:pt x="25973" y="76"/>
                    <a:pt x="19190" y="76"/>
                  </a:cubicBezTo>
                  <a:cubicBezTo>
                    <a:pt x="12077" y="76"/>
                    <a:pt x="8272" y="5312"/>
                    <a:pt x="6122" y="9197"/>
                  </a:cubicBezTo>
                  <a:cubicBezTo>
                    <a:pt x="2482" y="15446"/>
                    <a:pt x="166" y="25073"/>
                    <a:pt x="166" y="25917"/>
                  </a:cubicBezTo>
                  <a:cubicBezTo>
                    <a:pt x="166" y="28113"/>
                    <a:pt x="2482" y="28113"/>
                    <a:pt x="2978" y="28113"/>
                  </a:cubicBezTo>
                  <a:cubicBezTo>
                    <a:pt x="5294" y="28113"/>
                    <a:pt x="5460" y="27606"/>
                    <a:pt x="6618" y="23046"/>
                  </a:cubicBezTo>
                  <a:cubicBezTo>
                    <a:pt x="9099" y="13081"/>
                    <a:pt x="12242" y="4805"/>
                    <a:pt x="18694" y="4805"/>
                  </a:cubicBezTo>
                  <a:cubicBezTo>
                    <a:pt x="22995" y="4805"/>
                    <a:pt x="24153" y="8521"/>
                    <a:pt x="24153" y="13081"/>
                  </a:cubicBezTo>
                  <a:cubicBezTo>
                    <a:pt x="24153" y="16290"/>
                    <a:pt x="22664" y="22539"/>
                    <a:pt x="21506" y="27100"/>
                  </a:cubicBezTo>
                  <a:cubicBezTo>
                    <a:pt x="20348" y="31660"/>
                    <a:pt x="18694" y="38584"/>
                    <a:pt x="17867" y="42300"/>
                  </a:cubicBezTo>
                  <a:lnTo>
                    <a:pt x="12573" y="639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25" name="Freeform: Shape 24">
              <a:extLst>
                <a:ext uri="{FF2B5EF4-FFF2-40B4-BE49-F238E27FC236}">
                  <a16:creationId xmlns:a16="http://schemas.microsoft.com/office/drawing/2014/main" id="{AE7B7AB5-CE05-CFFB-DF42-CAF5BC9F21AE}"/>
                </a:ext>
              </a:extLst>
            </p:cNvPr>
            <p:cNvSpPr/>
            <p:nvPr>
              <p:custDataLst>
                <p:tags r:id="rId100"/>
              </p:custDataLst>
            </p:nvPr>
          </p:nvSpPr>
          <p:spPr>
            <a:xfrm>
              <a:off x="5274938" y="4295459"/>
              <a:ext cx="157153" cy="56459"/>
            </a:xfrm>
            <a:custGeom>
              <a:avLst/>
              <a:gdLst>
                <a:gd name="connsiteX0" fmla="*/ 149293 w 157153"/>
                <a:gd name="connsiteY0" fmla="*/ 9726 h 56459"/>
                <a:gd name="connsiteX1" fmla="*/ 157328 w 157153"/>
                <a:gd name="connsiteY1" fmla="*/ 4900 h 56459"/>
                <a:gd name="connsiteX2" fmla="*/ 149530 w 157153"/>
                <a:gd name="connsiteY2" fmla="*/ 75 h 56459"/>
                <a:gd name="connsiteX3" fmla="*/ 7973 w 157153"/>
                <a:gd name="connsiteY3" fmla="*/ 75 h 56459"/>
                <a:gd name="connsiteX4" fmla="*/ 174 w 157153"/>
                <a:gd name="connsiteY4" fmla="*/ 4900 h 56459"/>
                <a:gd name="connsiteX5" fmla="*/ 8209 w 157153"/>
                <a:gd name="connsiteY5" fmla="*/ 9726 h 56459"/>
                <a:gd name="connsiteX6" fmla="*/ 149293 w 157153"/>
                <a:gd name="connsiteY6" fmla="*/ 9726 h 56459"/>
                <a:gd name="connsiteX7" fmla="*/ 149530 w 157153"/>
                <a:gd name="connsiteY7" fmla="*/ 56534 h 56459"/>
                <a:gd name="connsiteX8" fmla="*/ 157328 w 157153"/>
                <a:gd name="connsiteY8" fmla="*/ 51709 h 56459"/>
                <a:gd name="connsiteX9" fmla="*/ 149293 w 157153"/>
                <a:gd name="connsiteY9" fmla="*/ 46883 h 56459"/>
                <a:gd name="connsiteX10" fmla="*/ 8209 w 157153"/>
                <a:gd name="connsiteY10" fmla="*/ 46883 h 56459"/>
                <a:gd name="connsiteX11" fmla="*/ 174 w 157153"/>
                <a:gd name="connsiteY11" fmla="*/ 51709 h 56459"/>
                <a:gd name="connsiteX12" fmla="*/ 7973 w 157153"/>
                <a:gd name="connsiteY12" fmla="*/ 56534 h 56459"/>
                <a:gd name="connsiteX13" fmla="*/ 149530 w 157153"/>
                <a:gd name="connsiteY13" fmla="*/ 56534 h 5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153" h="56459">
                  <a:moveTo>
                    <a:pt x="149293" y="9726"/>
                  </a:moveTo>
                  <a:cubicBezTo>
                    <a:pt x="152838" y="9726"/>
                    <a:pt x="157328" y="9726"/>
                    <a:pt x="157328" y="4900"/>
                  </a:cubicBezTo>
                  <a:cubicBezTo>
                    <a:pt x="157328" y="75"/>
                    <a:pt x="152838" y="75"/>
                    <a:pt x="149530" y="75"/>
                  </a:cubicBezTo>
                  <a:lnTo>
                    <a:pt x="7973" y="75"/>
                  </a:lnTo>
                  <a:cubicBezTo>
                    <a:pt x="4665" y="75"/>
                    <a:pt x="174" y="75"/>
                    <a:pt x="174" y="4900"/>
                  </a:cubicBezTo>
                  <a:cubicBezTo>
                    <a:pt x="174" y="9726"/>
                    <a:pt x="4665" y="9726"/>
                    <a:pt x="8209" y="9726"/>
                  </a:cubicBezTo>
                  <a:lnTo>
                    <a:pt x="149293" y="9726"/>
                  </a:lnTo>
                  <a:close/>
                  <a:moveTo>
                    <a:pt x="149530" y="56534"/>
                  </a:moveTo>
                  <a:cubicBezTo>
                    <a:pt x="152838" y="56534"/>
                    <a:pt x="157328" y="56534"/>
                    <a:pt x="157328" y="51709"/>
                  </a:cubicBezTo>
                  <a:cubicBezTo>
                    <a:pt x="157328" y="46883"/>
                    <a:pt x="152838" y="46883"/>
                    <a:pt x="149293" y="46883"/>
                  </a:cubicBezTo>
                  <a:lnTo>
                    <a:pt x="8209" y="46883"/>
                  </a:lnTo>
                  <a:cubicBezTo>
                    <a:pt x="4665" y="46883"/>
                    <a:pt x="174" y="46883"/>
                    <a:pt x="174" y="51709"/>
                  </a:cubicBezTo>
                  <a:cubicBezTo>
                    <a:pt x="174" y="56534"/>
                    <a:pt x="4665" y="56534"/>
                    <a:pt x="7973" y="56534"/>
                  </a:cubicBezTo>
                  <a:lnTo>
                    <a:pt x="149530" y="5653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26" name="Freeform: Shape 25">
              <a:extLst>
                <a:ext uri="{FF2B5EF4-FFF2-40B4-BE49-F238E27FC236}">
                  <a16:creationId xmlns:a16="http://schemas.microsoft.com/office/drawing/2014/main" id="{BEB79609-D1C2-5E13-71B6-110E84145301}"/>
                </a:ext>
              </a:extLst>
            </p:cNvPr>
            <p:cNvSpPr/>
            <p:nvPr>
              <p:custDataLst>
                <p:tags r:id="rId101"/>
              </p:custDataLst>
            </p:nvPr>
          </p:nvSpPr>
          <p:spPr>
            <a:xfrm>
              <a:off x="5520133" y="4219938"/>
              <a:ext cx="167972" cy="164070"/>
            </a:xfrm>
            <a:custGeom>
              <a:avLst/>
              <a:gdLst>
                <a:gd name="connsiteX0" fmla="*/ 62810 w 167972"/>
                <a:gd name="connsiteY0" fmla="*/ 85729 h 164070"/>
                <a:gd name="connsiteX1" fmla="*/ 85733 w 167972"/>
                <a:gd name="connsiteY1" fmla="*/ 85729 h 164070"/>
                <a:gd name="connsiteX2" fmla="*/ 105348 w 167972"/>
                <a:gd name="connsiteY2" fmla="*/ 96587 h 164070"/>
                <a:gd name="connsiteX3" fmla="*/ 103694 w 167972"/>
                <a:gd name="connsiteY3" fmla="*/ 108409 h 164070"/>
                <a:gd name="connsiteX4" fmla="*/ 102985 w 167972"/>
                <a:gd name="connsiteY4" fmla="*/ 111063 h 164070"/>
                <a:gd name="connsiteX5" fmla="*/ 105821 w 167972"/>
                <a:gd name="connsiteY5" fmla="*/ 113959 h 164070"/>
                <a:gd name="connsiteX6" fmla="*/ 109366 w 167972"/>
                <a:gd name="connsiteY6" fmla="*/ 108892 h 164070"/>
                <a:gd name="connsiteX7" fmla="*/ 122363 w 167972"/>
                <a:gd name="connsiteY7" fmla="*/ 56534 h 164070"/>
                <a:gd name="connsiteX8" fmla="*/ 123072 w 167972"/>
                <a:gd name="connsiteY8" fmla="*/ 52674 h 164070"/>
                <a:gd name="connsiteX9" fmla="*/ 120236 w 167972"/>
                <a:gd name="connsiteY9" fmla="*/ 50020 h 164070"/>
                <a:gd name="connsiteX10" fmla="*/ 116692 w 167972"/>
                <a:gd name="connsiteY10" fmla="*/ 55087 h 164070"/>
                <a:gd name="connsiteX11" fmla="*/ 86206 w 167972"/>
                <a:gd name="connsiteY11" fmla="*/ 78249 h 164070"/>
                <a:gd name="connsiteX12" fmla="*/ 64701 w 167972"/>
                <a:gd name="connsiteY12" fmla="*/ 78249 h 164070"/>
                <a:gd name="connsiteX13" fmla="*/ 79825 w 167972"/>
                <a:gd name="connsiteY13" fmla="*/ 16964 h 164070"/>
                <a:gd name="connsiteX14" fmla="*/ 92587 w 167972"/>
                <a:gd name="connsiteY14" fmla="*/ 7554 h 164070"/>
                <a:gd name="connsiteX15" fmla="*/ 123781 w 167972"/>
                <a:gd name="connsiteY15" fmla="*/ 7554 h 164070"/>
                <a:gd name="connsiteX16" fmla="*/ 158284 w 167972"/>
                <a:gd name="connsiteY16" fmla="*/ 34095 h 164070"/>
                <a:gd name="connsiteX17" fmla="*/ 157575 w 167972"/>
                <a:gd name="connsiteY17" fmla="*/ 47124 h 164070"/>
                <a:gd name="connsiteX18" fmla="*/ 157103 w 167972"/>
                <a:gd name="connsiteY18" fmla="*/ 51467 h 164070"/>
                <a:gd name="connsiteX19" fmla="*/ 159938 w 167972"/>
                <a:gd name="connsiteY19" fmla="*/ 54363 h 164070"/>
                <a:gd name="connsiteX20" fmla="*/ 163247 w 167972"/>
                <a:gd name="connsiteY20" fmla="*/ 48331 h 164070"/>
                <a:gd name="connsiteX21" fmla="*/ 167973 w 167972"/>
                <a:gd name="connsiteY21" fmla="*/ 6589 h 164070"/>
                <a:gd name="connsiteX22" fmla="*/ 161593 w 167972"/>
                <a:gd name="connsiteY22" fmla="*/ 75 h 164070"/>
                <a:gd name="connsiteX23" fmla="*/ 45795 w 167972"/>
                <a:gd name="connsiteY23" fmla="*/ 75 h 164070"/>
                <a:gd name="connsiteX24" fmla="*/ 38705 w 167972"/>
                <a:gd name="connsiteY24" fmla="*/ 4900 h 164070"/>
                <a:gd name="connsiteX25" fmla="*/ 45322 w 167972"/>
                <a:gd name="connsiteY25" fmla="*/ 7554 h 164070"/>
                <a:gd name="connsiteX26" fmla="*/ 60683 w 167972"/>
                <a:gd name="connsiteY26" fmla="*/ 11897 h 164070"/>
                <a:gd name="connsiteX27" fmla="*/ 59502 w 167972"/>
                <a:gd name="connsiteY27" fmla="*/ 17688 h 164070"/>
                <a:gd name="connsiteX28" fmla="*/ 28307 w 167972"/>
                <a:gd name="connsiteY28" fmla="*/ 145325 h 164070"/>
                <a:gd name="connsiteX29" fmla="*/ 6802 w 167972"/>
                <a:gd name="connsiteY29" fmla="*/ 156665 h 164070"/>
                <a:gd name="connsiteX30" fmla="*/ 185 w 167972"/>
                <a:gd name="connsiteY30" fmla="*/ 161250 h 164070"/>
                <a:gd name="connsiteX31" fmla="*/ 3730 w 167972"/>
                <a:gd name="connsiteY31" fmla="*/ 164145 h 164070"/>
                <a:gd name="connsiteX32" fmla="*/ 34924 w 167972"/>
                <a:gd name="connsiteY32" fmla="*/ 163421 h 164070"/>
                <a:gd name="connsiteX33" fmla="*/ 70136 w 167972"/>
                <a:gd name="connsiteY33" fmla="*/ 164145 h 164070"/>
                <a:gd name="connsiteX34" fmla="*/ 75099 w 167972"/>
                <a:gd name="connsiteY34" fmla="*/ 159561 h 164070"/>
                <a:gd name="connsiteX35" fmla="*/ 73681 w 167972"/>
                <a:gd name="connsiteY35" fmla="*/ 156907 h 164070"/>
                <a:gd name="connsiteX36" fmla="*/ 67064 w 167972"/>
                <a:gd name="connsiteY36" fmla="*/ 156665 h 164070"/>
                <a:gd name="connsiteX37" fmla="*/ 54775 w 167972"/>
                <a:gd name="connsiteY37" fmla="*/ 156183 h 164070"/>
                <a:gd name="connsiteX38" fmla="*/ 47213 w 167972"/>
                <a:gd name="connsiteY38" fmla="*/ 151357 h 164070"/>
                <a:gd name="connsiteX39" fmla="*/ 48158 w 167972"/>
                <a:gd name="connsiteY39" fmla="*/ 145808 h 164070"/>
                <a:gd name="connsiteX40" fmla="*/ 62810 w 167972"/>
                <a:gd name="connsiteY40" fmla="*/ 85729 h 164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7972" h="164070">
                  <a:moveTo>
                    <a:pt x="62810" y="85729"/>
                  </a:moveTo>
                  <a:lnTo>
                    <a:pt x="85733" y="85729"/>
                  </a:lnTo>
                  <a:cubicBezTo>
                    <a:pt x="103458" y="85729"/>
                    <a:pt x="105348" y="89589"/>
                    <a:pt x="105348" y="96587"/>
                  </a:cubicBezTo>
                  <a:cubicBezTo>
                    <a:pt x="105348" y="98276"/>
                    <a:pt x="105348" y="101171"/>
                    <a:pt x="103694" y="108409"/>
                  </a:cubicBezTo>
                  <a:cubicBezTo>
                    <a:pt x="103221" y="109616"/>
                    <a:pt x="102985" y="110581"/>
                    <a:pt x="102985" y="111063"/>
                  </a:cubicBezTo>
                  <a:cubicBezTo>
                    <a:pt x="102985" y="112994"/>
                    <a:pt x="104403" y="113959"/>
                    <a:pt x="105821" y="113959"/>
                  </a:cubicBezTo>
                  <a:cubicBezTo>
                    <a:pt x="108184" y="113959"/>
                    <a:pt x="108184" y="113235"/>
                    <a:pt x="109366" y="108892"/>
                  </a:cubicBezTo>
                  <a:lnTo>
                    <a:pt x="122363" y="56534"/>
                  </a:lnTo>
                  <a:cubicBezTo>
                    <a:pt x="123072" y="53880"/>
                    <a:pt x="123072" y="53398"/>
                    <a:pt x="123072" y="52674"/>
                  </a:cubicBezTo>
                  <a:cubicBezTo>
                    <a:pt x="123072" y="52191"/>
                    <a:pt x="122600" y="50020"/>
                    <a:pt x="120236" y="50020"/>
                  </a:cubicBezTo>
                  <a:cubicBezTo>
                    <a:pt x="117873" y="50020"/>
                    <a:pt x="117637" y="51226"/>
                    <a:pt x="116692" y="55087"/>
                  </a:cubicBezTo>
                  <a:cubicBezTo>
                    <a:pt x="111729" y="73906"/>
                    <a:pt x="106293" y="78249"/>
                    <a:pt x="86206" y="78249"/>
                  </a:cubicBezTo>
                  <a:lnTo>
                    <a:pt x="64701" y="78249"/>
                  </a:lnTo>
                  <a:lnTo>
                    <a:pt x="79825" y="16964"/>
                  </a:lnTo>
                  <a:cubicBezTo>
                    <a:pt x="81952" y="8520"/>
                    <a:pt x="82189" y="7554"/>
                    <a:pt x="92587" y="7554"/>
                  </a:cubicBezTo>
                  <a:lnTo>
                    <a:pt x="123781" y="7554"/>
                  </a:lnTo>
                  <a:cubicBezTo>
                    <a:pt x="152849" y="7554"/>
                    <a:pt x="158284" y="15517"/>
                    <a:pt x="158284" y="34095"/>
                  </a:cubicBezTo>
                  <a:cubicBezTo>
                    <a:pt x="158284" y="39645"/>
                    <a:pt x="158284" y="40610"/>
                    <a:pt x="157575" y="47124"/>
                  </a:cubicBezTo>
                  <a:cubicBezTo>
                    <a:pt x="157103" y="50261"/>
                    <a:pt x="157103" y="50743"/>
                    <a:pt x="157103" y="51467"/>
                  </a:cubicBezTo>
                  <a:cubicBezTo>
                    <a:pt x="157103" y="52674"/>
                    <a:pt x="157811" y="54363"/>
                    <a:pt x="159938" y="54363"/>
                  </a:cubicBezTo>
                  <a:cubicBezTo>
                    <a:pt x="162538" y="54363"/>
                    <a:pt x="162774" y="52915"/>
                    <a:pt x="163247" y="48331"/>
                  </a:cubicBezTo>
                  <a:lnTo>
                    <a:pt x="167973" y="6589"/>
                  </a:lnTo>
                  <a:cubicBezTo>
                    <a:pt x="168682" y="75"/>
                    <a:pt x="167501" y="75"/>
                    <a:pt x="161593" y="75"/>
                  </a:cubicBezTo>
                  <a:lnTo>
                    <a:pt x="45795" y="75"/>
                  </a:lnTo>
                  <a:cubicBezTo>
                    <a:pt x="41069" y="75"/>
                    <a:pt x="38705" y="75"/>
                    <a:pt x="38705" y="4900"/>
                  </a:cubicBezTo>
                  <a:cubicBezTo>
                    <a:pt x="38705" y="7554"/>
                    <a:pt x="40832" y="7554"/>
                    <a:pt x="45322" y="7554"/>
                  </a:cubicBezTo>
                  <a:cubicBezTo>
                    <a:pt x="54066" y="7554"/>
                    <a:pt x="60683" y="7554"/>
                    <a:pt x="60683" y="11897"/>
                  </a:cubicBezTo>
                  <a:cubicBezTo>
                    <a:pt x="60683" y="12863"/>
                    <a:pt x="60683" y="13345"/>
                    <a:pt x="59502" y="17688"/>
                  </a:cubicBezTo>
                  <a:lnTo>
                    <a:pt x="28307" y="145325"/>
                  </a:lnTo>
                  <a:cubicBezTo>
                    <a:pt x="25944" y="154735"/>
                    <a:pt x="25471" y="156665"/>
                    <a:pt x="6802" y="156665"/>
                  </a:cubicBezTo>
                  <a:cubicBezTo>
                    <a:pt x="2784" y="156665"/>
                    <a:pt x="185" y="156665"/>
                    <a:pt x="185" y="161250"/>
                  </a:cubicBezTo>
                  <a:cubicBezTo>
                    <a:pt x="185" y="164145"/>
                    <a:pt x="3021" y="164145"/>
                    <a:pt x="3730" y="164145"/>
                  </a:cubicBezTo>
                  <a:cubicBezTo>
                    <a:pt x="10583" y="164145"/>
                    <a:pt x="28071" y="163421"/>
                    <a:pt x="34924" y="163421"/>
                  </a:cubicBezTo>
                  <a:cubicBezTo>
                    <a:pt x="42723" y="163421"/>
                    <a:pt x="62338" y="164145"/>
                    <a:pt x="70136" y="164145"/>
                  </a:cubicBezTo>
                  <a:cubicBezTo>
                    <a:pt x="72263" y="164145"/>
                    <a:pt x="75099" y="164145"/>
                    <a:pt x="75099" y="159561"/>
                  </a:cubicBezTo>
                  <a:cubicBezTo>
                    <a:pt x="75099" y="157630"/>
                    <a:pt x="73681" y="157148"/>
                    <a:pt x="73681" y="156907"/>
                  </a:cubicBezTo>
                  <a:cubicBezTo>
                    <a:pt x="72972" y="156665"/>
                    <a:pt x="72499" y="156665"/>
                    <a:pt x="67064" y="156665"/>
                  </a:cubicBezTo>
                  <a:cubicBezTo>
                    <a:pt x="61865" y="156665"/>
                    <a:pt x="60683" y="156665"/>
                    <a:pt x="54775" y="156183"/>
                  </a:cubicBezTo>
                  <a:cubicBezTo>
                    <a:pt x="47922" y="155459"/>
                    <a:pt x="47213" y="154494"/>
                    <a:pt x="47213" y="151357"/>
                  </a:cubicBezTo>
                  <a:cubicBezTo>
                    <a:pt x="47213" y="150875"/>
                    <a:pt x="47213" y="149427"/>
                    <a:pt x="48158" y="145808"/>
                  </a:cubicBezTo>
                  <a:lnTo>
                    <a:pt x="62810" y="8572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27" name="Freeform: Shape 26">
              <a:extLst>
                <a:ext uri="{FF2B5EF4-FFF2-40B4-BE49-F238E27FC236}">
                  <a16:creationId xmlns:a16="http://schemas.microsoft.com/office/drawing/2014/main" id="{191B8926-7A48-E47D-C149-FB0D81A12B78}"/>
                </a:ext>
              </a:extLst>
            </p:cNvPr>
            <p:cNvSpPr/>
            <p:nvPr>
              <p:custDataLst>
                <p:tags r:id="rId102"/>
              </p:custDataLst>
            </p:nvPr>
          </p:nvSpPr>
          <p:spPr>
            <a:xfrm>
              <a:off x="5719340" y="4203049"/>
              <a:ext cx="54826" cy="241279"/>
            </a:xfrm>
            <a:custGeom>
              <a:avLst/>
              <a:gdLst>
                <a:gd name="connsiteX0" fmla="*/ 55019 w 54826"/>
                <a:gd name="connsiteY0" fmla="*/ 238942 h 241279"/>
                <a:gd name="connsiteX1" fmla="*/ 51002 w 54826"/>
                <a:gd name="connsiteY1" fmla="*/ 233634 h 241279"/>
                <a:gd name="connsiteX2" fmla="*/ 13899 w 54826"/>
                <a:gd name="connsiteY2" fmla="*/ 120715 h 241279"/>
                <a:gd name="connsiteX3" fmla="*/ 51947 w 54826"/>
                <a:gd name="connsiteY3" fmla="*/ 6589 h 241279"/>
                <a:gd name="connsiteX4" fmla="*/ 55019 w 54826"/>
                <a:gd name="connsiteY4" fmla="*/ 2488 h 241279"/>
                <a:gd name="connsiteX5" fmla="*/ 52656 w 54826"/>
                <a:gd name="connsiteY5" fmla="*/ 75 h 241279"/>
                <a:gd name="connsiteX6" fmla="*/ 15081 w 54826"/>
                <a:gd name="connsiteY6" fmla="*/ 47124 h 241279"/>
                <a:gd name="connsiteX7" fmla="*/ 193 w 54826"/>
                <a:gd name="connsiteY7" fmla="*/ 120715 h 241279"/>
                <a:gd name="connsiteX8" fmla="*/ 15790 w 54826"/>
                <a:gd name="connsiteY8" fmla="*/ 195994 h 241279"/>
                <a:gd name="connsiteX9" fmla="*/ 52656 w 54826"/>
                <a:gd name="connsiteY9" fmla="*/ 241354 h 241279"/>
                <a:gd name="connsiteX10" fmla="*/ 55019 w 54826"/>
                <a:gd name="connsiteY10" fmla="*/ 238942 h 24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26" h="241279">
                  <a:moveTo>
                    <a:pt x="55019" y="238942"/>
                  </a:moveTo>
                  <a:cubicBezTo>
                    <a:pt x="55019" y="238218"/>
                    <a:pt x="55019" y="237735"/>
                    <a:pt x="51002" y="233634"/>
                  </a:cubicBezTo>
                  <a:cubicBezTo>
                    <a:pt x="21462" y="203232"/>
                    <a:pt x="13899" y="157630"/>
                    <a:pt x="13899" y="120715"/>
                  </a:cubicBezTo>
                  <a:cubicBezTo>
                    <a:pt x="13899" y="78732"/>
                    <a:pt x="22880" y="36749"/>
                    <a:pt x="51947" y="6589"/>
                  </a:cubicBezTo>
                  <a:cubicBezTo>
                    <a:pt x="55019" y="3694"/>
                    <a:pt x="55019" y="3211"/>
                    <a:pt x="55019" y="2488"/>
                  </a:cubicBezTo>
                  <a:cubicBezTo>
                    <a:pt x="55019" y="799"/>
                    <a:pt x="54074" y="75"/>
                    <a:pt x="52656" y="75"/>
                  </a:cubicBezTo>
                  <a:cubicBezTo>
                    <a:pt x="50293" y="75"/>
                    <a:pt x="29024" y="16482"/>
                    <a:pt x="15081" y="47124"/>
                  </a:cubicBezTo>
                  <a:cubicBezTo>
                    <a:pt x="3029" y="73665"/>
                    <a:pt x="193" y="100447"/>
                    <a:pt x="193" y="120715"/>
                  </a:cubicBezTo>
                  <a:cubicBezTo>
                    <a:pt x="193" y="139534"/>
                    <a:pt x="2792" y="168729"/>
                    <a:pt x="15790" y="195994"/>
                  </a:cubicBezTo>
                  <a:cubicBezTo>
                    <a:pt x="29969" y="225671"/>
                    <a:pt x="50293" y="241354"/>
                    <a:pt x="52656" y="241354"/>
                  </a:cubicBezTo>
                  <a:cubicBezTo>
                    <a:pt x="54074" y="241354"/>
                    <a:pt x="55019" y="240631"/>
                    <a:pt x="55019" y="23894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28" name="Freeform: Shape 27">
              <a:extLst>
                <a:ext uri="{FF2B5EF4-FFF2-40B4-BE49-F238E27FC236}">
                  <a16:creationId xmlns:a16="http://schemas.microsoft.com/office/drawing/2014/main" id="{968714A1-1BE2-D871-1447-7465A01C563D}"/>
                </a:ext>
              </a:extLst>
            </p:cNvPr>
            <p:cNvSpPr/>
            <p:nvPr>
              <p:custDataLst>
                <p:tags r:id="rId103"/>
              </p:custDataLst>
            </p:nvPr>
          </p:nvSpPr>
          <p:spPr>
            <a:xfrm>
              <a:off x="5794701" y="4277363"/>
              <a:ext cx="110362" cy="158762"/>
            </a:xfrm>
            <a:custGeom>
              <a:avLst/>
              <a:gdLst>
                <a:gd name="connsiteX0" fmla="*/ 108668 w 110362"/>
                <a:gd name="connsiteY0" fmla="*/ 39886 h 158762"/>
                <a:gd name="connsiteX1" fmla="*/ 110559 w 110362"/>
                <a:gd name="connsiteY1" fmla="*/ 25892 h 158762"/>
                <a:gd name="connsiteX2" fmla="*/ 83382 w 110362"/>
                <a:gd name="connsiteY2" fmla="*/ 75 h 158762"/>
                <a:gd name="connsiteX3" fmla="*/ 46752 w 110362"/>
                <a:gd name="connsiteY3" fmla="*/ 21066 h 158762"/>
                <a:gd name="connsiteX4" fmla="*/ 25010 w 110362"/>
                <a:gd name="connsiteY4" fmla="*/ 75 h 158762"/>
                <a:gd name="connsiteX5" fmla="*/ 7523 w 110362"/>
                <a:gd name="connsiteY5" fmla="*/ 13828 h 158762"/>
                <a:gd name="connsiteX6" fmla="*/ 197 w 110362"/>
                <a:gd name="connsiteY6" fmla="*/ 37232 h 158762"/>
                <a:gd name="connsiteX7" fmla="*/ 3032 w 110362"/>
                <a:gd name="connsiteY7" fmla="*/ 39645 h 158762"/>
                <a:gd name="connsiteX8" fmla="*/ 7050 w 110362"/>
                <a:gd name="connsiteY8" fmla="*/ 34095 h 158762"/>
                <a:gd name="connsiteX9" fmla="*/ 24301 w 110362"/>
                <a:gd name="connsiteY9" fmla="*/ 5383 h 158762"/>
                <a:gd name="connsiteX10" fmla="*/ 31627 w 110362"/>
                <a:gd name="connsiteY10" fmla="*/ 16482 h 158762"/>
                <a:gd name="connsiteX11" fmla="*/ 27846 w 110362"/>
                <a:gd name="connsiteY11" fmla="*/ 36749 h 158762"/>
                <a:gd name="connsiteX12" fmla="*/ 14140 w 110362"/>
                <a:gd name="connsiteY12" fmla="*/ 92485 h 158762"/>
                <a:gd name="connsiteX13" fmla="*/ 12013 w 110362"/>
                <a:gd name="connsiteY13" fmla="*/ 102860 h 158762"/>
                <a:gd name="connsiteX14" fmla="*/ 18866 w 110362"/>
                <a:gd name="connsiteY14" fmla="*/ 109374 h 158762"/>
                <a:gd name="connsiteX15" fmla="*/ 27610 w 110362"/>
                <a:gd name="connsiteY15" fmla="*/ 102619 h 158762"/>
                <a:gd name="connsiteX16" fmla="*/ 32100 w 110362"/>
                <a:gd name="connsiteY16" fmla="*/ 84764 h 158762"/>
                <a:gd name="connsiteX17" fmla="*/ 37299 w 110362"/>
                <a:gd name="connsiteY17" fmla="*/ 63049 h 158762"/>
                <a:gd name="connsiteX18" fmla="*/ 41317 w 110362"/>
                <a:gd name="connsiteY18" fmla="*/ 46883 h 158762"/>
                <a:gd name="connsiteX19" fmla="*/ 43916 w 110362"/>
                <a:gd name="connsiteY19" fmla="*/ 36025 h 158762"/>
                <a:gd name="connsiteX20" fmla="*/ 59986 w 110362"/>
                <a:gd name="connsiteY20" fmla="*/ 13828 h 158762"/>
                <a:gd name="connsiteX21" fmla="*/ 82673 w 110362"/>
                <a:gd name="connsiteY21" fmla="*/ 5383 h 158762"/>
                <a:gd name="connsiteX22" fmla="*/ 95434 w 110362"/>
                <a:gd name="connsiteY22" fmla="*/ 22272 h 158762"/>
                <a:gd name="connsiteX23" fmla="*/ 93071 w 110362"/>
                <a:gd name="connsiteY23" fmla="*/ 37473 h 158762"/>
                <a:gd name="connsiteX24" fmla="*/ 66130 w 110362"/>
                <a:gd name="connsiteY24" fmla="*/ 148462 h 158762"/>
                <a:gd name="connsiteX25" fmla="*/ 65421 w 110362"/>
                <a:gd name="connsiteY25" fmla="*/ 152322 h 158762"/>
                <a:gd name="connsiteX26" fmla="*/ 72038 w 110362"/>
                <a:gd name="connsiteY26" fmla="*/ 158837 h 158762"/>
                <a:gd name="connsiteX27" fmla="*/ 81728 w 110362"/>
                <a:gd name="connsiteY27" fmla="*/ 149186 h 158762"/>
                <a:gd name="connsiteX28" fmla="*/ 108668 w 110362"/>
                <a:gd name="connsiteY28" fmla="*/ 39886 h 15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0362" h="158762">
                  <a:moveTo>
                    <a:pt x="108668" y="39886"/>
                  </a:moveTo>
                  <a:cubicBezTo>
                    <a:pt x="109850" y="35543"/>
                    <a:pt x="110559" y="32406"/>
                    <a:pt x="110559" y="25892"/>
                  </a:cubicBezTo>
                  <a:cubicBezTo>
                    <a:pt x="110559" y="10208"/>
                    <a:pt x="101106" y="75"/>
                    <a:pt x="83382" y="75"/>
                  </a:cubicBezTo>
                  <a:cubicBezTo>
                    <a:pt x="64712" y="75"/>
                    <a:pt x="52424" y="12621"/>
                    <a:pt x="46752" y="21066"/>
                  </a:cubicBezTo>
                  <a:cubicBezTo>
                    <a:pt x="45570" y="7313"/>
                    <a:pt x="35645" y="75"/>
                    <a:pt x="25010" y="75"/>
                  </a:cubicBezTo>
                  <a:cubicBezTo>
                    <a:pt x="14140" y="75"/>
                    <a:pt x="9649" y="9485"/>
                    <a:pt x="7523" y="13828"/>
                  </a:cubicBezTo>
                  <a:cubicBezTo>
                    <a:pt x="3269" y="22031"/>
                    <a:pt x="197" y="36508"/>
                    <a:pt x="197" y="37232"/>
                  </a:cubicBezTo>
                  <a:cubicBezTo>
                    <a:pt x="197" y="39645"/>
                    <a:pt x="2560" y="39645"/>
                    <a:pt x="3032" y="39645"/>
                  </a:cubicBezTo>
                  <a:cubicBezTo>
                    <a:pt x="5396" y="39645"/>
                    <a:pt x="5632" y="39403"/>
                    <a:pt x="7050" y="34095"/>
                  </a:cubicBezTo>
                  <a:cubicBezTo>
                    <a:pt x="11067" y="16964"/>
                    <a:pt x="15794" y="5383"/>
                    <a:pt x="24301" y="5383"/>
                  </a:cubicBezTo>
                  <a:cubicBezTo>
                    <a:pt x="28319" y="5383"/>
                    <a:pt x="31627" y="7313"/>
                    <a:pt x="31627" y="16482"/>
                  </a:cubicBezTo>
                  <a:cubicBezTo>
                    <a:pt x="31627" y="21549"/>
                    <a:pt x="30918" y="24203"/>
                    <a:pt x="27846" y="36749"/>
                  </a:cubicBezTo>
                  <a:lnTo>
                    <a:pt x="14140" y="92485"/>
                  </a:lnTo>
                  <a:cubicBezTo>
                    <a:pt x="13431" y="96104"/>
                    <a:pt x="12013" y="101654"/>
                    <a:pt x="12013" y="102860"/>
                  </a:cubicBezTo>
                  <a:cubicBezTo>
                    <a:pt x="12013" y="107203"/>
                    <a:pt x="15321" y="109374"/>
                    <a:pt x="18866" y="109374"/>
                  </a:cubicBezTo>
                  <a:cubicBezTo>
                    <a:pt x="21702" y="109374"/>
                    <a:pt x="25956" y="107444"/>
                    <a:pt x="27610" y="102619"/>
                  </a:cubicBezTo>
                  <a:cubicBezTo>
                    <a:pt x="27846" y="102136"/>
                    <a:pt x="30682" y="90796"/>
                    <a:pt x="32100" y="84764"/>
                  </a:cubicBezTo>
                  <a:lnTo>
                    <a:pt x="37299" y="63049"/>
                  </a:lnTo>
                  <a:cubicBezTo>
                    <a:pt x="38717" y="57741"/>
                    <a:pt x="40135" y="52432"/>
                    <a:pt x="41317" y="46883"/>
                  </a:cubicBezTo>
                  <a:cubicBezTo>
                    <a:pt x="41789" y="45435"/>
                    <a:pt x="43680" y="37473"/>
                    <a:pt x="43916" y="36025"/>
                  </a:cubicBezTo>
                  <a:cubicBezTo>
                    <a:pt x="44625" y="33854"/>
                    <a:pt x="51951" y="20342"/>
                    <a:pt x="59986" y="13828"/>
                  </a:cubicBezTo>
                  <a:cubicBezTo>
                    <a:pt x="65185" y="9967"/>
                    <a:pt x="72511" y="5383"/>
                    <a:pt x="82673" y="5383"/>
                  </a:cubicBezTo>
                  <a:cubicBezTo>
                    <a:pt x="92835" y="5383"/>
                    <a:pt x="95434" y="13586"/>
                    <a:pt x="95434" y="22272"/>
                  </a:cubicBezTo>
                  <a:cubicBezTo>
                    <a:pt x="95434" y="23479"/>
                    <a:pt x="95434" y="27822"/>
                    <a:pt x="93071" y="37473"/>
                  </a:cubicBezTo>
                  <a:lnTo>
                    <a:pt x="66130" y="148462"/>
                  </a:lnTo>
                  <a:cubicBezTo>
                    <a:pt x="65421" y="151357"/>
                    <a:pt x="65421" y="151840"/>
                    <a:pt x="65421" y="152322"/>
                  </a:cubicBezTo>
                  <a:cubicBezTo>
                    <a:pt x="65421" y="155941"/>
                    <a:pt x="68021" y="158837"/>
                    <a:pt x="72038" y="158837"/>
                  </a:cubicBezTo>
                  <a:cubicBezTo>
                    <a:pt x="79364" y="158837"/>
                    <a:pt x="81019" y="151840"/>
                    <a:pt x="81728" y="149186"/>
                  </a:cubicBezTo>
                  <a:lnTo>
                    <a:pt x="108668" y="3988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29" name="Freeform: Shape 28">
              <a:extLst>
                <a:ext uri="{FF2B5EF4-FFF2-40B4-BE49-F238E27FC236}">
                  <a16:creationId xmlns:a16="http://schemas.microsoft.com/office/drawing/2014/main" id="{A55C6922-1842-539B-F975-DAA56761CA93}"/>
                </a:ext>
              </a:extLst>
            </p:cNvPr>
            <p:cNvSpPr/>
            <p:nvPr>
              <p:custDataLst>
                <p:tags r:id="rId104"/>
              </p:custDataLst>
            </p:nvPr>
          </p:nvSpPr>
          <p:spPr>
            <a:xfrm>
              <a:off x="5912963" y="4345717"/>
              <a:ext cx="101074" cy="76172"/>
            </a:xfrm>
            <a:custGeom>
              <a:avLst/>
              <a:gdLst>
                <a:gd name="connsiteX0" fmla="*/ 12608 w 101074"/>
                <a:gd name="connsiteY0" fmla="*/ 63919 h 76172"/>
                <a:gd name="connsiteX1" fmla="*/ 10954 w 101074"/>
                <a:gd name="connsiteY1" fmla="*/ 70844 h 76172"/>
                <a:gd name="connsiteX2" fmla="*/ 16579 w 101074"/>
                <a:gd name="connsiteY2" fmla="*/ 76248 h 76172"/>
                <a:gd name="connsiteX3" fmla="*/ 23030 w 101074"/>
                <a:gd name="connsiteY3" fmla="*/ 72533 h 76172"/>
                <a:gd name="connsiteX4" fmla="*/ 26008 w 101074"/>
                <a:gd name="connsiteY4" fmla="*/ 62061 h 76172"/>
                <a:gd name="connsiteX5" fmla="*/ 29647 w 101074"/>
                <a:gd name="connsiteY5" fmla="*/ 46860 h 76172"/>
                <a:gd name="connsiteX6" fmla="*/ 32459 w 101074"/>
                <a:gd name="connsiteY6" fmla="*/ 35544 h 76172"/>
                <a:gd name="connsiteX7" fmla="*/ 39407 w 101074"/>
                <a:gd name="connsiteY7" fmla="*/ 20344 h 76172"/>
                <a:gd name="connsiteX8" fmla="*/ 64221 w 101074"/>
                <a:gd name="connsiteY8" fmla="*/ 4805 h 76172"/>
                <a:gd name="connsiteX9" fmla="*/ 73981 w 101074"/>
                <a:gd name="connsiteY9" fmla="*/ 16628 h 76172"/>
                <a:gd name="connsiteX10" fmla="*/ 64221 w 101074"/>
                <a:gd name="connsiteY10" fmla="*/ 52603 h 76172"/>
                <a:gd name="connsiteX11" fmla="*/ 61740 w 101074"/>
                <a:gd name="connsiteY11" fmla="*/ 61723 h 76172"/>
                <a:gd name="connsiteX12" fmla="*/ 77455 w 101074"/>
                <a:gd name="connsiteY12" fmla="*/ 76248 h 76172"/>
                <a:gd name="connsiteX13" fmla="*/ 101276 w 101074"/>
                <a:gd name="connsiteY13" fmla="*/ 50407 h 76172"/>
                <a:gd name="connsiteX14" fmla="*/ 98630 w 101074"/>
                <a:gd name="connsiteY14" fmla="*/ 48212 h 76172"/>
                <a:gd name="connsiteX15" fmla="*/ 95486 w 101074"/>
                <a:gd name="connsiteY15" fmla="*/ 51083 h 76172"/>
                <a:gd name="connsiteX16" fmla="*/ 77951 w 101074"/>
                <a:gd name="connsiteY16" fmla="*/ 71519 h 76172"/>
                <a:gd name="connsiteX17" fmla="*/ 73816 w 101074"/>
                <a:gd name="connsiteY17" fmla="*/ 65608 h 76172"/>
                <a:gd name="connsiteX18" fmla="*/ 77621 w 101074"/>
                <a:gd name="connsiteY18" fmla="*/ 51927 h 76172"/>
                <a:gd name="connsiteX19" fmla="*/ 86388 w 101074"/>
                <a:gd name="connsiteY19" fmla="*/ 19330 h 76172"/>
                <a:gd name="connsiteX20" fmla="*/ 64883 w 101074"/>
                <a:gd name="connsiteY20" fmla="*/ 76 h 76172"/>
                <a:gd name="connsiteX21" fmla="*/ 36926 w 101074"/>
                <a:gd name="connsiteY21" fmla="*/ 15446 h 76172"/>
                <a:gd name="connsiteX22" fmla="*/ 19225 w 101074"/>
                <a:gd name="connsiteY22" fmla="*/ 76 h 76172"/>
                <a:gd name="connsiteX23" fmla="*/ 6157 w 101074"/>
                <a:gd name="connsiteY23" fmla="*/ 9197 h 76172"/>
                <a:gd name="connsiteX24" fmla="*/ 202 w 101074"/>
                <a:gd name="connsiteY24" fmla="*/ 25917 h 76172"/>
                <a:gd name="connsiteX25" fmla="*/ 3014 w 101074"/>
                <a:gd name="connsiteY25" fmla="*/ 28113 h 76172"/>
                <a:gd name="connsiteX26" fmla="*/ 6653 w 101074"/>
                <a:gd name="connsiteY26" fmla="*/ 23046 h 76172"/>
                <a:gd name="connsiteX27" fmla="*/ 18729 w 101074"/>
                <a:gd name="connsiteY27" fmla="*/ 4805 h 76172"/>
                <a:gd name="connsiteX28" fmla="*/ 24188 w 101074"/>
                <a:gd name="connsiteY28" fmla="*/ 13081 h 76172"/>
                <a:gd name="connsiteX29" fmla="*/ 21541 w 101074"/>
                <a:gd name="connsiteY29" fmla="*/ 27100 h 76172"/>
                <a:gd name="connsiteX30" fmla="*/ 17902 w 101074"/>
                <a:gd name="connsiteY30" fmla="*/ 42300 h 76172"/>
                <a:gd name="connsiteX31" fmla="*/ 12608 w 101074"/>
                <a:gd name="connsiteY31" fmla="*/ 63919 h 76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074" h="76172">
                  <a:moveTo>
                    <a:pt x="12608" y="63919"/>
                  </a:moveTo>
                  <a:cubicBezTo>
                    <a:pt x="11947" y="66114"/>
                    <a:pt x="10954" y="70337"/>
                    <a:pt x="10954" y="70844"/>
                  </a:cubicBezTo>
                  <a:cubicBezTo>
                    <a:pt x="10954" y="74559"/>
                    <a:pt x="13932" y="76248"/>
                    <a:pt x="16579" y="76248"/>
                  </a:cubicBezTo>
                  <a:cubicBezTo>
                    <a:pt x="19556" y="76248"/>
                    <a:pt x="22203" y="74053"/>
                    <a:pt x="23030" y="72533"/>
                  </a:cubicBezTo>
                  <a:cubicBezTo>
                    <a:pt x="23857" y="71012"/>
                    <a:pt x="25181" y="65608"/>
                    <a:pt x="26008" y="62061"/>
                  </a:cubicBezTo>
                  <a:cubicBezTo>
                    <a:pt x="26835" y="58852"/>
                    <a:pt x="28655" y="51083"/>
                    <a:pt x="29647" y="46860"/>
                  </a:cubicBezTo>
                  <a:cubicBezTo>
                    <a:pt x="30640" y="43145"/>
                    <a:pt x="31632" y="39429"/>
                    <a:pt x="32459" y="35544"/>
                  </a:cubicBezTo>
                  <a:cubicBezTo>
                    <a:pt x="34279" y="28620"/>
                    <a:pt x="34610" y="27268"/>
                    <a:pt x="39407" y="20344"/>
                  </a:cubicBezTo>
                  <a:cubicBezTo>
                    <a:pt x="44039" y="13588"/>
                    <a:pt x="51814" y="4805"/>
                    <a:pt x="64221" y="4805"/>
                  </a:cubicBezTo>
                  <a:cubicBezTo>
                    <a:pt x="73816" y="4805"/>
                    <a:pt x="73981" y="13419"/>
                    <a:pt x="73981" y="16628"/>
                  </a:cubicBezTo>
                  <a:cubicBezTo>
                    <a:pt x="73981" y="26762"/>
                    <a:pt x="66868" y="45509"/>
                    <a:pt x="64221" y="52603"/>
                  </a:cubicBezTo>
                  <a:cubicBezTo>
                    <a:pt x="62401" y="57332"/>
                    <a:pt x="61740" y="58852"/>
                    <a:pt x="61740" y="61723"/>
                  </a:cubicBezTo>
                  <a:cubicBezTo>
                    <a:pt x="61740" y="70675"/>
                    <a:pt x="69018" y="76248"/>
                    <a:pt x="77455" y="76248"/>
                  </a:cubicBezTo>
                  <a:cubicBezTo>
                    <a:pt x="93998" y="76248"/>
                    <a:pt x="101276" y="52941"/>
                    <a:pt x="101276" y="50407"/>
                  </a:cubicBezTo>
                  <a:cubicBezTo>
                    <a:pt x="101276" y="48212"/>
                    <a:pt x="99126" y="48212"/>
                    <a:pt x="98630" y="48212"/>
                  </a:cubicBezTo>
                  <a:cubicBezTo>
                    <a:pt x="96314" y="48212"/>
                    <a:pt x="96148" y="49225"/>
                    <a:pt x="95486" y="51083"/>
                  </a:cubicBezTo>
                  <a:cubicBezTo>
                    <a:pt x="91682" y="64594"/>
                    <a:pt x="84568" y="71519"/>
                    <a:pt x="77951" y="71519"/>
                  </a:cubicBezTo>
                  <a:cubicBezTo>
                    <a:pt x="74477" y="71519"/>
                    <a:pt x="73816" y="69155"/>
                    <a:pt x="73816" y="65608"/>
                  </a:cubicBezTo>
                  <a:cubicBezTo>
                    <a:pt x="73816" y="61723"/>
                    <a:pt x="74643" y="59528"/>
                    <a:pt x="77621" y="51927"/>
                  </a:cubicBezTo>
                  <a:cubicBezTo>
                    <a:pt x="79606" y="46691"/>
                    <a:pt x="86388" y="28789"/>
                    <a:pt x="86388" y="19330"/>
                  </a:cubicBezTo>
                  <a:cubicBezTo>
                    <a:pt x="86388" y="2947"/>
                    <a:pt x="73650" y="76"/>
                    <a:pt x="64883" y="76"/>
                  </a:cubicBezTo>
                  <a:cubicBezTo>
                    <a:pt x="51153" y="76"/>
                    <a:pt x="41889" y="8690"/>
                    <a:pt x="36926" y="15446"/>
                  </a:cubicBezTo>
                  <a:cubicBezTo>
                    <a:pt x="35768" y="3792"/>
                    <a:pt x="26008" y="76"/>
                    <a:pt x="19225" y="76"/>
                  </a:cubicBezTo>
                  <a:cubicBezTo>
                    <a:pt x="12112" y="76"/>
                    <a:pt x="8307" y="5312"/>
                    <a:pt x="6157" y="9197"/>
                  </a:cubicBezTo>
                  <a:cubicBezTo>
                    <a:pt x="2518" y="15446"/>
                    <a:pt x="202" y="25073"/>
                    <a:pt x="202" y="25917"/>
                  </a:cubicBezTo>
                  <a:cubicBezTo>
                    <a:pt x="202" y="28113"/>
                    <a:pt x="2518" y="28113"/>
                    <a:pt x="3014" y="28113"/>
                  </a:cubicBezTo>
                  <a:cubicBezTo>
                    <a:pt x="5330" y="28113"/>
                    <a:pt x="5495" y="27606"/>
                    <a:pt x="6653" y="23046"/>
                  </a:cubicBezTo>
                  <a:cubicBezTo>
                    <a:pt x="9135" y="13081"/>
                    <a:pt x="12278" y="4805"/>
                    <a:pt x="18729" y="4805"/>
                  </a:cubicBezTo>
                  <a:cubicBezTo>
                    <a:pt x="23030" y="4805"/>
                    <a:pt x="24188" y="8521"/>
                    <a:pt x="24188" y="13081"/>
                  </a:cubicBezTo>
                  <a:cubicBezTo>
                    <a:pt x="24188" y="16290"/>
                    <a:pt x="22699" y="22539"/>
                    <a:pt x="21541" y="27100"/>
                  </a:cubicBezTo>
                  <a:cubicBezTo>
                    <a:pt x="20383" y="31660"/>
                    <a:pt x="18729" y="38584"/>
                    <a:pt x="17902" y="42300"/>
                  </a:cubicBezTo>
                  <a:lnTo>
                    <a:pt x="12608" y="639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30" name="Freeform: Shape 29">
              <a:extLst>
                <a:ext uri="{FF2B5EF4-FFF2-40B4-BE49-F238E27FC236}">
                  <a16:creationId xmlns:a16="http://schemas.microsoft.com/office/drawing/2014/main" id="{D2C2579C-28A8-8B44-6AB5-9DA95AC16D2A}"/>
                </a:ext>
              </a:extLst>
            </p:cNvPr>
            <p:cNvSpPr/>
            <p:nvPr>
              <p:custDataLst>
                <p:tags r:id="rId105"/>
              </p:custDataLst>
            </p:nvPr>
          </p:nvSpPr>
          <p:spPr>
            <a:xfrm>
              <a:off x="6047296" y="4203049"/>
              <a:ext cx="54826" cy="241279"/>
            </a:xfrm>
            <a:custGeom>
              <a:avLst/>
              <a:gdLst>
                <a:gd name="connsiteX0" fmla="*/ 55034 w 54826"/>
                <a:gd name="connsiteY0" fmla="*/ 120715 h 241279"/>
                <a:gd name="connsiteX1" fmla="*/ 39436 w 54826"/>
                <a:gd name="connsiteY1" fmla="*/ 45435 h 241279"/>
                <a:gd name="connsiteX2" fmla="*/ 2570 w 54826"/>
                <a:gd name="connsiteY2" fmla="*/ 75 h 241279"/>
                <a:gd name="connsiteX3" fmla="*/ 207 w 54826"/>
                <a:gd name="connsiteY3" fmla="*/ 2488 h 241279"/>
                <a:gd name="connsiteX4" fmla="*/ 4697 w 54826"/>
                <a:gd name="connsiteY4" fmla="*/ 8037 h 241279"/>
                <a:gd name="connsiteX5" fmla="*/ 41327 w 54826"/>
                <a:gd name="connsiteY5" fmla="*/ 120715 h 241279"/>
                <a:gd name="connsiteX6" fmla="*/ 3279 w 54826"/>
                <a:gd name="connsiteY6" fmla="*/ 234840 h 241279"/>
                <a:gd name="connsiteX7" fmla="*/ 207 w 54826"/>
                <a:gd name="connsiteY7" fmla="*/ 238942 h 241279"/>
                <a:gd name="connsiteX8" fmla="*/ 2570 w 54826"/>
                <a:gd name="connsiteY8" fmla="*/ 241354 h 241279"/>
                <a:gd name="connsiteX9" fmla="*/ 40145 w 54826"/>
                <a:gd name="connsiteY9" fmla="*/ 194305 h 241279"/>
                <a:gd name="connsiteX10" fmla="*/ 55034 w 54826"/>
                <a:gd name="connsiteY10" fmla="*/ 120715 h 24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26" h="241279">
                  <a:moveTo>
                    <a:pt x="55034" y="120715"/>
                  </a:moveTo>
                  <a:cubicBezTo>
                    <a:pt x="55034" y="101895"/>
                    <a:pt x="52434" y="72700"/>
                    <a:pt x="39436" y="45435"/>
                  </a:cubicBezTo>
                  <a:cubicBezTo>
                    <a:pt x="25257" y="15758"/>
                    <a:pt x="4933" y="75"/>
                    <a:pt x="2570" y="75"/>
                  </a:cubicBezTo>
                  <a:cubicBezTo>
                    <a:pt x="1152" y="75"/>
                    <a:pt x="207" y="1040"/>
                    <a:pt x="207" y="2488"/>
                  </a:cubicBezTo>
                  <a:cubicBezTo>
                    <a:pt x="207" y="3211"/>
                    <a:pt x="207" y="3694"/>
                    <a:pt x="4697" y="8037"/>
                  </a:cubicBezTo>
                  <a:cubicBezTo>
                    <a:pt x="27857" y="31924"/>
                    <a:pt x="41327" y="70287"/>
                    <a:pt x="41327" y="120715"/>
                  </a:cubicBezTo>
                  <a:cubicBezTo>
                    <a:pt x="41327" y="161973"/>
                    <a:pt x="32583" y="204439"/>
                    <a:pt x="3279" y="234840"/>
                  </a:cubicBezTo>
                  <a:cubicBezTo>
                    <a:pt x="207" y="237735"/>
                    <a:pt x="207" y="238218"/>
                    <a:pt x="207" y="238942"/>
                  </a:cubicBezTo>
                  <a:cubicBezTo>
                    <a:pt x="207" y="240389"/>
                    <a:pt x="1152" y="241354"/>
                    <a:pt x="2570" y="241354"/>
                  </a:cubicBezTo>
                  <a:cubicBezTo>
                    <a:pt x="4933" y="241354"/>
                    <a:pt x="26202" y="224947"/>
                    <a:pt x="40145" y="194305"/>
                  </a:cubicBezTo>
                  <a:cubicBezTo>
                    <a:pt x="52198" y="167764"/>
                    <a:pt x="55034" y="140982"/>
                    <a:pt x="55034" y="12071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31" name="Freeform: Shape 30">
              <a:extLst>
                <a:ext uri="{FF2B5EF4-FFF2-40B4-BE49-F238E27FC236}">
                  <a16:creationId xmlns:a16="http://schemas.microsoft.com/office/drawing/2014/main" id="{A0E705D6-5151-F6B6-4269-274DD893FAC9}"/>
                </a:ext>
              </a:extLst>
            </p:cNvPr>
            <p:cNvSpPr/>
            <p:nvPr>
              <p:custDataLst>
                <p:tags r:id="rId106"/>
              </p:custDataLst>
            </p:nvPr>
          </p:nvSpPr>
          <p:spPr>
            <a:xfrm>
              <a:off x="6146053" y="4358433"/>
              <a:ext cx="27649" cy="72142"/>
            </a:xfrm>
            <a:custGeom>
              <a:avLst/>
              <a:gdLst>
                <a:gd name="connsiteX0" fmla="*/ 27861 w 27649"/>
                <a:gd name="connsiteY0" fmla="*/ 25409 h 72142"/>
                <a:gd name="connsiteX1" fmla="*/ 12736 w 27649"/>
                <a:gd name="connsiteY1" fmla="*/ 75 h 72142"/>
                <a:gd name="connsiteX2" fmla="*/ 211 w 27649"/>
                <a:gd name="connsiteY2" fmla="*/ 12863 h 72142"/>
                <a:gd name="connsiteX3" fmla="*/ 12736 w 27649"/>
                <a:gd name="connsiteY3" fmla="*/ 25650 h 72142"/>
                <a:gd name="connsiteX4" fmla="*/ 21007 w 27649"/>
                <a:gd name="connsiteY4" fmla="*/ 22514 h 72142"/>
                <a:gd name="connsiteX5" fmla="*/ 22189 w 27649"/>
                <a:gd name="connsiteY5" fmla="*/ 21790 h 72142"/>
                <a:gd name="connsiteX6" fmla="*/ 22661 w 27649"/>
                <a:gd name="connsiteY6" fmla="*/ 25409 h 72142"/>
                <a:gd name="connsiteX7" fmla="*/ 6592 w 27649"/>
                <a:gd name="connsiteY7" fmla="*/ 65703 h 72142"/>
                <a:gd name="connsiteX8" fmla="*/ 3992 w 27649"/>
                <a:gd name="connsiteY8" fmla="*/ 69563 h 72142"/>
                <a:gd name="connsiteX9" fmla="*/ 6355 w 27649"/>
                <a:gd name="connsiteY9" fmla="*/ 72217 h 72142"/>
                <a:gd name="connsiteX10" fmla="*/ 27861 w 27649"/>
                <a:gd name="connsiteY10" fmla="*/ 25409 h 7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649" h="72142">
                  <a:moveTo>
                    <a:pt x="27861" y="25409"/>
                  </a:moveTo>
                  <a:cubicBezTo>
                    <a:pt x="27861" y="9485"/>
                    <a:pt x="21952" y="75"/>
                    <a:pt x="12736" y="75"/>
                  </a:cubicBezTo>
                  <a:cubicBezTo>
                    <a:pt x="4937" y="75"/>
                    <a:pt x="211" y="6107"/>
                    <a:pt x="211" y="12863"/>
                  </a:cubicBezTo>
                  <a:cubicBezTo>
                    <a:pt x="211" y="19377"/>
                    <a:pt x="4937" y="25650"/>
                    <a:pt x="12736" y="25650"/>
                  </a:cubicBezTo>
                  <a:cubicBezTo>
                    <a:pt x="15572" y="25650"/>
                    <a:pt x="18644" y="24685"/>
                    <a:pt x="21007" y="22514"/>
                  </a:cubicBezTo>
                  <a:cubicBezTo>
                    <a:pt x="21716" y="22031"/>
                    <a:pt x="21952" y="21790"/>
                    <a:pt x="22189" y="21790"/>
                  </a:cubicBezTo>
                  <a:cubicBezTo>
                    <a:pt x="22425" y="21790"/>
                    <a:pt x="22661" y="22031"/>
                    <a:pt x="22661" y="25409"/>
                  </a:cubicBezTo>
                  <a:cubicBezTo>
                    <a:pt x="22661" y="43264"/>
                    <a:pt x="14390" y="57741"/>
                    <a:pt x="6592" y="65703"/>
                  </a:cubicBezTo>
                  <a:cubicBezTo>
                    <a:pt x="3992" y="68357"/>
                    <a:pt x="3992" y="68839"/>
                    <a:pt x="3992" y="69563"/>
                  </a:cubicBezTo>
                  <a:cubicBezTo>
                    <a:pt x="3992" y="71252"/>
                    <a:pt x="5174" y="72217"/>
                    <a:pt x="6355" y="72217"/>
                  </a:cubicBezTo>
                  <a:cubicBezTo>
                    <a:pt x="8955" y="72217"/>
                    <a:pt x="27861" y="53639"/>
                    <a:pt x="27861" y="2540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32" name="Freeform: Shape 31">
              <a:extLst>
                <a:ext uri="{FF2B5EF4-FFF2-40B4-BE49-F238E27FC236}">
                  <a16:creationId xmlns:a16="http://schemas.microsoft.com/office/drawing/2014/main" id="{C9EECBF4-A82F-6D8F-BCD8-654B80953A0D}"/>
                </a:ext>
              </a:extLst>
            </p:cNvPr>
            <p:cNvSpPr/>
            <p:nvPr>
              <p:custDataLst>
                <p:tags r:id="rId107"/>
              </p:custDataLst>
            </p:nvPr>
          </p:nvSpPr>
          <p:spPr>
            <a:xfrm>
              <a:off x="6317569" y="4275915"/>
              <a:ext cx="90038" cy="110747"/>
            </a:xfrm>
            <a:custGeom>
              <a:avLst/>
              <a:gdLst>
                <a:gd name="connsiteX0" fmla="*/ 19833 w 90038"/>
                <a:gd name="connsiteY0" fmla="*/ 55569 h 110747"/>
                <a:gd name="connsiteX1" fmla="*/ 51737 w 90038"/>
                <a:gd name="connsiteY1" fmla="*/ 6107 h 110747"/>
                <a:gd name="connsiteX2" fmla="*/ 77023 w 90038"/>
                <a:gd name="connsiteY2" fmla="*/ 15034 h 110747"/>
                <a:gd name="connsiteX3" fmla="*/ 65916 w 90038"/>
                <a:gd name="connsiteY3" fmla="*/ 26133 h 110747"/>
                <a:gd name="connsiteX4" fmla="*/ 76787 w 90038"/>
                <a:gd name="connsiteY4" fmla="*/ 37232 h 110747"/>
                <a:gd name="connsiteX5" fmla="*/ 87658 w 90038"/>
                <a:gd name="connsiteY5" fmla="*/ 25892 h 110747"/>
                <a:gd name="connsiteX6" fmla="*/ 51500 w 90038"/>
                <a:gd name="connsiteY6" fmla="*/ 75 h 110747"/>
                <a:gd name="connsiteX7" fmla="*/ 219 w 90038"/>
                <a:gd name="connsiteY7" fmla="*/ 56052 h 110747"/>
                <a:gd name="connsiteX8" fmla="*/ 51028 w 90038"/>
                <a:gd name="connsiteY8" fmla="*/ 110822 h 110747"/>
                <a:gd name="connsiteX9" fmla="*/ 90257 w 90038"/>
                <a:gd name="connsiteY9" fmla="*/ 79456 h 110747"/>
                <a:gd name="connsiteX10" fmla="*/ 87185 w 90038"/>
                <a:gd name="connsiteY10" fmla="*/ 77043 h 110747"/>
                <a:gd name="connsiteX11" fmla="*/ 84113 w 90038"/>
                <a:gd name="connsiteY11" fmla="*/ 79456 h 110747"/>
                <a:gd name="connsiteX12" fmla="*/ 53155 w 90038"/>
                <a:gd name="connsiteY12" fmla="*/ 104790 h 110747"/>
                <a:gd name="connsiteX13" fmla="*/ 19833 w 90038"/>
                <a:gd name="connsiteY13" fmla="*/ 55569 h 110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038" h="110747">
                  <a:moveTo>
                    <a:pt x="19833" y="55569"/>
                  </a:moveTo>
                  <a:cubicBezTo>
                    <a:pt x="19833" y="16240"/>
                    <a:pt x="39212" y="6107"/>
                    <a:pt x="51737" y="6107"/>
                  </a:cubicBezTo>
                  <a:cubicBezTo>
                    <a:pt x="53864" y="6107"/>
                    <a:pt x="68752" y="6348"/>
                    <a:pt x="77023" y="15034"/>
                  </a:cubicBezTo>
                  <a:cubicBezTo>
                    <a:pt x="67334" y="15758"/>
                    <a:pt x="65916" y="22996"/>
                    <a:pt x="65916" y="26133"/>
                  </a:cubicBezTo>
                  <a:cubicBezTo>
                    <a:pt x="65916" y="32406"/>
                    <a:pt x="70170" y="37232"/>
                    <a:pt x="76787" y="37232"/>
                  </a:cubicBezTo>
                  <a:cubicBezTo>
                    <a:pt x="82931" y="37232"/>
                    <a:pt x="87658" y="33130"/>
                    <a:pt x="87658" y="25892"/>
                  </a:cubicBezTo>
                  <a:cubicBezTo>
                    <a:pt x="87658" y="9485"/>
                    <a:pt x="69697" y="75"/>
                    <a:pt x="51500" y="75"/>
                  </a:cubicBezTo>
                  <a:cubicBezTo>
                    <a:pt x="21960" y="75"/>
                    <a:pt x="219" y="26133"/>
                    <a:pt x="219" y="56052"/>
                  </a:cubicBezTo>
                  <a:cubicBezTo>
                    <a:pt x="219" y="86935"/>
                    <a:pt x="23614" y="110822"/>
                    <a:pt x="51028" y="110822"/>
                  </a:cubicBezTo>
                  <a:cubicBezTo>
                    <a:pt x="82695" y="110822"/>
                    <a:pt x="90257" y="81869"/>
                    <a:pt x="90257" y="79456"/>
                  </a:cubicBezTo>
                  <a:cubicBezTo>
                    <a:pt x="90257" y="77043"/>
                    <a:pt x="87894" y="77043"/>
                    <a:pt x="87185" y="77043"/>
                  </a:cubicBezTo>
                  <a:cubicBezTo>
                    <a:pt x="85058" y="77043"/>
                    <a:pt x="84585" y="78008"/>
                    <a:pt x="84113" y="79456"/>
                  </a:cubicBezTo>
                  <a:cubicBezTo>
                    <a:pt x="77259" y="101895"/>
                    <a:pt x="61899" y="104790"/>
                    <a:pt x="53155" y="104790"/>
                  </a:cubicBezTo>
                  <a:cubicBezTo>
                    <a:pt x="40630" y="104790"/>
                    <a:pt x="19833" y="94415"/>
                    <a:pt x="19833" y="5556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33" name="Freeform: Shape 32">
              <a:extLst>
                <a:ext uri="{FF2B5EF4-FFF2-40B4-BE49-F238E27FC236}">
                  <a16:creationId xmlns:a16="http://schemas.microsoft.com/office/drawing/2014/main" id="{2A1E35FC-60AD-067B-B839-8F028FFE3EA3}"/>
                </a:ext>
              </a:extLst>
            </p:cNvPr>
            <p:cNvSpPr/>
            <p:nvPr>
              <p:custDataLst>
                <p:tags r:id="rId108"/>
              </p:custDataLst>
            </p:nvPr>
          </p:nvSpPr>
          <p:spPr>
            <a:xfrm>
              <a:off x="6421183" y="4275915"/>
              <a:ext cx="104690" cy="110747"/>
            </a:xfrm>
            <a:custGeom>
              <a:avLst/>
              <a:gdLst>
                <a:gd name="connsiteX0" fmla="*/ 104914 w 104690"/>
                <a:gd name="connsiteY0" fmla="*/ 56534 h 110747"/>
                <a:gd name="connsiteX1" fmla="*/ 52686 w 104690"/>
                <a:gd name="connsiteY1" fmla="*/ 75 h 110747"/>
                <a:gd name="connsiteX2" fmla="*/ 223 w 104690"/>
                <a:gd name="connsiteY2" fmla="*/ 56534 h 110747"/>
                <a:gd name="connsiteX3" fmla="*/ 52450 w 104690"/>
                <a:gd name="connsiteY3" fmla="*/ 110822 h 110747"/>
                <a:gd name="connsiteX4" fmla="*/ 104914 w 104690"/>
                <a:gd name="connsiteY4" fmla="*/ 56534 h 110747"/>
                <a:gd name="connsiteX5" fmla="*/ 52686 w 104690"/>
                <a:gd name="connsiteY5" fmla="*/ 104790 h 110747"/>
                <a:gd name="connsiteX6" fmla="*/ 25746 w 104690"/>
                <a:gd name="connsiteY6" fmla="*/ 88624 h 110747"/>
                <a:gd name="connsiteX7" fmla="*/ 19838 w 104690"/>
                <a:gd name="connsiteY7" fmla="*/ 54604 h 110747"/>
                <a:gd name="connsiteX8" fmla="*/ 25509 w 104690"/>
                <a:gd name="connsiteY8" fmla="*/ 21549 h 110747"/>
                <a:gd name="connsiteX9" fmla="*/ 52450 w 104690"/>
                <a:gd name="connsiteY9" fmla="*/ 5383 h 110747"/>
                <a:gd name="connsiteX10" fmla="*/ 79154 w 104690"/>
                <a:gd name="connsiteY10" fmla="*/ 21066 h 110747"/>
                <a:gd name="connsiteX11" fmla="*/ 85299 w 104690"/>
                <a:gd name="connsiteY11" fmla="*/ 54604 h 110747"/>
                <a:gd name="connsiteX12" fmla="*/ 80100 w 104690"/>
                <a:gd name="connsiteY12" fmla="*/ 86935 h 110747"/>
                <a:gd name="connsiteX13" fmla="*/ 52686 w 104690"/>
                <a:gd name="connsiteY13" fmla="*/ 104790 h 110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90" h="110747">
                  <a:moveTo>
                    <a:pt x="104914" y="56534"/>
                  </a:moveTo>
                  <a:cubicBezTo>
                    <a:pt x="104914" y="25650"/>
                    <a:pt x="81281" y="75"/>
                    <a:pt x="52686" y="75"/>
                  </a:cubicBezTo>
                  <a:cubicBezTo>
                    <a:pt x="23146" y="75"/>
                    <a:pt x="223" y="26374"/>
                    <a:pt x="223" y="56534"/>
                  </a:cubicBezTo>
                  <a:cubicBezTo>
                    <a:pt x="223" y="87659"/>
                    <a:pt x="24800" y="110822"/>
                    <a:pt x="52450" y="110822"/>
                  </a:cubicBezTo>
                  <a:cubicBezTo>
                    <a:pt x="81045" y="110822"/>
                    <a:pt x="104914" y="87177"/>
                    <a:pt x="104914" y="56534"/>
                  </a:cubicBezTo>
                  <a:close/>
                  <a:moveTo>
                    <a:pt x="52686" y="104790"/>
                  </a:moveTo>
                  <a:cubicBezTo>
                    <a:pt x="42525" y="104790"/>
                    <a:pt x="32126" y="99723"/>
                    <a:pt x="25746" y="88624"/>
                  </a:cubicBezTo>
                  <a:cubicBezTo>
                    <a:pt x="19838" y="78008"/>
                    <a:pt x="19838" y="63290"/>
                    <a:pt x="19838" y="54604"/>
                  </a:cubicBezTo>
                  <a:cubicBezTo>
                    <a:pt x="19838" y="45194"/>
                    <a:pt x="19838" y="32165"/>
                    <a:pt x="25509" y="21549"/>
                  </a:cubicBezTo>
                  <a:cubicBezTo>
                    <a:pt x="31890" y="10450"/>
                    <a:pt x="42997" y="5383"/>
                    <a:pt x="52450" y="5383"/>
                  </a:cubicBezTo>
                  <a:cubicBezTo>
                    <a:pt x="62848" y="5383"/>
                    <a:pt x="73010" y="10691"/>
                    <a:pt x="79154" y="21066"/>
                  </a:cubicBezTo>
                  <a:cubicBezTo>
                    <a:pt x="85299" y="31441"/>
                    <a:pt x="85299" y="45435"/>
                    <a:pt x="85299" y="54604"/>
                  </a:cubicBezTo>
                  <a:cubicBezTo>
                    <a:pt x="85299" y="63290"/>
                    <a:pt x="85299" y="76319"/>
                    <a:pt x="80100" y="86935"/>
                  </a:cubicBezTo>
                  <a:cubicBezTo>
                    <a:pt x="74901" y="97793"/>
                    <a:pt x="64503" y="104790"/>
                    <a:pt x="52686" y="10479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34" name="Freeform: Shape 33">
              <a:extLst>
                <a:ext uri="{FF2B5EF4-FFF2-40B4-BE49-F238E27FC236}">
                  <a16:creationId xmlns:a16="http://schemas.microsoft.com/office/drawing/2014/main" id="{485F2AB8-B26D-CB82-5059-872D4E7F211D}"/>
                </a:ext>
              </a:extLst>
            </p:cNvPr>
            <p:cNvSpPr/>
            <p:nvPr>
              <p:custDataLst>
                <p:tags r:id="rId109"/>
              </p:custDataLst>
            </p:nvPr>
          </p:nvSpPr>
          <p:spPr>
            <a:xfrm>
              <a:off x="6540290" y="4277363"/>
              <a:ext cx="118869" cy="106645"/>
            </a:xfrm>
            <a:custGeom>
              <a:avLst/>
              <a:gdLst>
                <a:gd name="connsiteX0" fmla="*/ 18661 w 118869"/>
                <a:gd name="connsiteY0" fmla="*/ 23720 h 106645"/>
                <a:gd name="connsiteX1" fmla="*/ 18661 w 118869"/>
                <a:gd name="connsiteY1" fmla="*/ 88383 h 106645"/>
                <a:gd name="connsiteX2" fmla="*/ 228 w 118869"/>
                <a:gd name="connsiteY2" fmla="*/ 99241 h 106645"/>
                <a:gd name="connsiteX3" fmla="*/ 228 w 118869"/>
                <a:gd name="connsiteY3" fmla="*/ 106720 h 106645"/>
                <a:gd name="connsiteX4" fmla="*/ 26932 w 118869"/>
                <a:gd name="connsiteY4" fmla="*/ 105997 h 106645"/>
                <a:gd name="connsiteX5" fmla="*/ 53400 w 118869"/>
                <a:gd name="connsiteY5" fmla="*/ 106720 h 106645"/>
                <a:gd name="connsiteX6" fmla="*/ 53400 w 118869"/>
                <a:gd name="connsiteY6" fmla="*/ 99241 h 106645"/>
                <a:gd name="connsiteX7" fmla="*/ 34967 w 118869"/>
                <a:gd name="connsiteY7" fmla="*/ 88383 h 106645"/>
                <a:gd name="connsiteX8" fmla="*/ 34967 w 118869"/>
                <a:gd name="connsiteY8" fmla="*/ 43988 h 106645"/>
                <a:gd name="connsiteX9" fmla="*/ 66871 w 118869"/>
                <a:gd name="connsiteY9" fmla="*/ 5383 h 106645"/>
                <a:gd name="connsiteX10" fmla="*/ 84359 w 118869"/>
                <a:gd name="connsiteY10" fmla="*/ 32165 h 106645"/>
                <a:gd name="connsiteX11" fmla="*/ 84359 w 118869"/>
                <a:gd name="connsiteY11" fmla="*/ 88383 h 106645"/>
                <a:gd name="connsiteX12" fmla="*/ 65925 w 118869"/>
                <a:gd name="connsiteY12" fmla="*/ 99241 h 106645"/>
                <a:gd name="connsiteX13" fmla="*/ 65925 w 118869"/>
                <a:gd name="connsiteY13" fmla="*/ 106720 h 106645"/>
                <a:gd name="connsiteX14" fmla="*/ 92630 w 118869"/>
                <a:gd name="connsiteY14" fmla="*/ 105997 h 106645"/>
                <a:gd name="connsiteX15" fmla="*/ 119098 w 118869"/>
                <a:gd name="connsiteY15" fmla="*/ 106720 h 106645"/>
                <a:gd name="connsiteX16" fmla="*/ 119098 w 118869"/>
                <a:gd name="connsiteY16" fmla="*/ 99241 h 106645"/>
                <a:gd name="connsiteX17" fmla="*/ 100665 w 118869"/>
                <a:gd name="connsiteY17" fmla="*/ 92002 h 106645"/>
                <a:gd name="connsiteX18" fmla="*/ 100665 w 118869"/>
                <a:gd name="connsiteY18" fmla="*/ 45918 h 106645"/>
                <a:gd name="connsiteX19" fmla="*/ 93339 w 118869"/>
                <a:gd name="connsiteY19" fmla="*/ 9002 h 106645"/>
                <a:gd name="connsiteX20" fmla="*/ 68525 w 118869"/>
                <a:gd name="connsiteY20" fmla="*/ 75 h 106645"/>
                <a:gd name="connsiteX21" fmla="*/ 33549 w 118869"/>
                <a:gd name="connsiteY21" fmla="*/ 25409 h 106645"/>
                <a:gd name="connsiteX22" fmla="*/ 33549 w 118869"/>
                <a:gd name="connsiteY22" fmla="*/ 75 h 106645"/>
                <a:gd name="connsiteX23" fmla="*/ 228 w 118869"/>
                <a:gd name="connsiteY23" fmla="*/ 2729 h 106645"/>
                <a:gd name="connsiteX24" fmla="*/ 228 w 118869"/>
                <a:gd name="connsiteY24" fmla="*/ 10208 h 106645"/>
                <a:gd name="connsiteX25" fmla="*/ 18661 w 118869"/>
                <a:gd name="connsiteY25" fmla="*/ 23720 h 10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8869" h="106645">
                  <a:moveTo>
                    <a:pt x="18661" y="23720"/>
                  </a:moveTo>
                  <a:lnTo>
                    <a:pt x="18661" y="88383"/>
                  </a:lnTo>
                  <a:cubicBezTo>
                    <a:pt x="18661" y="99241"/>
                    <a:pt x="16062" y="99241"/>
                    <a:pt x="228" y="99241"/>
                  </a:cubicBezTo>
                  <a:lnTo>
                    <a:pt x="228" y="106720"/>
                  </a:lnTo>
                  <a:cubicBezTo>
                    <a:pt x="8499" y="106479"/>
                    <a:pt x="20552" y="105997"/>
                    <a:pt x="26932" y="105997"/>
                  </a:cubicBezTo>
                  <a:cubicBezTo>
                    <a:pt x="33077" y="105997"/>
                    <a:pt x="45365" y="106479"/>
                    <a:pt x="53400" y="106720"/>
                  </a:cubicBezTo>
                  <a:lnTo>
                    <a:pt x="53400" y="99241"/>
                  </a:lnTo>
                  <a:cubicBezTo>
                    <a:pt x="37567" y="99241"/>
                    <a:pt x="34967" y="99241"/>
                    <a:pt x="34967" y="88383"/>
                  </a:cubicBezTo>
                  <a:lnTo>
                    <a:pt x="34967" y="43988"/>
                  </a:lnTo>
                  <a:cubicBezTo>
                    <a:pt x="34967" y="18895"/>
                    <a:pt x="51746" y="5383"/>
                    <a:pt x="66871" y="5383"/>
                  </a:cubicBezTo>
                  <a:cubicBezTo>
                    <a:pt x="81759" y="5383"/>
                    <a:pt x="84359" y="18412"/>
                    <a:pt x="84359" y="32165"/>
                  </a:cubicBezTo>
                  <a:lnTo>
                    <a:pt x="84359" y="88383"/>
                  </a:lnTo>
                  <a:cubicBezTo>
                    <a:pt x="84359" y="99241"/>
                    <a:pt x="81759" y="99241"/>
                    <a:pt x="65925" y="99241"/>
                  </a:cubicBezTo>
                  <a:lnTo>
                    <a:pt x="65925" y="106720"/>
                  </a:lnTo>
                  <a:cubicBezTo>
                    <a:pt x="74197" y="106479"/>
                    <a:pt x="86249" y="105997"/>
                    <a:pt x="92630" y="105997"/>
                  </a:cubicBezTo>
                  <a:cubicBezTo>
                    <a:pt x="98774" y="105997"/>
                    <a:pt x="111063" y="106479"/>
                    <a:pt x="119098" y="106720"/>
                  </a:cubicBezTo>
                  <a:lnTo>
                    <a:pt x="119098" y="99241"/>
                  </a:lnTo>
                  <a:cubicBezTo>
                    <a:pt x="106809" y="99241"/>
                    <a:pt x="100901" y="99241"/>
                    <a:pt x="100665" y="92002"/>
                  </a:cubicBezTo>
                  <a:lnTo>
                    <a:pt x="100665" y="45918"/>
                  </a:lnTo>
                  <a:cubicBezTo>
                    <a:pt x="100665" y="25168"/>
                    <a:pt x="100665" y="17688"/>
                    <a:pt x="93339" y="9002"/>
                  </a:cubicBezTo>
                  <a:cubicBezTo>
                    <a:pt x="90030" y="4900"/>
                    <a:pt x="82232" y="75"/>
                    <a:pt x="68525" y="75"/>
                  </a:cubicBezTo>
                  <a:cubicBezTo>
                    <a:pt x="51274" y="75"/>
                    <a:pt x="40166" y="10450"/>
                    <a:pt x="33549" y="25409"/>
                  </a:cubicBezTo>
                  <a:lnTo>
                    <a:pt x="33549" y="75"/>
                  </a:lnTo>
                  <a:lnTo>
                    <a:pt x="228" y="2729"/>
                  </a:lnTo>
                  <a:lnTo>
                    <a:pt x="228" y="10208"/>
                  </a:lnTo>
                  <a:cubicBezTo>
                    <a:pt x="16771" y="10208"/>
                    <a:pt x="18661" y="11897"/>
                    <a:pt x="18661" y="2372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35" name="Freeform: Shape 34">
              <a:extLst>
                <a:ext uri="{FF2B5EF4-FFF2-40B4-BE49-F238E27FC236}">
                  <a16:creationId xmlns:a16="http://schemas.microsoft.com/office/drawing/2014/main" id="{08F6C569-16CF-4B5E-A03D-70D755684AE7}"/>
                </a:ext>
              </a:extLst>
            </p:cNvPr>
            <p:cNvSpPr/>
            <p:nvPr>
              <p:custDataLst>
                <p:tags r:id="rId110"/>
              </p:custDataLst>
            </p:nvPr>
          </p:nvSpPr>
          <p:spPr>
            <a:xfrm>
              <a:off x="6684341" y="4280017"/>
              <a:ext cx="25050" cy="103991"/>
            </a:xfrm>
            <a:custGeom>
              <a:avLst/>
              <a:gdLst>
                <a:gd name="connsiteX0" fmla="*/ 25284 w 25050"/>
                <a:gd name="connsiteY0" fmla="*/ 12863 h 103991"/>
                <a:gd name="connsiteX1" fmla="*/ 12759 w 25050"/>
                <a:gd name="connsiteY1" fmla="*/ 75 h 103991"/>
                <a:gd name="connsiteX2" fmla="*/ 234 w 25050"/>
                <a:gd name="connsiteY2" fmla="*/ 12863 h 103991"/>
                <a:gd name="connsiteX3" fmla="*/ 12759 w 25050"/>
                <a:gd name="connsiteY3" fmla="*/ 25650 h 103991"/>
                <a:gd name="connsiteX4" fmla="*/ 25284 w 25050"/>
                <a:gd name="connsiteY4" fmla="*/ 12863 h 103991"/>
                <a:gd name="connsiteX5" fmla="*/ 25284 w 25050"/>
                <a:gd name="connsiteY5" fmla="*/ 91278 h 103991"/>
                <a:gd name="connsiteX6" fmla="*/ 12759 w 25050"/>
                <a:gd name="connsiteY6" fmla="*/ 78491 h 103991"/>
                <a:gd name="connsiteX7" fmla="*/ 234 w 25050"/>
                <a:gd name="connsiteY7" fmla="*/ 91278 h 103991"/>
                <a:gd name="connsiteX8" fmla="*/ 12759 w 25050"/>
                <a:gd name="connsiteY8" fmla="*/ 104066 h 103991"/>
                <a:gd name="connsiteX9" fmla="*/ 25284 w 25050"/>
                <a:gd name="connsiteY9" fmla="*/ 91278 h 103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050" h="103991">
                  <a:moveTo>
                    <a:pt x="25284" y="12863"/>
                  </a:moveTo>
                  <a:cubicBezTo>
                    <a:pt x="25284" y="5865"/>
                    <a:pt x="19612" y="75"/>
                    <a:pt x="12759" y="75"/>
                  </a:cubicBezTo>
                  <a:cubicBezTo>
                    <a:pt x="5905" y="75"/>
                    <a:pt x="234" y="5865"/>
                    <a:pt x="234" y="12863"/>
                  </a:cubicBezTo>
                  <a:cubicBezTo>
                    <a:pt x="234" y="19860"/>
                    <a:pt x="5905" y="25650"/>
                    <a:pt x="12759" y="25650"/>
                  </a:cubicBezTo>
                  <a:cubicBezTo>
                    <a:pt x="19612" y="25650"/>
                    <a:pt x="25284" y="19860"/>
                    <a:pt x="25284" y="12863"/>
                  </a:cubicBezTo>
                  <a:close/>
                  <a:moveTo>
                    <a:pt x="25284" y="91278"/>
                  </a:moveTo>
                  <a:cubicBezTo>
                    <a:pt x="25284" y="84281"/>
                    <a:pt x="19612" y="78491"/>
                    <a:pt x="12759" y="78491"/>
                  </a:cubicBezTo>
                  <a:cubicBezTo>
                    <a:pt x="5905" y="78491"/>
                    <a:pt x="234" y="84281"/>
                    <a:pt x="234" y="91278"/>
                  </a:cubicBezTo>
                  <a:cubicBezTo>
                    <a:pt x="234" y="98276"/>
                    <a:pt x="5905" y="104066"/>
                    <a:pt x="12759" y="104066"/>
                  </a:cubicBezTo>
                  <a:cubicBezTo>
                    <a:pt x="19612" y="104066"/>
                    <a:pt x="25284" y="98276"/>
                    <a:pt x="25284" y="9127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37" name="Freeform: Shape 36">
              <a:extLst>
                <a:ext uri="{FF2B5EF4-FFF2-40B4-BE49-F238E27FC236}">
                  <a16:creationId xmlns:a16="http://schemas.microsoft.com/office/drawing/2014/main" id="{1B030CA0-9DDB-2448-D152-3CDD43032DBB}"/>
                </a:ext>
              </a:extLst>
            </p:cNvPr>
            <p:cNvSpPr/>
            <p:nvPr>
              <p:custDataLst>
                <p:tags r:id="rId111"/>
              </p:custDataLst>
            </p:nvPr>
          </p:nvSpPr>
          <p:spPr>
            <a:xfrm>
              <a:off x="6841547" y="4277363"/>
              <a:ext cx="110362" cy="158762"/>
            </a:xfrm>
            <a:custGeom>
              <a:avLst/>
              <a:gdLst>
                <a:gd name="connsiteX0" fmla="*/ 108712 w 110362"/>
                <a:gd name="connsiteY0" fmla="*/ 39886 h 158762"/>
                <a:gd name="connsiteX1" fmla="*/ 110603 w 110362"/>
                <a:gd name="connsiteY1" fmla="*/ 25892 h 158762"/>
                <a:gd name="connsiteX2" fmla="*/ 83426 w 110362"/>
                <a:gd name="connsiteY2" fmla="*/ 75 h 158762"/>
                <a:gd name="connsiteX3" fmla="*/ 46796 w 110362"/>
                <a:gd name="connsiteY3" fmla="*/ 21066 h 158762"/>
                <a:gd name="connsiteX4" fmla="*/ 25055 w 110362"/>
                <a:gd name="connsiteY4" fmla="*/ 75 h 158762"/>
                <a:gd name="connsiteX5" fmla="*/ 7567 w 110362"/>
                <a:gd name="connsiteY5" fmla="*/ 13828 h 158762"/>
                <a:gd name="connsiteX6" fmla="*/ 241 w 110362"/>
                <a:gd name="connsiteY6" fmla="*/ 37232 h 158762"/>
                <a:gd name="connsiteX7" fmla="*/ 3077 w 110362"/>
                <a:gd name="connsiteY7" fmla="*/ 39645 h 158762"/>
                <a:gd name="connsiteX8" fmla="*/ 7094 w 110362"/>
                <a:gd name="connsiteY8" fmla="*/ 34095 h 158762"/>
                <a:gd name="connsiteX9" fmla="*/ 24346 w 110362"/>
                <a:gd name="connsiteY9" fmla="*/ 5383 h 158762"/>
                <a:gd name="connsiteX10" fmla="*/ 31672 w 110362"/>
                <a:gd name="connsiteY10" fmla="*/ 16482 h 158762"/>
                <a:gd name="connsiteX11" fmla="*/ 27890 w 110362"/>
                <a:gd name="connsiteY11" fmla="*/ 36749 h 158762"/>
                <a:gd name="connsiteX12" fmla="*/ 14184 w 110362"/>
                <a:gd name="connsiteY12" fmla="*/ 92485 h 158762"/>
                <a:gd name="connsiteX13" fmla="*/ 12057 w 110362"/>
                <a:gd name="connsiteY13" fmla="*/ 102860 h 158762"/>
                <a:gd name="connsiteX14" fmla="*/ 18910 w 110362"/>
                <a:gd name="connsiteY14" fmla="*/ 109374 h 158762"/>
                <a:gd name="connsiteX15" fmla="*/ 27654 w 110362"/>
                <a:gd name="connsiteY15" fmla="*/ 102619 h 158762"/>
                <a:gd name="connsiteX16" fmla="*/ 32144 w 110362"/>
                <a:gd name="connsiteY16" fmla="*/ 84764 h 158762"/>
                <a:gd name="connsiteX17" fmla="*/ 37343 w 110362"/>
                <a:gd name="connsiteY17" fmla="*/ 63049 h 158762"/>
                <a:gd name="connsiteX18" fmla="*/ 41361 w 110362"/>
                <a:gd name="connsiteY18" fmla="*/ 46883 h 158762"/>
                <a:gd name="connsiteX19" fmla="*/ 43960 w 110362"/>
                <a:gd name="connsiteY19" fmla="*/ 36025 h 158762"/>
                <a:gd name="connsiteX20" fmla="*/ 60030 w 110362"/>
                <a:gd name="connsiteY20" fmla="*/ 13828 h 158762"/>
                <a:gd name="connsiteX21" fmla="*/ 82717 w 110362"/>
                <a:gd name="connsiteY21" fmla="*/ 5383 h 158762"/>
                <a:gd name="connsiteX22" fmla="*/ 95478 w 110362"/>
                <a:gd name="connsiteY22" fmla="*/ 22272 h 158762"/>
                <a:gd name="connsiteX23" fmla="*/ 93115 w 110362"/>
                <a:gd name="connsiteY23" fmla="*/ 37473 h 158762"/>
                <a:gd name="connsiteX24" fmla="*/ 66174 w 110362"/>
                <a:gd name="connsiteY24" fmla="*/ 148462 h 158762"/>
                <a:gd name="connsiteX25" fmla="*/ 65466 w 110362"/>
                <a:gd name="connsiteY25" fmla="*/ 152322 h 158762"/>
                <a:gd name="connsiteX26" fmla="*/ 72083 w 110362"/>
                <a:gd name="connsiteY26" fmla="*/ 158837 h 158762"/>
                <a:gd name="connsiteX27" fmla="*/ 81772 w 110362"/>
                <a:gd name="connsiteY27" fmla="*/ 149186 h 158762"/>
                <a:gd name="connsiteX28" fmla="*/ 108712 w 110362"/>
                <a:gd name="connsiteY28" fmla="*/ 39886 h 15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0362" h="158762">
                  <a:moveTo>
                    <a:pt x="108712" y="39886"/>
                  </a:moveTo>
                  <a:cubicBezTo>
                    <a:pt x="109894" y="35543"/>
                    <a:pt x="110603" y="32406"/>
                    <a:pt x="110603" y="25892"/>
                  </a:cubicBezTo>
                  <a:cubicBezTo>
                    <a:pt x="110603" y="10208"/>
                    <a:pt x="101150" y="75"/>
                    <a:pt x="83426" y="75"/>
                  </a:cubicBezTo>
                  <a:cubicBezTo>
                    <a:pt x="64757" y="75"/>
                    <a:pt x="52468" y="12621"/>
                    <a:pt x="46796" y="21066"/>
                  </a:cubicBezTo>
                  <a:cubicBezTo>
                    <a:pt x="45614" y="7313"/>
                    <a:pt x="35689" y="75"/>
                    <a:pt x="25055" y="75"/>
                  </a:cubicBezTo>
                  <a:cubicBezTo>
                    <a:pt x="14184" y="75"/>
                    <a:pt x="9694" y="9485"/>
                    <a:pt x="7567" y="13828"/>
                  </a:cubicBezTo>
                  <a:cubicBezTo>
                    <a:pt x="3313" y="22031"/>
                    <a:pt x="241" y="36508"/>
                    <a:pt x="241" y="37232"/>
                  </a:cubicBezTo>
                  <a:cubicBezTo>
                    <a:pt x="241" y="39645"/>
                    <a:pt x="2604" y="39645"/>
                    <a:pt x="3077" y="39645"/>
                  </a:cubicBezTo>
                  <a:cubicBezTo>
                    <a:pt x="5440" y="39645"/>
                    <a:pt x="5676" y="39403"/>
                    <a:pt x="7094" y="34095"/>
                  </a:cubicBezTo>
                  <a:cubicBezTo>
                    <a:pt x="11112" y="16964"/>
                    <a:pt x="15838" y="5383"/>
                    <a:pt x="24346" y="5383"/>
                  </a:cubicBezTo>
                  <a:cubicBezTo>
                    <a:pt x="28363" y="5383"/>
                    <a:pt x="31672" y="7313"/>
                    <a:pt x="31672" y="16482"/>
                  </a:cubicBezTo>
                  <a:cubicBezTo>
                    <a:pt x="31672" y="21549"/>
                    <a:pt x="30963" y="24203"/>
                    <a:pt x="27890" y="36749"/>
                  </a:cubicBezTo>
                  <a:lnTo>
                    <a:pt x="14184" y="92485"/>
                  </a:lnTo>
                  <a:cubicBezTo>
                    <a:pt x="13475" y="96104"/>
                    <a:pt x="12057" y="101654"/>
                    <a:pt x="12057" y="102860"/>
                  </a:cubicBezTo>
                  <a:cubicBezTo>
                    <a:pt x="12057" y="107203"/>
                    <a:pt x="15365" y="109374"/>
                    <a:pt x="18910" y="109374"/>
                  </a:cubicBezTo>
                  <a:cubicBezTo>
                    <a:pt x="21746" y="109374"/>
                    <a:pt x="26000" y="107444"/>
                    <a:pt x="27654" y="102619"/>
                  </a:cubicBezTo>
                  <a:cubicBezTo>
                    <a:pt x="27890" y="102136"/>
                    <a:pt x="30726" y="90796"/>
                    <a:pt x="32144" y="84764"/>
                  </a:cubicBezTo>
                  <a:lnTo>
                    <a:pt x="37343" y="63049"/>
                  </a:lnTo>
                  <a:cubicBezTo>
                    <a:pt x="38761" y="57741"/>
                    <a:pt x="40179" y="52432"/>
                    <a:pt x="41361" y="46883"/>
                  </a:cubicBezTo>
                  <a:cubicBezTo>
                    <a:pt x="41833" y="45435"/>
                    <a:pt x="43724" y="37473"/>
                    <a:pt x="43960" y="36025"/>
                  </a:cubicBezTo>
                  <a:cubicBezTo>
                    <a:pt x="44669" y="33854"/>
                    <a:pt x="51995" y="20342"/>
                    <a:pt x="60030" y="13828"/>
                  </a:cubicBezTo>
                  <a:cubicBezTo>
                    <a:pt x="65229" y="9967"/>
                    <a:pt x="72555" y="5383"/>
                    <a:pt x="82717" y="5383"/>
                  </a:cubicBezTo>
                  <a:cubicBezTo>
                    <a:pt x="92879" y="5383"/>
                    <a:pt x="95478" y="13586"/>
                    <a:pt x="95478" y="22272"/>
                  </a:cubicBezTo>
                  <a:cubicBezTo>
                    <a:pt x="95478" y="23479"/>
                    <a:pt x="95478" y="27822"/>
                    <a:pt x="93115" y="37473"/>
                  </a:cubicBezTo>
                  <a:lnTo>
                    <a:pt x="66174" y="148462"/>
                  </a:lnTo>
                  <a:cubicBezTo>
                    <a:pt x="65466" y="151357"/>
                    <a:pt x="65466" y="151840"/>
                    <a:pt x="65466" y="152322"/>
                  </a:cubicBezTo>
                  <a:cubicBezTo>
                    <a:pt x="65466" y="155941"/>
                    <a:pt x="68065" y="158837"/>
                    <a:pt x="72083" y="158837"/>
                  </a:cubicBezTo>
                  <a:cubicBezTo>
                    <a:pt x="79408" y="158837"/>
                    <a:pt x="81063" y="151840"/>
                    <a:pt x="81772" y="149186"/>
                  </a:cubicBezTo>
                  <a:lnTo>
                    <a:pt x="108712" y="3988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38" name="Freeform: Shape 37">
              <a:extLst>
                <a:ext uri="{FF2B5EF4-FFF2-40B4-BE49-F238E27FC236}">
                  <a16:creationId xmlns:a16="http://schemas.microsoft.com/office/drawing/2014/main" id="{3827B3C7-6C24-A4EF-E7F4-C3516A51263E}"/>
                </a:ext>
              </a:extLst>
            </p:cNvPr>
            <p:cNvSpPr/>
            <p:nvPr>
              <p:custDataLst>
                <p:tags r:id="rId112"/>
              </p:custDataLst>
            </p:nvPr>
          </p:nvSpPr>
          <p:spPr>
            <a:xfrm>
              <a:off x="6959810" y="4345717"/>
              <a:ext cx="101074" cy="76172"/>
            </a:xfrm>
            <a:custGeom>
              <a:avLst/>
              <a:gdLst>
                <a:gd name="connsiteX0" fmla="*/ 12653 w 101074"/>
                <a:gd name="connsiteY0" fmla="*/ 63919 h 76172"/>
                <a:gd name="connsiteX1" fmla="*/ 10998 w 101074"/>
                <a:gd name="connsiteY1" fmla="*/ 70844 h 76172"/>
                <a:gd name="connsiteX2" fmla="*/ 16623 w 101074"/>
                <a:gd name="connsiteY2" fmla="*/ 76248 h 76172"/>
                <a:gd name="connsiteX3" fmla="*/ 23074 w 101074"/>
                <a:gd name="connsiteY3" fmla="*/ 72533 h 76172"/>
                <a:gd name="connsiteX4" fmla="*/ 26052 w 101074"/>
                <a:gd name="connsiteY4" fmla="*/ 62061 h 76172"/>
                <a:gd name="connsiteX5" fmla="*/ 29691 w 101074"/>
                <a:gd name="connsiteY5" fmla="*/ 46860 h 76172"/>
                <a:gd name="connsiteX6" fmla="*/ 32504 w 101074"/>
                <a:gd name="connsiteY6" fmla="*/ 35544 h 76172"/>
                <a:gd name="connsiteX7" fmla="*/ 39451 w 101074"/>
                <a:gd name="connsiteY7" fmla="*/ 20344 h 76172"/>
                <a:gd name="connsiteX8" fmla="*/ 64265 w 101074"/>
                <a:gd name="connsiteY8" fmla="*/ 4805 h 76172"/>
                <a:gd name="connsiteX9" fmla="*/ 74025 w 101074"/>
                <a:gd name="connsiteY9" fmla="*/ 16628 h 76172"/>
                <a:gd name="connsiteX10" fmla="*/ 64265 w 101074"/>
                <a:gd name="connsiteY10" fmla="*/ 52603 h 76172"/>
                <a:gd name="connsiteX11" fmla="*/ 61784 w 101074"/>
                <a:gd name="connsiteY11" fmla="*/ 61723 h 76172"/>
                <a:gd name="connsiteX12" fmla="*/ 77499 w 101074"/>
                <a:gd name="connsiteY12" fmla="*/ 76248 h 76172"/>
                <a:gd name="connsiteX13" fmla="*/ 101320 w 101074"/>
                <a:gd name="connsiteY13" fmla="*/ 50407 h 76172"/>
                <a:gd name="connsiteX14" fmla="*/ 98674 w 101074"/>
                <a:gd name="connsiteY14" fmla="*/ 48212 h 76172"/>
                <a:gd name="connsiteX15" fmla="*/ 95531 w 101074"/>
                <a:gd name="connsiteY15" fmla="*/ 51083 h 76172"/>
                <a:gd name="connsiteX16" fmla="*/ 77995 w 101074"/>
                <a:gd name="connsiteY16" fmla="*/ 71519 h 76172"/>
                <a:gd name="connsiteX17" fmla="*/ 73860 w 101074"/>
                <a:gd name="connsiteY17" fmla="*/ 65608 h 76172"/>
                <a:gd name="connsiteX18" fmla="*/ 77665 w 101074"/>
                <a:gd name="connsiteY18" fmla="*/ 51927 h 76172"/>
                <a:gd name="connsiteX19" fmla="*/ 86432 w 101074"/>
                <a:gd name="connsiteY19" fmla="*/ 19330 h 76172"/>
                <a:gd name="connsiteX20" fmla="*/ 64927 w 101074"/>
                <a:gd name="connsiteY20" fmla="*/ 76 h 76172"/>
                <a:gd name="connsiteX21" fmla="*/ 36970 w 101074"/>
                <a:gd name="connsiteY21" fmla="*/ 15446 h 76172"/>
                <a:gd name="connsiteX22" fmla="*/ 19270 w 101074"/>
                <a:gd name="connsiteY22" fmla="*/ 76 h 76172"/>
                <a:gd name="connsiteX23" fmla="*/ 6201 w 101074"/>
                <a:gd name="connsiteY23" fmla="*/ 9197 h 76172"/>
                <a:gd name="connsiteX24" fmla="*/ 246 w 101074"/>
                <a:gd name="connsiteY24" fmla="*/ 25917 h 76172"/>
                <a:gd name="connsiteX25" fmla="*/ 3058 w 101074"/>
                <a:gd name="connsiteY25" fmla="*/ 28113 h 76172"/>
                <a:gd name="connsiteX26" fmla="*/ 6697 w 101074"/>
                <a:gd name="connsiteY26" fmla="*/ 23046 h 76172"/>
                <a:gd name="connsiteX27" fmla="*/ 18773 w 101074"/>
                <a:gd name="connsiteY27" fmla="*/ 4805 h 76172"/>
                <a:gd name="connsiteX28" fmla="*/ 24232 w 101074"/>
                <a:gd name="connsiteY28" fmla="*/ 13081 h 76172"/>
                <a:gd name="connsiteX29" fmla="*/ 21586 w 101074"/>
                <a:gd name="connsiteY29" fmla="*/ 27100 h 76172"/>
                <a:gd name="connsiteX30" fmla="*/ 17946 w 101074"/>
                <a:gd name="connsiteY30" fmla="*/ 42300 h 76172"/>
                <a:gd name="connsiteX31" fmla="*/ 12653 w 101074"/>
                <a:gd name="connsiteY31" fmla="*/ 63919 h 76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074" h="76172">
                  <a:moveTo>
                    <a:pt x="12653" y="63919"/>
                  </a:moveTo>
                  <a:cubicBezTo>
                    <a:pt x="11991" y="66114"/>
                    <a:pt x="10998" y="70337"/>
                    <a:pt x="10998" y="70844"/>
                  </a:cubicBezTo>
                  <a:cubicBezTo>
                    <a:pt x="10998" y="74559"/>
                    <a:pt x="13976" y="76248"/>
                    <a:pt x="16623" y="76248"/>
                  </a:cubicBezTo>
                  <a:cubicBezTo>
                    <a:pt x="19600" y="76248"/>
                    <a:pt x="22247" y="74053"/>
                    <a:pt x="23074" y="72533"/>
                  </a:cubicBezTo>
                  <a:cubicBezTo>
                    <a:pt x="23901" y="71012"/>
                    <a:pt x="25225" y="65608"/>
                    <a:pt x="26052" y="62061"/>
                  </a:cubicBezTo>
                  <a:cubicBezTo>
                    <a:pt x="26879" y="58852"/>
                    <a:pt x="28699" y="51083"/>
                    <a:pt x="29691" y="46860"/>
                  </a:cubicBezTo>
                  <a:cubicBezTo>
                    <a:pt x="30684" y="43145"/>
                    <a:pt x="31676" y="39429"/>
                    <a:pt x="32504" y="35544"/>
                  </a:cubicBezTo>
                  <a:cubicBezTo>
                    <a:pt x="34323" y="28620"/>
                    <a:pt x="34654" y="27268"/>
                    <a:pt x="39451" y="20344"/>
                  </a:cubicBezTo>
                  <a:cubicBezTo>
                    <a:pt x="44083" y="13588"/>
                    <a:pt x="51858" y="4805"/>
                    <a:pt x="64265" y="4805"/>
                  </a:cubicBezTo>
                  <a:cubicBezTo>
                    <a:pt x="73860" y="4805"/>
                    <a:pt x="74025" y="13419"/>
                    <a:pt x="74025" y="16628"/>
                  </a:cubicBezTo>
                  <a:cubicBezTo>
                    <a:pt x="74025" y="26762"/>
                    <a:pt x="66912" y="45509"/>
                    <a:pt x="64265" y="52603"/>
                  </a:cubicBezTo>
                  <a:cubicBezTo>
                    <a:pt x="62446" y="57332"/>
                    <a:pt x="61784" y="58852"/>
                    <a:pt x="61784" y="61723"/>
                  </a:cubicBezTo>
                  <a:cubicBezTo>
                    <a:pt x="61784" y="70675"/>
                    <a:pt x="69063" y="76248"/>
                    <a:pt x="77499" y="76248"/>
                  </a:cubicBezTo>
                  <a:cubicBezTo>
                    <a:pt x="94042" y="76248"/>
                    <a:pt x="101320" y="52941"/>
                    <a:pt x="101320" y="50407"/>
                  </a:cubicBezTo>
                  <a:cubicBezTo>
                    <a:pt x="101320" y="48212"/>
                    <a:pt x="99170" y="48212"/>
                    <a:pt x="98674" y="48212"/>
                  </a:cubicBezTo>
                  <a:cubicBezTo>
                    <a:pt x="96358" y="48212"/>
                    <a:pt x="96192" y="49225"/>
                    <a:pt x="95531" y="51083"/>
                  </a:cubicBezTo>
                  <a:cubicBezTo>
                    <a:pt x="91726" y="64594"/>
                    <a:pt x="84613" y="71519"/>
                    <a:pt x="77995" y="71519"/>
                  </a:cubicBezTo>
                  <a:cubicBezTo>
                    <a:pt x="74522" y="71519"/>
                    <a:pt x="73860" y="69155"/>
                    <a:pt x="73860" y="65608"/>
                  </a:cubicBezTo>
                  <a:cubicBezTo>
                    <a:pt x="73860" y="61723"/>
                    <a:pt x="74687" y="59528"/>
                    <a:pt x="77665" y="51927"/>
                  </a:cubicBezTo>
                  <a:cubicBezTo>
                    <a:pt x="79650" y="46691"/>
                    <a:pt x="86432" y="28789"/>
                    <a:pt x="86432" y="19330"/>
                  </a:cubicBezTo>
                  <a:cubicBezTo>
                    <a:pt x="86432" y="2947"/>
                    <a:pt x="73694" y="76"/>
                    <a:pt x="64927" y="76"/>
                  </a:cubicBezTo>
                  <a:cubicBezTo>
                    <a:pt x="51197" y="76"/>
                    <a:pt x="41933" y="8690"/>
                    <a:pt x="36970" y="15446"/>
                  </a:cubicBezTo>
                  <a:cubicBezTo>
                    <a:pt x="35812" y="3792"/>
                    <a:pt x="26052" y="76"/>
                    <a:pt x="19270" y="76"/>
                  </a:cubicBezTo>
                  <a:cubicBezTo>
                    <a:pt x="12156" y="76"/>
                    <a:pt x="8352" y="5312"/>
                    <a:pt x="6201" y="9197"/>
                  </a:cubicBezTo>
                  <a:cubicBezTo>
                    <a:pt x="2562" y="15446"/>
                    <a:pt x="246" y="25073"/>
                    <a:pt x="246" y="25917"/>
                  </a:cubicBezTo>
                  <a:cubicBezTo>
                    <a:pt x="246" y="28113"/>
                    <a:pt x="2562" y="28113"/>
                    <a:pt x="3058" y="28113"/>
                  </a:cubicBezTo>
                  <a:cubicBezTo>
                    <a:pt x="5374" y="28113"/>
                    <a:pt x="5539" y="27606"/>
                    <a:pt x="6697" y="23046"/>
                  </a:cubicBezTo>
                  <a:cubicBezTo>
                    <a:pt x="9179" y="13081"/>
                    <a:pt x="12322" y="4805"/>
                    <a:pt x="18773" y="4805"/>
                  </a:cubicBezTo>
                  <a:cubicBezTo>
                    <a:pt x="23074" y="4805"/>
                    <a:pt x="24232" y="8521"/>
                    <a:pt x="24232" y="13081"/>
                  </a:cubicBezTo>
                  <a:cubicBezTo>
                    <a:pt x="24232" y="16290"/>
                    <a:pt x="22744" y="22539"/>
                    <a:pt x="21586" y="27100"/>
                  </a:cubicBezTo>
                  <a:cubicBezTo>
                    <a:pt x="20428" y="31660"/>
                    <a:pt x="18773" y="38584"/>
                    <a:pt x="17946" y="42300"/>
                  </a:cubicBezTo>
                  <a:lnTo>
                    <a:pt x="12653" y="639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39" name="Freeform: Shape 38">
              <a:extLst>
                <a:ext uri="{FF2B5EF4-FFF2-40B4-BE49-F238E27FC236}">
                  <a16:creationId xmlns:a16="http://schemas.microsoft.com/office/drawing/2014/main" id="{0E81BB9C-19CC-90A5-69A9-363F8EA6F2B2}"/>
                </a:ext>
              </a:extLst>
            </p:cNvPr>
            <p:cNvSpPr/>
            <p:nvPr>
              <p:custDataLst>
                <p:tags r:id="rId113"/>
              </p:custDataLst>
            </p:nvPr>
          </p:nvSpPr>
          <p:spPr>
            <a:xfrm>
              <a:off x="7159550" y="4295459"/>
              <a:ext cx="157153" cy="56459"/>
            </a:xfrm>
            <a:custGeom>
              <a:avLst/>
              <a:gdLst>
                <a:gd name="connsiteX0" fmla="*/ 149373 w 157153"/>
                <a:gd name="connsiteY0" fmla="*/ 9726 h 56459"/>
                <a:gd name="connsiteX1" fmla="*/ 157408 w 157153"/>
                <a:gd name="connsiteY1" fmla="*/ 4900 h 56459"/>
                <a:gd name="connsiteX2" fmla="*/ 149609 w 157153"/>
                <a:gd name="connsiteY2" fmla="*/ 75 h 56459"/>
                <a:gd name="connsiteX3" fmla="*/ 8053 w 157153"/>
                <a:gd name="connsiteY3" fmla="*/ 75 h 56459"/>
                <a:gd name="connsiteX4" fmla="*/ 254 w 157153"/>
                <a:gd name="connsiteY4" fmla="*/ 4900 h 56459"/>
                <a:gd name="connsiteX5" fmla="*/ 8289 w 157153"/>
                <a:gd name="connsiteY5" fmla="*/ 9726 h 56459"/>
                <a:gd name="connsiteX6" fmla="*/ 149373 w 157153"/>
                <a:gd name="connsiteY6" fmla="*/ 9726 h 56459"/>
                <a:gd name="connsiteX7" fmla="*/ 149609 w 157153"/>
                <a:gd name="connsiteY7" fmla="*/ 56534 h 56459"/>
                <a:gd name="connsiteX8" fmla="*/ 157408 w 157153"/>
                <a:gd name="connsiteY8" fmla="*/ 51709 h 56459"/>
                <a:gd name="connsiteX9" fmla="*/ 149373 w 157153"/>
                <a:gd name="connsiteY9" fmla="*/ 46883 h 56459"/>
                <a:gd name="connsiteX10" fmla="*/ 8289 w 157153"/>
                <a:gd name="connsiteY10" fmla="*/ 46883 h 56459"/>
                <a:gd name="connsiteX11" fmla="*/ 254 w 157153"/>
                <a:gd name="connsiteY11" fmla="*/ 51709 h 56459"/>
                <a:gd name="connsiteX12" fmla="*/ 8053 w 157153"/>
                <a:gd name="connsiteY12" fmla="*/ 56534 h 56459"/>
                <a:gd name="connsiteX13" fmla="*/ 149609 w 157153"/>
                <a:gd name="connsiteY13" fmla="*/ 56534 h 5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153" h="56459">
                  <a:moveTo>
                    <a:pt x="149373" y="9726"/>
                  </a:moveTo>
                  <a:cubicBezTo>
                    <a:pt x="152918" y="9726"/>
                    <a:pt x="157408" y="9726"/>
                    <a:pt x="157408" y="4900"/>
                  </a:cubicBezTo>
                  <a:cubicBezTo>
                    <a:pt x="157408" y="75"/>
                    <a:pt x="152918" y="75"/>
                    <a:pt x="149609" y="75"/>
                  </a:cubicBezTo>
                  <a:lnTo>
                    <a:pt x="8053" y="75"/>
                  </a:lnTo>
                  <a:cubicBezTo>
                    <a:pt x="4744" y="75"/>
                    <a:pt x="254" y="75"/>
                    <a:pt x="254" y="4900"/>
                  </a:cubicBezTo>
                  <a:cubicBezTo>
                    <a:pt x="254" y="9726"/>
                    <a:pt x="4744" y="9726"/>
                    <a:pt x="8289" y="9726"/>
                  </a:cubicBezTo>
                  <a:lnTo>
                    <a:pt x="149373" y="9726"/>
                  </a:lnTo>
                  <a:close/>
                  <a:moveTo>
                    <a:pt x="149609" y="56534"/>
                  </a:moveTo>
                  <a:cubicBezTo>
                    <a:pt x="152918" y="56534"/>
                    <a:pt x="157408" y="56534"/>
                    <a:pt x="157408" y="51709"/>
                  </a:cubicBezTo>
                  <a:cubicBezTo>
                    <a:pt x="157408" y="46883"/>
                    <a:pt x="152918" y="46883"/>
                    <a:pt x="149373" y="46883"/>
                  </a:cubicBezTo>
                  <a:lnTo>
                    <a:pt x="8289" y="46883"/>
                  </a:lnTo>
                  <a:cubicBezTo>
                    <a:pt x="4744" y="46883"/>
                    <a:pt x="254" y="46883"/>
                    <a:pt x="254" y="51709"/>
                  </a:cubicBezTo>
                  <a:cubicBezTo>
                    <a:pt x="254" y="56534"/>
                    <a:pt x="4744" y="56534"/>
                    <a:pt x="8053" y="56534"/>
                  </a:cubicBezTo>
                  <a:lnTo>
                    <a:pt x="149609" y="5653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40" name="Freeform: Shape 39">
              <a:extLst>
                <a:ext uri="{FF2B5EF4-FFF2-40B4-BE49-F238E27FC236}">
                  <a16:creationId xmlns:a16="http://schemas.microsoft.com/office/drawing/2014/main" id="{4739AC92-630B-75C3-FE32-3766BBEE7631}"/>
                </a:ext>
              </a:extLst>
            </p:cNvPr>
            <p:cNvSpPr/>
            <p:nvPr>
              <p:custDataLst>
                <p:tags r:id="rId114"/>
              </p:custDataLst>
            </p:nvPr>
          </p:nvSpPr>
          <p:spPr>
            <a:xfrm>
              <a:off x="7405455" y="4277363"/>
              <a:ext cx="132576" cy="109299"/>
            </a:xfrm>
            <a:custGeom>
              <a:avLst/>
              <a:gdLst>
                <a:gd name="connsiteX0" fmla="*/ 103301 w 132576"/>
                <a:gd name="connsiteY0" fmla="*/ 49778 h 109299"/>
                <a:gd name="connsiteX1" fmla="*/ 63835 w 132576"/>
                <a:gd name="connsiteY1" fmla="*/ 75 h 109299"/>
                <a:gd name="connsiteX2" fmla="*/ 264 w 132576"/>
                <a:gd name="connsiteY2" fmla="*/ 68598 h 109299"/>
                <a:gd name="connsiteX3" fmla="*/ 38549 w 132576"/>
                <a:gd name="connsiteY3" fmla="*/ 109374 h 109299"/>
                <a:gd name="connsiteX4" fmla="*/ 88412 w 132576"/>
                <a:gd name="connsiteY4" fmla="*/ 89107 h 109299"/>
                <a:gd name="connsiteX5" fmla="*/ 109918 w 132576"/>
                <a:gd name="connsiteY5" fmla="*/ 109374 h 109299"/>
                <a:gd name="connsiteX6" fmla="*/ 129769 w 132576"/>
                <a:gd name="connsiteY6" fmla="*/ 92244 h 109299"/>
                <a:gd name="connsiteX7" fmla="*/ 126933 w 132576"/>
                <a:gd name="connsiteY7" fmla="*/ 89831 h 109299"/>
                <a:gd name="connsiteX8" fmla="*/ 123861 w 132576"/>
                <a:gd name="connsiteY8" fmla="*/ 92244 h 109299"/>
                <a:gd name="connsiteX9" fmla="*/ 110627 w 132576"/>
                <a:gd name="connsiteY9" fmla="*/ 104066 h 109299"/>
                <a:gd name="connsiteX10" fmla="*/ 103301 w 132576"/>
                <a:gd name="connsiteY10" fmla="*/ 79456 h 109299"/>
                <a:gd name="connsiteX11" fmla="*/ 105664 w 132576"/>
                <a:gd name="connsiteY11" fmla="*/ 71011 h 109299"/>
                <a:gd name="connsiteX12" fmla="*/ 132841 w 132576"/>
                <a:gd name="connsiteY12" fmla="*/ 14310 h 109299"/>
                <a:gd name="connsiteX13" fmla="*/ 130005 w 132576"/>
                <a:gd name="connsiteY13" fmla="*/ 11897 h 109299"/>
                <a:gd name="connsiteX14" fmla="*/ 126460 w 132576"/>
                <a:gd name="connsiteY14" fmla="*/ 16964 h 109299"/>
                <a:gd name="connsiteX15" fmla="*/ 103301 w 132576"/>
                <a:gd name="connsiteY15" fmla="*/ 64738 h 109299"/>
                <a:gd name="connsiteX16" fmla="*/ 103301 w 132576"/>
                <a:gd name="connsiteY16" fmla="*/ 49778 h 109299"/>
                <a:gd name="connsiteX17" fmla="*/ 87467 w 132576"/>
                <a:gd name="connsiteY17" fmla="*/ 82834 h 109299"/>
                <a:gd name="connsiteX18" fmla="*/ 39021 w 132576"/>
                <a:gd name="connsiteY18" fmla="*/ 104066 h 109299"/>
                <a:gd name="connsiteX19" fmla="*/ 17752 w 132576"/>
                <a:gd name="connsiteY19" fmla="*/ 77767 h 109299"/>
                <a:gd name="connsiteX20" fmla="*/ 31459 w 132576"/>
                <a:gd name="connsiteY20" fmla="*/ 27581 h 109299"/>
                <a:gd name="connsiteX21" fmla="*/ 63599 w 132576"/>
                <a:gd name="connsiteY21" fmla="*/ 5383 h 109299"/>
                <a:gd name="connsiteX22" fmla="*/ 86994 w 132576"/>
                <a:gd name="connsiteY22" fmla="*/ 55810 h 109299"/>
                <a:gd name="connsiteX23" fmla="*/ 87467 w 132576"/>
                <a:gd name="connsiteY23" fmla="*/ 82834 h 10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2576" h="109299">
                  <a:moveTo>
                    <a:pt x="103301" y="49778"/>
                  </a:moveTo>
                  <a:cubicBezTo>
                    <a:pt x="103301" y="11897"/>
                    <a:pt x="81323" y="75"/>
                    <a:pt x="63835" y="75"/>
                  </a:cubicBezTo>
                  <a:cubicBezTo>
                    <a:pt x="31459" y="75"/>
                    <a:pt x="264" y="34578"/>
                    <a:pt x="264" y="68598"/>
                  </a:cubicBezTo>
                  <a:cubicBezTo>
                    <a:pt x="264" y="91037"/>
                    <a:pt x="14444" y="109374"/>
                    <a:pt x="38549" y="109374"/>
                  </a:cubicBezTo>
                  <a:cubicBezTo>
                    <a:pt x="53437" y="109374"/>
                    <a:pt x="70452" y="103825"/>
                    <a:pt x="88412" y="89107"/>
                  </a:cubicBezTo>
                  <a:cubicBezTo>
                    <a:pt x="91485" y="101895"/>
                    <a:pt x="99283" y="109374"/>
                    <a:pt x="109918" y="109374"/>
                  </a:cubicBezTo>
                  <a:cubicBezTo>
                    <a:pt x="122443" y="109374"/>
                    <a:pt x="129769" y="96104"/>
                    <a:pt x="129769" y="92244"/>
                  </a:cubicBezTo>
                  <a:cubicBezTo>
                    <a:pt x="129769" y="90555"/>
                    <a:pt x="128351" y="89831"/>
                    <a:pt x="126933" y="89831"/>
                  </a:cubicBezTo>
                  <a:cubicBezTo>
                    <a:pt x="125279" y="89831"/>
                    <a:pt x="124570" y="90555"/>
                    <a:pt x="123861" y="92244"/>
                  </a:cubicBezTo>
                  <a:cubicBezTo>
                    <a:pt x="119607" y="104066"/>
                    <a:pt x="111099" y="104066"/>
                    <a:pt x="110627" y="104066"/>
                  </a:cubicBezTo>
                  <a:cubicBezTo>
                    <a:pt x="103301" y="104066"/>
                    <a:pt x="103301" y="85246"/>
                    <a:pt x="103301" y="79456"/>
                  </a:cubicBezTo>
                  <a:cubicBezTo>
                    <a:pt x="103301" y="74389"/>
                    <a:pt x="103301" y="73906"/>
                    <a:pt x="105664" y="71011"/>
                  </a:cubicBezTo>
                  <a:cubicBezTo>
                    <a:pt x="127878" y="42540"/>
                    <a:pt x="132841" y="14552"/>
                    <a:pt x="132841" y="14310"/>
                  </a:cubicBezTo>
                  <a:cubicBezTo>
                    <a:pt x="132841" y="13828"/>
                    <a:pt x="132605" y="11897"/>
                    <a:pt x="130005" y="11897"/>
                  </a:cubicBezTo>
                  <a:cubicBezTo>
                    <a:pt x="127642" y="11897"/>
                    <a:pt x="127642" y="12621"/>
                    <a:pt x="126460" y="16964"/>
                  </a:cubicBezTo>
                  <a:cubicBezTo>
                    <a:pt x="122206" y="32165"/>
                    <a:pt x="114408" y="50502"/>
                    <a:pt x="103301" y="64738"/>
                  </a:cubicBezTo>
                  <a:lnTo>
                    <a:pt x="103301" y="49778"/>
                  </a:lnTo>
                  <a:close/>
                  <a:moveTo>
                    <a:pt x="87467" y="82834"/>
                  </a:moveTo>
                  <a:cubicBezTo>
                    <a:pt x="66671" y="101412"/>
                    <a:pt x="48474" y="104066"/>
                    <a:pt x="39021" y="104066"/>
                  </a:cubicBezTo>
                  <a:cubicBezTo>
                    <a:pt x="24842" y="104066"/>
                    <a:pt x="17752" y="93209"/>
                    <a:pt x="17752" y="77767"/>
                  </a:cubicBezTo>
                  <a:cubicBezTo>
                    <a:pt x="17752" y="65944"/>
                    <a:pt x="23897" y="39886"/>
                    <a:pt x="31459" y="27581"/>
                  </a:cubicBezTo>
                  <a:cubicBezTo>
                    <a:pt x="42566" y="9967"/>
                    <a:pt x="55327" y="5383"/>
                    <a:pt x="63599" y="5383"/>
                  </a:cubicBezTo>
                  <a:cubicBezTo>
                    <a:pt x="86994" y="5383"/>
                    <a:pt x="86994" y="36991"/>
                    <a:pt x="86994" y="55810"/>
                  </a:cubicBezTo>
                  <a:cubicBezTo>
                    <a:pt x="86994" y="64738"/>
                    <a:pt x="86994" y="78732"/>
                    <a:pt x="87467" y="8283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41" name="Freeform: Shape 40">
              <a:extLst>
                <a:ext uri="{FF2B5EF4-FFF2-40B4-BE49-F238E27FC236}">
                  <a16:creationId xmlns:a16="http://schemas.microsoft.com/office/drawing/2014/main" id="{2729A0ED-91F8-42B2-0B23-F5F7F6433448}"/>
                </a:ext>
              </a:extLst>
            </p:cNvPr>
            <p:cNvSpPr/>
            <p:nvPr>
              <p:custDataLst>
                <p:tags r:id="rId115"/>
              </p:custDataLst>
            </p:nvPr>
          </p:nvSpPr>
          <p:spPr>
            <a:xfrm>
              <a:off x="7613565" y="4243343"/>
              <a:ext cx="157153" cy="160692"/>
            </a:xfrm>
            <a:custGeom>
              <a:avLst/>
              <a:gdLst>
                <a:gd name="connsiteX0" fmla="*/ 83695 w 157153"/>
                <a:gd name="connsiteY0" fmla="*/ 85246 h 160692"/>
                <a:gd name="connsiteX1" fmla="*/ 149628 w 157153"/>
                <a:gd name="connsiteY1" fmla="*/ 85246 h 160692"/>
                <a:gd name="connsiteX2" fmla="*/ 157427 w 157153"/>
                <a:gd name="connsiteY2" fmla="*/ 80421 h 160692"/>
                <a:gd name="connsiteX3" fmla="*/ 149628 w 157153"/>
                <a:gd name="connsiteY3" fmla="*/ 75595 h 160692"/>
                <a:gd name="connsiteX4" fmla="*/ 83695 w 157153"/>
                <a:gd name="connsiteY4" fmla="*/ 75595 h 160692"/>
                <a:gd name="connsiteX5" fmla="*/ 83695 w 157153"/>
                <a:gd name="connsiteY5" fmla="*/ 8037 h 160692"/>
                <a:gd name="connsiteX6" fmla="*/ 78968 w 157153"/>
                <a:gd name="connsiteY6" fmla="*/ 75 h 160692"/>
                <a:gd name="connsiteX7" fmla="*/ 74242 w 157153"/>
                <a:gd name="connsiteY7" fmla="*/ 8037 h 160692"/>
                <a:gd name="connsiteX8" fmla="*/ 74242 w 157153"/>
                <a:gd name="connsiteY8" fmla="*/ 75595 h 160692"/>
                <a:gd name="connsiteX9" fmla="*/ 8072 w 157153"/>
                <a:gd name="connsiteY9" fmla="*/ 75595 h 160692"/>
                <a:gd name="connsiteX10" fmla="*/ 273 w 157153"/>
                <a:gd name="connsiteY10" fmla="*/ 80421 h 160692"/>
                <a:gd name="connsiteX11" fmla="*/ 8072 w 157153"/>
                <a:gd name="connsiteY11" fmla="*/ 85246 h 160692"/>
                <a:gd name="connsiteX12" fmla="*/ 74242 w 157153"/>
                <a:gd name="connsiteY12" fmla="*/ 85246 h 160692"/>
                <a:gd name="connsiteX13" fmla="*/ 74242 w 157153"/>
                <a:gd name="connsiteY13" fmla="*/ 152805 h 160692"/>
                <a:gd name="connsiteX14" fmla="*/ 78968 w 157153"/>
                <a:gd name="connsiteY14" fmla="*/ 160767 h 160692"/>
                <a:gd name="connsiteX15" fmla="*/ 83695 w 157153"/>
                <a:gd name="connsiteY15" fmla="*/ 152805 h 160692"/>
                <a:gd name="connsiteX16" fmla="*/ 83695 w 157153"/>
                <a:gd name="connsiteY16" fmla="*/ 85246 h 160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153" h="160692">
                  <a:moveTo>
                    <a:pt x="83695" y="85246"/>
                  </a:moveTo>
                  <a:lnTo>
                    <a:pt x="149628" y="85246"/>
                  </a:lnTo>
                  <a:cubicBezTo>
                    <a:pt x="152937" y="85246"/>
                    <a:pt x="157427" y="85246"/>
                    <a:pt x="157427" y="80421"/>
                  </a:cubicBezTo>
                  <a:cubicBezTo>
                    <a:pt x="157427" y="75595"/>
                    <a:pt x="152937" y="75595"/>
                    <a:pt x="149628" y="75595"/>
                  </a:cubicBezTo>
                  <a:lnTo>
                    <a:pt x="83695" y="75595"/>
                  </a:lnTo>
                  <a:lnTo>
                    <a:pt x="83695" y="8037"/>
                  </a:lnTo>
                  <a:cubicBezTo>
                    <a:pt x="83695" y="4659"/>
                    <a:pt x="83695" y="75"/>
                    <a:pt x="78968" y="75"/>
                  </a:cubicBezTo>
                  <a:cubicBezTo>
                    <a:pt x="74242" y="75"/>
                    <a:pt x="74242" y="4659"/>
                    <a:pt x="74242" y="8037"/>
                  </a:cubicBezTo>
                  <a:lnTo>
                    <a:pt x="74242" y="75595"/>
                  </a:lnTo>
                  <a:lnTo>
                    <a:pt x="8072" y="75595"/>
                  </a:lnTo>
                  <a:cubicBezTo>
                    <a:pt x="4763" y="75595"/>
                    <a:pt x="273" y="75595"/>
                    <a:pt x="273" y="80421"/>
                  </a:cubicBezTo>
                  <a:cubicBezTo>
                    <a:pt x="273" y="85246"/>
                    <a:pt x="4763" y="85246"/>
                    <a:pt x="8072" y="85246"/>
                  </a:cubicBezTo>
                  <a:lnTo>
                    <a:pt x="74242" y="85246"/>
                  </a:lnTo>
                  <a:lnTo>
                    <a:pt x="74242" y="152805"/>
                  </a:lnTo>
                  <a:cubicBezTo>
                    <a:pt x="74242" y="156183"/>
                    <a:pt x="74242" y="160767"/>
                    <a:pt x="78968" y="160767"/>
                  </a:cubicBezTo>
                  <a:cubicBezTo>
                    <a:pt x="83695" y="160767"/>
                    <a:pt x="83695" y="156183"/>
                    <a:pt x="83695" y="152805"/>
                  </a:cubicBezTo>
                  <a:lnTo>
                    <a:pt x="83695" y="8524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42" name="Freeform: Shape 41">
              <a:extLst>
                <a:ext uri="{FF2B5EF4-FFF2-40B4-BE49-F238E27FC236}">
                  <a16:creationId xmlns:a16="http://schemas.microsoft.com/office/drawing/2014/main" id="{28D4A156-1B5B-EABB-622E-EE3F05AAB7F6}"/>
                </a:ext>
              </a:extLst>
            </p:cNvPr>
            <p:cNvSpPr/>
            <p:nvPr>
              <p:custDataLst>
                <p:tags r:id="rId116"/>
              </p:custDataLst>
            </p:nvPr>
          </p:nvSpPr>
          <p:spPr>
            <a:xfrm>
              <a:off x="7843711" y="4213665"/>
              <a:ext cx="128825" cy="217151"/>
            </a:xfrm>
            <a:custGeom>
              <a:avLst/>
              <a:gdLst>
                <a:gd name="connsiteX0" fmla="*/ 129108 w 128825"/>
                <a:gd name="connsiteY0" fmla="*/ 33130 h 217151"/>
                <a:gd name="connsiteX1" fmla="*/ 96969 w 128825"/>
                <a:gd name="connsiteY1" fmla="*/ 75 h 217151"/>
                <a:gd name="connsiteX2" fmla="*/ 68374 w 128825"/>
                <a:gd name="connsiteY2" fmla="*/ 10208 h 217151"/>
                <a:gd name="connsiteX3" fmla="*/ 37888 w 128825"/>
                <a:gd name="connsiteY3" fmla="*/ 61601 h 217151"/>
                <a:gd name="connsiteX4" fmla="*/ 313 w 128825"/>
                <a:gd name="connsiteY4" fmla="*/ 214814 h 217151"/>
                <a:gd name="connsiteX5" fmla="*/ 3149 w 128825"/>
                <a:gd name="connsiteY5" fmla="*/ 217227 h 217151"/>
                <a:gd name="connsiteX6" fmla="*/ 5985 w 128825"/>
                <a:gd name="connsiteY6" fmla="*/ 216020 h 217151"/>
                <a:gd name="connsiteX7" fmla="*/ 22527 w 128825"/>
                <a:gd name="connsiteY7" fmla="*/ 149427 h 217151"/>
                <a:gd name="connsiteX8" fmla="*/ 54667 w 128825"/>
                <a:gd name="connsiteY8" fmla="*/ 172831 h 217151"/>
                <a:gd name="connsiteX9" fmla="*/ 100277 w 128825"/>
                <a:gd name="connsiteY9" fmla="*/ 153770 h 217151"/>
                <a:gd name="connsiteX10" fmla="*/ 119183 w 128825"/>
                <a:gd name="connsiteY10" fmla="*/ 109374 h 217151"/>
                <a:gd name="connsiteX11" fmla="*/ 101931 w 128825"/>
                <a:gd name="connsiteY11" fmla="*/ 73424 h 217151"/>
                <a:gd name="connsiteX12" fmla="*/ 129108 w 128825"/>
                <a:gd name="connsiteY12" fmla="*/ 33130 h 217151"/>
                <a:gd name="connsiteX13" fmla="*/ 86570 w 128825"/>
                <a:gd name="connsiteY13" fmla="*/ 73182 h 217151"/>
                <a:gd name="connsiteX14" fmla="*/ 75227 w 128825"/>
                <a:gd name="connsiteY14" fmla="*/ 74871 h 217151"/>
                <a:gd name="connsiteX15" fmla="*/ 64829 w 128825"/>
                <a:gd name="connsiteY15" fmla="*/ 73906 h 217151"/>
                <a:gd name="connsiteX16" fmla="*/ 76409 w 128825"/>
                <a:gd name="connsiteY16" fmla="*/ 71976 h 217151"/>
                <a:gd name="connsiteX17" fmla="*/ 86570 w 128825"/>
                <a:gd name="connsiteY17" fmla="*/ 73182 h 217151"/>
                <a:gd name="connsiteX18" fmla="*/ 115874 w 128825"/>
                <a:gd name="connsiteY18" fmla="*/ 27581 h 217151"/>
                <a:gd name="connsiteX19" fmla="*/ 94605 w 128825"/>
                <a:gd name="connsiteY19" fmla="*/ 69322 h 217151"/>
                <a:gd name="connsiteX20" fmla="*/ 76409 w 128825"/>
                <a:gd name="connsiteY20" fmla="*/ 66427 h 217151"/>
                <a:gd name="connsiteX21" fmla="*/ 58212 w 128825"/>
                <a:gd name="connsiteY21" fmla="*/ 74148 h 217151"/>
                <a:gd name="connsiteX22" fmla="*/ 74518 w 128825"/>
                <a:gd name="connsiteY22" fmla="*/ 80180 h 217151"/>
                <a:gd name="connsiteX23" fmla="*/ 93896 w 128825"/>
                <a:gd name="connsiteY23" fmla="*/ 77043 h 217151"/>
                <a:gd name="connsiteX24" fmla="*/ 104294 w 128825"/>
                <a:gd name="connsiteY24" fmla="*/ 104308 h 217151"/>
                <a:gd name="connsiteX25" fmla="*/ 92478 w 128825"/>
                <a:gd name="connsiteY25" fmla="*/ 145808 h 217151"/>
                <a:gd name="connsiteX26" fmla="*/ 53958 w 128825"/>
                <a:gd name="connsiteY26" fmla="*/ 167523 h 217151"/>
                <a:gd name="connsiteX27" fmla="*/ 27017 w 128825"/>
                <a:gd name="connsiteY27" fmla="*/ 136398 h 217151"/>
                <a:gd name="connsiteX28" fmla="*/ 28199 w 128825"/>
                <a:gd name="connsiteY28" fmla="*/ 125781 h 217151"/>
                <a:gd name="connsiteX29" fmla="*/ 43324 w 128825"/>
                <a:gd name="connsiteY29" fmla="*/ 64738 h 217151"/>
                <a:gd name="connsiteX30" fmla="*/ 93896 w 128825"/>
                <a:gd name="connsiteY30" fmla="*/ 5624 h 217151"/>
                <a:gd name="connsiteX31" fmla="*/ 115874 w 128825"/>
                <a:gd name="connsiteY31" fmla="*/ 27581 h 21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8825" h="217151">
                  <a:moveTo>
                    <a:pt x="129108" y="33130"/>
                  </a:moveTo>
                  <a:cubicBezTo>
                    <a:pt x="129108" y="15034"/>
                    <a:pt x="116111" y="75"/>
                    <a:pt x="96969" y="75"/>
                  </a:cubicBezTo>
                  <a:cubicBezTo>
                    <a:pt x="83262" y="75"/>
                    <a:pt x="76645" y="3935"/>
                    <a:pt x="68374" y="10208"/>
                  </a:cubicBezTo>
                  <a:cubicBezTo>
                    <a:pt x="55376" y="19860"/>
                    <a:pt x="42378" y="43264"/>
                    <a:pt x="37888" y="61601"/>
                  </a:cubicBezTo>
                  <a:lnTo>
                    <a:pt x="313" y="214814"/>
                  </a:lnTo>
                  <a:cubicBezTo>
                    <a:pt x="77" y="215779"/>
                    <a:pt x="1258" y="217227"/>
                    <a:pt x="3149" y="217227"/>
                  </a:cubicBezTo>
                  <a:cubicBezTo>
                    <a:pt x="5039" y="217227"/>
                    <a:pt x="5748" y="216744"/>
                    <a:pt x="5985" y="216020"/>
                  </a:cubicBezTo>
                  <a:lnTo>
                    <a:pt x="22527" y="149427"/>
                  </a:lnTo>
                  <a:cubicBezTo>
                    <a:pt x="27017" y="163904"/>
                    <a:pt x="37415" y="172831"/>
                    <a:pt x="54667" y="172831"/>
                  </a:cubicBezTo>
                  <a:cubicBezTo>
                    <a:pt x="71918" y="172831"/>
                    <a:pt x="89643" y="164386"/>
                    <a:pt x="100277" y="153770"/>
                  </a:cubicBezTo>
                  <a:cubicBezTo>
                    <a:pt x="111620" y="142671"/>
                    <a:pt x="119183" y="127229"/>
                    <a:pt x="119183" y="109374"/>
                  </a:cubicBezTo>
                  <a:cubicBezTo>
                    <a:pt x="119183" y="92002"/>
                    <a:pt x="110439" y="79456"/>
                    <a:pt x="101931" y="73424"/>
                  </a:cubicBezTo>
                  <a:cubicBezTo>
                    <a:pt x="115638" y="65462"/>
                    <a:pt x="129108" y="50502"/>
                    <a:pt x="129108" y="33130"/>
                  </a:cubicBezTo>
                  <a:close/>
                  <a:moveTo>
                    <a:pt x="86570" y="73182"/>
                  </a:moveTo>
                  <a:cubicBezTo>
                    <a:pt x="83498" y="74389"/>
                    <a:pt x="80899" y="74871"/>
                    <a:pt x="75227" y="74871"/>
                  </a:cubicBezTo>
                  <a:cubicBezTo>
                    <a:pt x="71918" y="74871"/>
                    <a:pt x="67192" y="75113"/>
                    <a:pt x="64829" y="73906"/>
                  </a:cubicBezTo>
                  <a:cubicBezTo>
                    <a:pt x="65301" y="71494"/>
                    <a:pt x="73809" y="71976"/>
                    <a:pt x="76409" y="71976"/>
                  </a:cubicBezTo>
                  <a:cubicBezTo>
                    <a:pt x="81371" y="71976"/>
                    <a:pt x="83498" y="71976"/>
                    <a:pt x="86570" y="73182"/>
                  </a:cubicBezTo>
                  <a:close/>
                  <a:moveTo>
                    <a:pt x="115874" y="27581"/>
                  </a:moveTo>
                  <a:cubicBezTo>
                    <a:pt x="115874" y="44470"/>
                    <a:pt x="106894" y="61842"/>
                    <a:pt x="94605" y="69322"/>
                  </a:cubicBezTo>
                  <a:cubicBezTo>
                    <a:pt x="88225" y="66909"/>
                    <a:pt x="83498" y="66427"/>
                    <a:pt x="76409" y="66427"/>
                  </a:cubicBezTo>
                  <a:cubicBezTo>
                    <a:pt x="71446" y="66427"/>
                    <a:pt x="58212" y="66185"/>
                    <a:pt x="58212" y="74148"/>
                  </a:cubicBezTo>
                  <a:cubicBezTo>
                    <a:pt x="57975" y="80903"/>
                    <a:pt x="70264" y="80180"/>
                    <a:pt x="74518" y="80180"/>
                  </a:cubicBezTo>
                  <a:cubicBezTo>
                    <a:pt x="83262" y="80180"/>
                    <a:pt x="86807" y="79938"/>
                    <a:pt x="93896" y="77043"/>
                  </a:cubicBezTo>
                  <a:cubicBezTo>
                    <a:pt x="102877" y="85729"/>
                    <a:pt x="104058" y="93209"/>
                    <a:pt x="104294" y="104308"/>
                  </a:cubicBezTo>
                  <a:cubicBezTo>
                    <a:pt x="104767" y="118302"/>
                    <a:pt x="99095" y="136398"/>
                    <a:pt x="92478" y="145808"/>
                  </a:cubicBezTo>
                  <a:cubicBezTo>
                    <a:pt x="83262" y="158837"/>
                    <a:pt x="67428" y="167523"/>
                    <a:pt x="53958" y="167523"/>
                  </a:cubicBezTo>
                  <a:cubicBezTo>
                    <a:pt x="35998" y="167523"/>
                    <a:pt x="27017" y="153529"/>
                    <a:pt x="27017" y="136398"/>
                  </a:cubicBezTo>
                  <a:cubicBezTo>
                    <a:pt x="27017" y="133985"/>
                    <a:pt x="27017" y="130366"/>
                    <a:pt x="28199" y="125781"/>
                  </a:cubicBezTo>
                  <a:lnTo>
                    <a:pt x="43324" y="64738"/>
                  </a:lnTo>
                  <a:cubicBezTo>
                    <a:pt x="48523" y="43988"/>
                    <a:pt x="65538" y="5624"/>
                    <a:pt x="93896" y="5624"/>
                  </a:cubicBezTo>
                  <a:cubicBezTo>
                    <a:pt x="107603" y="5624"/>
                    <a:pt x="115874" y="13104"/>
                    <a:pt x="115874" y="2758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43" name="Freeform: Shape 42">
              <a:extLst>
                <a:ext uri="{FF2B5EF4-FFF2-40B4-BE49-F238E27FC236}">
                  <a16:creationId xmlns:a16="http://schemas.microsoft.com/office/drawing/2014/main" id="{7D3994E9-058D-4AF2-C93E-AF9B9396E07B}"/>
                </a:ext>
              </a:extLst>
            </p:cNvPr>
            <p:cNvSpPr/>
            <p:nvPr>
              <p:custDataLst>
                <p:tags r:id="rId117"/>
              </p:custDataLst>
            </p:nvPr>
          </p:nvSpPr>
          <p:spPr>
            <a:xfrm>
              <a:off x="7995531" y="4167172"/>
              <a:ext cx="122249" cy="117213"/>
            </a:xfrm>
            <a:custGeom>
              <a:avLst/>
              <a:gdLst>
                <a:gd name="connsiteX0" fmla="*/ 65467 w 122249"/>
                <a:gd name="connsiteY0" fmla="*/ 8347 h 117213"/>
                <a:gd name="connsiteX1" fmla="*/ 115921 w 122249"/>
                <a:gd name="connsiteY1" fmla="*/ 8347 h 117213"/>
                <a:gd name="connsiteX2" fmla="*/ 122538 w 122249"/>
                <a:gd name="connsiteY2" fmla="*/ 4293 h 117213"/>
                <a:gd name="connsiteX3" fmla="*/ 115921 w 122249"/>
                <a:gd name="connsiteY3" fmla="*/ 71 h 117213"/>
                <a:gd name="connsiteX4" fmla="*/ 6906 w 122249"/>
                <a:gd name="connsiteY4" fmla="*/ 71 h 117213"/>
                <a:gd name="connsiteX5" fmla="*/ 289 w 122249"/>
                <a:gd name="connsiteY5" fmla="*/ 4124 h 117213"/>
                <a:gd name="connsiteX6" fmla="*/ 6906 w 122249"/>
                <a:gd name="connsiteY6" fmla="*/ 8347 h 117213"/>
                <a:gd name="connsiteX7" fmla="*/ 57361 w 122249"/>
                <a:gd name="connsiteY7" fmla="*/ 8347 h 117213"/>
                <a:gd name="connsiteX8" fmla="*/ 57361 w 122249"/>
                <a:gd name="connsiteY8" fmla="*/ 110697 h 117213"/>
                <a:gd name="connsiteX9" fmla="*/ 61496 w 122249"/>
                <a:gd name="connsiteY9" fmla="*/ 117284 h 117213"/>
                <a:gd name="connsiteX10" fmla="*/ 65467 w 122249"/>
                <a:gd name="connsiteY10" fmla="*/ 110697 h 117213"/>
                <a:gd name="connsiteX11" fmla="*/ 65467 w 122249"/>
                <a:gd name="connsiteY11" fmla="*/ 8347 h 11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249" h="117213">
                  <a:moveTo>
                    <a:pt x="65467" y="8347"/>
                  </a:moveTo>
                  <a:lnTo>
                    <a:pt x="115921" y="8347"/>
                  </a:lnTo>
                  <a:cubicBezTo>
                    <a:pt x="118568" y="8347"/>
                    <a:pt x="122538" y="8347"/>
                    <a:pt x="122538" y="4293"/>
                  </a:cubicBezTo>
                  <a:cubicBezTo>
                    <a:pt x="122538" y="71"/>
                    <a:pt x="118734" y="71"/>
                    <a:pt x="115921" y="71"/>
                  </a:cubicBezTo>
                  <a:lnTo>
                    <a:pt x="6906" y="71"/>
                  </a:lnTo>
                  <a:cubicBezTo>
                    <a:pt x="4425" y="71"/>
                    <a:pt x="289" y="71"/>
                    <a:pt x="289" y="4124"/>
                  </a:cubicBezTo>
                  <a:cubicBezTo>
                    <a:pt x="289" y="8347"/>
                    <a:pt x="4094" y="8347"/>
                    <a:pt x="6906" y="8347"/>
                  </a:cubicBezTo>
                  <a:lnTo>
                    <a:pt x="57361" y="8347"/>
                  </a:lnTo>
                  <a:lnTo>
                    <a:pt x="57361" y="110697"/>
                  </a:lnTo>
                  <a:cubicBezTo>
                    <a:pt x="57361" y="113400"/>
                    <a:pt x="57361" y="117284"/>
                    <a:pt x="61496" y="117284"/>
                  </a:cubicBezTo>
                  <a:cubicBezTo>
                    <a:pt x="65467" y="117284"/>
                    <a:pt x="65467" y="113231"/>
                    <a:pt x="65467" y="110697"/>
                  </a:cubicBezTo>
                  <a:lnTo>
                    <a:pt x="65467" y="834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44" name="Freeform: Shape 43">
              <a:extLst>
                <a:ext uri="{FF2B5EF4-FFF2-40B4-BE49-F238E27FC236}">
                  <a16:creationId xmlns:a16="http://schemas.microsoft.com/office/drawing/2014/main" id="{26FE4596-46F7-8B17-749B-3FF7171CF18F}"/>
                </a:ext>
              </a:extLst>
            </p:cNvPr>
            <p:cNvSpPr/>
            <p:nvPr>
              <p:custDataLst>
                <p:tags r:id="rId118"/>
              </p:custDataLst>
            </p:nvPr>
          </p:nvSpPr>
          <p:spPr>
            <a:xfrm>
              <a:off x="8149164" y="4277363"/>
              <a:ext cx="117688" cy="109299"/>
            </a:xfrm>
            <a:custGeom>
              <a:avLst/>
              <a:gdLst>
                <a:gd name="connsiteX0" fmla="*/ 72374 w 117688"/>
                <a:gd name="connsiteY0" fmla="*/ 33854 h 109299"/>
                <a:gd name="connsiteX1" fmla="*/ 95770 w 117688"/>
                <a:gd name="connsiteY1" fmla="*/ 5383 h 109299"/>
                <a:gd name="connsiteX2" fmla="*/ 107586 w 117688"/>
                <a:gd name="connsiteY2" fmla="*/ 8520 h 109299"/>
                <a:gd name="connsiteX3" fmla="*/ 96242 w 117688"/>
                <a:gd name="connsiteY3" fmla="*/ 21549 h 109299"/>
                <a:gd name="connsiteX4" fmla="*/ 105223 w 117688"/>
                <a:gd name="connsiteY4" fmla="*/ 29993 h 109299"/>
                <a:gd name="connsiteX5" fmla="*/ 117984 w 117688"/>
                <a:gd name="connsiteY5" fmla="*/ 15999 h 109299"/>
                <a:gd name="connsiteX6" fmla="*/ 96006 w 117688"/>
                <a:gd name="connsiteY6" fmla="*/ 75 h 109299"/>
                <a:gd name="connsiteX7" fmla="*/ 71192 w 117688"/>
                <a:gd name="connsiteY7" fmla="*/ 18412 h 109299"/>
                <a:gd name="connsiteX8" fmla="*/ 45670 w 117688"/>
                <a:gd name="connsiteY8" fmla="*/ 75 h 109299"/>
                <a:gd name="connsiteX9" fmla="*/ 7622 w 117688"/>
                <a:gd name="connsiteY9" fmla="*/ 37232 h 109299"/>
                <a:gd name="connsiteX10" fmla="*/ 10458 w 117688"/>
                <a:gd name="connsiteY10" fmla="*/ 39645 h 109299"/>
                <a:gd name="connsiteX11" fmla="*/ 13530 w 117688"/>
                <a:gd name="connsiteY11" fmla="*/ 36991 h 109299"/>
                <a:gd name="connsiteX12" fmla="*/ 45197 w 117688"/>
                <a:gd name="connsiteY12" fmla="*/ 5383 h 109299"/>
                <a:gd name="connsiteX13" fmla="*/ 57958 w 117688"/>
                <a:gd name="connsiteY13" fmla="*/ 21549 h 109299"/>
                <a:gd name="connsiteX14" fmla="*/ 45197 w 117688"/>
                <a:gd name="connsiteY14" fmla="*/ 78973 h 109299"/>
                <a:gd name="connsiteX15" fmla="*/ 22746 w 117688"/>
                <a:gd name="connsiteY15" fmla="*/ 104066 h 109299"/>
                <a:gd name="connsiteX16" fmla="*/ 10930 w 117688"/>
                <a:gd name="connsiteY16" fmla="*/ 100930 h 109299"/>
                <a:gd name="connsiteX17" fmla="*/ 22037 w 117688"/>
                <a:gd name="connsiteY17" fmla="*/ 87901 h 109299"/>
                <a:gd name="connsiteX18" fmla="*/ 13294 w 117688"/>
                <a:gd name="connsiteY18" fmla="*/ 79456 h 109299"/>
                <a:gd name="connsiteX19" fmla="*/ 296 w 117688"/>
                <a:gd name="connsiteY19" fmla="*/ 93450 h 109299"/>
                <a:gd name="connsiteX20" fmla="*/ 22510 w 117688"/>
                <a:gd name="connsiteY20" fmla="*/ 109374 h 109299"/>
                <a:gd name="connsiteX21" fmla="*/ 47324 w 117688"/>
                <a:gd name="connsiteY21" fmla="*/ 91037 h 109299"/>
                <a:gd name="connsiteX22" fmla="*/ 72847 w 117688"/>
                <a:gd name="connsiteY22" fmla="*/ 109374 h 109299"/>
                <a:gd name="connsiteX23" fmla="*/ 110658 w 117688"/>
                <a:gd name="connsiteY23" fmla="*/ 72217 h 109299"/>
                <a:gd name="connsiteX24" fmla="*/ 107822 w 117688"/>
                <a:gd name="connsiteY24" fmla="*/ 69805 h 109299"/>
                <a:gd name="connsiteX25" fmla="*/ 104750 w 117688"/>
                <a:gd name="connsiteY25" fmla="*/ 72459 h 109299"/>
                <a:gd name="connsiteX26" fmla="*/ 73319 w 117688"/>
                <a:gd name="connsiteY26" fmla="*/ 104066 h 109299"/>
                <a:gd name="connsiteX27" fmla="*/ 60322 w 117688"/>
                <a:gd name="connsiteY27" fmla="*/ 88142 h 109299"/>
                <a:gd name="connsiteX28" fmla="*/ 64339 w 117688"/>
                <a:gd name="connsiteY28" fmla="*/ 66909 h 109299"/>
                <a:gd name="connsiteX29" fmla="*/ 72374 w 117688"/>
                <a:gd name="connsiteY29" fmla="*/ 33854 h 10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688" h="109299">
                  <a:moveTo>
                    <a:pt x="72374" y="33854"/>
                  </a:moveTo>
                  <a:cubicBezTo>
                    <a:pt x="73792" y="27581"/>
                    <a:pt x="79227" y="5383"/>
                    <a:pt x="95770" y="5383"/>
                  </a:cubicBezTo>
                  <a:cubicBezTo>
                    <a:pt x="96951" y="5383"/>
                    <a:pt x="102623" y="5383"/>
                    <a:pt x="107586" y="8520"/>
                  </a:cubicBezTo>
                  <a:cubicBezTo>
                    <a:pt x="100969" y="9726"/>
                    <a:pt x="96242" y="15758"/>
                    <a:pt x="96242" y="21549"/>
                  </a:cubicBezTo>
                  <a:cubicBezTo>
                    <a:pt x="96242" y="25409"/>
                    <a:pt x="98842" y="29993"/>
                    <a:pt x="105223" y="29993"/>
                  </a:cubicBezTo>
                  <a:cubicBezTo>
                    <a:pt x="110422" y="29993"/>
                    <a:pt x="117984" y="25650"/>
                    <a:pt x="117984" y="15999"/>
                  </a:cubicBezTo>
                  <a:cubicBezTo>
                    <a:pt x="117984" y="3453"/>
                    <a:pt x="104041" y="75"/>
                    <a:pt x="96006" y="75"/>
                  </a:cubicBezTo>
                  <a:cubicBezTo>
                    <a:pt x="82299" y="75"/>
                    <a:pt x="74028" y="12863"/>
                    <a:pt x="71192" y="18412"/>
                  </a:cubicBezTo>
                  <a:cubicBezTo>
                    <a:pt x="65284" y="2488"/>
                    <a:pt x="52523" y="75"/>
                    <a:pt x="45670" y="75"/>
                  </a:cubicBezTo>
                  <a:cubicBezTo>
                    <a:pt x="21092" y="75"/>
                    <a:pt x="7622" y="31200"/>
                    <a:pt x="7622" y="37232"/>
                  </a:cubicBezTo>
                  <a:cubicBezTo>
                    <a:pt x="7622" y="39645"/>
                    <a:pt x="9985" y="39645"/>
                    <a:pt x="10458" y="39645"/>
                  </a:cubicBezTo>
                  <a:cubicBezTo>
                    <a:pt x="12348" y="39645"/>
                    <a:pt x="13057" y="39162"/>
                    <a:pt x="13530" y="36991"/>
                  </a:cubicBezTo>
                  <a:cubicBezTo>
                    <a:pt x="21565" y="11415"/>
                    <a:pt x="37162" y="5383"/>
                    <a:pt x="45197" y="5383"/>
                  </a:cubicBezTo>
                  <a:cubicBezTo>
                    <a:pt x="49687" y="5383"/>
                    <a:pt x="57958" y="7554"/>
                    <a:pt x="57958" y="21549"/>
                  </a:cubicBezTo>
                  <a:cubicBezTo>
                    <a:pt x="57958" y="29028"/>
                    <a:pt x="53941" y="45194"/>
                    <a:pt x="45197" y="78973"/>
                  </a:cubicBezTo>
                  <a:cubicBezTo>
                    <a:pt x="41416" y="93933"/>
                    <a:pt x="33145" y="104066"/>
                    <a:pt x="22746" y="104066"/>
                  </a:cubicBezTo>
                  <a:cubicBezTo>
                    <a:pt x="21329" y="104066"/>
                    <a:pt x="15893" y="104066"/>
                    <a:pt x="10930" y="100930"/>
                  </a:cubicBezTo>
                  <a:cubicBezTo>
                    <a:pt x="16838" y="99723"/>
                    <a:pt x="22037" y="94656"/>
                    <a:pt x="22037" y="87901"/>
                  </a:cubicBezTo>
                  <a:cubicBezTo>
                    <a:pt x="22037" y="81386"/>
                    <a:pt x="16838" y="79456"/>
                    <a:pt x="13294" y="79456"/>
                  </a:cubicBezTo>
                  <a:cubicBezTo>
                    <a:pt x="6204" y="79456"/>
                    <a:pt x="296" y="85729"/>
                    <a:pt x="296" y="93450"/>
                  </a:cubicBezTo>
                  <a:cubicBezTo>
                    <a:pt x="296" y="104549"/>
                    <a:pt x="12112" y="109374"/>
                    <a:pt x="22510" y="109374"/>
                  </a:cubicBezTo>
                  <a:cubicBezTo>
                    <a:pt x="38107" y="109374"/>
                    <a:pt x="46615" y="92485"/>
                    <a:pt x="47324" y="91037"/>
                  </a:cubicBezTo>
                  <a:cubicBezTo>
                    <a:pt x="50160" y="99965"/>
                    <a:pt x="58667" y="109374"/>
                    <a:pt x="72847" y="109374"/>
                  </a:cubicBezTo>
                  <a:cubicBezTo>
                    <a:pt x="97188" y="109374"/>
                    <a:pt x="110658" y="78249"/>
                    <a:pt x="110658" y="72217"/>
                  </a:cubicBezTo>
                  <a:cubicBezTo>
                    <a:pt x="110658" y="69805"/>
                    <a:pt x="108531" y="69805"/>
                    <a:pt x="107822" y="69805"/>
                  </a:cubicBezTo>
                  <a:cubicBezTo>
                    <a:pt x="105695" y="69805"/>
                    <a:pt x="105223" y="70770"/>
                    <a:pt x="104750" y="72459"/>
                  </a:cubicBezTo>
                  <a:cubicBezTo>
                    <a:pt x="96951" y="98276"/>
                    <a:pt x="80882" y="104066"/>
                    <a:pt x="73319" y="104066"/>
                  </a:cubicBezTo>
                  <a:cubicBezTo>
                    <a:pt x="64103" y="104066"/>
                    <a:pt x="60322" y="96345"/>
                    <a:pt x="60322" y="88142"/>
                  </a:cubicBezTo>
                  <a:cubicBezTo>
                    <a:pt x="60322" y="82834"/>
                    <a:pt x="61739" y="77526"/>
                    <a:pt x="64339" y="66909"/>
                  </a:cubicBezTo>
                  <a:lnTo>
                    <a:pt x="72374" y="3385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sp>
          <p:nvSpPr>
            <p:cNvPr id="45" name="Freeform: Shape 44">
              <a:extLst>
                <a:ext uri="{FF2B5EF4-FFF2-40B4-BE49-F238E27FC236}">
                  <a16:creationId xmlns:a16="http://schemas.microsoft.com/office/drawing/2014/main" id="{7EB4F863-AB25-AE1F-1801-627FEB8B6D92}"/>
                </a:ext>
              </a:extLst>
            </p:cNvPr>
            <p:cNvSpPr/>
            <p:nvPr>
              <p:custDataLst>
                <p:tags r:id="rId119"/>
              </p:custDataLst>
            </p:nvPr>
          </p:nvSpPr>
          <p:spPr>
            <a:xfrm>
              <a:off x="8285150" y="4345717"/>
              <a:ext cx="101074" cy="76172"/>
            </a:xfrm>
            <a:custGeom>
              <a:avLst/>
              <a:gdLst>
                <a:gd name="connsiteX0" fmla="*/ 12708 w 101074"/>
                <a:gd name="connsiteY0" fmla="*/ 63919 h 76172"/>
                <a:gd name="connsiteX1" fmla="*/ 11054 w 101074"/>
                <a:gd name="connsiteY1" fmla="*/ 70844 h 76172"/>
                <a:gd name="connsiteX2" fmla="*/ 16679 w 101074"/>
                <a:gd name="connsiteY2" fmla="*/ 76248 h 76172"/>
                <a:gd name="connsiteX3" fmla="*/ 23130 w 101074"/>
                <a:gd name="connsiteY3" fmla="*/ 72533 h 76172"/>
                <a:gd name="connsiteX4" fmla="*/ 26108 w 101074"/>
                <a:gd name="connsiteY4" fmla="*/ 62061 h 76172"/>
                <a:gd name="connsiteX5" fmla="*/ 29747 w 101074"/>
                <a:gd name="connsiteY5" fmla="*/ 46860 h 76172"/>
                <a:gd name="connsiteX6" fmla="*/ 32559 w 101074"/>
                <a:gd name="connsiteY6" fmla="*/ 35544 h 76172"/>
                <a:gd name="connsiteX7" fmla="*/ 39507 w 101074"/>
                <a:gd name="connsiteY7" fmla="*/ 20344 h 76172"/>
                <a:gd name="connsiteX8" fmla="*/ 64321 w 101074"/>
                <a:gd name="connsiteY8" fmla="*/ 4805 h 76172"/>
                <a:gd name="connsiteX9" fmla="*/ 74081 w 101074"/>
                <a:gd name="connsiteY9" fmla="*/ 16628 h 76172"/>
                <a:gd name="connsiteX10" fmla="*/ 64321 w 101074"/>
                <a:gd name="connsiteY10" fmla="*/ 52603 h 76172"/>
                <a:gd name="connsiteX11" fmla="*/ 61840 w 101074"/>
                <a:gd name="connsiteY11" fmla="*/ 61723 h 76172"/>
                <a:gd name="connsiteX12" fmla="*/ 77555 w 101074"/>
                <a:gd name="connsiteY12" fmla="*/ 76248 h 76172"/>
                <a:gd name="connsiteX13" fmla="*/ 101376 w 101074"/>
                <a:gd name="connsiteY13" fmla="*/ 50407 h 76172"/>
                <a:gd name="connsiteX14" fmla="*/ 98730 w 101074"/>
                <a:gd name="connsiteY14" fmla="*/ 48212 h 76172"/>
                <a:gd name="connsiteX15" fmla="*/ 95586 w 101074"/>
                <a:gd name="connsiteY15" fmla="*/ 51083 h 76172"/>
                <a:gd name="connsiteX16" fmla="*/ 78051 w 101074"/>
                <a:gd name="connsiteY16" fmla="*/ 71519 h 76172"/>
                <a:gd name="connsiteX17" fmla="*/ 73916 w 101074"/>
                <a:gd name="connsiteY17" fmla="*/ 65608 h 76172"/>
                <a:gd name="connsiteX18" fmla="*/ 77721 w 101074"/>
                <a:gd name="connsiteY18" fmla="*/ 51927 h 76172"/>
                <a:gd name="connsiteX19" fmla="*/ 86488 w 101074"/>
                <a:gd name="connsiteY19" fmla="*/ 19330 h 76172"/>
                <a:gd name="connsiteX20" fmla="*/ 64983 w 101074"/>
                <a:gd name="connsiteY20" fmla="*/ 76 h 76172"/>
                <a:gd name="connsiteX21" fmla="*/ 37026 w 101074"/>
                <a:gd name="connsiteY21" fmla="*/ 15446 h 76172"/>
                <a:gd name="connsiteX22" fmla="*/ 19325 w 101074"/>
                <a:gd name="connsiteY22" fmla="*/ 76 h 76172"/>
                <a:gd name="connsiteX23" fmla="*/ 6257 w 101074"/>
                <a:gd name="connsiteY23" fmla="*/ 9197 h 76172"/>
                <a:gd name="connsiteX24" fmla="*/ 302 w 101074"/>
                <a:gd name="connsiteY24" fmla="*/ 25917 h 76172"/>
                <a:gd name="connsiteX25" fmla="*/ 3114 w 101074"/>
                <a:gd name="connsiteY25" fmla="*/ 28113 h 76172"/>
                <a:gd name="connsiteX26" fmla="*/ 6753 w 101074"/>
                <a:gd name="connsiteY26" fmla="*/ 23046 h 76172"/>
                <a:gd name="connsiteX27" fmla="*/ 18829 w 101074"/>
                <a:gd name="connsiteY27" fmla="*/ 4805 h 76172"/>
                <a:gd name="connsiteX28" fmla="*/ 24288 w 101074"/>
                <a:gd name="connsiteY28" fmla="*/ 13081 h 76172"/>
                <a:gd name="connsiteX29" fmla="*/ 21641 w 101074"/>
                <a:gd name="connsiteY29" fmla="*/ 27100 h 76172"/>
                <a:gd name="connsiteX30" fmla="*/ 18002 w 101074"/>
                <a:gd name="connsiteY30" fmla="*/ 42300 h 76172"/>
                <a:gd name="connsiteX31" fmla="*/ 12708 w 101074"/>
                <a:gd name="connsiteY31" fmla="*/ 63919 h 76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074" h="76172">
                  <a:moveTo>
                    <a:pt x="12708" y="63919"/>
                  </a:moveTo>
                  <a:cubicBezTo>
                    <a:pt x="12047" y="66114"/>
                    <a:pt x="11054" y="70337"/>
                    <a:pt x="11054" y="70844"/>
                  </a:cubicBezTo>
                  <a:cubicBezTo>
                    <a:pt x="11054" y="74559"/>
                    <a:pt x="14032" y="76248"/>
                    <a:pt x="16679" y="76248"/>
                  </a:cubicBezTo>
                  <a:cubicBezTo>
                    <a:pt x="19656" y="76248"/>
                    <a:pt x="22303" y="74053"/>
                    <a:pt x="23130" y="72533"/>
                  </a:cubicBezTo>
                  <a:cubicBezTo>
                    <a:pt x="23957" y="71012"/>
                    <a:pt x="25281" y="65608"/>
                    <a:pt x="26108" y="62061"/>
                  </a:cubicBezTo>
                  <a:cubicBezTo>
                    <a:pt x="26935" y="58852"/>
                    <a:pt x="28755" y="51083"/>
                    <a:pt x="29747" y="46860"/>
                  </a:cubicBezTo>
                  <a:cubicBezTo>
                    <a:pt x="30740" y="43145"/>
                    <a:pt x="31732" y="39429"/>
                    <a:pt x="32559" y="35544"/>
                  </a:cubicBezTo>
                  <a:cubicBezTo>
                    <a:pt x="34379" y="28620"/>
                    <a:pt x="34710" y="27268"/>
                    <a:pt x="39507" y="20344"/>
                  </a:cubicBezTo>
                  <a:cubicBezTo>
                    <a:pt x="44139" y="13588"/>
                    <a:pt x="51914" y="4805"/>
                    <a:pt x="64321" y="4805"/>
                  </a:cubicBezTo>
                  <a:cubicBezTo>
                    <a:pt x="73916" y="4805"/>
                    <a:pt x="74081" y="13419"/>
                    <a:pt x="74081" y="16628"/>
                  </a:cubicBezTo>
                  <a:cubicBezTo>
                    <a:pt x="74081" y="26762"/>
                    <a:pt x="66968" y="45509"/>
                    <a:pt x="64321" y="52603"/>
                  </a:cubicBezTo>
                  <a:cubicBezTo>
                    <a:pt x="62501" y="57332"/>
                    <a:pt x="61840" y="58852"/>
                    <a:pt x="61840" y="61723"/>
                  </a:cubicBezTo>
                  <a:cubicBezTo>
                    <a:pt x="61840" y="70675"/>
                    <a:pt x="69118" y="76248"/>
                    <a:pt x="77555" y="76248"/>
                  </a:cubicBezTo>
                  <a:cubicBezTo>
                    <a:pt x="94098" y="76248"/>
                    <a:pt x="101376" y="52941"/>
                    <a:pt x="101376" y="50407"/>
                  </a:cubicBezTo>
                  <a:cubicBezTo>
                    <a:pt x="101376" y="48212"/>
                    <a:pt x="99226" y="48212"/>
                    <a:pt x="98730" y="48212"/>
                  </a:cubicBezTo>
                  <a:cubicBezTo>
                    <a:pt x="96414" y="48212"/>
                    <a:pt x="96248" y="49225"/>
                    <a:pt x="95586" y="51083"/>
                  </a:cubicBezTo>
                  <a:cubicBezTo>
                    <a:pt x="91782" y="64594"/>
                    <a:pt x="84668" y="71519"/>
                    <a:pt x="78051" y="71519"/>
                  </a:cubicBezTo>
                  <a:cubicBezTo>
                    <a:pt x="74577" y="71519"/>
                    <a:pt x="73916" y="69155"/>
                    <a:pt x="73916" y="65608"/>
                  </a:cubicBezTo>
                  <a:cubicBezTo>
                    <a:pt x="73916" y="61723"/>
                    <a:pt x="74743" y="59528"/>
                    <a:pt x="77721" y="51927"/>
                  </a:cubicBezTo>
                  <a:cubicBezTo>
                    <a:pt x="79706" y="46691"/>
                    <a:pt x="86488" y="28789"/>
                    <a:pt x="86488" y="19330"/>
                  </a:cubicBezTo>
                  <a:cubicBezTo>
                    <a:pt x="86488" y="2947"/>
                    <a:pt x="73750" y="76"/>
                    <a:pt x="64983" y="76"/>
                  </a:cubicBezTo>
                  <a:cubicBezTo>
                    <a:pt x="51253" y="76"/>
                    <a:pt x="41989" y="8690"/>
                    <a:pt x="37026" y="15446"/>
                  </a:cubicBezTo>
                  <a:cubicBezTo>
                    <a:pt x="35868" y="3792"/>
                    <a:pt x="26108" y="76"/>
                    <a:pt x="19325" y="76"/>
                  </a:cubicBezTo>
                  <a:cubicBezTo>
                    <a:pt x="12212" y="76"/>
                    <a:pt x="8407" y="5312"/>
                    <a:pt x="6257" y="9197"/>
                  </a:cubicBezTo>
                  <a:cubicBezTo>
                    <a:pt x="2618" y="15446"/>
                    <a:pt x="302" y="25073"/>
                    <a:pt x="302" y="25917"/>
                  </a:cubicBezTo>
                  <a:cubicBezTo>
                    <a:pt x="302" y="28113"/>
                    <a:pt x="2618" y="28113"/>
                    <a:pt x="3114" y="28113"/>
                  </a:cubicBezTo>
                  <a:cubicBezTo>
                    <a:pt x="5430" y="28113"/>
                    <a:pt x="5595" y="27606"/>
                    <a:pt x="6753" y="23046"/>
                  </a:cubicBezTo>
                  <a:cubicBezTo>
                    <a:pt x="9235" y="13081"/>
                    <a:pt x="12378" y="4805"/>
                    <a:pt x="18829" y="4805"/>
                  </a:cubicBezTo>
                  <a:cubicBezTo>
                    <a:pt x="23130" y="4805"/>
                    <a:pt x="24288" y="8521"/>
                    <a:pt x="24288" y="13081"/>
                  </a:cubicBezTo>
                  <a:cubicBezTo>
                    <a:pt x="24288" y="16290"/>
                    <a:pt x="22799" y="22539"/>
                    <a:pt x="21641" y="27100"/>
                  </a:cubicBezTo>
                  <a:cubicBezTo>
                    <a:pt x="20483" y="31660"/>
                    <a:pt x="18829" y="38584"/>
                    <a:pt x="18002" y="42300"/>
                  </a:cubicBezTo>
                  <a:lnTo>
                    <a:pt x="12708" y="639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noProof="0">
                <a:solidFill>
                  <a:prstClr val="black"/>
                </a:solidFill>
                <a:latin typeface="Aptos" panose="020B0004020202020204"/>
              </a:endParaRPr>
            </a:p>
          </p:txBody>
        </p:sp>
      </p:grpSp>
      <p:sp>
        <p:nvSpPr>
          <p:cNvPr id="3285" name="TextBox 3284">
            <a:extLst>
              <a:ext uri="{FF2B5EF4-FFF2-40B4-BE49-F238E27FC236}">
                <a16:creationId xmlns:a16="http://schemas.microsoft.com/office/drawing/2014/main" id="{925F5AF1-50D5-1303-0EDA-F2AC07FE93A6}"/>
              </a:ext>
            </a:extLst>
          </p:cNvPr>
          <p:cNvSpPr txBox="1"/>
          <p:nvPr/>
        </p:nvSpPr>
        <p:spPr>
          <a:xfrm>
            <a:off x="981161" y="3200037"/>
            <a:ext cx="4171607" cy="523220"/>
          </a:xfrm>
          <a:prstGeom prst="rect">
            <a:avLst/>
          </a:prstGeom>
          <a:noFill/>
        </p:spPr>
        <p:txBody>
          <a:bodyPr wrap="square">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the </a:t>
            </a:r>
            <a:r>
              <a:rPr kumimoji="0" lang="en-US" sz="1400" b="1" i="1"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k-</a:t>
            </a:r>
            <a:r>
              <a:rPr kumimoji="0" lang="en-US" sz="1400" b="1" i="1" u="none" strike="noStrike" kern="1200" cap="none" spc="0" normalizeH="0" baseline="0" noProof="0" err="1">
                <a:ln>
                  <a:noFill/>
                </a:ln>
                <a:solidFill>
                  <a:prstClr val="black"/>
                </a:solidFill>
                <a:effectLst/>
                <a:highlight>
                  <a:srgbClr val="FFC000"/>
                </a:highlight>
                <a:uLnTx/>
                <a:uFillTx/>
                <a:latin typeface="Aptos" panose="020B0004020202020204"/>
                <a:ea typeface="+mn-ea"/>
                <a:cs typeface="+mn-cs"/>
              </a:rPr>
              <a:t>th</a:t>
            </a: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 covariate changes, its marginal effect on the probability is given by:</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3399" name="Group 3398" descr="\documentclass{article}&#10;\usepackage{amsmath}&#10;\usepackage{amsfonts}&#10;\pagestyle{empty}&#10;\begin{document}&#10;&#10;&#10;\[&#10;\frac{\partial \mu_n}{\partial x_{nk}} =  f(\eta_n) \cdot \beta_k&#10;\]&#10;&#10;&#10;&#10;&#10;&#10;\end{document}" title="IguanaTex Shape Display">
            <a:extLst>
              <a:ext uri="{FF2B5EF4-FFF2-40B4-BE49-F238E27FC236}">
                <a16:creationId xmlns:a16="http://schemas.microsoft.com/office/drawing/2014/main" id="{CA005EC6-12F2-0F27-1809-043F1E8C4693}"/>
              </a:ext>
            </a:extLst>
          </p:cNvPr>
          <p:cNvGrpSpPr>
            <a:grpSpLocks noChangeAspect="1"/>
          </p:cNvGrpSpPr>
          <p:nvPr>
            <p:custDataLst>
              <p:tags r:id="rId2"/>
            </p:custDataLst>
          </p:nvPr>
        </p:nvGrpSpPr>
        <p:grpSpPr>
          <a:xfrm>
            <a:off x="1104900" y="3987800"/>
            <a:ext cx="1822051" cy="521390"/>
            <a:chOff x="5747046" y="5475487"/>
            <a:chExt cx="1822051" cy="521390"/>
          </a:xfrm>
        </p:grpSpPr>
        <p:sp>
          <p:nvSpPr>
            <p:cNvPr id="3382" name="Freeform: Shape 3381">
              <a:extLst>
                <a:ext uri="{FF2B5EF4-FFF2-40B4-BE49-F238E27FC236}">
                  <a16:creationId xmlns:a16="http://schemas.microsoft.com/office/drawing/2014/main" id="{C91C8D12-BBDA-2A10-FD36-0D579AC7C3CC}"/>
                </a:ext>
              </a:extLst>
            </p:cNvPr>
            <p:cNvSpPr/>
            <p:nvPr>
              <p:custDataLst>
                <p:tags r:id="rId81"/>
              </p:custDataLst>
            </p:nvPr>
          </p:nvSpPr>
          <p:spPr>
            <a:xfrm>
              <a:off x="5805151" y="5475487"/>
              <a:ext cx="124495" cy="172128"/>
            </a:xfrm>
            <a:custGeom>
              <a:avLst/>
              <a:gdLst>
                <a:gd name="connsiteX0" fmla="*/ 100315 w 124495"/>
                <a:gd name="connsiteY0" fmla="*/ 88001 h 172128"/>
                <a:gd name="connsiteX1" fmla="*/ 69782 w 124495"/>
                <a:gd name="connsiteY1" fmla="*/ 60479 h 172128"/>
                <a:gd name="connsiteX2" fmla="*/ 21499 w 124495"/>
                <a:gd name="connsiteY2" fmla="*/ 82403 h 172128"/>
                <a:gd name="connsiteX3" fmla="*/ 197 w 124495"/>
                <a:gd name="connsiteY3" fmla="*/ 130683 h 172128"/>
                <a:gd name="connsiteX4" fmla="*/ 43747 w 124495"/>
                <a:gd name="connsiteY4" fmla="*/ 172199 h 172128"/>
                <a:gd name="connsiteX5" fmla="*/ 124693 w 124495"/>
                <a:gd name="connsiteY5" fmla="*/ 60479 h 172128"/>
                <a:gd name="connsiteX6" fmla="*/ 73569 w 124495"/>
                <a:gd name="connsiteY6" fmla="*/ 71 h 172128"/>
                <a:gd name="connsiteX7" fmla="*/ 28363 w 124495"/>
                <a:gd name="connsiteY7" fmla="*/ 36922 h 172128"/>
                <a:gd name="connsiteX8" fmla="*/ 37357 w 124495"/>
                <a:gd name="connsiteY8" fmla="*/ 45085 h 172128"/>
                <a:gd name="connsiteX9" fmla="*/ 50138 w 124495"/>
                <a:gd name="connsiteY9" fmla="*/ 32724 h 172128"/>
                <a:gd name="connsiteX10" fmla="*/ 39014 w 124495"/>
                <a:gd name="connsiteY10" fmla="*/ 24561 h 172128"/>
                <a:gd name="connsiteX11" fmla="*/ 73096 w 124495"/>
                <a:gd name="connsiteY11" fmla="*/ 5902 h 172128"/>
                <a:gd name="connsiteX12" fmla="*/ 106942 w 124495"/>
                <a:gd name="connsiteY12" fmla="*/ 48117 h 172128"/>
                <a:gd name="connsiteX13" fmla="*/ 100551 w 124495"/>
                <a:gd name="connsiteY13" fmla="*/ 88001 h 172128"/>
                <a:gd name="connsiteX14" fmla="*/ 100315 w 124495"/>
                <a:gd name="connsiteY14" fmla="*/ 88001 h 172128"/>
                <a:gd name="connsiteX15" fmla="*/ 44457 w 124495"/>
                <a:gd name="connsiteY15" fmla="*/ 165669 h 172128"/>
                <a:gd name="connsiteX16" fmla="*/ 18422 w 124495"/>
                <a:gd name="connsiteY16" fmla="*/ 139313 h 172128"/>
                <a:gd name="connsiteX17" fmla="*/ 34043 w 124495"/>
                <a:gd name="connsiteY17" fmla="*/ 86368 h 172128"/>
                <a:gd name="connsiteX18" fmla="*/ 69782 w 124495"/>
                <a:gd name="connsiteY18" fmla="*/ 65610 h 172128"/>
                <a:gd name="connsiteX19" fmla="*/ 96054 w 124495"/>
                <a:gd name="connsiteY19" fmla="*/ 96397 h 172128"/>
                <a:gd name="connsiteX20" fmla="*/ 44457 w 124495"/>
                <a:gd name="connsiteY20" fmla="*/ 165669 h 17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4495" h="172128">
                  <a:moveTo>
                    <a:pt x="100315" y="88001"/>
                  </a:moveTo>
                  <a:cubicBezTo>
                    <a:pt x="97948" y="73540"/>
                    <a:pt x="88244" y="60479"/>
                    <a:pt x="69782" y="60479"/>
                  </a:cubicBezTo>
                  <a:cubicBezTo>
                    <a:pt x="55345" y="60479"/>
                    <a:pt x="39960" y="64211"/>
                    <a:pt x="21499" y="82403"/>
                  </a:cubicBezTo>
                  <a:cubicBezTo>
                    <a:pt x="1854" y="101762"/>
                    <a:pt x="197" y="123453"/>
                    <a:pt x="197" y="130683"/>
                  </a:cubicBezTo>
                  <a:cubicBezTo>
                    <a:pt x="197" y="145144"/>
                    <a:pt x="10612" y="172199"/>
                    <a:pt x="43747" y="172199"/>
                  </a:cubicBezTo>
                  <a:cubicBezTo>
                    <a:pt x="100078" y="172199"/>
                    <a:pt x="124693" y="93832"/>
                    <a:pt x="124693" y="60479"/>
                  </a:cubicBezTo>
                  <a:cubicBezTo>
                    <a:pt x="124693" y="23394"/>
                    <a:pt x="102681" y="71"/>
                    <a:pt x="73569" y="71"/>
                  </a:cubicBezTo>
                  <a:cubicBezTo>
                    <a:pt x="39250" y="71"/>
                    <a:pt x="28363" y="30391"/>
                    <a:pt x="28363" y="36922"/>
                  </a:cubicBezTo>
                  <a:cubicBezTo>
                    <a:pt x="28363" y="40187"/>
                    <a:pt x="30256" y="45085"/>
                    <a:pt x="37357" y="45085"/>
                  </a:cubicBezTo>
                  <a:cubicBezTo>
                    <a:pt x="45167" y="45085"/>
                    <a:pt x="50138" y="38088"/>
                    <a:pt x="50138" y="32724"/>
                  </a:cubicBezTo>
                  <a:cubicBezTo>
                    <a:pt x="50138" y="24561"/>
                    <a:pt x="42800" y="24561"/>
                    <a:pt x="39014" y="24561"/>
                  </a:cubicBezTo>
                  <a:cubicBezTo>
                    <a:pt x="49428" y="7301"/>
                    <a:pt x="66232" y="5902"/>
                    <a:pt x="73096" y="5902"/>
                  </a:cubicBezTo>
                  <a:cubicBezTo>
                    <a:pt x="90374" y="5902"/>
                    <a:pt x="106942" y="18030"/>
                    <a:pt x="106942" y="48117"/>
                  </a:cubicBezTo>
                  <a:cubicBezTo>
                    <a:pt x="106942" y="57214"/>
                    <a:pt x="105522" y="69109"/>
                    <a:pt x="100551" y="88001"/>
                  </a:cubicBezTo>
                  <a:lnTo>
                    <a:pt x="100315" y="88001"/>
                  </a:lnTo>
                  <a:close/>
                  <a:moveTo>
                    <a:pt x="44457" y="165669"/>
                  </a:moveTo>
                  <a:cubicBezTo>
                    <a:pt x="18422" y="165669"/>
                    <a:pt x="18422" y="141645"/>
                    <a:pt x="18422" y="139313"/>
                  </a:cubicBezTo>
                  <a:cubicBezTo>
                    <a:pt x="18422" y="133016"/>
                    <a:pt x="24339" y="100362"/>
                    <a:pt x="34043" y="86368"/>
                  </a:cubicBezTo>
                  <a:cubicBezTo>
                    <a:pt x="43511" y="73074"/>
                    <a:pt x="55108" y="65610"/>
                    <a:pt x="69782" y="65610"/>
                  </a:cubicBezTo>
                  <a:cubicBezTo>
                    <a:pt x="95581" y="65610"/>
                    <a:pt x="96054" y="91733"/>
                    <a:pt x="96054" y="96397"/>
                  </a:cubicBezTo>
                  <a:cubicBezTo>
                    <a:pt x="96054" y="113190"/>
                    <a:pt x="80907" y="165669"/>
                    <a:pt x="44457" y="16566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83" name="Freeform: Shape 3382">
              <a:extLst>
                <a:ext uri="{FF2B5EF4-FFF2-40B4-BE49-F238E27FC236}">
                  <a16:creationId xmlns:a16="http://schemas.microsoft.com/office/drawing/2014/main" id="{046A3937-3F28-3A97-89A6-E4791F782A47}"/>
                </a:ext>
              </a:extLst>
            </p:cNvPr>
            <p:cNvSpPr/>
            <p:nvPr>
              <p:custDataLst>
                <p:tags r:id="rId82"/>
              </p:custDataLst>
            </p:nvPr>
          </p:nvSpPr>
          <p:spPr>
            <a:xfrm>
              <a:off x="5941589" y="5539394"/>
              <a:ext cx="128282" cy="153469"/>
            </a:xfrm>
            <a:custGeom>
              <a:avLst/>
              <a:gdLst>
                <a:gd name="connsiteX0" fmla="*/ 47777 w 128282"/>
                <a:gd name="connsiteY0" fmla="*/ 21295 h 153469"/>
                <a:gd name="connsiteX1" fmla="*/ 51327 w 128282"/>
                <a:gd name="connsiteY1" fmla="*/ 6368 h 153469"/>
                <a:gd name="connsiteX2" fmla="*/ 44463 w 128282"/>
                <a:gd name="connsiteY2" fmla="*/ 71 h 153469"/>
                <a:gd name="connsiteX3" fmla="*/ 34996 w 128282"/>
                <a:gd name="connsiteY3" fmla="*/ 8467 h 153469"/>
                <a:gd name="connsiteX4" fmla="*/ 913 w 128282"/>
                <a:gd name="connsiteY4" fmla="*/ 143511 h 153469"/>
                <a:gd name="connsiteX5" fmla="*/ 203 w 128282"/>
                <a:gd name="connsiteY5" fmla="*/ 147243 h 153469"/>
                <a:gd name="connsiteX6" fmla="*/ 6830 w 128282"/>
                <a:gd name="connsiteY6" fmla="*/ 153540 h 153469"/>
                <a:gd name="connsiteX7" fmla="*/ 15114 w 128282"/>
                <a:gd name="connsiteY7" fmla="*/ 148642 h 153469"/>
                <a:gd name="connsiteX8" fmla="*/ 28132 w 128282"/>
                <a:gd name="connsiteY8" fmla="*/ 98497 h 153469"/>
                <a:gd name="connsiteX9" fmla="*/ 51090 w 128282"/>
                <a:gd name="connsiteY9" fmla="*/ 105727 h 153469"/>
                <a:gd name="connsiteX10" fmla="*/ 82569 w 128282"/>
                <a:gd name="connsiteY10" fmla="*/ 88701 h 153469"/>
                <a:gd name="connsiteX11" fmla="*/ 103871 w 128282"/>
                <a:gd name="connsiteY11" fmla="*/ 105727 h 153469"/>
                <a:gd name="connsiteX12" fmla="*/ 121385 w 128282"/>
                <a:gd name="connsiteY12" fmla="*/ 92899 h 153469"/>
                <a:gd name="connsiteX13" fmla="*/ 128486 w 128282"/>
                <a:gd name="connsiteY13" fmla="*/ 69808 h 153469"/>
                <a:gd name="connsiteX14" fmla="*/ 125646 w 128282"/>
                <a:gd name="connsiteY14" fmla="*/ 67476 h 153469"/>
                <a:gd name="connsiteX15" fmla="*/ 122332 w 128282"/>
                <a:gd name="connsiteY15" fmla="*/ 71674 h 153469"/>
                <a:gd name="connsiteX16" fmla="*/ 104344 w 128282"/>
                <a:gd name="connsiteY16" fmla="*/ 100596 h 153469"/>
                <a:gd name="connsiteX17" fmla="*/ 97244 w 128282"/>
                <a:gd name="connsiteY17" fmla="*/ 89867 h 153469"/>
                <a:gd name="connsiteX18" fmla="*/ 101977 w 128282"/>
                <a:gd name="connsiteY18" fmla="*/ 65610 h 153469"/>
                <a:gd name="connsiteX19" fmla="*/ 108604 w 128282"/>
                <a:gd name="connsiteY19" fmla="*/ 40421 h 153469"/>
                <a:gd name="connsiteX20" fmla="*/ 112628 w 128282"/>
                <a:gd name="connsiteY20" fmla="*/ 24561 h 153469"/>
                <a:gd name="connsiteX21" fmla="*/ 116178 w 128282"/>
                <a:gd name="connsiteY21" fmla="*/ 8934 h 153469"/>
                <a:gd name="connsiteX22" fmla="*/ 109314 w 128282"/>
                <a:gd name="connsiteY22" fmla="*/ 2636 h 153469"/>
                <a:gd name="connsiteX23" fmla="*/ 100084 w 128282"/>
                <a:gd name="connsiteY23" fmla="*/ 10800 h 153469"/>
                <a:gd name="connsiteX24" fmla="*/ 88960 w 128282"/>
                <a:gd name="connsiteY24" fmla="*/ 54415 h 153469"/>
                <a:gd name="connsiteX25" fmla="*/ 82806 w 128282"/>
                <a:gd name="connsiteY25" fmla="*/ 78205 h 153469"/>
                <a:gd name="connsiteX26" fmla="*/ 52037 w 128282"/>
                <a:gd name="connsiteY26" fmla="*/ 100596 h 153469"/>
                <a:gd name="connsiteX27" fmla="*/ 34522 w 128282"/>
                <a:gd name="connsiteY27" fmla="*/ 80304 h 153469"/>
                <a:gd name="connsiteX28" fmla="*/ 37836 w 128282"/>
                <a:gd name="connsiteY28" fmla="*/ 60479 h 153469"/>
                <a:gd name="connsiteX29" fmla="*/ 47777 w 128282"/>
                <a:gd name="connsiteY29" fmla="*/ 21295 h 15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8282" h="153469">
                  <a:moveTo>
                    <a:pt x="47777" y="21295"/>
                  </a:moveTo>
                  <a:cubicBezTo>
                    <a:pt x="48960" y="16397"/>
                    <a:pt x="51327" y="7534"/>
                    <a:pt x="51327" y="6368"/>
                  </a:cubicBezTo>
                  <a:cubicBezTo>
                    <a:pt x="51327" y="2403"/>
                    <a:pt x="48487" y="71"/>
                    <a:pt x="44463" y="71"/>
                  </a:cubicBezTo>
                  <a:cubicBezTo>
                    <a:pt x="43753" y="71"/>
                    <a:pt x="37126" y="304"/>
                    <a:pt x="34996" y="8467"/>
                  </a:cubicBezTo>
                  <a:lnTo>
                    <a:pt x="913" y="143511"/>
                  </a:lnTo>
                  <a:cubicBezTo>
                    <a:pt x="203" y="146310"/>
                    <a:pt x="203" y="146777"/>
                    <a:pt x="203" y="147243"/>
                  </a:cubicBezTo>
                  <a:cubicBezTo>
                    <a:pt x="203" y="150742"/>
                    <a:pt x="2807" y="153540"/>
                    <a:pt x="6830" y="153540"/>
                  </a:cubicBezTo>
                  <a:cubicBezTo>
                    <a:pt x="11801" y="153540"/>
                    <a:pt x="14641" y="149342"/>
                    <a:pt x="15114" y="148642"/>
                  </a:cubicBezTo>
                  <a:cubicBezTo>
                    <a:pt x="16061" y="146543"/>
                    <a:pt x="19138" y="134415"/>
                    <a:pt x="28132" y="98497"/>
                  </a:cubicBezTo>
                  <a:cubicBezTo>
                    <a:pt x="35706" y="104794"/>
                    <a:pt x="46357" y="105727"/>
                    <a:pt x="51090" y="105727"/>
                  </a:cubicBezTo>
                  <a:cubicBezTo>
                    <a:pt x="67658" y="105727"/>
                    <a:pt x="76889" y="95231"/>
                    <a:pt x="82569" y="88701"/>
                  </a:cubicBezTo>
                  <a:cubicBezTo>
                    <a:pt x="84699" y="99196"/>
                    <a:pt x="93457" y="105727"/>
                    <a:pt x="103871" y="105727"/>
                  </a:cubicBezTo>
                  <a:cubicBezTo>
                    <a:pt x="112155" y="105727"/>
                    <a:pt x="117598" y="100362"/>
                    <a:pt x="121385" y="92899"/>
                  </a:cubicBezTo>
                  <a:cubicBezTo>
                    <a:pt x="125409" y="84502"/>
                    <a:pt x="128486" y="70275"/>
                    <a:pt x="128486" y="69808"/>
                  </a:cubicBezTo>
                  <a:cubicBezTo>
                    <a:pt x="128486" y="67476"/>
                    <a:pt x="126356" y="67476"/>
                    <a:pt x="125646" y="67476"/>
                  </a:cubicBezTo>
                  <a:cubicBezTo>
                    <a:pt x="123279" y="67476"/>
                    <a:pt x="123042" y="68409"/>
                    <a:pt x="122332" y="71674"/>
                  </a:cubicBezTo>
                  <a:cubicBezTo>
                    <a:pt x="118308" y="86835"/>
                    <a:pt x="114048" y="100596"/>
                    <a:pt x="104344" y="100596"/>
                  </a:cubicBezTo>
                  <a:cubicBezTo>
                    <a:pt x="97954" y="100596"/>
                    <a:pt x="97244" y="94532"/>
                    <a:pt x="97244" y="89867"/>
                  </a:cubicBezTo>
                  <a:cubicBezTo>
                    <a:pt x="97244" y="84736"/>
                    <a:pt x="100084" y="73773"/>
                    <a:pt x="101977" y="65610"/>
                  </a:cubicBezTo>
                  <a:lnTo>
                    <a:pt x="108604" y="40421"/>
                  </a:lnTo>
                  <a:cubicBezTo>
                    <a:pt x="109314" y="36922"/>
                    <a:pt x="111681" y="28059"/>
                    <a:pt x="112628" y="24561"/>
                  </a:cubicBezTo>
                  <a:cubicBezTo>
                    <a:pt x="113811" y="19196"/>
                    <a:pt x="116178" y="10333"/>
                    <a:pt x="116178" y="8934"/>
                  </a:cubicBezTo>
                  <a:cubicBezTo>
                    <a:pt x="116178" y="4735"/>
                    <a:pt x="112865" y="2636"/>
                    <a:pt x="109314" y="2636"/>
                  </a:cubicBezTo>
                  <a:cubicBezTo>
                    <a:pt x="108131" y="2636"/>
                    <a:pt x="101977" y="2870"/>
                    <a:pt x="100084" y="10800"/>
                  </a:cubicBezTo>
                  <a:lnTo>
                    <a:pt x="88960" y="54415"/>
                  </a:lnTo>
                  <a:cubicBezTo>
                    <a:pt x="86119" y="66077"/>
                    <a:pt x="83516" y="75873"/>
                    <a:pt x="82806" y="78205"/>
                  </a:cubicBezTo>
                  <a:cubicBezTo>
                    <a:pt x="82569" y="79371"/>
                    <a:pt x="71208" y="100596"/>
                    <a:pt x="52037" y="100596"/>
                  </a:cubicBezTo>
                  <a:cubicBezTo>
                    <a:pt x="40203" y="100596"/>
                    <a:pt x="34522" y="92899"/>
                    <a:pt x="34522" y="80304"/>
                  </a:cubicBezTo>
                  <a:cubicBezTo>
                    <a:pt x="34522" y="73540"/>
                    <a:pt x="36179" y="67010"/>
                    <a:pt x="37836" y="60479"/>
                  </a:cubicBezTo>
                  <a:lnTo>
                    <a:pt x="47777" y="2129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84" name="Freeform: Shape 3383">
              <a:extLst>
                <a:ext uri="{FF2B5EF4-FFF2-40B4-BE49-F238E27FC236}">
                  <a16:creationId xmlns:a16="http://schemas.microsoft.com/office/drawing/2014/main" id="{9BAB355B-F5AD-E958-F16A-D747B13A06A8}"/>
                </a:ext>
              </a:extLst>
            </p:cNvPr>
            <p:cNvSpPr/>
            <p:nvPr>
              <p:custDataLst>
                <p:tags r:id="rId83"/>
              </p:custDataLst>
            </p:nvPr>
          </p:nvSpPr>
          <p:spPr>
            <a:xfrm>
              <a:off x="6084889" y="5605469"/>
              <a:ext cx="101229" cy="73632"/>
            </a:xfrm>
            <a:custGeom>
              <a:avLst/>
              <a:gdLst>
                <a:gd name="connsiteX0" fmla="*/ 12635 w 101229"/>
                <a:gd name="connsiteY0" fmla="*/ 61787 h 73632"/>
                <a:gd name="connsiteX1" fmla="*/ 10978 w 101229"/>
                <a:gd name="connsiteY1" fmla="*/ 68481 h 73632"/>
                <a:gd name="connsiteX2" fmla="*/ 16611 w 101229"/>
                <a:gd name="connsiteY2" fmla="*/ 73705 h 73632"/>
                <a:gd name="connsiteX3" fmla="*/ 23073 w 101229"/>
                <a:gd name="connsiteY3" fmla="*/ 70113 h 73632"/>
                <a:gd name="connsiteX4" fmla="*/ 26055 w 101229"/>
                <a:gd name="connsiteY4" fmla="*/ 59991 h 73632"/>
                <a:gd name="connsiteX5" fmla="*/ 29700 w 101229"/>
                <a:gd name="connsiteY5" fmla="*/ 45297 h 73632"/>
                <a:gd name="connsiteX6" fmla="*/ 32517 w 101229"/>
                <a:gd name="connsiteY6" fmla="*/ 34358 h 73632"/>
                <a:gd name="connsiteX7" fmla="*/ 39475 w 101229"/>
                <a:gd name="connsiteY7" fmla="*/ 19664 h 73632"/>
                <a:gd name="connsiteX8" fmla="*/ 64327 w 101229"/>
                <a:gd name="connsiteY8" fmla="*/ 4644 h 73632"/>
                <a:gd name="connsiteX9" fmla="*/ 74102 w 101229"/>
                <a:gd name="connsiteY9" fmla="*/ 16072 h 73632"/>
                <a:gd name="connsiteX10" fmla="*/ 64327 w 101229"/>
                <a:gd name="connsiteY10" fmla="*/ 50848 h 73632"/>
                <a:gd name="connsiteX11" fmla="*/ 61842 w 101229"/>
                <a:gd name="connsiteY11" fmla="*/ 59664 h 73632"/>
                <a:gd name="connsiteX12" fmla="*/ 77581 w 101229"/>
                <a:gd name="connsiteY12" fmla="*/ 73705 h 73632"/>
                <a:gd name="connsiteX13" fmla="*/ 101439 w 101229"/>
                <a:gd name="connsiteY13" fmla="*/ 48725 h 73632"/>
                <a:gd name="connsiteX14" fmla="*/ 98788 w 101229"/>
                <a:gd name="connsiteY14" fmla="*/ 46603 h 73632"/>
                <a:gd name="connsiteX15" fmla="*/ 95640 w 101229"/>
                <a:gd name="connsiteY15" fmla="*/ 49378 h 73632"/>
                <a:gd name="connsiteX16" fmla="*/ 78078 w 101229"/>
                <a:gd name="connsiteY16" fmla="*/ 69134 h 73632"/>
                <a:gd name="connsiteX17" fmla="*/ 73936 w 101229"/>
                <a:gd name="connsiteY17" fmla="*/ 63419 h 73632"/>
                <a:gd name="connsiteX18" fmla="*/ 77747 w 101229"/>
                <a:gd name="connsiteY18" fmla="*/ 50195 h 73632"/>
                <a:gd name="connsiteX19" fmla="*/ 86528 w 101229"/>
                <a:gd name="connsiteY19" fmla="*/ 18684 h 73632"/>
                <a:gd name="connsiteX20" fmla="*/ 64990 w 101229"/>
                <a:gd name="connsiteY20" fmla="*/ 72 h 73632"/>
                <a:gd name="connsiteX21" fmla="*/ 36990 w 101229"/>
                <a:gd name="connsiteY21" fmla="*/ 14929 h 73632"/>
                <a:gd name="connsiteX22" fmla="*/ 19262 w 101229"/>
                <a:gd name="connsiteY22" fmla="*/ 72 h 73632"/>
                <a:gd name="connsiteX23" fmla="*/ 6174 w 101229"/>
                <a:gd name="connsiteY23" fmla="*/ 8889 h 73632"/>
                <a:gd name="connsiteX24" fmla="*/ 209 w 101229"/>
                <a:gd name="connsiteY24" fmla="*/ 25052 h 73632"/>
                <a:gd name="connsiteX25" fmla="*/ 3026 w 101229"/>
                <a:gd name="connsiteY25" fmla="*/ 27174 h 73632"/>
                <a:gd name="connsiteX26" fmla="*/ 6671 w 101229"/>
                <a:gd name="connsiteY26" fmla="*/ 22276 h 73632"/>
                <a:gd name="connsiteX27" fmla="*/ 18765 w 101229"/>
                <a:gd name="connsiteY27" fmla="*/ 4644 h 73632"/>
                <a:gd name="connsiteX28" fmla="*/ 24233 w 101229"/>
                <a:gd name="connsiteY28" fmla="*/ 12644 h 73632"/>
                <a:gd name="connsiteX29" fmla="*/ 21582 w 101229"/>
                <a:gd name="connsiteY29" fmla="*/ 26195 h 73632"/>
                <a:gd name="connsiteX30" fmla="*/ 17937 w 101229"/>
                <a:gd name="connsiteY30" fmla="*/ 40889 h 73632"/>
                <a:gd name="connsiteX31" fmla="*/ 12635 w 101229"/>
                <a:gd name="connsiteY31" fmla="*/ 61787 h 7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229" h="73632">
                  <a:moveTo>
                    <a:pt x="12635" y="61787"/>
                  </a:moveTo>
                  <a:cubicBezTo>
                    <a:pt x="11972" y="63909"/>
                    <a:pt x="10978" y="67991"/>
                    <a:pt x="10978" y="68481"/>
                  </a:cubicBezTo>
                  <a:cubicBezTo>
                    <a:pt x="10978" y="72072"/>
                    <a:pt x="13961" y="73705"/>
                    <a:pt x="16611" y="73705"/>
                  </a:cubicBezTo>
                  <a:cubicBezTo>
                    <a:pt x="19594" y="73705"/>
                    <a:pt x="22245" y="71583"/>
                    <a:pt x="23073" y="70113"/>
                  </a:cubicBezTo>
                  <a:cubicBezTo>
                    <a:pt x="23901" y="68644"/>
                    <a:pt x="25227" y="63419"/>
                    <a:pt x="26055" y="59991"/>
                  </a:cubicBezTo>
                  <a:cubicBezTo>
                    <a:pt x="26884" y="56889"/>
                    <a:pt x="28706" y="49378"/>
                    <a:pt x="29700" y="45297"/>
                  </a:cubicBezTo>
                  <a:cubicBezTo>
                    <a:pt x="30694" y="41705"/>
                    <a:pt x="31688" y="38113"/>
                    <a:pt x="32517" y="34358"/>
                  </a:cubicBezTo>
                  <a:cubicBezTo>
                    <a:pt x="34339" y="27664"/>
                    <a:pt x="34670" y="26358"/>
                    <a:pt x="39475" y="19664"/>
                  </a:cubicBezTo>
                  <a:cubicBezTo>
                    <a:pt x="44114" y="13133"/>
                    <a:pt x="51901" y="4644"/>
                    <a:pt x="64327" y="4644"/>
                  </a:cubicBezTo>
                  <a:cubicBezTo>
                    <a:pt x="73936" y="4644"/>
                    <a:pt x="74102" y="12970"/>
                    <a:pt x="74102" y="16072"/>
                  </a:cubicBezTo>
                  <a:cubicBezTo>
                    <a:pt x="74102" y="25868"/>
                    <a:pt x="66978" y="43991"/>
                    <a:pt x="64327" y="50848"/>
                  </a:cubicBezTo>
                  <a:cubicBezTo>
                    <a:pt x="62504" y="55419"/>
                    <a:pt x="61842" y="56889"/>
                    <a:pt x="61842" y="59664"/>
                  </a:cubicBezTo>
                  <a:cubicBezTo>
                    <a:pt x="61842" y="68317"/>
                    <a:pt x="69132" y="73705"/>
                    <a:pt x="77581" y="73705"/>
                  </a:cubicBezTo>
                  <a:cubicBezTo>
                    <a:pt x="94149" y="73705"/>
                    <a:pt x="101439" y="51174"/>
                    <a:pt x="101439" y="48725"/>
                  </a:cubicBezTo>
                  <a:cubicBezTo>
                    <a:pt x="101439" y="46603"/>
                    <a:pt x="99285" y="46603"/>
                    <a:pt x="98788" y="46603"/>
                  </a:cubicBezTo>
                  <a:cubicBezTo>
                    <a:pt x="96468" y="46603"/>
                    <a:pt x="96303" y="47583"/>
                    <a:pt x="95640" y="49378"/>
                  </a:cubicBezTo>
                  <a:cubicBezTo>
                    <a:pt x="91829" y="62440"/>
                    <a:pt x="84705" y="69134"/>
                    <a:pt x="78078" y="69134"/>
                  </a:cubicBezTo>
                  <a:cubicBezTo>
                    <a:pt x="74599" y="69134"/>
                    <a:pt x="73936" y="66848"/>
                    <a:pt x="73936" y="63419"/>
                  </a:cubicBezTo>
                  <a:cubicBezTo>
                    <a:pt x="73936" y="59664"/>
                    <a:pt x="74765" y="57542"/>
                    <a:pt x="77747" y="50195"/>
                  </a:cubicBezTo>
                  <a:cubicBezTo>
                    <a:pt x="79735" y="45134"/>
                    <a:pt x="86528" y="27827"/>
                    <a:pt x="86528" y="18684"/>
                  </a:cubicBezTo>
                  <a:cubicBezTo>
                    <a:pt x="86528" y="2848"/>
                    <a:pt x="73771" y="72"/>
                    <a:pt x="64990" y="72"/>
                  </a:cubicBezTo>
                  <a:cubicBezTo>
                    <a:pt x="51238" y="72"/>
                    <a:pt x="41960" y="8399"/>
                    <a:pt x="36990" y="14929"/>
                  </a:cubicBezTo>
                  <a:cubicBezTo>
                    <a:pt x="35830" y="3664"/>
                    <a:pt x="26055" y="72"/>
                    <a:pt x="19262" y="72"/>
                  </a:cubicBezTo>
                  <a:cubicBezTo>
                    <a:pt x="12138" y="72"/>
                    <a:pt x="8328" y="5133"/>
                    <a:pt x="6174" y="8889"/>
                  </a:cubicBezTo>
                  <a:cubicBezTo>
                    <a:pt x="2529" y="14929"/>
                    <a:pt x="209" y="24236"/>
                    <a:pt x="209" y="25052"/>
                  </a:cubicBezTo>
                  <a:cubicBezTo>
                    <a:pt x="209" y="27174"/>
                    <a:pt x="2529" y="27174"/>
                    <a:pt x="3026" y="27174"/>
                  </a:cubicBezTo>
                  <a:cubicBezTo>
                    <a:pt x="5345" y="27174"/>
                    <a:pt x="5511" y="26684"/>
                    <a:pt x="6671" y="22276"/>
                  </a:cubicBezTo>
                  <a:cubicBezTo>
                    <a:pt x="9156" y="12644"/>
                    <a:pt x="12304" y="4644"/>
                    <a:pt x="18765" y="4644"/>
                  </a:cubicBezTo>
                  <a:cubicBezTo>
                    <a:pt x="23073" y="4644"/>
                    <a:pt x="24233" y="8235"/>
                    <a:pt x="24233" y="12644"/>
                  </a:cubicBezTo>
                  <a:cubicBezTo>
                    <a:pt x="24233" y="15746"/>
                    <a:pt x="22742" y="21787"/>
                    <a:pt x="21582" y="26195"/>
                  </a:cubicBezTo>
                  <a:cubicBezTo>
                    <a:pt x="20422" y="30603"/>
                    <a:pt x="18765" y="37297"/>
                    <a:pt x="17937" y="40889"/>
                  </a:cubicBezTo>
                  <a:lnTo>
                    <a:pt x="12635" y="6178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85" name="Freeform: Shape 3384">
              <a:extLst>
                <a:ext uri="{FF2B5EF4-FFF2-40B4-BE49-F238E27FC236}">
                  <a16:creationId xmlns:a16="http://schemas.microsoft.com/office/drawing/2014/main" id="{AC474B00-04F4-812B-6986-615741B23A33}"/>
                </a:ext>
              </a:extLst>
            </p:cNvPr>
            <p:cNvSpPr/>
            <p:nvPr>
              <p:custDataLst>
                <p:tags r:id="rId84"/>
              </p:custDataLst>
            </p:nvPr>
          </p:nvSpPr>
          <p:spPr>
            <a:xfrm>
              <a:off x="5747046" y="5737297"/>
              <a:ext cx="507528" cy="9328"/>
            </a:xfrm>
            <a:custGeom>
              <a:avLst/>
              <a:gdLst>
                <a:gd name="connsiteX0" fmla="*/ 0 w 507528"/>
                <a:gd name="connsiteY0" fmla="*/ 0 h 9328"/>
                <a:gd name="connsiteX1" fmla="*/ 507528 w 507528"/>
                <a:gd name="connsiteY1" fmla="*/ 0 h 9328"/>
                <a:gd name="connsiteX2" fmla="*/ 507528 w 507528"/>
                <a:gd name="connsiteY2" fmla="*/ 9329 h 9328"/>
                <a:gd name="connsiteX3" fmla="*/ 0 w 507528"/>
                <a:gd name="connsiteY3" fmla="*/ 9329 h 9328"/>
              </a:gdLst>
              <a:ahLst/>
              <a:cxnLst>
                <a:cxn ang="0">
                  <a:pos x="connsiteX0" y="connsiteY0"/>
                </a:cxn>
                <a:cxn ang="0">
                  <a:pos x="connsiteX1" y="connsiteY1"/>
                </a:cxn>
                <a:cxn ang="0">
                  <a:pos x="connsiteX2" y="connsiteY2"/>
                </a:cxn>
                <a:cxn ang="0">
                  <a:pos x="connsiteX3" y="connsiteY3"/>
                </a:cxn>
              </a:cxnLst>
              <a:rect l="l" t="t" r="r" b="b"/>
              <a:pathLst>
                <a:path w="507528" h="9328">
                  <a:moveTo>
                    <a:pt x="0" y="0"/>
                  </a:moveTo>
                  <a:lnTo>
                    <a:pt x="507528" y="0"/>
                  </a:lnTo>
                  <a:lnTo>
                    <a:pt x="507528" y="9329"/>
                  </a:lnTo>
                  <a:lnTo>
                    <a:pt x="0" y="932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86" name="Freeform: Shape 3385">
              <a:extLst>
                <a:ext uri="{FF2B5EF4-FFF2-40B4-BE49-F238E27FC236}">
                  <a16:creationId xmlns:a16="http://schemas.microsoft.com/office/drawing/2014/main" id="{4645FD1C-6DD9-0585-2788-914B81EFEAC1}"/>
                </a:ext>
              </a:extLst>
            </p:cNvPr>
            <p:cNvSpPr/>
            <p:nvPr>
              <p:custDataLst>
                <p:tags r:id="rId85"/>
              </p:custDataLst>
            </p:nvPr>
          </p:nvSpPr>
          <p:spPr>
            <a:xfrm>
              <a:off x="5756513" y="5793262"/>
              <a:ext cx="124495" cy="172128"/>
            </a:xfrm>
            <a:custGeom>
              <a:avLst/>
              <a:gdLst>
                <a:gd name="connsiteX0" fmla="*/ 100312 w 124495"/>
                <a:gd name="connsiteY0" fmla="*/ 88014 h 172128"/>
                <a:gd name="connsiteX1" fmla="*/ 69780 w 124495"/>
                <a:gd name="connsiteY1" fmla="*/ 60493 h 172128"/>
                <a:gd name="connsiteX2" fmla="*/ 21497 w 124495"/>
                <a:gd name="connsiteY2" fmla="*/ 82417 h 172128"/>
                <a:gd name="connsiteX3" fmla="*/ 195 w 124495"/>
                <a:gd name="connsiteY3" fmla="*/ 130697 h 172128"/>
                <a:gd name="connsiteX4" fmla="*/ 43745 w 124495"/>
                <a:gd name="connsiteY4" fmla="*/ 172213 h 172128"/>
                <a:gd name="connsiteX5" fmla="*/ 124691 w 124495"/>
                <a:gd name="connsiteY5" fmla="*/ 60493 h 172128"/>
                <a:gd name="connsiteX6" fmla="*/ 73567 w 124495"/>
                <a:gd name="connsiteY6" fmla="*/ 84 h 172128"/>
                <a:gd name="connsiteX7" fmla="*/ 28361 w 124495"/>
                <a:gd name="connsiteY7" fmla="*/ 36936 h 172128"/>
                <a:gd name="connsiteX8" fmla="*/ 37355 w 124495"/>
                <a:gd name="connsiteY8" fmla="*/ 45099 h 172128"/>
                <a:gd name="connsiteX9" fmla="*/ 50136 w 124495"/>
                <a:gd name="connsiteY9" fmla="*/ 32737 h 172128"/>
                <a:gd name="connsiteX10" fmla="*/ 39011 w 124495"/>
                <a:gd name="connsiteY10" fmla="*/ 24574 h 172128"/>
                <a:gd name="connsiteX11" fmla="*/ 73094 w 124495"/>
                <a:gd name="connsiteY11" fmla="*/ 5915 h 172128"/>
                <a:gd name="connsiteX12" fmla="*/ 106940 w 124495"/>
                <a:gd name="connsiteY12" fmla="*/ 48131 h 172128"/>
                <a:gd name="connsiteX13" fmla="*/ 100549 w 124495"/>
                <a:gd name="connsiteY13" fmla="*/ 88014 h 172128"/>
                <a:gd name="connsiteX14" fmla="*/ 100312 w 124495"/>
                <a:gd name="connsiteY14" fmla="*/ 88014 h 172128"/>
                <a:gd name="connsiteX15" fmla="*/ 44455 w 124495"/>
                <a:gd name="connsiteY15" fmla="*/ 165682 h 172128"/>
                <a:gd name="connsiteX16" fmla="*/ 18420 w 124495"/>
                <a:gd name="connsiteY16" fmla="*/ 139327 h 172128"/>
                <a:gd name="connsiteX17" fmla="*/ 34041 w 124495"/>
                <a:gd name="connsiteY17" fmla="*/ 86382 h 172128"/>
                <a:gd name="connsiteX18" fmla="*/ 69780 w 124495"/>
                <a:gd name="connsiteY18" fmla="*/ 65624 h 172128"/>
                <a:gd name="connsiteX19" fmla="*/ 96052 w 124495"/>
                <a:gd name="connsiteY19" fmla="*/ 96411 h 172128"/>
                <a:gd name="connsiteX20" fmla="*/ 44455 w 124495"/>
                <a:gd name="connsiteY20" fmla="*/ 165682 h 17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4495" h="172128">
                  <a:moveTo>
                    <a:pt x="100312" y="88014"/>
                  </a:moveTo>
                  <a:cubicBezTo>
                    <a:pt x="97946" y="73554"/>
                    <a:pt x="88242" y="60493"/>
                    <a:pt x="69780" y="60493"/>
                  </a:cubicBezTo>
                  <a:cubicBezTo>
                    <a:pt x="55343" y="60493"/>
                    <a:pt x="39958" y="64224"/>
                    <a:pt x="21497" y="82417"/>
                  </a:cubicBezTo>
                  <a:cubicBezTo>
                    <a:pt x="1852" y="101775"/>
                    <a:pt x="195" y="123466"/>
                    <a:pt x="195" y="130697"/>
                  </a:cubicBezTo>
                  <a:cubicBezTo>
                    <a:pt x="195" y="145158"/>
                    <a:pt x="10609" y="172213"/>
                    <a:pt x="43745" y="172213"/>
                  </a:cubicBezTo>
                  <a:cubicBezTo>
                    <a:pt x="100076" y="172213"/>
                    <a:pt x="124691" y="93845"/>
                    <a:pt x="124691" y="60493"/>
                  </a:cubicBezTo>
                  <a:cubicBezTo>
                    <a:pt x="124691" y="23408"/>
                    <a:pt x="102679" y="84"/>
                    <a:pt x="73567" y="84"/>
                  </a:cubicBezTo>
                  <a:cubicBezTo>
                    <a:pt x="39248" y="84"/>
                    <a:pt x="28361" y="30405"/>
                    <a:pt x="28361" y="36936"/>
                  </a:cubicBezTo>
                  <a:cubicBezTo>
                    <a:pt x="28361" y="40201"/>
                    <a:pt x="30254" y="45099"/>
                    <a:pt x="37355" y="45099"/>
                  </a:cubicBezTo>
                  <a:cubicBezTo>
                    <a:pt x="45165" y="45099"/>
                    <a:pt x="50136" y="38102"/>
                    <a:pt x="50136" y="32737"/>
                  </a:cubicBezTo>
                  <a:cubicBezTo>
                    <a:pt x="50136" y="24574"/>
                    <a:pt x="42798" y="24574"/>
                    <a:pt x="39011" y="24574"/>
                  </a:cubicBezTo>
                  <a:cubicBezTo>
                    <a:pt x="49426" y="7315"/>
                    <a:pt x="66230" y="5915"/>
                    <a:pt x="73094" y="5915"/>
                  </a:cubicBezTo>
                  <a:cubicBezTo>
                    <a:pt x="90372" y="5915"/>
                    <a:pt x="106940" y="18043"/>
                    <a:pt x="106940" y="48131"/>
                  </a:cubicBezTo>
                  <a:cubicBezTo>
                    <a:pt x="106940" y="57227"/>
                    <a:pt x="105520" y="69122"/>
                    <a:pt x="100549" y="88014"/>
                  </a:cubicBezTo>
                  <a:lnTo>
                    <a:pt x="100312" y="88014"/>
                  </a:lnTo>
                  <a:close/>
                  <a:moveTo>
                    <a:pt x="44455" y="165682"/>
                  </a:moveTo>
                  <a:cubicBezTo>
                    <a:pt x="18420" y="165682"/>
                    <a:pt x="18420" y="141659"/>
                    <a:pt x="18420" y="139327"/>
                  </a:cubicBezTo>
                  <a:cubicBezTo>
                    <a:pt x="18420" y="133029"/>
                    <a:pt x="24337" y="100376"/>
                    <a:pt x="34041" y="86382"/>
                  </a:cubicBezTo>
                  <a:cubicBezTo>
                    <a:pt x="43508" y="73087"/>
                    <a:pt x="55106" y="65624"/>
                    <a:pt x="69780" y="65624"/>
                  </a:cubicBezTo>
                  <a:cubicBezTo>
                    <a:pt x="95579" y="65624"/>
                    <a:pt x="96052" y="91746"/>
                    <a:pt x="96052" y="96411"/>
                  </a:cubicBezTo>
                  <a:cubicBezTo>
                    <a:pt x="96052" y="113204"/>
                    <a:pt x="80904" y="165682"/>
                    <a:pt x="44455" y="16568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87" name="Freeform: Shape 3386">
              <a:extLst>
                <a:ext uri="{FF2B5EF4-FFF2-40B4-BE49-F238E27FC236}">
                  <a16:creationId xmlns:a16="http://schemas.microsoft.com/office/drawing/2014/main" id="{3FC52DF8-D686-6921-D0C8-2FD83C49F201}"/>
                </a:ext>
              </a:extLst>
            </p:cNvPr>
            <p:cNvSpPr/>
            <p:nvPr>
              <p:custDataLst>
                <p:tags r:id="rId86"/>
              </p:custDataLst>
            </p:nvPr>
          </p:nvSpPr>
          <p:spPr>
            <a:xfrm>
              <a:off x="5892715" y="5857169"/>
              <a:ext cx="117868" cy="105656"/>
            </a:xfrm>
            <a:custGeom>
              <a:avLst/>
              <a:gdLst>
                <a:gd name="connsiteX0" fmla="*/ 72390 w 117868"/>
                <a:gd name="connsiteY0" fmla="*/ 32737 h 105656"/>
                <a:gd name="connsiteX1" fmla="*/ 95821 w 117868"/>
                <a:gd name="connsiteY1" fmla="*/ 5215 h 105656"/>
                <a:gd name="connsiteX2" fmla="*/ 107656 w 117868"/>
                <a:gd name="connsiteY2" fmla="*/ 8248 h 105656"/>
                <a:gd name="connsiteX3" fmla="*/ 96295 w 117868"/>
                <a:gd name="connsiteY3" fmla="*/ 20842 h 105656"/>
                <a:gd name="connsiteX4" fmla="*/ 105289 w 117868"/>
                <a:gd name="connsiteY4" fmla="*/ 29006 h 105656"/>
                <a:gd name="connsiteX5" fmla="*/ 118070 w 117868"/>
                <a:gd name="connsiteY5" fmla="*/ 15478 h 105656"/>
                <a:gd name="connsiteX6" fmla="*/ 96058 w 117868"/>
                <a:gd name="connsiteY6" fmla="*/ 84 h 105656"/>
                <a:gd name="connsiteX7" fmla="*/ 71206 w 117868"/>
                <a:gd name="connsiteY7" fmla="*/ 17810 h 105656"/>
                <a:gd name="connsiteX8" fmla="*/ 45644 w 117868"/>
                <a:gd name="connsiteY8" fmla="*/ 84 h 105656"/>
                <a:gd name="connsiteX9" fmla="*/ 7538 w 117868"/>
                <a:gd name="connsiteY9" fmla="*/ 36003 h 105656"/>
                <a:gd name="connsiteX10" fmla="*/ 10379 w 117868"/>
                <a:gd name="connsiteY10" fmla="*/ 38335 h 105656"/>
                <a:gd name="connsiteX11" fmla="*/ 13455 w 117868"/>
                <a:gd name="connsiteY11" fmla="*/ 35769 h 105656"/>
                <a:gd name="connsiteX12" fmla="*/ 45171 w 117868"/>
                <a:gd name="connsiteY12" fmla="*/ 5215 h 105656"/>
                <a:gd name="connsiteX13" fmla="*/ 57952 w 117868"/>
                <a:gd name="connsiteY13" fmla="*/ 20842 h 105656"/>
                <a:gd name="connsiteX14" fmla="*/ 45171 w 117868"/>
                <a:gd name="connsiteY14" fmla="*/ 76353 h 105656"/>
                <a:gd name="connsiteX15" fmla="*/ 22686 w 117868"/>
                <a:gd name="connsiteY15" fmla="*/ 100609 h 105656"/>
                <a:gd name="connsiteX16" fmla="*/ 10852 w 117868"/>
                <a:gd name="connsiteY16" fmla="*/ 97577 h 105656"/>
                <a:gd name="connsiteX17" fmla="*/ 21976 w 117868"/>
                <a:gd name="connsiteY17" fmla="*/ 84982 h 105656"/>
                <a:gd name="connsiteX18" fmla="*/ 13219 w 117868"/>
                <a:gd name="connsiteY18" fmla="*/ 76819 h 105656"/>
                <a:gd name="connsiteX19" fmla="*/ 201 w 117868"/>
                <a:gd name="connsiteY19" fmla="*/ 90347 h 105656"/>
                <a:gd name="connsiteX20" fmla="*/ 22449 w 117868"/>
                <a:gd name="connsiteY20" fmla="*/ 105740 h 105656"/>
                <a:gd name="connsiteX21" fmla="*/ 47301 w 117868"/>
                <a:gd name="connsiteY21" fmla="*/ 88015 h 105656"/>
                <a:gd name="connsiteX22" fmla="*/ 72863 w 117868"/>
                <a:gd name="connsiteY22" fmla="*/ 105740 h 105656"/>
                <a:gd name="connsiteX23" fmla="*/ 110732 w 117868"/>
                <a:gd name="connsiteY23" fmla="*/ 69822 h 105656"/>
                <a:gd name="connsiteX24" fmla="*/ 107892 w 117868"/>
                <a:gd name="connsiteY24" fmla="*/ 67490 h 105656"/>
                <a:gd name="connsiteX25" fmla="*/ 104815 w 117868"/>
                <a:gd name="connsiteY25" fmla="*/ 70055 h 105656"/>
                <a:gd name="connsiteX26" fmla="*/ 73336 w 117868"/>
                <a:gd name="connsiteY26" fmla="*/ 100609 h 105656"/>
                <a:gd name="connsiteX27" fmla="*/ 60319 w 117868"/>
                <a:gd name="connsiteY27" fmla="*/ 85216 h 105656"/>
                <a:gd name="connsiteX28" fmla="*/ 64342 w 117868"/>
                <a:gd name="connsiteY28" fmla="*/ 64691 h 105656"/>
                <a:gd name="connsiteX29" fmla="*/ 72390 w 117868"/>
                <a:gd name="connsiteY29" fmla="*/ 32737 h 10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868" h="105656">
                  <a:moveTo>
                    <a:pt x="72390" y="32737"/>
                  </a:moveTo>
                  <a:cubicBezTo>
                    <a:pt x="73810" y="26673"/>
                    <a:pt x="79254" y="5215"/>
                    <a:pt x="95821" y="5215"/>
                  </a:cubicBezTo>
                  <a:cubicBezTo>
                    <a:pt x="97005" y="5215"/>
                    <a:pt x="102685" y="5215"/>
                    <a:pt x="107656" y="8248"/>
                  </a:cubicBezTo>
                  <a:cubicBezTo>
                    <a:pt x="101028" y="9414"/>
                    <a:pt x="96295" y="15245"/>
                    <a:pt x="96295" y="20842"/>
                  </a:cubicBezTo>
                  <a:cubicBezTo>
                    <a:pt x="96295" y="24574"/>
                    <a:pt x="98898" y="29006"/>
                    <a:pt x="105289" y="29006"/>
                  </a:cubicBezTo>
                  <a:cubicBezTo>
                    <a:pt x="110496" y="29006"/>
                    <a:pt x="118070" y="24807"/>
                    <a:pt x="118070" y="15478"/>
                  </a:cubicBezTo>
                  <a:cubicBezTo>
                    <a:pt x="118070" y="3350"/>
                    <a:pt x="104105" y="84"/>
                    <a:pt x="96058" y="84"/>
                  </a:cubicBezTo>
                  <a:cubicBezTo>
                    <a:pt x="82330" y="84"/>
                    <a:pt x="74046" y="12446"/>
                    <a:pt x="71206" y="17810"/>
                  </a:cubicBezTo>
                  <a:cubicBezTo>
                    <a:pt x="65289" y="2417"/>
                    <a:pt x="52508" y="84"/>
                    <a:pt x="45644" y="84"/>
                  </a:cubicBezTo>
                  <a:cubicBezTo>
                    <a:pt x="21029" y="84"/>
                    <a:pt x="7538" y="30172"/>
                    <a:pt x="7538" y="36003"/>
                  </a:cubicBezTo>
                  <a:cubicBezTo>
                    <a:pt x="7538" y="38335"/>
                    <a:pt x="9905" y="38335"/>
                    <a:pt x="10379" y="38335"/>
                  </a:cubicBezTo>
                  <a:cubicBezTo>
                    <a:pt x="12272" y="38335"/>
                    <a:pt x="12982" y="37869"/>
                    <a:pt x="13455" y="35769"/>
                  </a:cubicBezTo>
                  <a:cubicBezTo>
                    <a:pt x="21503" y="11046"/>
                    <a:pt x="37124" y="5215"/>
                    <a:pt x="45171" y="5215"/>
                  </a:cubicBezTo>
                  <a:cubicBezTo>
                    <a:pt x="49668" y="5215"/>
                    <a:pt x="57952" y="7315"/>
                    <a:pt x="57952" y="20842"/>
                  </a:cubicBezTo>
                  <a:cubicBezTo>
                    <a:pt x="57952" y="28073"/>
                    <a:pt x="53928" y="43700"/>
                    <a:pt x="45171" y="76353"/>
                  </a:cubicBezTo>
                  <a:cubicBezTo>
                    <a:pt x="41384" y="90813"/>
                    <a:pt x="33100" y="100609"/>
                    <a:pt x="22686" y="100609"/>
                  </a:cubicBezTo>
                  <a:cubicBezTo>
                    <a:pt x="21266" y="100609"/>
                    <a:pt x="15822" y="100609"/>
                    <a:pt x="10852" y="97577"/>
                  </a:cubicBezTo>
                  <a:cubicBezTo>
                    <a:pt x="16769" y="96411"/>
                    <a:pt x="21976" y="91513"/>
                    <a:pt x="21976" y="84982"/>
                  </a:cubicBezTo>
                  <a:cubicBezTo>
                    <a:pt x="21976" y="78685"/>
                    <a:pt x="16769" y="76819"/>
                    <a:pt x="13219" y="76819"/>
                  </a:cubicBezTo>
                  <a:cubicBezTo>
                    <a:pt x="6118" y="76819"/>
                    <a:pt x="201" y="82883"/>
                    <a:pt x="201" y="90347"/>
                  </a:cubicBezTo>
                  <a:cubicBezTo>
                    <a:pt x="201" y="101076"/>
                    <a:pt x="12035" y="105740"/>
                    <a:pt x="22449" y="105740"/>
                  </a:cubicBezTo>
                  <a:cubicBezTo>
                    <a:pt x="38071" y="105740"/>
                    <a:pt x="46591" y="89414"/>
                    <a:pt x="47301" y="88015"/>
                  </a:cubicBezTo>
                  <a:cubicBezTo>
                    <a:pt x="50141" y="96644"/>
                    <a:pt x="58662" y="105740"/>
                    <a:pt x="72863" y="105740"/>
                  </a:cubicBezTo>
                  <a:cubicBezTo>
                    <a:pt x="97241" y="105740"/>
                    <a:pt x="110732" y="75653"/>
                    <a:pt x="110732" y="69822"/>
                  </a:cubicBezTo>
                  <a:cubicBezTo>
                    <a:pt x="110732" y="67490"/>
                    <a:pt x="108602" y="67490"/>
                    <a:pt x="107892" y="67490"/>
                  </a:cubicBezTo>
                  <a:cubicBezTo>
                    <a:pt x="105762" y="67490"/>
                    <a:pt x="105289" y="68423"/>
                    <a:pt x="104815" y="70055"/>
                  </a:cubicBezTo>
                  <a:cubicBezTo>
                    <a:pt x="97005" y="95012"/>
                    <a:pt x="80910" y="100609"/>
                    <a:pt x="73336" y="100609"/>
                  </a:cubicBezTo>
                  <a:cubicBezTo>
                    <a:pt x="64106" y="100609"/>
                    <a:pt x="60319" y="93146"/>
                    <a:pt x="60319" y="85216"/>
                  </a:cubicBezTo>
                  <a:cubicBezTo>
                    <a:pt x="60319" y="80084"/>
                    <a:pt x="61739" y="74953"/>
                    <a:pt x="64342" y="64691"/>
                  </a:cubicBezTo>
                  <a:lnTo>
                    <a:pt x="72390" y="3273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88" name="Freeform: Shape 3387">
              <a:extLst>
                <a:ext uri="{FF2B5EF4-FFF2-40B4-BE49-F238E27FC236}">
                  <a16:creationId xmlns:a16="http://schemas.microsoft.com/office/drawing/2014/main" id="{CBB003FE-5CA4-948C-1495-E0FD2DB89EAF}"/>
                </a:ext>
              </a:extLst>
            </p:cNvPr>
            <p:cNvSpPr/>
            <p:nvPr>
              <p:custDataLst>
                <p:tags r:id="rId87"/>
              </p:custDataLst>
            </p:nvPr>
          </p:nvSpPr>
          <p:spPr>
            <a:xfrm>
              <a:off x="6028909" y="5923244"/>
              <a:ext cx="101229" cy="73632"/>
            </a:xfrm>
            <a:custGeom>
              <a:avLst/>
              <a:gdLst>
                <a:gd name="connsiteX0" fmla="*/ 12633 w 101229"/>
                <a:gd name="connsiteY0" fmla="*/ 61800 h 73632"/>
                <a:gd name="connsiteX1" fmla="*/ 10976 w 101229"/>
                <a:gd name="connsiteY1" fmla="*/ 68494 h 73632"/>
                <a:gd name="connsiteX2" fmla="*/ 16609 w 101229"/>
                <a:gd name="connsiteY2" fmla="*/ 73719 h 73632"/>
                <a:gd name="connsiteX3" fmla="*/ 23071 w 101229"/>
                <a:gd name="connsiteY3" fmla="*/ 70127 h 73632"/>
                <a:gd name="connsiteX4" fmla="*/ 26053 w 101229"/>
                <a:gd name="connsiteY4" fmla="*/ 60004 h 73632"/>
                <a:gd name="connsiteX5" fmla="*/ 29698 w 101229"/>
                <a:gd name="connsiteY5" fmla="*/ 45310 h 73632"/>
                <a:gd name="connsiteX6" fmla="*/ 32514 w 101229"/>
                <a:gd name="connsiteY6" fmla="*/ 34372 h 73632"/>
                <a:gd name="connsiteX7" fmla="*/ 39473 w 101229"/>
                <a:gd name="connsiteY7" fmla="*/ 19678 h 73632"/>
                <a:gd name="connsiteX8" fmla="*/ 64324 w 101229"/>
                <a:gd name="connsiteY8" fmla="*/ 4657 h 73632"/>
                <a:gd name="connsiteX9" fmla="*/ 74100 w 101229"/>
                <a:gd name="connsiteY9" fmla="*/ 16086 h 73632"/>
                <a:gd name="connsiteX10" fmla="*/ 64324 w 101229"/>
                <a:gd name="connsiteY10" fmla="*/ 50861 h 73632"/>
                <a:gd name="connsiteX11" fmla="*/ 61839 w 101229"/>
                <a:gd name="connsiteY11" fmla="*/ 59678 h 73632"/>
                <a:gd name="connsiteX12" fmla="*/ 77579 w 101229"/>
                <a:gd name="connsiteY12" fmla="*/ 73719 h 73632"/>
                <a:gd name="connsiteX13" fmla="*/ 101436 w 101229"/>
                <a:gd name="connsiteY13" fmla="*/ 48739 h 73632"/>
                <a:gd name="connsiteX14" fmla="*/ 98786 w 101229"/>
                <a:gd name="connsiteY14" fmla="*/ 46616 h 73632"/>
                <a:gd name="connsiteX15" fmla="*/ 95638 w 101229"/>
                <a:gd name="connsiteY15" fmla="*/ 49392 h 73632"/>
                <a:gd name="connsiteX16" fmla="*/ 78076 w 101229"/>
                <a:gd name="connsiteY16" fmla="*/ 69147 h 73632"/>
                <a:gd name="connsiteX17" fmla="*/ 73934 w 101229"/>
                <a:gd name="connsiteY17" fmla="*/ 63433 h 73632"/>
                <a:gd name="connsiteX18" fmla="*/ 77744 w 101229"/>
                <a:gd name="connsiteY18" fmla="*/ 50208 h 73632"/>
                <a:gd name="connsiteX19" fmla="*/ 86525 w 101229"/>
                <a:gd name="connsiteY19" fmla="*/ 18698 h 73632"/>
                <a:gd name="connsiteX20" fmla="*/ 64987 w 101229"/>
                <a:gd name="connsiteY20" fmla="*/ 86 h 73632"/>
                <a:gd name="connsiteX21" fmla="*/ 36988 w 101229"/>
                <a:gd name="connsiteY21" fmla="*/ 14943 h 73632"/>
                <a:gd name="connsiteX22" fmla="*/ 19260 w 101229"/>
                <a:gd name="connsiteY22" fmla="*/ 86 h 73632"/>
                <a:gd name="connsiteX23" fmla="*/ 6171 w 101229"/>
                <a:gd name="connsiteY23" fmla="*/ 8902 h 73632"/>
                <a:gd name="connsiteX24" fmla="*/ 207 w 101229"/>
                <a:gd name="connsiteY24" fmla="*/ 25065 h 73632"/>
                <a:gd name="connsiteX25" fmla="*/ 3023 w 101229"/>
                <a:gd name="connsiteY25" fmla="*/ 27188 h 73632"/>
                <a:gd name="connsiteX26" fmla="*/ 6668 w 101229"/>
                <a:gd name="connsiteY26" fmla="*/ 22290 h 73632"/>
                <a:gd name="connsiteX27" fmla="*/ 18763 w 101229"/>
                <a:gd name="connsiteY27" fmla="*/ 4657 h 73632"/>
                <a:gd name="connsiteX28" fmla="*/ 24230 w 101229"/>
                <a:gd name="connsiteY28" fmla="*/ 12657 h 73632"/>
                <a:gd name="connsiteX29" fmla="*/ 21579 w 101229"/>
                <a:gd name="connsiteY29" fmla="*/ 26208 h 73632"/>
                <a:gd name="connsiteX30" fmla="*/ 17935 w 101229"/>
                <a:gd name="connsiteY30" fmla="*/ 40902 h 73632"/>
                <a:gd name="connsiteX31" fmla="*/ 12633 w 101229"/>
                <a:gd name="connsiteY31" fmla="*/ 61800 h 7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229" h="73632">
                  <a:moveTo>
                    <a:pt x="12633" y="61800"/>
                  </a:moveTo>
                  <a:cubicBezTo>
                    <a:pt x="11970" y="63923"/>
                    <a:pt x="10976" y="68004"/>
                    <a:pt x="10976" y="68494"/>
                  </a:cubicBezTo>
                  <a:cubicBezTo>
                    <a:pt x="10976" y="72086"/>
                    <a:pt x="13958" y="73719"/>
                    <a:pt x="16609" y="73719"/>
                  </a:cubicBezTo>
                  <a:cubicBezTo>
                    <a:pt x="19591" y="73719"/>
                    <a:pt x="22242" y="71596"/>
                    <a:pt x="23071" y="70127"/>
                  </a:cubicBezTo>
                  <a:cubicBezTo>
                    <a:pt x="23899" y="68657"/>
                    <a:pt x="25224" y="63433"/>
                    <a:pt x="26053" y="60004"/>
                  </a:cubicBezTo>
                  <a:cubicBezTo>
                    <a:pt x="26881" y="56902"/>
                    <a:pt x="28704" y="49392"/>
                    <a:pt x="29698" y="45310"/>
                  </a:cubicBezTo>
                  <a:cubicBezTo>
                    <a:pt x="30692" y="41719"/>
                    <a:pt x="31686" y="38127"/>
                    <a:pt x="32514" y="34372"/>
                  </a:cubicBezTo>
                  <a:cubicBezTo>
                    <a:pt x="34337" y="27678"/>
                    <a:pt x="34668" y="26372"/>
                    <a:pt x="39473" y="19678"/>
                  </a:cubicBezTo>
                  <a:cubicBezTo>
                    <a:pt x="44112" y="13147"/>
                    <a:pt x="51899" y="4657"/>
                    <a:pt x="64324" y="4657"/>
                  </a:cubicBezTo>
                  <a:cubicBezTo>
                    <a:pt x="73934" y="4657"/>
                    <a:pt x="74100" y="12984"/>
                    <a:pt x="74100" y="16086"/>
                  </a:cubicBezTo>
                  <a:cubicBezTo>
                    <a:pt x="74100" y="25882"/>
                    <a:pt x="66975" y="44004"/>
                    <a:pt x="64324" y="50861"/>
                  </a:cubicBezTo>
                  <a:cubicBezTo>
                    <a:pt x="62502" y="55433"/>
                    <a:pt x="61839" y="56902"/>
                    <a:pt x="61839" y="59678"/>
                  </a:cubicBezTo>
                  <a:cubicBezTo>
                    <a:pt x="61839" y="68331"/>
                    <a:pt x="69129" y="73719"/>
                    <a:pt x="77579" y="73719"/>
                  </a:cubicBezTo>
                  <a:cubicBezTo>
                    <a:pt x="94147" y="73719"/>
                    <a:pt x="101436" y="51188"/>
                    <a:pt x="101436" y="48739"/>
                  </a:cubicBezTo>
                  <a:cubicBezTo>
                    <a:pt x="101436" y="46616"/>
                    <a:pt x="99283" y="46616"/>
                    <a:pt x="98786" y="46616"/>
                  </a:cubicBezTo>
                  <a:cubicBezTo>
                    <a:pt x="96466" y="46616"/>
                    <a:pt x="96300" y="47596"/>
                    <a:pt x="95638" y="49392"/>
                  </a:cubicBezTo>
                  <a:cubicBezTo>
                    <a:pt x="91827" y="62453"/>
                    <a:pt x="84703" y="69147"/>
                    <a:pt x="78076" y="69147"/>
                  </a:cubicBezTo>
                  <a:cubicBezTo>
                    <a:pt x="74597" y="69147"/>
                    <a:pt x="73934" y="66861"/>
                    <a:pt x="73934" y="63433"/>
                  </a:cubicBezTo>
                  <a:cubicBezTo>
                    <a:pt x="73934" y="59678"/>
                    <a:pt x="74762" y="57555"/>
                    <a:pt x="77744" y="50208"/>
                  </a:cubicBezTo>
                  <a:cubicBezTo>
                    <a:pt x="79733" y="45147"/>
                    <a:pt x="86525" y="27841"/>
                    <a:pt x="86525" y="18698"/>
                  </a:cubicBezTo>
                  <a:cubicBezTo>
                    <a:pt x="86525" y="2861"/>
                    <a:pt x="73768" y="86"/>
                    <a:pt x="64987" y="86"/>
                  </a:cubicBezTo>
                  <a:cubicBezTo>
                    <a:pt x="51236" y="86"/>
                    <a:pt x="41958" y="8412"/>
                    <a:pt x="36988" y="14943"/>
                  </a:cubicBezTo>
                  <a:cubicBezTo>
                    <a:pt x="35828" y="3678"/>
                    <a:pt x="26053" y="86"/>
                    <a:pt x="19260" y="86"/>
                  </a:cubicBezTo>
                  <a:cubicBezTo>
                    <a:pt x="12136" y="86"/>
                    <a:pt x="8325" y="5147"/>
                    <a:pt x="6171" y="8902"/>
                  </a:cubicBezTo>
                  <a:cubicBezTo>
                    <a:pt x="2526" y="14943"/>
                    <a:pt x="207" y="24249"/>
                    <a:pt x="207" y="25065"/>
                  </a:cubicBezTo>
                  <a:cubicBezTo>
                    <a:pt x="207" y="27188"/>
                    <a:pt x="2526" y="27188"/>
                    <a:pt x="3023" y="27188"/>
                  </a:cubicBezTo>
                  <a:cubicBezTo>
                    <a:pt x="5343" y="27188"/>
                    <a:pt x="5509" y="26698"/>
                    <a:pt x="6668" y="22290"/>
                  </a:cubicBezTo>
                  <a:cubicBezTo>
                    <a:pt x="9154" y="12657"/>
                    <a:pt x="12301" y="4657"/>
                    <a:pt x="18763" y="4657"/>
                  </a:cubicBezTo>
                  <a:cubicBezTo>
                    <a:pt x="23071" y="4657"/>
                    <a:pt x="24230" y="8249"/>
                    <a:pt x="24230" y="12657"/>
                  </a:cubicBezTo>
                  <a:cubicBezTo>
                    <a:pt x="24230" y="15759"/>
                    <a:pt x="22739" y="21800"/>
                    <a:pt x="21579" y="26208"/>
                  </a:cubicBezTo>
                  <a:cubicBezTo>
                    <a:pt x="20420" y="30616"/>
                    <a:pt x="18763" y="37310"/>
                    <a:pt x="17935" y="40902"/>
                  </a:cubicBezTo>
                  <a:lnTo>
                    <a:pt x="12633" y="618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89" name="Freeform: Shape 3388">
              <a:extLst>
                <a:ext uri="{FF2B5EF4-FFF2-40B4-BE49-F238E27FC236}">
                  <a16:creationId xmlns:a16="http://schemas.microsoft.com/office/drawing/2014/main" id="{CC8C0AC1-2B3D-AD44-782F-444519914140}"/>
                </a:ext>
              </a:extLst>
            </p:cNvPr>
            <p:cNvSpPr/>
            <p:nvPr>
              <p:custDataLst>
                <p:tags r:id="rId88"/>
              </p:custDataLst>
            </p:nvPr>
          </p:nvSpPr>
          <p:spPr>
            <a:xfrm>
              <a:off x="6150549" y="5881938"/>
              <a:ext cx="81513" cy="114939"/>
            </a:xfrm>
            <a:custGeom>
              <a:avLst/>
              <a:gdLst>
                <a:gd name="connsiteX0" fmla="*/ 39643 w 81513"/>
                <a:gd name="connsiteY0" fmla="*/ 4984 h 114939"/>
                <a:gd name="connsiteX1" fmla="*/ 40306 w 81513"/>
                <a:gd name="connsiteY1" fmla="*/ 2371 h 114939"/>
                <a:gd name="connsiteX2" fmla="*/ 37655 w 81513"/>
                <a:gd name="connsiteY2" fmla="*/ 86 h 114939"/>
                <a:gd name="connsiteX3" fmla="*/ 16448 w 81513"/>
                <a:gd name="connsiteY3" fmla="*/ 1718 h 114939"/>
                <a:gd name="connsiteX4" fmla="*/ 12803 w 81513"/>
                <a:gd name="connsiteY4" fmla="*/ 5474 h 114939"/>
                <a:gd name="connsiteX5" fmla="*/ 17111 w 81513"/>
                <a:gd name="connsiteY5" fmla="*/ 7759 h 114939"/>
                <a:gd name="connsiteX6" fmla="*/ 25064 w 81513"/>
                <a:gd name="connsiteY6" fmla="*/ 10208 h 114939"/>
                <a:gd name="connsiteX7" fmla="*/ 24401 w 81513"/>
                <a:gd name="connsiteY7" fmla="*/ 13800 h 114939"/>
                <a:gd name="connsiteX8" fmla="*/ 1040 w 81513"/>
                <a:gd name="connsiteY8" fmla="*/ 106208 h 114939"/>
                <a:gd name="connsiteX9" fmla="*/ 212 w 81513"/>
                <a:gd name="connsiteY9" fmla="*/ 109800 h 114939"/>
                <a:gd name="connsiteX10" fmla="*/ 5845 w 81513"/>
                <a:gd name="connsiteY10" fmla="*/ 115025 h 114939"/>
                <a:gd name="connsiteX11" fmla="*/ 13466 w 81513"/>
                <a:gd name="connsiteY11" fmla="*/ 108168 h 114939"/>
                <a:gd name="connsiteX12" fmla="*/ 21584 w 81513"/>
                <a:gd name="connsiteY12" fmla="*/ 76494 h 114939"/>
                <a:gd name="connsiteX13" fmla="*/ 42791 w 81513"/>
                <a:gd name="connsiteY13" fmla="*/ 89882 h 114939"/>
                <a:gd name="connsiteX14" fmla="*/ 42460 w 81513"/>
                <a:gd name="connsiteY14" fmla="*/ 93147 h 114939"/>
                <a:gd name="connsiteX15" fmla="*/ 41797 w 81513"/>
                <a:gd name="connsiteY15" fmla="*/ 98208 h 114939"/>
                <a:gd name="connsiteX16" fmla="*/ 59359 w 81513"/>
                <a:gd name="connsiteY16" fmla="*/ 115025 h 114939"/>
                <a:gd name="connsiteX17" fmla="*/ 80400 w 81513"/>
                <a:gd name="connsiteY17" fmla="*/ 90045 h 114939"/>
                <a:gd name="connsiteX18" fmla="*/ 77749 w 81513"/>
                <a:gd name="connsiteY18" fmla="*/ 87923 h 114939"/>
                <a:gd name="connsiteX19" fmla="*/ 74436 w 81513"/>
                <a:gd name="connsiteY19" fmla="*/ 91841 h 114939"/>
                <a:gd name="connsiteX20" fmla="*/ 59856 w 81513"/>
                <a:gd name="connsiteY20" fmla="*/ 110453 h 114939"/>
                <a:gd name="connsiteX21" fmla="*/ 54057 w 81513"/>
                <a:gd name="connsiteY21" fmla="*/ 101964 h 114939"/>
                <a:gd name="connsiteX22" fmla="*/ 55051 w 81513"/>
                <a:gd name="connsiteY22" fmla="*/ 94617 h 114939"/>
                <a:gd name="connsiteX23" fmla="*/ 55880 w 81513"/>
                <a:gd name="connsiteY23" fmla="*/ 89555 h 114939"/>
                <a:gd name="connsiteX24" fmla="*/ 29040 w 81513"/>
                <a:gd name="connsiteY24" fmla="*/ 72249 h 114939"/>
                <a:gd name="connsiteX25" fmla="*/ 42791 w 81513"/>
                <a:gd name="connsiteY25" fmla="*/ 61474 h 114939"/>
                <a:gd name="connsiteX26" fmla="*/ 68803 w 81513"/>
                <a:gd name="connsiteY26" fmla="*/ 45963 h 114939"/>
                <a:gd name="connsiteX27" fmla="*/ 74270 w 81513"/>
                <a:gd name="connsiteY27" fmla="*/ 48086 h 114939"/>
                <a:gd name="connsiteX28" fmla="*/ 65655 w 81513"/>
                <a:gd name="connsiteY28" fmla="*/ 57229 h 114939"/>
                <a:gd name="connsiteX29" fmla="*/ 72282 w 81513"/>
                <a:gd name="connsiteY29" fmla="*/ 63270 h 114939"/>
                <a:gd name="connsiteX30" fmla="*/ 81726 w 81513"/>
                <a:gd name="connsiteY30" fmla="*/ 52821 h 114939"/>
                <a:gd name="connsiteX31" fmla="*/ 68968 w 81513"/>
                <a:gd name="connsiteY31" fmla="*/ 41392 h 114939"/>
                <a:gd name="connsiteX32" fmla="*/ 42460 w 81513"/>
                <a:gd name="connsiteY32" fmla="*/ 55759 h 114939"/>
                <a:gd name="connsiteX33" fmla="*/ 23241 w 81513"/>
                <a:gd name="connsiteY33" fmla="*/ 70127 h 114939"/>
                <a:gd name="connsiteX34" fmla="*/ 39643 w 81513"/>
                <a:gd name="connsiteY34" fmla="*/ 4984 h 11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1513" h="114939">
                  <a:moveTo>
                    <a:pt x="39643" y="4984"/>
                  </a:moveTo>
                  <a:cubicBezTo>
                    <a:pt x="39809" y="4657"/>
                    <a:pt x="40306" y="2535"/>
                    <a:pt x="40306" y="2371"/>
                  </a:cubicBezTo>
                  <a:cubicBezTo>
                    <a:pt x="40306" y="1555"/>
                    <a:pt x="39643" y="86"/>
                    <a:pt x="37655" y="86"/>
                  </a:cubicBezTo>
                  <a:cubicBezTo>
                    <a:pt x="34342" y="86"/>
                    <a:pt x="20590" y="1392"/>
                    <a:pt x="16448" y="1718"/>
                  </a:cubicBezTo>
                  <a:cubicBezTo>
                    <a:pt x="15123" y="1882"/>
                    <a:pt x="12803" y="2045"/>
                    <a:pt x="12803" y="5474"/>
                  </a:cubicBezTo>
                  <a:cubicBezTo>
                    <a:pt x="12803" y="7759"/>
                    <a:pt x="15123" y="7759"/>
                    <a:pt x="17111" y="7759"/>
                  </a:cubicBezTo>
                  <a:cubicBezTo>
                    <a:pt x="25064" y="7759"/>
                    <a:pt x="25064" y="8902"/>
                    <a:pt x="25064" y="10208"/>
                  </a:cubicBezTo>
                  <a:cubicBezTo>
                    <a:pt x="25064" y="11351"/>
                    <a:pt x="24732" y="12331"/>
                    <a:pt x="24401" y="13800"/>
                  </a:cubicBezTo>
                  <a:lnTo>
                    <a:pt x="1040" y="106208"/>
                  </a:lnTo>
                  <a:cubicBezTo>
                    <a:pt x="212" y="109147"/>
                    <a:pt x="212" y="109474"/>
                    <a:pt x="212" y="109800"/>
                  </a:cubicBezTo>
                  <a:cubicBezTo>
                    <a:pt x="212" y="112249"/>
                    <a:pt x="2200" y="115025"/>
                    <a:pt x="5845" y="115025"/>
                  </a:cubicBezTo>
                  <a:cubicBezTo>
                    <a:pt x="10318" y="115025"/>
                    <a:pt x="12472" y="111760"/>
                    <a:pt x="13466" y="108168"/>
                  </a:cubicBezTo>
                  <a:cubicBezTo>
                    <a:pt x="13797" y="107515"/>
                    <a:pt x="20922" y="78780"/>
                    <a:pt x="21584" y="76494"/>
                  </a:cubicBezTo>
                  <a:cubicBezTo>
                    <a:pt x="33348" y="77637"/>
                    <a:pt x="42791" y="81392"/>
                    <a:pt x="42791" y="89882"/>
                  </a:cubicBezTo>
                  <a:cubicBezTo>
                    <a:pt x="42791" y="90698"/>
                    <a:pt x="42791" y="91515"/>
                    <a:pt x="42460" y="93147"/>
                  </a:cubicBezTo>
                  <a:cubicBezTo>
                    <a:pt x="41797" y="95596"/>
                    <a:pt x="41797" y="96413"/>
                    <a:pt x="41797" y="98208"/>
                  </a:cubicBezTo>
                  <a:cubicBezTo>
                    <a:pt x="41797" y="109800"/>
                    <a:pt x="51406" y="115025"/>
                    <a:pt x="59359" y="115025"/>
                  </a:cubicBezTo>
                  <a:cubicBezTo>
                    <a:pt x="75430" y="115025"/>
                    <a:pt x="80400" y="90208"/>
                    <a:pt x="80400" y="90045"/>
                  </a:cubicBezTo>
                  <a:cubicBezTo>
                    <a:pt x="80400" y="87923"/>
                    <a:pt x="78246" y="87923"/>
                    <a:pt x="77749" y="87923"/>
                  </a:cubicBezTo>
                  <a:cubicBezTo>
                    <a:pt x="75430" y="87923"/>
                    <a:pt x="75264" y="88739"/>
                    <a:pt x="74436" y="91841"/>
                  </a:cubicBezTo>
                  <a:cubicBezTo>
                    <a:pt x="72448" y="98862"/>
                    <a:pt x="67974" y="110453"/>
                    <a:pt x="59856" y="110453"/>
                  </a:cubicBezTo>
                  <a:cubicBezTo>
                    <a:pt x="55383" y="110453"/>
                    <a:pt x="54057" y="106372"/>
                    <a:pt x="54057" y="101964"/>
                  </a:cubicBezTo>
                  <a:cubicBezTo>
                    <a:pt x="54057" y="99188"/>
                    <a:pt x="54057" y="98862"/>
                    <a:pt x="55051" y="94617"/>
                  </a:cubicBezTo>
                  <a:cubicBezTo>
                    <a:pt x="55217" y="94127"/>
                    <a:pt x="55880" y="91351"/>
                    <a:pt x="55880" y="89555"/>
                  </a:cubicBezTo>
                  <a:cubicBezTo>
                    <a:pt x="55880" y="75025"/>
                    <a:pt x="35998" y="72739"/>
                    <a:pt x="29040" y="72249"/>
                  </a:cubicBezTo>
                  <a:cubicBezTo>
                    <a:pt x="33845" y="69310"/>
                    <a:pt x="39975" y="63923"/>
                    <a:pt x="42791" y="61474"/>
                  </a:cubicBezTo>
                  <a:cubicBezTo>
                    <a:pt x="51241" y="53637"/>
                    <a:pt x="59525" y="45963"/>
                    <a:pt x="68803" y="45963"/>
                  </a:cubicBezTo>
                  <a:cubicBezTo>
                    <a:pt x="70791" y="45963"/>
                    <a:pt x="72945" y="46453"/>
                    <a:pt x="74270" y="48086"/>
                  </a:cubicBezTo>
                  <a:cubicBezTo>
                    <a:pt x="67146" y="49229"/>
                    <a:pt x="65655" y="54780"/>
                    <a:pt x="65655" y="57229"/>
                  </a:cubicBezTo>
                  <a:cubicBezTo>
                    <a:pt x="65655" y="60821"/>
                    <a:pt x="68471" y="63270"/>
                    <a:pt x="72282" y="63270"/>
                  </a:cubicBezTo>
                  <a:cubicBezTo>
                    <a:pt x="76755" y="63270"/>
                    <a:pt x="81726" y="59678"/>
                    <a:pt x="81726" y="52821"/>
                  </a:cubicBezTo>
                  <a:cubicBezTo>
                    <a:pt x="81726" y="47433"/>
                    <a:pt x="77749" y="41392"/>
                    <a:pt x="68968" y="41392"/>
                  </a:cubicBezTo>
                  <a:cubicBezTo>
                    <a:pt x="59525" y="41392"/>
                    <a:pt x="50909" y="48086"/>
                    <a:pt x="42460" y="55759"/>
                  </a:cubicBezTo>
                  <a:cubicBezTo>
                    <a:pt x="35501" y="62290"/>
                    <a:pt x="30034" y="67351"/>
                    <a:pt x="23241" y="70127"/>
                  </a:cubicBezTo>
                  <a:lnTo>
                    <a:pt x="39643" y="498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90" name="Freeform: Shape 3389">
              <a:extLst>
                <a:ext uri="{FF2B5EF4-FFF2-40B4-BE49-F238E27FC236}">
                  <a16:creationId xmlns:a16="http://schemas.microsoft.com/office/drawing/2014/main" id="{6AC7BFC5-D3B2-DD56-E14B-C4D073B1A4DF}"/>
                </a:ext>
              </a:extLst>
            </p:cNvPr>
            <p:cNvSpPr/>
            <p:nvPr>
              <p:custDataLst>
                <p:tags r:id="rId89"/>
              </p:custDataLst>
            </p:nvPr>
          </p:nvSpPr>
          <p:spPr>
            <a:xfrm>
              <a:off x="6361974" y="5714673"/>
              <a:ext cx="157394" cy="54577"/>
            </a:xfrm>
            <a:custGeom>
              <a:avLst/>
              <a:gdLst>
                <a:gd name="connsiteX0" fmla="*/ 149568 w 157394"/>
                <a:gd name="connsiteY0" fmla="*/ 9407 h 54577"/>
                <a:gd name="connsiteX1" fmla="*/ 157615 w 157394"/>
                <a:gd name="connsiteY1" fmla="*/ 4742 h 54577"/>
                <a:gd name="connsiteX2" fmla="*/ 149805 w 157394"/>
                <a:gd name="connsiteY2" fmla="*/ 77 h 54577"/>
                <a:gd name="connsiteX3" fmla="*/ 8031 w 157394"/>
                <a:gd name="connsiteY3" fmla="*/ 77 h 54577"/>
                <a:gd name="connsiteX4" fmla="*/ 221 w 157394"/>
                <a:gd name="connsiteY4" fmla="*/ 4742 h 54577"/>
                <a:gd name="connsiteX5" fmla="*/ 8268 w 157394"/>
                <a:gd name="connsiteY5" fmla="*/ 9407 h 54577"/>
                <a:gd name="connsiteX6" fmla="*/ 149568 w 157394"/>
                <a:gd name="connsiteY6" fmla="*/ 9407 h 54577"/>
                <a:gd name="connsiteX7" fmla="*/ 149805 w 157394"/>
                <a:gd name="connsiteY7" fmla="*/ 54655 h 54577"/>
                <a:gd name="connsiteX8" fmla="*/ 157615 w 157394"/>
                <a:gd name="connsiteY8" fmla="*/ 49990 h 54577"/>
                <a:gd name="connsiteX9" fmla="*/ 149568 w 157394"/>
                <a:gd name="connsiteY9" fmla="*/ 45325 h 54577"/>
                <a:gd name="connsiteX10" fmla="*/ 8268 w 157394"/>
                <a:gd name="connsiteY10" fmla="*/ 45325 h 54577"/>
                <a:gd name="connsiteX11" fmla="*/ 221 w 157394"/>
                <a:gd name="connsiteY11" fmla="*/ 49990 h 54577"/>
                <a:gd name="connsiteX12" fmla="*/ 8031 w 157394"/>
                <a:gd name="connsiteY12" fmla="*/ 54655 h 54577"/>
                <a:gd name="connsiteX13" fmla="*/ 149805 w 157394"/>
                <a:gd name="connsiteY13" fmla="*/ 54655 h 54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394" h="54577">
                  <a:moveTo>
                    <a:pt x="149568" y="9407"/>
                  </a:moveTo>
                  <a:cubicBezTo>
                    <a:pt x="153118" y="9407"/>
                    <a:pt x="157615" y="9407"/>
                    <a:pt x="157615" y="4742"/>
                  </a:cubicBezTo>
                  <a:cubicBezTo>
                    <a:pt x="157615" y="77"/>
                    <a:pt x="153118" y="77"/>
                    <a:pt x="149805" y="77"/>
                  </a:cubicBezTo>
                  <a:lnTo>
                    <a:pt x="8031" y="77"/>
                  </a:lnTo>
                  <a:cubicBezTo>
                    <a:pt x="4718" y="77"/>
                    <a:pt x="221" y="77"/>
                    <a:pt x="221" y="4742"/>
                  </a:cubicBezTo>
                  <a:cubicBezTo>
                    <a:pt x="221" y="9407"/>
                    <a:pt x="4718" y="9407"/>
                    <a:pt x="8268" y="9407"/>
                  </a:cubicBezTo>
                  <a:lnTo>
                    <a:pt x="149568" y="9407"/>
                  </a:lnTo>
                  <a:close/>
                  <a:moveTo>
                    <a:pt x="149805" y="54655"/>
                  </a:moveTo>
                  <a:cubicBezTo>
                    <a:pt x="153118" y="54655"/>
                    <a:pt x="157615" y="54655"/>
                    <a:pt x="157615" y="49990"/>
                  </a:cubicBezTo>
                  <a:cubicBezTo>
                    <a:pt x="157615" y="45325"/>
                    <a:pt x="153118" y="45325"/>
                    <a:pt x="149568" y="45325"/>
                  </a:cubicBezTo>
                  <a:lnTo>
                    <a:pt x="8268" y="45325"/>
                  </a:lnTo>
                  <a:cubicBezTo>
                    <a:pt x="4718" y="45325"/>
                    <a:pt x="221" y="45325"/>
                    <a:pt x="221" y="49990"/>
                  </a:cubicBezTo>
                  <a:cubicBezTo>
                    <a:pt x="221" y="54655"/>
                    <a:pt x="4718" y="54655"/>
                    <a:pt x="8031" y="54655"/>
                  </a:cubicBezTo>
                  <a:lnTo>
                    <a:pt x="149805" y="546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91" name="Freeform: Shape 3390">
              <a:extLst>
                <a:ext uri="{FF2B5EF4-FFF2-40B4-BE49-F238E27FC236}">
                  <a16:creationId xmlns:a16="http://schemas.microsoft.com/office/drawing/2014/main" id="{29981B47-B861-C3B0-C58E-F5C97B2E46E2}"/>
                </a:ext>
              </a:extLst>
            </p:cNvPr>
            <p:cNvSpPr/>
            <p:nvPr>
              <p:custDataLst>
                <p:tags r:id="rId90"/>
              </p:custDataLst>
            </p:nvPr>
          </p:nvSpPr>
          <p:spPr>
            <a:xfrm>
              <a:off x="6611096" y="5635839"/>
              <a:ext cx="118105" cy="212245"/>
            </a:xfrm>
            <a:custGeom>
              <a:avLst/>
              <a:gdLst>
                <a:gd name="connsiteX0" fmla="*/ 74550 w 118105"/>
                <a:gd name="connsiteY0" fmla="*/ 71215 h 212245"/>
                <a:gd name="connsiteX1" fmla="*/ 94905 w 118105"/>
                <a:gd name="connsiteY1" fmla="*/ 71215 h 212245"/>
                <a:gd name="connsiteX2" fmla="*/ 102005 w 118105"/>
                <a:gd name="connsiteY2" fmla="*/ 66550 h 212245"/>
                <a:gd name="connsiteX3" fmla="*/ 95615 w 118105"/>
                <a:gd name="connsiteY3" fmla="*/ 63984 h 212245"/>
                <a:gd name="connsiteX4" fmla="*/ 75970 w 118105"/>
                <a:gd name="connsiteY4" fmla="*/ 63984 h 212245"/>
                <a:gd name="connsiteX5" fmla="*/ 80940 w 118105"/>
                <a:gd name="connsiteY5" fmla="*/ 37395 h 212245"/>
                <a:gd name="connsiteX6" fmla="*/ 86621 w 118105"/>
                <a:gd name="connsiteY6" fmla="*/ 13139 h 212245"/>
                <a:gd name="connsiteX7" fmla="*/ 97745 w 118105"/>
                <a:gd name="connsiteY7" fmla="*/ 5209 h 212245"/>
                <a:gd name="connsiteX8" fmla="*/ 109342 w 118105"/>
                <a:gd name="connsiteY8" fmla="*/ 9407 h 212245"/>
                <a:gd name="connsiteX9" fmla="*/ 96561 w 118105"/>
                <a:gd name="connsiteY9" fmla="*/ 22002 h 212245"/>
                <a:gd name="connsiteX10" fmla="*/ 105319 w 118105"/>
                <a:gd name="connsiteY10" fmla="*/ 30165 h 212245"/>
                <a:gd name="connsiteX11" fmla="*/ 118336 w 118105"/>
                <a:gd name="connsiteY11" fmla="*/ 16171 h 212245"/>
                <a:gd name="connsiteX12" fmla="*/ 97745 w 118105"/>
                <a:gd name="connsiteY12" fmla="*/ 77 h 212245"/>
                <a:gd name="connsiteX13" fmla="*/ 67686 w 118105"/>
                <a:gd name="connsiteY13" fmla="*/ 27366 h 212245"/>
                <a:gd name="connsiteX14" fmla="*/ 59875 w 118105"/>
                <a:gd name="connsiteY14" fmla="*/ 63984 h 212245"/>
                <a:gd name="connsiteX15" fmla="*/ 43544 w 118105"/>
                <a:gd name="connsiteY15" fmla="*/ 63984 h 212245"/>
                <a:gd name="connsiteX16" fmla="*/ 36444 w 118105"/>
                <a:gd name="connsiteY16" fmla="*/ 68416 h 212245"/>
                <a:gd name="connsiteX17" fmla="*/ 43071 w 118105"/>
                <a:gd name="connsiteY17" fmla="*/ 71215 h 212245"/>
                <a:gd name="connsiteX18" fmla="*/ 58692 w 118105"/>
                <a:gd name="connsiteY18" fmla="*/ 71215 h 212245"/>
                <a:gd name="connsiteX19" fmla="*/ 40941 w 118105"/>
                <a:gd name="connsiteY19" fmla="*/ 163343 h 212245"/>
                <a:gd name="connsiteX20" fmla="*/ 20349 w 118105"/>
                <a:gd name="connsiteY20" fmla="*/ 207192 h 212245"/>
                <a:gd name="connsiteX21" fmla="*/ 8989 w 118105"/>
                <a:gd name="connsiteY21" fmla="*/ 202993 h 212245"/>
                <a:gd name="connsiteX22" fmla="*/ 22006 w 118105"/>
                <a:gd name="connsiteY22" fmla="*/ 190399 h 212245"/>
                <a:gd name="connsiteX23" fmla="*/ 13249 w 118105"/>
                <a:gd name="connsiteY23" fmla="*/ 182235 h 212245"/>
                <a:gd name="connsiteX24" fmla="*/ 231 w 118105"/>
                <a:gd name="connsiteY24" fmla="*/ 196230 h 212245"/>
                <a:gd name="connsiteX25" fmla="*/ 20349 w 118105"/>
                <a:gd name="connsiteY25" fmla="*/ 212323 h 212245"/>
                <a:gd name="connsiteX26" fmla="*/ 47095 w 118105"/>
                <a:gd name="connsiteY26" fmla="*/ 189699 h 212245"/>
                <a:gd name="connsiteX27" fmla="*/ 60349 w 118105"/>
                <a:gd name="connsiteY27" fmla="*/ 145151 h 212245"/>
                <a:gd name="connsiteX28" fmla="*/ 74550 w 118105"/>
                <a:gd name="connsiteY28" fmla="*/ 71215 h 21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105" h="212245">
                  <a:moveTo>
                    <a:pt x="74550" y="71215"/>
                  </a:moveTo>
                  <a:lnTo>
                    <a:pt x="94905" y="71215"/>
                  </a:lnTo>
                  <a:cubicBezTo>
                    <a:pt x="99638" y="71215"/>
                    <a:pt x="102005" y="71215"/>
                    <a:pt x="102005" y="66550"/>
                  </a:cubicBezTo>
                  <a:cubicBezTo>
                    <a:pt x="102005" y="63984"/>
                    <a:pt x="99638" y="63984"/>
                    <a:pt x="95615" y="63984"/>
                  </a:cubicBezTo>
                  <a:lnTo>
                    <a:pt x="75970" y="63984"/>
                  </a:lnTo>
                  <a:lnTo>
                    <a:pt x="80940" y="37395"/>
                  </a:lnTo>
                  <a:cubicBezTo>
                    <a:pt x="81887" y="32497"/>
                    <a:pt x="85201" y="15938"/>
                    <a:pt x="86621" y="13139"/>
                  </a:cubicBezTo>
                  <a:cubicBezTo>
                    <a:pt x="88751" y="8707"/>
                    <a:pt x="92774" y="5209"/>
                    <a:pt x="97745" y="5209"/>
                  </a:cubicBezTo>
                  <a:cubicBezTo>
                    <a:pt x="98692" y="5209"/>
                    <a:pt x="104845" y="5209"/>
                    <a:pt x="109342" y="9407"/>
                  </a:cubicBezTo>
                  <a:cubicBezTo>
                    <a:pt x="98928" y="10340"/>
                    <a:pt x="96561" y="18503"/>
                    <a:pt x="96561" y="22002"/>
                  </a:cubicBezTo>
                  <a:cubicBezTo>
                    <a:pt x="96561" y="27366"/>
                    <a:pt x="100822" y="30165"/>
                    <a:pt x="105319" y="30165"/>
                  </a:cubicBezTo>
                  <a:cubicBezTo>
                    <a:pt x="111472" y="30165"/>
                    <a:pt x="118336" y="25034"/>
                    <a:pt x="118336" y="16171"/>
                  </a:cubicBezTo>
                  <a:cubicBezTo>
                    <a:pt x="118336" y="5442"/>
                    <a:pt x="107449" y="77"/>
                    <a:pt x="97745" y="77"/>
                  </a:cubicBezTo>
                  <a:cubicBezTo>
                    <a:pt x="89698" y="77"/>
                    <a:pt x="74787" y="4276"/>
                    <a:pt x="67686" y="27366"/>
                  </a:cubicBezTo>
                  <a:cubicBezTo>
                    <a:pt x="66266" y="32264"/>
                    <a:pt x="65556" y="34596"/>
                    <a:pt x="59875" y="63984"/>
                  </a:cubicBezTo>
                  <a:lnTo>
                    <a:pt x="43544" y="63984"/>
                  </a:lnTo>
                  <a:cubicBezTo>
                    <a:pt x="39047" y="63984"/>
                    <a:pt x="36444" y="63984"/>
                    <a:pt x="36444" y="68416"/>
                  </a:cubicBezTo>
                  <a:cubicBezTo>
                    <a:pt x="36444" y="71215"/>
                    <a:pt x="38574" y="71215"/>
                    <a:pt x="43071" y="71215"/>
                  </a:cubicBezTo>
                  <a:lnTo>
                    <a:pt x="58692" y="71215"/>
                  </a:lnTo>
                  <a:lnTo>
                    <a:pt x="40941" y="163343"/>
                  </a:lnTo>
                  <a:cubicBezTo>
                    <a:pt x="36681" y="185967"/>
                    <a:pt x="32657" y="207192"/>
                    <a:pt x="20349" y="207192"/>
                  </a:cubicBezTo>
                  <a:cubicBezTo>
                    <a:pt x="19403" y="207192"/>
                    <a:pt x="13486" y="207192"/>
                    <a:pt x="8989" y="202993"/>
                  </a:cubicBezTo>
                  <a:cubicBezTo>
                    <a:pt x="19876" y="202294"/>
                    <a:pt x="22006" y="193897"/>
                    <a:pt x="22006" y="190399"/>
                  </a:cubicBezTo>
                  <a:cubicBezTo>
                    <a:pt x="22006" y="185034"/>
                    <a:pt x="17746" y="182235"/>
                    <a:pt x="13249" y="182235"/>
                  </a:cubicBezTo>
                  <a:cubicBezTo>
                    <a:pt x="7095" y="182235"/>
                    <a:pt x="231" y="187367"/>
                    <a:pt x="231" y="196230"/>
                  </a:cubicBezTo>
                  <a:cubicBezTo>
                    <a:pt x="231" y="206725"/>
                    <a:pt x="10645" y="212323"/>
                    <a:pt x="20349" y="212323"/>
                  </a:cubicBezTo>
                  <a:cubicBezTo>
                    <a:pt x="33367" y="212323"/>
                    <a:pt x="42834" y="198562"/>
                    <a:pt x="47095" y="189699"/>
                  </a:cubicBezTo>
                  <a:cubicBezTo>
                    <a:pt x="54668" y="175005"/>
                    <a:pt x="60112" y="146783"/>
                    <a:pt x="60349" y="145151"/>
                  </a:cubicBezTo>
                  <a:lnTo>
                    <a:pt x="74550" y="712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92" name="Freeform: Shape 3391">
              <a:extLst>
                <a:ext uri="{FF2B5EF4-FFF2-40B4-BE49-F238E27FC236}">
                  <a16:creationId xmlns:a16="http://schemas.microsoft.com/office/drawing/2014/main" id="{3F8D27F4-8AA8-FB95-CDBF-F8949CCF402F}"/>
                </a:ext>
              </a:extLst>
            </p:cNvPr>
            <p:cNvSpPr/>
            <p:nvPr>
              <p:custDataLst>
                <p:tags r:id="rId91"/>
              </p:custDataLst>
            </p:nvPr>
          </p:nvSpPr>
          <p:spPr>
            <a:xfrm>
              <a:off x="6763337" y="5625343"/>
              <a:ext cx="54910" cy="233236"/>
            </a:xfrm>
            <a:custGeom>
              <a:avLst/>
              <a:gdLst>
                <a:gd name="connsiteX0" fmla="*/ 55148 w 54910"/>
                <a:gd name="connsiteY0" fmla="*/ 230982 h 233236"/>
                <a:gd name="connsiteX1" fmla="*/ 51124 w 54910"/>
                <a:gd name="connsiteY1" fmla="*/ 225851 h 233236"/>
                <a:gd name="connsiteX2" fmla="*/ 13965 w 54910"/>
                <a:gd name="connsiteY2" fmla="*/ 116696 h 233236"/>
                <a:gd name="connsiteX3" fmla="*/ 52071 w 54910"/>
                <a:gd name="connsiteY3" fmla="*/ 6375 h 233236"/>
                <a:gd name="connsiteX4" fmla="*/ 55148 w 54910"/>
                <a:gd name="connsiteY4" fmla="*/ 2410 h 233236"/>
                <a:gd name="connsiteX5" fmla="*/ 52781 w 54910"/>
                <a:gd name="connsiteY5" fmla="*/ 77 h 233236"/>
                <a:gd name="connsiteX6" fmla="*/ 15148 w 54910"/>
                <a:gd name="connsiteY6" fmla="*/ 45559 h 233236"/>
                <a:gd name="connsiteX7" fmla="*/ 237 w 54910"/>
                <a:gd name="connsiteY7" fmla="*/ 116696 h 233236"/>
                <a:gd name="connsiteX8" fmla="*/ 15858 w 54910"/>
                <a:gd name="connsiteY8" fmla="*/ 189466 h 233236"/>
                <a:gd name="connsiteX9" fmla="*/ 52781 w 54910"/>
                <a:gd name="connsiteY9" fmla="*/ 233314 h 233236"/>
                <a:gd name="connsiteX10" fmla="*/ 55148 w 54910"/>
                <a:gd name="connsiteY10" fmla="*/ 230982 h 233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0" h="233236">
                  <a:moveTo>
                    <a:pt x="55148" y="230982"/>
                  </a:moveTo>
                  <a:cubicBezTo>
                    <a:pt x="55148" y="230282"/>
                    <a:pt x="55148" y="229816"/>
                    <a:pt x="51124" y="225851"/>
                  </a:cubicBezTo>
                  <a:cubicBezTo>
                    <a:pt x="21539" y="196463"/>
                    <a:pt x="13965" y="152381"/>
                    <a:pt x="13965" y="116696"/>
                  </a:cubicBezTo>
                  <a:cubicBezTo>
                    <a:pt x="13965" y="76113"/>
                    <a:pt x="22959" y="35529"/>
                    <a:pt x="52071" y="6375"/>
                  </a:cubicBezTo>
                  <a:cubicBezTo>
                    <a:pt x="55148" y="3576"/>
                    <a:pt x="55148" y="3109"/>
                    <a:pt x="55148" y="2410"/>
                  </a:cubicBezTo>
                  <a:cubicBezTo>
                    <a:pt x="55148" y="777"/>
                    <a:pt x="54201" y="77"/>
                    <a:pt x="52781" y="77"/>
                  </a:cubicBezTo>
                  <a:cubicBezTo>
                    <a:pt x="50414" y="77"/>
                    <a:pt x="29113" y="15938"/>
                    <a:pt x="15148" y="45559"/>
                  </a:cubicBezTo>
                  <a:cubicBezTo>
                    <a:pt x="3077" y="71215"/>
                    <a:pt x="237" y="97104"/>
                    <a:pt x="237" y="116696"/>
                  </a:cubicBezTo>
                  <a:cubicBezTo>
                    <a:pt x="237" y="134888"/>
                    <a:pt x="2841" y="163110"/>
                    <a:pt x="15858" y="189466"/>
                  </a:cubicBezTo>
                  <a:cubicBezTo>
                    <a:pt x="30059" y="218154"/>
                    <a:pt x="50414" y="233314"/>
                    <a:pt x="52781" y="233314"/>
                  </a:cubicBezTo>
                  <a:cubicBezTo>
                    <a:pt x="54201" y="233314"/>
                    <a:pt x="55148" y="232614"/>
                    <a:pt x="55148" y="23098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93" name="Freeform: Shape 3392">
              <a:extLst>
                <a:ext uri="{FF2B5EF4-FFF2-40B4-BE49-F238E27FC236}">
                  <a16:creationId xmlns:a16="http://schemas.microsoft.com/office/drawing/2014/main" id="{76DD7E8D-594E-FBF0-3FEE-D303165BB0D6}"/>
                </a:ext>
              </a:extLst>
            </p:cNvPr>
            <p:cNvSpPr/>
            <p:nvPr>
              <p:custDataLst>
                <p:tags r:id="rId92"/>
              </p:custDataLst>
            </p:nvPr>
          </p:nvSpPr>
          <p:spPr>
            <a:xfrm>
              <a:off x="6838813" y="5697180"/>
              <a:ext cx="110531" cy="153469"/>
            </a:xfrm>
            <a:custGeom>
              <a:avLst/>
              <a:gdLst>
                <a:gd name="connsiteX0" fmla="*/ 108879 w 110531"/>
                <a:gd name="connsiteY0" fmla="*/ 38561 h 153469"/>
                <a:gd name="connsiteX1" fmla="*/ 110772 w 110531"/>
                <a:gd name="connsiteY1" fmla="*/ 25034 h 153469"/>
                <a:gd name="connsiteX2" fmla="*/ 83554 w 110531"/>
                <a:gd name="connsiteY2" fmla="*/ 77 h 153469"/>
                <a:gd name="connsiteX3" fmla="*/ 46868 w 110531"/>
                <a:gd name="connsiteY3" fmla="*/ 20369 h 153469"/>
                <a:gd name="connsiteX4" fmla="*/ 25093 w 110531"/>
                <a:gd name="connsiteY4" fmla="*/ 77 h 153469"/>
                <a:gd name="connsiteX5" fmla="*/ 7578 w 110531"/>
                <a:gd name="connsiteY5" fmla="*/ 13372 h 153469"/>
                <a:gd name="connsiteX6" fmla="*/ 241 w 110531"/>
                <a:gd name="connsiteY6" fmla="*/ 35996 h 153469"/>
                <a:gd name="connsiteX7" fmla="*/ 3081 w 110531"/>
                <a:gd name="connsiteY7" fmla="*/ 38328 h 153469"/>
                <a:gd name="connsiteX8" fmla="*/ 7105 w 110531"/>
                <a:gd name="connsiteY8" fmla="*/ 32964 h 153469"/>
                <a:gd name="connsiteX9" fmla="*/ 24383 w 110531"/>
                <a:gd name="connsiteY9" fmla="*/ 5209 h 153469"/>
                <a:gd name="connsiteX10" fmla="*/ 31720 w 110531"/>
                <a:gd name="connsiteY10" fmla="*/ 15938 h 153469"/>
                <a:gd name="connsiteX11" fmla="*/ 27933 w 110531"/>
                <a:gd name="connsiteY11" fmla="*/ 35529 h 153469"/>
                <a:gd name="connsiteX12" fmla="*/ 14205 w 110531"/>
                <a:gd name="connsiteY12" fmla="*/ 89407 h 153469"/>
                <a:gd name="connsiteX13" fmla="*/ 12075 w 110531"/>
                <a:gd name="connsiteY13" fmla="*/ 99436 h 153469"/>
                <a:gd name="connsiteX14" fmla="*/ 18939 w 110531"/>
                <a:gd name="connsiteY14" fmla="*/ 105734 h 153469"/>
                <a:gd name="connsiteX15" fmla="*/ 27696 w 110531"/>
                <a:gd name="connsiteY15" fmla="*/ 99203 h 153469"/>
                <a:gd name="connsiteX16" fmla="*/ 32193 w 110531"/>
                <a:gd name="connsiteY16" fmla="*/ 81944 h 153469"/>
                <a:gd name="connsiteX17" fmla="*/ 37400 w 110531"/>
                <a:gd name="connsiteY17" fmla="*/ 60952 h 153469"/>
                <a:gd name="connsiteX18" fmla="*/ 41424 w 110531"/>
                <a:gd name="connsiteY18" fmla="*/ 45325 h 153469"/>
                <a:gd name="connsiteX19" fmla="*/ 44028 w 110531"/>
                <a:gd name="connsiteY19" fmla="*/ 34830 h 153469"/>
                <a:gd name="connsiteX20" fmla="*/ 60122 w 110531"/>
                <a:gd name="connsiteY20" fmla="*/ 13372 h 153469"/>
                <a:gd name="connsiteX21" fmla="*/ 82844 w 110531"/>
                <a:gd name="connsiteY21" fmla="*/ 5209 h 153469"/>
                <a:gd name="connsiteX22" fmla="*/ 95625 w 110531"/>
                <a:gd name="connsiteY22" fmla="*/ 21535 h 153469"/>
                <a:gd name="connsiteX23" fmla="*/ 93258 w 110531"/>
                <a:gd name="connsiteY23" fmla="*/ 36229 h 153469"/>
                <a:gd name="connsiteX24" fmla="*/ 66276 w 110531"/>
                <a:gd name="connsiteY24" fmla="*/ 143518 h 153469"/>
                <a:gd name="connsiteX25" fmla="*/ 65566 w 110531"/>
                <a:gd name="connsiteY25" fmla="*/ 147250 h 153469"/>
                <a:gd name="connsiteX26" fmla="*/ 72193 w 110531"/>
                <a:gd name="connsiteY26" fmla="*/ 153547 h 153469"/>
                <a:gd name="connsiteX27" fmla="*/ 81897 w 110531"/>
                <a:gd name="connsiteY27" fmla="*/ 144218 h 153469"/>
                <a:gd name="connsiteX28" fmla="*/ 108879 w 110531"/>
                <a:gd name="connsiteY28" fmla="*/ 38561 h 15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0531" h="153469">
                  <a:moveTo>
                    <a:pt x="108879" y="38561"/>
                  </a:moveTo>
                  <a:cubicBezTo>
                    <a:pt x="110062" y="34363"/>
                    <a:pt x="110772" y="31331"/>
                    <a:pt x="110772" y="25034"/>
                  </a:cubicBezTo>
                  <a:cubicBezTo>
                    <a:pt x="110772" y="9873"/>
                    <a:pt x="101305" y="77"/>
                    <a:pt x="83554" y="77"/>
                  </a:cubicBezTo>
                  <a:cubicBezTo>
                    <a:pt x="64856" y="77"/>
                    <a:pt x="52548" y="12206"/>
                    <a:pt x="46868" y="20369"/>
                  </a:cubicBezTo>
                  <a:cubicBezTo>
                    <a:pt x="45684" y="7075"/>
                    <a:pt x="35744" y="77"/>
                    <a:pt x="25093" y="77"/>
                  </a:cubicBezTo>
                  <a:cubicBezTo>
                    <a:pt x="14205" y="77"/>
                    <a:pt x="9708" y="9174"/>
                    <a:pt x="7578" y="13372"/>
                  </a:cubicBezTo>
                  <a:cubicBezTo>
                    <a:pt x="3318" y="21302"/>
                    <a:pt x="241" y="35296"/>
                    <a:pt x="241" y="35996"/>
                  </a:cubicBezTo>
                  <a:cubicBezTo>
                    <a:pt x="241" y="38328"/>
                    <a:pt x="2608" y="38328"/>
                    <a:pt x="3081" y="38328"/>
                  </a:cubicBezTo>
                  <a:cubicBezTo>
                    <a:pt x="5448" y="38328"/>
                    <a:pt x="5685" y="38095"/>
                    <a:pt x="7105" y="32964"/>
                  </a:cubicBezTo>
                  <a:cubicBezTo>
                    <a:pt x="11128" y="16404"/>
                    <a:pt x="15862" y="5209"/>
                    <a:pt x="24383" y="5209"/>
                  </a:cubicBezTo>
                  <a:cubicBezTo>
                    <a:pt x="28406" y="5209"/>
                    <a:pt x="31720" y="7075"/>
                    <a:pt x="31720" y="15938"/>
                  </a:cubicBezTo>
                  <a:cubicBezTo>
                    <a:pt x="31720" y="20835"/>
                    <a:pt x="31010" y="23401"/>
                    <a:pt x="27933" y="35529"/>
                  </a:cubicBezTo>
                  <a:lnTo>
                    <a:pt x="14205" y="89407"/>
                  </a:lnTo>
                  <a:cubicBezTo>
                    <a:pt x="13495" y="92906"/>
                    <a:pt x="12075" y="98270"/>
                    <a:pt x="12075" y="99436"/>
                  </a:cubicBezTo>
                  <a:cubicBezTo>
                    <a:pt x="12075" y="103635"/>
                    <a:pt x="15389" y="105734"/>
                    <a:pt x="18939" y="105734"/>
                  </a:cubicBezTo>
                  <a:cubicBezTo>
                    <a:pt x="21779" y="105734"/>
                    <a:pt x="26040" y="103868"/>
                    <a:pt x="27696" y="99203"/>
                  </a:cubicBezTo>
                  <a:cubicBezTo>
                    <a:pt x="27933" y="98737"/>
                    <a:pt x="30773" y="87774"/>
                    <a:pt x="32193" y="81944"/>
                  </a:cubicBezTo>
                  <a:lnTo>
                    <a:pt x="37400" y="60952"/>
                  </a:lnTo>
                  <a:cubicBezTo>
                    <a:pt x="38820" y="55821"/>
                    <a:pt x="40241" y="50690"/>
                    <a:pt x="41424" y="45325"/>
                  </a:cubicBezTo>
                  <a:cubicBezTo>
                    <a:pt x="41897" y="43926"/>
                    <a:pt x="43791" y="36229"/>
                    <a:pt x="44028" y="34830"/>
                  </a:cubicBezTo>
                  <a:cubicBezTo>
                    <a:pt x="44738" y="32731"/>
                    <a:pt x="52075" y="19669"/>
                    <a:pt x="60122" y="13372"/>
                  </a:cubicBezTo>
                  <a:cubicBezTo>
                    <a:pt x="65329" y="9640"/>
                    <a:pt x="72666" y="5209"/>
                    <a:pt x="82844" y="5209"/>
                  </a:cubicBezTo>
                  <a:cubicBezTo>
                    <a:pt x="93021" y="5209"/>
                    <a:pt x="95625" y="13139"/>
                    <a:pt x="95625" y="21535"/>
                  </a:cubicBezTo>
                  <a:cubicBezTo>
                    <a:pt x="95625" y="22701"/>
                    <a:pt x="95625" y="26900"/>
                    <a:pt x="93258" y="36229"/>
                  </a:cubicBezTo>
                  <a:lnTo>
                    <a:pt x="66276" y="143518"/>
                  </a:lnTo>
                  <a:cubicBezTo>
                    <a:pt x="65566" y="146317"/>
                    <a:pt x="65566" y="146783"/>
                    <a:pt x="65566" y="147250"/>
                  </a:cubicBezTo>
                  <a:cubicBezTo>
                    <a:pt x="65566" y="150748"/>
                    <a:pt x="68169" y="153547"/>
                    <a:pt x="72193" y="153547"/>
                  </a:cubicBezTo>
                  <a:cubicBezTo>
                    <a:pt x="79530" y="153547"/>
                    <a:pt x="81187" y="146783"/>
                    <a:pt x="81897" y="144218"/>
                  </a:cubicBezTo>
                  <a:lnTo>
                    <a:pt x="108879" y="385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94" name="Freeform: Shape 3393">
              <a:extLst>
                <a:ext uri="{FF2B5EF4-FFF2-40B4-BE49-F238E27FC236}">
                  <a16:creationId xmlns:a16="http://schemas.microsoft.com/office/drawing/2014/main" id="{DE92C9B0-37CD-9D4B-0931-2530E0A948AF}"/>
                </a:ext>
              </a:extLst>
            </p:cNvPr>
            <p:cNvSpPr/>
            <p:nvPr>
              <p:custDataLst>
                <p:tags r:id="rId93"/>
              </p:custDataLst>
            </p:nvPr>
          </p:nvSpPr>
          <p:spPr>
            <a:xfrm>
              <a:off x="6957257" y="5763256"/>
              <a:ext cx="101229" cy="73632"/>
            </a:xfrm>
            <a:custGeom>
              <a:avLst/>
              <a:gdLst>
                <a:gd name="connsiteX0" fmla="*/ 12672 w 101229"/>
                <a:gd name="connsiteY0" fmla="*/ 61793 h 73632"/>
                <a:gd name="connsiteX1" fmla="*/ 11015 w 101229"/>
                <a:gd name="connsiteY1" fmla="*/ 68487 h 73632"/>
                <a:gd name="connsiteX2" fmla="*/ 16648 w 101229"/>
                <a:gd name="connsiteY2" fmla="*/ 73712 h 73632"/>
                <a:gd name="connsiteX3" fmla="*/ 23110 w 101229"/>
                <a:gd name="connsiteY3" fmla="*/ 70120 h 73632"/>
                <a:gd name="connsiteX4" fmla="*/ 26092 w 101229"/>
                <a:gd name="connsiteY4" fmla="*/ 59997 h 73632"/>
                <a:gd name="connsiteX5" fmla="*/ 29737 w 101229"/>
                <a:gd name="connsiteY5" fmla="*/ 45304 h 73632"/>
                <a:gd name="connsiteX6" fmla="*/ 32553 w 101229"/>
                <a:gd name="connsiteY6" fmla="*/ 34365 h 73632"/>
                <a:gd name="connsiteX7" fmla="*/ 39512 w 101229"/>
                <a:gd name="connsiteY7" fmla="*/ 19671 h 73632"/>
                <a:gd name="connsiteX8" fmla="*/ 64364 w 101229"/>
                <a:gd name="connsiteY8" fmla="*/ 4650 h 73632"/>
                <a:gd name="connsiteX9" fmla="*/ 74139 w 101229"/>
                <a:gd name="connsiteY9" fmla="*/ 16079 h 73632"/>
                <a:gd name="connsiteX10" fmla="*/ 64364 w 101229"/>
                <a:gd name="connsiteY10" fmla="*/ 50855 h 73632"/>
                <a:gd name="connsiteX11" fmla="*/ 61878 w 101229"/>
                <a:gd name="connsiteY11" fmla="*/ 59671 h 73632"/>
                <a:gd name="connsiteX12" fmla="*/ 77618 w 101229"/>
                <a:gd name="connsiteY12" fmla="*/ 73712 h 73632"/>
                <a:gd name="connsiteX13" fmla="*/ 101476 w 101229"/>
                <a:gd name="connsiteY13" fmla="*/ 48732 h 73632"/>
                <a:gd name="connsiteX14" fmla="*/ 98825 w 101229"/>
                <a:gd name="connsiteY14" fmla="*/ 46610 h 73632"/>
                <a:gd name="connsiteX15" fmla="*/ 95677 w 101229"/>
                <a:gd name="connsiteY15" fmla="*/ 49385 h 73632"/>
                <a:gd name="connsiteX16" fmla="*/ 78115 w 101229"/>
                <a:gd name="connsiteY16" fmla="*/ 69140 h 73632"/>
                <a:gd name="connsiteX17" fmla="*/ 73973 w 101229"/>
                <a:gd name="connsiteY17" fmla="*/ 63426 h 73632"/>
                <a:gd name="connsiteX18" fmla="*/ 77784 w 101229"/>
                <a:gd name="connsiteY18" fmla="*/ 50201 h 73632"/>
                <a:gd name="connsiteX19" fmla="*/ 86564 w 101229"/>
                <a:gd name="connsiteY19" fmla="*/ 18691 h 73632"/>
                <a:gd name="connsiteX20" fmla="*/ 65026 w 101229"/>
                <a:gd name="connsiteY20" fmla="*/ 79 h 73632"/>
                <a:gd name="connsiteX21" fmla="*/ 37027 w 101229"/>
                <a:gd name="connsiteY21" fmla="*/ 14936 h 73632"/>
                <a:gd name="connsiteX22" fmla="*/ 19299 w 101229"/>
                <a:gd name="connsiteY22" fmla="*/ 79 h 73632"/>
                <a:gd name="connsiteX23" fmla="*/ 6210 w 101229"/>
                <a:gd name="connsiteY23" fmla="*/ 8895 h 73632"/>
                <a:gd name="connsiteX24" fmla="*/ 246 w 101229"/>
                <a:gd name="connsiteY24" fmla="*/ 25059 h 73632"/>
                <a:gd name="connsiteX25" fmla="*/ 3063 w 101229"/>
                <a:gd name="connsiteY25" fmla="*/ 27181 h 73632"/>
                <a:gd name="connsiteX26" fmla="*/ 6707 w 101229"/>
                <a:gd name="connsiteY26" fmla="*/ 22283 h 73632"/>
                <a:gd name="connsiteX27" fmla="*/ 18802 w 101229"/>
                <a:gd name="connsiteY27" fmla="*/ 4650 h 73632"/>
                <a:gd name="connsiteX28" fmla="*/ 24269 w 101229"/>
                <a:gd name="connsiteY28" fmla="*/ 12650 h 73632"/>
                <a:gd name="connsiteX29" fmla="*/ 21619 w 101229"/>
                <a:gd name="connsiteY29" fmla="*/ 26201 h 73632"/>
                <a:gd name="connsiteX30" fmla="*/ 17974 w 101229"/>
                <a:gd name="connsiteY30" fmla="*/ 40895 h 73632"/>
                <a:gd name="connsiteX31" fmla="*/ 12672 w 101229"/>
                <a:gd name="connsiteY31" fmla="*/ 61793 h 7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229" h="73632">
                  <a:moveTo>
                    <a:pt x="12672" y="61793"/>
                  </a:moveTo>
                  <a:cubicBezTo>
                    <a:pt x="12009" y="63916"/>
                    <a:pt x="11015" y="67997"/>
                    <a:pt x="11015" y="68487"/>
                  </a:cubicBezTo>
                  <a:cubicBezTo>
                    <a:pt x="11015" y="72079"/>
                    <a:pt x="13997" y="73712"/>
                    <a:pt x="16648" y="73712"/>
                  </a:cubicBezTo>
                  <a:cubicBezTo>
                    <a:pt x="19630" y="73712"/>
                    <a:pt x="22281" y="71589"/>
                    <a:pt x="23110" y="70120"/>
                  </a:cubicBezTo>
                  <a:cubicBezTo>
                    <a:pt x="23938" y="68651"/>
                    <a:pt x="25263" y="63426"/>
                    <a:pt x="26092" y="59997"/>
                  </a:cubicBezTo>
                  <a:cubicBezTo>
                    <a:pt x="26920" y="56895"/>
                    <a:pt x="28743" y="49385"/>
                    <a:pt x="29737" y="45304"/>
                  </a:cubicBezTo>
                  <a:cubicBezTo>
                    <a:pt x="30731" y="41712"/>
                    <a:pt x="31725" y="38120"/>
                    <a:pt x="32553" y="34365"/>
                  </a:cubicBezTo>
                  <a:cubicBezTo>
                    <a:pt x="34376" y="27671"/>
                    <a:pt x="34707" y="26365"/>
                    <a:pt x="39512" y="19671"/>
                  </a:cubicBezTo>
                  <a:cubicBezTo>
                    <a:pt x="44151" y="13140"/>
                    <a:pt x="51938" y="4650"/>
                    <a:pt x="64364" y="4650"/>
                  </a:cubicBezTo>
                  <a:cubicBezTo>
                    <a:pt x="73973" y="4650"/>
                    <a:pt x="74139" y="12977"/>
                    <a:pt x="74139" y="16079"/>
                  </a:cubicBezTo>
                  <a:cubicBezTo>
                    <a:pt x="74139" y="25875"/>
                    <a:pt x="67014" y="43997"/>
                    <a:pt x="64364" y="50855"/>
                  </a:cubicBezTo>
                  <a:cubicBezTo>
                    <a:pt x="62541" y="55426"/>
                    <a:pt x="61878" y="56895"/>
                    <a:pt x="61878" y="59671"/>
                  </a:cubicBezTo>
                  <a:cubicBezTo>
                    <a:pt x="61878" y="68324"/>
                    <a:pt x="69168" y="73712"/>
                    <a:pt x="77618" y="73712"/>
                  </a:cubicBezTo>
                  <a:cubicBezTo>
                    <a:pt x="94186" y="73712"/>
                    <a:pt x="101476" y="51181"/>
                    <a:pt x="101476" y="48732"/>
                  </a:cubicBezTo>
                  <a:cubicBezTo>
                    <a:pt x="101476" y="46610"/>
                    <a:pt x="99322" y="46610"/>
                    <a:pt x="98825" y="46610"/>
                  </a:cubicBezTo>
                  <a:cubicBezTo>
                    <a:pt x="96505" y="46610"/>
                    <a:pt x="96340" y="47589"/>
                    <a:pt x="95677" y="49385"/>
                  </a:cubicBezTo>
                  <a:cubicBezTo>
                    <a:pt x="91866" y="62446"/>
                    <a:pt x="84742" y="69140"/>
                    <a:pt x="78115" y="69140"/>
                  </a:cubicBezTo>
                  <a:cubicBezTo>
                    <a:pt x="74636" y="69140"/>
                    <a:pt x="73973" y="66855"/>
                    <a:pt x="73973" y="63426"/>
                  </a:cubicBezTo>
                  <a:cubicBezTo>
                    <a:pt x="73973" y="59671"/>
                    <a:pt x="74801" y="57548"/>
                    <a:pt x="77784" y="50201"/>
                  </a:cubicBezTo>
                  <a:cubicBezTo>
                    <a:pt x="79772" y="45140"/>
                    <a:pt x="86564" y="27834"/>
                    <a:pt x="86564" y="18691"/>
                  </a:cubicBezTo>
                  <a:cubicBezTo>
                    <a:pt x="86564" y="2854"/>
                    <a:pt x="73807" y="79"/>
                    <a:pt x="65026" y="79"/>
                  </a:cubicBezTo>
                  <a:cubicBezTo>
                    <a:pt x="51275" y="79"/>
                    <a:pt x="41997" y="8405"/>
                    <a:pt x="37027" y="14936"/>
                  </a:cubicBezTo>
                  <a:cubicBezTo>
                    <a:pt x="35867" y="3671"/>
                    <a:pt x="26092" y="79"/>
                    <a:pt x="19299" y="79"/>
                  </a:cubicBezTo>
                  <a:cubicBezTo>
                    <a:pt x="12175" y="79"/>
                    <a:pt x="8364" y="5140"/>
                    <a:pt x="6210" y="8895"/>
                  </a:cubicBezTo>
                  <a:cubicBezTo>
                    <a:pt x="2566" y="14936"/>
                    <a:pt x="246" y="24242"/>
                    <a:pt x="246" y="25059"/>
                  </a:cubicBezTo>
                  <a:cubicBezTo>
                    <a:pt x="246" y="27181"/>
                    <a:pt x="2566" y="27181"/>
                    <a:pt x="3063" y="27181"/>
                  </a:cubicBezTo>
                  <a:cubicBezTo>
                    <a:pt x="5382" y="27181"/>
                    <a:pt x="5548" y="26691"/>
                    <a:pt x="6707" y="22283"/>
                  </a:cubicBezTo>
                  <a:cubicBezTo>
                    <a:pt x="9193" y="12650"/>
                    <a:pt x="12341" y="4650"/>
                    <a:pt x="18802" y="4650"/>
                  </a:cubicBezTo>
                  <a:cubicBezTo>
                    <a:pt x="23110" y="4650"/>
                    <a:pt x="24269" y="8242"/>
                    <a:pt x="24269" y="12650"/>
                  </a:cubicBezTo>
                  <a:cubicBezTo>
                    <a:pt x="24269" y="15752"/>
                    <a:pt x="22778" y="21793"/>
                    <a:pt x="21619" y="26201"/>
                  </a:cubicBezTo>
                  <a:cubicBezTo>
                    <a:pt x="20459" y="30610"/>
                    <a:pt x="18802" y="37303"/>
                    <a:pt x="17974" y="40895"/>
                  </a:cubicBezTo>
                  <a:lnTo>
                    <a:pt x="12672" y="6179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95" name="Freeform: Shape 3394">
              <a:extLst>
                <a:ext uri="{FF2B5EF4-FFF2-40B4-BE49-F238E27FC236}">
                  <a16:creationId xmlns:a16="http://schemas.microsoft.com/office/drawing/2014/main" id="{632A38E5-A74C-0426-ED61-D0D7ED4E40A4}"/>
                </a:ext>
              </a:extLst>
            </p:cNvPr>
            <p:cNvSpPr/>
            <p:nvPr>
              <p:custDataLst>
                <p:tags r:id="rId94"/>
              </p:custDataLst>
            </p:nvPr>
          </p:nvSpPr>
          <p:spPr>
            <a:xfrm>
              <a:off x="7091796" y="5625343"/>
              <a:ext cx="54910" cy="233236"/>
            </a:xfrm>
            <a:custGeom>
              <a:avLst/>
              <a:gdLst>
                <a:gd name="connsiteX0" fmla="*/ 55162 w 54910"/>
                <a:gd name="connsiteY0" fmla="*/ 116696 h 233236"/>
                <a:gd name="connsiteX1" fmla="*/ 39541 w 54910"/>
                <a:gd name="connsiteY1" fmla="*/ 43926 h 233236"/>
                <a:gd name="connsiteX2" fmla="*/ 2618 w 54910"/>
                <a:gd name="connsiteY2" fmla="*/ 77 h 233236"/>
                <a:gd name="connsiteX3" fmla="*/ 251 w 54910"/>
                <a:gd name="connsiteY3" fmla="*/ 2410 h 233236"/>
                <a:gd name="connsiteX4" fmla="*/ 4748 w 54910"/>
                <a:gd name="connsiteY4" fmla="*/ 7774 h 233236"/>
                <a:gd name="connsiteX5" fmla="*/ 41434 w 54910"/>
                <a:gd name="connsiteY5" fmla="*/ 116696 h 233236"/>
                <a:gd name="connsiteX6" fmla="*/ 3328 w 54910"/>
                <a:gd name="connsiteY6" fmla="*/ 227017 h 233236"/>
                <a:gd name="connsiteX7" fmla="*/ 251 w 54910"/>
                <a:gd name="connsiteY7" fmla="*/ 230982 h 233236"/>
                <a:gd name="connsiteX8" fmla="*/ 2618 w 54910"/>
                <a:gd name="connsiteY8" fmla="*/ 233314 h 233236"/>
                <a:gd name="connsiteX9" fmla="*/ 40251 w 54910"/>
                <a:gd name="connsiteY9" fmla="*/ 187833 h 233236"/>
                <a:gd name="connsiteX10" fmla="*/ 55162 w 54910"/>
                <a:gd name="connsiteY10" fmla="*/ 116696 h 233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0" h="233236">
                  <a:moveTo>
                    <a:pt x="55162" y="116696"/>
                  </a:moveTo>
                  <a:cubicBezTo>
                    <a:pt x="55162" y="98503"/>
                    <a:pt x="52558" y="70282"/>
                    <a:pt x="39541" y="43926"/>
                  </a:cubicBezTo>
                  <a:cubicBezTo>
                    <a:pt x="25340" y="15238"/>
                    <a:pt x="4985" y="77"/>
                    <a:pt x="2618" y="77"/>
                  </a:cubicBezTo>
                  <a:cubicBezTo>
                    <a:pt x="1198" y="77"/>
                    <a:pt x="251" y="1010"/>
                    <a:pt x="251" y="2410"/>
                  </a:cubicBezTo>
                  <a:cubicBezTo>
                    <a:pt x="251" y="3109"/>
                    <a:pt x="251" y="3576"/>
                    <a:pt x="4748" y="7774"/>
                  </a:cubicBezTo>
                  <a:cubicBezTo>
                    <a:pt x="27943" y="30865"/>
                    <a:pt x="41434" y="67949"/>
                    <a:pt x="41434" y="116696"/>
                  </a:cubicBezTo>
                  <a:cubicBezTo>
                    <a:pt x="41434" y="156579"/>
                    <a:pt x="32677" y="197629"/>
                    <a:pt x="3328" y="227017"/>
                  </a:cubicBezTo>
                  <a:cubicBezTo>
                    <a:pt x="251" y="229816"/>
                    <a:pt x="251" y="230282"/>
                    <a:pt x="251" y="230982"/>
                  </a:cubicBezTo>
                  <a:cubicBezTo>
                    <a:pt x="251" y="232381"/>
                    <a:pt x="1198" y="233314"/>
                    <a:pt x="2618" y="233314"/>
                  </a:cubicBezTo>
                  <a:cubicBezTo>
                    <a:pt x="4985" y="233314"/>
                    <a:pt x="26287" y="217454"/>
                    <a:pt x="40251" y="187833"/>
                  </a:cubicBezTo>
                  <a:cubicBezTo>
                    <a:pt x="52322" y="162177"/>
                    <a:pt x="55162" y="136288"/>
                    <a:pt x="55162" y="11669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96" name="Freeform: Shape 3395">
              <a:extLst>
                <a:ext uri="{FF2B5EF4-FFF2-40B4-BE49-F238E27FC236}">
                  <a16:creationId xmlns:a16="http://schemas.microsoft.com/office/drawing/2014/main" id="{23E19ACE-32D2-075F-922A-6A6D2E4374F5}"/>
                </a:ext>
              </a:extLst>
            </p:cNvPr>
            <p:cNvSpPr/>
            <p:nvPr>
              <p:custDataLst>
                <p:tags r:id="rId95"/>
              </p:custDataLst>
            </p:nvPr>
          </p:nvSpPr>
          <p:spPr>
            <a:xfrm>
              <a:off x="7243298" y="5729600"/>
              <a:ext cx="25088" cy="24723"/>
            </a:xfrm>
            <a:custGeom>
              <a:avLst/>
              <a:gdLst>
                <a:gd name="connsiteX0" fmla="*/ 25346 w 25088"/>
                <a:gd name="connsiteY0" fmla="*/ 12439 h 24723"/>
                <a:gd name="connsiteX1" fmla="*/ 12802 w 25088"/>
                <a:gd name="connsiteY1" fmla="*/ 77 h 24723"/>
                <a:gd name="connsiteX2" fmla="*/ 258 w 25088"/>
                <a:gd name="connsiteY2" fmla="*/ 12439 h 24723"/>
                <a:gd name="connsiteX3" fmla="*/ 12802 w 25088"/>
                <a:gd name="connsiteY3" fmla="*/ 24801 h 24723"/>
                <a:gd name="connsiteX4" fmla="*/ 25346 w 25088"/>
                <a:gd name="connsiteY4" fmla="*/ 12439 h 24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8" h="24723">
                  <a:moveTo>
                    <a:pt x="25346" y="12439"/>
                  </a:moveTo>
                  <a:cubicBezTo>
                    <a:pt x="25346" y="5675"/>
                    <a:pt x="19666" y="77"/>
                    <a:pt x="12802" y="77"/>
                  </a:cubicBezTo>
                  <a:cubicBezTo>
                    <a:pt x="5938" y="77"/>
                    <a:pt x="258" y="5675"/>
                    <a:pt x="258" y="12439"/>
                  </a:cubicBezTo>
                  <a:cubicBezTo>
                    <a:pt x="258" y="19203"/>
                    <a:pt x="5938" y="24801"/>
                    <a:pt x="12802" y="24801"/>
                  </a:cubicBezTo>
                  <a:cubicBezTo>
                    <a:pt x="19666" y="24801"/>
                    <a:pt x="25346" y="19203"/>
                    <a:pt x="25346" y="1243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97" name="Freeform: Shape 3396">
              <a:extLst>
                <a:ext uri="{FF2B5EF4-FFF2-40B4-BE49-F238E27FC236}">
                  <a16:creationId xmlns:a16="http://schemas.microsoft.com/office/drawing/2014/main" id="{C207CC7E-3F6C-45B9-11D3-F9FA7AE35AD9}"/>
                </a:ext>
              </a:extLst>
            </p:cNvPr>
            <p:cNvSpPr/>
            <p:nvPr>
              <p:custDataLst>
                <p:tags r:id="rId96"/>
              </p:custDataLst>
            </p:nvPr>
          </p:nvSpPr>
          <p:spPr>
            <a:xfrm>
              <a:off x="7348355" y="5635606"/>
              <a:ext cx="129022" cy="209913"/>
            </a:xfrm>
            <a:custGeom>
              <a:avLst/>
              <a:gdLst>
                <a:gd name="connsiteX0" fmla="*/ 129285 w 129022"/>
                <a:gd name="connsiteY0" fmla="*/ 32031 h 209913"/>
                <a:gd name="connsiteX1" fmla="*/ 97096 w 129022"/>
                <a:gd name="connsiteY1" fmla="*/ 77 h 209913"/>
                <a:gd name="connsiteX2" fmla="*/ 68457 w 129022"/>
                <a:gd name="connsiteY2" fmla="*/ 9873 h 209913"/>
                <a:gd name="connsiteX3" fmla="*/ 37925 w 129022"/>
                <a:gd name="connsiteY3" fmla="*/ 59553 h 209913"/>
                <a:gd name="connsiteX4" fmla="*/ 293 w 129022"/>
                <a:gd name="connsiteY4" fmla="*/ 207658 h 209913"/>
                <a:gd name="connsiteX5" fmla="*/ 3133 w 129022"/>
                <a:gd name="connsiteY5" fmla="*/ 209990 h 209913"/>
                <a:gd name="connsiteX6" fmla="*/ 5973 w 129022"/>
                <a:gd name="connsiteY6" fmla="*/ 208824 h 209913"/>
                <a:gd name="connsiteX7" fmla="*/ 22541 w 129022"/>
                <a:gd name="connsiteY7" fmla="*/ 144451 h 209913"/>
                <a:gd name="connsiteX8" fmla="*/ 54730 w 129022"/>
                <a:gd name="connsiteY8" fmla="*/ 167075 h 209913"/>
                <a:gd name="connsiteX9" fmla="*/ 100410 w 129022"/>
                <a:gd name="connsiteY9" fmla="*/ 148649 h 209913"/>
                <a:gd name="connsiteX10" fmla="*/ 119344 w 129022"/>
                <a:gd name="connsiteY10" fmla="*/ 105734 h 209913"/>
                <a:gd name="connsiteX11" fmla="*/ 102066 w 129022"/>
                <a:gd name="connsiteY11" fmla="*/ 70981 h 209913"/>
                <a:gd name="connsiteX12" fmla="*/ 129285 w 129022"/>
                <a:gd name="connsiteY12" fmla="*/ 32031 h 209913"/>
                <a:gd name="connsiteX13" fmla="*/ 86682 w 129022"/>
                <a:gd name="connsiteY13" fmla="*/ 70748 h 209913"/>
                <a:gd name="connsiteX14" fmla="*/ 75321 w 129022"/>
                <a:gd name="connsiteY14" fmla="*/ 72381 h 209913"/>
                <a:gd name="connsiteX15" fmla="*/ 64907 w 129022"/>
                <a:gd name="connsiteY15" fmla="*/ 71448 h 209913"/>
                <a:gd name="connsiteX16" fmla="*/ 76505 w 129022"/>
                <a:gd name="connsiteY16" fmla="*/ 69582 h 209913"/>
                <a:gd name="connsiteX17" fmla="*/ 86682 w 129022"/>
                <a:gd name="connsiteY17" fmla="*/ 70748 h 209913"/>
                <a:gd name="connsiteX18" fmla="*/ 116031 w 129022"/>
                <a:gd name="connsiteY18" fmla="*/ 26666 h 209913"/>
                <a:gd name="connsiteX19" fmla="*/ 94729 w 129022"/>
                <a:gd name="connsiteY19" fmla="*/ 67016 h 209913"/>
                <a:gd name="connsiteX20" fmla="*/ 76505 w 129022"/>
                <a:gd name="connsiteY20" fmla="*/ 64218 h 209913"/>
                <a:gd name="connsiteX21" fmla="*/ 58280 w 129022"/>
                <a:gd name="connsiteY21" fmla="*/ 71681 h 209913"/>
                <a:gd name="connsiteX22" fmla="*/ 74611 w 129022"/>
                <a:gd name="connsiteY22" fmla="*/ 77512 h 209913"/>
                <a:gd name="connsiteX23" fmla="*/ 94019 w 129022"/>
                <a:gd name="connsiteY23" fmla="*/ 74480 h 209913"/>
                <a:gd name="connsiteX24" fmla="*/ 104433 w 129022"/>
                <a:gd name="connsiteY24" fmla="*/ 100836 h 209913"/>
                <a:gd name="connsiteX25" fmla="*/ 92599 w 129022"/>
                <a:gd name="connsiteY25" fmla="*/ 140952 h 209913"/>
                <a:gd name="connsiteX26" fmla="*/ 54020 w 129022"/>
                <a:gd name="connsiteY26" fmla="*/ 161944 h 209913"/>
                <a:gd name="connsiteX27" fmla="*/ 27038 w 129022"/>
                <a:gd name="connsiteY27" fmla="*/ 131856 h 209913"/>
                <a:gd name="connsiteX28" fmla="*/ 28221 w 129022"/>
                <a:gd name="connsiteY28" fmla="*/ 121594 h 209913"/>
                <a:gd name="connsiteX29" fmla="*/ 43369 w 129022"/>
                <a:gd name="connsiteY29" fmla="*/ 62585 h 209913"/>
                <a:gd name="connsiteX30" fmla="*/ 94019 w 129022"/>
                <a:gd name="connsiteY30" fmla="*/ 5442 h 209913"/>
                <a:gd name="connsiteX31" fmla="*/ 116031 w 129022"/>
                <a:gd name="connsiteY31" fmla="*/ 26666 h 20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022" h="209913">
                  <a:moveTo>
                    <a:pt x="129285" y="32031"/>
                  </a:moveTo>
                  <a:cubicBezTo>
                    <a:pt x="129285" y="14538"/>
                    <a:pt x="116267" y="77"/>
                    <a:pt x="97096" y="77"/>
                  </a:cubicBezTo>
                  <a:cubicBezTo>
                    <a:pt x="83368" y="77"/>
                    <a:pt x="76741" y="3809"/>
                    <a:pt x="68457" y="9873"/>
                  </a:cubicBezTo>
                  <a:cubicBezTo>
                    <a:pt x="55440" y="19203"/>
                    <a:pt x="42422" y="41827"/>
                    <a:pt x="37925" y="59553"/>
                  </a:cubicBezTo>
                  <a:lnTo>
                    <a:pt x="293" y="207658"/>
                  </a:lnTo>
                  <a:cubicBezTo>
                    <a:pt x="56" y="208591"/>
                    <a:pt x="1239" y="209990"/>
                    <a:pt x="3133" y="209990"/>
                  </a:cubicBezTo>
                  <a:cubicBezTo>
                    <a:pt x="5026" y="209990"/>
                    <a:pt x="5736" y="209524"/>
                    <a:pt x="5973" y="208824"/>
                  </a:cubicBezTo>
                  <a:lnTo>
                    <a:pt x="22541" y="144451"/>
                  </a:lnTo>
                  <a:cubicBezTo>
                    <a:pt x="27038" y="158445"/>
                    <a:pt x="37452" y="167075"/>
                    <a:pt x="54730" y="167075"/>
                  </a:cubicBezTo>
                  <a:cubicBezTo>
                    <a:pt x="72008" y="167075"/>
                    <a:pt x="89759" y="158912"/>
                    <a:pt x="100410" y="148649"/>
                  </a:cubicBezTo>
                  <a:cubicBezTo>
                    <a:pt x="111770" y="137920"/>
                    <a:pt x="119344" y="122993"/>
                    <a:pt x="119344" y="105734"/>
                  </a:cubicBezTo>
                  <a:cubicBezTo>
                    <a:pt x="119344" y="88941"/>
                    <a:pt x="110587" y="76812"/>
                    <a:pt x="102066" y="70981"/>
                  </a:cubicBezTo>
                  <a:cubicBezTo>
                    <a:pt x="115794" y="63285"/>
                    <a:pt x="129285" y="48824"/>
                    <a:pt x="129285" y="32031"/>
                  </a:cubicBezTo>
                  <a:close/>
                  <a:moveTo>
                    <a:pt x="86682" y="70748"/>
                  </a:moveTo>
                  <a:cubicBezTo>
                    <a:pt x="83605" y="71914"/>
                    <a:pt x="81002" y="72381"/>
                    <a:pt x="75321" y="72381"/>
                  </a:cubicBezTo>
                  <a:cubicBezTo>
                    <a:pt x="72008" y="72381"/>
                    <a:pt x="67274" y="72614"/>
                    <a:pt x="64907" y="71448"/>
                  </a:cubicBezTo>
                  <a:cubicBezTo>
                    <a:pt x="65380" y="69116"/>
                    <a:pt x="73901" y="69582"/>
                    <a:pt x="76505" y="69582"/>
                  </a:cubicBezTo>
                  <a:cubicBezTo>
                    <a:pt x="81475" y="69582"/>
                    <a:pt x="83605" y="69582"/>
                    <a:pt x="86682" y="70748"/>
                  </a:cubicBezTo>
                  <a:close/>
                  <a:moveTo>
                    <a:pt x="116031" y="26666"/>
                  </a:moveTo>
                  <a:cubicBezTo>
                    <a:pt x="116031" y="42993"/>
                    <a:pt x="107037" y="59786"/>
                    <a:pt x="94729" y="67016"/>
                  </a:cubicBezTo>
                  <a:cubicBezTo>
                    <a:pt x="88339" y="64684"/>
                    <a:pt x="83605" y="64218"/>
                    <a:pt x="76505" y="64218"/>
                  </a:cubicBezTo>
                  <a:cubicBezTo>
                    <a:pt x="71534" y="64218"/>
                    <a:pt x="58280" y="63984"/>
                    <a:pt x="58280" y="71681"/>
                  </a:cubicBezTo>
                  <a:cubicBezTo>
                    <a:pt x="58043" y="78212"/>
                    <a:pt x="70351" y="77512"/>
                    <a:pt x="74611" y="77512"/>
                  </a:cubicBezTo>
                  <a:cubicBezTo>
                    <a:pt x="83368" y="77512"/>
                    <a:pt x="86919" y="77279"/>
                    <a:pt x="94019" y="74480"/>
                  </a:cubicBezTo>
                  <a:cubicBezTo>
                    <a:pt x="103013" y="82876"/>
                    <a:pt x="104197" y="90107"/>
                    <a:pt x="104433" y="100836"/>
                  </a:cubicBezTo>
                  <a:cubicBezTo>
                    <a:pt x="104907" y="114363"/>
                    <a:pt x="99226" y="131856"/>
                    <a:pt x="92599" y="140952"/>
                  </a:cubicBezTo>
                  <a:cubicBezTo>
                    <a:pt x="83368" y="153547"/>
                    <a:pt x="67511" y="161944"/>
                    <a:pt x="54020" y="161944"/>
                  </a:cubicBezTo>
                  <a:cubicBezTo>
                    <a:pt x="36032" y="161944"/>
                    <a:pt x="27038" y="148416"/>
                    <a:pt x="27038" y="131856"/>
                  </a:cubicBezTo>
                  <a:cubicBezTo>
                    <a:pt x="27038" y="129524"/>
                    <a:pt x="27038" y="126025"/>
                    <a:pt x="28221" y="121594"/>
                  </a:cubicBezTo>
                  <a:lnTo>
                    <a:pt x="43369" y="62585"/>
                  </a:lnTo>
                  <a:cubicBezTo>
                    <a:pt x="48576" y="42527"/>
                    <a:pt x="65617" y="5442"/>
                    <a:pt x="94019" y="5442"/>
                  </a:cubicBezTo>
                  <a:cubicBezTo>
                    <a:pt x="107747" y="5442"/>
                    <a:pt x="116031" y="12672"/>
                    <a:pt x="116031" y="2666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98" name="Freeform: Shape 3397">
              <a:extLst>
                <a:ext uri="{FF2B5EF4-FFF2-40B4-BE49-F238E27FC236}">
                  <a16:creationId xmlns:a16="http://schemas.microsoft.com/office/drawing/2014/main" id="{DC3AC9F9-8ADB-7921-A476-3550BF77ABC0}"/>
                </a:ext>
              </a:extLst>
            </p:cNvPr>
            <p:cNvSpPr/>
            <p:nvPr>
              <p:custDataLst>
                <p:tags r:id="rId97"/>
              </p:custDataLst>
            </p:nvPr>
          </p:nvSpPr>
          <p:spPr>
            <a:xfrm>
              <a:off x="7487584" y="5721950"/>
              <a:ext cx="81513" cy="114939"/>
            </a:xfrm>
            <a:custGeom>
              <a:avLst/>
              <a:gdLst>
                <a:gd name="connsiteX0" fmla="*/ 39700 w 81513"/>
                <a:gd name="connsiteY0" fmla="*/ 4977 h 114939"/>
                <a:gd name="connsiteX1" fmla="*/ 40362 w 81513"/>
                <a:gd name="connsiteY1" fmla="*/ 2365 h 114939"/>
                <a:gd name="connsiteX2" fmla="*/ 37711 w 81513"/>
                <a:gd name="connsiteY2" fmla="*/ 79 h 114939"/>
                <a:gd name="connsiteX3" fmla="*/ 16505 w 81513"/>
                <a:gd name="connsiteY3" fmla="*/ 1712 h 114939"/>
                <a:gd name="connsiteX4" fmla="*/ 12860 w 81513"/>
                <a:gd name="connsiteY4" fmla="*/ 5467 h 114939"/>
                <a:gd name="connsiteX5" fmla="*/ 17167 w 81513"/>
                <a:gd name="connsiteY5" fmla="*/ 7752 h 114939"/>
                <a:gd name="connsiteX6" fmla="*/ 25120 w 81513"/>
                <a:gd name="connsiteY6" fmla="*/ 10201 h 114939"/>
                <a:gd name="connsiteX7" fmla="*/ 24457 w 81513"/>
                <a:gd name="connsiteY7" fmla="*/ 13793 h 114939"/>
                <a:gd name="connsiteX8" fmla="*/ 1097 w 81513"/>
                <a:gd name="connsiteY8" fmla="*/ 106202 h 114939"/>
                <a:gd name="connsiteX9" fmla="*/ 268 w 81513"/>
                <a:gd name="connsiteY9" fmla="*/ 109793 h 114939"/>
                <a:gd name="connsiteX10" fmla="*/ 5901 w 81513"/>
                <a:gd name="connsiteY10" fmla="*/ 115018 h 114939"/>
                <a:gd name="connsiteX11" fmla="*/ 13522 w 81513"/>
                <a:gd name="connsiteY11" fmla="*/ 108161 h 114939"/>
                <a:gd name="connsiteX12" fmla="*/ 21641 w 81513"/>
                <a:gd name="connsiteY12" fmla="*/ 76487 h 114939"/>
                <a:gd name="connsiteX13" fmla="*/ 42848 w 81513"/>
                <a:gd name="connsiteY13" fmla="*/ 89875 h 114939"/>
                <a:gd name="connsiteX14" fmla="*/ 42516 w 81513"/>
                <a:gd name="connsiteY14" fmla="*/ 93140 h 114939"/>
                <a:gd name="connsiteX15" fmla="*/ 41853 w 81513"/>
                <a:gd name="connsiteY15" fmla="*/ 98202 h 114939"/>
                <a:gd name="connsiteX16" fmla="*/ 59415 w 81513"/>
                <a:gd name="connsiteY16" fmla="*/ 115018 h 114939"/>
                <a:gd name="connsiteX17" fmla="*/ 80456 w 81513"/>
                <a:gd name="connsiteY17" fmla="*/ 90038 h 114939"/>
                <a:gd name="connsiteX18" fmla="*/ 77806 w 81513"/>
                <a:gd name="connsiteY18" fmla="*/ 87916 h 114939"/>
                <a:gd name="connsiteX19" fmla="*/ 74492 w 81513"/>
                <a:gd name="connsiteY19" fmla="*/ 91834 h 114939"/>
                <a:gd name="connsiteX20" fmla="*/ 59912 w 81513"/>
                <a:gd name="connsiteY20" fmla="*/ 110447 h 114939"/>
                <a:gd name="connsiteX21" fmla="*/ 54114 w 81513"/>
                <a:gd name="connsiteY21" fmla="*/ 101957 h 114939"/>
                <a:gd name="connsiteX22" fmla="*/ 55108 w 81513"/>
                <a:gd name="connsiteY22" fmla="*/ 94610 h 114939"/>
                <a:gd name="connsiteX23" fmla="*/ 55936 w 81513"/>
                <a:gd name="connsiteY23" fmla="*/ 89549 h 114939"/>
                <a:gd name="connsiteX24" fmla="*/ 29096 w 81513"/>
                <a:gd name="connsiteY24" fmla="*/ 72242 h 114939"/>
                <a:gd name="connsiteX25" fmla="*/ 42848 w 81513"/>
                <a:gd name="connsiteY25" fmla="*/ 61467 h 114939"/>
                <a:gd name="connsiteX26" fmla="*/ 68859 w 81513"/>
                <a:gd name="connsiteY26" fmla="*/ 45957 h 114939"/>
                <a:gd name="connsiteX27" fmla="*/ 74326 w 81513"/>
                <a:gd name="connsiteY27" fmla="*/ 48079 h 114939"/>
                <a:gd name="connsiteX28" fmla="*/ 65711 w 81513"/>
                <a:gd name="connsiteY28" fmla="*/ 57222 h 114939"/>
                <a:gd name="connsiteX29" fmla="*/ 72338 w 81513"/>
                <a:gd name="connsiteY29" fmla="*/ 63263 h 114939"/>
                <a:gd name="connsiteX30" fmla="*/ 81782 w 81513"/>
                <a:gd name="connsiteY30" fmla="*/ 52814 h 114939"/>
                <a:gd name="connsiteX31" fmla="*/ 69025 w 81513"/>
                <a:gd name="connsiteY31" fmla="*/ 41385 h 114939"/>
                <a:gd name="connsiteX32" fmla="*/ 42516 w 81513"/>
                <a:gd name="connsiteY32" fmla="*/ 55753 h 114939"/>
                <a:gd name="connsiteX33" fmla="*/ 23297 w 81513"/>
                <a:gd name="connsiteY33" fmla="*/ 70120 h 114939"/>
                <a:gd name="connsiteX34" fmla="*/ 39700 w 81513"/>
                <a:gd name="connsiteY34" fmla="*/ 4977 h 11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1513" h="114939">
                  <a:moveTo>
                    <a:pt x="39700" y="4977"/>
                  </a:moveTo>
                  <a:cubicBezTo>
                    <a:pt x="39865" y="4650"/>
                    <a:pt x="40362" y="2528"/>
                    <a:pt x="40362" y="2365"/>
                  </a:cubicBezTo>
                  <a:cubicBezTo>
                    <a:pt x="40362" y="1548"/>
                    <a:pt x="39700" y="79"/>
                    <a:pt x="37711" y="79"/>
                  </a:cubicBezTo>
                  <a:cubicBezTo>
                    <a:pt x="34398" y="79"/>
                    <a:pt x="20647" y="1385"/>
                    <a:pt x="16505" y="1712"/>
                  </a:cubicBezTo>
                  <a:cubicBezTo>
                    <a:pt x="15179" y="1875"/>
                    <a:pt x="12860" y="2038"/>
                    <a:pt x="12860" y="5467"/>
                  </a:cubicBezTo>
                  <a:cubicBezTo>
                    <a:pt x="12860" y="7752"/>
                    <a:pt x="15179" y="7752"/>
                    <a:pt x="17167" y="7752"/>
                  </a:cubicBezTo>
                  <a:cubicBezTo>
                    <a:pt x="25120" y="7752"/>
                    <a:pt x="25120" y="8895"/>
                    <a:pt x="25120" y="10201"/>
                  </a:cubicBezTo>
                  <a:cubicBezTo>
                    <a:pt x="25120" y="11344"/>
                    <a:pt x="24789" y="12324"/>
                    <a:pt x="24457" y="13793"/>
                  </a:cubicBezTo>
                  <a:lnTo>
                    <a:pt x="1097" y="106202"/>
                  </a:lnTo>
                  <a:cubicBezTo>
                    <a:pt x="268" y="109140"/>
                    <a:pt x="268" y="109467"/>
                    <a:pt x="268" y="109793"/>
                  </a:cubicBezTo>
                  <a:cubicBezTo>
                    <a:pt x="268" y="112242"/>
                    <a:pt x="2256" y="115018"/>
                    <a:pt x="5901" y="115018"/>
                  </a:cubicBezTo>
                  <a:cubicBezTo>
                    <a:pt x="10375" y="115018"/>
                    <a:pt x="12528" y="111753"/>
                    <a:pt x="13522" y="108161"/>
                  </a:cubicBezTo>
                  <a:cubicBezTo>
                    <a:pt x="13854" y="107508"/>
                    <a:pt x="20978" y="78773"/>
                    <a:pt x="21641" y="76487"/>
                  </a:cubicBezTo>
                  <a:cubicBezTo>
                    <a:pt x="33404" y="77630"/>
                    <a:pt x="42848" y="81385"/>
                    <a:pt x="42848" y="89875"/>
                  </a:cubicBezTo>
                  <a:cubicBezTo>
                    <a:pt x="42848" y="90691"/>
                    <a:pt x="42848" y="91508"/>
                    <a:pt x="42516" y="93140"/>
                  </a:cubicBezTo>
                  <a:cubicBezTo>
                    <a:pt x="41853" y="95589"/>
                    <a:pt x="41853" y="96406"/>
                    <a:pt x="41853" y="98202"/>
                  </a:cubicBezTo>
                  <a:cubicBezTo>
                    <a:pt x="41853" y="109793"/>
                    <a:pt x="51463" y="115018"/>
                    <a:pt x="59415" y="115018"/>
                  </a:cubicBezTo>
                  <a:cubicBezTo>
                    <a:pt x="75486" y="115018"/>
                    <a:pt x="80456" y="90202"/>
                    <a:pt x="80456" y="90038"/>
                  </a:cubicBezTo>
                  <a:cubicBezTo>
                    <a:pt x="80456" y="87916"/>
                    <a:pt x="78303" y="87916"/>
                    <a:pt x="77806" y="87916"/>
                  </a:cubicBezTo>
                  <a:cubicBezTo>
                    <a:pt x="75486" y="87916"/>
                    <a:pt x="75320" y="88732"/>
                    <a:pt x="74492" y="91834"/>
                  </a:cubicBezTo>
                  <a:cubicBezTo>
                    <a:pt x="72504" y="98855"/>
                    <a:pt x="68031" y="110447"/>
                    <a:pt x="59912" y="110447"/>
                  </a:cubicBezTo>
                  <a:cubicBezTo>
                    <a:pt x="55439" y="110447"/>
                    <a:pt x="54114" y="106365"/>
                    <a:pt x="54114" y="101957"/>
                  </a:cubicBezTo>
                  <a:cubicBezTo>
                    <a:pt x="54114" y="99181"/>
                    <a:pt x="54114" y="98855"/>
                    <a:pt x="55108" y="94610"/>
                  </a:cubicBezTo>
                  <a:cubicBezTo>
                    <a:pt x="55273" y="94120"/>
                    <a:pt x="55936" y="91344"/>
                    <a:pt x="55936" y="89549"/>
                  </a:cubicBezTo>
                  <a:cubicBezTo>
                    <a:pt x="55936" y="75018"/>
                    <a:pt x="36055" y="72732"/>
                    <a:pt x="29096" y="72242"/>
                  </a:cubicBezTo>
                  <a:cubicBezTo>
                    <a:pt x="33901" y="69304"/>
                    <a:pt x="40031" y="63916"/>
                    <a:pt x="42848" y="61467"/>
                  </a:cubicBezTo>
                  <a:cubicBezTo>
                    <a:pt x="51297" y="53630"/>
                    <a:pt x="59581" y="45957"/>
                    <a:pt x="68859" y="45957"/>
                  </a:cubicBezTo>
                  <a:cubicBezTo>
                    <a:pt x="70847" y="45957"/>
                    <a:pt x="73001" y="46446"/>
                    <a:pt x="74326" y="48079"/>
                  </a:cubicBezTo>
                  <a:cubicBezTo>
                    <a:pt x="67202" y="49222"/>
                    <a:pt x="65711" y="54773"/>
                    <a:pt x="65711" y="57222"/>
                  </a:cubicBezTo>
                  <a:cubicBezTo>
                    <a:pt x="65711" y="60814"/>
                    <a:pt x="68528" y="63263"/>
                    <a:pt x="72338" y="63263"/>
                  </a:cubicBezTo>
                  <a:cubicBezTo>
                    <a:pt x="76812" y="63263"/>
                    <a:pt x="81782" y="59671"/>
                    <a:pt x="81782" y="52814"/>
                  </a:cubicBezTo>
                  <a:cubicBezTo>
                    <a:pt x="81782" y="47426"/>
                    <a:pt x="77806" y="41385"/>
                    <a:pt x="69025" y="41385"/>
                  </a:cubicBezTo>
                  <a:cubicBezTo>
                    <a:pt x="59581" y="41385"/>
                    <a:pt x="50966" y="48079"/>
                    <a:pt x="42516" y="55753"/>
                  </a:cubicBezTo>
                  <a:cubicBezTo>
                    <a:pt x="35558" y="62283"/>
                    <a:pt x="30090" y="67344"/>
                    <a:pt x="23297" y="70120"/>
                  </a:cubicBezTo>
                  <a:lnTo>
                    <a:pt x="39700" y="49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mc:AlternateContent xmlns:mc="http://schemas.openxmlformats.org/markup-compatibility/2006" xmlns:a14="http://schemas.microsoft.com/office/drawing/2010/main">
        <mc:Choice Requires="a14">
          <p:sp>
            <p:nvSpPr>
              <p:cNvPr id="3436" name="TextBox 3435">
                <a:extLst>
                  <a:ext uri="{FF2B5EF4-FFF2-40B4-BE49-F238E27FC236}">
                    <a16:creationId xmlns:a16="http://schemas.microsoft.com/office/drawing/2014/main" id="{130D6537-3F70-1301-D6D5-D3DB8F2D3B94}"/>
                  </a:ext>
                </a:extLst>
              </p:cNvPr>
              <p:cNvSpPr txBox="1"/>
              <p:nvPr/>
            </p:nvSpPr>
            <p:spPr>
              <a:xfrm>
                <a:off x="1025372" y="4731529"/>
                <a:ext cx="4801944" cy="954107"/>
              </a:xfrm>
              <a:prstGeom prst="rect">
                <a:avLst/>
              </a:prstGeom>
              <a:noFill/>
            </p:spPr>
            <p:txBody>
              <a:bodyPr wrap="square">
                <a:spAutoFit/>
              </a:bodyPr>
              <a:lstStyle>
                <a:defPPr>
                  <a:defRPr lang="en-US"/>
                </a:defPPr>
                <a:lvl1pPr>
                  <a:defRPr sz="1400" b="1">
                    <a:highlight>
                      <a:srgbClr val="FFC000"/>
                    </a:highligh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Where </a:t>
                </a:r>
                <a:r>
                  <a:rPr kumimoji="0" lang="en-US" sz="1400" b="0" i="1" u="none" strike="noStrike" kern="1200" cap="none" spc="0" normalizeH="0" baseline="0" noProof="0">
                    <a:ln>
                      <a:noFill/>
                    </a:ln>
                    <a:solidFill>
                      <a:prstClr val="black"/>
                    </a:solidFill>
                    <a:effectLst/>
                    <a:uLnTx/>
                    <a:uFillTx/>
                    <a:latin typeface="Aptos" panose="020B0004020202020204"/>
                    <a:ea typeface="+mn-ea"/>
                    <a:cs typeface="+mn-cs"/>
                  </a:rPr>
                  <a:t>f </a:t>
                </a: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is the first derivative of the link function </a:t>
                </a:r>
                <a:r>
                  <a:rPr kumimoji="0" lang="en-US" sz="1400" b="0" i="1" u="none" strike="noStrike" kern="1200" cap="none" spc="0" normalizeH="0" baseline="0" noProof="0">
                    <a:ln>
                      <a:noFill/>
                    </a:ln>
                    <a:solidFill>
                      <a:prstClr val="black"/>
                    </a:solidFill>
                    <a:effectLst/>
                    <a:uLnTx/>
                    <a:uFillTx/>
                    <a:latin typeface="Aptos" panose="020B0004020202020204"/>
                    <a:ea typeface="+mn-ea"/>
                    <a:cs typeface="+mn-cs"/>
                  </a:rPr>
                  <a:t>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endParaRPr>
              </a:p>
              <a:p>
                <a:pPr marL="285750" lvl="0" indent="-285750">
                  <a:buFont typeface="Arial" panose="020B0604020202020204" pitchFamily="34" charset="0"/>
                  <a:buChar char="•"/>
                  <a:defRPr/>
                </a:pPr>
                <a14:m>
                  <m:oMath xmlns:m="http://schemas.openxmlformats.org/officeDocument/2006/math">
                    <m:r>
                      <a:rPr kumimoji="0" lang="en-GB" sz="1400" b="0"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rPr>
                      <m:t>𝜙</m:t>
                    </m:r>
                  </m:oMath>
                </a14:m>
                <a:r>
                  <a:rPr kumimoji="0" lang="en-GB" sz="1400" b="0" i="0" u="none" strike="noStrike" kern="1200" cap="none" spc="0" normalizeH="0" baseline="0" noProof="0">
                    <a:ln>
                      <a:noFill/>
                    </a:ln>
                    <a:solidFill>
                      <a:prstClr val="black"/>
                    </a:solidFill>
                    <a:effectLst/>
                    <a:highlight>
                      <a:srgbClr val="FFFFFF"/>
                    </a:highlight>
                    <a:uLnTx/>
                    <a:uFillTx/>
                    <a:latin typeface="Aptos" panose="020B0004020202020204"/>
                  </a:rPr>
                  <a:t>: </a:t>
                </a:r>
                <a:r>
                  <a:rPr kumimoji="0" lang="en-GB" sz="1400" b="0" i="1" u="none" strike="noStrike" kern="1200" cap="none" spc="0" normalizeH="0" baseline="0" noProof="0">
                    <a:ln>
                      <a:noFill/>
                    </a:ln>
                    <a:solidFill>
                      <a:prstClr val="black"/>
                    </a:solidFill>
                    <a:effectLst/>
                    <a:highlight>
                      <a:srgbClr val="FFFFFF"/>
                    </a:highlight>
                    <a:uLnTx/>
                    <a:uFillTx/>
                    <a:latin typeface="Aptos" panose="020B0004020202020204"/>
                  </a:rPr>
                  <a:t>T</a:t>
                </a:r>
                <a:r>
                  <a:rPr lang="en-US" b="0" i="1">
                    <a:solidFill>
                      <a:prstClr val="black"/>
                    </a:solidFill>
                    <a:highlight>
                      <a:srgbClr val="FFFFFF"/>
                    </a:highlight>
                  </a:rPr>
                  <a:t>he standard normal density in the probit model,</a:t>
                </a:r>
                <a:r>
                  <a:rPr kumimoji="0" lang="en-GB" sz="1400" b="0" i="0" u="none" strike="noStrike" kern="1200" cap="none" spc="0" normalizeH="0" baseline="0" noProof="0">
                    <a:ln>
                      <a:noFill/>
                    </a:ln>
                    <a:solidFill>
                      <a:prstClr val="black"/>
                    </a:solidFill>
                    <a:effectLst/>
                    <a:highlight>
                      <a:srgbClr val="FFFFFF"/>
                    </a:highlight>
                    <a:uLnTx/>
                    <a:uFillTx/>
                    <a:latin typeface="Aptos" panose="020B0004020202020204"/>
                  </a:rPr>
                  <a:t>.</a:t>
                </a:r>
              </a:p>
              <a:p>
                <a:pPr marL="285750" lvl="0" indent="-285750">
                  <a:buFont typeface="Arial" panose="020B0604020202020204" pitchFamily="34" charset="0"/>
                  <a:buChar char="•"/>
                  <a:defRPr/>
                </a:pPr>
                <a14:m>
                  <m:oMath xmlns:m="http://schemas.openxmlformats.org/officeDocument/2006/math">
                    <m:r>
                      <a:rPr kumimoji="0" lang="en-GB" sz="1400" b="0"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rPr>
                      <m:t>𝜆</m:t>
                    </m:r>
                  </m:oMath>
                </a14:m>
                <a:r>
                  <a:rPr kumimoji="0" lang="en-GB" sz="1400" b="0" i="0" u="none" strike="noStrike" kern="1200" cap="none" spc="0" normalizeH="0" baseline="0" noProof="0">
                    <a:ln>
                      <a:noFill/>
                    </a:ln>
                    <a:solidFill>
                      <a:prstClr val="black"/>
                    </a:solidFill>
                    <a:effectLst/>
                    <a:highlight>
                      <a:srgbClr val="FFFFFF"/>
                    </a:highlight>
                    <a:uLnTx/>
                    <a:uFillTx/>
                    <a:latin typeface="Aptos" panose="020B0004020202020204"/>
                  </a:rPr>
                  <a:t>: </a:t>
                </a:r>
                <a:r>
                  <a:rPr lang="en-US" b="0">
                    <a:solidFill>
                      <a:prstClr val="black"/>
                    </a:solidFill>
                    <a:highlight>
                      <a:srgbClr val="FFFFFF"/>
                    </a:highlight>
                  </a:rPr>
                  <a:t> </a:t>
                </a:r>
                <a:r>
                  <a:rPr lang="en-US" b="0" i="1">
                    <a:solidFill>
                      <a:prstClr val="black"/>
                    </a:solidFill>
                    <a:highlight>
                      <a:srgbClr val="FFFFFF"/>
                    </a:highlight>
                  </a:rPr>
                  <a:t>T</a:t>
                </a:r>
                <a:r>
                  <a:rPr lang="en-US" b="0">
                    <a:solidFill>
                      <a:prstClr val="black"/>
                    </a:solidFill>
                    <a:highlight>
                      <a:srgbClr val="FFFFFF"/>
                    </a:highlight>
                  </a:rPr>
                  <a:t>he logistic density in the logit model.</a:t>
                </a:r>
                <a:endParaRPr kumimoji="0" lang="en-GB" sz="1400" b="0" i="0" u="none" strike="noStrike" kern="1200" cap="none" spc="0" normalizeH="0" baseline="0" noProof="0">
                  <a:ln>
                    <a:noFill/>
                  </a:ln>
                  <a:solidFill>
                    <a:prstClr val="black"/>
                  </a:solidFill>
                  <a:effectLst/>
                  <a:highlight>
                    <a:srgbClr val="FFFFFF"/>
                  </a:highlight>
                  <a:uLnTx/>
                  <a:uFillTx/>
                  <a:latin typeface="Aptos" panose="020B0004020202020204"/>
                </a:endParaRPr>
              </a:p>
            </p:txBody>
          </p:sp>
        </mc:Choice>
        <mc:Fallback xmlns="">
          <p:sp>
            <p:nvSpPr>
              <p:cNvPr id="3436" name="TextBox 3435">
                <a:extLst>
                  <a:ext uri="{FF2B5EF4-FFF2-40B4-BE49-F238E27FC236}">
                    <a16:creationId xmlns:a16="http://schemas.microsoft.com/office/drawing/2014/main" id="{130D6537-3F70-1301-D6D5-D3DB8F2D3B94}"/>
                  </a:ext>
                </a:extLst>
              </p:cNvPr>
              <p:cNvSpPr txBox="1">
                <a:spLocks noRot="1" noChangeAspect="1" noMove="1" noResize="1" noEditPoints="1" noAdjustHandles="1" noChangeArrowheads="1" noChangeShapeType="1" noTextEdit="1"/>
              </p:cNvSpPr>
              <p:nvPr/>
            </p:nvSpPr>
            <p:spPr>
              <a:xfrm>
                <a:off x="1025372" y="4731529"/>
                <a:ext cx="4801944" cy="954107"/>
              </a:xfrm>
              <a:prstGeom prst="rect">
                <a:avLst/>
              </a:prstGeom>
              <a:blipFill>
                <a:blip r:embed="rId122"/>
                <a:stretch>
                  <a:fillRect l="-381" t="-1274" b="-57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38" name="TextBox 3437">
                <a:extLst>
                  <a:ext uri="{FF2B5EF4-FFF2-40B4-BE49-F238E27FC236}">
                    <a16:creationId xmlns:a16="http://schemas.microsoft.com/office/drawing/2014/main" id="{D0B6FB2E-7ACF-3477-D6BE-7B3F171DF4C6}"/>
                  </a:ext>
                </a:extLst>
              </p:cNvPr>
              <p:cNvSpPr txBox="1"/>
              <p:nvPr/>
            </p:nvSpPr>
            <p:spPr>
              <a:xfrm>
                <a:off x="6141005" y="1867082"/>
                <a:ext cx="5422121" cy="2694969"/>
              </a:xfrm>
              <a:prstGeom prst="rect">
                <a:avLst/>
              </a:prstGeom>
              <a:noFill/>
            </p:spPr>
            <p:txBody>
              <a:bodyPr wrap="square">
                <a:spAutoFit/>
              </a:bodyPr>
              <a:lstStyle>
                <a:defPPr>
                  <a:defRPr lang="en-US"/>
                </a:defPPr>
                <a:lvl1pPr>
                  <a:defRPr sz="1400" b="0"/>
                </a:lvl1pPr>
              </a:lstStyle>
              <a:p>
                <a:pPr lvl="0">
                  <a:defRPr/>
                </a:pPr>
                <a:r>
                  <a:rPr lang="en-US" b="1">
                    <a:solidFill>
                      <a:prstClr val="black"/>
                    </a:solidFill>
                    <a:highlight>
                      <a:srgbClr val="FFC000"/>
                    </a:highlight>
                  </a:rPr>
                  <a:t>Thus, the marginal effect is obtained by multiplying the coefficient</a:t>
                </a:r>
                <a14:m>
                  <m:oMath xmlns:m="http://schemas.openxmlformats.org/officeDocument/2006/math">
                    <m:r>
                      <a:rPr kumimoji="0" lang="en-US" sz="1400" b="1" i="0" u="none" strike="noStrike" kern="1200" cap="none" spc="0" normalizeH="0" baseline="0" noProof="0" smtClean="0">
                        <a:ln>
                          <a:noFill/>
                        </a:ln>
                        <a:solidFill>
                          <a:prstClr val="black"/>
                        </a:solidFill>
                        <a:effectLst/>
                        <a:highlight>
                          <a:srgbClr val="FFC000"/>
                        </a:highlight>
                        <a:uLnTx/>
                        <a:uFillTx/>
                        <a:latin typeface="Cambria Math" panose="02040503050406030204" pitchFamily="18" charset="0"/>
                      </a:rPr>
                      <m:t> </m:t>
                    </m:r>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𝑘</m:t>
                        </m:r>
                      </m:sub>
                    </m:sSub>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by</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a:t>
                </a:r>
                <a14:m>
                  <m:oMath xmlns:m="http://schemas.openxmlformats.org/officeDocument/2006/math">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𝑓</m:t>
                    </m:r>
                    <m:d>
                      <m:d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𝜂</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b>
                        </m:sSub>
                      </m:e>
                    </m:d>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a:t>
                </a:r>
                <a:r>
                  <a:rPr lang="en-US">
                    <a:solidFill>
                      <a:prstClr val="black"/>
                    </a:solidFill>
                  </a:rPr>
                  <a:t> the value of the density function evaluated at each observation’s linear predictor</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This implies that marginal effects vary across observations, but: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solidFill>
                    <a:prstClr val="black"/>
                  </a:solidFill>
                  <a:latin typeface="Aptos" panose="020B000402020202020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the </a:t>
                </a: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ratio of two marginal effects for any pair of covariates does not depend on the observation</a:t>
                </a: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US" sz="1400" i="0" u="none" strike="noStrike" kern="1200" cap="none" spc="0" normalizeH="0" baseline="0" noProof="0">
                    <a:ln>
                      <a:noFill/>
                    </a:ln>
                    <a:solidFill>
                      <a:prstClr val="black"/>
                    </a:solidFill>
                    <a:effectLst/>
                    <a:uLnTx/>
                    <a:uFillTx/>
                    <a:latin typeface="Aptos" panose="020B0004020202020204"/>
                    <a:ea typeface="+mn-ea"/>
                    <a:cs typeface="+mn-cs"/>
                  </a:rPr>
                  <a:t>because it equals the ratio of their coefficients.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a:p>
                <a:pPr lvl="0">
                  <a:defRPr/>
                </a:pPr>
                <a:r>
                  <a:rPr lang="en-US">
                    <a:solidFill>
                      <a:prstClr val="black"/>
                    </a:solidFill>
                  </a:rPr>
                  <a:t>If we compare two covariates </a:t>
                </a:r>
                <a14:m>
                  <m:oMath xmlns:m="http://schemas.openxmlformats.org/officeDocument/2006/math">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d>
                          <m:dPr>
                            <m:begChr m:val="{"/>
                            <m:endChr m:val="}"/>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𝑛𝑘</m:t>
                            </m:r>
                          </m:e>
                        </m:d>
                      </m:sub>
                    </m:sSub>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and </a:t>
                </a:r>
                <a14:m>
                  <m:oMath xmlns:m="http://schemas.openxmlformats.org/officeDocument/2006/math">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d>
                          <m:dPr>
                            <m:begChr m:val="{"/>
                            <m:endChr m:val="}"/>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𝑛𝑗</m:t>
                            </m:r>
                          </m:e>
                        </m:d>
                      </m:sub>
                    </m:s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their marginal effects </a:t>
                </a:r>
                <a:r>
                  <a:rPr kumimoji="0" lang="en-GB" sz="1400" b="0" i="0" u="none" strike="noStrike" kern="1200" cap="none" spc="0" normalizeH="0" baseline="0" noProof="0" err="1">
                    <a:ln>
                      <a:noFill/>
                    </a:ln>
                    <a:solidFill>
                      <a:prstClr val="black"/>
                    </a:solidFill>
                    <a:effectLst/>
                    <a:uLnTx/>
                    <a:uFillTx/>
                    <a:latin typeface="Aptos" panose="020B0004020202020204"/>
                    <a:ea typeface="+mn-ea"/>
                    <a:cs typeface="+mn-cs"/>
                  </a:rPr>
                  <a:t>ar</a:t>
                </a:r>
                <a:r>
                  <a:rPr lang="en-GB">
                    <a:solidFill>
                      <a:prstClr val="black"/>
                    </a:solidFill>
                    <a:latin typeface="Aptos" panose="020B0004020202020204"/>
                  </a:rPr>
                  <a:t>e:</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mc:Choice>
        <mc:Fallback xmlns="">
          <p:sp>
            <p:nvSpPr>
              <p:cNvPr id="3438" name="TextBox 3437">
                <a:extLst>
                  <a:ext uri="{FF2B5EF4-FFF2-40B4-BE49-F238E27FC236}">
                    <a16:creationId xmlns:a16="http://schemas.microsoft.com/office/drawing/2014/main" id="{D0B6FB2E-7ACF-3477-D6BE-7B3F171DF4C6}"/>
                  </a:ext>
                </a:extLst>
              </p:cNvPr>
              <p:cNvSpPr txBox="1">
                <a:spLocks noRot="1" noChangeAspect="1" noMove="1" noResize="1" noEditPoints="1" noAdjustHandles="1" noChangeArrowheads="1" noChangeShapeType="1" noTextEdit="1"/>
              </p:cNvSpPr>
              <p:nvPr/>
            </p:nvSpPr>
            <p:spPr>
              <a:xfrm>
                <a:off x="6141005" y="1867082"/>
                <a:ext cx="5422121" cy="2694969"/>
              </a:xfrm>
              <a:prstGeom prst="rect">
                <a:avLst/>
              </a:prstGeom>
              <a:blipFill>
                <a:blip r:embed="rId123"/>
                <a:stretch>
                  <a:fillRect l="-337" t="-226" r="-337"/>
                </a:stretch>
              </a:blipFill>
            </p:spPr>
            <p:txBody>
              <a:bodyPr/>
              <a:lstStyle/>
              <a:p>
                <a:r>
                  <a:rPr lang="en-US">
                    <a:noFill/>
                  </a:rPr>
                  <a:t> </a:t>
                </a:r>
              </a:p>
            </p:txBody>
          </p:sp>
        </mc:Fallback>
      </mc:AlternateContent>
      <p:grpSp>
        <p:nvGrpSpPr>
          <p:cNvPr id="4989" name="Group 4988" descr="\documentclass{article}&#10;\usepackage{amsmath}&#10;\usepackage{amsfonts}&#10;\pagestyle{empty}&#10;\begin{document}&#10;&#10;&#10;\[&#10;\frac{\partial \mu_n}{\partial x_{nk}} = f(\eta_n) \cdot \beta_k&#10;\quad \text{y} \quad&#10;\frac{\partial \mu_n}{\partial x_{nj}} = f(\eta_n) \cdot \beta_j &#10;\]&#10;&#10;&#10;&#10;&#10;&#10;\end{document}" title="IguanaTex Shape Display">
            <a:extLst>
              <a:ext uri="{FF2B5EF4-FFF2-40B4-BE49-F238E27FC236}">
                <a16:creationId xmlns:a16="http://schemas.microsoft.com/office/drawing/2014/main" id="{CB605A51-CB05-813C-9791-A7E2E927C727}"/>
              </a:ext>
            </a:extLst>
          </p:cNvPr>
          <p:cNvGrpSpPr>
            <a:grpSpLocks noChangeAspect="1"/>
          </p:cNvGrpSpPr>
          <p:nvPr>
            <p:custDataLst>
              <p:tags r:id="rId3"/>
            </p:custDataLst>
          </p:nvPr>
        </p:nvGrpSpPr>
        <p:grpSpPr>
          <a:xfrm>
            <a:off x="7311576" y="4341391"/>
            <a:ext cx="3247252" cy="432931"/>
            <a:chOff x="6206359" y="5749243"/>
            <a:chExt cx="3247252" cy="432931"/>
          </a:xfrm>
        </p:grpSpPr>
        <p:sp>
          <p:nvSpPr>
            <p:cNvPr id="4954" name="Freeform: Shape 4953">
              <a:extLst>
                <a:ext uri="{FF2B5EF4-FFF2-40B4-BE49-F238E27FC236}">
                  <a16:creationId xmlns:a16="http://schemas.microsoft.com/office/drawing/2014/main" id="{7DC5BCA1-13B5-5D14-75BE-9EA94E45EF10}"/>
                </a:ext>
              </a:extLst>
            </p:cNvPr>
            <p:cNvSpPr/>
            <p:nvPr>
              <p:custDataLst>
                <p:tags r:id="rId46"/>
              </p:custDataLst>
            </p:nvPr>
          </p:nvSpPr>
          <p:spPr>
            <a:xfrm>
              <a:off x="6250699" y="5749243"/>
              <a:ext cx="95001" cy="134740"/>
            </a:xfrm>
            <a:custGeom>
              <a:avLst/>
              <a:gdLst>
                <a:gd name="connsiteX0" fmla="*/ 76545 w 95001"/>
                <a:gd name="connsiteY0" fmla="*/ 68901 h 134740"/>
                <a:gd name="connsiteX1" fmla="*/ 53246 w 95001"/>
                <a:gd name="connsiteY1" fmla="*/ 47358 h 134740"/>
                <a:gd name="connsiteX2" fmla="*/ 16401 w 95001"/>
                <a:gd name="connsiteY2" fmla="*/ 64520 h 134740"/>
                <a:gd name="connsiteX3" fmla="*/ 146 w 95001"/>
                <a:gd name="connsiteY3" fmla="*/ 102313 h 134740"/>
                <a:gd name="connsiteX4" fmla="*/ 33379 w 95001"/>
                <a:gd name="connsiteY4" fmla="*/ 134811 h 134740"/>
                <a:gd name="connsiteX5" fmla="*/ 95148 w 95001"/>
                <a:gd name="connsiteY5" fmla="*/ 47358 h 134740"/>
                <a:gd name="connsiteX6" fmla="*/ 56136 w 95001"/>
                <a:gd name="connsiteY6" fmla="*/ 71 h 134740"/>
                <a:gd name="connsiteX7" fmla="*/ 21639 w 95001"/>
                <a:gd name="connsiteY7" fmla="*/ 28918 h 134740"/>
                <a:gd name="connsiteX8" fmla="*/ 28502 w 95001"/>
                <a:gd name="connsiteY8" fmla="*/ 35308 h 134740"/>
                <a:gd name="connsiteX9" fmla="*/ 38255 w 95001"/>
                <a:gd name="connsiteY9" fmla="*/ 25631 h 134740"/>
                <a:gd name="connsiteX10" fmla="*/ 29766 w 95001"/>
                <a:gd name="connsiteY10" fmla="*/ 19241 h 134740"/>
                <a:gd name="connsiteX11" fmla="*/ 55775 w 95001"/>
                <a:gd name="connsiteY11" fmla="*/ 4635 h 134740"/>
                <a:gd name="connsiteX12" fmla="*/ 81602 w 95001"/>
                <a:gd name="connsiteY12" fmla="*/ 37681 h 134740"/>
                <a:gd name="connsiteX13" fmla="*/ 76726 w 95001"/>
                <a:gd name="connsiteY13" fmla="*/ 68901 h 134740"/>
                <a:gd name="connsiteX14" fmla="*/ 76545 w 95001"/>
                <a:gd name="connsiteY14" fmla="*/ 68901 h 134740"/>
                <a:gd name="connsiteX15" fmla="*/ 33921 w 95001"/>
                <a:gd name="connsiteY15" fmla="*/ 129699 h 134740"/>
                <a:gd name="connsiteX16" fmla="*/ 14053 w 95001"/>
                <a:gd name="connsiteY16" fmla="*/ 109068 h 134740"/>
                <a:gd name="connsiteX17" fmla="*/ 25974 w 95001"/>
                <a:gd name="connsiteY17" fmla="*/ 67623 h 134740"/>
                <a:gd name="connsiteX18" fmla="*/ 53246 w 95001"/>
                <a:gd name="connsiteY18" fmla="*/ 51374 h 134740"/>
                <a:gd name="connsiteX19" fmla="*/ 73294 w 95001"/>
                <a:gd name="connsiteY19" fmla="*/ 75474 h 134740"/>
                <a:gd name="connsiteX20" fmla="*/ 33921 w 95001"/>
                <a:gd name="connsiteY20" fmla="*/ 129699 h 13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001" h="134740">
                  <a:moveTo>
                    <a:pt x="76545" y="68901"/>
                  </a:moveTo>
                  <a:cubicBezTo>
                    <a:pt x="74739" y="57582"/>
                    <a:pt x="67334" y="47358"/>
                    <a:pt x="53246" y="47358"/>
                  </a:cubicBezTo>
                  <a:cubicBezTo>
                    <a:pt x="42229" y="47358"/>
                    <a:pt x="30489" y="50279"/>
                    <a:pt x="16401" y="64520"/>
                  </a:cubicBezTo>
                  <a:cubicBezTo>
                    <a:pt x="1410" y="79673"/>
                    <a:pt x="146" y="96653"/>
                    <a:pt x="146" y="102313"/>
                  </a:cubicBezTo>
                  <a:cubicBezTo>
                    <a:pt x="146" y="113632"/>
                    <a:pt x="8093" y="134811"/>
                    <a:pt x="33379" y="134811"/>
                  </a:cubicBezTo>
                  <a:cubicBezTo>
                    <a:pt x="76364" y="134811"/>
                    <a:pt x="95148" y="73466"/>
                    <a:pt x="95148" y="47358"/>
                  </a:cubicBezTo>
                  <a:cubicBezTo>
                    <a:pt x="95148" y="18328"/>
                    <a:pt x="78351" y="71"/>
                    <a:pt x="56136" y="71"/>
                  </a:cubicBezTo>
                  <a:cubicBezTo>
                    <a:pt x="29947" y="71"/>
                    <a:pt x="21639" y="23805"/>
                    <a:pt x="21639" y="28918"/>
                  </a:cubicBezTo>
                  <a:cubicBezTo>
                    <a:pt x="21639" y="31474"/>
                    <a:pt x="23084" y="35308"/>
                    <a:pt x="28502" y="35308"/>
                  </a:cubicBezTo>
                  <a:cubicBezTo>
                    <a:pt x="34462" y="35308"/>
                    <a:pt x="38255" y="29830"/>
                    <a:pt x="38255" y="25631"/>
                  </a:cubicBezTo>
                  <a:cubicBezTo>
                    <a:pt x="38255" y="19241"/>
                    <a:pt x="32656" y="19241"/>
                    <a:pt x="29766" y="19241"/>
                  </a:cubicBezTo>
                  <a:cubicBezTo>
                    <a:pt x="37713" y="5731"/>
                    <a:pt x="50537" y="4635"/>
                    <a:pt x="55775" y="4635"/>
                  </a:cubicBezTo>
                  <a:cubicBezTo>
                    <a:pt x="68959" y="4635"/>
                    <a:pt x="81602" y="14129"/>
                    <a:pt x="81602" y="37681"/>
                  </a:cubicBezTo>
                  <a:cubicBezTo>
                    <a:pt x="81602" y="44802"/>
                    <a:pt x="80518" y="54113"/>
                    <a:pt x="76726" y="68901"/>
                  </a:cubicBezTo>
                  <a:lnTo>
                    <a:pt x="76545" y="68901"/>
                  </a:lnTo>
                  <a:close/>
                  <a:moveTo>
                    <a:pt x="33921" y="129699"/>
                  </a:moveTo>
                  <a:cubicBezTo>
                    <a:pt x="14053" y="129699"/>
                    <a:pt x="14053" y="110894"/>
                    <a:pt x="14053" y="109068"/>
                  </a:cubicBezTo>
                  <a:cubicBezTo>
                    <a:pt x="14053" y="104138"/>
                    <a:pt x="18569" y="78578"/>
                    <a:pt x="25974" y="67623"/>
                  </a:cubicBezTo>
                  <a:cubicBezTo>
                    <a:pt x="33198" y="57217"/>
                    <a:pt x="42048" y="51374"/>
                    <a:pt x="53246" y="51374"/>
                  </a:cubicBezTo>
                  <a:cubicBezTo>
                    <a:pt x="72933" y="51374"/>
                    <a:pt x="73294" y="71823"/>
                    <a:pt x="73294" y="75474"/>
                  </a:cubicBezTo>
                  <a:cubicBezTo>
                    <a:pt x="73294" y="88620"/>
                    <a:pt x="61735" y="129699"/>
                    <a:pt x="33921" y="12969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55" name="Freeform: Shape 4954">
              <a:extLst>
                <a:ext uri="{FF2B5EF4-FFF2-40B4-BE49-F238E27FC236}">
                  <a16:creationId xmlns:a16="http://schemas.microsoft.com/office/drawing/2014/main" id="{B5E002C0-3D9D-211A-A30C-9B9A56B8B12B}"/>
                </a:ext>
              </a:extLst>
            </p:cNvPr>
            <p:cNvSpPr/>
            <p:nvPr>
              <p:custDataLst>
                <p:tags r:id="rId47"/>
              </p:custDataLst>
            </p:nvPr>
          </p:nvSpPr>
          <p:spPr>
            <a:xfrm>
              <a:off x="6354814" y="5799269"/>
              <a:ext cx="97891" cy="120134"/>
            </a:xfrm>
            <a:custGeom>
              <a:avLst/>
              <a:gdLst>
                <a:gd name="connsiteX0" fmla="*/ 36455 w 97891"/>
                <a:gd name="connsiteY0" fmla="*/ 16685 h 120134"/>
                <a:gd name="connsiteX1" fmla="*/ 39164 w 97891"/>
                <a:gd name="connsiteY1" fmla="*/ 5000 h 120134"/>
                <a:gd name="connsiteX2" fmla="*/ 33926 w 97891"/>
                <a:gd name="connsiteY2" fmla="*/ 71 h 120134"/>
                <a:gd name="connsiteX3" fmla="*/ 26702 w 97891"/>
                <a:gd name="connsiteY3" fmla="*/ 6643 h 120134"/>
                <a:gd name="connsiteX4" fmla="*/ 694 w 97891"/>
                <a:gd name="connsiteY4" fmla="*/ 112354 h 120134"/>
                <a:gd name="connsiteX5" fmla="*/ 152 w 97891"/>
                <a:gd name="connsiteY5" fmla="*/ 115275 h 120134"/>
                <a:gd name="connsiteX6" fmla="*/ 5209 w 97891"/>
                <a:gd name="connsiteY6" fmla="*/ 120205 h 120134"/>
                <a:gd name="connsiteX7" fmla="*/ 11531 w 97891"/>
                <a:gd name="connsiteY7" fmla="*/ 116371 h 120134"/>
                <a:gd name="connsiteX8" fmla="*/ 21464 w 97891"/>
                <a:gd name="connsiteY8" fmla="*/ 77117 h 120134"/>
                <a:gd name="connsiteX9" fmla="*/ 38984 w 97891"/>
                <a:gd name="connsiteY9" fmla="*/ 82777 h 120134"/>
                <a:gd name="connsiteX10" fmla="*/ 63005 w 97891"/>
                <a:gd name="connsiteY10" fmla="*/ 69449 h 120134"/>
                <a:gd name="connsiteX11" fmla="*/ 79260 w 97891"/>
                <a:gd name="connsiteY11" fmla="*/ 82777 h 120134"/>
                <a:gd name="connsiteX12" fmla="*/ 92625 w 97891"/>
                <a:gd name="connsiteY12" fmla="*/ 72736 h 120134"/>
                <a:gd name="connsiteX13" fmla="*/ 98044 w 97891"/>
                <a:gd name="connsiteY13" fmla="*/ 54661 h 120134"/>
                <a:gd name="connsiteX14" fmla="*/ 95876 w 97891"/>
                <a:gd name="connsiteY14" fmla="*/ 52835 h 120134"/>
                <a:gd name="connsiteX15" fmla="*/ 93348 w 97891"/>
                <a:gd name="connsiteY15" fmla="*/ 56121 h 120134"/>
                <a:gd name="connsiteX16" fmla="*/ 79621 w 97891"/>
                <a:gd name="connsiteY16" fmla="*/ 78760 h 120134"/>
                <a:gd name="connsiteX17" fmla="*/ 74203 w 97891"/>
                <a:gd name="connsiteY17" fmla="*/ 70362 h 120134"/>
                <a:gd name="connsiteX18" fmla="*/ 77815 w 97891"/>
                <a:gd name="connsiteY18" fmla="*/ 51374 h 120134"/>
                <a:gd name="connsiteX19" fmla="*/ 82872 w 97891"/>
                <a:gd name="connsiteY19" fmla="*/ 31656 h 120134"/>
                <a:gd name="connsiteX20" fmla="*/ 85943 w 97891"/>
                <a:gd name="connsiteY20" fmla="*/ 19241 h 120134"/>
                <a:gd name="connsiteX21" fmla="*/ 88652 w 97891"/>
                <a:gd name="connsiteY21" fmla="*/ 7009 h 120134"/>
                <a:gd name="connsiteX22" fmla="*/ 83414 w 97891"/>
                <a:gd name="connsiteY22" fmla="*/ 2079 h 120134"/>
                <a:gd name="connsiteX23" fmla="*/ 76370 w 97891"/>
                <a:gd name="connsiteY23" fmla="*/ 8469 h 120134"/>
                <a:gd name="connsiteX24" fmla="*/ 67881 w 97891"/>
                <a:gd name="connsiteY24" fmla="*/ 42611 h 120134"/>
                <a:gd name="connsiteX25" fmla="*/ 63186 w 97891"/>
                <a:gd name="connsiteY25" fmla="*/ 61233 h 120134"/>
                <a:gd name="connsiteX26" fmla="*/ 39706 w 97891"/>
                <a:gd name="connsiteY26" fmla="*/ 78760 h 120134"/>
                <a:gd name="connsiteX27" fmla="*/ 26341 w 97891"/>
                <a:gd name="connsiteY27" fmla="*/ 62876 h 120134"/>
                <a:gd name="connsiteX28" fmla="*/ 28869 w 97891"/>
                <a:gd name="connsiteY28" fmla="*/ 47358 h 120134"/>
                <a:gd name="connsiteX29" fmla="*/ 36455 w 97891"/>
                <a:gd name="connsiteY29" fmla="*/ 16685 h 12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7891" h="120134">
                  <a:moveTo>
                    <a:pt x="36455" y="16685"/>
                  </a:moveTo>
                  <a:cubicBezTo>
                    <a:pt x="37358" y="12851"/>
                    <a:pt x="39164" y="5913"/>
                    <a:pt x="39164" y="5000"/>
                  </a:cubicBezTo>
                  <a:cubicBezTo>
                    <a:pt x="39164" y="1896"/>
                    <a:pt x="36997" y="71"/>
                    <a:pt x="33926" y="71"/>
                  </a:cubicBezTo>
                  <a:cubicBezTo>
                    <a:pt x="33385" y="71"/>
                    <a:pt x="28327" y="253"/>
                    <a:pt x="26702" y="6643"/>
                  </a:cubicBezTo>
                  <a:lnTo>
                    <a:pt x="694" y="112354"/>
                  </a:lnTo>
                  <a:cubicBezTo>
                    <a:pt x="152" y="114545"/>
                    <a:pt x="152" y="114910"/>
                    <a:pt x="152" y="115275"/>
                  </a:cubicBezTo>
                  <a:cubicBezTo>
                    <a:pt x="152" y="118014"/>
                    <a:pt x="2139" y="120205"/>
                    <a:pt x="5209" y="120205"/>
                  </a:cubicBezTo>
                  <a:cubicBezTo>
                    <a:pt x="9002" y="120205"/>
                    <a:pt x="11169" y="116919"/>
                    <a:pt x="11531" y="116371"/>
                  </a:cubicBezTo>
                  <a:cubicBezTo>
                    <a:pt x="12253" y="114728"/>
                    <a:pt x="14601" y="105234"/>
                    <a:pt x="21464" y="77117"/>
                  </a:cubicBezTo>
                  <a:cubicBezTo>
                    <a:pt x="27244" y="82047"/>
                    <a:pt x="35371" y="82777"/>
                    <a:pt x="38984" y="82777"/>
                  </a:cubicBezTo>
                  <a:cubicBezTo>
                    <a:pt x="51626" y="82777"/>
                    <a:pt x="58670" y="74561"/>
                    <a:pt x="63005" y="69449"/>
                  </a:cubicBezTo>
                  <a:cubicBezTo>
                    <a:pt x="64630" y="77665"/>
                    <a:pt x="71313" y="82777"/>
                    <a:pt x="79260" y="82777"/>
                  </a:cubicBezTo>
                  <a:cubicBezTo>
                    <a:pt x="85581" y="82777"/>
                    <a:pt x="89735" y="78578"/>
                    <a:pt x="92625" y="72736"/>
                  </a:cubicBezTo>
                  <a:cubicBezTo>
                    <a:pt x="95696" y="66163"/>
                    <a:pt x="98044" y="55026"/>
                    <a:pt x="98044" y="54661"/>
                  </a:cubicBezTo>
                  <a:cubicBezTo>
                    <a:pt x="98044" y="52835"/>
                    <a:pt x="96418" y="52835"/>
                    <a:pt x="95876" y="52835"/>
                  </a:cubicBezTo>
                  <a:cubicBezTo>
                    <a:pt x="94070" y="52835"/>
                    <a:pt x="93890" y="53565"/>
                    <a:pt x="93348" y="56121"/>
                  </a:cubicBezTo>
                  <a:cubicBezTo>
                    <a:pt x="90277" y="67989"/>
                    <a:pt x="87026" y="78760"/>
                    <a:pt x="79621" y="78760"/>
                  </a:cubicBezTo>
                  <a:cubicBezTo>
                    <a:pt x="74745" y="78760"/>
                    <a:pt x="74203" y="74014"/>
                    <a:pt x="74203" y="70362"/>
                  </a:cubicBezTo>
                  <a:cubicBezTo>
                    <a:pt x="74203" y="66345"/>
                    <a:pt x="76370" y="57764"/>
                    <a:pt x="77815" y="51374"/>
                  </a:cubicBezTo>
                  <a:lnTo>
                    <a:pt x="82872" y="31656"/>
                  </a:lnTo>
                  <a:cubicBezTo>
                    <a:pt x="83414" y="28918"/>
                    <a:pt x="85220" y="21980"/>
                    <a:pt x="85943" y="19241"/>
                  </a:cubicBezTo>
                  <a:cubicBezTo>
                    <a:pt x="86846" y="15042"/>
                    <a:pt x="88652" y="8104"/>
                    <a:pt x="88652" y="7009"/>
                  </a:cubicBezTo>
                  <a:cubicBezTo>
                    <a:pt x="88652" y="3722"/>
                    <a:pt x="86123" y="2079"/>
                    <a:pt x="83414" y="2079"/>
                  </a:cubicBezTo>
                  <a:cubicBezTo>
                    <a:pt x="82511" y="2079"/>
                    <a:pt x="77815" y="2262"/>
                    <a:pt x="76370" y="8469"/>
                  </a:cubicBezTo>
                  <a:lnTo>
                    <a:pt x="67881" y="42611"/>
                  </a:lnTo>
                  <a:cubicBezTo>
                    <a:pt x="65714" y="51739"/>
                    <a:pt x="63727" y="59408"/>
                    <a:pt x="63186" y="61233"/>
                  </a:cubicBezTo>
                  <a:cubicBezTo>
                    <a:pt x="63005" y="62146"/>
                    <a:pt x="54336" y="78760"/>
                    <a:pt x="39706" y="78760"/>
                  </a:cubicBezTo>
                  <a:cubicBezTo>
                    <a:pt x="30675" y="78760"/>
                    <a:pt x="26341" y="72736"/>
                    <a:pt x="26341" y="62876"/>
                  </a:cubicBezTo>
                  <a:cubicBezTo>
                    <a:pt x="26341" y="57582"/>
                    <a:pt x="27605" y="52470"/>
                    <a:pt x="28869" y="47358"/>
                  </a:cubicBezTo>
                  <a:lnTo>
                    <a:pt x="36455" y="1668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56" name="Freeform: Shape 4955">
              <a:extLst>
                <a:ext uri="{FF2B5EF4-FFF2-40B4-BE49-F238E27FC236}">
                  <a16:creationId xmlns:a16="http://schemas.microsoft.com/office/drawing/2014/main" id="{10B2C86D-C548-7273-79F5-E4285BF73E72}"/>
                </a:ext>
              </a:extLst>
            </p:cNvPr>
            <p:cNvSpPr/>
            <p:nvPr>
              <p:custDataLst>
                <p:tags r:id="rId48"/>
              </p:custDataLst>
            </p:nvPr>
          </p:nvSpPr>
          <p:spPr>
            <a:xfrm>
              <a:off x="6464166" y="5850992"/>
              <a:ext cx="77247" cy="57638"/>
            </a:xfrm>
            <a:custGeom>
              <a:avLst/>
              <a:gdLst>
                <a:gd name="connsiteX0" fmla="*/ 9640 w 77247"/>
                <a:gd name="connsiteY0" fmla="*/ 48382 h 57638"/>
                <a:gd name="connsiteX1" fmla="*/ 8376 w 77247"/>
                <a:gd name="connsiteY1" fmla="*/ 53621 h 57638"/>
                <a:gd name="connsiteX2" fmla="*/ 12674 w 77247"/>
                <a:gd name="connsiteY2" fmla="*/ 57711 h 57638"/>
                <a:gd name="connsiteX3" fmla="*/ 17605 w 77247"/>
                <a:gd name="connsiteY3" fmla="*/ 54899 h 57638"/>
                <a:gd name="connsiteX4" fmla="*/ 19881 w 77247"/>
                <a:gd name="connsiteY4" fmla="*/ 46976 h 57638"/>
                <a:gd name="connsiteX5" fmla="*/ 22662 w 77247"/>
                <a:gd name="connsiteY5" fmla="*/ 35473 h 57638"/>
                <a:gd name="connsiteX6" fmla="*/ 24812 w 77247"/>
                <a:gd name="connsiteY6" fmla="*/ 26911 h 57638"/>
                <a:gd name="connsiteX7" fmla="*/ 30121 w 77247"/>
                <a:gd name="connsiteY7" fmla="*/ 15408 h 57638"/>
                <a:gd name="connsiteX8" fmla="*/ 49086 w 77247"/>
                <a:gd name="connsiteY8" fmla="*/ 3651 h 57638"/>
                <a:gd name="connsiteX9" fmla="*/ 56545 w 77247"/>
                <a:gd name="connsiteY9" fmla="*/ 12597 h 57638"/>
                <a:gd name="connsiteX10" fmla="*/ 49086 w 77247"/>
                <a:gd name="connsiteY10" fmla="*/ 39819 h 57638"/>
                <a:gd name="connsiteX11" fmla="*/ 47189 w 77247"/>
                <a:gd name="connsiteY11" fmla="*/ 46720 h 57638"/>
                <a:gd name="connsiteX12" fmla="*/ 59200 w 77247"/>
                <a:gd name="connsiteY12" fmla="*/ 57711 h 57638"/>
                <a:gd name="connsiteX13" fmla="*/ 77406 w 77247"/>
                <a:gd name="connsiteY13" fmla="*/ 38157 h 57638"/>
                <a:gd name="connsiteX14" fmla="*/ 75383 w 77247"/>
                <a:gd name="connsiteY14" fmla="*/ 36496 h 57638"/>
                <a:gd name="connsiteX15" fmla="*/ 72981 w 77247"/>
                <a:gd name="connsiteY15" fmla="*/ 38669 h 57638"/>
                <a:gd name="connsiteX16" fmla="*/ 59579 w 77247"/>
                <a:gd name="connsiteY16" fmla="*/ 54133 h 57638"/>
                <a:gd name="connsiteX17" fmla="*/ 56419 w 77247"/>
                <a:gd name="connsiteY17" fmla="*/ 49660 h 57638"/>
                <a:gd name="connsiteX18" fmla="*/ 59326 w 77247"/>
                <a:gd name="connsiteY18" fmla="*/ 39308 h 57638"/>
                <a:gd name="connsiteX19" fmla="*/ 66027 w 77247"/>
                <a:gd name="connsiteY19" fmla="*/ 14642 h 57638"/>
                <a:gd name="connsiteX20" fmla="*/ 49591 w 77247"/>
                <a:gd name="connsiteY20" fmla="*/ 72 h 57638"/>
                <a:gd name="connsiteX21" fmla="*/ 28225 w 77247"/>
                <a:gd name="connsiteY21" fmla="*/ 11702 h 57638"/>
                <a:gd name="connsiteX22" fmla="*/ 14697 w 77247"/>
                <a:gd name="connsiteY22" fmla="*/ 72 h 57638"/>
                <a:gd name="connsiteX23" fmla="*/ 4709 w 77247"/>
                <a:gd name="connsiteY23" fmla="*/ 6974 h 57638"/>
                <a:gd name="connsiteX24" fmla="*/ 158 w 77247"/>
                <a:gd name="connsiteY24" fmla="*/ 19626 h 57638"/>
                <a:gd name="connsiteX25" fmla="*/ 2307 w 77247"/>
                <a:gd name="connsiteY25" fmla="*/ 21287 h 57638"/>
                <a:gd name="connsiteX26" fmla="*/ 5089 w 77247"/>
                <a:gd name="connsiteY26" fmla="*/ 17453 h 57638"/>
                <a:gd name="connsiteX27" fmla="*/ 14318 w 77247"/>
                <a:gd name="connsiteY27" fmla="*/ 3651 h 57638"/>
                <a:gd name="connsiteX28" fmla="*/ 18490 w 77247"/>
                <a:gd name="connsiteY28" fmla="*/ 9913 h 57638"/>
                <a:gd name="connsiteX29" fmla="*/ 16467 w 77247"/>
                <a:gd name="connsiteY29" fmla="*/ 20521 h 57638"/>
                <a:gd name="connsiteX30" fmla="*/ 13686 w 77247"/>
                <a:gd name="connsiteY30" fmla="*/ 32023 h 57638"/>
                <a:gd name="connsiteX31" fmla="*/ 9640 w 77247"/>
                <a:gd name="connsiteY31" fmla="*/ 48382 h 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247" h="57638">
                  <a:moveTo>
                    <a:pt x="9640" y="48382"/>
                  </a:moveTo>
                  <a:cubicBezTo>
                    <a:pt x="9134" y="50043"/>
                    <a:pt x="8376" y="53238"/>
                    <a:pt x="8376" y="53621"/>
                  </a:cubicBezTo>
                  <a:cubicBezTo>
                    <a:pt x="8376" y="56433"/>
                    <a:pt x="10652" y="57711"/>
                    <a:pt x="12674" y="57711"/>
                  </a:cubicBezTo>
                  <a:cubicBezTo>
                    <a:pt x="14950" y="57711"/>
                    <a:pt x="16973" y="56050"/>
                    <a:pt x="17605" y="54899"/>
                  </a:cubicBezTo>
                  <a:cubicBezTo>
                    <a:pt x="18237" y="53749"/>
                    <a:pt x="19249" y="49660"/>
                    <a:pt x="19881" y="46976"/>
                  </a:cubicBezTo>
                  <a:cubicBezTo>
                    <a:pt x="20513" y="44547"/>
                    <a:pt x="21904" y="38669"/>
                    <a:pt x="22662" y="35473"/>
                  </a:cubicBezTo>
                  <a:cubicBezTo>
                    <a:pt x="23421" y="32662"/>
                    <a:pt x="24179" y="29850"/>
                    <a:pt x="24812" y="26911"/>
                  </a:cubicBezTo>
                  <a:cubicBezTo>
                    <a:pt x="26202" y="21671"/>
                    <a:pt x="26455" y="20648"/>
                    <a:pt x="30121" y="15408"/>
                  </a:cubicBezTo>
                  <a:cubicBezTo>
                    <a:pt x="33661" y="10296"/>
                    <a:pt x="39604" y="3651"/>
                    <a:pt x="49086" y="3651"/>
                  </a:cubicBezTo>
                  <a:cubicBezTo>
                    <a:pt x="56419" y="3651"/>
                    <a:pt x="56545" y="10169"/>
                    <a:pt x="56545" y="12597"/>
                  </a:cubicBezTo>
                  <a:cubicBezTo>
                    <a:pt x="56545" y="20265"/>
                    <a:pt x="51109" y="34451"/>
                    <a:pt x="49086" y="39819"/>
                  </a:cubicBezTo>
                  <a:cubicBezTo>
                    <a:pt x="47695" y="43397"/>
                    <a:pt x="47189" y="44547"/>
                    <a:pt x="47189" y="46720"/>
                  </a:cubicBezTo>
                  <a:cubicBezTo>
                    <a:pt x="47189" y="53494"/>
                    <a:pt x="52752" y="57711"/>
                    <a:pt x="59200" y="57711"/>
                  </a:cubicBezTo>
                  <a:cubicBezTo>
                    <a:pt x="71843" y="57711"/>
                    <a:pt x="77406" y="40074"/>
                    <a:pt x="77406" y="38157"/>
                  </a:cubicBezTo>
                  <a:cubicBezTo>
                    <a:pt x="77406" y="36496"/>
                    <a:pt x="75762" y="36496"/>
                    <a:pt x="75383" y="36496"/>
                  </a:cubicBezTo>
                  <a:cubicBezTo>
                    <a:pt x="73613" y="36496"/>
                    <a:pt x="73486" y="37263"/>
                    <a:pt x="72981" y="38669"/>
                  </a:cubicBezTo>
                  <a:cubicBezTo>
                    <a:pt x="70073" y="48893"/>
                    <a:pt x="64636" y="54133"/>
                    <a:pt x="59579" y="54133"/>
                  </a:cubicBezTo>
                  <a:cubicBezTo>
                    <a:pt x="56924" y="54133"/>
                    <a:pt x="56419" y="52343"/>
                    <a:pt x="56419" y="49660"/>
                  </a:cubicBezTo>
                  <a:cubicBezTo>
                    <a:pt x="56419" y="46720"/>
                    <a:pt x="57051" y="45059"/>
                    <a:pt x="59326" y="39308"/>
                  </a:cubicBezTo>
                  <a:cubicBezTo>
                    <a:pt x="60844" y="35346"/>
                    <a:pt x="66027" y="21799"/>
                    <a:pt x="66027" y="14642"/>
                  </a:cubicBezTo>
                  <a:cubicBezTo>
                    <a:pt x="66027" y="2245"/>
                    <a:pt x="56292" y="72"/>
                    <a:pt x="49591" y="72"/>
                  </a:cubicBezTo>
                  <a:cubicBezTo>
                    <a:pt x="39098" y="72"/>
                    <a:pt x="32018" y="6590"/>
                    <a:pt x="28225" y="11702"/>
                  </a:cubicBezTo>
                  <a:cubicBezTo>
                    <a:pt x="27340" y="2884"/>
                    <a:pt x="19881" y="72"/>
                    <a:pt x="14697" y="72"/>
                  </a:cubicBezTo>
                  <a:cubicBezTo>
                    <a:pt x="9261" y="72"/>
                    <a:pt x="6353" y="4034"/>
                    <a:pt x="4709" y="6974"/>
                  </a:cubicBezTo>
                  <a:cubicBezTo>
                    <a:pt x="1928" y="11702"/>
                    <a:pt x="158" y="18987"/>
                    <a:pt x="158" y="19626"/>
                  </a:cubicBezTo>
                  <a:cubicBezTo>
                    <a:pt x="158" y="21287"/>
                    <a:pt x="1928" y="21287"/>
                    <a:pt x="2307" y="21287"/>
                  </a:cubicBezTo>
                  <a:cubicBezTo>
                    <a:pt x="4077" y="21287"/>
                    <a:pt x="4204" y="20904"/>
                    <a:pt x="5089" y="17453"/>
                  </a:cubicBezTo>
                  <a:cubicBezTo>
                    <a:pt x="6985" y="9913"/>
                    <a:pt x="9387" y="3651"/>
                    <a:pt x="14318" y="3651"/>
                  </a:cubicBezTo>
                  <a:cubicBezTo>
                    <a:pt x="17605" y="3651"/>
                    <a:pt x="18490" y="6462"/>
                    <a:pt x="18490" y="9913"/>
                  </a:cubicBezTo>
                  <a:cubicBezTo>
                    <a:pt x="18490" y="12341"/>
                    <a:pt x="17352" y="17070"/>
                    <a:pt x="16467" y="20521"/>
                  </a:cubicBezTo>
                  <a:cubicBezTo>
                    <a:pt x="15582" y="23971"/>
                    <a:pt x="14318" y="29211"/>
                    <a:pt x="13686" y="32023"/>
                  </a:cubicBezTo>
                  <a:lnTo>
                    <a:pt x="9640" y="4838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57" name="Freeform: Shape 4956">
              <a:extLst>
                <a:ext uri="{FF2B5EF4-FFF2-40B4-BE49-F238E27FC236}">
                  <a16:creationId xmlns:a16="http://schemas.microsoft.com/office/drawing/2014/main" id="{D889AB00-690F-8AEF-4C18-A092D88A2CA9}"/>
                </a:ext>
              </a:extLst>
            </p:cNvPr>
            <p:cNvSpPr/>
            <p:nvPr>
              <p:custDataLst>
                <p:tags r:id="rId49"/>
              </p:custDataLst>
            </p:nvPr>
          </p:nvSpPr>
          <p:spPr>
            <a:xfrm>
              <a:off x="6206359" y="5954185"/>
              <a:ext cx="387292" cy="7302"/>
            </a:xfrm>
            <a:custGeom>
              <a:avLst/>
              <a:gdLst>
                <a:gd name="connsiteX0" fmla="*/ 0 w 387292"/>
                <a:gd name="connsiteY0" fmla="*/ 0 h 7302"/>
                <a:gd name="connsiteX1" fmla="*/ 387292 w 387292"/>
                <a:gd name="connsiteY1" fmla="*/ 0 h 7302"/>
                <a:gd name="connsiteX2" fmla="*/ 387292 w 387292"/>
                <a:gd name="connsiteY2" fmla="*/ 7303 h 7302"/>
                <a:gd name="connsiteX3" fmla="*/ 0 w 387292"/>
                <a:gd name="connsiteY3" fmla="*/ 7303 h 7302"/>
              </a:gdLst>
              <a:ahLst/>
              <a:cxnLst>
                <a:cxn ang="0">
                  <a:pos x="connsiteX0" y="connsiteY0"/>
                </a:cxn>
                <a:cxn ang="0">
                  <a:pos x="connsiteX1" y="connsiteY1"/>
                </a:cxn>
                <a:cxn ang="0">
                  <a:pos x="connsiteX2" y="connsiteY2"/>
                </a:cxn>
                <a:cxn ang="0">
                  <a:pos x="connsiteX3" y="connsiteY3"/>
                </a:cxn>
              </a:cxnLst>
              <a:rect l="l" t="t" r="r" b="b"/>
              <a:pathLst>
                <a:path w="387292" h="7302">
                  <a:moveTo>
                    <a:pt x="0" y="0"/>
                  </a:moveTo>
                  <a:lnTo>
                    <a:pt x="387292" y="0"/>
                  </a:lnTo>
                  <a:lnTo>
                    <a:pt x="387292" y="7303"/>
                  </a:lnTo>
                  <a:lnTo>
                    <a:pt x="0" y="730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58" name="Freeform: Shape 4957">
              <a:extLst>
                <a:ext uri="{FF2B5EF4-FFF2-40B4-BE49-F238E27FC236}">
                  <a16:creationId xmlns:a16="http://schemas.microsoft.com/office/drawing/2014/main" id="{4F2114DA-C326-EC35-6F0D-77E4A6926683}"/>
                </a:ext>
              </a:extLst>
            </p:cNvPr>
            <p:cNvSpPr/>
            <p:nvPr>
              <p:custDataLst>
                <p:tags r:id="rId50"/>
              </p:custDataLst>
            </p:nvPr>
          </p:nvSpPr>
          <p:spPr>
            <a:xfrm>
              <a:off x="6213584" y="5997994"/>
              <a:ext cx="95001" cy="134740"/>
            </a:xfrm>
            <a:custGeom>
              <a:avLst/>
              <a:gdLst>
                <a:gd name="connsiteX0" fmla="*/ 76543 w 95001"/>
                <a:gd name="connsiteY0" fmla="*/ 68915 h 134740"/>
                <a:gd name="connsiteX1" fmla="*/ 53244 w 95001"/>
                <a:gd name="connsiteY1" fmla="*/ 47371 h 134740"/>
                <a:gd name="connsiteX2" fmla="*/ 16399 w 95001"/>
                <a:gd name="connsiteY2" fmla="*/ 64533 h 134740"/>
                <a:gd name="connsiteX3" fmla="*/ 144 w 95001"/>
                <a:gd name="connsiteY3" fmla="*/ 102326 h 134740"/>
                <a:gd name="connsiteX4" fmla="*/ 33377 w 95001"/>
                <a:gd name="connsiteY4" fmla="*/ 134825 h 134740"/>
                <a:gd name="connsiteX5" fmla="*/ 95146 w 95001"/>
                <a:gd name="connsiteY5" fmla="*/ 47371 h 134740"/>
                <a:gd name="connsiteX6" fmla="*/ 56134 w 95001"/>
                <a:gd name="connsiteY6" fmla="*/ 84 h 134740"/>
                <a:gd name="connsiteX7" fmla="*/ 21637 w 95001"/>
                <a:gd name="connsiteY7" fmla="*/ 28931 h 134740"/>
                <a:gd name="connsiteX8" fmla="*/ 28500 w 95001"/>
                <a:gd name="connsiteY8" fmla="*/ 35321 h 134740"/>
                <a:gd name="connsiteX9" fmla="*/ 38253 w 95001"/>
                <a:gd name="connsiteY9" fmla="*/ 25645 h 134740"/>
                <a:gd name="connsiteX10" fmla="*/ 29764 w 95001"/>
                <a:gd name="connsiteY10" fmla="*/ 19255 h 134740"/>
                <a:gd name="connsiteX11" fmla="*/ 55773 w 95001"/>
                <a:gd name="connsiteY11" fmla="*/ 4649 h 134740"/>
                <a:gd name="connsiteX12" fmla="*/ 81600 w 95001"/>
                <a:gd name="connsiteY12" fmla="*/ 37695 h 134740"/>
                <a:gd name="connsiteX13" fmla="*/ 76724 w 95001"/>
                <a:gd name="connsiteY13" fmla="*/ 68915 h 134740"/>
                <a:gd name="connsiteX14" fmla="*/ 76543 w 95001"/>
                <a:gd name="connsiteY14" fmla="*/ 68915 h 134740"/>
                <a:gd name="connsiteX15" fmla="*/ 33919 w 95001"/>
                <a:gd name="connsiteY15" fmla="*/ 129712 h 134740"/>
                <a:gd name="connsiteX16" fmla="*/ 14051 w 95001"/>
                <a:gd name="connsiteY16" fmla="*/ 109081 h 134740"/>
                <a:gd name="connsiteX17" fmla="*/ 25972 w 95001"/>
                <a:gd name="connsiteY17" fmla="*/ 67637 h 134740"/>
                <a:gd name="connsiteX18" fmla="*/ 53244 w 95001"/>
                <a:gd name="connsiteY18" fmla="*/ 51388 h 134740"/>
                <a:gd name="connsiteX19" fmla="*/ 73292 w 95001"/>
                <a:gd name="connsiteY19" fmla="*/ 75488 h 134740"/>
                <a:gd name="connsiteX20" fmla="*/ 33919 w 95001"/>
                <a:gd name="connsiteY20" fmla="*/ 129712 h 13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001" h="134740">
                  <a:moveTo>
                    <a:pt x="76543" y="68915"/>
                  </a:moveTo>
                  <a:cubicBezTo>
                    <a:pt x="74737" y="57595"/>
                    <a:pt x="67332" y="47371"/>
                    <a:pt x="53244" y="47371"/>
                  </a:cubicBezTo>
                  <a:cubicBezTo>
                    <a:pt x="42227" y="47371"/>
                    <a:pt x="30487" y="50292"/>
                    <a:pt x="16399" y="64533"/>
                  </a:cubicBezTo>
                  <a:cubicBezTo>
                    <a:pt x="1408" y="79687"/>
                    <a:pt x="144" y="96666"/>
                    <a:pt x="144" y="102326"/>
                  </a:cubicBezTo>
                  <a:cubicBezTo>
                    <a:pt x="144" y="113646"/>
                    <a:pt x="8091" y="134825"/>
                    <a:pt x="33377" y="134825"/>
                  </a:cubicBezTo>
                  <a:cubicBezTo>
                    <a:pt x="76362" y="134825"/>
                    <a:pt x="95146" y="73479"/>
                    <a:pt x="95146" y="47371"/>
                  </a:cubicBezTo>
                  <a:cubicBezTo>
                    <a:pt x="95146" y="18342"/>
                    <a:pt x="78349" y="84"/>
                    <a:pt x="56134" y="84"/>
                  </a:cubicBezTo>
                  <a:cubicBezTo>
                    <a:pt x="29945" y="84"/>
                    <a:pt x="21637" y="23819"/>
                    <a:pt x="21637" y="28931"/>
                  </a:cubicBezTo>
                  <a:cubicBezTo>
                    <a:pt x="21637" y="31487"/>
                    <a:pt x="23082" y="35321"/>
                    <a:pt x="28500" y="35321"/>
                  </a:cubicBezTo>
                  <a:cubicBezTo>
                    <a:pt x="34460" y="35321"/>
                    <a:pt x="38253" y="29844"/>
                    <a:pt x="38253" y="25645"/>
                  </a:cubicBezTo>
                  <a:cubicBezTo>
                    <a:pt x="38253" y="19255"/>
                    <a:pt x="32654" y="19255"/>
                    <a:pt x="29764" y="19255"/>
                  </a:cubicBezTo>
                  <a:cubicBezTo>
                    <a:pt x="37711" y="5744"/>
                    <a:pt x="50535" y="4649"/>
                    <a:pt x="55773" y="4649"/>
                  </a:cubicBezTo>
                  <a:cubicBezTo>
                    <a:pt x="68957" y="4649"/>
                    <a:pt x="81600" y="14143"/>
                    <a:pt x="81600" y="37695"/>
                  </a:cubicBezTo>
                  <a:cubicBezTo>
                    <a:pt x="81600" y="44815"/>
                    <a:pt x="80516" y="54126"/>
                    <a:pt x="76724" y="68915"/>
                  </a:cubicBezTo>
                  <a:lnTo>
                    <a:pt x="76543" y="68915"/>
                  </a:lnTo>
                  <a:close/>
                  <a:moveTo>
                    <a:pt x="33919" y="129712"/>
                  </a:moveTo>
                  <a:cubicBezTo>
                    <a:pt x="14051" y="129712"/>
                    <a:pt x="14051" y="110907"/>
                    <a:pt x="14051" y="109081"/>
                  </a:cubicBezTo>
                  <a:cubicBezTo>
                    <a:pt x="14051" y="104152"/>
                    <a:pt x="18567" y="78591"/>
                    <a:pt x="25972" y="67637"/>
                  </a:cubicBezTo>
                  <a:cubicBezTo>
                    <a:pt x="33196" y="57230"/>
                    <a:pt x="42046" y="51388"/>
                    <a:pt x="53244" y="51388"/>
                  </a:cubicBezTo>
                  <a:cubicBezTo>
                    <a:pt x="72931" y="51388"/>
                    <a:pt x="73292" y="71836"/>
                    <a:pt x="73292" y="75488"/>
                  </a:cubicBezTo>
                  <a:cubicBezTo>
                    <a:pt x="73292" y="88633"/>
                    <a:pt x="61733" y="129712"/>
                    <a:pt x="33919" y="12971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59" name="Freeform: Shape 4958">
              <a:extLst>
                <a:ext uri="{FF2B5EF4-FFF2-40B4-BE49-F238E27FC236}">
                  <a16:creationId xmlns:a16="http://schemas.microsoft.com/office/drawing/2014/main" id="{90D8252C-EDD6-28C6-16B3-CE579848DBFA}"/>
                </a:ext>
              </a:extLst>
            </p:cNvPr>
            <p:cNvSpPr/>
            <p:nvPr>
              <p:custDataLst>
                <p:tags r:id="rId51"/>
              </p:custDataLst>
            </p:nvPr>
          </p:nvSpPr>
          <p:spPr>
            <a:xfrm>
              <a:off x="6317518" y="6048019"/>
              <a:ext cx="89944" cy="82706"/>
            </a:xfrm>
            <a:custGeom>
              <a:avLst/>
              <a:gdLst>
                <a:gd name="connsiteX0" fmla="*/ 55237 w 89944"/>
                <a:gd name="connsiteY0" fmla="*/ 25645 h 82706"/>
                <a:gd name="connsiteX1" fmla="*/ 73117 w 89944"/>
                <a:gd name="connsiteY1" fmla="*/ 4101 h 82706"/>
                <a:gd name="connsiteX2" fmla="*/ 82148 w 89944"/>
                <a:gd name="connsiteY2" fmla="*/ 6474 h 82706"/>
                <a:gd name="connsiteX3" fmla="*/ 73478 w 89944"/>
                <a:gd name="connsiteY3" fmla="*/ 16333 h 82706"/>
                <a:gd name="connsiteX4" fmla="*/ 80342 w 89944"/>
                <a:gd name="connsiteY4" fmla="*/ 22724 h 82706"/>
                <a:gd name="connsiteX5" fmla="*/ 90095 w 89944"/>
                <a:gd name="connsiteY5" fmla="*/ 12134 h 82706"/>
                <a:gd name="connsiteX6" fmla="*/ 73298 w 89944"/>
                <a:gd name="connsiteY6" fmla="*/ 84 h 82706"/>
                <a:gd name="connsiteX7" fmla="*/ 54333 w 89944"/>
                <a:gd name="connsiteY7" fmla="*/ 13960 h 82706"/>
                <a:gd name="connsiteX8" fmla="*/ 34827 w 89944"/>
                <a:gd name="connsiteY8" fmla="*/ 84 h 82706"/>
                <a:gd name="connsiteX9" fmla="*/ 5749 w 89944"/>
                <a:gd name="connsiteY9" fmla="*/ 28201 h 82706"/>
                <a:gd name="connsiteX10" fmla="*/ 7916 w 89944"/>
                <a:gd name="connsiteY10" fmla="*/ 30027 h 82706"/>
                <a:gd name="connsiteX11" fmla="*/ 10264 w 89944"/>
                <a:gd name="connsiteY11" fmla="*/ 28018 h 82706"/>
                <a:gd name="connsiteX12" fmla="*/ 34466 w 89944"/>
                <a:gd name="connsiteY12" fmla="*/ 4101 h 82706"/>
                <a:gd name="connsiteX13" fmla="*/ 44219 w 89944"/>
                <a:gd name="connsiteY13" fmla="*/ 16333 h 82706"/>
                <a:gd name="connsiteX14" fmla="*/ 34466 w 89944"/>
                <a:gd name="connsiteY14" fmla="*/ 59786 h 82706"/>
                <a:gd name="connsiteX15" fmla="*/ 17308 w 89944"/>
                <a:gd name="connsiteY15" fmla="*/ 78774 h 82706"/>
                <a:gd name="connsiteX16" fmla="*/ 8277 w 89944"/>
                <a:gd name="connsiteY16" fmla="*/ 76401 h 82706"/>
                <a:gd name="connsiteX17" fmla="*/ 16766 w 89944"/>
                <a:gd name="connsiteY17" fmla="*/ 66542 h 82706"/>
                <a:gd name="connsiteX18" fmla="*/ 10084 w 89944"/>
                <a:gd name="connsiteY18" fmla="*/ 60151 h 82706"/>
                <a:gd name="connsiteX19" fmla="*/ 150 w 89944"/>
                <a:gd name="connsiteY19" fmla="*/ 70741 h 82706"/>
                <a:gd name="connsiteX20" fmla="*/ 17127 w 89944"/>
                <a:gd name="connsiteY20" fmla="*/ 82791 h 82706"/>
                <a:gd name="connsiteX21" fmla="*/ 36092 w 89944"/>
                <a:gd name="connsiteY21" fmla="*/ 68915 h 82706"/>
                <a:gd name="connsiteX22" fmla="*/ 55598 w 89944"/>
                <a:gd name="connsiteY22" fmla="*/ 82791 h 82706"/>
                <a:gd name="connsiteX23" fmla="*/ 84496 w 89944"/>
                <a:gd name="connsiteY23" fmla="*/ 54674 h 82706"/>
                <a:gd name="connsiteX24" fmla="*/ 82328 w 89944"/>
                <a:gd name="connsiteY24" fmla="*/ 52848 h 82706"/>
                <a:gd name="connsiteX25" fmla="*/ 79980 w 89944"/>
                <a:gd name="connsiteY25" fmla="*/ 54857 h 82706"/>
                <a:gd name="connsiteX26" fmla="*/ 55959 w 89944"/>
                <a:gd name="connsiteY26" fmla="*/ 78774 h 82706"/>
                <a:gd name="connsiteX27" fmla="*/ 46025 w 89944"/>
                <a:gd name="connsiteY27" fmla="*/ 66724 h 82706"/>
                <a:gd name="connsiteX28" fmla="*/ 49096 w 89944"/>
                <a:gd name="connsiteY28" fmla="*/ 50658 h 82706"/>
                <a:gd name="connsiteX29" fmla="*/ 55237 w 89944"/>
                <a:gd name="connsiteY29" fmla="*/ 25645 h 82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9944" h="82706">
                  <a:moveTo>
                    <a:pt x="55237" y="25645"/>
                  </a:moveTo>
                  <a:cubicBezTo>
                    <a:pt x="56320" y="20898"/>
                    <a:pt x="60474" y="4101"/>
                    <a:pt x="73117" y="4101"/>
                  </a:cubicBezTo>
                  <a:cubicBezTo>
                    <a:pt x="74020" y="4101"/>
                    <a:pt x="78355" y="4101"/>
                    <a:pt x="82148" y="6474"/>
                  </a:cubicBezTo>
                  <a:cubicBezTo>
                    <a:pt x="77091" y="7387"/>
                    <a:pt x="73478" y="11952"/>
                    <a:pt x="73478" y="16333"/>
                  </a:cubicBezTo>
                  <a:cubicBezTo>
                    <a:pt x="73478" y="19255"/>
                    <a:pt x="75465" y="22724"/>
                    <a:pt x="80342" y="22724"/>
                  </a:cubicBezTo>
                  <a:cubicBezTo>
                    <a:pt x="84315" y="22724"/>
                    <a:pt x="90095" y="19437"/>
                    <a:pt x="90095" y="12134"/>
                  </a:cubicBezTo>
                  <a:cubicBezTo>
                    <a:pt x="90095" y="2640"/>
                    <a:pt x="79439" y="84"/>
                    <a:pt x="73298" y="84"/>
                  </a:cubicBezTo>
                  <a:cubicBezTo>
                    <a:pt x="62822" y="84"/>
                    <a:pt x="56501" y="9761"/>
                    <a:pt x="54333" y="13960"/>
                  </a:cubicBezTo>
                  <a:cubicBezTo>
                    <a:pt x="49818" y="1910"/>
                    <a:pt x="40065" y="84"/>
                    <a:pt x="34827" y="84"/>
                  </a:cubicBezTo>
                  <a:cubicBezTo>
                    <a:pt x="16044" y="84"/>
                    <a:pt x="5749" y="23636"/>
                    <a:pt x="5749" y="28201"/>
                  </a:cubicBezTo>
                  <a:cubicBezTo>
                    <a:pt x="5749" y="30027"/>
                    <a:pt x="7555" y="30027"/>
                    <a:pt x="7916" y="30027"/>
                  </a:cubicBezTo>
                  <a:cubicBezTo>
                    <a:pt x="9361" y="30027"/>
                    <a:pt x="9903" y="29661"/>
                    <a:pt x="10264" y="28018"/>
                  </a:cubicBezTo>
                  <a:cubicBezTo>
                    <a:pt x="16405" y="8665"/>
                    <a:pt x="28325" y="4101"/>
                    <a:pt x="34466" y="4101"/>
                  </a:cubicBezTo>
                  <a:cubicBezTo>
                    <a:pt x="37898" y="4101"/>
                    <a:pt x="44219" y="5744"/>
                    <a:pt x="44219" y="16333"/>
                  </a:cubicBezTo>
                  <a:cubicBezTo>
                    <a:pt x="44219" y="21993"/>
                    <a:pt x="41149" y="34226"/>
                    <a:pt x="34466" y="59786"/>
                  </a:cubicBezTo>
                  <a:cubicBezTo>
                    <a:pt x="31576" y="71106"/>
                    <a:pt x="25255" y="78774"/>
                    <a:pt x="17308" y="78774"/>
                  </a:cubicBezTo>
                  <a:cubicBezTo>
                    <a:pt x="16224" y="78774"/>
                    <a:pt x="12070" y="78774"/>
                    <a:pt x="8277" y="76401"/>
                  </a:cubicBezTo>
                  <a:cubicBezTo>
                    <a:pt x="12793" y="75488"/>
                    <a:pt x="16766" y="71654"/>
                    <a:pt x="16766" y="66542"/>
                  </a:cubicBezTo>
                  <a:cubicBezTo>
                    <a:pt x="16766" y="61612"/>
                    <a:pt x="12793" y="60151"/>
                    <a:pt x="10084" y="60151"/>
                  </a:cubicBezTo>
                  <a:cubicBezTo>
                    <a:pt x="4665" y="60151"/>
                    <a:pt x="150" y="64898"/>
                    <a:pt x="150" y="70741"/>
                  </a:cubicBezTo>
                  <a:cubicBezTo>
                    <a:pt x="150" y="79139"/>
                    <a:pt x="9181" y="82791"/>
                    <a:pt x="17127" y="82791"/>
                  </a:cubicBezTo>
                  <a:cubicBezTo>
                    <a:pt x="29048" y="82791"/>
                    <a:pt x="35550" y="70010"/>
                    <a:pt x="36092" y="68915"/>
                  </a:cubicBezTo>
                  <a:cubicBezTo>
                    <a:pt x="38259" y="75670"/>
                    <a:pt x="44761" y="82791"/>
                    <a:pt x="55598" y="82791"/>
                  </a:cubicBezTo>
                  <a:cubicBezTo>
                    <a:pt x="74201" y="82791"/>
                    <a:pt x="84496" y="59239"/>
                    <a:pt x="84496" y="54674"/>
                  </a:cubicBezTo>
                  <a:cubicBezTo>
                    <a:pt x="84496" y="52848"/>
                    <a:pt x="82870" y="52848"/>
                    <a:pt x="82328" y="52848"/>
                  </a:cubicBezTo>
                  <a:cubicBezTo>
                    <a:pt x="80703" y="52848"/>
                    <a:pt x="80342" y="53579"/>
                    <a:pt x="79980" y="54857"/>
                  </a:cubicBezTo>
                  <a:cubicBezTo>
                    <a:pt x="74020" y="74392"/>
                    <a:pt x="61739" y="78774"/>
                    <a:pt x="55959" y="78774"/>
                  </a:cubicBezTo>
                  <a:cubicBezTo>
                    <a:pt x="48915" y="78774"/>
                    <a:pt x="46025" y="72932"/>
                    <a:pt x="46025" y="66724"/>
                  </a:cubicBezTo>
                  <a:cubicBezTo>
                    <a:pt x="46025" y="62707"/>
                    <a:pt x="47109" y="58691"/>
                    <a:pt x="49096" y="50658"/>
                  </a:cubicBezTo>
                  <a:lnTo>
                    <a:pt x="55237" y="2564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60" name="Freeform: Shape 4959">
              <a:extLst>
                <a:ext uri="{FF2B5EF4-FFF2-40B4-BE49-F238E27FC236}">
                  <a16:creationId xmlns:a16="http://schemas.microsoft.com/office/drawing/2014/main" id="{1946F835-61C5-7E6D-ADD4-4342EB34839B}"/>
                </a:ext>
              </a:extLst>
            </p:cNvPr>
            <p:cNvSpPr/>
            <p:nvPr>
              <p:custDataLst>
                <p:tags r:id="rId52"/>
              </p:custDataLst>
            </p:nvPr>
          </p:nvSpPr>
          <p:spPr>
            <a:xfrm>
              <a:off x="6421448" y="6099743"/>
              <a:ext cx="77247" cy="57638"/>
            </a:xfrm>
            <a:custGeom>
              <a:avLst/>
              <a:gdLst>
                <a:gd name="connsiteX0" fmla="*/ 9638 w 77247"/>
                <a:gd name="connsiteY0" fmla="*/ 48395 h 57638"/>
                <a:gd name="connsiteX1" fmla="*/ 8373 w 77247"/>
                <a:gd name="connsiteY1" fmla="*/ 53635 h 57638"/>
                <a:gd name="connsiteX2" fmla="*/ 12672 w 77247"/>
                <a:gd name="connsiteY2" fmla="*/ 57725 h 57638"/>
                <a:gd name="connsiteX3" fmla="*/ 17603 w 77247"/>
                <a:gd name="connsiteY3" fmla="*/ 54913 h 57638"/>
                <a:gd name="connsiteX4" fmla="*/ 19878 w 77247"/>
                <a:gd name="connsiteY4" fmla="*/ 46989 h 57638"/>
                <a:gd name="connsiteX5" fmla="*/ 22660 w 77247"/>
                <a:gd name="connsiteY5" fmla="*/ 35487 h 57638"/>
                <a:gd name="connsiteX6" fmla="*/ 24809 w 77247"/>
                <a:gd name="connsiteY6" fmla="*/ 26924 h 57638"/>
                <a:gd name="connsiteX7" fmla="*/ 30119 w 77247"/>
                <a:gd name="connsiteY7" fmla="*/ 15422 h 57638"/>
                <a:gd name="connsiteX8" fmla="*/ 49083 w 77247"/>
                <a:gd name="connsiteY8" fmla="*/ 3664 h 57638"/>
                <a:gd name="connsiteX9" fmla="*/ 56543 w 77247"/>
                <a:gd name="connsiteY9" fmla="*/ 12610 h 57638"/>
                <a:gd name="connsiteX10" fmla="*/ 49083 w 77247"/>
                <a:gd name="connsiteY10" fmla="*/ 39832 h 57638"/>
                <a:gd name="connsiteX11" fmla="*/ 47187 w 77247"/>
                <a:gd name="connsiteY11" fmla="*/ 46734 h 57638"/>
                <a:gd name="connsiteX12" fmla="*/ 59198 w 77247"/>
                <a:gd name="connsiteY12" fmla="*/ 57725 h 57638"/>
                <a:gd name="connsiteX13" fmla="*/ 77403 w 77247"/>
                <a:gd name="connsiteY13" fmla="*/ 38171 h 57638"/>
                <a:gd name="connsiteX14" fmla="*/ 75380 w 77247"/>
                <a:gd name="connsiteY14" fmla="*/ 36509 h 57638"/>
                <a:gd name="connsiteX15" fmla="*/ 72978 w 77247"/>
                <a:gd name="connsiteY15" fmla="*/ 38682 h 57638"/>
                <a:gd name="connsiteX16" fmla="*/ 59577 w 77247"/>
                <a:gd name="connsiteY16" fmla="*/ 54146 h 57638"/>
                <a:gd name="connsiteX17" fmla="*/ 56416 w 77247"/>
                <a:gd name="connsiteY17" fmla="*/ 49673 h 57638"/>
                <a:gd name="connsiteX18" fmla="*/ 59324 w 77247"/>
                <a:gd name="connsiteY18" fmla="*/ 39321 h 57638"/>
                <a:gd name="connsiteX19" fmla="*/ 66025 w 77247"/>
                <a:gd name="connsiteY19" fmla="*/ 14655 h 57638"/>
                <a:gd name="connsiteX20" fmla="*/ 49589 w 77247"/>
                <a:gd name="connsiteY20" fmla="*/ 86 h 57638"/>
                <a:gd name="connsiteX21" fmla="*/ 28223 w 77247"/>
                <a:gd name="connsiteY21" fmla="*/ 11716 h 57638"/>
                <a:gd name="connsiteX22" fmla="*/ 14695 w 77247"/>
                <a:gd name="connsiteY22" fmla="*/ 86 h 57638"/>
                <a:gd name="connsiteX23" fmla="*/ 4707 w 77247"/>
                <a:gd name="connsiteY23" fmla="*/ 6987 h 57638"/>
                <a:gd name="connsiteX24" fmla="*/ 156 w 77247"/>
                <a:gd name="connsiteY24" fmla="*/ 19640 h 57638"/>
                <a:gd name="connsiteX25" fmla="*/ 2305 w 77247"/>
                <a:gd name="connsiteY25" fmla="*/ 21301 h 57638"/>
                <a:gd name="connsiteX26" fmla="*/ 5086 w 77247"/>
                <a:gd name="connsiteY26" fmla="*/ 17467 h 57638"/>
                <a:gd name="connsiteX27" fmla="*/ 14316 w 77247"/>
                <a:gd name="connsiteY27" fmla="*/ 3664 h 57638"/>
                <a:gd name="connsiteX28" fmla="*/ 18488 w 77247"/>
                <a:gd name="connsiteY28" fmla="*/ 9927 h 57638"/>
                <a:gd name="connsiteX29" fmla="*/ 16465 w 77247"/>
                <a:gd name="connsiteY29" fmla="*/ 20534 h 57638"/>
                <a:gd name="connsiteX30" fmla="*/ 13683 w 77247"/>
                <a:gd name="connsiteY30" fmla="*/ 32036 h 57638"/>
                <a:gd name="connsiteX31" fmla="*/ 9638 w 77247"/>
                <a:gd name="connsiteY31" fmla="*/ 48395 h 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247" h="57638">
                  <a:moveTo>
                    <a:pt x="9638" y="48395"/>
                  </a:moveTo>
                  <a:cubicBezTo>
                    <a:pt x="9132" y="50057"/>
                    <a:pt x="8373" y="53252"/>
                    <a:pt x="8373" y="53635"/>
                  </a:cubicBezTo>
                  <a:cubicBezTo>
                    <a:pt x="8373" y="56447"/>
                    <a:pt x="10649" y="57725"/>
                    <a:pt x="12672" y="57725"/>
                  </a:cubicBezTo>
                  <a:cubicBezTo>
                    <a:pt x="14948" y="57725"/>
                    <a:pt x="16971" y="56063"/>
                    <a:pt x="17603" y="54913"/>
                  </a:cubicBezTo>
                  <a:cubicBezTo>
                    <a:pt x="18235" y="53763"/>
                    <a:pt x="19246" y="49673"/>
                    <a:pt x="19878" y="46989"/>
                  </a:cubicBezTo>
                  <a:cubicBezTo>
                    <a:pt x="20511" y="44561"/>
                    <a:pt x="21901" y="38682"/>
                    <a:pt x="22660" y="35487"/>
                  </a:cubicBezTo>
                  <a:cubicBezTo>
                    <a:pt x="23418" y="32675"/>
                    <a:pt x="24177" y="29864"/>
                    <a:pt x="24809" y="26924"/>
                  </a:cubicBezTo>
                  <a:cubicBezTo>
                    <a:pt x="26200" y="21684"/>
                    <a:pt x="26453" y="20662"/>
                    <a:pt x="30119" y="15422"/>
                  </a:cubicBezTo>
                  <a:cubicBezTo>
                    <a:pt x="33659" y="10310"/>
                    <a:pt x="39601" y="3664"/>
                    <a:pt x="49083" y="3664"/>
                  </a:cubicBezTo>
                  <a:cubicBezTo>
                    <a:pt x="56416" y="3664"/>
                    <a:pt x="56543" y="10182"/>
                    <a:pt x="56543" y="12610"/>
                  </a:cubicBezTo>
                  <a:cubicBezTo>
                    <a:pt x="56543" y="20279"/>
                    <a:pt x="51106" y="34465"/>
                    <a:pt x="49083" y="39832"/>
                  </a:cubicBezTo>
                  <a:cubicBezTo>
                    <a:pt x="47693" y="43411"/>
                    <a:pt x="47187" y="44561"/>
                    <a:pt x="47187" y="46734"/>
                  </a:cubicBezTo>
                  <a:cubicBezTo>
                    <a:pt x="47187" y="53507"/>
                    <a:pt x="52750" y="57725"/>
                    <a:pt x="59198" y="57725"/>
                  </a:cubicBezTo>
                  <a:cubicBezTo>
                    <a:pt x="71840" y="57725"/>
                    <a:pt x="77403" y="40088"/>
                    <a:pt x="77403" y="38171"/>
                  </a:cubicBezTo>
                  <a:cubicBezTo>
                    <a:pt x="77403" y="36509"/>
                    <a:pt x="75760" y="36509"/>
                    <a:pt x="75380" y="36509"/>
                  </a:cubicBezTo>
                  <a:cubicBezTo>
                    <a:pt x="73610" y="36509"/>
                    <a:pt x="73484" y="37276"/>
                    <a:pt x="72978" y="38682"/>
                  </a:cubicBezTo>
                  <a:cubicBezTo>
                    <a:pt x="70070" y="48906"/>
                    <a:pt x="64634" y="54146"/>
                    <a:pt x="59577" y="54146"/>
                  </a:cubicBezTo>
                  <a:cubicBezTo>
                    <a:pt x="56922" y="54146"/>
                    <a:pt x="56416" y="52357"/>
                    <a:pt x="56416" y="49673"/>
                  </a:cubicBezTo>
                  <a:cubicBezTo>
                    <a:pt x="56416" y="46734"/>
                    <a:pt x="57048" y="45072"/>
                    <a:pt x="59324" y="39321"/>
                  </a:cubicBezTo>
                  <a:cubicBezTo>
                    <a:pt x="60841" y="35359"/>
                    <a:pt x="66025" y="21812"/>
                    <a:pt x="66025" y="14655"/>
                  </a:cubicBezTo>
                  <a:cubicBezTo>
                    <a:pt x="66025" y="2258"/>
                    <a:pt x="56290" y="86"/>
                    <a:pt x="49589" y="86"/>
                  </a:cubicBezTo>
                  <a:cubicBezTo>
                    <a:pt x="39096" y="86"/>
                    <a:pt x="32016" y="6604"/>
                    <a:pt x="28223" y="11716"/>
                  </a:cubicBezTo>
                  <a:cubicBezTo>
                    <a:pt x="27338" y="2897"/>
                    <a:pt x="19878" y="86"/>
                    <a:pt x="14695" y="86"/>
                  </a:cubicBezTo>
                  <a:cubicBezTo>
                    <a:pt x="9258" y="86"/>
                    <a:pt x="6351" y="4048"/>
                    <a:pt x="4707" y="6987"/>
                  </a:cubicBezTo>
                  <a:cubicBezTo>
                    <a:pt x="1926" y="11716"/>
                    <a:pt x="156" y="19001"/>
                    <a:pt x="156" y="19640"/>
                  </a:cubicBezTo>
                  <a:cubicBezTo>
                    <a:pt x="156" y="21301"/>
                    <a:pt x="1926" y="21301"/>
                    <a:pt x="2305" y="21301"/>
                  </a:cubicBezTo>
                  <a:cubicBezTo>
                    <a:pt x="4075" y="21301"/>
                    <a:pt x="4201" y="20918"/>
                    <a:pt x="5086" y="17467"/>
                  </a:cubicBezTo>
                  <a:cubicBezTo>
                    <a:pt x="6983" y="9927"/>
                    <a:pt x="9385" y="3664"/>
                    <a:pt x="14316" y="3664"/>
                  </a:cubicBezTo>
                  <a:cubicBezTo>
                    <a:pt x="17603" y="3664"/>
                    <a:pt x="18488" y="6476"/>
                    <a:pt x="18488" y="9927"/>
                  </a:cubicBezTo>
                  <a:cubicBezTo>
                    <a:pt x="18488" y="12355"/>
                    <a:pt x="17350" y="17083"/>
                    <a:pt x="16465" y="20534"/>
                  </a:cubicBezTo>
                  <a:cubicBezTo>
                    <a:pt x="15580" y="23985"/>
                    <a:pt x="14316" y="29225"/>
                    <a:pt x="13683" y="32036"/>
                  </a:cubicBezTo>
                  <a:lnTo>
                    <a:pt x="9638" y="4839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61" name="Freeform: Shape 4960">
              <a:extLst>
                <a:ext uri="{FF2B5EF4-FFF2-40B4-BE49-F238E27FC236}">
                  <a16:creationId xmlns:a16="http://schemas.microsoft.com/office/drawing/2014/main" id="{34B753D6-AE6C-E18E-9505-672435A04834}"/>
                </a:ext>
              </a:extLst>
            </p:cNvPr>
            <p:cNvSpPr/>
            <p:nvPr>
              <p:custDataLst>
                <p:tags r:id="rId53"/>
              </p:custDataLst>
            </p:nvPr>
          </p:nvSpPr>
          <p:spPr>
            <a:xfrm>
              <a:off x="6514270" y="6067409"/>
              <a:ext cx="62202" cy="89972"/>
            </a:xfrm>
            <a:custGeom>
              <a:avLst/>
              <a:gdLst>
                <a:gd name="connsiteX0" fmla="*/ 30250 w 62202"/>
                <a:gd name="connsiteY0" fmla="*/ 3920 h 89972"/>
                <a:gd name="connsiteX1" fmla="*/ 30756 w 62202"/>
                <a:gd name="connsiteY1" fmla="*/ 1875 h 89972"/>
                <a:gd name="connsiteX2" fmla="*/ 28733 w 62202"/>
                <a:gd name="connsiteY2" fmla="*/ 86 h 89972"/>
                <a:gd name="connsiteX3" fmla="*/ 12551 w 62202"/>
                <a:gd name="connsiteY3" fmla="*/ 1364 h 89972"/>
                <a:gd name="connsiteX4" fmla="*/ 9769 w 62202"/>
                <a:gd name="connsiteY4" fmla="*/ 4303 h 89972"/>
                <a:gd name="connsiteX5" fmla="*/ 13056 w 62202"/>
                <a:gd name="connsiteY5" fmla="*/ 6092 h 89972"/>
                <a:gd name="connsiteX6" fmla="*/ 19125 w 62202"/>
                <a:gd name="connsiteY6" fmla="*/ 8010 h 89972"/>
                <a:gd name="connsiteX7" fmla="*/ 18619 w 62202"/>
                <a:gd name="connsiteY7" fmla="*/ 10821 h 89972"/>
                <a:gd name="connsiteX8" fmla="*/ 793 w 62202"/>
                <a:gd name="connsiteY8" fmla="*/ 83157 h 89972"/>
                <a:gd name="connsiteX9" fmla="*/ 161 w 62202"/>
                <a:gd name="connsiteY9" fmla="*/ 85969 h 89972"/>
                <a:gd name="connsiteX10" fmla="*/ 4459 w 62202"/>
                <a:gd name="connsiteY10" fmla="*/ 90059 h 89972"/>
                <a:gd name="connsiteX11" fmla="*/ 10275 w 62202"/>
                <a:gd name="connsiteY11" fmla="*/ 84691 h 89972"/>
                <a:gd name="connsiteX12" fmla="*/ 16470 w 62202"/>
                <a:gd name="connsiteY12" fmla="*/ 59897 h 89972"/>
                <a:gd name="connsiteX13" fmla="*/ 32653 w 62202"/>
                <a:gd name="connsiteY13" fmla="*/ 70377 h 89972"/>
                <a:gd name="connsiteX14" fmla="*/ 32400 w 62202"/>
                <a:gd name="connsiteY14" fmla="*/ 72933 h 89972"/>
                <a:gd name="connsiteX15" fmla="*/ 31894 w 62202"/>
                <a:gd name="connsiteY15" fmla="*/ 76895 h 89972"/>
                <a:gd name="connsiteX16" fmla="*/ 45295 w 62202"/>
                <a:gd name="connsiteY16" fmla="*/ 90059 h 89972"/>
                <a:gd name="connsiteX17" fmla="*/ 61352 w 62202"/>
                <a:gd name="connsiteY17" fmla="*/ 70505 h 89972"/>
                <a:gd name="connsiteX18" fmla="*/ 59329 w 62202"/>
                <a:gd name="connsiteY18" fmla="*/ 68843 h 89972"/>
                <a:gd name="connsiteX19" fmla="*/ 56800 w 62202"/>
                <a:gd name="connsiteY19" fmla="*/ 71911 h 89972"/>
                <a:gd name="connsiteX20" fmla="*/ 45675 w 62202"/>
                <a:gd name="connsiteY20" fmla="*/ 86480 h 89972"/>
                <a:gd name="connsiteX21" fmla="*/ 41250 w 62202"/>
                <a:gd name="connsiteY21" fmla="*/ 79834 h 89972"/>
                <a:gd name="connsiteX22" fmla="*/ 42008 w 62202"/>
                <a:gd name="connsiteY22" fmla="*/ 74083 h 89972"/>
                <a:gd name="connsiteX23" fmla="*/ 42640 w 62202"/>
                <a:gd name="connsiteY23" fmla="*/ 70121 h 89972"/>
                <a:gd name="connsiteX24" fmla="*/ 22159 w 62202"/>
                <a:gd name="connsiteY24" fmla="*/ 56574 h 89972"/>
                <a:gd name="connsiteX25" fmla="*/ 32653 w 62202"/>
                <a:gd name="connsiteY25" fmla="*/ 48139 h 89972"/>
                <a:gd name="connsiteX26" fmla="*/ 52502 w 62202"/>
                <a:gd name="connsiteY26" fmla="*/ 35998 h 89972"/>
                <a:gd name="connsiteX27" fmla="*/ 56674 w 62202"/>
                <a:gd name="connsiteY27" fmla="*/ 37660 h 89972"/>
                <a:gd name="connsiteX28" fmla="*/ 50100 w 62202"/>
                <a:gd name="connsiteY28" fmla="*/ 44817 h 89972"/>
                <a:gd name="connsiteX29" fmla="*/ 55157 w 62202"/>
                <a:gd name="connsiteY29" fmla="*/ 49545 h 89972"/>
                <a:gd name="connsiteX30" fmla="*/ 62363 w 62202"/>
                <a:gd name="connsiteY30" fmla="*/ 41366 h 89972"/>
                <a:gd name="connsiteX31" fmla="*/ 52628 w 62202"/>
                <a:gd name="connsiteY31" fmla="*/ 32420 h 89972"/>
                <a:gd name="connsiteX32" fmla="*/ 32400 w 62202"/>
                <a:gd name="connsiteY32" fmla="*/ 43666 h 89972"/>
                <a:gd name="connsiteX33" fmla="*/ 17734 w 62202"/>
                <a:gd name="connsiteY33" fmla="*/ 54913 h 89972"/>
                <a:gd name="connsiteX34" fmla="*/ 30250 w 62202"/>
                <a:gd name="connsiteY34" fmla="*/ 3920 h 89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2202" h="89972">
                  <a:moveTo>
                    <a:pt x="30250" y="3920"/>
                  </a:moveTo>
                  <a:cubicBezTo>
                    <a:pt x="30377" y="3664"/>
                    <a:pt x="30756" y="2003"/>
                    <a:pt x="30756" y="1875"/>
                  </a:cubicBezTo>
                  <a:cubicBezTo>
                    <a:pt x="30756" y="1236"/>
                    <a:pt x="30250" y="86"/>
                    <a:pt x="28733" y="86"/>
                  </a:cubicBezTo>
                  <a:cubicBezTo>
                    <a:pt x="26205" y="86"/>
                    <a:pt x="15711" y="1108"/>
                    <a:pt x="12551" y="1364"/>
                  </a:cubicBezTo>
                  <a:cubicBezTo>
                    <a:pt x="11539" y="1492"/>
                    <a:pt x="9769" y="1619"/>
                    <a:pt x="9769" y="4303"/>
                  </a:cubicBezTo>
                  <a:cubicBezTo>
                    <a:pt x="9769" y="6092"/>
                    <a:pt x="11539" y="6092"/>
                    <a:pt x="13056" y="6092"/>
                  </a:cubicBezTo>
                  <a:cubicBezTo>
                    <a:pt x="19125" y="6092"/>
                    <a:pt x="19125" y="6987"/>
                    <a:pt x="19125" y="8010"/>
                  </a:cubicBezTo>
                  <a:cubicBezTo>
                    <a:pt x="19125" y="8904"/>
                    <a:pt x="18872" y="9671"/>
                    <a:pt x="18619" y="10821"/>
                  </a:cubicBezTo>
                  <a:lnTo>
                    <a:pt x="793" y="83157"/>
                  </a:lnTo>
                  <a:cubicBezTo>
                    <a:pt x="161" y="85458"/>
                    <a:pt x="161" y="85713"/>
                    <a:pt x="161" y="85969"/>
                  </a:cubicBezTo>
                  <a:cubicBezTo>
                    <a:pt x="161" y="87886"/>
                    <a:pt x="1678" y="90059"/>
                    <a:pt x="4459" y="90059"/>
                  </a:cubicBezTo>
                  <a:cubicBezTo>
                    <a:pt x="7873" y="90059"/>
                    <a:pt x="9516" y="87503"/>
                    <a:pt x="10275" y="84691"/>
                  </a:cubicBezTo>
                  <a:cubicBezTo>
                    <a:pt x="10528" y="84180"/>
                    <a:pt x="15964" y="61687"/>
                    <a:pt x="16470" y="59897"/>
                  </a:cubicBezTo>
                  <a:cubicBezTo>
                    <a:pt x="25446" y="60792"/>
                    <a:pt x="32653" y="63731"/>
                    <a:pt x="32653" y="70377"/>
                  </a:cubicBezTo>
                  <a:cubicBezTo>
                    <a:pt x="32653" y="71016"/>
                    <a:pt x="32653" y="71655"/>
                    <a:pt x="32400" y="72933"/>
                  </a:cubicBezTo>
                  <a:cubicBezTo>
                    <a:pt x="31894" y="74850"/>
                    <a:pt x="31894" y="75489"/>
                    <a:pt x="31894" y="76895"/>
                  </a:cubicBezTo>
                  <a:cubicBezTo>
                    <a:pt x="31894" y="85969"/>
                    <a:pt x="39227" y="90059"/>
                    <a:pt x="45295" y="90059"/>
                  </a:cubicBezTo>
                  <a:cubicBezTo>
                    <a:pt x="57559" y="90059"/>
                    <a:pt x="61352" y="70633"/>
                    <a:pt x="61352" y="70505"/>
                  </a:cubicBezTo>
                  <a:cubicBezTo>
                    <a:pt x="61352" y="68843"/>
                    <a:pt x="59708" y="68843"/>
                    <a:pt x="59329" y="68843"/>
                  </a:cubicBezTo>
                  <a:cubicBezTo>
                    <a:pt x="57559" y="68843"/>
                    <a:pt x="57433" y="69482"/>
                    <a:pt x="56800" y="71911"/>
                  </a:cubicBezTo>
                  <a:cubicBezTo>
                    <a:pt x="55283" y="77406"/>
                    <a:pt x="51870" y="86480"/>
                    <a:pt x="45675" y="86480"/>
                  </a:cubicBezTo>
                  <a:cubicBezTo>
                    <a:pt x="42261" y="86480"/>
                    <a:pt x="41250" y="83285"/>
                    <a:pt x="41250" y="79834"/>
                  </a:cubicBezTo>
                  <a:cubicBezTo>
                    <a:pt x="41250" y="77662"/>
                    <a:pt x="41250" y="77406"/>
                    <a:pt x="42008" y="74083"/>
                  </a:cubicBezTo>
                  <a:cubicBezTo>
                    <a:pt x="42135" y="73700"/>
                    <a:pt x="42640" y="71527"/>
                    <a:pt x="42640" y="70121"/>
                  </a:cubicBezTo>
                  <a:cubicBezTo>
                    <a:pt x="42640" y="58747"/>
                    <a:pt x="27469" y="56958"/>
                    <a:pt x="22159" y="56574"/>
                  </a:cubicBezTo>
                  <a:cubicBezTo>
                    <a:pt x="25826" y="54274"/>
                    <a:pt x="30503" y="50057"/>
                    <a:pt x="32653" y="48139"/>
                  </a:cubicBezTo>
                  <a:cubicBezTo>
                    <a:pt x="39100" y="42005"/>
                    <a:pt x="45422" y="35998"/>
                    <a:pt x="52502" y="35998"/>
                  </a:cubicBezTo>
                  <a:cubicBezTo>
                    <a:pt x="54019" y="35998"/>
                    <a:pt x="55663" y="36382"/>
                    <a:pt x="56674" y="37660"/>
                  </a:cubicBezTo>
                  <a:cubicBezTo>
                    <a:pt x="51238" y="38554"/>
                    <a:pt x="50100" y="42900"/>
                    <a:pt x="50100" y="44817"/>
                  </a:cubicBezTo>
                  <a:cubicBezTo>
                    <a:pt x="50100" y="47628"/>
                    <a:pt x="52249" y="49545"/>
                    <a:pt x="55157" y="49545"/>
                  </a:cubicBezTo>
                  <a:cubicBezTo>
                    <a:pt x="58570" y="49545"/>
                    <a:pt x="62363" y="46734"/>
                    <a:pt x="62363" y="41366"/>
                  </a:cubicBezTo>
                  <a:cubicBezTo>
                    <a:pt x="62363" y="37148"/>
                    <a:pt x="59329" y="32420"/>
                    <a:pt x="52628" y="32420"/>
                  </a:cubicBezTo>
                  <a:cubicBezTo>
                    <a:pt x="45422" y="32420"/>
                    <a:pt x="38848" y="37660"/>
                    <a:pt x="32400" y="43666"/>
                  </a:cubicBezTo>
                  <a:cubicBezTo>
                    <a:pt x="27090" y="48778"/>
                    <a:pt x="22918" y="52740"/>
                    <a:pt x="17734" y="54913"/>
                  </a:cubicBezTo>
                  <a:lnTo>
                    <a:pt x="30250" y="392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62" name="Freeform: Shape 4961">
              <a:extLst>
                <a:ext uri="{FF2B5EF4-FFF2-40B4-BE49-F238E27FC236}">
                  <a16:creationId xmlns:a16="http://schemas.microsoft.com/office/drawing/2014/main" id="{CF106080-CBA4-47BA-6C3C-5015E9E37375}"/>
                </a:ext>
              </a:extLst>
            </p:cNvPr>
            <p:cNvSpPr/>
            <p:nvPr>
              <p:custDataLst>
                <p:tags r:id="rId54"/>
              </p:custDataLst>
            </p:nvPr>
          </p:nvSpPr>
          <p:spPr>
            <a:xfrm>
              <a:off x="6675608" y="5936475"/>
              <a:ext cx="120106" cy="42722"/>
            </a:xfrm>
            <a:custGeom>
              <a:avLst/>
              <a:gdLst>
                <a:gd name="connsiteX0" fmla="*/ 114136 w 120106"/>
                <a:gd name="connsiteY0" fmla="*/ 7380 h 42722"/>
                <a:gd name="connsiteX1" fmla="*/ 120276 w 120106"/>
                <a:gd name="connsiteY1" fmla="*/ 3729 h 42722"/>
                <a:gd name="connsiteX2" fmla="*/ 114316 w 120106"/>
                <a:gd name="connsiteY2" fmla="*/ 77 h 42722"/>
                <a:gd name="connsiteX3" fmla="*/ 6130 w 120106"/>
                <a:gd name="connsiteY3" fmla="*/ 77 h 42722"/>
                <a:gd name="connsiteX4" fmla="*/ 169 w 120106"/>
                <a:gd name="connsiteY4" fmla="*/ 3729 h 42722"/>
                <a:gd name="connsiteX5" fmla="*/ 6310 w 120106"/>
                <a:gd name="connsiteY5" fmla="*/ 7380 h 42722"/>
                <a:gd name="connsiteX6" fmla="*/ 114136 w 120106"/>
                <a:gd name="connsiteY6" fmla="*/ 7380 h 42722"/>
                <a:gd name="connsiteX7" fmla="*/ 114316 w 120106"/>
                <a:gd name="connsiteY7" fmla="*/ 42800 h 42722"/>
                <a:gd name="connsiteX8" fmla="*/ 120276 w 120106"/>
                <a:gd name="connsiteY8" fmla="*/ 39148 h 42722"/>
                <a:gd name="connsiteX9" fmla="*/ 114136 w 120106"/>
                <a:gd name="connsiteY9" fmla="*/ 35497 h 42722"/>
                <a:gd name="connsiteX10" fmla="*/ 6310 w 120106"/>
                <a:gd name="connsiteY10" fmla="*/ 35497 h 42722"/>
                <a:gd name="connsiteX11" fmla="*/ 169 w 120106"/>
                <a:gd name="connsiteY11" fmla="*/ 39148 h 42722"/>
                <a:gd name="connsiteX12" fmla="*/ 6130 w 120106"/>
                <a:gd name="connsiteY12" fmla="*/ 42800 h 42722"/>
                <a:gd name="connsiteX13" fmla="*/ 114316 w 120106"/>
                <a:gd name="connsiteY13" fmla="*/ 42800 h 4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106" h="42722">
                  <a:moveTo>
                    <a:pt x="114136" y="7380"/>
                  </a:moveTo>
                  <a:cubicBezTo>
                    <a:pt x="116845" y="7380"/>
                    <a:pt x="120276" y="7380"/>
                    <a:pt x="120276" y="3729"/>
                  </a:cubicBezTo>
                  <a:cubicBezTo>
                    <a:pt x="120276" y="77"/>
                    <a:pt x="116845" y="77"/>
                    <a:pt x="114316" y="77"/>
                  </a:cubicBezTo>
                  <a:lnTo>
                    <a:pt x="6130" y="77"/>
                  </a:lnTo>
                  <a:cubicBezTo>
                    <a:pt x="3601" y="77"/>
                    <a:pt x="169" y="77"/>
                    <a:pt x="169" y="3729"/>
                  </a:cubicBezTo>
                  <a:cubicBezTo>
                    <a:pt x="169" y="7380"/>
                    <a:pt x="3601" y="7380"/>
                    <a:pt x="6310" y="7380"/>
                  </a:cubicBezTo>
                  <a:lnTo>
                    <a:pt x="114136" y="7380"/>
                  </a:lnTo>
                  <a:close/>
                  <a:moveTo>
                    <a:pt x="114316" y="42800"/>
                  </a:moveTo>
                  <a:cubicBezTo>
                    <a:pt x="116845" y="42800"/>
                    <a:pt x="120276" y="42800"/>
                    <a:pt x="120276" y="39148"/>
                  </a:cubicBezTo>
                  <a:cubicBezTo>
                    <a:pt x="120276" y="35497"/>
                    <a:pt x="116845" y="35497"/>
                    <a:pt x="114136" y="35497"/>
                  </a:cubicBezTo>
                  <a:lnTo>
                    <a:pt x="6310" y="35497"/>
                  </a:lnTo>
                  <a:cubicBezTo>
                    <a:pt x="3601" y="35497"/>
                    <a:pt x="169" y="35497"/>
                    <a:pt x="169" y="39148"/>
                  </a:cubicBezTo>
                  <a:cubicBezTo>
                    <a:pt x="169" y="42800"/>
                    <a:pt x="3601" y="42800"/>
                    <a:pt x="6130" y="42800"/>
                  </a:cubicBezTo>
                  <a:lnTo>
                    <a:pt x="114316" y="428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63" name="Freeform: Shape 4962">
              <a:extLst>
                <a:ext uri="{FF2B5EF4-FFF2-40B4-BE49-F238E27FC236}">
                  <a16:creationId xmlns:a16="http://schemas.microsoft.com/office/drawing/2014/main" id="{B7CED4AF-5B5A-0CB2-2EF0-71C0031AABA7}"/>
                </a:ext>
              </a:extLst>
            </p:cNvPr>
            <p:cNvSpPr/>
            <p:nvPr>
              <p:custDataLst>
                <p:tags r:id="rId55"/>
              </p:custDataLst>
            </p:nvPr>
          </p:nvSpPr>
          <p:spPr>
            <a:xfrm>
              <a:off x="6865711" y="5874765"/>
              <a:ext cx="90125" cy="166143"/>
            </a:xfrm>
            <a:custGeom>
              <a:avLst/>
              <a:gdLst>
                <a:gd name="connsiteX0" fmla="*/ 56892 w 90125"/>
                <a:gd name="connsiteY0" fmla="*/ 55763 h 166143"/>
                <a:gd name="connsiteX1" fmla="*/ 72425 w 90125"/>
                <a:gd name="connsiteY1" fmla="*/ 55763 h 166143"/>
                <a:gd name="connsiteX2" fmla="*/ 77843 w 90125"/>
                <a:gd name="connsiteY2" fmla="*/ 52111 h 166143"/>
                <a:gd name="connsiteX3" fmla="*/ 72967 w 90125"/>
                <a:gd name="connsiteY3" fmla="*/ 50103 h 166143"/>
                <a:gd name="connsiteX4" fmla="*/ 57976 w 90125"/>
                <a:gd name="connsiteY4" fmla="*/ 50103 h 166143"/>
                <a:gd name="connsiteX5" fmla="*/ 61769 w 90125"/>
                <a:gd name="connsiteY5" fmla="*/ 29289 h 166143"/>
                <a:gd name="connsiteX6" fmla="*/ 66103 w 90125"/>
                <a:gd name="connsiteY6" fmla="*/ 10302 h 166143"/>
                <a:gd name="connsiteX7" fmla="*/ 74592 w 90125"/>
                <a:gd name="connsiteY7" fmla="*/ 4094 h 166143"/>
                <a:gd name="connsiteX8" fmla="*/ 83442 w 90125"/>
                <a:gd name="connsiteY8" fmla="*/ 7380 h 166143"/>
                <a:gd name="connsiteX9" fmla="*/ 73689 w 90125"/>
                <a:gd name="connsiteY9" fmla="*/ 17239 h 166143"/>
                <a:gd name="connsiteX10" fmla="*/ 80372 w 90125"/>
                <a:gd name="connsiteY10" fmla="*/ 23630 h 166143"/>
                <a:gd name="connsiteX11" fmla="*/ 90305 w 90125"/>
                <a:gd name="connsiteY11" fmla="*/ 12675 h 166143"/>
                <a:gd name="connsiteX12" fmla="*/ 74592 w 90125"/>
                <a:gd name="connsiteY12" fmla="*/ 77 h 166143"/>
                <a:gd name="connsiteX13" fmla="*/ 51654 w 90125"/>
                <a:gd name="connsiteY13" fmla="*/ 21439 h 166143"/>
                <a:gd name="connsiteX14" fmla="*/ 45694 w 90125"/>
                <a:gd name="connsiteY14" fmla="*/ 50103 h 166143"/>
                <a:gd name="connsiteX15" fmla="*/ 33232 w 90125"/>
                <a:gd name="connsiteY15" fmla="*/ 50103 h 166143"/>
                <a:gd name="connsiteX16" fmla="*/ 27814 w 90125"/>
                <a:gd name="connsiteY16" fmla="*/ 53572 h 166143"/>
                <a:gd name="connsiteX17" fmla="*/ 32871 w 90125"/>
                <a:gd name="connsiteY17" fmla="*/ 55763 h 166143"/>
                <a:gd name="connsiteX18" fmla="*/ 44791 w 90125"/>
                <a:gd name="connsiteY18" fmla="*/ 55763 h 166143"/>
                <a:gd name="connsiteX19" fmla="*/ 31245 w 90125"/>
                <a:gd name="connsiteY19" fmla="*/ 127880 h 166143"/>
                <a:gd name="connsiteX20" fmla="*/ 15532 w 90125"/>
                <a:gd name="connsiteY20" fmla="*/ 162204 h 166143"/>
                <a:gd name="connsiteX21" fmla="*/ 6863 w 90125"/>
                <a:gd name="connsiteY21" fmla="*/ 158918 h 166143"/>
                <a:gd name="connsiteX22" fmla="*/ 16796 w 90125"/>
                <a:gd name="connsiteY22" fmla="*/ 149059 h 166143"/>
                <a:gd name="connsiteX23" fmla="*/ 10114 w 90125"/>
                <a:gd name="connsiteY23" fmla="*/ 142668 h 166143"/>
                <a:gd name="connsiteX24" fmla="*/ 180 w 90125"/>
                <a:gd name="connsiteY24" fmla="*/ 153623 h 166143"/>
                <a:gd name="connsiteX25" fmla="*/ 15532 w 90125"/>
                <a:gd name="connsiteY25" fmla="*/ 166221 h 166143"/>
                <a:gd name="connsiteX26" fmla="*/ 35941 w 90125"/>
                <a:gd name="connsiteY26" fmla="*/ 148511 h 166143"/>
                <a:gd name="connsiteX27" fmla="*/ 46055 w 90125"/>
                <a:gd name="connsiteY27" fmla="*/ 113639 h 166143"/>
                <a:gd name="connsiteX28" fmla="*/ 56892 w 90125"/>
                <a:gd name="connsiteY28" fmla="*/ 55763 h 16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0125" h="166143">
                  <a:moveTo>
                    <a:pt x="56892" y="55763"/>
                  </a:moveTo>
                  <a:lnTo>
                    <a:pt x="72425" y="55763"/>
                  </a:lnTo>
                  <a:cubicBezTo>
                    <a:pt x="76037" y="55763"/>
                    <a:pt x="77843" y="55763"/>
                    <a:pt x="77843" y="52111"/>
                  </a:cubicBezTo>
                  <a:cubicBezTo>
                    <a:pt x="77843" y="50103"/>
                    <a:pt x="76037" y="50103"/>
                    <a:pt x="72967" y="50103"/>
                  </a:cubicBezTo>
                  <a:lnTo>
                    <a:pt x="57976" y="50103"/>
                  </a:lnTo>
                  <a:lnTo>
                    <a:pt x="61769" y="29289"/>
                  </a:lnTo>
                  <a:cubicBezTo>
                    <a:pt x="62491" y="25455"/>
                    <a:pt x="65020" y="12493"/>
                    <a:pt x="66103" y="10302"/>
                  </a:cubicBezTo>
                  <a:cubicBezTo>
                    <a:pt x="67729" y="6833"/>
                    <a:pt x="70799" y="4094"/>
                    <a:pt x="74592" y="4094"/>
                  </a:cubicBezTo>
                  <a:cubicBezTo>
                    <a:pt x="75314" y="4094"/>
                    <a:pt x="80010" y="4094"/>
                    <a:pt x="83442" y="7380"/>
                  </a:cubicBezTo>
                  <a:cubicBezTo>
                    <a:pt x="75495" y="8111"/>
                    <a:pt x="73689" y="14501"/>
                    <a:pt x="73689" y="17239"/>
                  </a:cubicBezTo>
                  <a:cubicBezTo>
                    <a:pt x="73689" y="21439"/>
                    <a:pt x="76940" y="23630"/>
                    <a:pt x="80372" y="23630"/>
                  </a:cubicBezTo>
                  <a:cubicBezTo>
                    <a:pt x="85068" y="23630"/>
                    <a:pt x="90305" y="19613"/>
                    <a:pt x="90305" y="12675"/>
                  </a:cubicBezTo>
                  <a:cubicBezTo>
                    <a:pt x="90305" y="4277"/>
                    <a:pt x="81997" y="77"/>
                    <a:pt x="74592" y="77"/>
                  </a:cubicBezTo>
                  <a:cubicBezTo>
                    <a:pt x="68451" y="77"/>
                    <a:pt x="57073" y="3364"/>
                    <a:pt x="51654" y="21439"/>
                  </a:cubicBezTo>
                  <a:cubicBezTo>
                    <a:pt x="50571" y="25273"/>
                    <a:pt x="50029" y="27098"/>
                    <a:pt x="45694" y="50103"/>
                  </a:cubicBezTo>
                  <a:lnTo>
                    <a:pt x="33232" y="50103"/>
                  </a:lnTo>
                  <a:cubicBezTo>
                    <a:pt x="29800" y="50103"/>
                    <a:pt x="27814" y="50103"/>
                    <a:pt x="27814" y="53572"/>
                  </a:cubicBezTo>
                  <a:cubicBezTo>
                    <a:pt x="27814" y="55763"/>
                    <a:pt x="29439" y="55763"/>
                    <a:pt x="32871" y="55763"/>
                  </a:cubicBezTo>
                  <a:lnTo>
                    <a:pt x="44791" y="55763"/>
                  </a:lnTo>
                  <a:lnTo>
                    <a:pt x="31245" y="127880"/>
                  </a:lnTo>
                  <a:cubicBezTo>
                    <a:pt x="27994" y="145590"/>
                    <a:pt x="24924" y="162204"/>
                    <a:pt x="15532" y="162204"/>
                  </a:cubicBezTo>
                  <a:cubicBezTo>
                    <a:pt x="14809" y="162204"/>
                    <a:pt x="10294" y="162204"/>
                    <a:pt x="6863" y="158918"/>
                  </a:cubicBezTo>
                  <a:cubicBezTo>
                    <a:pt x="15171" y="158370"/>
                    <a:pt x="16796" y="151797"/>
                    <a:pt x="16796" y="149059"/>
                  </a:cubicBezTo>
                  <a:cubicBezTo>
                    <a:pt x="16796" y="144859"/>
                    <a:pt x="13545" y="142668"/>
                    <a:pt x="10114" y="142668"/>
                  </a:cubicBezTo>
                  <a:cubicBezTo>
                    <a:pt x="5418" y="142668"/>
                    <a:pt x="180" y="146685"/>
                    <a:pt x="180" y="153623"/>
                  </a:cubicBezTo>
                  <a:cubicBezTo>
                    <a:pt x="180" y="161839"/>
                    <a:pt x="8127" y="166221"/>
                    <a:pt x="15532" y="166221"/>
                  </a:cubicBezTo>
                  <a:cubicBezTo>
                    <a:pt x="25466" y="166221"/>
                    <a:pt x="32690" y="155449"/>
                    <a:pt x="35941" y="148511"/>
                  </a:cubicBezTo>
                  <a:cubicBezTo>
                    <a:pt x="41721" y="137009"/>
                    <a:pt x="45875" y="114917"/>
                    <a:pt x="46055" y="113639"/>
                  </a:cubicBezTo>
                  <a:lnTo>
                    <a:pt x="56892" y="5576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64" name="Freeform: Shape 4963">
              <a:extLst>
                <a:ext uri="{FF2B5EF4-FFF2-40B4-BE49-F238E27FC236}">
                  <a16:creationId xmlns:a16="http://schemas.microsoft.com/office/drawing/2014/main" id="{748D9BE5-BE7B-9143-D884-B772E752645F}"/>
                </a:ext>
              </a:extLst>
            </p:cNvPr>
            <p:cNvSpPr/>
            <p:nvPr>
              <p:custDataLst>
                <p:tags r:id="rId56"/>
              </p:custDataLst>
            </p:nvPr>
          </p:nvSpPr>
          <p:spPr>
            <a:xfrm>
              <a:off x="6981886" y="5866549"/>
              <a:ext cx="41901" cy="182574"/>
            </a:xfrm>
            <a:custGeom>
              <a:avLst/>
              <a:gdLst>
                <a:gd name="connsiteX0" fmla="*/ 42088 w 41901"/>
                <a:gd name="connsiteY0" fmla="*/ 180827 h 182574"/>
                <a:gd name="connsiteX1" fmla="*/ 39017 w 41901"/>
                <a:gd name="connsiteY1" fmla="*/ 176810 h 182574"/>
                <a:gd name="connsiteX2" fmla="*/ 10661 w 41901"/>
                <a:gd name="connsiteY2" fmla="*/ 91365 h 182574"/>
                <a:gd name="connsiteX3" fmla="*/ 39740 w 41901"/>
                <a:gd name="connsiteY3" fmla="*/ 5007 h 182574"/>
                <a:gd name="connsiteX4" fmla="*/ 42088 w 41901"/>
                <a:gd name="connsiteY4" fmla="*/ 1903 h 182574"/>
                <a:gd name="connsiteX5" fmla="*/ 40282 w 41901"/>
                <a:gd name="connsiteY5" fmla="*/ 77 h 182574"/>
                <a:gd name="connsiteX6" fmla="*/ 11564 w 41901"/>
                <a:gd name="connsiteY6" fmla="*/ 35680 h 182574"/>
                <a:gd name="connsiteX7" fmla="*/ 186 w 41901"/>
                <a:gd name="connsiteY7" fmla="*/ 91365 h 182574"/>
                <a:gd name="connsiteX8" fmla="*/ 12106 w 41901"/>
                <a:gd name="connsiteY8" fmla="*/ 148328 h 182574"/>
                <a:gd name="connsiteX9" fmla="*/ 40282 w 41901"/>
                <a:gd name="connsiteY9" fmla="*/ 182652 h 182574"/>
                <a:gd name="connsiteX10" fmla="*/ 42088 w 41901"/>
                <a:gd name="connsiteY10" fmla="*/ 180827 h 18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01" h="182574">
                  <a:moveTo>
                    <a:pt x="42088" y="180827"/>
                  </a:moveTo>
                  <a:cubicBezTo>
                    <a:pt x="42088" y="180279"/>
                    <a:pt x="42088" y="179914"/>
                    <a:pt x="39017" y="176810"/>
                  </a:cubicBezTo>
                  <a:cubicBezTo>
                    <a:pt x="16441" y="153806"/>
                    <a:pt x="10661" y="119299"/>
                    <a:pt x="10661" y="91365"/>
                  </a:cubicBezTo>
                  <a:cubicBezTo>
                    <a:pt x="10661" y="59597"/>
                    <a:pt x="17525" y="27829"/>
                    <a:pt x="39740" y="5007"/>
                  </a:cubicBezTo>
                  <a:cubicBezTo>
                    <a:pt x="42088" y="2816"/>
                    <a:pt x="42088" y="2451"/>
                    <a:pt x="42088" y="1903"/>
                  </a:cubicBezTo>
                  <a:cubicBezTo>
                    <a:pt x="42088" y="625"/>
                    <a:pt x="41365" y="77"/>
                    <a:pt x="40282" y="77"/>
                  </a:cubicBezTo>
                  <a:cubicBezTo>
                    <a:pt x="38476" y="77"/>
                    <a:pt x="22221" y="12493"/>
                    <a:pt x="11564" y="35680"/>
                  </a:cubicBezTo>
                  <a:cubicBezTo>
                    <a:pt x="2353" y="55763"/>
                    <a:pt x="186" y="76029"/>
                    <a:pt x="186" y="91365"/>
                  </a:cubicBezTo>
                  <a:cubicBezTo>
                    <a:pt x="186" y="105606"/>
                    <a:pt x="2173" y="127697"/>
                    <a:pt x="12106" y="148328"/>
                  </a:cubicBezTo>
                  <a:cubicBezTo>
                    <a:pt x="22943" y="170785"/>
                    <a:pt x="38476" y="182652"/>
                    <a:pt x="40282" y="182652"/>
                  </a:cubicBezTo>
                  <a:cubicBezTo>
                    <a:pt x="41365" y="182652"/>
                    <a:pt x="42088" y="182105"/>
                    <a:pt x="42088" y="18082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65" name="Freeform: Shape 4964">
              <a:extLst>
                <a:ext uri="{FF2B5EF4-FFF2-40B4-BE49-F238E27FC236}">
                  <a16:creationId xmlns:a16="http://schemas.microsoft.com/office/drawing/2014/main" id="{3E225CA1-E608-A344-F023-47F82E03350C}"/>
                </a:ext>
              </a:extLst>
            </p:cNvPr>
            <p:cNvSpPr/>
            <p:nvPr>
              <p:custDataLst>
                <p:tags r:id="rId57"/>
              </p:custDataLst>
            </p:nvPr>
          </p:nvSpPr>
          <p:spPr>
            <a:xfrm>
              <a:off x="7039481" y="5922782"/>
              <a:ext cx="84345" cy="120134"/>
            </a:xfrm>
            <a:custGeom>
              <a:avLst/>
              <a:gdLst>
                <a:gd name="connsiteX0" fmla="*/ 83091 w 84345"/>
                <a:gd name="connsiteY0" fmla="*/ 30202 h 120134"/>
                <a:gd name="connsiteX1" fmla="*/ 84535 w 84345"/>
                <a:gd name="connsiteY1" fmla="*/ 19613 h 120134"/>
                <a:gd name="connsiteX2" fmla="*/ 63765 w 84345"/>
                <a:gd name="connsiteY2" fmla="*/ 77 h 120134"/>
                <a:gd name="connsiteX3" fmla="*/ 35770 w 84345"/>
                <a:gd name="connsiteY3" fmla="*/ 15961 h 120134"/>
                <a:gd name="connsiteX4" fmla="*/ 19154 w 84345"/>
                <a:gd name="connsiteY4" fmla="*/ 77 h 120134"/>
                <a:gd name="connsiteX5" fmla="*/ 5789 w 84345"/>
                <a:gd name="connsiteY5" fmla="*/ 10484 h 120134"/>
                <a:gd name="connsiteX6" fmla="*/ 190 w 84345"/>
                <a:gd name="connsiteY6" fmla="*/ 28194 h 120134"/>
                <a:gd name="connsiteX7" fmla="*/ 2357 w 84345"/>
                <a:gd name="connsiteY7" fmla="*/ 30020 h 120134"/>
                <a:gd name="connsiteX8" fmla="*/ 5427 w 84345"/>
                <a:gd name="connsiteY8" fmla="*/ 25820 h 120134"/>
                <a:gd name="connsiteX9" fmla="*/ 18612 w 84345"/>
                <a:gd name="connsiteY9" fmla="*/ 4094 h 120134"/>
                <a:gd name="connsiteX10" fmla="*/ 24211 w 84345"/>
                <a:gd name="connsiteY10" fmla="*/ 12493 h 120134"/>
                <a:gd name="connsiteX11" fmla="*/ 21321 w 84345"/>
                <a:gd name="connsiteY11" fmla="*/ 27829 h 120134"/>
                <a:gd name="connsiteX12" fmla="*/ 10846 w 84345"/>
                <a:gd name="connsiteY12" fmla="*/ 70004 h 120134"/>
                <a:gd name="connsiteX13" fmla="*/ 9220 w 84345"/>
                <a:gd name="connsiteY13" fmla="*/ 77854 h 120134"/>
                <a:gd name="connsiteX14" fmla="*/ 14458 w 84345"/>
                <a:gd name="connsiteY14" fmla="*/ 82784 h 120134"/>
                <a:gd name="connsiteX15" fmla="*/ 21141 w 84345"/>
                <a:gd name="connsiteY15" fmla="*/ 77672 h 120134"/>
                <a:gd name="connsiteX16" fmla="*/ 24572 w 84345"/>
                <a:gd name="connsiteY16" fmla="*/ 64161 h 120134"/>
                <a:gd name="connsiteX17" fmla="*/ 28546 w 84345"/>
                <a:gd name="connsiteY17" fmla="*/ 47729 h 120134"/>
                <a:gd name="connsiteX18" fmla="*/ 31616 w 84345"/>
                <a:gd name="connsiteY18" fmla="*/ 35497 h 120134"/>
                <a:gd name="connsiteX19" fmla="*/ 33603 w 84345"/>
                <a:gd name="connsiteY19" fmla="*/ 27281 h 120134"/>
                <a:gd name="connsiteX20" fmla="*/ 45885 w 84345"/>
                <a:gd name="connsiteY20" fmla="*/ 10484 h 120134"/>
                <a:gd name="connsiteX21" fmla="*/ 63223 w 84345"/>
                <a:gd name="connsiteY21" fmla="*/ 4094 h 120134"/>
                <a:gd name="connsiteX22" fmla="*/ 72976 w 84345"/>
                <a:gd name="connsiteY22" fmla="*/ 16874 h 120134"/>
                <a:gd name="connsiteX23" fmla="*/ 71170 w 84345"/>
                <a:gd name="connsiteY23" fmla="*/ 28377 h 120134"/>
                <a:gd name="connsiteX24" fmla="*/ 50580 w 84345"/>
                <a:gd name="connsiteY24" fmla="*/ 112361 h 120134"/>
                <a:gd name="connsiteX25" fmla="*/ 50039 w 84345"/>
                <a:gd name="connsiteY25" fmla="*/ 115282 h 120134"/>
                <a:gd name="connsiteX26" fmla="*/ 55096 w 84345"/>
                <a:gd name="connsiteY26" fmla="*/ 120212 h 120134"/>
                <a:gd name="connsiteX27" fmla="*/ 62501 w 84345"/>
                <a:gd name="connsiteY27" fmla="*/ 112909 h 120134"/>
                <a:gd name="connsiteX28" fmla="*/ 83091 w 84345"/>
                <a:gd name="connsiteY28" fmla="*/ 30202 h 12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4345" h="120134">
                  <a:moveTo>
                    <a:pt x="83091" y="30202"/>
                  </a:moveTo>
                  <a:cubicBezTo>
                    <a:pt x="83994" y="26916"/>
                    <a:pt x="84535" y="24542"/>
                    <a:pt x="84535" y="19613"/>
                  </a:cubicBezTo>
                  <a:cubicBezTo>
                    <a:pt x="84535" y="7746"/>
                    <a:pt x="77311" y="77"/>
                    <a:pt x="63765" y="77"/>
                  </a:cubicBezTo>
                  <a:cubicBezTo>
                    <a:pt x="49497" y="77"/>
                    <a:pt x="40105" y="9571"/>
                    <a:pt x="35770" y="15961"/>
                  </a:cubicBezTo>
                  <a:cubicBezTo>
                    <a:pt x="34867" y="5555"/>
                    <a:pt x="27282" y="77"/>
                    <a:pt x="19154" y="77"/>
                  </a:cubicBezTo>
                  <a:cubicBezTo>
                    <a:pt x="10846" y="77"/>
                    <a:pt x="7414" y="7198"/>
                    <a:pt x="5789" y="10484"/>
                  </a:cubicBezTo>
                  <a:cubicBezTo>
                    <a:pt x="2538" y="16692"/>
                    <a:pt x="190" y="27646"/>
                    <a:pt x="190" y="28194"/>
                  </a:cubicBezTo>
                  <a:cubicBezTo>
                    <a:pt x="190" y="30020"/>
                    <a:pt x="1996" y="30020"/>
                    <a:pt x="2357" y="30020"/>
                  </a:cubicBezTo>
                  <a:cubicBezTo>
                    <a:pt x="4163" y="30020"/>
                    <a:pt x="4344" y="29837"/>
                    <a:pt x="5427" y="25820"/>
                  </a:cubicBezTo>
                  <a:cubicBezTo>
                    <a:pt x="8498" y="12858"/>
                    <a:pt x="12110" y="4094"/>
                    <a:pt x="18612" y="4094"/>
                  </a:cubicBezTo>
                  <a:cubicBezTo>
                    <a:pt x="21683" y="4094"/>
                    <a:pt x="24211" y="5555"/>
                    <a:pt x="24211" y="12493"/>
                  </a:cubicBezTo>
                  <a:cubicBezTo>
                    <a:pt x="24211" y="16327"/>
                    <a:pt x="23669" y="18335"/>
                    <a:pt x="21321" y="27829"/>
                  </a:cubicBezTo>
                  <a:lnTo>
                    <a:pt x="10846" y="70004"/>
                  </a:lnTo>
                  <a:cubicBezTo>
                    <a:pt x="10304" y="72742"/>
                    <a:pt x="9220" y="76941"/>
                    <a:pt x="9220" y="77854"/>
                  </a:cubicBezTo>
                  <a:cubicBezTo>
                    <a:pt x="9220" y="81141"/>
                    <a:pt x="11749" y="82784"/>
                    <a:pt x="14458" y="82784"/>
                  </a:cubicBezTo>
                  <a:cubicBezTo>
                    <a:pt x="16625" y="82784"/>
                    <a:pt x="19876" y="81323"/>
                    <a:pt x="21141" y="77672"/>
                  </a:cubicBezTo>
                  <a:cubicBezTo>
                    <a:pt x="21321" y="77307"/>
                    <a:pt x="23489" y="68726"/>
                    <a:pt x="24572" y="64161"/>
                  </a:cubicBezTo>
                  <a:lnTo>
                    <a:pt x="28546" y="47729"/>
                  </a:lnTo>
                  <a:cubicBezTo>
                    <a:pt x="29629" y="43713"/>
                    <a:pt x="30713" y="39696"/>
                    <a:pt x="31616" y="35497"/>
                  </a:cubicBezTo>
                  <a:cubicBezTo>
                    <a:pt x="31977" y="34402"/>
                    <a:pt x="33422" y="28377"/>
                    <a:pt x="33603" y="27281"/>
                  </a:cubicBezTo>
                  <a:cubicBezTo>
                    <a:pt x="34145" y="25638"/>
                    <a:pt x="39744" y="15414"/>
                    <a:pt x="45885" y="10484"/>
                  </a:cubicBezTo>
                  <a:cubicBezTo>
                    <a:pt x="49858" y="7563"/>
                    <a:pt x="55457" y="4094"/>
                    <a:pt x="63223" y="4094"/>
                  </a:cubicBezTo>
                  <a:cubicBezTo>
                    <a:pt x="70990" y="4094"/>
                    <a:pt x="72976" y="10302"/>
                    <a:pt x="72976" y="16874"/>
                  </a:cubicBezTo>
                  <a:cubicBezTo>
                    <a:pt x="72976" y="17787"/>
                    <a:pt x="72976" y="21074"/>
                    <a:pt x="71170" y="28377"/>
                  </a:cubicBezTo>
                  <a:lnTo>
                    <a:pt x="50580" y="112361"/>
                  </a:lnTo>
                  <a:cubicBezTo>
                    <a:pt x="50039" y="114552"/>
                    <a:pt x="50039" y="114917"/>
                    <a:pt x="50039" y="115282"/>
                  </a:cubicBezTo>
                  <a:cubicBezTo>
                    <a:pt x="50039" y="118021"/>
                    <a:pt x="52025" y="120212"/>
                    <a:pt x="55096" y="120212"/>
                  </a:cubicBezTo>
                  <a:cubicBezTo>
                    <a:pt x="60695" y="120212"/>
                    <a:pt x="61959" y="114917"/>
                    <a:pt x="62501" y="112909"/>
                  </a:cubicBezTo>
                  <a:lnTo>
                    <a:pt x="83091" y="302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66" name="Freeform: Shape 4965">
              <a:extLst>
                <a:ext uri="{FF2B5EF4-FFF2-40B4-BE49-F238E27FC236}">
                  <a16:creationId xmlns:a16="http://schemas.microsoft.com/office/drawing/2014/main" id="{82E8FAA4-D529-00CC-BB2F-9CB2709ED8C6}"/>
                </a:ext>
              </a:extLst>
            </p:cNvPr>
            <p:cNvSpPr/>
            <p:nvPr>
              <p:custDataLst>
                <p:tags r:id="rId58"/>
              </p:custDataLst>
            </p:nvPr>
          </p:nvSpPr>
          <p:spPr>
            <a:xfrm>
              <a:off x="7129865" y="5974505"/>
              <a:ext cx="77247" cy="57638"/>
            </a:xfrm>
            <a:custGeom>
              <a:avLst/>
              <a:gdLst>
                <a:gd name="connsiteX0" fmla="*/ 9677 w 77247"/>
                <a:gd name="connsiteY0" fmla="*/ 48388 h 57638"/>
                <a:gd name="connsiteX1" fmla="*/ 8413 w 77247"/>
                <a:gd name="connsiteY1" fmla="*/ 53628 h 57638"/>
                <a:gd name="connsiteX2" fmla="*/ 12711 w 77247"/>
                <a:gd name="connsiteY2" fmla="*/ 57718 h 57638"/>
                <a:gd name="connsiteX3" fmla="*/ 17642 w 77247"/>
                <a:gd name="connsiteY3" fmla="*/ 54906 h 57638"/>
                <a:gd name="connsiteX4" fmla="*/ 19918 w 77247"/>
                <a:gd name="connsiteY4" fmla="*/ 46982 h 57638"/>
                <a:gd name="connsiteX5" fmla="*/ 22699 w 77247"/>
                <a:gd name="connsiteY5" fmla="*/ 35480 h 57638"/>
                <a:gd name="connsiteX6" fmla="*/ 24848 w 77247"/>
                <a:gd name="connsiteY6" fmla="*/ 26917 h 57638"/>
                <a:gd name="connsiteX7" fmla="*/ 30158 w 77247"/>
                <a:gd name="connsiteY7" fmla="*/ 15415 h 57638"/>
                <a:gd name="connsiteX8" fmla="*/ 49122 w 77247"/>
                <a:gd name="connsiteY8" fmla="*/ 3657 h 57638"/>
                <a:gd name="connsiteX9" fmla="*/ 56582 w 77247"/>
                <a:gd name="connsiteY9" fmla="*/ 12604 h 57638"/>
                <a:gd name="connsiteX10" fmla="*/ 49122 w 77247"/>
                <a:gd name="connsiteY10" fmla="*/ 39825 h 57638"/>
                <a:gd name="connsiteX11" fmla="*/ 47226 w 77247"/>
                <a:gd name="connsiteY11" fmla="*/ 46727 h 57638"/>
                <a:gd name="connsiteX12" fmla="*/ 59237 w 77247"/>
                <a:gd name="connsiteY12" fmla="*/ 57718 h 57638"/>
                <a:gd name="connsiteX13" fmla="*/ 77442 w 77247"/>
                <a:gd name="connsiteY13" fmla="*/ 38164 h 57638"/>
                <a:gd name="connsiteX14" fmla="*/ 75420 w 77247"/>
                <a:gd name="connsiteY14" fmla="*/ 36503 h 57638"/>
                <a:gd name="connsiteX15" fmla="*/ 73017 w 77247"/>
                <a:gd name="connsiteY15" fmla="*/ 38675 h 57638"/>
                <a:gd name="connsiteX16" fmla="*/ 59616 w 77247"/>
                <a:gd name="connsiteY16" fmla="*/ 54139 h 57638"/>
                <a:gd name="connsiteX17" fmla="*/ 56455 w 77247"/>
                <a:gd name="connsiteY17" fmla="*/ 49666 h 57638"/>
                <a:gd name="connsiteX18" fmla="*/ 59363 w 77247"/>
                <a:gd name="connsiteY18" fmla="*/ 39314 h 57638"/>
                <a:gd name="connsiteX19" fmla="*/ 66064 w 77247"/>
                <a:gd name="connsiteY19" fmla="*/ 14648 h 57638"/>
                <a:gd name="connsiteX20" fmla="*/ 49628 w 77247"/>
                <a:gd name="connsiteY20" fmla="*/ 79 h 57638"/>
                <a:gd name="connsiteX21" fmla="*/ 28262 w 77247"/>
                <a:gd name="connsiteY21" fmla="*/ 11709 h 57638"/>
                <a:gd name="connsiteX22" fmla="*/ 14734 w 77247"/>
                <a:gd name="connsiteY22" fmla="*/ 79 h 57638"/>
                <a:gd name="connsiteX23" fmla="*/ 4746 w 77247"/>
                <a:gd name="connsiteY23" fmla="*/ 6980 h 57638"/>
                <a:gd name="connsiteX24" fmla="*/ 195 w 77247"/>
                <a:gd name="connsiteY24" fmla="*/ 19633 h 57638"/>
                <a:gd name="connsiteX25" fmla="*/ 2344 w 77247"/>
                <a:gd name="connsiteY25" fmla="*/ 21294 h 57638"/>
                <a:gd name="connsiteX26" fmla="*/ 5125 w 77247"/>
                <a:gd name="connsiteY26" fmla="*/ 17460 h 57638"/>
                <a:gd name="connsiteX27" fmla="*/ 14355 w 77247"/>
                <a:gd name="connsiteY27" fmla="*/ 3657 h 57638"/>
                <a:gd name="connsiteX28" fmla="*/ 18527 w 77247"/>
                <a:gd name="connsiteY28" fmla="*/ 9920 h 57638"/>
                <a:gd name="connsiteX29" fmla="*/ 16504 w 77247"/>
                <a:gd name="connsiteY29" fmla="*/ 20527 h 57638"/>
                <a:gd name="connsiteX30" fmla="*/ 13723 w 77247"/>
                <a:gd name="connsiteY30" fmla="*/ 32030 h 57638"/>
                <a:gd name="connsiteX31" fmla="*/ 9677 w 77247"/>
                <a:gd name="connsiteY31" fmla="*/ 48388 h 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247" h="57638">
                  <a:moveTo>
                    <a:pt x="9677" y="48388"/>
                  </a:moveTo>
                  <a:cubicBezTo>
                    <a:pt x="9171" y="50050"/>
                    <a:pt x="8413" y="53245"/>
                    <a:pt x="8413" y="53628"/>
                  </a:cubicBezTo>
                  <a:cubicBezTo>
                    <a:pt x="8413" y="56440"/>
                    <a:pt x="10688" y="57718"/>
                    <a:pt x="12711" y="57718"/>
                  </a:cubicBezTo>
                  <a:cubicBezTo>
                    <a:pt x="14987" y="57718"/>
                    <a:pt x="17010" y="56056"/>
                    <a:pt x="17642" y="54906"/>
                  </a:cubicBezTo>
                  <a:cubicBezTo>
                    <a:pt x="18274" y="53756"/>
                    <a:pt x="19285" y="49666"/>
                    <a:pt x="19918" y="46982"/>
                  </a:cubicBezTo>
                  <a:cubicBezTo>
                    <a:pt x="20550" y="44554"/>
                    <a:pt x="21940" y="38675"/>
                    <a:pt x="22699" y="35480"/>
                  </a:cubicBezTo>
                  <a:cubicBezTo>
                    <a:pt x="23458" y="32669"/>
                    <a:pt x="24216" y="29857"/>
                    <a:pt x="24848" y="26917"/>
                  </a:cubicBezTo>
                  <a:cubicBezTo>
                    <a:pt x="26239" y="21678"/>
                    <a:pt x="26492" y="20655"/>
                    <a:pt x="30158" y="15415"/>
                  </a:cubicBezTo>
                  <a:cubicBezTo>
                    <a:pt x="33698" y="10303"/>
                    <a:pt x="39640" y="3657"/>
                    <a:pt x="49122" y="3657"/>
                  </a:cubicBezTo>
                  <a:cubicBezTo>
                    <a:pt x="56455" y="3657"/>
                    <a:pt x="56582" y="10175"/>
                    <a:pt x="56582" y="12604"/>
                  </a:cubicBezTo>
                  <a:cubicBezTo>
                    <a:pt x="56582" y="20272"/>
                    <a:pt x="51145" y="34458"/>
                    <a:pt x="49122" y="39825"/>
                  </a:cubicBezTo>
                  <a:cubicBezTo>
                    <a:pt x="47732" y="43404"/>
                    <a:pt x="47226" y="44554"/>
                    <a:pt x="47226" y="46727"/>
                  </a:cubicBezTo>
                  <a:cubicBezTo>
                    <a:pt x="47226" y="53500"/>
                    <a:pt x="52789" y="57718"/>
                    <a:pt x="59237" y="57718"/>
                  </a:cubicBezTo>
                  <a:cubicBezTo>
                    <a:pt x="71880" y="57718"/>
                    <a:pt x="77442" y="40081"/>
                    <a:pt x="77442" y="38164"/>
                  </a:cubicBezTo>
                  <a:cubicBezTo>
                    <a:pt x="77442" y="36503"/>
                    <a:pt x="75799" y="36503"/>
                    <a:pt x="75420" y="36503"/>
                  </a:cubicBezTo>
                  <a:cubicBezTo>
                    <a:pt x="73650" y="36503"/>
                    <a:pt x="73523" y="37269"/>
                    <a:pt x="73017" y="38675"/>
                  </a:cubicBezTo>
                  <a:cubicBezTo>
                    <a:pt x="70110" y="48899"/>
                    <a:pt x="64673" y="54139"/>
                    <a:pt x="59616" y="54139"/>
                  </a:cubicBezTo>
                  <a:cubicBezTo>
                    <a:pt x="56961" y="54139"/>
                    <a:pt x="56455" y="52350"/>
                    <a:pt x="56455" y="49666"/>
                  </a:cubicBezTo>
                  <a:cubicBezTo>
                    <a:pt x="56455" y="46727"/>
                    <a:pt x="57087" y="45065"/>
                    <a:pt x="59363" y="39314"/>
                  </a:cubicBezTo>
                  <a:cubicBezTo>
                    <a:pt x="60880" y="35352"/>
                    <a:pt x="66064" y="21805"/>
                    <a:pt x="66064" y="14648"/>
                  </a:cubicBezTo>
                  <a:cubicBezTo>
                    <a:pt x="66064" y="2252"/>
                    <a:pt x="56329" y="79"/>
                    <a:pt x="49628" y="79"/>
                  </a:cubicBezTo>
                  <a:cubicBezTo>
                    <a:pt x="39135" y="79"/>
                    <a:pt x="32055" y="6597"/>
                    <a:pt x="28262" y="11709"/>
                  </a:cubicBezTo>
                  <a:cubicBezTo>
                    <a:pt x="27377" y="2891"/>
                    <a:pt x="19918" y="79"/>
                    <a:pt x="14734" y="79"/>
                  </a:cubicBezTo>
                  <a:cubicBezTo>
                    <a:pt x="9298" y="79"/>
                    <a:pt x="6390" y="4041"/>
                    <a:pt x="4746" y="6980"/>
                  </a:cubicBezTo>
                  <a:cubicBezTo>
                    <a:pt x="1965" y="11709"/>
                    <a:pt x="195" y="18994"/>
                    <a:pt x="195" y="19633"/>
                  </a:cubicBezTo>
                  <a:cubicBezTo>
                    <a:pt x="195" y="21294"/>
                    <a:pt x="1965" y="21294"/>
                    <a:pt x="2344" y="21294"/>
                  </a:cubicBezTo>
                  <a:cubicBezTo>
                    <a:pt x="4114" y="21294"/>
                    <a:pt x="4240" y="20911"/>
                    <a:pt x="5125" y="17460"/>
                  </a:cubicBezTo>
                  <a:cubicBezTo>
                    <a:pt x="7022" y="9920"/>
                    <a:pt x="9424" y="3657"/>
                    <a:pt x="14355" y="3657"/>
                  </a:cubicBezTo>
                  <a:cubicBezTo>
                    <a:pt x="17642" y="3657"/>
                    <a:pt x="18527" y="6469"/>
                    <a:pt x="18527" y="9920"/>
                  </a:cubicBezTo>
                  <a:cubicBezTo>
                    <a:pt x="18527" y="12348"/>
                    <a:pt x="17389" y="17077"/>
                    <a:pt x="16504" y="20527"/>
                  </a:cubicBezTo>
                  <a:cubicBezTo>
                    <a:pt x="15619" y="23978"/>
                    <a:pt x="14355" y="29218"/>
                    <a:pt x="13723" y="32030"/>
                  </a:cubicBezTo>
                  <a:lnTo>
                    <a:pt x="9677" y="4838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67" name="Freeform: Shape 4966">
              <a:extLst>
                <a:ext uri="{FF2B5EF4-FFF2-40B4-BE49-F238E27FC236}">
                  <a16:creationId xmlns:a16="http://schemas.microsoft.com/office/drawing/2014/main" id="{4E386358-60BE-071F-A85A-DCC579D470A6}"/>
                </a:ext>
              </a:extLst>
            </p:cNvPr>
            <p:cNvSpPr/>
            <p:nvPr>
              <p:custDataLst>
                <p:tags r:id="rId59"/>
              </p:custDataLst>
            </p:nvPr>
          </p:nvSpPr>
          <p:spPr>
            <a:xfrm>
              <a:off x="7232530" y="5866549"/>
              <a:ext cx="41901" cy="182574"/>
            </a:xfrm>
            <a:custGeom>
              <a:avLst/>
              <a:gdLst>
                <a:gd name="connsiteX0" fmla="*/ 42102 w 41901"/>
                <a:gd name="connsiteY0" fmla="*/ 91365 h 182574"/>
                <a:gd name="connsiteX1" fmla="*/ 30182 w 41901"/>
                <a:gd name="connsiteY1" fmla="*/ 34402 h 182574"/>
                <a:gd name="connsiteX2" fmla="*/ 2006 w 41901"/>
                <a:gd name="connsiteY2" fmla="*/ 77 h 182574"/>
                <a:gd name="connsiteX3" fmla="*/ 200 w 41901"/>
                <a:gd name="connsiteY3" fmla="*/ 1903 h 182574"/>
                <a:gd name="connsiteX4" fmla="*/ 3632 w 41901"/>
                <a:gd name="connsiteY4" fmla="*/ 6102 h 182574"/>
                <a:gd name="connsiteX5" fmla="*/ 31627 w 41901"/>
                <a:gd name="connsiteY5" fmla="*/ 91365 h 182574"/>
                <a:gd name="connsiteX6" fmla="*/ 2548 w 41901"/>
                <a:gd name="connsiteY6" fmla="*/ 177723 h 182574"/>
                <a:gd name="connsiteX7" fmla="*/ 200 w 41901"/>
                <a:gd name="connsiteY7" fmla="*/ 180827 h 182574"/>
                <a:gd name="connsiteX8" fmla="*/ 2006 w 41901"/>
                <a:gd name="connsiteY8" fmla="*/ 182652 h 182574"/>
                <a:gd name="connsiteX9" fmla="*/ 30724 w 41901"/>
                <a:gd name="connsiteY9" fmla="*/ 147050 h 182574"/>
                <a:gd name="connsiteX10" fmla="*/ 42102 w 41901"/>
                <a:gd name="connsiteY10" fmla="*/ 91365 h 18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01" h="182574">
                  <a:moveTo>
                    <a:pt x="42102" y="91365"/>
                  </a:moveTo>
                  <a:cubicBezTo>
                    <a:pt x="42102" y="77124"/>
                    <a:pt x="40115" y="55032"/>
                    <a:pt x="30182" y="34402"/>
                  </a:cubicBezTo>
                  <a:cubicBezTo>
                    <a:pt x="19345" y="11945"/>
                    <a:pt x="3812" y="77"/>
                    <a:pt x="2006" y="77"/>
                  </a:cubicBezTo>
                  <a:cubicBezTo>
                    <a:pt x="923" y="77"/>
                    <a:pt x="200" y="808"/>
                    <a:pt x="200" y="1903"/>
                  </a:cubicBezTo>
                  <a:cubicBezTo>
                    <a:pt x="200" y="2451"/>
                    <a:pt x="200" y="2816"/>
                    <a:pt x="3632" y="6102"/>
                  </a:cubicBezTo>
                  <a:cubicBezTo>
                    <a:pt x="21332" y="24177"/>
                    <a:pt x="31627" y="53207"/>
                    <a:pt x="31627" y="91365"/>
                  </a:cubicBezTo>
                  <a:cubicBezTo>
                    <a:pt x="31627" y="122585"/>
                    <a:pt x="24944" y="154718"/>
                    <a:pt x="2548" y="177723"/>
                  </a:cubicBezTo>
                  <a:cubicBezTo>
                    <a:pt x="200" y="179914"/>
                    <a:pt x="200" y="180279"/>
                    <a:pt x="200" y="180827"/>
                  </a:cubicBezTo>
                  <a:cubicBezTo>
                    <a:pt x="200" y="181922"/>
                    <a:pt x="923" y="182652"/>
                    <a:pt x="2006" y="182652"/>
                  </a:cubicBezTo>
                  <a:cubicBezTo>
                    <a:pt x="3812" y="182652"/>
                    <a:pt x="20067" y="170237"/>
                    <a:pt x="30724" y="147050"/>
                  </a:cubicBezTo>
                  <a:cubicBezTo>
                    <a:pt x="39935" y="126967"/>
                    <a:pt x="42102" y="106701"/>
                    <a:pt x="42102" y="9136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68" name="Freeform: Shape 4967">
              <a:extLst>
                <a:ext uri="{FF2B5EF4-FFF2-40B4-BE49-F238E27FC236}">
                  <a16:creationId xmlns:a16="http://schemas.microsoft.com/office/drawing/2014/main" id="{FC35AF7A-FA8D-9725-7751-3224B80F0E7D}"/>
                </a:ext>
              </a:extLst>
            </p:cNvPr>
            <p:cNvSpPr/>
            <p:nvPr>
              <p:custDataLst>
                <p:tags r:id="rId60"/>
              </p:custDataLst>
            </p:nvPr>
          </p:nvSpPr>
          <p:spPr>
            <a:xfrm>
              <a:off x="7348141" y="5948160"/>
              <a:ext cx="19144" cy="19352"/>
            </a:xfrm>
            <a:custGeom>
              <a:avLst/>
              <a:gdLst>
                <a:gd name="connsiteX0" fmla="*/ 19351 w 19144"/>
                <a:gd name="connsiteY0" fmla="*/ 9754 h 19352"/>
                <a:gd name="connsiteX1" fmla="*/ 9779 w 19144"/>
                <a:gd name="connsiteY1" fmla="*/ 77 h 19352"/>
                <a:gd name="connsiteX2" fmla="*/ 206 w 19144"/>
                <a:gd name="connsiteY2" fmla="*/ 9754 h 19352"/>
                <a:gd name="connsiteX3" fmla="*/ 9779 w 19144"/>
                <a:gd name="connsiteY3" fmla="*/ 19430 h 19352"/>
                <a:gd name="connsiteX4" fmla="*/ 19351 w 19144"/>
                <a:gd name="connsiteY4" fmla="*/ 9754 h 19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4" h="19352">
                  <a:moveTo>
                    <a:pt x="19351" y="9754"/>
                  </a:moveTo>
                  <a:cubicBezTo>
                    <a:pt x="19351" y="4459"/>
                    <a:pt x="15016" y="77"/>
                    <a:pt x="9779" y="77"/>
                  </a:cubicBezTo>
                  <a:cubicBezTo>
                    <a:pt x="4541" y="77"/>
                    <a:pt x="206" y="4459"/>
                    <a:pt x="206" y="9754"/>
                  </a:cubicBezTo>
                  <a:cubicBezTo>
                    <a:pt x="206" y="15049"/>
                    <a:pt x="4541" y="19430"/>
                    <a:pt x="9779" y="19430"/>
                  </a:cubicBezTo>
                  <a:cubicBezTo>
                    <a:pt x="15016" y="19430"/>
                    <a:pt x="19351" y="15049"/>
                    <a:pt x="19351" y="975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69" name="Freeform: Shape 4968">
              <a:extLst>
                <a:ext uri="{FF2B5EF4-FFF2-40B4-BE49-F238E27FC236}">
                  <a16:creationId xmlns:a16="http://schemas.microsoft.com/office/drawing/2014/main" id="{9770E468-479D-AF43-3E04-D5788E9E90DF}"/>
                </a:ext>
              </a:extLst>
            </p:cNvPr>
            <p:cNvSpPr/>
            <p:nvPr>
              <p:custDataLst>
                <p:tags r:id="rId61"/>
              </p:custDataLst>
            </p:nvPr>
          </p:nvSpPr>
          <p:spPr>
            <a:xfrm>
              <a:off x="7428309" y="5874582"/>
              <a:ext cx="98456" cy="164317"/>
            </a:xfrm>
            <a:custGeom>
              <a:avLst/>
              <a:gdLst>
                <a:gd name="connsiteX0" fmla="*/ 98668 w 98456"/>
                <a:gd name="connsiteY0" fmla="*/ 25090 h 164317"/>
                <a:gd name="connsiteX1" fmla="*/ 74104 w 98456"/>
                <a:gd name="connsiteY1" fmla="*/ 77 h 164317"/>
                <a:gd name="connsiteX2" fmla="*/ 52250 w 98456"/>
                <a:gd name="connsiteY2" fmla="*/ 7746 h 164317"/>
                <a:gd name="connsiteX3" fmla="*/ 28951 w 98456"/>
                <a:gd name="connsiteY3" fmla="*/ 46634 h 164317"/>
                <a:gd name="connsiteX4" fmla="*/ 234 w 98456"/>
                <a:gd name="connsiteY4" fmla="*/ 162569 h 164317"/>
                <a:gd name="connsiteX5" fmla="*/ 2401 w 98456"/>
                <a:gd name="connsiteY5" fmla="*/ 164395 h 164317"/>
                <a:gd name="connsiteX6" fmla="*/ 4569 w 98456"/>
                <a:gd name="connsiteY6" fmla="*/ 163482 h 164317"/>
                <a:gd name="connsiteX7" fmla="*/ 17212 w 98456"/>
                <a:gd name="connsiteY7" fmla="*/ 113091 h 164317"/>
                <a:gd name="connsiteX8" fmla="*/ 41775 w 98456"/>
                <a:gd name="connsiteY8" fmla="*/ 130801 h 164317"/>
                <a:gd name="connsiteX9" fmla="*/ 76633 w 98456"/>
                <a:gd name="connsiteY9" fmla="*/ 116378 h 164317"/>
                <a:gd name="connsiteX10" fmla="*/ 91082 w 98456"/>
                <a:gd name="connsiteY10" fmla="*/ 82784 h 164317"/>
                <a:gd name="connsiteX11" fmla="*/ 77897 w 98456"/>
                <a:gd name="connsiteY11" fmla="*/ 55580 h 164317"/>
                <a:gd name="connsiteX12" fmla="*/ 98668 w 98456"/>
                <a:gd name="connsiteY12" fmla="*/ 25090 h 164317"/>
                <a:gd name="connsiteX13" fmla="*/ 66157 w 98456"/>
                <a:gd name="connsiteY13" fmla="*/ 55398 h 164317"/>
                <a:gd name="connsiteX14" fmla="*/ 57488 w 98456"/>
                <a:gd name="connsiteY14" fmla="*/ 56676 h 164317"/>
                <a:gd name="connsiteX15" fmla="*/ 49541 w 98456"/>
                <a:gd name="connsiteY15" fmla="*/ 55945 h 164317"/>
                <a:gd name="connsiteX16" fmla="*/ 58391 w 98456"/>
                <a:gd name="connsiteY16" fmla="*/ 54485 h 164317"/>
                <a:gd name="connsiteX17" fmla="*/ 66157 w 98456"/>
                <a:gd name="connsiteY17" fmla="*/ 55398 h 164317"/>
                <a:gd name="connsiteX18" fmla="*/ 88553 w 98456"/>
                <a:gd name="connsiteY18" fmla="*/ 20891 h 164317"/>
                <a:gd name="connsiteX19" fmla="*/ 72298 w 98456"/>
                <a:gd name="connsiteY19" fmla="*/ 52476 h 164317"/>
                <a:gd name="connsiteX20" fmla="*/ 58391 w 98456"/>
                <a:gd name="connsiteY20" fmla="*/ 50286 h 164317"/>
                <a:gd name="connsiteX21" fmla="*/ 44484 w 98456"/>
                <a:gd name="connsiteY21" fmla="*/ 56128 h 164317"/>
                <a:gd name="connsiteX22" fmla="*/ 56946 w 98456"/>
                <a:gd name="connsiteY22" fmla="*/ 60692 h 164317"/>
                <a:gd name="connsiteX23" fmla="*/ 71756 w 98456"/>
                <a:gd name="connsiteY23" fmla="*/ 58319 h 164317"/>
                <a:gd name="connsiteX24" fmla="*/ 79703 w 98456"/>
                <a:gd name="connsiteY24" fmla="*/ 78950 h 164317"/>
                <a:gd name="connsiteX25" fmla="*/ 70673 w 98456"/>
                <a:gd name="connsiteY25" fmla="*/ 110353 h 164317"/>
                <a:gd name="connsiteX26" fmla="*/ 41233 w 98456"/>
                <a:gd name="connsiteY26" fmla="*/ 126784 h 164317"/>
                <a:gd name="connsiteX27" fmla="*/ 20643 w 98456"/>
                <a:gd name="connsiteY27" fmla="*/ 103232 h 164317"/>
                <a:gd name="connsiteX28" fmla="*/ 21546 w 98456"/>
                <a:gd name="connsiteY28" fmla="*/ 95199 h 164317"/>
                <a:gd name="connsiteX29" fmla="*/ 33105 w 98456"/>
                <a:gd name="connsiteY29" fmla="*/ 49008 h 164317"/>
                <a:gd name="connsiteX30" fmla="*/ 71756 w 98456"/>
                <a:gd name="connsiteY30" fmla="*/ 4277 h 164317"/>
                <a:gd name="connsiteX31" fmla="*/ 88553 w 98456"/>
                <a:gd name="connsiteY31" fmla="*/ 20891 h 164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456" h="164317">
                  <a:moveTo>
                    <a:pt x="98668" y="25090"/>
                  </a:moveTo>
                  <a:cubicBezTo>
                    <a:pt x="98668" y="11397"/>
                    <a:pt x="88734" y="77"/>
                    <a:pt x="74104" y="77"/>
                  </a:cubicBezTo>
                  <a:cubicBezTo>
                    <a:pt x="63629" y="77"/>
                    <a:pt x="58572" y="2999"/>
                    <a:pt x="52250" y="7746"/>
                  </a:cubicBezTo>
                  <a:cubicBezTo>
                    <a:pt x="42317" y="15049"/>
                    <a:pt x="32383" y="32758"/>
                    <a:pt x="28951" y="46634"/>
                  </a:cubicBezTo>
                  <a:lnTo>
                    <a:pt x="234" y="162569"/>
                  </a:lnTo>
                  <a:cubicBezTo>
                    <a:pt x="53" y="163299"/>
                    <a:pt x="957" y="164395"/>
                    <a:pt x="2401" y="164395"/>
                  </a:cubicBezTo>
                  <a:cubicBezTo>
                    <a:pt x="3846" y="164395"/>
                    <a:pt x="4388" y="164030"/>
                    <a:pt x="4569" y="163482"/>
                  </a:cubicBezTo>
                  <a:lnTo>
                    <a:pt x="17212" y="113091"/>
                  </a:lnTo>
                  <a:cubicBezTo>
                    <a:pt x="20643" y="124046"/>
                    <a:pt x="28590" y="130801"/>
                    <a:pt x="41775" y="130801"/>
                  </a:cubicBezTo>
                  <a:cubicBezTo>
                    <a:pt x="54959" y="130801"/>
                    <a:pt x="68505" y="124411"/>
                    <a:pt x="76633" y="116378"/>
                  </a:cubicBezTo>
                  <a:cubicBezTo>
                    <a:pt x="85302" y="107979"/>
                    <a:pt x="91082" y="96294"/>
                    <a:pt x="91082" y="82784"/>
                  </a:cubicBezTo>
                  <a:cubicBezTo>
                    <a:pt x="91082" y="69638"/>
                    <a:pt x="84399" y="60145"/>
                    <a:pt x="77897" y="55580"/>
                  </a:cubicBezTo>
                  <a:cubicBezTo>
                    <a:pt x="88373" y="49555"/>
                    <a:pt x="98668" y="38236"/>
                    <a:pt x="98668" y="25090"/>
                  </a:cubicBezTo>
                  <a:close/>
                  <a:moveTo>
                    <a:pt x="66157" y="55398"/>
                  </a:moveTo>
                  <a:cubicBezTo>
                    <a:pt x="63809" y="56310"/>
                    <a:pt x="61823" y="56676"/>
                    <a:pt x="57488" y="56676"/>
                  </a:cubicBezTo>
                  <a:cubicBezTo>
                    <a:pt x="54959" y="56676"/>
                    <a:pt x="51347" y="56858"/>
                    <a:pt x="49541" y="55945"/>
                  </a:cubicBezTo>
                  <a:cubicBezTo>
                    <a:pt x="49902" y="54120"/>
                    <a:pt x="56404" y="54485"/>
                    <a:pt x="58391" y="54485"/>
                  </a:cubicBezTo>
                  <a:cubicBezTo>
                    <a:pt x="62184" y="54485"/>
                    <a:pt x="63809" y="54485"/>
                    <a:pt x="66157" y="55398"/>
                  </a:cubicBezTo>
                  <a:close/>
                  <a:moveTo>
                    <a:pt x="88553" y="20891"/>
                  </a:moveTo>
                  <a:cubicBezTo>
                    <a:pt x="88553" y="33671"/>
                    <a:pt x="81690" y="46817"/>
                    <a:pt x="72298" y="52476"/>
                  </a:cubicBezTo>
                  <a:cubicBezTo>
                    <a:pt x="67422" y="50651"/>
                    <a:pt x="63809" y="50286"/>
                    <a:pt x="58391" y="50286"/>
                  </a:cubicBezTo>
                  <a:cubicBezTo>
                    <a:pt x="54598" y="50286"/>
                    <a:pt x="44484" y="50103"/>
                    <a:pt x="44484" y="56128"/>
                  </a:cubicBezTo>
                  <a:cubicBezTo>
                    <a:pt x="44303" y="61240"/>
                    <a:pt x="53695" y="60692"/>
                    <a:pt x="56946" y="60692"/>
                  </a:cubicBezTo>
                  <a:cubicBezTo>
                    <a:pt x="63629" y="60692"/>
                    <a:pt x="66338" y="60510"/>
                    <a:pt x="71756" y="58319"/>
                  </a:cubicBezTo>
                  <a:cubicBezTo>
                    <a:pt x="78620" y="64892"/>
                    <a:pt x="79523" y="70551"/>
                    <a:pt x="79703" y="78950"/>
                  </a:cubicBezTo>
                  <a:cubicBezTo>
                    <a:pt x="80065" y="89539"/>
                    <a:pt x="75730" y="103232"/>
                    <a:pt x="70673" y="110353"/>
                  </a:cubicBezTo>
                  <a:cubicBezTo>
                    <a:pt x="63629" y="120212"/>
                    <a:pt x="51528" y="126784"/>
                    <a:pt x="41233" y="126784"/>
                  </a:cubicBezTo>
                  <a:cubicBezTo>
                    <a:pt x="27506" y="126784"/>
                    <a:pt x="20643" y="116195"/>
                    <a:pt x="20643" y="103232"/>
                  </a:cubicBezTo>
                  <a:cubicBezTo>
                    <a:pt x="20643" y="101406"/>
                    <a:pt x="20643" y="98668"/>
                    <a:pt x="21546" y="95199"/>
                  </a:cubicBezTo>
                  <a:lnTo>
                    <a:pt x="33105" y="49008"/>
                  </a:lnTo>
                  <a:cubicBezTo>
                    <a:pt x="37079" y="33306"/>
                    <a:pt x="50083" y="4277"/>
                    <a:pt x="71756" y="4277"/>
                  </a:cubicBezTo>
                  <a:cubicBezTo>
                    <a:pt x="82232" y="4277"/>
                    <a:pt x="88553" y="9936"/>
                    <a:pt x="88553" y="2089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70" name="Freeform: Shape 4969">
              <a:extLst>
                <a:ext uri="{FF2B5EF4-FFF2-40B4-BE49-F238E27FC236}">
                  <a16:creationId xmlns:a16="http://schemas.microsoft.com/office/drawing/2014/main" id="{E974F0CD-3F36-CB1E-44AD-9DC10083BDFD}"/>
                </a:ext>
              </a:extLst>
            </p:cNvPr>
            <p:cNvSpPr/>
            <p:nvPr>
              <p:custDataLst>
                <p:tags r:id="rId62"/>
              </p:custDataLst>
            </p:nvPr>
          </p:nvSpPr>
          <p:spPr>
            <a:xfrm>
              <a:off x="7534555" y="5942171"/>
              <a:ext cx="62202" cy="89972"/>
            </a:xfrm>
            <a:custGeom>
              <a:avLst/>
              <a:gdLst>
                <a:gd name="connsiteX0" fmla="*/ 30307 w 62202"/>
                <a:gd name="connsiteY0" fmla="*/ 3913 h 89972"/>
                <a:gd name="connsiteX1" fmla="*/ 30812 w 62202"/>
                <a:gd name="connsiteY1" fmla="*/ 1868 h 89972"/>
                <a:gd name="connsiteX2" fmla="*/ 28790 w 62202"/>
                <a:gd name="connsiteY2" fmla="*/ 79 h 89972"/>
                <a:gd name="connsiteX3" fmla="*/ 12607 w 62202"/>
                <a:gd name="connsiteY3" fmla="*/ 1357 h 89972"/>
                <a:gd name="connsiteX4" fmla="*/ 9825 w 62202"/>
                <a:gd name="connsiteY4" fmla="*/ 4296 h 89972"/>
                <a:gd name="connsiteX5" fmla="*/ 13113 w 62202"/>
                <a:gd name="connsiteY5" fmla="*/ 6086 h 89972"/>
                <a:gd name="connsiteX6" fmla="*/ 19181 w 62202"/>
                <a:gd name="connsiteY6" fmla="*/ 8003 h 89972"/>
                <a:gd name="connsiteX7" fmla="*/ 18675 w 62202"/>
                <a:gd name="connsiteY7" fmla="*/ 10814 h 89972"/>
                <a:gd name="connsiteX8" fmla="*/ 849 w 62202"/>
                <a:gd name="connsiteY8" fmla="*/ 83151 h 89972"/>
                <a:gd name="connsiteX9" fmla="*/ 217 w 62202"/>
                <a:gd name="connsiteY9" fmla="*/ 85962 h 89972"/>
                <a:gd name="connsiteX10" fmla="*/ 4515 w 62202"/>
                <a:gd name="connsiteY10" fmla="*/ 90052 h 89972"/>
                <a:gd name="connsiteX11" fmla="*/ 10331 w 62202"/>
                <a:gd name="connsiteY11" fmla="*/ 84684 h 89972"/>
                <a:gd name="connsiteX12" fmla="*/ 16526 w 62202"/>
                <a:gd name="connsiteY12" fmla="*/ 59890 h 89972"/>
                <a:gd name="connsiteX13" fmla="*/ 32709 w 62202"/>
                <a:gd name="connsiteY13" fmla="*/ 70370 h 89972"/>
                <a:gd name="connsiteX14" fmla="*/ 32456 w 62202"/>
                <a:gd name="connsiteY14" fmla="*/ 72926 h 89972"/>
                <a:gd name="connsiteX15" fmla="*/ 31950 w 62202"/>
                <a:gd name="connsiteY15" fmla="*/ 76888 h 89972"/>
                <a:gd name="connsiteX16" fmla="*/ 45352 w 62202"/>
                <a:gd name="connsiteY16" fmla="*/ 90052 h 89972"/>
                <a:gd name="connsiteX17" fmla="*/ 61408 w 62202"/>
                <a:gd name="connsiteY17" fmla="*/ 70498 h 89972"/>
                <a:gd name="connsiteX18" fmla="*/ 59385 w 62202"/>
                <a:gd name="connsiteY18" fmla="*/ 68837 h 89972"/>
                <a:gd name="connsiteX19" fmla="*/ 56857 w 62202"/>
                <a:gd name="connsiteY19" fmla="*/ 71904 h 89972"/>
                <a:gd name="connsiteX20" fmla="*/ 45731 w 62202"/>
                <a:gd name="connsiteY20" fmla="*/ 86473 h 89972"/>
                <a:gd name="connsiteX21" fmla="*/ 41306 w 62202"/>
                <a:gd name="connsiteY21" fmla="*/ 79828 h 89972"/>
                <a:gd name="connsiteX22" fmla="*/ 42065 w 62202"/>
                <a:gd name="connsiteY22" fmla="*/ 74077 h 89972"/>
                <a:gd name="connsiteX23" fmla="*/ 42697 w 62202"/>
                <a:gd name="connsiteY23" fmla="*/ 70115 h 89972"/>
                <a:gd name="connsiteX24" fmla="*/ 22215 w 62202"/>
                <a:gd name="connsiteY24" fmla="*/ 56568 h 89972"/>
                <a:gd name="connsiteX25" fmla="*/ 32709 w 62202"/>
                <a:gd name="connsiteY25" fmla="*/ 48133 h 89972"/>
                <a:gd name="connsiteX26" fmla="*/ 52558 w 62202"/>
                <a:gd name="connsiteY26" fmla="*/ 35991 h 89972"/>
                <a:gd name="connsiteX27" fmla="*/ 56730 w 62202"/>
                <a:gd name="connsiteY27" fmla="*/ 37653 h 89972"/>
                <a:gd name="connsiteX28" fmla="*/ 50156 w 62202"/>
                <a:gd name="connsiteY28" fmla="*/ 44810 h 89972"/>
                <a:gd name="connsiteX29" fmla="*/ 55213 w 62202"/>
                <a:gd name="connsiteY29" fmla="*/ 49538 h 89972"/>
                <a:gd name="connsiteX30" fmla="*/ 62420 w 62202"/>
                <a:gd name="connsiteY30" fmla="*/ 41359 h 89972"/>
                <a:gd name="connsiteX31" fmla="*/ 52685 w 62202"/>
                <a:gd name="connsiteY31" fmla="*/ 32413 h 89972"/>
                <a:gd name="connsiteX32" fmla="*/ 32456 w 62202"/>
                <a:gd name="connsiteY32" fmla="*/ 43660 h 89972"/>
                <a:gd name="connsiteX33" fmla="*/ 17790 w 62202"/>
                <a:gd name="connsiteY33" fmla="*/ 54906 h 89972"/>
                <a:gd name="connsiteX34" fmla="*/ 30307 w 62202"/>
                <a:gd name="connsiteY34" fmla="*/ 3913 h 89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2202" h="89972">
                  <a:moveTo>
                    <a:pt x="30307" y="3913"/>
                  </a:moveTo>
                  <a:cubicBezTo>
                    <a:pt x="30433" y="3657"/>
                    <a:pt x="30812" y="1996"/>
                    <a:pt x="30812" y="1868"/>
                  </a:cubicBezTo>
                  <a:cubicBezTo>
                    <a:pt x="30812" y="1229"/>
                    <a:pt x="30307" y="79"/>
                    <a:pt x="28790" y="79"/>
                  </a:cubicBezTo>
                  <a:cubicBezTo>
                    <a:pt x="26261" y="79"/>
                    <a:pt x="15768" y="1101"/>
                    <a:pt x="12607" y="1357"/>
                  </a:cubicBezTo>
                  <a:cubicBezTo>
                    <a:pt x="11595" y="1485"/>
                    <a:pt x="9825" y="1613"/>
                    <a:pt x="9825" y="4296"/>
                  </a:cubicBezTo>
                  <a:cubicBezTo>
                    <a:pt x="9825" y="6086"/>
                    <a:pt x="11595" y="6086"/>
                    <a:pt x="13113" y="6086"/>
                  </a:cubicBezTo>
                  <a:cubicBezTo>
                    <a:pt x="19181" y="6086"/>
                    <a:pt x="19181" y="6980"/>
                    <a:pt x="19181" y="8003"/>
                  </a:cubicBezTo>
                  <a:cubicBezTo>
                    <a:pt x="19181" y="8897"/>
                    <a:pt x="18928" y="9664"/>
                    <a:pt x="18675" y="10814"/>
                  </a:cubicBezTo>
                  <a:lnTo>
                    <a:pt x="849" y="83151"/>
                  </a:lnTo>
                  <a:cubicBezTo>
                    <a:pt x="217" y="85451"/>
                    <a:pt x="217" y="85707"/>
                    <a:pt x="217" y="85962"/>
                  </a:cubicBezTo>
                  <a:cubicBezTo>
                    <a:pt x="217" y="87879"/>
                    <a:pt x="1734" y="90052"/>
                    <a:pt x="4515" y="90052"/>
                  </a:cubicBezTo>
                  <a:cubicBezTo>
                    <a:pt x="7929" y="90052"/>
                    <a:pt x="9573" y="87496"/>
                    <a:pt x="10331" y="84684"/>
                  </a:cubicBezTo>
                  <a:cubicBezTo>
                    <a:pt x="10584" y="84173"/>
                    <a:pt x="16020" y="61680"/>
                    <a:pt x="16526" y="59890"/>
                  </a:cubicBezTo>
                  <a:cubicBezTo>
                    <a:pt x="25502" y="60785"/>
                    <a:pt x="32709" y="63725"/>
                    <a:pt x="32709" y="70370"/>
                  </a:cubicBezTo>
                  <a:cubicBezTo>
                    <a:pt x="32709" y="71009"/>
                    <a:pt x="32709" y="71648"/>
                    <a:pt x="32456" y="72926"/>
                  </a:cubicBezTo>
                  <a:cubicBezTo>
                    <a:pt x="31950" y="74843"/>
                    <a:pt x="31950" y="75482"/>
                    <a:pt x="31950" y="76888"/>
                  </a:cubicBezTo>
                  <a:cubicBezTo>
                    <a:pt x="31950" y="85962"/>
                    <a:pt x="39283" y="90052"/>
                    <a:pt x="45352" y="90052"/>
                  </a:cubicBezTo>
                  <a:cubicBezTo>
                    <a:pt x="57615" y="90052"/>
                    <a:pt x="61408" y="70626"/>
                    <a:pt x="61408" y="70498"/>
                  </a:cubicBezTo>
                  <a:cubicBezTo>
                    <a:pt x="61408" y="68837"/>
                    <a:pt x="59765" y="68837"/>
                    <a:pt x="59385" y="68837"/>
                  </a:cubicBezTo>
                  <a:cubicBezTo>
                    <a:pt x="57615" y="68837"/>
                    <a:pt x="57489" y="69476"/>
                    <a:pt x="56857" y="71904"/>
                  </a:cubicBezTo>
                  <a:cubicBezTo>
                    <a:pt x="55340" y="77399"/>
                    <a:pt x="51926" y="86473"/>
                    <a:pt x="45731" y="86473"/>
                  </a:cubicBezTo>
                  <a:cubicBezTo>
                    <a:pt x="42317" y="86473"/>
                    <a:pt x="41306" y="83278"/>
                    <a:pt x="41306" y="79828"/>
                  </a:cubicBezTo>
                  <a:cubicBezTo>
                    <a:pt x="41306" y="77655"/>
                    <a:pt x="41306" y="77399"/>
                    <a:pt x="42065" y="74077"/>
                  </a:cubicBezTo>
                  <a:cubicBezTo>
                    <a:pt x="42191" y="73693"/>
                    <a:pt x="42697" y="71520"/>
                    <a:pt x="42697" y="70115"/>
                  </a:cubicBezTo>
                  <a:cubicBezTo>
                    <a:pt x="42697" y="58740"/>
                    <a:pt x="27525" y="56951"/>
                    <a:pt x="22215" y="56568"/>
                  </a:cubicBezTo>
                  <a:cubicBezTo>
                    <a:pt x="25882" y="54267"/>
                    <a:pt x="30560" y="50050"/>
                    <a:pt x="32709" y="48133"/>
                  </a:cubicBezTo>
                  <a:cubicBezTo>
                    <a:pt x="39157" y="41998"/>
                    <a:pt x="45478" y="35991"/>
                    <a:pt x="52558" y="35991"/>
                  </a:cubicBezTo>
                  <a:cubicBezTo>
                    <a:pt x="54075" y="35991"/>
                    <a:pt x="55719" y="36375"/>
                    <a:pt x="56730" y="37653"/>
                  </a:cubicBezTo>
                  <a:cubicBezTo>
                    <a:pt x="51294" y="38547"/>
                    <a:pt x="50156" y="42893"/>
                    <a:pt x="50156" y="44810"/>
                  </a:cubicBezTo>
                  <a:cubicBezTo>
                    <a:pt x="50156" y="47621"/>
                    <a:pt x="52305" y="49538"/>
                    <a:pt x="55213" y="49538"/>
                  </a:cubicBezTo>
                  <a:cubicBezTo>
                    <a:pt x="58627" y="49538"/>
                    <a:pt x="62420" y="46727"/>
                    <a:pt x="62420" y="41359"/>
                  </a:cubicBezTo>
                  <a:cubicBezTo>
                    <a:pt x="62420" y="37142"/>
                    <a:pt x="59385" y="32413"/>
                    <a:pt x="52685" y="32413"/>
                  </a:cubicBezTo>
                  <a:cubicBezTo>
                    <a:pt x="45478" y="32413"/>
                    <a:pt x="38904" y="37653"/>
                    <a:pt x="32456" y="43660"/>
                  </a:cubicBezTo>
                  <a:cubicBezTo>
                    <a:pt x="27146" y="48772"/>
                    <a:pt x="22974" y="52734"/>
                    <a:pt x="17790" y="54906"/>
                  </a:cubicBezTo>
                  <a:lnTo>
                    <a:pt x="30307" y="391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71" name="Freeform: Shape 4970">
              <a:extLst>
                <a:ext uri="{FF2B5EF4-FFF2-40B4-BE49-F238E27FC236}">
                  <a16:creationId xmlns:a16="http://schemas.microsoft.com/office/drawing/2014/main" id="{D0340873-B816-E683-0151-CA543A905BCD}"/>
                </a:ext>
              </a:extLst>
            </p:cNvPr>
            <p:cNvSpPr/>
            <p:nvPr>
              <p:custDataLst>
                <p:tags r:id="rId63"/>
              </p:custDataLst>
            </p:nvPr>
          </p:nvSpPr>
          <p:spPr>
            <a:xfrm>
              <a:off x="7797981" y="5924791"/>
              <a:ext cx="88319" cy="116117"/>
            </a:xfrm>
            <a:custGeom>
              <a:avLst/>
              <a:gdLst>
                <a:gd name="connsiteX0" fmla="*/ 71754 w 88319"/>
                <a:gd name="connsiteY0" fmla="*/ 17422 h 116117"/>
                <a:gd name="connsiteX1" fmla="*/ 88551 w 88319"/>
                <a:gd name="connsiteY1" fmla="*/ 5737 h 116117"/>
                <a:gd name="connsiteX2" fmla="*/ 88551 w 88319"/>
                <a:gd name="connsiteY2" fmla="*/ 77 h 116117"/>
                <a:gd name="connsiteX3" fmla="*/ 75005 w 88319"/>
                <a:gd name="connsiteY3" fmla="*/ 625 h 116117"/>
                <a:gd name="connsiteX4" fmla="*/ 59292 w 88319"/>
                <a:gd name="connsiteY4" fmla="*/ 77 h 116117"/>
                <a:gd name="connsiteX5" fmla="*/ 59292 w 88319"/>
                <a:gd name="connsiteY5" fmla="*/ 5737 h 116117"/>
                <a:gd name="connsiteX6" fmla="*/ 67781 w 88319"/>
                <a:gd name="connsiteY6" fmla="*/ 13588 h 116117"/>
                <a:gd name="connsiteX7" fmla="*/ 66697 w 88319"/>
                <a:gd name="connsiteY7" fmla="*/ 17970 h 116117"/>
                <a:gd name="connsiteX8" fmla="*/ 48455 w 88319"/>
                <a:gd name="connsiteY8" fmla="*/ 62883 h 116117"/>
                <a:gd name="connsiteX9" fmla="*/ 28407 w 88319"/>
                <a:gd name="connsiteY9" fmla="*/ 13771 h 116117"/>
                <a:gd name="connsiteX10" fmla="*/ 27323 w 88319"/>
                <a:gd name="connsiteY10" fmla="*/ 10484 h 116117"/>
                <a:gd name="connsiteX11" fmla="*/ 37438 w 88319"/>
                <a:gd name="connsiteY11" fmla="*/ 5737 h 116117"/>
                <a:gd name="connsiteX12" fmla="*/ 37438 w 88319"/>
                <a:gd name="connsiteY12" fmla="*/ 77 h 116117"/>
                <a:gd name="connsiteX13" fmla="*/ 17751 w 88319"/>
                <a:gd name="connsiteY13" fmla="*/ 625 h 116117"/>
                <a:gd name="connsiteX14" fmla="*/ 232 w 88319"/>
                <a:gd name="connsiteY14" fmla="*/ 77 h 116117"/>
                <a:gd name="connsiteX15" fmla="*/ 232 w 88319"/>
                <a:gd name="connsiteY15" fmla="*/ 5737 h 116117"/>
                <a:gd name="connsiteX16" fmla="*/ 14861 w 88319"/>
                <a:gd name="connsiteY16" fmla="*/ 12127 h 116117"/>
                <a:gd name="connsiteX17" fmla="*/ 41953 w 88319"/>
                <a:gd name="connsiteY17" fmla="*/ 78767 h 116117"/>
                <a:gd name="connsiteX18" fmla="*/ 37438 w 88319"/>
                <a:gd name="connsiteY18" fmla="*/ 89539 h 116117"/>
                <a:gd name="connsiteX19" fmla="*/ 16848 w 88319"/>
                <a:gd name="connsiteY19" fmla="*/ 112178 h 116117"/>
                <a:gd name="connsiteX20" fmla="*/ 8359 w 88319"/>
                <a:gd name="connsiteY20" fmla="*/ 108892 h 116117"/>
                <a:gd name="connsiteX21" fmla="*/ 15403 w 88319"/>
                <a:gd name="connsiteY21" fmla="*/ 101224 h 116117"/>
                <a:gd name="connsiteX22" fmla="*/ 7817 w 88319"/>
                <a:gd name="connsiteY22" fmla="*/ 93556 h 116117"/>
                <a:gd name="connsiteX23" fmla="*/ 232 w 88319"/>
                <a:gd name="connsiteY23" fmla="*/ 101406 h 116117"/>
                <a:gd name="connsiteX24" fmla="*/ 16848 w 88319"/>
                <a:gd name="connsiteY24" fmla="*/ 116195 h 116117"/>
                <a:gd name="connsiteX25" fmla="*/ 39966 w 88319"/>
                <a:gd name="connsiteY25" fmla="*/ 95382 h 116117"/>
                <a:gd name="connsiteX26" fmla="*/ 71754 w 88319"/>
                <a:gd name="connsiteY26" fmla="*/ 17422 h 116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8319" h="116117">
                  <a:moveTo>
                    <a:pt x="71754" y="17422"/>
                  </a:moveTo>
                  <a:cubicBezTo>
                    <a:pt x="76450" y="5920"/>
                    <a:pt x="85661" y="5737"/>
                    <a:pt x="88551" y="5737"/>
                  </a:cubicBezTo>
                  <a:lnTo>
                    <a:pt x="88551" y="77"/>
                  </a:lnTo>
                  <a:cubicBezTo>
                    <a:pt x="84397" y="443"/>
                    <a:pt x="79159" y="625"/>
                    <a:pt x="75005" y="625"/>
                  </a:cubicBezTo>
                  <a:cubicBezTo>
                    <a:pt x="71754" y="625"/>
                    <a:pt x="63265" y="260"/>
                    <a:pt x="59292" y="77"/>
                  </a:cubicBezTo>
                  <a:lnTo>
                    <a:pt x="59292" y="5737"/>
                  </a:lnTo>
                  <a:cubicBezTo>
                    <a:pt x="64891" y="5920"/>
                    <a:pt x="67781" y="9024"/>
                    <a:pt x="67781" y="13588"/>
                  </a:cubicBezTo>
                  <a:cubicBezTo>
                    <a:pt x="67781" y="15414"/>
                    <a:pt x="67600" y="15779"/>
                    <a:pt x="66697" y="17970"/>
                  </a:cubicBezTo>
                  <a:lnTo>
                    <a:pt x="48455" y="62883"/>
                  </a:lnTo>
                  <a:lnTo>
                    <a:pt x="28407" y="13771"/>
                  </a:lnTo>
                  <a:cubicBezTo>
                    <a:pt x="27685" y="11945"/>
                    <a:pt x="27323" y="11214"/>
                    <a:pt x="27323" y="10484"/>
                  </a:cubicBezTo>
                  <a:cubicBezTo>
                    <a:pt x="27323" y="5737"/>
                    <a:pt x="34006" y="5737"/>
                    <a:pt x="37438" y="5737"/>
                  </a:cubicBezTo>
                  <a:lnTo>
                    <a:pt x="37438" y="77"/>
                  </a:lnTo>
                  <a:cubicBezTo>
                    <a:pt x="32742" y="260"/>
                    <a:pt x="20821" y="625"/>
                    <a:pt x="17751" y="625"/>
                  </a:cubicBezTo>
                  <a:cubicBezTo>
                    <a:pt x="12875" y="625"/>
                    <a:pt x="5650" y="443"/>
                    <a:pt x="232" y="77"/>
                  </a:cubicBezTo>
                  <a:lnTo>
                    <a:pt x="232" y="5737"/>
                  </a:lnTo>
                  <a:cubicBezTo>
                    <a:pt x="8901" y="5737"/>
                    <a:pt x="12333" y="5737"/>
                    <a:pt x="14861" y="12127"/>
                  </a:cubicBezTo>
                  <a:lnTo>
                    <a:pt x="41953" y="78767"/>
                  </a:lnTo>
                  <a:cubicBezTo>
                    <a:pt x="41050" y="81141"/>
                    <a:pt x="38521" y="87166"/>
                    <a:pt x="37438" y="89539"/>
                  </a:cubicBezTo>
                  <a:cubicBezTo>
                    <a:pt x="33464" y="99581"/>
                    <a:pt x="28407" y="112178"/>
                    <a:pt x="16848" y="112178"/>
                  </a:cubicBezTo>
                  <a:cubicBezTo>
                    <a:pt x="15945" y="112178"/>
                    <a:pt x="11791" y="112178"/>
                    <a:pt x="8359" y="108892"/>
                  </a:cubicBezTo>
                  <a:cubicBezTo>
                    <a:pt x="13958" y="108162"/>
                    <a:pt x="15403" y="104145"/>
                    <a:pt x="15403" y="101224"/>
                  </a:cubicBezTo>
                  <a:cubicBezTo>
                    <a:pt x="15403" y="96477"/>
                    <a:pt x="11971" y="93556"/>
                    <a:pt x="7817" y="93556"/>
                  </a:cubicBezTo>
                  <a:cubicBezTo>
                    <a:pt x="4205" y="93556"/>
                    <a:pt x="232" y="95929"/>
                    <a:pt x="232" y="101406"/>
                  </a:cubicBezTo>
                  <a:cubicBezTo>
                    <a:pt x="232" y="109622"/>
                    <a:pt x="7817" y="116195"/>
                    <a:pt x="16848" y="116195"/>
                  </a:cubicBezTo>
                  <a:cubicBezTo>
                    <a:pt x="28227" y="116195"/>
                    <a:pt x="35632" y="105788"/>
                    <a:pt x="39966" y="95382"/>
                  </a:cubicBezTo>
                  <a:lnTo>
                    <a:pt x="71754" y="1742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72" name="Freeform: Shape 4971">
              <a:extLst>
                <a:ext uri="{FF2B5EF4-FFF2-40B4-BE49-F238E27FC236}">
                  <a16:creationId xmlns:a16="http://schemas.microsoft.com/office/drawing/2014/main" id="{7C884526-6F48-754F-B942-C548202011DB}"/>
                </a:ext>
              </a:extLst>
            </p:cNvPr>
            <p:cNvSpPr/>
            <p:nvPr>
              <p:custDataLst>
                <p:tags r:id="rId64"/>
              </p:custDataLst>
            </p:nvPr>
          </p:nvSpPr>
          <p:spPr>
            <a:xfrm>
              <a:off x="8130117" y="5749243"/>
              <a:ext cx="95001" cy="134740"/>
            </a:xfrm>
            <a:custGeom>
              <a:avLst/>
              <a:gdLst>
                <a:gd name="connsiteX0" fmla="*/ 76649 w 95001"/>
                <a:gd name="connsiteY0" fmla="*/ 68901 h 134740"/>
                <a:gd name="connsiteX1" fmla="*/ 53350 w 95001"/>
                <a:gd name="connsiteY1" fmla="*/ 47358 h 134740"/>
                <a:gd name="connsiteX2" fmla="*/ 16505 w 95001"/>
                <a:gd name="connsiteY2" fmla="*/ 64520 h 134740"/>
                <a:gd name="connsiteX3" fmla="*/ 250 w 95001"/>
                <a:gd name="connsiteY3" fmla="*/ 102313 h 134740"/>
                <a:gd name="connsiteX4" fmla="*/ 33482 w 95001"/>
                <a:gd name="connsiteY4" fmla="*/ 134811 h 134740"/>
                <a:gd name="connsiteX5" fmla="*/ 95252 w 95001"/>
                <a:gd name="connsiteY5" fmla="*/ 47358 h 134740"/>
                <a:gd name="connsiteX6" fmla="*/ 56239 w 95001"/>
                <a:gd name="connsiteY6" fmla="*/ 71 h 134740"/>
                <a:gd name="connsiteX7" fmla="*/ 21743 w 95001"/>
                <a:gd name="connsiteY7" fmla="*/ 28918 h 134740"/>
                <a:gd name="connsiteX8" fmla="*/ 28606 w 95001"/>
                <a:gd name="connsiteY8" fmla="*/ 35308 h 134740"/>
                <a:gd name="connsiteX9" fmla="*/ 38359 w 95001"/>
                <a:gd name="connsiteY9" fmla="*/ 25631 h 134740"/>
                <a:gd name="connsiteX10" fmla="*/ 29870 w 95001"/>
                <a:gd name="connsiteY10" fmla="*/ 19241 h 134740"/>
                <a:gd name="connsiteX11" fmla="*/ 55878 w 95001"/>
                <a:gd name="connsiteY11" fmla="*/ 4635 h 134740"/>
                <a:gd name="connsiteX12" fmla="*/ 81706 w 95001"/>
                <a:gd name="connsiteY12" fmla="*/ 37681 h 134740"/>
                <a:gd name="connsiteX13" fmla="*/ 76829 w 95001"/>
                <a:gd name="connsiteY13" fmla="*/ 68901 h 134740"/>
                <a:gd name="connsiteX14" fmla="*/ 76649 w 95001"/>
                <a:gd name="connsiteY14" fmla="*/ 68901 h 134740"/>
                <a:gd name="connsiteX15" fmla="*/ 34024 w 95001"/>
                <a:gd name="connsiteY15" fmla="*/ 129699 h 134740"/>
                <a:gd name="connsiteX16" fmla="*/ 14157 w 95001"/>
                <a:gd name="connsiteY16" fmla="*/ 109068 h 134740"/>
                <a:gd name="connsiteX17" fmla="*/ 26077 w 95001"/>
                <a:gd name="connsiteY17" fmla="*/ 67623 h 134740"/>
                <a:gd name="connsiteX18" fmla="*/ 53350 w 95001"/>
                <a:gd name="connsiteY18" fmla="*/ 51374 h 134740"/>
                <a:gd name="connsiteX19" fmla="*/ 73398 w 95001"/>
                <a:gd name="connsiteY19" fmla="*/ 75474 h 134740"/>
                <a:gd name="connsiteX20" fmla="*/ 34024 w 95001"/>
                <a:gd name="connsiteY20" fmla="*/ 129699 h 13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001" h="134740">
                  <a:moveTo>
                    <a:pt x="76649" y="68901"/>
                  </a:moveTo>
                  <a:cubicBezTo>
                    <a:pt x="74843" y="57582"/>
                    <a:pt x="67437" y="47358"/>
                    <a:pt x="53350" y="47358"/>
                  </a:cubicBezTo>
                  <a:cubicBezTo>
                    <a:pt x="42332" y="47358"/>
                    <a:pt x="30593" y="50279"/>
                    <a:pt x="16505" y="64520"/>
                  </a:cubicBezTo>
                  <a:cubicBezTo>
                    <a:pt x="1514" y="79673"/>
                    <a:pt x="250" y="96653"/>
                    <a:pt x="250" y="102313"/>
                  </a:cubicBezTo>
                  <a:cubicBezTo>
                    <a:pt x="250" y="113632"/>
                    <a:pt x="8197" y="134811"/>
                    <a:pt x="33482" y="134811"/>
                  </a:cubicBezTo>
                  <a:cubicBezTo>
                    <a:pt x="76468" y="134811"/>
                    <a:pt x="95252" y="73466"/>
                    <a:pt x="95252" y="47358"/>
                  </a:cubicBezTo>
                  <a:cubicBezTo>
                    <a:pt x="95252" y="18328"/>
                    <a:pt x="78455" y="71"/>
                    <a:pt x="56239" y="71"/>
                  </a:cubicBezTo>
                  <a:cubicBezTo>
                    <a:pt x="30051" y="71"/>
                    <a:pt x="21743" y="23805"/>
                    <a:pt x="21743" y="28918"/>
                  </a:cubicBezTo>
                  <a:cubicBezTo>
                    <a:pt x="21743" y="31474"/>
                    <a:pt x="23188" y="35308"/>
                    <a:pt x="28606" y="35308"/>
                  </a:cubicBezTo>
                  <a:cubicBezTo>
                    <a:pt x="34566" y="35308"/>
                    <a:pt x="38359" y="29830"/>
                    <a:pt x="38359" y="25631"/>
                  </a:cubicBezTo>
                  <a:cubicBezTo>
                    <a:pt x="38359" y="19241"/>
                    <a:pt x="32760" y="19241"/>
                    <a:pt x="29870" y="19241"/>
                  </a:cubicBezTo>
                  <a:cubicBezTo>
                    <a:pt x="37817" y="5731"/>
                    <a:pt x="50641" y="4635"/>
                    <a:pt x="55878" y="4635"/>
                  </a:cubicBezTo>
                  <a:cubicBezTo>
                    <a:pt x="69063" y="4635"/>
                    <a:pt x="81706" y="14129"/>
                    <a:pt x="81706" y="37681"/>
                  </a:cubicBezTo>
                  <a:cubicBezTo>
                    <a:pt x="81706" y="44802"/>
                    <a:pt x="80622" y="54113"/>
                    <a:pt x="76829" y="68901"/>
                  </a:cubicBezTo>
                  <a:lnTo>
                    <a:pt x="76649" y="68901"/>
                  </a:lnTo>
                  <a:close/>
                  <a:moveTo>
                    <a:pt x="34024" y="129699"/>
                  </a:moveTo>
                  <a:cubicBezTo>
                    <a:pt x="14157" y="129699"/>
                    <a:pt x="14157" y="110894"/>
                    <a:pt x="14157" y="109068"/>
                  </a:cubicBezTo>
                  <a:cubicBezTo>
                    <a:pt x="14157" y="104138"/>
                    <a:pt x="18672" y="78578"/>
                    <a:pt x="26077" y="67623"/>
                  </a:cubicBezTo>
                  <a:cubicBezTo>
                    <a:pt x="33302" y="57217"/>
                    <a:pt x="42152" y="51374"/>
                    <a:pt x="53350" y="51374"/>
                  </a:cubicBezTo>
                  <a:cubicBezTo>
                    <a:pt x="73036" y="51374"/>
                    <a:pt x="73398" y="71823"/>
                    <a:pt x="73398" y="75474"/>
                  </a:cubicBezTo>
                  <a:cubicBezTo>
                    <a:pt x="73398" y="88620"/>
                    <a:pt x="61838" y="129699"/>
                    <a:pt x="34024" y="12969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73" name="Freeform: Shape 4972">
              <a:extLst>
                <a:ext uri="{FF2B5EF4-FFF2-40B4-BE49-F238E27FC236}">
                  <a16:creationId xmlns:a16="http://schemas.microsoft.com/office/drawing/2014/main" id="{6ABA8E34-75EF-AFA3-58C1-499B1861E47D}"/>
                </a:ext>
              </a:extLst>
            </p:cNvPr>
            <p:cNvSpPr/>
            <p:nvPr>
              <p:custDataLst>
                <p:tags r:id="rId65"/>
              </p:custDataLst>
            </p:nvPr>
          </p:nvSpPr>
          <p:spPr>
            <a:xfrm>
              <a:off x="8234232" y="5799269"/>
              <a:ext cx="97891" cy="120134"/>
            </a:xfrm>
            <a:custGeom>
              <a:avLst/>
              <a:gdLst>
                <a:gd name="connsiteX0" fmla="*/ 36559 w 97891"/>
                <a:gd name="connsiteY0" fmla="*/ 16685 h 120134"/>
                <a:gd name="connsiteX1" fmla="*/ 39268 w 97891"/>
                <a:gd name="connsiteY1" fmla="*/ 5000 h 120134"/>
                <a:gd name="connsiteX2" fmla="*/ 34030 w 97891"/>
                <a:gd name="connsiteY2" fmla="*/ 71 h 120134"/>
                <a:gd name="connsiteX3" fmla="*/ 26806 w 97891"/>
                <a:gd name="connsiteY3" fmla="*/ 6643 h 120134"/>
                <a:gd name="connsiteX4" fmla="*/ 797 w 97891"/>
                <a:gd name="connsiteY4" fmla="*/ 112354 h 120134"/>
                <a:gd name="connsiteX5" fmla="*/ 256 w 97891"/>
                <a:gd name="connsiteY5" fmla="*/ 115275 h 120134"/>
                <a:gd name="connsiteX6" fmla="*/ 5313 w 97891"/>
                <a:gd name="connsiteY6" fmla="*/ 120205 h 120134"/>
                <a:gd name="connsiteX7" fmla="*/ 11634 w 97891"/>
                <a:gd name="connsiteY7" fmla="*/ 116371 h 120134"/>
                <a:gd name="connsiteX8" fmla="*/ 21568 w 97891"/>
                <a:gd name="connsiteY8" fmla="*/ 77117 h 120134"/>
                <a:gd name="connsiteX9" fmla="*/ 39087 w 97891"/>
                <a:gd name="connsiteY9" fmla="*/ 82777 h 120134"/>
                <a:gd name="connsiteX10" fmla="*/ 63109 w 97891"/>
                <a:gd name="connsiteY10" fmla="*/ 69449 h 120134"/>
                <a:gd name="connsiteX11" fmla="*/ 79364 w 97891"/>
                <a:gd name="connsiteY11" fmla="*/ 82777 h 120134"/>
                <a:gd name="connsiteX12" fmla="*/ 92729 w 97891"/>
                <a:gd name="connsiteY12" fmla="*/ 72736 h 120134"/>
                <a:gd name="connsiteX13" fmla="*/ 98147 w 97891"/>
                <a:gd name="connsiteY13" fmla="*/ 54661 h 120134"/>
                <a:gd name="connsiteX14" fmla="*/ 95980 w 97891"/>
                <a:gd name="connsiteY14" fmla="*/ 52835 h 120134"/>
                <a:gd name="connsiteX15" fmla="*/ 93451 w 97891"/>
                <a:gd name="connsiteY15" fmla="*/ 56121 h 120134"/>
                <a:gd name="connsiteX16" fmla="*/ 79725 w 97891"/>
                <a:gd name="connsiteY16" fmla="*/ 78760 h 120134"/>
                <a:gd name="connsiteX17" fmla="*/ 74307 w 97891"/>
                <a:gd name="connsiteY17" fmla="*/ 70362 h 120134"/>
                <a:gd name="connsiteX18" fmla="*/ 77919 w 97891"/>
                <a:gd name="connsiteY18" fmla="*/ 51374 h 120134"/>
                <a:gd name="connsiteX19" fmla="*/ 82976 w 97891"/>
                <a:gd name="connsiteY19" fmla="*/ 31656 h 120134"/>
                <a:gd name="connsiteX20" fmla="*/ 86046 w 97891"/>
                <a:gd name="connsiteY20" fmla="*/ 19241 h 120134"/>
                <a:gd name="connsiteX21" fmla="*/ 88755 w 97891"/>
                <a:gd name="connsiteY21" fmla="*/ 7009 h 120134"/>
                <a:gd name="connsiteX22" fmla="*/ 83518 w 97891"/>
                <a:gd name="connsiteY22" fmla="*/ 2079 h 120134"/>
                <a:gd name="connsiteX23" fmla="*/ 76474 w 97891"/>
                <a:gd name="connsiteY23" fmla="*/ 8469 h 120134"/>
                <a:gd name="connsiteX24" fmla="*/ 67985 w 97891"/>
                <a:gd name="connsiteY24" fmla="*/ 42611 h 120134"/>
                <a:gd name="connsiteX25" fmla="*/ 63289 w 97891"/>
                <a:gd name="connsiteY25" fmla="*/ 61233 h 120134"/>
                <a:gd name="connsiteX26" fmla="*/ 39810 w 97891"/>
                <a:gd name="connsiteY26" fmla="*/ 78760 h 120134"/>
                <a:gd name="connsiteX27" fmla="*/ 26444 w 97891"/>
                <a:gd name="connsiteY27" fmla="*/ 62876 h 120134"/>
                <a:gd name="connsiteX28" fmla="*/ 28973 w 97891"/>
                <a:gd name="connsiteY28" fmla="*/ 47358 h 120134"/>
                <a:gd name="connsiteX29" fmla="*/ 36559 w 97891"/>
                <a:gd name="connsiteY29" fmla="*/ 16685 h 12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7891" h="120134">
                  <a:moveTo>
                    <a:pt x="36559" y="16685"/>
                  </a:moveTo>
                  <a:cubicBezTo>
                    <a:pt x="37462" y="12851"/>
                    <a:pt x="39268" y="5913"/>
                    <a:pt x="39268" y="5000"/>
                  </a:cubicBezTo>
                  <a:cubicBezTo>
                    <a:pt x="39268" y="1896"/>
                    <a:pt x="37100" y="71"/>
                    <a:pt x="34030" y="71"/>
                  </a:cubicBezTo>
                  <a:cubicBezTo>
                    <a:pt x="33488" y="71"/>
                    <a:pt x="28431" y="253"/>
                    <a:pt x="26806" y="6643"/>
                  </a:cubicBezTo>
                  <a:lnTo>
                    <a:pt x="797" y="112354"/>
                  </a:lnTo>
                  <a:cubicBezTo>
                    <a:pt x="256" y="114545"/>
                    <a:pt x="256" y="114910"/>
                    <a:pt x="256" y="115275"/>
                  </a:cubicBezTo>
                  <a:cubicBezTo>
                    <a:pt x="256" y="118014"/>
                    <a:pt x="2242" y="120205"/>
                    <a:pt x="5313" y="120205"/>
                  </a:cubicBezTo>
                  <a:cubicBezTo>
                    <a:pt x="9106" y="120205"/>
                    <a:pt x="11273" y="116919"/>
                    <a:pt x="11634" y="116371"/>
                  </a:cubicBezTo>
                  <a:cubicBezTo>
                    <a:pt x="12357" y="114728"/>
                    <a:pt x="14705" y="105234"/>
                    <a:pt x="21568" y="77117"/>
                  </a:cubicBezTo>
                  <a:cubicBezTo>
                    <a:pt x="27347" y="82047"/>
                    <a:pt x="35475" y="82777"/>
                    <a:pt x="39087" y="82777"/>
                  </a:cubicBezTo>
                  <a:cubicBezTo>
                    <a:pt x="51730" y="82777"/>
                    <a:pt x="58774" y="74561"/>
                    <a:pt x="63109" y="69449"/>
                  </a:cubicBezTo>
                  <a:cubicBezTo>
                    <a:pt x="64734" y="77665"/>
                    <a:pt x="71417" y="82777"/>
                    <a:pt x="79364" y="82777"/>
                  </a:cubicBezTo>
                  <a:cubicBezTo>
                    <a:pt x="85685" y="82777"/>
                    <a:pt x="89839" y="78578"/>
                    <a:pt x="92729" y="72736"/>
                  </a:cubicBezTo>
                  <a:cubicBezTo>
                    <a:pt x="95799" y="66163"/>
                    <a:pt x="98147" y="55026"/>
                    <a:pt x="98147" y="54661"/>
                  </a:cubicBezTo>
                  <a:cubicBezTo>
                    <a:pt x="98147" y="52835"/>
                    <a:pt x="96522" y="52835"/>
                    <a:pt x="95980" y="52835"/>
                  </a:cubicBezTo>
                  <a:cubicBezTo>
                    <a:pt x="94174" y="52835"/>
                    <a:pt x="93993" y="53565"/>
                    <a:pt x="93451" y="56121"/>
                  </a:cubicBezTo>
                  <a:cubicBezTo>
                    <a:pt x="90381" y="67989"/>
                    <a:pt x="87130" y="78760"/>
                    <a:pt x="79725" y="78760"/>
                  </a:cubicBezTo>
                  <a:cubicBezTo>
                    <a:pt x="74848" y="78760"/>
                    <a:pt x="74307" y="74014"/>
                    <a:pt x="74307" y="70362"/>
                  </a:cubicBezTo>
                  <a:cubicBezTo>
                    <a:pt x="74307" y="66345"/>
                    <a:pt x="76474" y="57764"/>
                    <a:pt x="77919" y="51374"/>
                  </a:cubicBezTo>
                  <a:lnTo>
                    <a:pt x="82976" y="31656"/>
                  </a:lnTo>
                  <a:cubicBezTo>
                    <a:pt x="83518" y="28918"/>
                    <a:pt x="85324" y="21980"/>
                    <a:pt x="86046" y="19241"/>
                  </a:cubicBezTo>
                  <a:cubicBezTo>
                    <a:pt x="86949" y="15042"/>
                    <a:pt x="88755" y="8104"/>
                    <a:pt x="88755" y="7009"/>
                  </a:cubicBezTo>
                  <a:cubicBezTo>
                    <a:pt x="88755" y="3722"/>
                    <a:pt x="86227" y="2079"/>
                    <a:pt x="83518" y="2079"/>
                  </a:cubicBezTo>
                  <a:cubicBezTo>
                    <a:pt x="82615" y="2079"/>
                    <a:pt x="77919" y="2262"/>
                    <a:pt x="76474" y="8469"/>
                  </a:cubicBezTo>
                  <a:lnTo>
                    <a:pt x="67985" y="42611"/>
                  </a:lnTo>
                  <a:cubicBezTo>
                    <a:pt x="65818" y="51739"/>
                    <a:pt x="63831" y="59408"/>
                    <a:pt x="63289" y="61233"/>
                  </a:cubicBezTo>
                  <a:cubicBezTo>
                    <a:pt x="63109" y="62146"/>
                    <a:pt x="54439" y="78760"/>
                    <a:pt x="39810" y="78760"/>
                  </a:cubicBezTo>
                  <a:cubicBezTo>
                    <a:pt x="30779" y="78760"/>
                    <a:pt x="26444" y="72736"/>
                    <a:pt x="26444" y="62876"/>
                  </a:cubicBezTo>
                  <a:cubicBezTo>
                    <a:pt x="26444" y="57582"/>
                    <a:pt x="27709" y="52470"/>
                    <a:pt x="28973" y="47358"/>
                  </a:cubicBezTo>
                  <a:lnTo>
                    <a:pt x="36559" y="1668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74" name="Freeform: Shape 4973">
              <a:extLst>
                <a:ext uri="{FF2B5EF4-FFF2-40B4-BE49-F238E27FC236}">
                  <a16:creationId xmlns:a16="http://schemas.microsoft.com/office/drawing/2014/main" id="{C7BCCA89-31DC-FD06-8BD6-25060BE608F7}"/>
                </a:ext>
              </a:extLst>
            </p:cNvPr>
            <p:cNvSpPr/>
            <p:nvPr>
              <p:custDataLst>
                <p:tags r:id="rId66"/>
              </p:custDataLst>
            </p:nvPr>
          </p:nvSpPr>
          <p:spPr>
            <a:xfrm>
              <a:off x="8343583" y="5850992"/>
              <a:ext cx="77247" cy="57638"/>
            </a:xfrm>
            <a:custGeom>
              <a:avLst/>
              <a:gdLst>
                <a:gd name="connsiteX0" fmla="*/ 9744 w 77247"/>
                <a:gd name="connsiteY0" fmla="*/ 48382 h 57638"/>
                <a:gd name="connsiteX1" fmla="*/ 8479 w 77247"/>
                <a:gd name="connsiteY1" fmla="*/ 53621 h 57638"/>
                <a:gd name="connsiteX2" fmla="*/ 12778 w 77247"/>
                <a:gd name="connsiteY2" fmla="*/ 57711 h 57638"/>
                <a:gd name="connsiteX3" fmla="*/ 17709 w 77247"/>
                <a:gd name="connsiteY3" fmla="*/ 54899 h 57638"/>
                <a:gd name="connsiteX4" fmla="*/ 19984 w 77247"/>
                <a:gd name="connsiteY4" fmla="*/ 46976 h 57638"/>
                <a:gd name="connsiteX5" fmla="*/ 22766 w 77247"/>
                <a:gd name="connsiteY5" fmla="*/ 35473 h 57638"/>
                <a:gd name="connsiteX6" fmla="*/ 24915 w 77247"/>
                <a:gd name="connsiteY6" fmla="*/ 26911 h 57638"/>
                <a:gd name="connsiteX7" fmla="*/ 30225 w 77247"/>
                <a:gd name="connsiteY7" fmla="*/ 15408 h 57638"/>
                <a:gd name="connsiteX8" fmla="*/ 49189 w 77247"/>
                <a:gd name="connsiteY8" fmla="*/ 3651 h 57638"/>
                <a:gd name="connsiteX9" fmla="*/ 56649 w 77247"/>
                <a:gd name="connsiteY9" fmla="*/ 12597 h 57638"/>
                <a:gd name="connsiteX10" fmla="*/ 49189 w 77247"/>
                <a:gd name="connsiteY10" fmla="*/ 39819 h 57638"/>
                <a:gd name="connsiteX11" fmla="*/ 47293 w 77247"/>
                <a:gd name="connsiteY11" fmla="*/ 46720 h 57638"/>
                <a:gd name="connsiteX12" fmla="*/ 59304 w 77247"/>
                <a:gd name="connsiteY12" fmla="*/ 57711 h 57638"/>
                <a:gd name="connsiteX13" fmla="*/ 77509 w 77247"/>
                <a:gd name="connsiteY13" fmla="*/ 38157 h 57638"/>
                <a:gd name="connsiteX14" fmla="*/ 75486 w 77247"/>
                <a:gd name="connsiteY14" fmla="*/ 36496 h 57638"/>
                <a:gd name="connsiteX15" fmla="*/ 73084 w 77247"/>
                <a:gd name="connsiteY15" fmla="*/ 38669 h 57638"/>
                <a:gd name="connsiteX16" fmla="*/ 59683 w 77247"/>
                <a:gd name="connsiteY16" fmla="*/ 54133 h 57638"/>
                <a:gd name="connsiteX17" fmla="*/ 56522 w 77247"/>
                <a:gd name="connsiteY17" fmla="*/ 49660 h 57638"/>
                <a:gd name="connsiteX18" fmla="*/ 59430 w 77247"/>
                <a:gd name="connsiteY18" fmla="*/ 39308 h 57638"/>
                <a:gd name="connsiteX19" fmla="*/ 66131 w 77247"/>
                <a:gd name="connsiteY19" fmla="*/ 14642 h 57638"/>
                <a:gd name="connsiteX20" fmla="*/ 49695 w 77247"/>
                <a:gd name="connsiteY20" fmla="*/ 72 h 57638"/>
                <a:gd name="connsiteX21" fmla="*/ 28329 w 77247"/>
                <a:gd name="connsiteY21" fmla="*/ 11702 h 57638"/>
                <a:gd name="connsiteX22" fmla="*/ 14801 w 77247"/>
                <a:gd name="connsiteY22" fmla="*/ 72 h 57638"/>
                <a:gd name="connsiteX23" fmla="*/ 4813 w 77247"/>
                <a:gd name="connsiteY23" fmla="*/ 6974 h 57638"/>
                <a:gd name="connsiteX24" fmla="*/ 262 w 77247"/>
                <a:gd name="connsiteY24" fmla="*/ 19626 h 57638"/>
                <a:gd name="connsiteX25" fmla="*/ 2411 w 77247"/>
                <a:gd name="connsiteY25" fmla="*/ 21287 h 57638"/>
                <a:gd name="connsiteX26" fmla="*/ 5192 w 77247"/>
                <a:gd name="connsiteY26" fmla="*/ 17453 h 57638"/>
                <a:gd name="connsiteX27" fmla="*/ 14422 w 77247"/>
                <a:gd name="connsiteY27" fmla="*/ 3651 h 57638"/>
                <a:gd name="connsiteX28" fmla="*/ 18594 w 77247"/>
                <a:gd name="connsiteY28" fmla="*/ 9913 h 57638"/>
                <a:gd name="connsiteX29" fmla="*/ 16571 w 77247"/>
                <a:gd name="connsiteY29" fmla="*/ 20521 h 57638"/>
                <a:gd name="connsiteX30" fmla="*/ 13789 w 77247"/>
                <a:gd name="connsiteY30" fmla="*/ 32023 h 57638"/>
                <a:gd name="connsiteX31" fmla="*/ 9744 w 77247"/>
                <a:gd name="connsiteY31" fmla="*/ 48382 h 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247" h="57638">
                  <a:moveTo>
                    <a:pt x="9744" y="48382"/>
                  </a:moveTo>
                  <a:cubicBezTo>
                    <a:pt x="9238" y="50043"/>
                    <a:pt x="8479" y="53238"/>
                    <a:pt x="8479" y="53621"/>
                  </a:cubicBezTo>
                  <a:cubicBezTo>
                    <a:pt x="8479" y="56433"/>
                    <a:pt x="10755" y="57711"/>
                    <a:pt x="12778" y="57711"/>
                  </a:cubicBezTo>
                  <a:cubicBezTo>
                    <a:pt x="15054" y="57711"/>
                    <a:pt x="17077" y="56050"/>
                    <a:pt x="17709" y="54899"/>
                  </a:cubicBezTo>
                  <a:cubicBezTo>
                    <a:pt x="18341" y="53749"/>
                    <a:pt x="19352" y="49660"/>
                    <a:pt x="19984" y="46976"/>
                  </a:cubicBezTo>
                  <a:cubicBezTo>
                    <a:pt x="20617" y="44547"/>
                    <a:pt x="22007" y="38669"/>
                    <a:pt x="22766" y="35473"/>
                  </a:cubicBezTo>
                  <a:cubicBezTo>
                    <a:pt x="23524" y="32662"/>
                    <a:pt x="24283" y="29850"/>
                    <a:pt x="24915" y="26911"/>
                  </a:cubicBezTo>
                  <a:cubicBezTo>
                    <a:pt x="26306" y="21671"/>
                    <a:pt x="26559" y="20648"/>
                    <a:pt x="30225" y="15408"/>
                  </a:cubicBezTo>
                  <a:cubicBezTo>
                    <a:pt x="33765" y="10296"/>
                    <a:pt x="39707" y="3651"/>
                    <a:pt x="49189" y="3651"/>
                  </a:cubicBezTo>
                  <a:cubicBezTo>
                    <a:pt x="56522" y="3651"/>
                    <a:pt x="56649" y="10169"/>
                    <a:pt x="56649" y="12597"/>
                  </a:cubicBezTo>
                  <a:cubicBezTo>
                    <a:pt x="56649" y="20265"/>
                    <a:pt x="51212" y="34451"/>
                    <a:pt x="49189" y="39819"/>
                  </a:cubicBezTo>
                  <a:cubicBezTo>
                    <a:pt x="47799" y="43397"/>
                    <a:pt x="47293" y="44547"/>
                    <a:pt x="47293" y="46720"/>
                  </a:cubicBezTo>
                  <a:cubicBezTo>
                    <a:pt x="47293" y="53494"/>
                    <a:pt x="52856" y="57711"/>
                    <a:pt x="59304" y="57711"/>
                  </a:cubicBezTo>
                  <a:cubicBezTo>
                    <a:pt x="71947" y="57711"/>
                    <a:pt x="77509" y="40074"/>
                    <a:pt x="77509" y="38157"/>
                  </a:cubicBezTo>
                  <a:cubicBezTo>
                    <a:pt x="77509" y="36496"/>
                    <a:pt x="75866" y="36496"/>
                    <a:pt x="75486" y="36496"/>
                  </a:cubicBezTo>
                  <a:cubicBezTo>
                    <a:pt x="73717" y="36496"/>
                    <a:pt x="73590" y="37263"/>
                    <a:pt x="73084" y="38669"/>
                  </a:cubicBezTo>
                  <a:cubicBezTo>
                    <a:pt x="70177" y="48893"/>
                    <a:pt x="64740" y="54133"/>
                    <a:pt x="59683" y="54133"/>
                  </a:cubicBezTo>
                  <a:cubicBezTo>
                    <a:pt x="57028" y="54133"/>
                    <a:pt x="56522" y="52343"/>
                    <a:pt x="56522" y="49660"/>
                  </a:cubicBezTo>
                  <a:cubicBezTo>
                    <a:pt x="56522" y="46720"/>
                    <a:pt x="57154" y="45059"/>
                    <a:pt x="59430" y="39308"/>
                  </a:cubicBezTo>
                  <a:cubicBezTo>
                    <a:pt x="60947" y="35346"/>
                    <a:pt x="66131" y="21799"/>
                    <a:pt x="66131" y="14642"/>
                  </a:cubicBezTo>
                  <a:cubicBezTo>
                    <a:pt x="66131" y="2245"/>
                    <a:pt x="56396" y="72"/>
                    <a:pt x="49695" y="72"/>
                  </a:cubicBezTo>
                  <a:cubicBezTo>
                    <a:pt x="39202" y="72"/>
                    <a:pt x="32122" y="6590"/>
                    <a:pt x="28329" y="11702"/>
                  </a:cubicBezTo>
                  <a:cubicBezTo>
                    <a:pt x="27444" y="2884"/>
                    <a:pt x="19984" y="72"/>
                    <a:pt x="14801" y="72"/>
                  </a:cubicBezTo>
                  <a:cubicBezTo>
                    <a:pt x="9364" y="72"/>
                    <a:pt x="6457" y="4034"/>
                    <a:pt x="4813" y="6974"/>
                  </a:cubicBezTo>
                  <a:cubicBezTo>
                    <a:pt x="2032" y="11702"/>
                    <a:pt x="262" y="18987"/>
                    <a:pt x="262" y="19626"/>
                  </a:cubicBezTo>
                  <a:cubicBezTo>
                    <a:pt x="262" y="21287"/>
                    <a:pt x="2032" y="21287"/>
                    <a:pt x="2411" y="21287"/>
                  </a:cubicBezTo>
                  <a:cubicBezTo>
                    <a:pt x="4181" y="21287"/>
                    <a:pt x="4307" y="20904"/>
                    <a:pt x="5192" y="17453"/>
                  </a:cubicBezTo>
                  <a:cubicBezTo>
                    <a:pt x="7089" y="9913"/>
                    <a:pt x="9491" y="3651"/>
                    <a:pt x="14422" y="3651"/>
                  </a:cubicBezTo>
                  <a:cubicBezTo>
                    <a:pt x="17709" y="3651"/>
                    <a:pt x="18594" y="6462"/>
                    <a:pt x="18594" y="9913"/>
                  </a:cubicBezTo>
                  <a:cubicBezTo>
                    <a:pt x="18594" y="12341"/>
                    <a:pt x="17456" y="17070"/>
                    <a:pt x="16571" y="20521"/>
                  </a:cubicBezTo>
                  <a:cubicBezTo>
                    <a:pt x="15686" y="23971"/>
                    <a:pt x="14422" y="29211"/>
                    <a:pt x="13789" y="32023"/>
                  </a:cubicBezTo>
                  <a:lnTo>
                    <a:pt x="9744" y="4838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75" name="Freeform: Shape 4974">
              <a:extLst>
                <a:ext uri="{FF2B5EF4-FFF2-40B4-BE49-F238E27FC236}">
                  <a16:creationId xmlns:a16="http://schemas.microsoft.com/office/drawing/2014/main" id="{7D0E2E23-2765-479D-C774-6AE28866DD73}"/>
                </a:ext>
              </a:extLst>
            </p:cNvPr>
            <p:cNvSpPr/>
            <p:nvPr>
              <p:custDataLst>
                <p:tags r:id="rId67"/>
              </p:custDataLst>
            </p:nvPr>
          </p:nvSpPr>
          <p:spPr>
            <a:xfrm>
              <a:off x="8092158" y="5954185"/>
              <a:ext cx="374530" cy="7302"/>
            </a:xfrm>
            <a:custGeom>
              <a:avLst/>
              <a:gdLst>
                <a:gd name="connsiteX0" fmla="*/ 0 w 374530"/>
                <a:gd name="connsiteY0" fmla="*/ 0 h 7302"/>
                <a:gd name="connsiteX1" fmla="*/ 374530 w 374530"/>
                <a:gd name="connsiteY1" fmla="*/ 0 h 7302"/>
                <a:gd name="connsiteX2" fmla="*/ 374530 w 374530"/>
                <a:gd name="connsiteY2" fmla="*/ 7303 h 7302"/>
                <a:gd name="connsiteX3" fmla="*/ 0 w 374530"/>
                <a:gd name="connsiteY3" fmla="*/ 7303 h 7302"/>
              </a:gdLst>
              <a:ahLst/>
              <a:cxnLst>
                <a:cxn ang="0">
                  <a:pos x="connsiteX0" y="connsiteY0"/>
                </a:cxn>
                <a:cxn ang="0">
                  <a:pos x="connsiteX1" y="connsiteY1"/>
                </a:cxn>
                <a:cxn ang="0">
                  <a:pos x="connsiteX2" y="connsiteY2"/>
                </a:cxn>
                <a:cxn ang="0">
                  <a:pos x="connsiteX3" y="connsiteY3"/>
                </a:cxn>
              </a:cxnLst>
              <a:rect l="l" t="t" r="r" b="b"/>
              <a:pathLst>
                <a:path w="374530" h="7302">
                  <a:moveTo>
                    <a:pt x="0" y="0"/>
                  </a:moveTo>
                  <a:lnTo>
                    <a:pt x="374530" y="0"/>
                  </a:lnTo>
                  <a:lnTo>
                    <a:pt x="374530" y="7303"/>
                  </a:lnTo>
                  <a:lnTo>
                    <a:pt x="0" y="730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76" name="Freeform: Shape 4975">
              <a:extLst>
                <a:ext uri="{FF2B5EF4-FFF2-40B4-BE49-F238E27FC236}">
                  <a16:creationId xmlns:a16="http://schemas.microsoft.com/office/drawing/2014/main" id="{FA452A7B-2132-A8C1-2ACF-2F93EA8DFBB8}"/>
                </a:ext>
              </a:extLst>
            </p:cNvPr>
            <p:cNvSpPr/>
            <p:nvPr>
              <p:custDataLst>
                <p:tags r:id="rId68"/>
              </p:custDataLst>
            </p:nvPr>
          </p:nvSpPr>
          <p:spPr>
            <a:xfrm>
              <a:off x="8099382" y="5997994"/>
              <a:ext cx="95001" cy="134740"/>
            </a:xfrm>
            <a:custGeom>
              <a:avLst/>
              <a:gdLst>
                <a:gd name="connsiteX0" fmla="*/ 76647 w 95001"/>
                <a:gd name="connsiteY0" fmla="*/ 68915 h 134740"/>
                <a:gd name="connsiteX1" fmla="*/ 53348 w 95001"/>
                <a:gd name="connsiteY1" fmla="*/ 47371 h 134740"/>
                <a:gd name="connsiteX2" fmla="*/ 16503 w 95001"/>
                <a:gd name="connsiteY2" fmla="*/ 64533 h 134740"/>
                <a:gd name="connsiteX3" fmla="*/ 248 w 95001"/>
                <a:gd name="connsiteY3" fmla="*/ 102326 h 134740"/>
                <a:gd name="connsiteX4" fmla="*/ 33481 w 95001"/>
                <a:gd name="connsiteY4" fmla="*/ 134825 h 134740"/>
                <a:gd name="connsiteX5" fmla="*/ 95250 w 95001"/>
                <a:gd name="connsiteY5" fmla="*/ 47371 h 134740"/>
                <a:gd name="connsiteX6" fmla="*/ 56238 w 95001"/>
                <a:gd name="connsiteY6" fmla="*/ 84 h 134740"/>
                <a:gd name="connsiteX7" fmla="*/ 21741 w 95001"/>
                <a:gd name="connsiteY7" fmla="*/ 28931 h 134740"/>
                <a:gd name="connsiteX8" fmla="*/ 28604 w 95001"/>
                <a:gd name="connsiteY8" fmla="*/ 35321 h 134740"/>
                <a:gd name="connsiteX9" fmla="*/ 38357 w 95001"/>
                <a:gd name="connsiteY9" fmla="*/ 25645 h 134740"/>
                <a:gd name="connsiteX10" fmla="*/ 29868 w 95001"/>
                <a:gd name="connsiteY10" fmla="*/ 19255 h 134740"/>
                <a:gd name="connsiteX11" fmla="*/ 55877 w 95001"/>
                <a:gd name="connsiteY11" fmla="*/ 4649 h 134740"/>
                <a:gd name="connsiteX12" fmla="*/ 81704 w 95001"/>
                <a:gd name="connsiteY12" fmla="*/ 37695 h 134740"/>
                <a:gd name="connsiteX13" fmla="*/ 76828 w 95001"/>
                <a:gd name="connsiteY13" fmla="*/ 68915 h 134740"/>
                <a:gd name="connsiteX14" fmla="*/ 76647 w 95001"/>
                <a:gd name="connsiteY14" fmla="*/ 68915 h 134740"/>
                <a:gd name="connsiteX15" fmla="*/ 34023 w 95001"/>
                <a:gd name="connsiteY15" fmla="*/ 129712 h 134740"/>
                <a:gd name="connsiteX16" fmla="*/ 14155 w 95001"/>
                <a:gd name="connsiteY16" fmla="*/ 109081 h 134740"/>
                <a:gd name="connsiteX17" fmla="*/ 26076 w 95001"/>
                <a:gd name="connsiteY17" fmla="*/ 67637 h 134740"/>
                <a:gd name="connsiteX18" fmla="*/ 53348 w 95001"/>
                <a:gd name="connsiteY18" fmla="*/ 51388 h 134740"/>
                <a:gd name="connsiteX19" fmla="*/ 73396 w 95001"/>
                <a:gd name="connsiteY19" fmla="*/ 75488 h 134740"/>
                <a:gd name="connsiteX20" fmla="*/ 34023 w 95001"/>
                <a:gd name="connsiteY20" fmla="*/ 129712 h 13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001" h="134740">
                  <a:moveTo>
                    <a:pt x="76647" y="68915"/>
                  </a:moveTo>
                  <a:cubicBezTo>
                    <a:pt x="74841" y="57595"/>
                    <a:pt x="67436" y="47371"/>
                    <a:pt x="53348" y="47371"/>
                  </a:cubicBezTo>
                  <a:cubicBezTo>
                    <a:pt x="42331" y="47371"/>
                    <a:pt x="30591" y="50292"/>
                    <a:pt x="16503" y="64533"/>
                  </a:cubicBezTo>
                  <a:cubicBezTo>
                    <a:pt x="1512" y="79687"/>
                    <a:pt x="248" y="96666"/>
                    <a:pt x="248" y="102326"/>
                  </a:cubicBezTo>
                  <a:cubicBezTo>
                    <a:pt x="248" y="113646"/>
                    <a:pt x="8195" y="134825"/>
                    <a:pt x="33481" y="134825"/>
                  </a:cubicBezTo>
                  <a:cubicBezTo>
                    <a:pt x="76466" y="134825"/>
                    <a:pt x="95250" y="73479"/>
                    <a:pt x="95250" y="47371"/>
                  </a:cubicBezTo>
                  <a:cubicBezTo>
                    <a:pt x="95250" y="18342"/>
                    <a:pt x="78453" y="84"/>
                    <a:pt x="56238" y="84"/>
                  </a:cubicBezTo>
                  <a:cubicBezTo>
                    <a:pt x="30049" y="84"/>
                    <a:pt x="21741" y="23819"/>
                    <a:pt x="21741" y="28931"/>
                  </a:cubicBezTo>
                  <a:cubicBezTo>
                    <a:pt x="21741" y="31487"/>
                    <a:pt x="23186" y="35321"/>
                    <a:pt x="28604" y="35321"/>
                  </a:cubicBezTo>
                  <a:cubicBezTo>
                    <a:pt x="34564" y="35321"/>
                    <a:pt x="38357" y="29844"/>
                    <a:pt x="38357" y="25645"/>
                  </a:cubicBezTo>
                  <a:cubicBezTo>
                    <a:pt x="38357" y="19255"/>
                    <a:pt x="32758" y="19255"/>
                    <a:pt x="29868" y="19255"/>
                  </a:cubicBezTo>
                  <a:cubicBezTo>
                    <a:pt x="37815" y="5744"/>
                    <a:pt x="50639" y="4649"/>
                    <a:pt x="55877" y="4649"/>
                  </a:cubicBezTo>
                  <a:cubicBezTo>
                    <a:pt x="69061" y="4649"/>
                    <a:pt x="81704" y="14143"/>
                    <a:pt x="81704" y="37695"/>
                  </a:cubicBezTo>
                  <a:cubicBezTo>
                    <a:pt x="81704" y="44815"/>
                    <a:pt x="80620" y="54126"/>
                    <a:pt x="76828" y="68915"/>
                  </a:cubicBezTo>
                  <a:lnTo>
                    <a:pt x="76647" y="68915"/>
                  </a:lnTo>
                  <a:close/>
                  <a:moveTo>
                    <a:pt x="34023" y="129712"/>
                  </a:moveTo>
                  <a:cubicBezTo>
                    <a:pt x="14155" y="129712"/>
                    <a:pt x="14155" y="110907"/>
                    <a:pt x="14155" y="109081"/>
                  </a:cubicBezTo>
                  <a:cubicBezTo>
                    <a:pt x="14155" y="104152"/>
                    <a:pt x="18671" y="78591"/>
                    <a:pt x="26076" y="67637"/>
                  </a:cubicBezTo>
                  <a:cubicBezTo>
                    <a:pt x="33300" y="57230"/>
                    <a:pt x="42150" y="51388"/>
                    <a:pt x="53348" y="51388"/>
                  </a:cubicBezTo>
                  <a:cubicBezTo>
                    <a:pt x="73035" y="51388"/>
                    <a:pt x="73396" y="71836"/>
                    <a:pt x="73396" y="75488"/>
                  </a:cubicBezTo>
                  <a:cubicBezTo>
                    <a:pt x="73396" y="88633"/>
                    <a:pt x="61837" y="129712"/>
                    <a:pt x="34023" y="12971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77" name="Freeform: Shape 4976">
              <a:extLst>
                <a:ext uri="{FF2B5EF4-FFF2-40B4-BE49-F238E27FC236}">
                  <a16:creationId xmlns:a16="http://schemas.microsoft.com/office/drawing/2014/main" id="{D3976408-5860-495B-BBF5-EA64A1965939}"/>
                </a:ext>
              </a:extLst>
            </p:cNvPr>
            <p:cNvSpPr/>
            <p:nvPr>
              <p:custDataLst>
                <p:tags r:id="rId69"/>
              </p:custDataLst>
            </p:nvPr>
          </p:nvSpPr>
          <p:spPr>
            <a:xfrm>
              <a:off x="8203317" y="6048019"/>
              <a:ext cx="89944" cy="82706"/>
            </a:xfrm>
            <a:custGeom>
              <a:avLst/>
              <a:gdLst>
                <a:gd name="connsiteX0" fmla="*/ 55341 w 89944"/>
                <a:gd name="connsiteY0" fmla="*/ 25645 h 82706"/>
                <a:gd name="connsiteX1" fmla="*/ 73221 w 89944"/>
                <a:gd name="connsiteY1" fmla="*/ 4101 h 82706"/>
                <a:gd name="connsiteX2" fmla="*/ 82252 w 89944"/>
                <a:gd name="connsiteY2" fmla="*/ 6474 h 82706"/>
                <a:gd name="connsiteX3" fmla="*/ 73582 w 89944"/>
                <a:gd name="connsiteY3" fmla="*/ 16333 h 82706"/>
                <a:gd name="connsiteX4" fmla="*/ 80446 w 89944"/>
                <a:gd name="connsiteY4" fmla="*/ 22724 h 82706"/>
                <a:gd name="connsiteX5" fmla="*/ 90199 w 89944"/>
                <a:gd name="connsiteY5" fmla="*/ 12134 h 82706"/>
                <a:gd name="connsiteX6" fmla="*/ 73402 w 89944"/>
                <a:gd name="connsiteY6" fmla="*/ 84 h 82706"/>
                <a:gd name="connsiteX7" fmla="*/ 54438 w 89944"/>
                <a:gd name="connsiteY7" fmla="*/ 13960 h 82706"/>
                <a:gd name="connsiteX8" fmla="*/ 34931 w 89944"/>
                <a:gd name="connsiteY8" fmla="*/ 84 h 82706"/>
                <a:gd name="connsiteX9" fmla="*/ 5853 w 89944"/>
                <a:gd name="connsiteY9" fmla="*/ 28201 h 82706"/>
                <a:gd name="connsiteX10" fmla="*/ 8020 w 89944"/>
                <a:gd name="connsiteY10" fmla="*/ 30027 h 82706"/>
                <a:gd name="connsiteX11" fmla="*/ 10368 w 89944"/>
                <a:gd name="connsiteY11" fmla="*/ 28018 h 82706"/>
                <a:gd name="connsiteX12" fmla="*/ 34570 w 89944"/>
                <a:gd name="connsiteY12" fmla="*/ 4101 h 82706"/>
                <a:gd name="connsiteX13" fmla="*/ 44323 w 89944"/>
                <a:gd name="connsiteY13" fmla="*/ 16333 h 82706"/>
                <a:gd name="connsiteX14" fmla="*/ 34570 w 89944"/>
                <a:gd name="connsiteY14" fmla="*/ 59786 h 82706"/>
                <a:gd name="connsiteX15" fmla="*/ 17412 w 89944"/>
                <a:gd name="connsiteY15" fmla="*/ 78774 h 82706"/>
                <a:gd name="connsiteX16" fmla="*/ 8381 w 89944"/>
                <a:gd name="connsiteY16" fmla="*/ 76401 h 82706"/>
                <a:gd name="connsiteX17" fmla="*/ 16870 w 89944"/>
                <a:gd name="connsiteY17" fmla="*/ 66542 h 82706"/>
                <a:gd name="connsiteX18" fmla="*/ 10188 w 89944"/>
                <a:gd name="connsiteY18" fmla="*/ 60151 h 82706"/>
                <a:gd name="connsiteX19" fmla="*/ 254 w 89944"/>
                <a:gd name="connsiteY19" fmla="*/ 70741 h 82706"/>
                <a:gd name="connsiteX20" fmla="*/ 17231 w 89944"/>
                <a:gd name="connsiteY20" fmla="*/ 82791 h 82706"/>
                <a:gd name="connsiteX21" fmla="*/ 36196 w 89944"/>
                <a:gd name="connsiteY21" fmla="*/ 68915 h 82706"/>
                <a:gd name="connsiteX22" fmla="*/ 55702 w 89944"/>
                <a:gd name="connsiteY22" fmla="*/ 82791 h 82706"/>
                <a:gd name="connsiteX23" fmla="*/ 84600 w 89944"/>
                <a:gd name="connsiteY23" fmla="*/ 54674 h 82706"/>
                <a:gd name="connsiteX24" fmla="*/ 82432 w 89944"/>
                <a:gd name="connsiteY24" fmla="*/ 52848 h 82706"/>
                <a:gd name="connsiteX25" fmla="*/ 80084 w 89944"/>
                <a:gd name="connsiteY25" fmla="*/ 54857 h 82706"/>
                <a:gd name="connsiteX26" fmla="*/ 56063 w 89944"/>
                <a:gd name="connsiteY26" fmla="*/ 78774 h 82706"/>
                <a:gd name="connsiteX27" fmla="*/ 46129 w 89944"/>
                <a:gd name="connsiteY27" fmla="*/ 66724 h 82706"/>
                <a:gd name="connsiteX28" fmla="*/ 49200 w 89944"/>
                <a:gd name="connsiteY28" fmla="*/ 50658 h 82706"/>
                <a:gd name="connsiteX29" fmla="*/ 55341 w 89944"/>
                <a:gd name="connsiteY29" fmla="*/ 25645 h 82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9944" h="82706">
                  <a:moveTo>
                    <a:pt x="55341" y="25645"/>
                  </a:moveTo>
                  <a:cubicBezTo>
                    <a:pt x="56424" y="20898"/>
                    <a:pt x="60578" y="4101"/>
                    <a:pt x="73221" y="4101"/>
                  </a:cubicBezTo>
                  <a:cubicBezTo>
                    <a:pt x="74124" y="4101"/>
                    <a:pt x="78459" y="4101"/>
                    <a:pt x="82252" y="6474"/>
                  </a:cubicBezTo>
                  <a:cubicBezTo>
                    <a:pt x="77195" y="7387"/>
                    <a:pt x="73582" y="11952"/>
                    <a:pt x="73582" y="16333"/>
                  </a:cubicBezTo>
                  <a:cubicBezTo>
                    <a:pt x="73582" y="19255"/>
                    <a:pt x="75569" y="22724"/>
                    <a:pt x="80446" y="22724"/>
                  </a:cubicBezTo>
                  <a:cubicBezTo>
                    <a:pt x="84419" y="22724"/>
                    <a:pt x="90199" y="19437"/>
                    <a:pt x="90199" y="12134"/>
                  </a:cubicBezTo>
                  <a:cubicBezTo>
                    <a:pt x="90199" y="2640"/>
                    <a:pt x="79543" y="84"/>
                    <a:pt x="73402" y="84"/>
                  </a:cubicBezTo>
                  <a:cubicBezTo>
                    <a:pt x="62926" y="84"/>
                    <a:pt x="56605" y="9761"/>
                    <a:pt x="54438" y="13960"/>
                  </a:cubicBezTo>
                  <a:cubicBezTo>
                    <a:pt x="49922" y="1910"/>
                    <a:pt x="40169" y="84"/>
                    <a:pt x="34931" y="84"/>
                  </a:cubicBezTo>
                  <a:cubicBezTo>
                    <a:pt x="16148" y="84"/>
                    <a:pt x="5853" y="23636"/>
                    <a:pt x="5853" y="28201"/>
                  </a:cubicBezTo>
                  <a:cubicBezTo>
                    <a:pt x="5853" y="30027"/>
                    <a:pt x="7659" y="30027"/>
                    <a:pt x="8020" y="30027"/>
                  </a:cubicBezTo>
                  <a:cubicBezTo>
                    <a:pt x="9465" y="30027"/>
                    <a:pt x="10007" y="29661"/>
                    <a:pt x="10368" y="28018"/>
                  </a:cubicBezTo>
                  <a:cubicBezTo>
                    <a:pt x="16509" y="8665"/>
                    <a:pt x="28429" y="4101"/>
                    <a:pt x="34570" y="4101"/>
                  </a:cubicBezTo>
                  <a:cubicBezTo>
                    <a:pt x="38002" y="4101"/>
                    <a:pt x="44323" y="5744"/>
                    <a:pt x="44323" y="16333"/>
                  </a:cubicBezTo>
                  <a:cubicBezTo>
                    <a:pt x="44323" y="21993"/>
                    <a:pt x="41253" y="34226"/>
                    <a:pt x="34570" y="59786"/>
                  </a:cubicBezTo>
                  <a:cubicBezTo>
                    <a:pt x="31680" y="71106"/>
                    <a:pt x="25359" y="78774"/>
                    <a:pt x="17412" y="78774"/>
                  </a:cubicBezTo>
                  <a:cubicBezTo>
                    <a:pt x="16328" y="78774"/>
                    <a:pt x="12174" y="78774"/>
                    <a:pt x="8381" y="76401"/>
                  </a:cubicBezTo>
                  <a:cubicBezTo>
                    <a:pt x="12897" y="75488"/>
                    <a:pt x="16870" y="71654"/>
                    <a:pt x="16870" y="66542"/>
                  </a:cubicBezTo>
                  <a:cubicBezTo>
                    <a:pt x="16870" y="61612"/>
                    <a:pt x="12897" y="60151"/>
                    <a:pt x="10188" y="60151"/>
                  </a:cubicBezTo>
                  <a:cubicBezTo>
                    <a:pt x="4769" y="60151"/>
                    <a:pt x="254" y="64898"/>
                    <a:pt x="254" y="70741"/>
                  </a:cubicBezTo>
                  <a:cubicBezTo>
                    <a:pt x="254" y="79139"/>
                    <a:pt x="9285" y="82791"/>
                    <a:pt x="17231" y="82791"/>
                  </a:cubicBezTo>
                  <a:cubicBezTo>
                    <a:pt x="29152" y="82791"/>
                    <a:pt x="35654" y="70010"/>
                    <a:pt x="36196" y="68915"/>
                  </a:cubicBezTo>
                  <a:cubicBezTo>
                    <a:pt x="38363" y="75670"/>
                    <a:pt x="44865" y="82791"/>
                    <a:pt x="55702" y="82791"/>
                  </a:cubicBezTo>
                  <a:cubicBezTo>
                    <a:pt x="74305" y="82791"/>
                    <a:pt x="84600" y="59239"/>
                    <a:pt x="84600" y="54674"/>
                  </a:cubicBezTo>
                  <a:cubicBezTo>
                    <a:pt x="84600" y="52848"/>
                    <a:pt x="82974" y="52848"/>
                    <a:pt x="82432" y="52848"/>
                  </a:cubicBezTo>
                  <a:cubicBezTo>
                    <a:pt x="80807" y="52848"/>
                    <a:pt x="80446" y="53579"/>
                    <a:pt x="80084" y="54857"/>
                  </a:cubicBezTo>
                  <a:cubicBezTo>
                    <a:pt x="74124" y="74392"/>
                    <a:pt x="61843" y="78774"/>
                    <a:pt x="56063" y="78774"/>
                  </a:cubicBezTo>
                  <a:cubicBezTo>
                    <a:pt x="49019" y="78774"/>
                    <a:pt x="46129" y="72932"/>
                    <a:pt x="46129" y="66724"/>
                  </a:cubicBezTo>
                  <a:cubicBezTo>
                    <a:pt x="46129" y="62707"/>
                    <a:pt x="47213" y="58691"/>
                    <a:pt x="49200" y="50658"/>
                  </a:cubicBezTo>
                  <a:lnTo>
                    <a:pt x="55341" y="2564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78" name="Freeform: Shape 4977">
              <a:extLst>
                <a:ext uri="{FF2B5EF4-FFF2-40B4-BE49-F238E27FC236}">
                  <a16:creationId xmlns:a16="http://schemas.microsoft.com/office/drawing/2014/main" id="{00278743-5C69-30AA-A019-150742206D61}"/>
                </a:ext>
              </a:extLst>
            </p:cNvPr>
            <p:cNvSpPr/>
            <p:nvPr>
              <p:custDataLst>
                <p:tags r:id="rId70"/>
              </p:custDataLst>
            </p:nvPr>
          </p:nvSpPr>
          <p:spPr>
            <a:xfrm>
              <a:off x="8307246" y="6099743"/>
              <a:ext cx="77247" cy="57638"/>
            </a:xfrm>
            <a:custGeom>
              <a:avLst/>
              <a:gdLst>
                <a:gd name="connsiteX0" fmla="*/ 9742 w 77247"/>
                <a:gd name="connsiteY0" fmla="*/ 48395 h 57638"/>
                <a:gd name="connsiteX1" fmla="*/ 8477 w 77247"/>
                <a:gd name="connsiteY1" fmla="*/ 53635 h 57638"/>
                <a:gd name="connsiteX2" fmla="*/ 12776 w 77247"/>
                <a:gd name="connsiteY2" fmla="*/ 57725 h 57638"/>
                <a:gd name="connsiteX3" fmla="*/ 17707 w 77247"/>
                <a:gd name="connsiteY3" fmla="*/ 54913 h 57638"/>
                <a:gd name="connsiteX4" fmla="*/ 19982 w 77247"/>
                <a:gd name="connsiteY4" fmla="*/ 46989 h 57638"/>
                <a:gd name="connsiteX5" fmla="*/ 22764 w 77247"/>
                <a:gd name="connsiteY5" fmla="*/ 35487 h 57638"/>
                <a:gd name="connsiteX6" fmla="*/ 24913 w 77247"/>
                <a:gd name="connsiteY6" fmla="*/ 26924 h 57638"/>
                <a:gd name="connsiteX7" fmla="*/ 30223 w 77247"/>
                <a:gd name="connsiteY7" fmla="*/ 15422 h 57638"/>
                <a:gd name="connsiteX8" fmla="*/ 49187 w 77247"/>
                <a:gd name="connsiteY8" fmla="*/ 3664 h 57638"/>
                <a:gd name="connsiteX9" fmla="*/ 56647 w 77247"/>
                <a:gd name="connsiteY9" fmla="*/ 12610 h 57638"/>
                <a:gd name="connsiteX10" fmla="*/ 49187 w 77247"/>
                <a:gd name="connsiteY10" fmla="*/ 39832 h 57638"/>
                <a:gd name="connsiteX11" fmla="*/ 47291 w 77247"/>
                <a:gd name="connsiteY11" fmla="*/ 46734 h 57638"/>
                <a:gd name="connsiteX12" fmla="*/ 59302 w 77247"/>
                <a:gd name="connsiteY12" fmla="*/ 57725 h 57638"/>
                <a:gd name="connsiteX13" fmla="*/ 77507 w 77247"/>
                <a:gd name="connsiteY13" fmla="*/ 38171 h 57638"/>
                <a:gd name="connsiteX14" fmla="*/ 75484 w 77247"/>
                <a:gd name="connsiteY14" fmla="*/ 36509 h 57638"/>
                <a:gd name="connsiteX15" fmla="*/ 73082 w 77247"/>
                <a:gd name="connsiteY15" fmla="*/ 38682 h 57638"/>
                <a:gd name="connsiteX16" fmla="*/ 59681 w 77247"/>
                <a:gd name="connsiteY16" fmla="*/ 54146 h 57638"/>
                <a:gd name="connsiteX17" fmla="*/ 56520 w 77247"/>
                <a:gd name="connsiteY17" fmla="*/ 49673 h 57638"/>
                <a:gd name="connsiteX18" fmla="*/ 59428 w 77247"/>
                <a:gd name="connsiteY18" fmla="*/ 39321 h 57638"/>
                <a:gd name="connsiteX19" fmla="*/ 66129 w 77247"/>
                <a:gd name="connsiteY19" fmla="*/ 14655 h 57638"/>
                <a:gd name="connsiteX20" fmla="*/ 49693 w 77247"/>
                <a:gd name="connsiteY20" fmla="*/ 86 h 57638"/>
                <a:gd name="connsiteX21" fmla="*/ 28327 w 77247"/>
                <a:gd name="connsiteY21" fmla="*/ 11716 h 57638"/>
                <a:gd name="connsiteX22" fmla="*/ 14799 w 77247"/>
                <a:gd name="connsiteY22" fmla="*/ 86 h 57638"/>
                <a:gd name="connsiteX23" fmla="*/ 4811 w 77247"/>
                <a:gd name="connsiteY23" fmla="*/ 6987 h 57638"/>
                <a:gd name="connsiteX24" fmla="*/ 260 w 77247"/>
                <a:gd name="connsiteY24" fmla="*/ 19640 h 57638"/>
                <a:gd name="connsiteX25" fmla="*/ 2409 w 77247"/>
                <a:gd name="connsiteY25" fmla="*/ 21301 h 57638"/>
                <a:gd name="connsiteX26" fmla="*/ 5190 w 77247"/>
                <a:gd name="connsiteY26" fmla="*/ 17467 h 57638"/>
                <a:gd name="connsiteX27" fmla="*/ 14420 w 77247"/>
                <a:gd name="connsiteY27" fmla="*/ 3664 h 57638"/>
                <a:gd name="connsiteX28" fmla="*/ 18592 w 77247"/>
                <a:gd name="connsiteY28" fmla="*/ 9927 h 57638"/>
                <a:gd name="connsiteX29" fmla="*/ 16569 w 77247"/>
                <a:gd name="connsiteY29" fmla="*/ 20534 h 57638"/>
                <a:gd name="connsiteX30" fmla="*/ 13787 w 77247"/>
                <a:gd name="connsiteY30" fmla="*/ 32036 h 57638"/>
                <a:gd name="connsiteX31" fmla="*/ 9742 w 77247"/>
                <a:gd name="connsiteY31" fmla="*/ 48395 h 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247" h="57638">
                  <a:moveTo>
                    <a:pt x="9742" y="48395"/>
                  </a:moveTo>
                  <a:cubicBezTo>
                    <a:pt x="9236" y="50057"/>
                    <a:pt x="8477" y="53252"/>
                    <a:pt x="8477" y="53635"/>
                  </a:cubicBezTo>
                  <a:cubicBezTo>
                    <a:pt x="8477" y="56447"/>
                    <a:pt x="10753" y="57725"/>
                    <a:pt x="12776" y="57725"/>
                  </a:cubicBezTo>
                  <a:cubicBezTo>
                    <a:pt x="15052" y="57725"/>
                    <a:pt x="17075" y="56063"/>
                    <a:pt x="17707" y="54913"/>
                  </a:cubicBezTo>
                  <a:cubicBezTo>
                    <a:pt x="18339" y="53763"/>
                    <a:pt x="19350" y="49673"/>
                    <a:pt x="19982" y="46989"/>
                  </a:cubicBezTo>
                  <a:cubicBezTo>
                    <a:pt x="20615" y="44561"/>
                    <a:pt x="22005" y="38682"/>
                    <a:pt x="22764" y="35487"/>
                  </a:cubicBezTo>
                  <a:cubicBezTo>
                    <a:pt x="23522" y="32675"/>
                    <a:pt x="24281" y="29864"/>
                    <a:pt x="24913" y="26924"/>
                  </a:cubicBezTo>
                  <a:cubicBezTo>
                    <a:pt x="26304" y="21684"/>
                    <a:pt x="26557" y="20662"/>
                    <a:pt x="30223" y="15422"/>
                  </a:cubicBezTo>
                  <a:cubicBezTo>
                    <a:pt x="33763" y="10310"/>
                    <a:pt x="39705" y="3664"/>
                    <a:pt x="49187" y="3664"/>
                  </a:cubicBezTo>
                  <a:cubicBezTo>
                    <a:pt x="56520" y="3664"/>
                    <a:pt x="56647" y="10182"/>
                    <a:pt x="56647" y="12610"/>
                  </a:cubicBezTo>
                  <a:cubicBezTo>
                    <a:pt x="56647" y="20279"/>
                    <a:pt x="51210" y="34465"/>
                    <a:pt x="49187" y="39832"/>
                  </a:cubicBezTo>
                  <a:cubicBezTo>
                    <a:pt x="47797" y="43411"/>
                    <a:pt x="47291" y="44561"/>
                    <a:pt x="47291" y="46734"/>
                  </a:cubicBezTo>
                  <a:cubicBezTo>
                    <a:pt x="47291" y="53507"/>
                    <a:pt x="52854" y="57725"/>
                    <a:pt x="59302" y="57725"/>
                  </a:cubicBezTo>
                  <a:cubicBezTo>
                    <a:pt x="71945" y="57725"/>
                    <a:pt x="77507" y="40088"/>
                    <a:pt x="77507" y="38171"/>
                  </a:cubicBezTo>
                  <a:cubicBezTo>
                    <a:pt x="77507" y="36509"/>
                    <a:pt x="75864" y="36509"/>
                    <a:pt x="75484" y="36509"/>
                  </a:cubicBezTo>
                  <a:cubicBezTo>
                    <a:pt x="73715" y="36509"/>
                    <a:pt x="73588" y="37276"/>
                    <a:pt x="73082" y="38682"/>
                  </a:cubicBezTo>
                  <a:cubicBezTo>
                    <a:pt x="70175" y="48906"/>
                    <a:pt x="64738" y="54146"/>
                    <a:pt x="59681" y="54146"/>
                  </a:cubicBezTo>
                  <a:cubicBezTo>
                    <a:pt x="57026" y="54146"/>
                    <a:pt x="56520" y="52357"/>
                    <a:pt x="56520" y="49673"/>
                  </a:cubicBezTo>
                  <a:cubicBezTo>
                    <a:pt x="56520" y="46734"/>
                    <a:pt x="57152" y="45072"/>
                    <a:pt x="59428" y="39321"/>
                  </a:cubicBezTo>
                  <a:cubicBezTo>
                    <a:pt x="60945" y="35359"/>
                    <a:pt x="66129" y="21812"/>
                    <a:pt x="66129" y="14655"/>
                  </a:cubicBezTo>
                  <a:cubicBezTo>
                    <a:pt x="66129" y="2258"/>
                    <a:pt x="56394" y="86"/>
                    <a:pt x="49693" y="86"/>
                  </a:cubicBezTo>
                  <a:cubicBezTo>
                    <a:pt x="39200" y="86"/>
                    <a:pt x="32120" y="6604"/>
                    <a:pt x="28327" y="11716"/>
                  </a:cubicBezTo>
                  <a:cubicBezTo>
                    <a:pt x="27442" y="2897"/>
                    <a:pt x="19982" y="86"/>
                    <a:pt x="14799" y="86"/>
                  </a:cubicBezTo>
                  <a:cubicBezTo>
                    <a:pt x="9362" y="86"/>
                    <a:pt x="6455" y="4048"/>
                    <a:pt x="4811" y="6987"/>
                  </a:cubicBezTo>
                  <a:cubicBezTo>
                    <a:pt x="2030" y="11716"/>
                    <a:pt x="260" y="19001"/>
                    <a:pt x="260" y="19640"/>
                  </a:cubicBezTo>
                  <a:cubicBezTo>
                    <a:pt x="260" y="21301"/>
                    <a:pt x="2030" y="21301"/>
                    <a:pt x="2409" y="21301"/>
                  </a:cubicBezTo>
                  <a:cubicBezTo>
                    <a:pt x="4179" y="21301"/>
                    <a:pt x="4305" y="20918"/>
                    <a:pt x="5190" y="17467"/>
                  </a:cubicBezTo>
                  <a:cubicBezTo>
                    <a:pt x="7087" y="9927"/>
                    <a:pt x="9489" y="3664"/>
                    <a:pt x="14420" y="3664"/>
                  </a:cubicBezTo>
                  <a:cubicBezTo>
                    <a:pt x="17707" y="3664"/>
                    <a:pt x="18592" y="6476"/>
                    <a:pt x="18592" y="9927"/>
                  </a:cubicBezTo>
                  <a:cubicBezTo>
                    <a:pt x="18592" y="12355"/>
                    <a:pt x="17454" y="17083"/>
                    <a:pt x="16569" y="20534"/>
                  </a:cubicBezTo>
                  <a:cubicBezTo>
                    <a:pt x="15684" y="23985"/>
                    <a:pt x="14420" y="29225"/>
                    <a:pt x="13787" y="32036"/>
                  </a:cubicBezTo>
                  <a:lnTo>
                    <a:pt x="9742" y="4839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79" name="Freeform: Shape 4978">
              <a:extLst>
                <a:ext uri="{FF2B5EF4-FFF2-40B4-BE49-F238E27FC236}">
                  <a16:creationId xmlns:a16="http://schemas.microsoft.com/office/drawing/2014/main" id="{DE8558EC-B451-D2E5-4C9C-0B0239805D68}"/>
                </a:ext>
              </a:extLst>
            </p:cNvPr>
            <p:cNvSpPr/>
            <p:nvPr>
              <p:custDataLst>
                <p:tags r:id="rId71"/>
              </p:custDataLst>
            </p:nvPr>
          </p:nvSpPr>
          <p:spPr>
            <a:xfrm>
              <a:off x="8390586" y="6071370"/>
              <a:ext cx="55502" cy="110804"/>
            </a:xfrm>
            <a:custGeom>
              <a:avLst/>
              <a:gdLst>
                <a:gd name="connsiteX0" fmla="*/ 55767 w 55502"/>
                <a:gd name="connsiteY0" fmla="*/ 4942 h 110804"/>
                <a:gd name="connsiteX1" fmla="*/ 50709 w 55502"/>
                <a:gd name="connsiteY1" fmla="*/ 86 h 110804"/>
                <a:gd name="connsiteX2" fmla="*/ 43629 w 55502"/>
                <a:gd name="connsiteY2" fmla="*/ 7115 h 110804"/>
                <a:gd name="connsiteX3" fmla="*/ 48687 w 55502"/>
                <a:gd name="connsiteY3" fmla="*/ 11971 h 110804"/>
                <a:gd name="connsiteX4" fmla="*/ 55767 w 55502"/>
                <a:gd name="connsiteY4" fmla="*/ 4942 h 110804"/>
                <a:gd name="connsiteX5" fmla="*/ 28964 w 55502"/>
                <a:gd name="connsiteY5" fmla="*/ 91081 h 110804"/>
                <a:gd name="connsiteX6" fmla="*/ 12655 w 55502"/>
                <a:gd name="connsiteY6" fmla="*/ 107312 h 110804"/>
                <a:gd name="connsiteX7" fmla="*/ 8103 w 55502"/>
                <a:gd name="connsiteY7" fmla="*/ 106545 h 110804"/>
                <a:gd name="connsiteX8" fmla="*/ 12402 w 55502"/>
                <a:gd name="connsiteY8" fmla="*/ 100027 h 110804"/>
                <a:gd name="connsiteX9" fmla="*/ 7471 w 55502"/>
                <a:gd name="connsiteY9" fmla="*/ 95299 h 110804"/>
                <a:gd name="connsiteX10" fmla="*/ 265 w 55502"/>
                <a:gd name="connsiteY10" fmla="*/ 102839 h 110804"/>
                <a:gd name="connsiteX11" fmla="*/ 12781 w 55502"/>
                <a:gd name="connsiteY11" fmla="*/ 110890 h 110804"/>
                <a:gd name="connsiteX12" fmla="*/ 39078 w 55502"/>
                <a:gd name="connsiteY12" fmla="*/ 90698 h 110804"/>
                <a:gd name="connsiteX13" fmla="*/ 50457 w 55502"/>
                <a:gd name="connsiteY13" fmla="*/ 44944 h 110804"/>
                <a:gd name="connsiteX14" fmla="*/ 51089 w 55502"/>
                <a:gd name="connsiteY14" fmla="*/ 40471 h 110804"/>
                <a:gd name="connsiteX15" fmla="*/ 37561 w 55502"/>
                <a:gd name="connsiteY15" fmla="*/ 28458 h 110804"/>
                <a:gd name="connsiteX16" fmla="*/ 15436 w 55502"/>
                <a:gd name="connsiteY16" fmla="*/ 48012 h 110804"/>
                <a:gd name="connsiteX17" fmla="*/ 17585 w 55502"/>
                <a:gd name="connsiteY17" fmla="*/ 49673 h 110804"/>
                <a:gd name="connsiteX18" fmla="*/ 20114 w 55502"/>
                <a:gd name="connsiteY18" fmla="*/ 47373 h 110804"/>
                <a:gd name="connsiteX19" fmla="*/ 37182 w 55502"/>
                <a:gd name="connsiteY19" fmla="*/ 32036 h 110804"/>
                <a:gd name="connsiteX20" fmla="*/ 41480 w 55502"/>
                <a:gd name="connsiteY20" fmla="*/ 38299 h 110804"/>
                <a:gd name="connsiteX21" fmla="*/ 41101 w 55502"/>
                <a:gd name="connsiteY21" fmla="*/ 42133 h 110804"/>
                <a:gd name="connsiteX22" fmla="*/ 28964 w 55502"/>
                <a:gd name="connsiteY22" fmla="*/ 91081 h 110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502" h="110804">
                  <a:moveTo>
                    <a:pt x="55767" y="4942"/>
                  </a:moveTo>
                  <a:cubicBezTo>
                    <a:pt x="55767" y="2770"/>
                    <a:pt x="54123" y="86"/>
                    <a:pt x="50709" y="86"/>
                  </a:cubicBezTo>
                  <a:cubicBezTo>
                    <a:pt x="47043" y="86"/>
                    <a:pt x="43629" y="3664"/>
                    <a:pt x="43629" y="7115"/>
                  </a:cubicBezTo>
                  <a:cubicBezTo>
                    <a:pt x="43629" y="9160"/>
                    <a:pt x="45147" y="11971"/>
                    <a:pt x="48687" y="11971"/>
                  </a:cubicBezTo>
                  <a:cubicBezTo>
                    <a:pt x="52100" y="11971"/>
                    <a:pt x="55767" y="8649"/>
                    <a:pt x="55767" y="4942"/>
                  </a:cubicBezTo>
                  <a:close/>
                  <a:moveTo>
                    <a:pt x="28964" y="91081"/>
                  </a:moveTo>
                  <a:cubicBezTo>
                    <a:pt x="26815" y="99899"/>
                    <a:pt x="20114" y="107312"/>
                    <a:pt x="12655" y="107312"/>
                  </a:cubicBezTo>
                  <a:cubicBezTo>
                    <a:pt x="11011" y="107312"/>
                    <a:pt x="9494" y="107056"/>
                    <a:pt x="8103" y="106545"/>
                  </a:cubicBezTo>
                  <a:cubicBezTo>
                    <a:pt x="11390" y="105012"/>
                    <a:pt x="12402" y="101944"/>
                    <a:pt x="12402" y="100027"/>
                  </a:cubicBezTo>
                  <a:cubicBezTo>
                    <a:pt x="12402" y="96960"/>
                    <a:pt x="10000" y="95299"/>
                    <a:pt x="7471" y="95299"/>
                  </a:cubicBezTo>
                  <a:cubicBezTo>
                    <a:pt x="3552" y="95299"/>
                    <a:pt x="265" y="98749"/>
                    <a:pt x="265" y="102839"/>
                  </a:cubicBezTo>
                  <a:cubicBezTo>
                    <a:pt x="265" y="107695"/>
                    <a:pt x="5195" y="110890"/>
                    <a:pt x="12781" y="110890"/>
                  </a:cubicBezTo>
                  <a:cubicBezTo>
                    <a:pt x="20367" y="110890"/>
                    <a:pt x="35159" y="106290"/>
                    <a:pt x="39078" y="90698"/>
                  </a:cubicBezTo>
                  <a:lnTo>
                    <a:pt x="50457" y="44944"/>
                  </a:lnTo>
                  <a:cubicBezTo>
                    <a:pt x="50836" y="43539"/>
                    <a:pt x="51089" y="42388"/>
                    <a:pt x="51089" y="40471"/>
                  </a:cubicBezTo>
                  <a:cubicBezTo>
                    <a:pt x="51089" y="33442"/>
                    <a:pt x="45147" y="28458"/>
                    <a:pt x="37561" y="28458"/>
                  </a:cubicBezTo>
                  <a:cubicBezTo>
                    <a:pt x="23527" y="28458"/>
                    <a:pt x="15436" y="46222"/>
                    <a:pt x="15436" y="48012"/>
                  </a:cubicBezTo>
                  <a:cubicBezTo>
                    <a:pt x="15436" y="49673"/>
                    <a:pt x="17206" y="49673"/>
                    <a:pt x="17585" y="49673"/>
                  </a:cubicBezTo>
                  <a:cubicBezTo>
                    <a:pt x="19102" y="49673"/>
                    <a:pt x="19229" y="49290"/>
                    <a:pt x="20114" y="47373"/>
                  </a:cubicBezTo>
                  <a:cubicBezTo>
                    <a:pt x="23275" y="39960"/>
                    <a:pt x="29849" y="32036"/>
                    <a:pt x="37182" y="32036"/>
                  </a:cubicBezTo>
                  <a:cubicBezTo>
                    <a:pt x="40342" y="32036"/>
                    <a:pt x="41480" y="34209"/>
                    <a:pt x="41480" y="38299"/>
                  </a:cubicBezTo>
                  <a:cubicBezTo>
                    <a:pt x="41480" y="39705"/>
                    <a:pt x="41227" y="41494"/>
                    <a:pt x="41101" y="42133"/>
                  </a:cubicBezTo>
                  <a:lnTo>
                    <a:pt x="28964" y="9108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80" name="Freeform: Shape 4979">
              <a:extLst>
                <a:ext uri="{FF2B5EF4-FFF2-40B4-BE49-F238E27FC236}">
                  <a16:creationId xmlns:a16="http://schemas.microsoft.com/office/drawing/2014/main" id="{EC26477C-F0B0-3F57-8F9C-9EE27BE55009}"/>
                </a:ext>
              </a:extLst>
            </p:cNvPr>
            <p:cNvSpPr/>
            <p:nvPr>
              <p:custDataLst>
                <p:tags r:id="rId72"/>
              </p:custDataLst>
            </p:nvPr>
          </p:nvSpPr>
          <p:spPr>
            <a:xfrm>
              <a:off x="8548644" y="5936475"/>
              <a:ext cx="120106" cy="42722"/>
            </a:xfrm>
            <a:custGeom>
              <a:avLst/>
              <a:gdLst>
                <a:gd name="connsiteX0" fmla="*/ 114239 w 120106"/>
                <a:gd name="connsiteY0" fmla="*/ 7380 h 42722"/>
                <a:gd name="connsiteX1" fmla="*/ 120380 w 120106"/>
                <a:gd name="connsiteY1" fmla="*/ 3729 h 42722"/>
                <a:gd name="connsiteX2" fmla="*/ 114419 w 120106"/>
                <a:gd name="connsiteY2" fmla="*/ 77 h 42722"/>
                <a:gd name="connsiteX3" fmla="*/ 6233 w 120106"/>
                <a:gd name="connsiteY3" fmla="*/ 77 h 42722"/>
                <a:gd name="connsiteX4" fmla="*/ 273 w 120106"/>
                <a:gd name="connsiteY4" fmla="*/ 3729 h 42722"/>
                <a:gd name="connsiteX5" fmla="*/ 6414 w 120106"/>
                <a:gd name="connsiteY5" fmla="*/ 7380 h 42722"/>
                <a:gd name="connsiteX6" fmla="*/ 114239 w 120106"/>
                <a:gd name="connsiteY6" fmla="*/ 7380 h 42722"/>
                <a:gd name="connsiteX7" fmla="*/ 114419 w 120106"/>
                <a:gd name="connsiteY7" fmla="*/ 42800 h 42722"/>
                <a:gd name="connsiteX8" fmla="*/ 120380 w 120106"/>
                <a:gd name="connsiteY8" fmla="*/ 39148 h 42722"/>
                <a:gd name="connsiteX9" fmla="*/ 114239 w 120106"/>
                <a:gd name="connsiteY9" fmla="*/ 35497 h 42722"/>
                <a:gd name="connsiteX10" fmla="*/ 6414 w 120106"/>
                <a:gd name="connsiteY10" fmla="*/ 35497 h 42722"/>
                <a:gd name="connsiteX11" fmla="*/ 273 w 120106"/>
                <a:gd name="connsiteY11" fmla="*/ 39148 h 42722"/>
                <a:gd name="connsiteX12" fmla="*/ 6233 w 120106"/>
                <a:gd name="connsiteY12" fmla="*/ 42800 h 42722"/>
                <a:gd name="connsiteX13" fmla="*/ 114419 w 120106"/>
                <a:gd name="connsiteY13" fmla="*/ 42800 h 4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106" h="42722">
                  <a:moveTo>
                    <a:pt x="114239" y="7380"/>
                  </a:moveTo>
                  <a:cubicBezTo>
                    <a:pt x="116948" y="7380"/>
                    <a:pt x="120380" y="7380"/>
                    <a:pt x="120380" y="3729"/>
                  </a:cubicBezTo>
                  <a:cubicBezTo>
                    <a:pt x="120380" y="77"/>
                    <a:pt x="116948" y="77"/>
                    <a:pt x="114419" y="77"/>
                  </a:cubicBezTo>
                  <a:lnTo>
                    <a:pt x="6233" y="77"/>
                  </a:lnTo>
                  <a:cubicBezTo>
                    <a:pt x="3704" y="77"/>
                    <a:pt x="273" y="77"/>
                    <a:pt x="273" y="3729"/>
                  </a:cubicBezTo>
                  <a:cubicBezTo>
                    <a:pt x="273" y="7380"/>
                    <a:pt x="3704" y="7380"/>
                    <a:pt x="6414" y="7380"/>
                  </a:cubicBezTo>
                  <a:lnTo>
                    <a:pt x="114239" y="7380"/>
                  </a:lnTo>
                  <a:close/>
                  <a:moveTo>
                    <a:pt x="114419" y="42800"/>
                  </a:moveTo>
                  <a:cubicBezTo>
                    <a:pt x="116948" y="42800"/>
                    <a:pt x="120380" y="42800"/>
                    <a:pt x="120380" y="39148"/>
                  </a:cubicBezTo>
                  <a:cubicBezTo>
                    <a:pt x="120380" y="35497"/>
                    <a:pt x="116948" y="35497"/>
                    <a:pt x="114239" y="35497"/>
                  </a:cubicBezTo>
                  <a:lnTo>
                    <a:pt x="6414" y="35497"/>
                  </a:lnTo>
                  <a:cubicBezTo>
                    <a:pt x="3704" y="35497"/>
                    <a:pt x="273" y="35497"/>
                    <a:pt x="273" y="39148"/>
                  </a:cubicBezTo>
                  <a:cubicBezTo>
                    <a:pt x="273" y="42800"/>
                    <a:pt x="3704" y="42800"/>
                    <a:pt x="6233" y="42800"/>
                  </a:cubicBezTo>
                  <a:lnTo>
                    <a:pt x="114419" y="428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81" name="Freeform: Shape 4980">
              <a:extLst>
                <a:ext uri="{FF2B5EF4-FFF2-40B4-BE49-F238E27FC236}">
                  <a16:creationId xmlns:a16="http://schemas.microsoft.com/office/drawing/2014/main" id="{B745194F-39DC-31C0-E39C-C6FA11EA9D4D}"/>
                </a:ext>
              </a:extLst>
            </p:cNvPr>
            <p:cNvSpPr/>
            <p:nvPr>
              <p:custDataLst>
                <p:tags r:id="rId73"/>
              </p:custDataLst>
            </p:nvPr>
          </p:nvSpPr>
          <p:spPr>
            <a:xfrm>
              <a:off x="8738748" y="5874765"/>
              <a:ext cx="90125" cy="166143"/>
            </a:xfrm>
            <a:custGeom>
              <a:avLst/>
              <a:gdLst>
                <a:gd name="connsiteX0" fmla="*/ 56995 w 90125"/>
                <a:gd name="connsiteY0" fmla="*/ 55763 h 166143"/>
                <a:gd name="connsiteX1" fmla="*/ 72528 w 90125"/>
                <a:gd name="connsiteY1" fmla="*/ 55763 h 166143"/>
                <a:gd name="connsiteX2" fmla="*/ 77946 w 90125"/>
                <a:gd name="connsiteY2" fmla="*/ 52111 h 166143"/>
                <a:gd name="connsiteX3" fmla="*/ 73070 w 90125"/>
                <a:gd name="connsiteY3" fmla="*/ 50103 h 166143"/>
                <a:gd name="connsiteX4" fmla="*/ 58079 w 90125"/>
                <a:gd name="connsiteY4" fmla="*/ 50103 h 166143"/>
                <a:gd name="connsiteX5" fmla="*/ 61872 w 90125"/>
                <a:gd name="connsiteY5" fmla="*/ 29289 h 166143"/>
                <a:gd name="connsiteX6" fmla="*/ 66207 w 90125"/>
                <a:gd name="connsiteY6" fmla="*/ 10302 h 166143"/>
                <a:gd name="connsiteX7" fmla="*/ 74695 w 90125"/>
                <a:gd name="connsiteY7" fmla="*/ 4094 h 166143"/>
                <a:gd name="connsiteX8" fmla="*/ 83545 w 90125"/>
                <a:gd name="connsiteY8" fmla="*/ 7380 h 166143"/>
                <a:gd name="connsiteX9" fmla="*/ 73792 w 90125"/>
                <a:gd name="connsiteY9" fmla="*/ 17239 h 166143"/>
                <a:gd name="connsiteX10" fmla="*/ 80475 w 90125"/>
                <a:gd name="connsiteY10" fmla="*/ 23630 h 166143"/>
                <a:gd name="connsiteX11" fmla="*/ 90409 w 90125"/>
                <a:gd name="connsiteY11" fmla="*/ 12675 h 166143"/>
                <a:gd name="connsiteX12" fmla="*/ 74695 w 90125"/>
                <a:gd name="connsiteY12" fmla="*/ 77 h 166143"/>
                <a:gd name="connsiteX13" fmla="*/ 51758 w 90125"/>
                <a:gd name="connsiteY13" fmla="*/ 21439 h 166143"/>
                <a:gd name="connsiteX14" fmla="*/ 45797 w 90125"/>
                <a:gd name="connsiteY14" fmla="*/ 50103 h 166143"/>
                <a:gd name="connsiteX15" fmla="*/ 33335 w 90125"/>
                <a:gd name="connsiteY15" fmla="*/ 50103 h 166143"/>
                <a:gd name="connsiteX16" fmla="*/ 27917 w 90125"/>
                <a:gd name="connsiteY16" fmla="*/ 53572 h 166143"/>
                <a:gd name="connsiteX17" fmla="*/ 32974 w 90125"/>
                <a:gd name="connsiteY17" fmla="*/ 55763 h 166143"/>
                <a:gd name="connsiteX18" fmla="*/ 44894 w 90125"/>
                <a:gd name="connsiteY18" fmla="*/ 55763 h 166143"/>
                <a:gd name="connsiteX19" fmla="*/ 31348 w 90125"/>
                <a:gd name="connsiteY19" fmla="*/ 127880 h 166143"/>
                <a:gd name="connsiteX20" fmla="*/ 15635 w 90125"/>
                <a:gd name="connsiteY20" fmla="*/ 162204 h 166143"/>
                <a:gd name="connsiteX21" fmla="*/ 6966 w 90125"/>
                <a:gd name="connsiteY21" fmla="*/ 158918 h 166143"/>
                <a:gd name="connsiteX22" fmla="*/ 16900 w 90125"/>
                <a:gd name="connsiteY22" fmla="*/ 149059 h 166143"/>
                <a:gd name="connsiteX23" fmla="*/ 10217 w 90125"/>
                <a:gd name="connsiteY23" fmla="*/ 142668 h 166143"/>
                <a:gd name="connsiteX24" fmla="*/ 283 w 90125"/>
                <a:gd name="connsiteY24" fmla="*/ 153623 h 166143"/>
                <a:gd name="connsiteX25" fmla="*/ 15635 w 90125"/>
                <a:gd name="connsiteY25" fmla="*/ 166221 h 166143"/>
                <a:gd name="connsiteX26" fmla="*/ 36044 w 90125"/>
                <a:gd name="connsiteY26" fmla="*/ 148511 h 166143"/>
                <a:gd name="connsiteX27" fmla="*/ 46159 w 90125"/>
                <a:gd name="connsiteY27" fmla="*/ 113639 h 166143"/>
                <a:gd name="connsiteX28" fmla="*/ 56995 w 90125"/>
                <a:gd name="connsiteY28" fmla="*/ 55763 h 16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0125" h="166143">
                  <a:moveTo>
                    <a:pt x="56995" y="55763"/>
                  </a:moveTo>
                  <a:lnTo>
                    <a:pt x="72528" y="55763"/>
                  </a:lnTo>
                  <a:cubicBezTo>
                    <a:pt x="76140" y="55763"/>
                    <a:pt x="77946" y="55763"/>
                    <a:pt x="77946" y="52111"/>
                  </a:cubicBezTo>
                  <a:cubicBezTo>
                    <a:pt x="77946" y="50103"/>
                    <a:pt x="76140" y="50103"/>
                    <a:pt x="73070" y="50103"/>
                  </a:cubicBezTo>
                  <a:lnTo>
                    <a:pt x="58079" y="50103"/>
                  </a:lnTo>
                  <a:lnTo>
                    <a:pt x="61872" y="29289"/>
                  </a:lnTo>
                  <a:cubicBezTo>
                    <a:pt x="62594" y="25455"/>
                    <a:pt x="65123" y="12493"/>
                    <a:pt x="66207" y="10302"/>
                  </a:cubicBezTo>
                  <a:cubicBezTo>
                    <a:pt x="67832" y="6833"/>
                    <a:pt x="70902" y="4094"/>
                    <a:pt x="74695" y="4094"/>
                  </a:cubicBezTo>
                  <a:cubicBezTo>
                    <a:pt x="75418" y="4094"/>
                    <a:pt x="80114" y="4094"/>
                    <a:pt x="83545" y="7380"/>
                  </a:cubicBezTo>
                  <a:cubicBezTo>
                    <a:pt x="75598" y="8111"/>
                    <a:pt x="73792" y="14501"/>
                    <a:pt x="73792" y="17239"/>
                  </a:cubicBezTo>
                  <a:cubicBezTo>
                    <a:pt x="73792" y="21439"/>
                    <a:pt x="77043" y="23630"/>
                    <a:pt x="80475" y="23630"/>
                  </a:cubicBezTo>
                  <a:cubicBezTo>
                    <a:pt x="85171" y="23630"/>
                    <a:pt x="90409" y="19613"/>
                    <a:pt x="90409" y="12675"/>
                  </a:cubicBezTo>
                  <a:cubicBezTo>
                    <a:pt x="90409" y="4277"/>
                    <a:pt x="82100" y="77"/>
                    <a:pt x="74695" y="77"/>
                  </a:cubicBezTo>
                  <a:cubicBezTo>
                    <a:pt x="68555" y="77"/>
                    <a:pt x="57176" y="3364"/>
                    <a:pt x="51758" y="21439"/>
                  </a:cubicBezTo>
                  <a:cubicBezTo>
                    <a:pt x="50674" y="25273"/>
                    <a:pt x="50132" y="27098"/>
                    <a:pt x="45797" y="50103"/>
                  </a:cubicBezTo>
                  <a:lnTo>
                    <a:pt x="33335" y="50103"/>
                  </a:lnTo>
                  <a:cubicBezTo>
                    <a:pt x="29904" y="50103"/>
                    <a:pt x="27917" y="50103"/>
                    <a:pt x="27917" y="53572"/>
                  </a:cubicBezTo>
                  <a:cubicBezTo>
                    <a:pt x="27917" y="55763"/>
                    <a:pt x="29542" y="55763"/>
                    <a:pt x="32974" y="55763"/>
                  </a:cubicBezTo>
                  <a:lnTo>
                    <a:pt x="44894" y="55763"/>
                  </a:lnTo>
                  <a:lnTo>
                    <a:pt x="31348" y="127880"/>
                  </a:lnTo>
                  <a:cubicBezTo>
                    <a:pt x="28097" y="145590"/>
                    <a:pt x="25027" y="162204"/>
                    <a:pt x="15635" y="162204"/>
                  </a:cubicBezTo>
                  <a:cubicBezTo>
                    <a:pt x="14913" y="162204"/>
                    <a:pt x="10398" y="162204"/>
                    <a:pt x="6966" y="158918"/>
                  </a:cubicBezTo>
                  <a:cubicBezTo>
                    <a:pt x="15274" y="158370"/>
                    <a:pt x="16900" y="151797"/>
                    <a:pt x="16900" y="149059"/>
                  </a:cubicBezTo>
                  <a:cubicBezTo>
                    <a:pt x="16900" y="144859"/>
                    <a:pt x="13649" y="142668"/>
                    <a:pt x="10217" y="142668"/>
                  </a:cubicBezTo>
                  <a:cubicBezTo>
                    <a:pt x="5521" y="142668"/>
                    <a:pt x="283" y="146685"/>
                    <a:pt x="283" y="153623"/>
                  </a:cubicBezTo>
                  <a:cubicBezTo>
                    <a:pt x="283" y="161839"/>
                    <a:pt x="8230" y="166221"/>
                    <a:pt x="15635" y="166221"/>
                  </a:cubicBezTo>
                  <a:cubicBezTo>
                    <a:pt x="25569" y="166221"/>
                    <a:pt x="32793" y="155449"/>
                    <a:pt x="36044" y="148511"/>
                  </a:cubicBezTo>
                  <a:cubicBezTo>
                    <a:pt x="41824" y="137009"/>
                    <a:pt x="45978" y="114917"/>
                    <a:pt x="46159" y="113639"/>
                  </a:cubicBezTo>
                  <a:lnTo>
                    <a:pt x="56995" y="5576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82" name="Freeform: Shape 4981">
              <a:extLst>
                <a:ext uri="{FF2B5EF4-FFF2-40B4-BE49-F238E27FC236}">
                  <a16:creationId xmlns:a16="http://schemas.microsoft.com/office/drawing/2014/main" id="{5C3E341A-9AFA-04B0-C301-CD9B4BF42640}"/>
                </a:ext>
              </a:extLst>
            </p:cNvPr>
            <p:cNvSpPr/>
            <p:nvPr>
              <p:custDataLst>
                <p:tags r:id="rId74"/>
              </p:custDataLst>
            </p:nvPr>
          </p:nvSpPr>
          <p:spPr>
            <a:xfrm>
              <a:off x="8854922" y="5866549"/>
              <a:ext cx="41901" cy="182574"/>
            </a:xfrm>
            <a:custGeom>
              <a:avLst/>
              <a:gdLst>
                <a:gd name="connsiteX0" fmla="*/ 42191 w 41901"/>
                <a:gd name="connsiteY0" fmla="*/ 180827 h 182574"/>
                <a:gd name="connsiteX1" fmla="*/ 39121 w 41901"/>
                <a:gd name="connsiteY1" fmla="*/ 176810 h 182574"/>
                <a:gd name="connsiteX2" fmla="*/ 10765 w 41901"/>
                <a:gd name="connsiteY2" fmla="*/ 91365 h 182574"/>
                <a:gd name="connsiteX3" fmla="*/ 39843 w 41901"/>
                <a:gd name="connsiteY3" fmla="*/ 5007 h 182574"/>
                <a:gd name="connsiteX4" fmla="*/ 42191 w 41901"/>
                <a:gd name="connsiteY4" fmla="*/ 1903 h 182574"/>
                <a:gd name="connsiteX5" fmla="*/ 40385 w 41901"/>
                <a:gd name="connsiteY5" fmla="*/ 77 h 182574"/>
                <a:gd name="connsiteX6" fmla="*/ 11668 w 41901"/>
                <a:gd name="connsiteY6" fmla="*/ 35680 h 182574"/>
                <a:gd name="connsiteX7" fmla="*/ 289 w 41901"/>
                <a:gd name="connsiteY7" fmla="*/ 91365 h 182574"/>
                <a:gd name="connsiteX8" fmla="*/ 12210 w 41901"/>
                <a:gd name="connsiteY8" fmla="*/ 148328 h 182574"/>
                <a:gd name="connsiteX9" fmla="*/ 40385 w 41901"/>
                <a:gd name="connsiteY9" fmla="*/ 182652 h 182574"/>
                <a:gd name="connsiteX10" fmla="*/ 42191 w 41901"/>
                <a:gd name="connsiteY10" fmla="*/ 180827 h 18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01" h="182574">
                  <a:moveTo>
                    <a:pt x="42191" y="180827"/>
                  </a:moveTo>
                  <a:cubicBezTo>
                    <a:pt x="42191" y="180279"/>
                    <a:pt x="42191" y="179914"/>
                    <a:pt x="39121" y="176810"/>
                  </a:cubicBezTo>
                  <a:cubicBezTo>
                    <a:pt x="16544" y="153806"/>
                    <a:pt x="10765" y="119299"/>
                    <a:pt x="10765" y="91365"/>
                  </a:cubicBezTo>
                  <a:cubicBezTo>
                    <a:pt x="10765" y="59597"/>
                    <a:pt x="17628" y="27829"/>
                    <a:pt x="39843" y="5007"/>
                  </a:cubicBezTo>
                  <a:cubicBezTo>
                    <a:pt x="42191" y="2816"/>
                    <a:pt x="42191" y="2451"/>
                    <a:pt x="42191" y="1903"/>
                  </a:cubicBezTo>
                  <a:cubicBezTo>
                    <a:pt x="42191" y="625"/>
                    <a:pt x="41469" y="77"/>
                    <a:pt x="40385" y="77"/>
                  </a:cubicBezTo>
                  <a:cubicBezTo>
                    <a:pt x="38579" y="77"/>
                    <a:pt x="22324" y="12493"/>
                    <a:pt x="11668" y="35680"/>
                  </a:cubicBezTo>
                  <a:cubicBezTo>
                    <a:pt x="2457" y="55763"/>
                    <a:pt x="289" y="76029"/>
                    <a:pt x="289" y="91365"/>
                  </a:cubicBezTo>
                  <a:cubicBezTo>
                    <a:pt x="289" y="105606"/>
                    <a:pt x="2276" y="127697"/>
                    <a:pt x="12210" y="148328"/>
                  </a:cubicBezTo>
                  <a:cubicBezTo>
                    <a:pt x="23046" y="170785"/>
                    <a:pt x="38579" y="182652"/>
                    <a:pt x="40385" y="182652"/>
                  </a:cubicBezTo>
                  <a:cubicBezTo>
                    <a:pt x="41469" y="182652"/>
                    <a:pt x="42191" y="182105"/>
                    <a:pt x="42191" y="18082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83" name="Freeform: Shape 4982">
              <a:extLst>
                <a:ext uri="{FF2B5EF4-FFF2-40B4-BE49-F238E27FC236}">
                  <a16:creationId xmlns:a16="http://schemas.microsoft.com/office/drawing/2014/main" id="{7E7C3D54-291B-EBE0-60AE-1CE78DA25B63}"/>
                </a:ext>
              </a:extLst>
            </p:cNvPr>
            <p:cNvSpPr/>
            <p:nvPr>
              <p:custDataLst>
                <p:tags r:id="rId75"/>
              </p:custDataLst>
            </p:nvPr>
          </p:nvSpPr>
          <p:spPr>
            <a:xfrm>
              <a:off x="8912517" y="5922782"/>
              <a:ext cx="84345" cy="120134"/>
            </a:xfrm>
            <a:custGeom>
              <a:avLst/>
              <a:gdLst>
                <a:gd name="connsiteX0" fmla="*/ 83194 w 84345"/>
                <a:gd name="connsiteY0" fmla="*/ 30202 h 120134"/>
                <a:gd name="connsiteX1" fmla="*/ 84639 w 84345"/>
                <a:gd name="connsiteY1" fmla="*/ 19613 h 120134"/>
                <a:gd name="connsiteX2" fmla="*/ 63868 w 84345"/>
                <a:gd name="connsiteY2" fmla="*/ 77 h 120134"/>
                <a:gd name="connsiteX3" fmla="*/ 35874 w 84345"/>
                <a:gd name="connsiteY3" fmla="*/ 15961 h 120134"/>
                <a:gd name="connsiteX4" fmla="*/ 19257 w 84345"/>
                <a:gd name="connsiteY4" fmla="*/ 77 h 120134"/>
                <a:gd name="connsiteX5" fmla="*/ 5892 w 84345"/>
                <a:gd name="connsiteY5" fmla="*/ 10484 h 120134"/>
                <a:gd name="connsiteX6" fmla="*/ 293 w 84345"/>
                <a:gd name="connsiteY6" fmla="*/ 28194 h 120134"/>
                <a:gd name="connsiteX7" fmla="*/ 2460 w 84345"/>
                <a:gd name="connsiteY7" fmla="*/ 30020 h 120134"/>
                <a:gd name="connsiteX8" fmla="*/ 5531 w 84345"/>
                <a:gd name="connsiteY8" fmla="*/ 25820 h 120134"/>
                <a:gd name="connsiteX9" fmla="*/ 18715 w 84345"/>
                <a:gd name="connsiteY9" fmla="*/ 4094 h 120134"/>
                <a:gd name="connsiteX10" fmla="*/ 24314 w 84345"/>
                <a:gd name="connsiteY10" fmla="*/ 12493 h 120134"/>
                <a:gd name="connsiteX11" fmla="*/ 21425 w 84345"/>
                <a:gd name="connsiteY11" fmla="*/ 27829 h 120134"/>
                <a:gd name="connsiteX12" fmla="*/ 10949 w 84345"/>
                <a:gd name="connsiteY12" fmla="*/ 70004 h 120134"/>
                <a:gd name="connsiteX13" fmla="*/ 9324 w 84345"/>
                <a:gd name="connsiteY13" fmla="*/ 77854 h 120134"/>
                <a:gd name="connsiteX14" fmla="*/ 14561 w 84345"/>
                <a:gd name="connsiteY14" fmla="*/ 82784 h 120134"/>
                <a:gd name="connsiteX15" fmla="*/ 21244 w 84345"/>
                <a:gd name="connsiteY15" fmla="*/ 77672 h 120134"/>
                <a:gd name="connsiteX16" fmla="*/ 24676 w 84345"/>
                <a:gd name="connsiteY16" fmla="*/ 64161 h 120134"/>
                <a:gd name="connsiteX17" fmla="*/ 28649 w 84345"/>
                <a:gd name="connsiteY17" fmla="*/ 47729 h 120134"/>
                <a:gd name="connsiteX18" fmla="*/ 31720 w 84345"/>
                <a:gd name="connsiteY18" fmla="*/ 35497 h 120134"/>
                <a:gd name="connsiteX19" fmla="*/ 33706 w 84345"/>
                <a:gd name="connsiteY19" fmla="*/ 27281 h 120134"/>
                <a:gd name="connsiteX20" fmla="*/ 45988 w 84345"/>
                <a:gd name="connsiteY20" fmla="*/ 10484 h 120134"/>
                <a:gd name="connsiteX21" fmla="*/ 63327 w 84345"/>
                <a:gd name="connsiteY21" fmla="*/ 4094 h 120134"/>
                <a:gd name="connsiteX22" fmla="*/ 73080 w 84345"/>
                <a:gd name="connsiteY22" fmla="*/ 16874 h 120134"/>
                <a:gd name="connsiteX23" fmla="*/ 71274 w 84345"/>
                <a:gd name="connsiteY23" fmla="*/ 28377 h 120134"/>
                <a:gd name="connsiteX24" fmla="*/ 50684 w 84345"/>
                <a:gd name="connsiteY24" fmla="*/ 112361 h 120134"/>
                <a:gd name="connsiteX25" fmla="*/ 50142 w 84345"/>
                <a:gd name="connsiteY25" fmla="*/ 115282 h 120134"/>
                <a:gd name="connsiteX26" fmla="*/ 55199 w 84345"/>
                <a:gd name="connsiteY26" fmla="*/ 120212 h 120134"/>
                <a:gd name="connsiteX27" fmla="*/ 62604 w 84345"/>
                <a:gd name="connsiteY27" fmla="*/ 112909 h 120134"/>
                <a:gd name="connsiteX28" fmla="*/ 83194 w 84345"/>
                <a:gd name="connsiteY28" fmla="*/ 30202 h 12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4345" h="120134">
                  <a:moveTo>
                    <a:pt x="83194" y="30202"/>
                  </a:moveTo>
                  <a:cubicBezTo>
                    <a:pt x="84097" y="26916"/>
                    <a:pt x="84639" y="24542"/>
                    <a:pt x="84639" y="19613"/>
                  </a:cubicBezTo>
                  <a:cubicBezTo>
                    <a:pt x="84639" y="7746"/>
                    <a:pt x="77414" y="77"/>
                    <a:pt x="63868" y="77"/>
                  </a:cubicBezTo>
                  <a:cubicBezTo>
                    <a:pt x="49600" y="77"/>
                    <a:pt x="40208" y="9571"/>
                    <a:pt x="35874" y="15961"/>
                  </a:cubicBezTo>
                  <a:cubicBezTo>
                    <a:pt x="34971" y="5555"/>
                    <a:pt x="27385" y="77"/>
                    <a:pt x="19257" y="77"/>
                  </a:cubicBezTo>
                  <a:cubicBezTo>
                    <a:pt x="10949" y="77"/>
                    <a:pt x="7518" y="7198"/>
                    <a:pt x="5892" y="10484"/>
                  </a:cubicBezTo>
                  <a:cubicBezTo>
                    <a:pt x="2641" y="16692"/>
                    <a:pt x="293" y="27646"/>
                    <a:pt x="293" y="28194"/>
                  </a:cubicBezTo>
                  <a:cubicBezTo>
                    <a:pt x="293" y="30020"/>
                    <a:pt x="2099" y="30020"/>
                    <a:pt x="2460" y="30020"/>
                  </a:cubicBezTo>
                  <a:cubicBezTo>
                    <a:pt x="4267" y="30020"/>
                    <a:pt x="4447" y="29837"/>
                    <a:pt x="5531" y="25820"/>
                  </a:cubicBezTo>
                  <a:cubicBezTo>
                    <a:pt x="8601" y="12858"/>
                    <a:pt x="12213" y="4094"/>
                    <a:pt x="18715" y="4094"/>
                  </a:cubicBezTo>
                  <a:cubicBezTo>
                    <a:pt x="21786" y="4094"/>
                    <a:pt x="24314" y="5555"/>
                    <a:pt x="24314" y="12493"/>
                  </a:cubicBezTo>
                  <a:cubicBezTo>
                    <a:pt x="24314" y="16327"/>
                    <a:pt x="23773" y="18335"/>
                    <a:pt x="21425" y="27829"/>
                  </a:cubicBezTo>
                  <a:lnTo>
                    <a:pt x="10949" y="70004"/>
                  </a:lnTo>
                  <a:cubicBezTo>
                    <a:pt x="10407" y="72742"/>
                    <a:pt x="9324" y="76941"/>
                    <a:pt x="9324" y="77854"/>
                  </a:cubicBezTo>
                  <a:cubicBezTo>
                    <a:pt x="9324" y="81141"/>
                    <a:pt x="11852" y="82784"/>
                    <a:pt x="14561" y="82784"/>
                  </a:cubicBezTo>
                  <a:cubicBezTo>
                    <a:pt x="16729" y="82784"/>
                    <a:pt x="19980" y="81323"/>
                    <a:pt x="21244" y="77672"/>
                  </a:cubicBezTo>
                  <a:cubicBezTo>
                    <a:pt x="21425" y="77307"/>
                    <a:pt x="23592" y="68726"/>
                    <a:pt x="24676" y="64161"/>
                  </a:cubicBezTo>
                  <a:lnTo>
                    <a:pt x="28649" y="47729"/>
                  </a:lnTo>
                  <a:cubicBezTo>
                    <a:pt x="29733" y="43713"/>
                    <a:pt x="30816" y="39696"/>
                    <a:pt x="31720" y="35497"/>
                  </a:cubicBezTo>
                  <a:cubicBezTo>
                    <a:pt x="32081" y="34402"/>
                    <a:pt x="33526" y="28377"/>
                    <a:pt x="33706" y="27281"/>
                  </a:cubicBezTo>
                  <a:cubicBezTo>
                    <a:pt x="34248" y="25638"/>
                    <a:pt x="39847" y="15414"/>
                    <a:pt x="45988" y="10484"/>
                  </a:cubicBezTo>
                  <a:cubicBezTo>
                    <a:pt x="49961" y="7563"/>
                    <a:pt x="55560" y="4094"/>
                    <a:pt x="63327" y="4094"/>
                  </a:cubicBezTo>
                  <a:cubicBezTo>
                    <a:pt x="71093" y="4094"/>
                    <a:pt x="73080" y="10302"/>
                    <a:pt x="73080" y="16874"/>
                  </a:cubicBezTo>
                  <a:cubicBezTo>
                    <a:pt x="73080" y="17787"/>
                    <a:pt x="73080" y="21074"/>
                    <a:pt x="71274" y="28377"/>
                  </a:cubicBezTo>
                  <a:lnTo>
                    <a:pt x="50684" y="112361"/>
                  </a:lnTo>
                  <a:cubicBezTo>
                    <a:pt x="50142" y="114552"/>
                    <a:pt x="50142" y="114917"/>
                    <a:pt x="50142" y="115282"/>
                  </a:cubicBezTo>
                  <a:cubicBezTo>
                    <a:pt x="50142" y="118021"/>
                    <a:pt x="52129" y="120212"/>
                    <a:pt x="55199" y="120212"/>
                  </a:cubicBezTo>
                  <a:cubicBezTo>
                    <a:pt x="60798" y="120212"/>
                    <a:pt x="62062" y="114917"/>
                    <a:pt x="62604" y="112909"/>
                  </a:cubicBezTo>
                  <a:lnTo>
                    <a:pt x="83194" y="302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84" name="Freeform: Shape 4983">
              <a:extLst>
                <a:ext uri="{FF2B5EF4-FFF2-40B4-BE49-F238E27FC236}">
                  <a16:creationId xmlns:a16="http://schemas.microsoft.com/office/drawing/2014/main" id="{CCE09D49-68E7-2E84-135B-8F65F4330ADE}"/>
                </a:ext>
              </a:extLst>
            </p:cNvPr>
            <p:cNvSpPr/>
            <p:nvPr>
              <p:custDataLst>
                <p:tags r:id="rId76"/>
              </p:custDataLst>
            </p:nvPr>
          </p:nvSpPr>
          <p:spPr>
            <a:xfrm>
              <a:off x="9002901" y="5974505"/>
              <a:ext cx="77247" cy="57638"/>
            </a:xfrm>
            <a:custGeom>
              <a:avLst/>
              <a:gdLst>
                <a:gd name="connsiteX0" fmla="*/ 9780 w 77247"/>
                <a:gd name="connsiteY0" fmla="*/ 48388 h 57638"/>
                <a:gd name="connsiteX1" fmla="*/ 8516 w 77247"/>
                <a:gd name="connsiteY1" fmla="*/ 53628 h 57638"/>
                <a:gd name="connsiteX2" fmla="*/ 12814 w 77247"/>
                <a:gd name="connsiteY2" fmla="*/ 57718 h 57638"/>
                <a:gd name="connsiteX3" fmla="*/ 17745 w 77247"/>
                <a:gd name="connsiteY3" fmla="*/ 54906 h 57638"/>
                <a:gd name="connsiteX4" fmla="*/ 20021 w 77247"/>
                <a:gd name="connsiteY4" fmla="*/ 46982 h 57638"/>
                <a:gd name="connsiteX5" fmla="*/ 22802 w 77247"/>
                <a:gd name="connsiteY5" fmla="*/ 35480 h 57638"/>
                <a:gd name="connsiteX6" fmla="*/ 24952 w 77247"/>
                <a:gd name="connsiteY6" fmla="*/ 26917 h 57638"/>
                <a:gd name="connsiteX7" fmla="*/ 30262 w 77247"/>
                <a:gd name="connsiteY7" fmla="*/ 15415 h 57638"/>
                <a:gd name="connsiteX8" fmla="*/ 49226 w 77247"/>
                <a:gd name="connsiteY8" fmla="*/ 3657 h 57638"/>
                <a:gd name="connsiteX9" fmla="*/ 56685 w 77247"/>
                <a:gd name="connsiteY9" fmla="*/ 12604 h 57638"/>
                <a:gd name="connsiteX10" fmla="*/ 49226 w 77247"/>
                <a:gd name="connsiteY10" fmla="*/ 39825 h 57638"/>
                <a:gd name="connsiteX11" fmla="*/ 47329 w 77247"/>
                <a:gd name="connsiteY11" fmla="*/ 46727 h 57638"/>
                <a:gd name="connsiteX12" fmla="*/ 59340 w 77247"/>
                <a:gd name="connsiteY12" fmla="*/ 57718 h 57638"/>
                <a:gd name="connsiteX13" fmla="*/ 77546 w 77247"/>
                <a:gd name="connsiteY13" fmla="*/ 38164 h 57638"/>
                <a:gd name="connsiteX14" fmla="*/ 75523 w 77247"/>
                <a:gd name="connsiteY14" fmla="*/ 36503 h 57638"/>
                <a:gd name="connsiteX15" fmla="*/ 73121 w 77247"/>
                <a:gd name="connsiteY15" fmla="*/ 38675 h 57638"/>
                <a:gd name="connsiteX16" fmla="*/ 59719 w 77247"/>
                <a:gd name="connsiteY16" fmla="*/ 54139 h 57638"/>
                <a:gd name="connsiteX17" fmla="*/ 56559 w 77247"/>
                <a:gd name="connsiteY17" fmla="*/ 49666 h 57638"/>
                <a:gd name="connsiteX18" fmla="*/ 59466 w 77247"/>
                <a:gd name="connsiteY18" fmla="*/ 39314 h 57638"/>
                <a:gd name="connsiteX19" fmla="*/ 66167 w 77247"/>
                <a:gd name="connsiteY19" fmla="*/ 14648 h 57638"/>
                <a:gd name="connsiteX20" fmla="*/ 49731 w 77247"/>
                <a:gd name="connsiteY20" fmla="*/ 79 h 57638"/>
                <a:gd name="connsiteX21" fmla="*/ 28365 w 77247"/>
                <a:gd name="connsiteY21" fmla="*/ 11709 h 57638"/>
                <a:gd name="connsiteX22" fmla="*/ 14837 w 77247"/>
                <a:gd name="connsiteY22" fmla="*/ 79 h 57638"/>
                <a:gd name="connsiteX23" fmla="*/ 4849 w 77247"/>
                <a:gd name="connsiteY23" fmla="*/ 6980 h 57638"/>
                <a:gd name="connsiteX24" fmla="*/ 298 w 77247"/>
                <a:gd name="connsiteY24" fmla="*/ 19633 h 57638"/>
                <a:gd name="connsiteX25" fmla="*/ 2447 w 77247"/>
                <a:gd name="connsiteY25" fmla="*/ 21294 h 57638"/>
                <a:gd name="connsiteX26" fmla="*/ 5229 w 77247"/>
                <a:gd name="connsiteY26" fmla="*/ 17460 h 57638"/>
                <a:gd name="connsiteX27" fmla="*/ 14458 w 77247"/>
                <a:gd name="connsiteY27" fmla="*/ 3657 h 57638"/>
                <a:gd name="connsiteX28" fmla="*/ 18630 w 77247"/>
                <a:gd name="connsiteY28" fmla="*/ 9920 h 57638"/>
                <a:gd name="connsiteX29" fmla="*/ 16607 w 77247"/>
                <a:gd name="connsiteY29" fmla="*/ 20527 h 57638"/>
                <a:gd name="connsiteX30" fmla="*/ 13826 w 77247"/>
                <a:gd name="connsiteY30" fmla="*/ 32030 h 57638"/>
                <a:gd name="connsiteX31" fmla="*/ 9780 w 77247"/>
                <a:gd name="connsiteY31" fmla="*/ 48388 h 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247" h="57638">
                  <a:moveTo>
                    <a:pt x="9780" y="48388"/>
                  </a:moveTo>
                  <a:cubicBezTo>
                    <a:pt x="9274" y="50050"/>
                    <a:pt x="8516" y="53245"/>
                    <a:pt x="8516" y="53628"/>
                  </a:cubicBezTo>
                  <a:cubicBezTo>
                    <a:pt x="8516" y="56440"/>
                    <a:pt x="10792" y="57718"/>
                    <a:pt x="12814" y="57718"/>
                  </a:cubicBezTo>
                  <a:cubicBezTo>
                    <a:pt x="15090" y="57718"/>
                    <a:pt x="17113" y="56056"/>
                    <a:pt x="17745" y="54906"/>
                  </a:cubicBezTo>
                  <a:cubicBezTo>
                    <a:pt x="18377" y="53756"/>
                    <a:pt x="19389" y="49666"/>
                    <a:pt x="20021" y="46982"/>
                  </a:cubicBezTo>
                  <a:cubicBezTo>
                    <a:pt x="20653" y="44554"/>
                    <a:pt x="22044" y="38675"/>
                    <a:pt x="22802" y="35480"/>
                  </a:cubicBezTo>
                  <a:cubicBezTo>
                    <a:pt x="23561" y="32669"/>
                    <a:pt x="24319" y="29857"/>
                    <a:pt x="24952" y="26917"/>
                  </a:cubicBezTo>
                  <a:cubicBezTo>
                    <a:pt x="26342" y="21678"/>
                    <a:pt x="26595" y="20655"/>
                    <a:pt x="30262" y="15415"/>
                  </a:cubicBezTo>
                  <a:cubicBezTo>
                    <a:pt x="33802" y="10303"/>
                    <a:pt x="39744" y="3657"/>
                    <a:pt x="49226" y="3657"/>
                  </a:cubicBezTo>
                  <a:cubicBezTo>
                    <a:pt x="56559" y="3657"/>
                    <a:pt x="56685" y="10175"/>
                    <a:pt x="56685" y="12604"/>
                  </a:cubicBezTo>
                  <a:cubicBezTo>
                    <a:pt x="56685" y="20272"/>
                    <a:pt x="51249" y="34458"/>
                    <a:pt x="49226" y="39825"/>
                  </a:cubicBezTo>
                  <a:cubicBezTo>
                    <a:pt x="47835" y="43404"/>
                    <a:pt x="47329" y="44554"/>
                    <a:pt x="47329" y="46727"/>
                  </a:cubicBezTo>
                  <a:cubicBezTo>
                    <a:pt x="47329" y="53500"/>
                    <a:pt x="52892" y="57718"/>
                    <a:pt x="59340" y="57718"/>
                  </a:cubicBezTo>
                  <a:cubicBezTo>
                    <a:pt x="71983" y="57718"/>
                    <a:pt x="77546" y="40081"/>
                    <a:pt x="77546" y="38164"/>
                  </a:cubicBezTo>
                  <a:cubicBezTo>
                    <a:pt x="77546" y="36503"/>
                    <a:pt x="75902" y="36503"/>
                    <a:pt x="75523" y="36503"/>
                  </a:cubicBezTo>
                  <a:cubicBezTo>
                    <a:pt x="73753" y="36503"/>
                    <a:pt x="73626" y="37269"/>
                    <a:pt x="73121" y="38675"/>
                  </a:cubicBezTo>
                  <a:cubicBezTo>
                    <a:pt x="70213" y="48899"/>
                    <a:pt x="64776" y="54139"/>
                    <a:pt x="59719" y="54139"/>
                  </a:cubicBezTo>
                  <a:cubicBezTo>
                    <a:pt x="57064" y="54139"/>
                    <a:pt x="56559" y="52350"/>
                    <a:pt x="56559" y="49666"/>
                  </a:cubicBezTo>
                  <a:cubicBezTo>
                    <a:pt x="56559" y="46727"/>
                    <a:pt x="57191" y="45065"/>
                    <a:pt x="59466" y="39314"/>
                  </a:cubicBezTo>
                  <a:cubicBezTo>
                    <a:pt x="60984" y="35352"/>
                    <a:pt x="66167" y="21805"/>
                    <a:pt x="66167" y="14648"/>
                  </a:cubicBezTo>
                  <a:cubicBezTo>
                    <a:pt x="66167" y="2252"/>
                    <a:pt x="56432" y="79"/>
                    <a:pt x="49731" y="79"/>
                  </a:cubicBezTo>
                  <a:cubicBezTo>
                    <a:pt x="39238" y="79"/>
                    <a:pt x="32158" y="6597"/>
                    <a:pt x="28365" y="11709"/>
                  </a:cubicBezTo>
                  <a:cubicBezTo>
                    <a:pt x="27480" y="2891"/>
                    <a:pt x="20021" y="79"/>
                    <a:pt x="14837" y="79"/>
                  </a:cubicBezTo>
                  <a:cubicBezTo>
                    <a:pt x="9401" y="79"/>
                    <a:pt x="6493" y="4041"/>
                    <a:pt x="4849" y="6980"/>
                  </a:cubicBezTo>
                  <a:cubicBezTo>
                    <a:pt x="2068" y="11709"/>
                    <a:pt x="298" y="18994"/>
                    <a:pt x="298" y="19633"/>
                  </a:cubicBezTo>
                  <a:cubicBezTo>
                    <a:pt x="298" y="21294"/>
                    <a:pt x="2068" y="21294"/>
                    <a:pt x="2447" y="21294"/>
                  </a:cubicBezTo>
                  <a:cubicBezTo>
                    <a:pt x="4217" y="21294"/>
                    <a:pt x="4344" y="20911"/>
                    <a:pt x="5229" y="17460"/>
                  </a:cubicBezTo>
                  <a:cubicBezTo>
                    <a:pt x="7125" y="9920"/>
                    <a:pt x="9527" y="3657"/>
                    <a:pt x="14458" y="3657"/>
                  </a:cubicBezTo>
                  <a:cubicBezTo>
                    <a:pt x="17745" y="3657"/>
                    <a:pt x="18630" y="6469"/>
                    <a:pt x="18630" y="9920"/>
                  </a:cubicBezTo>
                  <a:cubicBezTo>
                    <a:pt x="18630" y="12348"/>
                    <a:pt x="17492" y="17077"/>
                    <a:pt x="16607" y="20527"/>
                  </a:cubicBezTo>
                  <a:cubicBezTo>
                    <a:pt x="15722" y="23978"/>
                    <a:pt x="14458" y="29218"/>
                    <a:pt x="13826" y="32030"/>
                  </a:cubicBezTo>
                  <a:lnTo>
                    <a:pt x="9780" y="4838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85" name="Freeform: Shape 4984">
              <a:extLst>
                <a:ext uri="{FF2B5EF4-FFF2-40B4-BE49-F238E27FC236}">
                  <a16:creationId xmlns:a16="http://schemas.microsoft.com/office/drawing/2014/main" id="{DB829181-4864-905F-44E8-1BC5420F93D5}"/>
                </a:ext>
              </a:extLst>
            </p:cNvPr>
            <p:cNvSpPr/>
            <p:nvPr>
              <p:custDataLst>
                <p:tags r:id="rId77"/>
              </p:custDataLst>
            </p:nvPr>
          </p:nvSpPr>
          <p:spPr>
            <a:xfrm>
              <a:off x="9105567" y="5866549"/>
              <a:ext cx="41901" cy="182574"/>
            </a:xfrm>
            <a:custGeom>
              <a:avLst/>
              <a:gdLst>
                <a:gd name="connsiteX0" fmla="*/ 42205 w 41901"/>
                <a:gd name="connsiteY0" fmla="*/ 91365 h 182574"/>
                <a:gd name="connsiteX1" fmla="*/ 30285 w 41901"/>
                <a:gd name="connsiteY1" fmla="*/ 34402 h 182574"/>
                <a:gd name="connsiteX2" fmla="*/ 2110 w 41901"/>
                <a:gd name="connsiteY2" fmla="*/ 77 h 182574"/>
                <a:gd name="connsiteX3" fmla="*/ 303 w 41901"/>
                <a:gd name="connsiteY3" fmla="*/ 1903 h 182574"/>
                <a:gd name="connsiteX4" fmla="*/ 3735 w 41901"/>
                <a:gd name="connsiteY4" fmla="*/ 6102 h 182574"/>
                <a:gd name="connsiteX5" fmla="*/ 31730 w 41901"/>
                <a:gd name="connsiteY5" fmla="*/ 91365 h 182574"/>
                <a:gd name="connsiteX6" fmla="*/ 2651 w 41901"/>
                <a:gd name="connsiteY6" fmla="*/ 177723 h 182574"/>
                <a:gd name="connsiteX7" fmla="*/ 303 w 41901"/>
                <a:gd name="connsiteY7" fmla="*/ 180827 h 182574"/>
                <a:gd name="connsiteX8" fmla="*/ 2110 w 41901"/>
                <a:gd name="connsiteY8" fmla="*/ 182652 h 182574"/>
                <a:gd name="connsiteX9" fmla="*/ 30827 w 41901"/>
                <a:gd name="connsiteY9" fmla="*/ 147050 h 182574"/>
                <a:gd name="connsiteX10" fmla="*/ 42205 w 41901"/>
                <a:gd name="connsiteY10" fmla="*/ 91365 h 18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01" h="182574">
                  <a:moveTo>
                    <a:pt x="42205" y="91365"/>
                  </a:moveTo>
                  <a:cubicBezTo>
                    <a:pt x="42205" y="77124"/>
                    <a:pt x="40219" y="55032"/>
                    <a:pt x="30285" y="34402"/>
                  </a:cubicBezTo>
                  <a:cubicBezTo>
                    <a:pt x="19448" y="11945"/>
                    <a:pt x="3916" y="77"/>
                    <a:pt x="2110" y="77"/>
                  </a:cubicBezTo>
                  <a:cubicBezTo>
                    <a:pt x="1026" y="77"/>
                    <a:pt x="303" y="808"/>
                    <a:pt x="303" y="1903"/>
                  </a:cubicBezTo>
                  <a:cubicBezTo>
                    <a:pt x="303" y="2451"/>
                    <a:pt x="303" y="2816"/>
                    <a:pt x="3735" y="6102"/>
                  </a:cubicBezTo>
                  <a:cubicBezTo>
                    <a:pt x="21435" y="24177"/>
                    <a:pt x="31730" y="53207"/>
                    <a:pt x="31730" y="91365"/>
                  </a:cubicBezTo>
                  <a:cubicBezTo>
                    <a:pt x="31730" y="122585"/>
                    <a:pt x="25047" y="154718"/>
                    <a:pt x="2651" y="177723"/>
                  </a:cubicBezTo>
                  <a:cubicBezTo>
                    <a:pt x="303" y="179914"/>
                    <a:pt x="303" y="180279"/>
                    <a:pt x="303" y="180827"/>
                  </a:cubicBezTo>
                  <a:cubicBezTo>
                    <a:pt x="303" y="181922"/>
                    <a:pt x="1026" y="182652"/>
                    <a:pt x="2110" y="182652"/>
                  </a:cubicBezTo>
                  <a:cubicBezTo>
                    <a:pt x="3916" y="182652"/>
                    <a:pt x="20171" y="170237"/>
                    <a:pt x="30827" y="147050"/>
                  </a:cubicBezTo>
                  <a:cubicBezTo>
                    <a:pt x="40038" y="126967"/>
                    <a:pt x="42205" y="106701"/>
                    <a:pt x="42205" y="9136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86" name="Freeform: Shape 4985">
              <a:extLst>
                <a:ext uri="{FF2B5EF4-FFF2-40B4-BE49-F238E27FC236}">
                  <a16:creationId xmlns:a16="http://schemas.microsoft.com/office/drawing/2014/main" id="{029F8C7E-8F8F-C3AB-CDF0-34B2BDAC0355}"/>
                </a:ext>
              </a:extLst>
            </p:cNvPr>
            <p:cNvSpPr/>
            <p:nvPr>
              <p:custDataLst>
                <p:tags r:id="rId78"/>
              </p:custDataLst>
            </p:nvPr>
          </p:nvSpPr>
          <p:spPr>
            <a:xfrm>
              <a:off x="9221178" y="5948160"/>
              <a:ext cx="19144" cy="19352"/>
            </a:xfrm>
            <a:custGeom>
              <a:avLst/>
              <a:gdLst>
                <a:gd name="connsiteX0" fmla="*/ 19454 w 19144"/>
                <a:gd name="connsiteY0" fmla="*/ 9754 h 19352"/>
                <a:gd name="connsiteX1" fmla="*/ 9882 w 19144"/>
                <a:gd name="connsiteY1" fmla="*/ 77 h 19352"/>
                <a:gd name="connsiteX2" fmla="*/ 310 w 19144"/>
                <a:gd name="connsiteY2" fmla="*/ 9754 h 19352"/>
                <a:gd name="connsiteX3" fmla="*/ 9882 w 19144"/>
                <a:gd name="connsiteY3" fmla="*/ 19430 h 19352"/>
                <a:gd name="connsiteX4" fmla="*/ 19454 w 19144"/>
                <a:gd name="connsiteY4" fmla="*/ 9754 h 19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4" h="19352">
                  <a:moveTo>
                    <a:pt x="19454" y="9754"/>
                  </a:moveTo>
                  <a:cubicBezTo>
                    <a:pt x="19454" y="4459"/>
                    <a:pt x="15120" y="77"/>
                    <a:pt x="9882" y="77"/>
                  </a:cubicBezTo>
                  <a:cubicBezTo>
                    <a:pt x="4644" y="77"/>
                    <a:pt x="310" y="4459"/>
                    <a:pt x="310" y="9754"/>
                  </a:cubicBezTo>
                  <a:cubicBezTo>
                    <a:pt x="310" y="15049"/>
                    <a:pt x="4644" y="19430"/>
                    <a:pt x="9882" y="19430"/>
                  </a:cubicBezTo>
                  <a:cubicBezTo>
                    <a:pt x="15120" y="19430"/>
                    <a:pt x="19454" y="15049"/>
                    <a:pt x="19454" y="975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87" name="Freeform: Shape 4986">
              <a:extLst>
                <a:ext uri="{FF2B5EF4-FFF2-40B4-BE49-F238E27FC236}">
                  <a16:creationId xmlns:a16="http://schemas.microsoft.com/office/drawing/2014/main" id="{2FF46062-9555-8DA5-6B0C-2D5838E890E6}"/>
                </a:ext>
              </a:extLst>
            </p:cNvPr>
            <p:cNvSpPr/>
            <p:nvPr>
              <p:custDataLst>
                <p:tags r:id="rId79"/>
              </p:custDataLst>
            </p:nvPr>
          </p:nvSpPr>
          <p:spPr>
            <a:xfrm>
              <a:off x="9301346" y="5874582"/>
              <a:ext cx="98456" cy="164317"/>
            </a:xfrm>
            <a:custGeom>
              <a:avLst/>
              <a:gdLst>
                <a:gd name="connsiteX0" fmla="*/ 98771 w 98456"/>
                <a:gd name="connsiteY0" fmla="*/ 25090 h 164317"/>
                <a:gd name="connsiteX1" fmla="*/ 74208 w 98456"/>
                <a:gd name="connsiteY1" fmla="*/ 77 h 164317"/>
                <a:gd name="connsiteX2" fmla="*/ 52354 w 98456"/>
                <a:gd name="connsiteY2" fmla="*/ 7746 h 164317"/>
                <a:gd name="connsiteX3" fmla="*/ 29055 w 98456"/>
                <a:gd name="connsiteY3" fmla="*/ 46634 h 164317"/>
                <a:gd name="connsiteX4" fmla="*/ 337 w 98456"/>
                <a:gd name="connsiteY4" fmla="*/ 162569 h 164317"/>
                <a:gd name="connsiteX5" fmla="*/ 2505 w 98456"/>
                <a:gd name="connsiteY5" fmla="*/ 164395 h 164317"/>
                <a:gd name="connsiteX6" fmla="*/ 4672 w 98456"/>
                <a:gd name="connsiteY6" fmla="*/ 163482 h 164317"/>
                <a:gd name="connsiteX7" fmla="*/ 17315 w 98456"/>
                <a:gd name="connsiteY7" fmla="*/ 113091 h 164317"/>
                <a:gd name="connsiteX8" fmla="*/ 41878 w 98456"/>
                <a:gd name="connsiteY8" fmla="*/ 130801 h 164317"/>
                <a:gd name="connsiteX9" fmla="*/ 76736 w 98456"/>
                <a:gd name="connsiteY9" fmla="*/ 116378 h 164317"/>
                <a:gd name="connsiteX10" fmla="*/ 91185 w 98456"/>
                <a:gd name="connsiteY10" fmla="*/ 82784 h 164317"/>
                <a:gd name="connsiteX11" fmla="*/ 78001 w 98456"/>
                <a:gd name="connsiteY11" fmla="*/ 55580 h 164317"/>
                <a:gd name="connsiteX12" fmla="*/ 98771 w 98456"/>
                <a:gd name="connsiteY12" fmla="*/ 25090 h 164317"/>
                <a:gd name="connsiteX13" fmla="*/ 66261 w 98456"/>
                <a:gd name="connsiteY13" fmla="*/ 55398 h 164317"/>
                <a:gd name="connsiteX14" fmla="*/ 57591 w 98456"/>
                <a:gd name="connsiteY14" fmla="*/ 56676 h 164317"/>
                <a:gd name="connsiteX15" fmla="*/ 49644 w 98456"/>
                <a:gd name="connsiteY15" fmla="*/ 55945 h 164317"/>
                <a:gd name="connsiteX16" fmla="*/ 58494 w 98456"/>
                <a:gd name="connsiteY16" fmla="*/ 54485 h 164317"/>
                <a:gd name="connsiteX17" fmla="*/ 66261 w 98456"/>
                <a:gd name="connsiteY17" fmla="*/ 55398 h 164317"/>
                <a:gd name="connsiteX18" fmla="*/ 88657 w 98456"/>
                <a:gd name="connsiteY18" fmla="*/ 20891 h 164317"/>
                <a:gd name="connsiteX19" fmla="*/ 72402 w 98456"/>
                <a:gd name="connsiteY19" fmla="*/ 52476 h 164317"/>
                <a:gd name="connsiteX20" fmla="*/ 58494 w 98456"/>
                <a:gd name="connsiteY20" fmla="*/ 50286 h 164317"/>
                <a:gd name="connsiteX21" fmla="*/ 44587 w 98456"/>
                <a:gd name="connsiteY21" fmla="*/ 56128 h 164317"/>
                <a:gd name="connsiteX22" fmla="*/ 57050 w 98456"/>
                <a:gd name="connsiteY22" fmla="*/ 60692 h 164317"/>
                <a:gd name="connsiteX23" fmla="*/ 71860 w 98456"/>
                <a:gd name="connsiteY23" fmla="*/ 58319 h 164317"/>
                <a:gd name="connsiteX24" fmla="*/ 79807 w 98456"/>
                <a:gd name="connsiteY24" fmla="*/ 78950 h 164317"/>
                <a:gd name="connsiteX25" fmla="*/ 70776 w 98456"/>
                <a:gd name="connsiteY25" fmla="*/ 110353 h 164317"/>
                <a:gd name="connsiteX26" fmla="*/ 41336 w 98456"/>
                <a:gd name="connsiteY26" fmla="*/ 126784 h 164317"/>
                <a:gd name="connsiteX27" fmla="*/ 20747 w 98456"/>
                <a:gd name="connsiteY27" fmla="*/ 103232 h 164317"/>
                <a:gd name="connsiteX28" fmla="*/ 21650 w 98456"/>
                <a:gd name="connsiteY28" fmla="*/ 95199 h 164317"/>
                <a:gd name="connsiteX29" fmla="*/ 33209 w 98456"/>
                <a:gd name="connsiteY29" fmla="*/ 49008 h 164317"/>
                <a:gd name="connsiteX30" fmla="*/ 71860 w 98456"/>
                <a:gd name="connsiteY30" fmla="*/ 4277 h 164317"/>
                <a:gd name="connsiteX31" fmla="*/ 88657 w 98456"/>
                <a:gd name="connsiteY31" fmla="*/ 20891 h 164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456" h="164317">
                  <a:moveTo>
                    <a:pt x="98771" y="25090"/>
                  </a:moveTo>
                  <a:cubicBezTo>
                    <a:pt x="98771" y="11397"/>
                    <a:pt x="88837" y="77"/>
                    <a:pt x="74208" y="77"/>
                  </a:cubicBezTo>
                  <a:cubicBezTo>
                    <a:pt x="63732" y="77"/>
                    <a:pt x="58675" y="2999"/>
                    <a:pt x="52354" y="7746"/>
                  </a:cubicBezTo>
                  <a:cubicBezTo>
                    <a:pt x="42420" y="15049"/>
                    <a:pt x="32486" y="32758"/>
                    <a:pt x="29055" y="46634"/>
                  </a:cubicBezTo>
                  <a:lnTo>
                    <a:pt x="337" y="162569"/>
                  </a:lnTo>
                  <a:cubicBezTo>
                    <a:pt x="157" y="163299"/>
                    <a:pt x="1060" y="164395"/>
                    <a:pt x="2505" y="164395"/>
                  </a:cubicBezTo>
                  <a:cubicBezTo>
                    <a:pt x="3950" y="164395"/>
                    <a:pt x="4491" y="164030"/>
                    <a:pt x="4672" y="163482"/>
                  </a:cubicBezTo>
                  <a:lnTo>
                    <a:pt x="17315" y="113091"/>
                  </a:lnTo>
                  <a:cubicBezTo>
                    <a:pt x="20747" y="124046"/>
                    <a:pt x="28693" y="130801"/>
                    <a:pt x="41878" y="130801"/>
                  </a:cubicBezTo>
                  <a:cubicBezTo>
                    <a:pt x="55063" y="130801"/>
                    <a:pt x="68609" y="124411"/>
                    <a:pt x="76736" y="116378"/>
                  </a:cubicBezTo>
                  <a:cubicBezTo>
                    <a:pt x="85406" y="107979"/>
                    <a:pt x="91185" y="96294"/>
                    <a:pt x="91185" y="82784"/>
                  </a:cubicBezTo>
                  <a:cubicBezTo>
                    <a:pt x="91185" y="69638"/>
                    <a:pt x="84503" y="60145"/>
                    <a:pt x="78001" y="55580"/>
                  </a:cubicBezTo>
                  <a:cubicBezTo>
                    <a:pt x="88476" y="49555"/>
                    <a:pt x="98771" y="38236"/>
                    <a:pt x="98771" y="25090"/>
                  </a:cubicBezTo>
                  <a:close/>
                  <a:moveTo>
                    <a:pt x="66261" y="55398"/>
                  </a:moveTo>
                  <a:cubicBezTo>
                    <a:pt x="63913" y="56310"/>
                    <a:pt x="61926" y="56676"/>
                    <a:pt x="57591" y="56676"/>
                  </a:cubicBezTo>
                  <a:cubicBezTo>
                    <a:pt x="55063" y="56676"/>
                    <a:pt x="51451" y="56858"/>
                    <a:pt x="49644" y="55945"/>
                  </a:cubicBezTo>
                  <a:cubicBezTo>
                    <a:pt x="50006" y="54120"/>
                    <a:pt x="56508" y="54485"/>
                    <a:pt x="58494" y="54485"/>
                  </a:cubicBezTo>
                  <a:cubicBezTo>
                    <a:pt x="62287" y="54485"/>
                    <a:pt x="63913" y="54485"/>
                    <a:pt x="66261" y="55398"/>
                  </a:cubicBezTo>
                  <a:close/>
                  <a:moveTo>
                    <a:pt x="88657" y="20891"/>
                  </a:moveTo>
                  <a:cubicBezTo>
                    <a:pt x="88657" y="33671"/>
                    <a:pt x="81793" y="46817"/>
                    <a:pt x="72402" y="52476"/>
                  </a:cubicBezTo>
                  <a:cubicBezTo>
                    <a:pt x="67525" y="50651"/>
                    <a:pt x="63913" y="50286"/>
                    <a:pt x="58494" y="50286"/>
                  </a:cubicBezTo>
                  <a:cubicBezTo>
                    <a:pt x="54702" y="50286"/>
                    <a:pt x="44587" y="50103"/>
                    <a:pt x="44587" y="56128"/>
                  </a:cubicBezTo>
                  <a:cubicBezTo>
                    <a:pt x="44407" y="61240"/>
                    <a:pt x="53799" y="60692"/>
                    <a:pt x="57050" y="60692"/>
                  </a:cubicBezTo>
                  <a:cubicBezTo>
                    <a:pt x="63732" y="60692"/>
                    <a:pt x="66441" y="60510"/>
                    <a:pt x="71860" y="58319"/>
                  </a:cubicBezTo>
                  <a:cubicBezTo>
                    <a:pt x="78723" y="64892"/>
                    <a:pt x="79626" y="70551"/>
                    <a:pt x="79807" y="78950"/>
                  </a:cubicBezTo>
                  <a:cubicBezTo>
                    <a:pt x="80168" y="89539"/>
                    <a:pt x="75833" y="103232"/>
                    <a:pt x="70776" y="110353"/>
                  </a:cubicBezTo>
                  <a:cubicBezTo>
                    <a:pt x="63732" y="120212"/>
                    <a:pt x="51631" y="126784"/>
                    <a:pt x="41336" y="126784"/>
                  </a:cubicBezTo>
                  <a:cubicBezTo>
                    <a:pt x="27610" y="126784"/>
                    <a:pt x="20747" y="116195"/>
                    <a:pt x="20747" y="103232"/>
                  </a:cubicBezTo>
                  <a:cubicBezTo>
                    <a:pt x="20747" y="101406"/>
                    <a:pt x="20747" y="98668"/>
                    <a:pt x="21650" y="95199"/>
                  </a:cubicBezTo>
                  <a:lnTo>
                    <a:pt x="33209" y="49008"/>
                  </a:lnTo>
                  <a:cubicBezTo>
                    <a:pt x="37182" y="33306"/>
                    <a:pt x="50186" y="4277"/>
                    <a:pt x="71860" y="4277"/>
                  </a:cubicBezTo>
                  <a:cubicBezTo>
                    <a:pt x="82335" y="4277"/>
                    <a:pt x="88657" y="9936"/>
                    <a:pt x="88657" y="2089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88" name="Freeform: Shape 4987">
              <a:extLst>
                <a:ext uri="{FF2B5EF4-FFF2-40B4-BE49-F238E27FC236}">
                  <a16:creationId xmlns:a16="http://schemas.microsoft.com/office/drawing/2014/main" id="{969B37CB-0A49-604F-F7DC-0AC05F16AF6D}"/>
                </a:ext>
              </a:extLst>
            </p:cNvPr>
            <p:cNvSpPr/>
            <p:nvPr>
              <p:custDataLst>
                <p:tags r:id="rId80"/>
              </p:custDataLst>
            </p:nvPr>
          </p:nvSpPr>
          <p:spPr>
            <a:xfrm>
              <a:off x="9398109" y="5946133"/>
              <a:ext cx="55502" cy="110804"/>
            </a:xfrm>
            <a:custGeom>
              <a:avLst/>
              <a:gdLst>
                <a:gd name="connsiteX0" fmla="*/ 55822 w 55502"/>
                <a:gd name="connsiteY0" fmla="*/ 4935 h 110804"/>
                <a:gd name="connsiteX1" fmla="*/ 50765 w 55502"/>
                <a:gd name="connsiteY1" fmla="*/ 79 h 110804"/>
                <a:gd name="connsiteX2" fmla="*/ 43685 w 55502"/>
                <a:gd name="connsiteY2" fmla="*/ 7108 h 110804"/>
                <a:gd name="connsiteX3" fmla="*/ 48742 w 55502"/>
                <a:gd name="connsiteY3" fmla="*/ 11965 h 110804"/>
                <a:gd name="connsiteX4" fmla="*/ 55822 w 55502"/>
                <a:gd name="connsiteY4" fmla="*/ 4935 h 110804"/>
                <a:gd name="connsiteX5" fmla="*/ 29019 w 55502"/>
                <a:gd name="connsiteY5" fmla="*/ 91074 h 110804"/>
                <a:gd name="connsiteX6" fmla="*/ 12710 w 55502"/>
                <a:gd name="connsiteY6" fmla="*/ 107305 h 110804"/>
                <a:gd name="connsiteX7" fmla="*/ 8159 w 55502"/>
                <a:gd name="connsiteY7" fmla="*/ 106538 h 110804"/>
                <a:gd name="connsiteX8" fmla="*/ 12457 w 55502"/>
                <a:gd name="connsiteY8" fmla="*/ 100020 h 110804"/>
                <a:gd name="connsiteX9" fmla="*/ 7527 w 55502"/>
                <a:gd name="connsiteY9" fmla="*/ 95292 h 110804"/>
                <a:gd name="connsiteX10" fmla="*/ 320 w 55502"/>
                <a:gd name="connsiteY10" fmla="*/ 102832 h 110804"/>
                <a:gd name="connsiteX11" fmla="*/ 12837 w 55502"/>
                <a:gd name="connsiteY11" fmla="*/ 110884 h 110804"/>
                <a:gd name="connsiteX12" fmla="*/ 39134 w 55502"/>
                <a:gd name="connsiteY12" fmla="*/ 90691 h 110804"/>
                <a:gd name="connsiteX13" fmla="*/ 50512 w 55502"/>
                <a:gd name="connsiteY13" fmla="*/ 44938 h 110804"/>
                <a:gd name="connsiteX14" fmla="*/ 51144 w 55502"/>
                <a:gd name="connsiteY14" fmla="*/ 40464 h 110804"/>
                <a:gd name="connsiteX15" fmla="*/ 37617 w 55502"/>
                <a:gd name="connsiteY15" fmla="*/ 28451 h 110804"/>
                <a:gd name="connsiteX16" fmla="*/ 15492 w 55502"/>
                <a:gd name="connsiteY16" fmla="*/ 48005 h 110804"/>
                <a:gd name="connsiteX17" fmla="*/ 17641 w 55502"/>
                <a:gd name="connsiteY17" fmla="*/ 49666 h 110804"/>
                <a:gd name="connsiteX18" fmla="*/ 20169 w 55502"/>
                <a:gd name="connsiteY18" fmla="*/ 47366 h 110804"/>
                <a:gd name="connsiteX19" fmla="*/ 37237 w 55502"/>
                <a:gd name="connsiteY19" fmla="*/ 32030 h 110804"/>
                <a:gd name="connsiteX20" fmla="*/ 41536 w 55502"/>
                <a:gd name="connsiteY20" fmla="*/ 38292 h 110804"/>
                <a:gd name="connsiteX21" fmla="*/ 41156 w 55502"/>
                <a:gd name="connsiteY21" fmla="*/ 42126 h 110804"/>
                <a:gd name="connsiteX22" fmla="*/ 29019 w 55502"/>
                <a:gd name="connsiteY22" fmla="*/ 91074 h 110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502" h="110804">
                  <a:moveTo>
                    <a:pt x="55822" y="4935"/>
                  </a:moveTo>
                  <a:cubicBezTo>
                    <a:pt x="55822" y="2763"/>
                    <a:pt x="54179" y="79"/>
                    <a:pt x="50765" y="79"/>
                  </a:cubicBezTo>
                  <a:cubicBezTo>
                    <a:pt x="47099" y="79"/>
                    <a:pt x="43685" y="3657"/>
                    <a:pt x="43685" y="7108"/>
                  </a:cubicBezTo>
                  <a:cubicBezTo>
                    <a:pt x="43685" y="9153"/>
                    <a:pt x="45202" y="11965"/>
                    <a:pt x="48742" y="11965"/>
                  </a:cubicBezTo>
                  <a:cubicBezTo>
                    <a:pt x="52156" y="11965"/>
                    <a:pt x="55822" y="8642"/>
                    <a:pt x="55822" y="4935"/>
                  </a:cubicBezTo>
                  <a:close/>
                  <a:moveTo>
                    <a:pt x="29019" y="91074"/>
                  </a:moveTo>
                  <a:cubicBezTo>
                    <a:pt x="26870" y="99893"/>
                    <a:pt x="20169" y="107305"/>
                    <a:pt x="12710" y="107305"/>
                  </a:cubicBezTo>
                  <a:cubicBezTo>
                    <a:pt x="11067" y="107305"/>
                    <a:pt x="9549" y="107050"/>
                    <a:pt x="8159" y="106538"/>
                  </a:cubicBezTo>
                  <a:cubicBezTo>
                    <a:pt x="11446" y="105005"/>
                    <a:pt x="12457" y="101937"/>
                    <a:pt x="12457" y="100020"/>
                  </a:cubicBezTo>
                  <a:cubicBezTo>
                    <a:pt x="12457" y="96953"/>
                    <a:pt x="10055" y="95292"/>
                    <a:pt x="7527" y="95292"/>
                  </a:cubicBezTo>
                  <a:cubicBezTo>
                    <a:pt x="3607" y="95292"/>
                    <a:pt x="320" y="98742"/>
                    <a:pt x="320" y="102832"/>
                  </a:cubicBezTo>
                  <a:cubicBezTo>
                    <a:pt x="320" y="107689"/>
                    <a:pt x="5251" y="110884"/>
                    <a:pt x="12837" y="110884"/>
                  </a:cubicBezTo>
                  <a:cubicBezTo>
                    <a:pt x="20422" y="110884"/>
                    <a:pt x="35214" y="106283"/>
                    <a:pt x="39134" y="90691"/>
                  </a:cubicBezTo>
                  <a:lnTo>
                    <a:pt x="50512" y="44938"/>
                  </a:lnTo>
                  <a:cubicBezTo>
                    <a:pt x="50891" y="43532"/>
                    <a:pt x="51144" y="42382"/>
                    <a:pt x="51144" y="40464"/>
                  </a:cubicBezTo>
                  <a:cubicBezTo>
                    <a:pt x="51144" y="33435"/>
                    <a:pt x="45202" y="28451"/>
                    <a:pt x="37617" y="28451"/>
                  </a:cubicBezTo>
                  <a:cubicBezTo>
                    <a:pt x="23583" y="28451"/>
                    <a:pt x="15492" y="46216"/>
                    <a:pt x="15492" y="48005"/>
                  </a:cubicBezTo>
                  <a:cubicBezTo>
                    <a:pt x="15492" y="49666"/>
                    <a:pt x="17262" y="49666"/>
                    <a:pt x="17641" y="49666"/>
                  </a:cubicBezTo>
                  <a:cubicBezTo>
                    <a:pt x="19158" y="49666"/>
                    <a:pt x="19284" y="49283"/>
                    <a:pt x="20169" y="47366"/>
                  </a:cubicBezTo>
                  <a:cubicBezTo>
                    <a:pt x="23330" y="39953"/>
                    <a:pt x="29904" y="32030"/>
                    <a:pt x="37237" y="32030"/>
                  </a:cubicBezTo>
                  <a:cubicBezTo>
                    <a:pt x="40398" y="32030"/>
                    <a:pt x="41536" y="34202"/>
                    <a:pt x="41536" y="38292"/>
                  </a:cubicBezTo>
                  <a:cubicBezTo>
                    <a:pt x="41536" y="39698"/>
                    <a:pt x="41283" y="41487"/>
                    <a:pt x="41156" y="42126"/>
                  </a:cubicBezTo>
                  <a:lnTo>
                    <a:pt x="29019" y="9107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5328" name="Group 5327" descr="\documentclass{article}&#10;\usepackage{amsmath}&#10;\usepackage{amsfonts}&#10;\pagestyle{empty}&#10;\begin{document}&#10;&#10;&#10;\[&#10;\frac{\frac{\partial \mu_n}{\partial x_{nk}}}{\frac{\partial \mu_n}{\partial x_{nj}}}&#10;= \frac{f(\eta_n) \cdot \beta_k}{f(\eta_n) \cdot \beta_j}&#10;= \frac{\beta_k}{\beta_j}&#10;\]&#10;&#10;&#10;&#10;&#10;&#10;\end{document}" title="IguanaTex Shape Display">
            <a:extLst>
              <a:ext uri="{FF2B5EF4-FFF2-40B4-BE49-F238E27FC236}">
                <a16:creationId xmlns:a16="http://schemas.microsoft.com/office/drawing/2014/main" id="{776DD3C0-637F-8ED6-4BBB-97E722EECE1F}"/>
              </a:ext>
            </a:extLst>
          </p:cNvPr>
          <p:cNvGrpSpPr>
            <a:grpSpLocks noChangeAspect="1"/>
          </p:cNvGrpSpPr>
          <p:nvPr>
            <p:custDataLst>
              <p:tags r:id="rId4"/>
            </p:custDataLst>
          </p:nvPr>
        </p:nvGrpSpPr>
        <p:grpSpPr>
          <a:xfrm>
            <a:off x="7906902" y="5551643"/>
            <a:ext cx="1890325" cy="579278"/>
            <a:chOff x="10164102" y="6362990"/>
            <a:chExt cx="1890325" cy="579278"/>
          </a:xfrm>
        </p:grpSpPr>
        <p:sp>
          <p:nvSpPr>
            <p:cNvPr id="5287" name="Freeform: Shape 5286">
              <a:extLst>
                <a:ext uri="{FF2B5EF4-FFF2-40B4-BE49-F238E27FC236}">
                  <a16:creationId xmlns:a16="http://schemas.microsoft.com/office/drawing/2014/main" id="{C5F7046A-4C3B-048C-824F-A68906551B22}"/>
                </a:ext>
              </a:extLst>
            </p:cNvPr>
            <p:cNvSpPr/>
            <p:nvPr>
              <p:custDataLst>
                <p:tags r:id="rId5"/>
              </p:custDataLst>
            </p:nvPr>
          </p:nvSpPr>
          <p:spPr>
            <a:xfrm>
              <a:off x="10225512" y="6362990"/>
              <a:ext cx="72744" cy="94295"/>
            </a:xfrm>
            <a:custGeom>
              <a:avLst/>
              <a:gdLst>
                <a:gd name="connsiteX0" fmla="*/ 59115 w 72744"/>
                <a:gd name="connsiteY0" fmla="*/ 48372 h 94295"/>
                <a:gd name="connsiteX1" fmla="*/ 39725 w 72744"/>
                <a:gd name="connsiteY1" fmla="*/ 33213 h 94295"/>
                <a:gd name="connsiteX2" fmla="*/ 2719 w 72744"/>
                <a:gd name="connsiteY2" fmla="*/ 58264 h 94295"/>
                <a:gd name="connsiteX3" fmla="*/ 185 w 72744"/>
                <a:gd name="connsiteY3" fmla="*/ 70854 h 94295"/>
                <a:gd name="connsiteX4" fmla="*/ 26798 w 72744"/>
                <a:gd name="connsiteY4" fmla="*/ 94364 h 94295"/>
                <a:gd name="connsiteX5" fmla="*/ 72929 w 72744"/>
                <a:gd name="connsiteY5" fmla="*/ 34626 h 94295"/>
                <a:gd name="connsiteX6" fmla="*/ 41753 w 72744"/>
                <a:gd name="connsiteY6" fmla="*/ 69 h 94295"/>
                <a:gd name="connsiteX7" fmla="*/ 15392 w 72744"/>
                <a:gd name="connsiteY7" fmla="*/ 20752 h 94295"/>
                <a:gd name="connsiteX8" fmla="*/ 20462 w 72744"/>
                <a:gd name="connsiteY8" fmla="*/ 25377 h 94295"/>
                <a:gd name="connsiteX9" fmla="*/ 27559 w 72744"/>
                <a:gd name="connsiteY9" fmla="*/ 18311 h 94295"/>
                <a:gd name="connsiteX10" fmla="*/ 22616 w 72744"/>
                <a:gd name="connsiteY10" fmla="*/ 13429 h 94295"/>
                <a:gd name="connsiteX11" fmla="*/ 41499 w 72744"/>
                <a:gd name="connsiteY11" fmla="*/ 3794 h 94295"/>
                <a:gd name="connsiteX12" fmla="*/ 62283 w 72744"/>
                <a:gd name="connsiteY12" fmla="*/ 28075 h 94295"/>
                <a:gd name="connsiteX13" fmla="*/ 59242 w 72744"/>
                <a:gd name="connsiteY13" fmla="*/ 48372 h 94295"/>
                <a:gd name="connsiteX14" fmla="*/ 59115 w 72744"/>
                <a:gd name="connsiteY14" fmla="*/ 48372 h 94295"/>
                <a:gd name="connsiteX15" fmla="*/ 27052 w 72744"/>
                <a:gd name="connsiteY15" fmla="*/ 90253 h 94295"/>
                <a:gd name="connsiteX16" fmla="*/ 11084 w 72744"/>
                <a:gd name="connsiteY16" fmla="*/ 75351 h 94295"/>
                <a:gd name="connsiteX17" fmla="*/ 15773 w 72744"/>
                <a:gd name="connsiteY17" fmla="*/ 54539 h 94295"/>
                <a:gd name="connsiteX18" fmla="*/ 40232 w 72744"/>
                <a:gd name="connsiteY18" fmla="*/ 36810 h 94295"/>
                <a:gd name="connsiteX19" fmla="*/ 56580 w 72744"/>
                <a:gd name="connsiteY19" fmla="*/ 54282 h 94295"/>
                <a:gd name="connsiteX20" fmla="*/ 27052 w 72744"/>
                <a:gd name="connsiteY20" fmla="*/ 90253 h 9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2744" h="94295">
                  <a:moveTo>
                    <a:pt x="59115" y="48372"/>
                  </a:moveTo>
                  <a:cubicBezTo>
                    <a:pt x="57341" y="40921"/>
                    <a:pt x="51638" y="33213"/>
                    <a:pt x="39725" y="33213"/>
                  </a:cubicBezTo>
                  <a:cubicBezTo>
                    <a:pt x="21983" y="33213"/>
                    <a:pt x="7282" y="46702"/>
                    <a:pt x="2719" y="58264"/>
                  </a:cubicBezTo>
                  <a:cubicBezTo>
                    <a:pt x="1959" y="60448"/>
                    <a:pt x="185" y="65716"/>
                    <a:pt x="185" y="70854"/>
                  </a:cubicBezTo>
                  <a:cubicBezTo>
                    <a:pt x="185" y="79718"/>
                    <a:pt x="7028" y="94364"/>
                    <a:pt x="26798" y="94364"/>
                  </a:cubicBezTo>
                  <a:cubicBezTo>
                    <a:pt x="59622" y="94364"/>
                    <a:pt x="72929" y="52869"/>
                    <a:pt x="72929" y="34626"/>
                  </a:cubicBezTo>
                  <a:cubicBezTo>
                    <a:pt x="72929" y="12658"/>
                    <a:pt x="58735" y="69"/>
                    <a:pt x="41753" y="69"/>
                  </a:cubicBezTo>
                  <a:cubicBezTo>
                    <a:pt x="21095" y="69"/>
                    <a:pt x="15392" y="16769"/>
                    <a:pt x="15392" y="20752"/>
                  </a:cubicBezTo>
                  <a:cubicBezTo>
                    <a:pt x="15392" y="21780"/>
                    <a:pt x="16026" y="25377"/>
                    <a:pt x="20462" y="25377"/>
                  </a:cubicBezTo>
                  <a:cubicBezTo>
                    <a:pt x="24897" y="25377"/>
                    <a:pt x="27559" y="21394"/>
                    <a:pt x="27559" y="18311"/>
                  </a:cubicBezTo>
                  <a:cubicBezTo>
                    <a:pt x="27559" y="14842"/>
                    <a:pt x="25024" y="13686"/>
                    <a:pt x="22616" y="13429"/>
                  </a:cubicBezTo>
                  <a:cubicBezTo>
                    <a:pt x="28953" y="3794"/>
                    <a:pt x="39345" y="3794"/>
                    <a:pt x="41499" y="3794"/>
                  </a:cubicBezTo>
                  <a:cubicBezTo>
                    <a:pt x="51004" y="3794"/>
                    <a:pt x="62283" y="9832"/>
                    <a:pt x="62283" y="28075"/>
                  </a:cubicBezTo>
                  <a:cubicBezTo>
                    <a:pt x="62283" y="33599"/>
                    <a:pt x="61650" y="38095"/>
                    <a:pt x="59242" y="48372"/>
                  </a:cubicBezTo>
                  <a:lnTo>
                    <a:pt x="59115" y="48372"/>
                  </a:lnTo>
                  <a:close/>
                  <a:moveTo>
                    <a:pt x="27052" y="90253"/>
                  </a:moveTo>
                  <a:cubicBezTo>
                    <a:pt x="12731" y="90253"/>
                    <a:pt x="11084" y="79333"/>
                    <a:pt x="11084" y="75351"/>
                  </a:cubicBezTo>
                  <a:cubicBezTo>
                    <a:pt x="11084" y="70340"/>
                    <a:pt x="14505" y="57751"/>
                    <a:pt x="15773" y="54539"/>
                  </a:cubicBezTo>
                  <a:cubicBezTo>
                    <a:pt x="18054" y="48629"/>
                    <a:pt x="25911" y="36810"/>
                    <a:pt x="40232" y="36810"/>
                  </a:cubicBezTo>
                  <a:cubicBezTo>
                    <a:pt x="52525" y="36810"/>
                    <a:pt x="56580" y="46574"/>
                    <a:pt x="56580" y="54282"/>
                  </a:cubicBezTo>
                  <a:cubicBezTo>
                    <a:pt x="56580" y="62889"/>
                    <a:pt x="48343" y="90253"/>
                    <a:pt x="27052" y="9025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88" name="Freeform: Shape 5287">
              <a:extLst>
                <a:ext uri="{FF2B5EF4-FFF2-40B4-BE49-F238E27FC236}">
                  <a16:creationId xmlns:a16="http://schemas.microsoft.com/office/drawing/2014/main" id="{8EC9A850-9A77-C0F8-D468-B2A9E862744E}"/>
                </a:ext>
              </a:extLst>
            </p:cNvPr>
            <p:cNvSpPr/>
            <p:nvPr>
              <p:custDataLst>
                <p:tags r:id="rId6"/>
              </p:custDataLst>
            </p:nvPr>
          </p:nvSpPr>
          <p:spPr>
            <a:xfrm>
              <a:off x="10309356" y="6398062"/>
              <a:ext cx="75532" cy="84146"/>
            </a:xfrm>
            <a:custGeom>
              <a:avLst/>
              <a:gdLst>
                <a:gd name="connsiteX0" fmla="*/ 696 w 75532"/>
                <a:gd name="connsiteY0" fmla="*/ 77406 h 84146"/>
                <a:gd name="connsiteX1" fmla="*/ 189 w 75532"/>
                <a:gd name="connsiteY1" fmla="*/ 80104 h 84146"/>
                <a:gd name="connsiteX2" fmla="*/ 4498 w 75532"/>
                <a:gd name="connsiteY2" fmla="*/ 84215 h 84146"/>
                <a:gd name="connsiteX3" fmla="*/ 10581 w 75532"/>
                <a:gd name="connsiteY3" fmla="*/ 77791 h 84146"/>
                <a:gd name="connsiteX4" fmla="*/ 16411 w 75532"/>
                <a:gd name="connsiteY4" fmla="*/ 54282 h 84146"/>
                <a:gd name="connsiteX5" fmla="*/ 29971 w 75532"/>
                <a:gd name="connsiteY5" fmla="*/ 58007 h 84146"/>
                <a:gd name="connsiteX6" fmla="*/ 48221 w 75532"/>
                <a:gd name="connsiteY6" fmla="*/ 48758 h 84146"/>
                <a:gd name="connsiteX7" fmla="*/ 61274 w 75532"/>
                <a:gd name="connsiteY7" fmla="*/ 58007 h 84146"/>
                <a:gd name="connsiteX8" fmla="*/ 71286 w 75532"/>
                <a:gd name="connsiteY8" fmla="*/ 51199 h 84146"/>
                <a:gd name="connsiteX9" fmla="*/ 75722 w 75532"/>
                <a:gd name="connsiteY9" fmla="*/ 38352 h 84146"/>
                <a:gd name="connsiteX10" fmla="*/ 73694 w 75532"/>
                <a:gd name="connsiteY10" fmla="*/ 36682 h 84146"/>
                <a:gd name="connsiteX11" fmla="*/ 70906 w 75532"/>
                <a:gd name="connsiteY11" fmla="*/ 40664 h 84146"/>
                <a:gd name="connsiteX12" fmla="*/ 61654 w 75532"/>
                <a:gd name="connsiteY12" fmla="*/ 54410 h 84146"/>
                <a:gd name="connsiteX13" fmla="*/ 57472 w 75532"/>
                <a:gd name="connsiteY13" fmla="*/ 48115 h 84146"/>
                <a:gd name="connsiteX14" fmla="*/ 59373 w 75532"/>
                <a:gd name="connsiteY14" fmla="*/ 37967 h 84146"/>
                <a:gd name="connsiteX15" fmla="*/ 62161 w 75532"/>
                <a:gd name="connsiteY15" fmla="*/ 26404 h 84146"/>
                <a:gd name="connsiteX16" fmla="*/ 65076 w 75532"/>
                <a:gd name="connsiteY16" fmla="*/ 14971 h 84146"/>
                <a:gd name="connsiteX17" fmla="*/ 67231 w 75532"/>
                <a:gd name="connsiteY17" fmla="*/ 5464 h 84146"/>
                <a:gd name="connsiteX18" fmla="*/ 63048 w 75532"/>
                <a:gd name="connsiteY18" fmla="*/ 1353 h 84146"/>
                <a:gd name="connsiteX19" fmla="*/ 57852 w 75532"/>
                <a:gd name="connsiteY19" fmla="*/ 4437 h 84146"/>
                <a:gd name="connsiteX20" fmla="*/ 55825 w 75532"/>
                <a:gd name="connsiteY20" fmla="*/ 11888 h 84146"/>
                <a:gd name="connsiteX21" fmla="*/ 53163 w 75532"/>
                <a:gd name="connsiteY21" fmla="*/ 22550 h 84146"/>
                <a:gd name="connsiteX22" fmla="*/ 49235 w 75532"/>
                <a:gd name="connsiteY22" fmla="*/ 38609 h 84146"/>
                <a:gd name="connsiteX23" fmla="*/ 47207 w 75532"/>
                <a:gd name="connsiteY23" fmla="*/ 43748 h 84146"/>
                <a:gd name="connsiteX24" fmla="*/ 30478 w 75532"/>
                <a:gd name="connsiteY24" fmla="*/ 54410 h 84146"/>
                <a:gd name="connsiteX25" fmla="*/ 20086 w 75532"/>
                <a:gd name="connsiteY25" fmla="*/ 42977 h 84146"/>
                <a:gd name="connsiteX26" fmla="*/ 22241 w 75532"/>
                <a:gd name="connsiteY26" fmla="*/ 31029 h 84146"/>
                <a:gd name="connsiteX27" fmla="*/ 25029 w 75532"/>
                <a:gd name="connsiteY27" fmla="*/ 19467 h 84146"/>
                <a:gd name="connsiteX28" fmla="*/ 26803 w 75532"/>
                <a:gd name="connsiteY28" fmla="*/ 12273 h 84146"/>
                <a:gd name="connsiteX29" fmla="*/ 28704 w 75532"/>
                <a:gd name="connsiteY29" fmla="*/ 4180 h 84146"/>
                <a:gd name="connsiteX30" fmla="*/ 24395 w 75532"/>
                <a:gd name="connsiteY30" fmla="*/ 69 h 84146"/>
                <a:gd name="connsiteX31" fmla="*/ 18312 w 75532"/>
                <a:gd name="connsiteY31" fmla="*/ 6107 h 84146"/>
                <a:gd name="connsiteX32" fmla="*/ 696 w 75532"/>
                <a:gd name="connsiteY32" fmla="*/ 77406 h 8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5532" h="84146">
                  <a:moveTo>
                    <a:pt x="696" y="77406"/>
                  </a:moveTo>
                  <a:cubicBezTo>
                    <a:pt x="189" y="79333"/>
                    <a:pt x="189" y="79975"/>
                    <a:pt x="189" y="80104"/>
                  </a:cubicBezTo>
                  <a:cubicBezTo>
                    <a:pt x="189" y="82930"/>
                    <a:pt x="2470" y="84215"/>
                    <a:pt x="4498" y="84215"/>
                  </a:cubicBezTo>
                  <a:cubicBezTo>
                    <a:pt x="9061" y="84215"/>
                    <a:pt x="10074" y="79975"/>
                    <a:pt x="10581" y="77791"/>
                  </a:cubicBezTo>
                  <a:cubicBezTo>
                    <a:pt x="10835" y="77149"/>
                    <a:pt x="13369" y="66872"/>
                    <a:pt x="16411" y="54282"/>
                  </a:cubicBezTo>
                  <a:cubicBezTo>
                    <a:pt x="20340" y="56980"/>
                    <a:pt x="25409" y="58007"/>
                    <a:pt x="29971" y="58007"/>
                  </a:cubicBezTo>
                  <a:cubicBezTo>
                    <a:pt x="40870" y="58007"/>
                    <a:pt x="47967" y="49015"/>
                    <a:pt x="48221" y="48758"/>
                  </a:cubicBezTo>
                  <a:cubicBezTo>
                    <a:pt x="50629" y="57622"/>
                    <a:pt x="59373" y="58007"/>
                    <a:pt x="61274" y="58007"/>
                  </a:cubicBezTo>
                  <a:cubicBezTo>
                    <a:pt x="65837" y="58007"/>
                    <a:pt x="69005" y="55181"/>
                    <a:pt x="71286" y="51199"/>
                  </a:cubicBezTo>
                  <a:cubicBezTo>
                    <a:pt x="74074" y="46188"/>
                    <a:pt x="75722" y="38866"/>
                    <a:pt x="75722" y="38352"/>
                  </a:cubicBezTo>
                  <a:cubicBezTo>
                    <a:pt x="75722" y="36682"/>
                    <a:pt x="74074" y="36682"/>
                    <a:pt x="73694" y="36682"/>
                  </a:cubicBezTo>
                  <a:cubicBezTo>
                    <a:pt x="71920" y="36682"/>
                    <a:pt x="71793" y="37196"/>
                    <a:pt x="70906" y="40664"/>
                  </a:cubicBezTo>
                  <a:cubicBezTo>
                    <a:pt x="69385" y="46831"/>
                    <a:pt x="66977" y="54410"/>
                    <a:pt x="61654" y="54410"/>
                  </a:cubicBezTo>
                  <a:cubicBezTo>
                    <a:pt x="58359" y="54410"/>
                    <a:pt x="57472" y="51584"/>
                    <a:pt x="57472" y="48115"/>
                  </a:cubicBezTo>
                  <a:cubicBezTo>
                    <a:pt x="57472" y="45932"/>
                    <a:pt x="58486" y="41307"/>
                    <a:pt x="59373" y="37967"/>
                  </a:cubicBezTo>
                  <a:cubicBezTo>
                    <a:pt x="60260" y="34498"/>
                    <a:pt x="61528" y="29231"/>
                    <a:pt x="62161" y="26404"/>
                  </a:cubicBezTo>
                  <a:lnTo>
                    <a:pt x="65076" y="14971"/>
                  </a:lnTo>
                  <a:cubicBezTo>
                    <a:pt x="65837" y="11759"/>
                    <a:pt x="67231" y="6107"/>
                    <a:pt x="67231" y="5464"/>
                  </a:cubicBezTo>
                  <a:cubicBezTo>
                    <a:pt x="67231" y="2895"/>
                    <a:pt x="65203" y="1353"/>
                    <a:pt x="63048" y="1353"/>
                  </a:cubicBezTo>
                  <a:cubicBezTo>
                    <a:pt x="61654" y="1353"/>
                    <a:pt x="59246" y="1996"/>
                    <a:pt x="57852" y="4437"/>
                  </a:cubicBezTo>
                  <a:cubicBezTo>
                    <a:pt x="57472" y="5207"/>
                    <a:pt x="56458" y="9318"/>
                    <a:pt x="55825" y="11888"/>
                  </a:cubicBezTo>
                  <a:lnTo>
                    <a:pt x="53163" y="22550"/>
                  </a:lnTo>
                  <a:lnTo>
                    <a:pt x="49235" y="38609"/>
                  </a:lnTo>
                  <a:cubicBezTo>
                    <a:pt x="48348" y="41821"/>
                    <a:pt x="48348" y="42077"/>
                    <a:pt x="47207" y="43748"/>
                  </a:cubicBezTo>
                  <a:cubicBezTo>
                    <a:pt x="43278" y="49400"/>
                    <a:pt x="37702" y="54410"/>
                    <a:pt x="30478" y="54410"/>
                  </a:cubicBezTo>
                  <a:cubicBezTo>
                    <a:pt x="20086" y="54410"/>
                    <a:pt x="20086" y="45289"/>
                    <a:pt x="20086" y="42977"/>
                  </a:cubicBezTo>
                  <a:cubicBezTo>
                    <a:pt x="20086" y="39637"/>
                    <a:pt x="20466" y="37967"/>
                    <a:pt x="22241" y="31029"/>
                  </a:cubicBezTo>
                  <a:cubicBezTo>
                    <a:pt x="23508" y="25377"/>
                    <a:pt x="23761" y="24477"/>
                    <a:pt x="25029" y="19467"/>
                  </a:cubicBezTo>
                  <a:lnTo>
                    <a:pt x="26803" y="12273"/>
                  </a:lnTo>
                  <a:cubicBezTo>
                    <a:pt x="27437" y="9575"/>
                    <a:pt x="28704" y="4693"/>
                    <a:pt x="28704" y="4180"/>
                  </a:cubicBezTo>
                  <a:cubicBezTo>
                    <a:pt x="28704" y="1867"/>
                    <a:pt x="26930" y="69"/>
                    <a:pt x="24395" y="69"/>
                  </a:cubicBezTo>
                  <a:cubicBezTo>
                    <a:pt x="19833" y="69"/>
                    <a:pt x="18692" y="4565"/>
                    <a:pt x="18312" y="6107"/>
                  </a:cubicBezTo>
                  <a:lnTo>
                    <a:pt x="696" y="774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89" name="Freeform: Shape 5288">
              <a:extLst>
                <a:ext uri="{FF2B5EF4-FFF2-40B4-BE49-F238E27FC236}">
                  <a16:creationId xmlns:a16="http://schemas.microsoft.com/office/drawing/2014/main" id="{453CAD5F-1F0F-83C5-D547-5FD43F48278D}"/>
                </a:ext>
              </a:extLst>
            </p:cNvPr>
            <p:cNvSpPr/>
            <p:nvPr>
              <p:custDataLst>
                <p:tags r:id="rId7"/>
              </p:custDataLst>
            </p:nvPr>
          </p:nvSpPr>
          <p:spPr>
            <a:xfrm>
              <a:off x="10399287" y="6432509"/>
              <a:ext cx="63366" cy="41568"/>
            </a:xfrm>
            <a:custGeom>
              <a:avLst/>
              <a:gdLst>
                <a:gd name="connsiteX0" fmla="*/ 9608 w 63366"/>
                <a:gd name="connsiteY0" fmla="*/ 31636 h 41568"/>
                <a:gd name="connsiteX1" fmla="*/ 8070 w 63366"/>
                <a:gd name="connsiteY1" fmla="*/ 38426 h 41568"/>
                <a:gd name="connsiteX2" fmla="*/ 11419 w 63366"/>
                <a:gd name="connsiteY2" fmla="*/ 41638 h 41568"/>
                <a:gd name="connsiteX3" fmla="*/ 15764 w 63366"/>
                <a:gd name="connsiteY3" fmla="*/ 38610 h 41568"/>
                <a:gd name="connsiteX4" fmla="*/ 17484 w 63366"/>
                <a:gd name="connsiteY4" fmla="*/ 31452 h 41568"/>
                <a:gd name="connsiteX5" fmla="*/ 20743 w 63366"/>
                <a:gd name="connsiteY5" fmla="*/ 18514 h 41568"/>
                <a:gd name="connsiteX6" fmla="*/ 39481 w 63366"/>
                <a:gd name="connsiteY6" fmla="*/ 3190 h 41568"/>
                <a:gd name="connsiteX7" fmla="*/ 45818 w 63366"/>
                <a:gd name="connsiteY7" fmla="*/ 9796 h 41568"/>
                <a:gd name="connsiteX8" fmla="*/ 39934 w 63366"/>
                <a:gd name="connsiteY8" fmla="*/ 29709 h 41568"/>
                <a:gd name="connsiteX9" fmla="*/ 39028 w 63366"/>
                <a:gd name="connsiteY9" fmla="*/ 33563 h 41568"/>
                <a:gd name="connsiteX10" fmla="*/ 48895 w 63366"/>
                <a:gd name="connsiteY10" fmla="*/ 41638 h 41568"/>
                <a:gd name="connsiteX11" fmla="*/ 63560 w 63366"/>
                <a:gd name="connsiteY11" fmla="*/ 27415 h 41568"/>
                <a:gd name="connsiteX12" fmla="*/ 61659 w 63366"/>
                <a:gd name="connsiteY12" fmla="*/ 26130 h 41568"/>
                <a:gd name="connsiteX13" fmla="*/ 59487 w 63366"/>
                <a:gd name="connsiteY13" fmla="*/ 28241 h 41568"/>
                <a:gd name="connsiteX14" fmla="*/ 49258 w 63366"/>
                <a:gd name="connsiteY14" fmla="*/ 38518 h 41568"/>
                <a:gd name="connsiteX15" fmla="*/ 46542 w 63366"/>
                <a:gd name="connsiteY15" fmla="*/ 35031 h 41568"/>
                <a:gd name="connsiteX16" fmla="*/ 47719 w 63366"/>
                <a:gd name="connsiteY16" fmla="*/ 30168 h 41568"/>
                <a:gd name="connsiteX17" fmla="*/ 53422 w 63366"/>
                <a:gd name="connsiteY17" fmla="*/ 10989 h 41568"/>
                <a:gd name="connsiteX18" fmla="*/ 40024 w 63366"/>
                <a:gd name="connsiteY18" fmla="*/ 70 h 41568"/>
                <a:gd name="connsiteX19" fmla="*/ 22915 w 63366"/>
                <a:gd name="connsiteY19" fmla="*/ 9154 h 41568"/>
                <a:gd name="connsiteX20" fmla="*/ 11872 w 63366"/>
                <a:gd name="connsiteY20" fmla="*/ 70 h 41568"/>
                <a:gd name="connsiteX21" fmla="*/ 194 w 63366"/>
                <a:gd name="connsiteY21" fmla="*/ 14293 h 41568"/>
                <a:gd name="connsiteX22" fmla="*/ 2095 w 63366"/>
                <a:gd name="connsiteY22" fmla="*/ 15577 h 41568"/>
                <a:gd name="connsiteX23" fmla="*/ 4177 w 63366"/>
                <a:gd name="connsiteY23" fmla="*/ 13834 h 41568"/>
                <a:gd name="connsiteX24" fmla="*/ 11419 w 63366"/>
                <a:gd name="connsiteY24" fmla="*/ 3190 h 41568"/>
                <a:gd name="connsiteX25" fmla="*/ 15130 w 63366"/>
                <a:gd name="connsiteY25" fmla="*/ 8053 h 41568"/>
                <a:gd name="connsiteX26" fmla="*/ 13682 w 63366"/>
                <a:gd name="connsiteY26" fmla="*/ 15210 h 41568"/>
                <a:gd name="connsiteX27" fmla="*/ 11691 w 63366"/>
                <a:gd name="connsiteY27" fmla="*/ 23469 h 41568"/>
                <a:gd name="connsiteX28" fmla="*/ 9608 w 63366"/>
                <a:gd name="connsiteY28" fmla="*/ 31636 h 4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366" h="41568">
                  <a:moveTo>
                    <a:pt x="9608" y="31636"/>
                  </a:moveTo>
                  <a:cubicBezTo>
                    <a:pt x="9065" y="33930"/>
                    <a:pt x="8070" y="37968"/>
                    <a:pt x="8070" y="38426"/>
                  </a:cubicBezTo>
                  <a:cubicBezTo>
                    <a:pt x="8070" y="40445"/>
                    <a:pt x="9699" y="41638"/>
                    <a:pt x="11419" y="41638"/>
                  </a:cubicBezTo>
                  <a:cubicBezTo>
                    <a:pt x="12777" y="41638"/>
                    <a:pt x="14768" y="40904"/>
                    <a:pt x="15764" y="38610"/>
                  </a:cubicBezTo>
                  <a:cubicBezTo>
                    <a:pt x="15855" y="38151"/>
                    <a:pt x="16941" y="33838"/>
                    <a:pt x="17484" y="31452"/>
                  </a:cubicBezTo>
                  <a:cubicBezTo>
                    <a:pt x="20562" y="19064"/>
                    <a:pt x="20562" y="18881"/>
                    <a:pt x="20743" y="18514"/>
                  </a:cubicBezTo>
                  <a:cubicBezTo>
                    <a:pt x="21920" y="16036"/>
                    <a:pt x="28437" y="3190"/>
                    <a:pt x="39481" y="3190"/>
                  </a:cubicBezTo>
                  <a:cubicBezTo>
                    <a:pt x="43917" y="3190"/>
                    <a:pt x="45818" y="5667"/>
                    <a:pt x="45818" y="9796"/>
                  </a:cubicBezTo>
                  <a:cubicBezTo>
                    <a:pt x="45818" y="15027"/>
                    <a:pt x="42016" y="24478"/>
                    <a:pt x="39934" y="29709"/>
                  </a:cubicBezTo>
                  <a:cubicBezTo>
                    <a:pt x="39481" y="30810"/>
                    <a:pt x="39028" y="32003"/>
                    <a:pt x="39028" y="33563"/>
                  </a:cubicBezTo>
                  <a:cubicBezTo>
                    <a:pt x="39028" y="38335"/>
                    <a:pt x="43555" y="41638"/>
                    <a:pt x="48895" y="41638"/>
                  </a:cubicBezTo>
                  <a:cubicBezTo>
                    <a:pt x="58581" y="41638"/>
                    <a:pt x="63560" y="29709"/>
                    <a:pt x="63560" y="27415"/>
                  </a:cubicBezTo>
                  <a:cubicBezTo>
                    <a:pt x="63560" y="26130"/>
                    <a:pt x="62021" y="26130"/>
                    <a:pt x="61659" y="26130"/>
                  </a:cubicBezTo>
                  <a:cubicBezTo>
                    <a:pt x="60120" y="26130"/>
                    <a:pt x="60030" y="26497"/>
                    <a:pt x="59487" y="28241"/>
                  </a:cubicBezTo>
                  <a:cubicBezTo>
                    <a:pt x="57767" y="33746"/>
                    <a:pt x="53603" y="38518"/>
                    <a:pt x="49258" y="38518"/>
                  </a:cubicBezTo>
                  <a:cubicBezTo>
                    <a:pt x="47176" y="38518"/>
                    <a:pt x="46542" y="37050"/>
                    <a:pt x="46542" y="35031"/>
                  </a:cubicBezTo>
                  <a:cubicBezTo>
                    <a:pt x="46542" y="33104"/>
                    <a:pt x="46904" y="32186"/>
                    <a:pt x="47719" y="30168"/>
                  </a:cubicBezTo>
                  <a:cubicBezTo>
                    <a:pt x="49258" y="26497"/>
                    <a:pt x="53422" y="16036"/>
                    <a:pt x="53422" y="10989"/>
                  </a:cubicBezTo>
                  <a:cubicBezTo>
                    <a:pt x="53422" y="4199"/>
                    <a:pt x="48624" y="70"/>
                    <a:pt x="40024" y="70"/>
                  </a:cubicBezTo>
                  <a:cubicBezTo>
                    <a:pt x="31787" y="70"/>
                    <a:pt x="26084" y="5117"/>
                    <a:pt x="22915" y="9154"/>
                  </a:cubicBezTo>
                  <a:cubicBezTo>
                    <a:pt x="22463" y="1630"/>
                    <a:pt x="15221" y="70"/>
                    <a:pt x="11872" y="70"/>
                  </a:cubicBezTo>
                  <a:cubicBezTo>
                    <a:pt x="2819" y="70"/>
                    <a:pt x="194" y="14109"/>
                    <a:pt x="194" y="14293"/>
                  </a:cubicBezTo>
                  <a:cubicBezTo>
                    <a:pt x="194" y="15577"/>
                    <a:pt x="1642" y="15577"/>
                    <a:pt x="2095" y="15577"/>
                  </a:cubicBezTo>
                  <a:cubicBezTo>
                    <a:pt x="3634" y="15577"/>
                    <a:pt x="3815" y="15027"/>
                    <a:pt x="4177" y="13834"/>
                  </a:cubicBezTo>
                  <a:cubicBezTo>
                    <a:pt x="5535" y="8512"/>
                    <a:pt x="7617" y="3190"/>
                    <a:pt x="11419" y="3190"/>
                  </a:cubicBezTo>
                  <a:cubicBezTo>
                    <a:pt x="14497" y="3190"/>
                    <a:pt x="15130" y="6126"/>
                    <a:pt x="15130" y="8053"/>
                  </a:cubicBezTo>
                  <a:cubicBezTo>
                    <a:pt x="15130" y="9338"/>
                    <a:pt x="14225" y="12825"/>
                    <a:pt x="13682" y="15210"/>
                  </a:cubicBezTo>
                  <a:cubicBezTo>
                    <a:pt x="13048" y="17688"/>
                    <a:pt x="12143" y="21450"/>
                    <a:pt x="11691" y="23469"/>
                  </a:cubicBezTo>
                  <a:lnTo>
                    <a:pt x="9608" y="3163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0" name="Freeform: Shape 5289">
              <a:extLst>
                <a:ext uri="{FF2B5EF4-FFF2-40B4-BE49-F238E27FC236}">
                  <a16:creationId xmlns:a16="http://schemas.microsoft.com/office/drawing/2014/main" id="{BD0EF650-6C02-088D-B7AD-E9F5AB475B76}"/>
                </a:ext>
              </a:extLst>
            </p:cNvPr>
            <p:cNvSpPr/>
            <p:nvPr>
              <p:custDataLst>
                <p:tags r:id="rId8"/>
              </p:custDataLst>
            </p:nvPr>
          </p:nvSpPr>
          <p:spPr>
            <a:xfrm>
              <a:off x="10185827" y="6487036"/>
              <a:ext cx="326087" cy="7340"/>
            </a:xfrm>
            <a:custGeom>
              <a:avLst/>
              <a:gdLst>
                <a:gd name="connsiteX0" fmla="*/ 0 w 326087"/>
                <a:gd name="connsiteY0" fmla="*/ 0 h 7340"/>
                <a:gd name="connsiteX1" fmla="*/ 326088 w 326087"/>
                <a:gd name="connsiteY1" fmla="*/ 0 h 7340"/>
                <a:gd name="connsiteX2" fmla="*/ 326088 w 326087"/>
                <a:gd name="connsiteY2" fmla="*/ 7341 h 7340"/>
                <a:gd name="connsiteX3" fmla="*/ 0 w 326087"/>
                <a:gd name="connsiteY3" fmla="*/ 7341 h 7340"/>
              </a:gdLst>
              <a:ahLst/>
              <a:cxnLst>
                <a:cxn ang="0">
                  <a:pos x="connsiteX0" y="connsiteY0"/>
                </a:cxn>
                <a:cxn ang="0">
                  <a:pos x="connsiteX1" y="connsiteY1"/>
                </a:cxn>
                <a:cxn ang="0">
                  <a:pos x="connsiteX2" y="connsiteY2"/>
                </a:cxn>
                <a:cxn ang="0">
                  <a:pos x="connsiteX3" y="connsiteY3"/>
                </a:cxn>
              </a:cxnLst>
              <a:rect l="l" t="t" r="r" b="b"/>
              <a:pathLst>
                <a:path w="326087" h="7340">
                  <a:moveTo>
                    <a:pt x="0" y="0"/>
                  </a:moveTo>
                  <a:lnTo>
                    <a:pt x="326088" y="0"/>
                  </a:lnTo>
                  <a:lnTo>
                    <a:pt x="326088" y="7341"/>
                  </a:lnTo>
                  <a:lnTo>
                    <a:pt x="0" y="734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1" name="Freeform: Shape 5290">
              <a:extLst>
                <a:ext uri="{FF2B5EF4-FFF2-40B4-BE49-F238E27FC236}">
                  <a16:creationId xmlns:a16="http://schemas.microsoft.com/office/drawing/2014/main" id="{2E9E3D79-0179-4CA4-4824-2146FE555C33}"/>
                </a:ext>
              </a:extLst>
            </p:cNvPr>
            <p:cNvSpPr/>
            <p:nvPr>
              <p:custDataLst>
                <p:tags r:id="rId9"/>
              </p:custDataLst>
            </p:nvPr>
          </p:nvSpPr>
          <p:spPr>
            <a:xfrm>
              <a:off x="10193431" y="6508149"/>
              <a:ext cx="72744" cy="94295"/>
            </a:xfrm>
            <a:custGeom>
              <a:avLst/>
              <a:gdLst>
                <a:gd name="connsiteX0" fmla="*/ 59113 w 72744"/>
                <a:gd name="connsiteY0" fmla="*/ 48380 h 94295"/>
                <a:gd name="connsiteX1" fmla="*/ 39723 w 72744"/>
                <a:gd name="connsiteY1" fmla="*/ 33221 h 94295"/>
                <a:gd name="connsiteX2" fmla="*/ 2717 w 72744"/>
                <a:gd name="connsiteY2" fmla="*/ 58272 h 94295"/>
                <a:gd name="connsiteX3" fmla="*/ 183 w 72744"/>
                <a:gd name="connsiteY3" fmla="*/ 70862 h 94295"/>
                <a:gd name="connsiteX4" fmla="*/ 26797 w 72744"/>
                <a:gd name="connsiteY4" fmla="*/ 94372 h 94295"/>
                <a:gd name="connsiteX5" fmla="*/ 72927 w 72744"/>
                <a:gd name="connsiteY5" fmla="*/ 34634 h 94295"/>
                <a:gd name="connsiteX6" fmla="*/ 41751 w 72744"/>
                <a:gd name="connsiteY6" fmla="*/ 76 h 94295"/>
                <a:gd name="connsiteX7" fmla="*/ 15391 w 72744"/>
                <a:gd name="connsiteY7" fmla="*/ 20760 h 94295"/>
                <a:gd name="connsiteX8" fmla="*/ 20460 w 72744"/>
                <a:gd name="connsiteY8" fmla="*/ 25385 h 94295"/>
                <a:gd name="connsiteX9" fmla="*/ 27557 w 72744"/>
                <a:gd name="connsiteY9" fmla="*/ 18319 h 94295"/>
                <a:gd name="connsiteX10" fmla="*/ 22614 w 72744"/>
                <a:gd name="connsiteY10" fmla="*/ 13437 h 94295"/>
                <a:gd name="connsiteX11" fmla="*/ 41497 w 72744"/>
                <a:gd name="connsiteY11" fmla="*/ 3802 h 94295"/>
                <a:gd name="connsiteX12" fmla="*/ 62282 w 72744"/>
                <a:gd name="connsiteY12" fmla="*/ 28082 h 94295"/>
                <a:gd name="connsiteX13" fmla="*/ 59240 w 72744"/>
                <a:gd name="connsiteY13" fmla="*/ 48380 h 94295"/>
                <a:gd name="connsiteX14" fmla="*/ 59113 w 72744"/>
                <a:gd name="connsiteY14" fmla="*/ 48380 h 94295"/>
                <a:gd name="connsiteX15" fmla="*/ 27050 w 72744"/>
                <a:gd name="connsiteY15" fmla="*/ 90261 h 94295"/>
                <a:gd name="connsiteX16" fmla="*/ 11082 w 72744"/>
                <a:gd name="connsiteY16" fmla="*/ 75358 h 94295"/>
                <a:gd name="connsiteX17" fmla="*/ 15771 w 72744"/>
                <a:gd name="connsiteY17" fmla="*/ 54547 h 94295"/>
                <a:gd name="connsiteX18" fmla="*/ 40230 w 72744"/>
                <a:gd name="connsiteY18" fmla="*/ 36818 h 94295"/>
                <a:gd name="connsiteX19" fmla="*/ 56579 w 72744"/>
                <a:gd name="connsiteY19" fmla="*/ 54290 h 94295"/>
                <a:gd name="connsiteX20" fmla="*/ 27050 w 72744"/>
                <a:gd name="connsiteY20" fmla="*/ 90261 h 9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2744" h="94295">
                  <a:moveTo>
                    <a:pt x="59113" y="48380"/>
                  </a:moveTo>
                  <a:cubicBezTo>
                    <a:pt x="57339" y="40929"/>
                    <a:pt x="51636" y="33221"/>
                    <a:pt x="39723" y="33221"/>
                  </a:cubicBezTo>
                  <a:cubicBezTo>
                    <a:pt x="21981" y="33221"/>
                    <a:pt x="7280" y="46710"/>
                    <a:pt x="2717" y="58272"/>
                  </a:cubicBezTo>
                  <a:cubicBezTo>
                    <a:pt x="1957" y="60456"/>
                    <a:pt x="183" y="65723"/>
                    <a:pt x="183" y="70862"/>
                  </a:cubicBezTo>
                  <a:cubicBezTo>
                    <a:pt x="183" y="79726"/>
                    <a:pt x="7026" y="94372"/>
                    <a:pt x="26797" y="94372"/>
                  </a:cubicBezTo>
                  <a:cubicBezTo>
                    <a:pt x="59620" y="94372"/>
                    <a:pt x="72927" y="52877"/>
                    <a:pt x="72927" y="34634"/>
                  </a:cubicBezTo>
                  <a:cubicBezTo>
                    <a:pt x="72927" y="12666"/>
                    <a:pt x="58733" y="76"/>
                    <a:pt x="41751" y="76"/>
                  </a:cubicBezTo>
                  <a:cubicBezTo>
                    <a:pt x="21094" y="76"/>
                    <a:pt x="15391" y="16777"/>
                    <a:pt x="15391" y="20760"/>
                  </a:cubicBezTo>
                  <a:cubicBezTo>
                    <a:pt x="15391" y="21788"/>
                    <a:pt x="16024" y="25385"/>
                    <a:pt x="20460" y="25385"/>
                  </a:cubicBezTo>
                  <a:cubicBezTo>
                    <a:pt x="24896" y="25385"/>
                    <a:pt x="27557" y="21402"/>
                    <a:pt x="27557" y="18319"/>
                  </a:cubicBezTo>
                  <a:cubicBezTo>
                    <a:pt x="27557" y="14850"/>
                    <a:pt x="25022" y="13694"/>
                    <a:pt x="22614" y="13437"/>
                  </a:cubicBezTo>
                  <a:cubicBezTo>
                    <a:pt x="28951" y="3802"/>
                    <a:pt x="39343" y="3802"/>
                    <a:pt x="41497" y="3802"/>
                  </a:cubicBezTo>
                  <a:cubicBezTo>
                    <a:pt x="51002" y="3802"/>
                    <a:pt x="62282" y="9840"/>
                    <a:pt x="62282" y="28082"/>
                  </a:cubicBezTo>
                  <a:cubicBezTo>
                    <a:pt x="62282" y="33607"/>
                    <a:pt x="61648" y="38103"/>
                    <a:pt x="59240" y="48380"/>
                  </a:cubicBezTo>
                  <a:lnTo>
                    <a:pt x="59113" y="48380"/>
                  </a:lnTo>
                  <a:close/>
                  <a:moveTo>
                    <a:pt x="27050" y="90261"/>
                  </a:moveTo>
                  <a:cubicBezTo>
                    <a:pt x="12729" y="90261"/>
                    <a:pt x="11082" y="79341"/>
                    <a:pt x="11082" y="75358"/>
                  </a:cubicBezTo>
                  <a:cubicBezTo>
                    <a:pt x="11082" y="70348"/>
                    <a:pt x="14504" y="57758"/>
                    <a:pt x="15771" y="54547"/>
                  </a:cubicBezTo>
                  <a:cubicBezTo>
                    <a:pt x="18052" y="48637"/>
                    <a:pt x="25909" y="36818"/>
                    <a:pt x="40230" y="36818"/>
                  </a:cubicBezTo>
                  <a:cubicBezTo>
                    <a:pt x="52523" y="36818"/>
                    <a:pt x="56579" y="46582"/>
                    <a:pt x="56579" y="54290"/>
                  </a:cubicBezTo>
                  <a:cubicBezTo>
                    <a:pt x="56579" y="62897"/>
                    <a:pt x="48341" y="90261"/>
                    <a:pt x="27050" y="9026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2" name="Freeform: Shape 5291">
              <a:extLst>
                <a:ext uri="{FF2B5EF4-FFF2-40B4-BE49-F238E27FC236}">
                  <a16:creationId xmlns:a16="http://schemas.microsoft.com/office/drawing/2014/main" id="{DB192376-C7FE-779C-49CE-656938E917C4}"/>
                </a:ext>
              </a:extLst>
            </p:cNvPr>
            <p:cNvSpPr/>
            <p:nvPr>
              <p:custDataLst>
                <p:tags r:id="rId10"/>
              </p:custDataLst>
            </p:nvPr>
          </p:nvSpPr>
          <p:spPr>
            <a:xfrm>
              <a:off x="10277021" y="6543220"/>
              <a:ext cx="67801" cy="57938"/>
            </a:xfrm>
            <a:custGeom>
              <a:avLst/>
              <a:gdLst>
                <a:gd name="connsiteX0" fmla="*/ 25661 w 67801"/>
                <a:gd name="connsiteY0" fmla="*/ 43113 h 57938"/>
                <a:gd name="connsiteX1" fmla="*/ 13748 w 67801"/>
                <a:gd name="connsiteY1" fmla="*/ 54418 h 57938"/>
                <a:gd name="connsiteX2" fmla="*/ 6904 w 67801"/>
                <a:gd name="connsiteY2" fmla="*/ 52620 h 57938"/>
                <a:gd name="connsiteX3" fmla="*/ 12481 w 67801"/>
                <a:gd name="connsiteY3" fmla="*/ 45554 h 57938"/>
                <a:gd name="connsiteX4" fmla="*/ 7411 w 67801"/>
                <a:gd name="connsiteY4" fmla="*/ 40801 h 57938"/>
                <a:gd name="connsiteX5" fmla="*/ 187 w 67801"/>
                <a:gd name="connsiteY5" fmla="*/ 48637 h 57938"/>
                <a:gd name="connsiteX6" fmla="*/ 13494 w 67801"/>
                <a:gd name="connsiteY6" fmla="*/ 58015 h 57938"/>
                <a:gd name="connsiteX7" fmla="*/ 27688 w 67801"/>
                <a:gd name="connsiteY7" fmla="*/ 48894 h 57938"/>
                <a:gd name="connsiteX8" fmla="*/ 42770 w 67801"/>
                <a:gd name="connsiteY8" fmla="*/ 58015 h 57938"/>
                <a:gd name="connsiteX9" fmla="*/ 65074 w 67801"/>
                <a:gd name="connsiteY9" fmla="*/ 38360 h 57938"/>
                <a:gd name="connsiteX10" fmla="*/ 63047 w 67801"/>
                <a:gd name="connsiteY10" fmla="*/ 36690 h 57938"/>
                <a:gd name="connsiteX11" fmla="*/ 60639 w 67801"/>
                <a:gd name="connsiteY11" fmla="*/ 38874 h 57938"/>
                <a:gd name="connsiteX12" fmla="*/ 43276 w 67801"/>
                <a:gd name="connsiteY12" fmla="*/ 54418 h 57938"/>
                <a:gd name="connsiteX13" fmla="*/ 35546 w 67801"/>
                <a:gd name="connsiteY13" fmla="*/ 46068 h 57938"/>
                <a:gd name="connsiteX14" fmla="*/ 42136 w 67801"/>
                <a:gd name="connsiteY14" fmla="*/ 16777 h 57938"/>
                <a:gd name="connsiteX15" fmla="*/ 54556 w 67801"/>
                <a:gd name="connsiteY15" fmla="*/ 3674 h 57938"/>
                <a:gd name="connsiteX16" fmla="*/ 61399 w 67801"/>
                <a:gd name="connsiteY16" fmla="*/ 5472 h 57938"/>
                <a:gd name="connsiteX17" fmla="*/ 55823 w 67801"/>
                <a:gd name="connsiteY17" fmla="*/ 12538 h 57938"/>
                <a:gd name="connsiteX18" fmla="*/ 60892 w 67801"/>
                <a:gd name="connsiteY18" fmla="*/ 17291 h 57938"/>
                <a:gd name="connsiteX19" fmla="*/ 67989 w 67801"/>
                <a:gd name="connsiteY19" fmla="*/ 9455 h 57938"/>
                <a:gd name="connsiteX20" fmla="*/ 54809 w 67801"/>
                <a:gd name="connsiteY20" fmla="*/ 76 h 57938"/>
                <a:gd name="connsiteX21" fmla="*/ 40615 w 67801"/>
                <a:gd name="connsiteY21" fmla="*/ 9198 h 57938"/>
                <a:gd name="connsiteX22" fmla="*/ 25407 w 67801"/>
                <a:gd name="connsiteY22" fmla="*/ 76 h 57938"/>
                <a:gd name="connsiteX23" fmla="*/ 3102 w 67801"/>
                <a:gd name="connsiteY23" fmla="*/ 19732 h 57938"/>
                <a:gd name="connsiteX24" fmla="*/ 5257 w 67801"/>
                <a:gd name="connsiteY24" fmla="*/ 21402 h 57938"/>
                <a:gd name="connsiteX25" fmla="*/ 7665 w 67801"/>
                <a:gd name="connsiteY25" fmla="*/ 19218 h 57938"/>
                <a:gd name="connsiteX26" fmla="*/ 25027 w 67801"/>
                <a:gd name="connsiteY26" fmla="*/ 3674 h 57938"/>
                <a:gd name="connsiteX27" fmla="*/ 32631 w 67801"/>
                <a:gd name="connsiteY27" fmla="*/ 12152 h 57938"/>
                <a:gd name="connsiteX28" fmla="*/ 29970 w 67801"/>
                <a:gd name="connsiteY28" fmla="*/ 25513 h 57938"/>
                <a:gd name="connsiteX29" fmla="*/ 25661 w 67801"/>
                <a:gd name="connsiteY29" fmla="*/ 43113 h 57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7801" h="57938">
                  <a:moveTo>
                    <a:pt x="25661" y="43113"/>
                  </a:moveTo>
                  <a:cubicBezTo>
                    <a:pt x="24393" y="47481"/>
                    <a:pt x="20211" y="54418"/>
                    <a:pt x="13748" y="54418"/>
                  </a:cubicBezTo>
                  <a:cubicBezTo>
                    <a:pt x="13368" y="54418"/>
                    <a:pt x="9566" y="54418"/>
                    <a:pt x="6904" y="52620"/>
                  </a:cubicBezTo>
                  <a:cubicBezTo>
                    <a:pt x="12100" y="50950"/>
                    <a:pt x="12481" y="46325"/>
                    <a:pt x="12481" y="45554"/>
                  </a:cubicBezTo>
                  <a:cubicBezTo>
                    <a:pt x="12481" y="42728"/>
                    <a:pt x="10326" y="40801"/>
                    <a:pt x="7411" y="40801"/>
                  </a:cubicBezTo>
                  <a:cubicBezTo>
                    <a:pt x="3863" y="40801"/>
                    <a:pt x="187" y="43884"/>
                    <a:pt x="187" y="48637"/>
                  </a:cubicBezTo>
                  <a:cubicBezTo>
                    <a:pt x="187" y="55061"/>
                    <a:pt x="7284" y="58015"/>
                    <a:pt x="13494" y="58015"/>
                  </a:cubicBezTo>
                  <a:cubicBezTo>
                    <a:pt x="19324" y="58015"/>
                    <a:pt x="24520" y="54290"/>
                    <a:pt x="27688" y="48894"/>
                  </a:cubicBezTo>
                  <a:cubicBezTo>
                    <a:pt x="30730" y="55703"/>
                    <a:pt x="37700" y="58015"/>
                    <a:pt x="42770" y="58015"/>
                  </a:cubicBezTo>
                  <a:cubicBezTo>
                    <a:pt x="57344" y="58015"/>
                    <a:pt x="65074" y="41957"/>
                    <a:pt x="65074" y="38360"/>
                  </a:cubicBezTo>
                  <a:cubicBezTo>
                    <a:pt x="65074" y="36690"/>
                    <a:pt x="63427" y="36690"/>
                    <a:pt x="63047" y="36690"/>
                  </a:cubicBezTo>
                  <a:cubicBezTo>
                    <a:pt x="61272" y="36690"/>
                    <a:pt x="61146" y="37332"/>
                    <a:pt x="60639" y="38874"/>
                  </a:cubicBezTo>
                  <a:cubicBezTo>
                    <a:pt x="57977" y="47738"/>
                    <a:pt x="50373" y="54418"/>
                    <a:pt x="43276" y="54418"/>
                  </a:cubicBezTo>
                  <a:cubicBezTo>
                    <a:pt x="38207" y="54418"/>
                    <a:pt x="35546" y="50950"/>
                    <a:pt x="35546" y="46068"/>
                  </a:cubicBezTo>
                  <a:cubicBezTo>
                    <a:pt x="35546" y="42728"/>
                    <a:pt x="38587" y="31037"/>
                    <a:pt x="42136" y="16777"/>
                  </a:cubicBezTo>
                  <a:cubicBezTo>
                    <a:pt x="44670" y="6885"/>
                    <a:pt x="50373" y="3674"/>
                    <a:pt x="54556" y="3674"/>
                  </a:cubicBezTo>
                  <a:cubicBezTo>
                    <a:pt x="54809" y="3674"/>
                    <a:pt x="58738" y="3674"/>
                    <a:pt x="61399" y="5472"/>
                  </a:cubicBezTo>
                  <a:cubicBezTo>
                    <a:pt x="57344" y="6628"/>
                    <a:pt x="55823" y="10225"/>
                    <a:pt x="55823" y="12538"/>
                  </a:cubicBezTo>
                  <a:cubicBezTo>
                    <a:pt x="55823" y="15364"/>
                    <a:pt x="57977" y="17291"/>
                    <a:pt x="60892" y="17291"/>
                  </a:cubicBezTo>
                  <a:cubicBezTo>
                    <a:pt x="63807" y="17291"/>
                    <a:pt x="67989" y="14850"/>
                    <a:pt x="67989" y="9455"/>
                  </a:cubicBezTo>
                  <a:cubicBezTo>
                    <a:pt x="67989" y="2260"/>
                    <a:pt x="59878" y="76"/>
                    <a:pt x="54809" y="76"/>
                  </a:cubicBezTo>
                  <a:cubicBezTo>
                    <a:pt x="48472" y="76"/>
                    <a:pt x="43403" y="4316"/>
                    <a:pt x="40615" y="9198"/>
                  </a:cubicBezTo>
                  <a:cubicBezTo>
                    <a:pt x="38334" y="3931"/>
                    <a:pt x="32504" y="76"/>
                    <a:pt x="25407" y="76"/>
                  </a:cubicBezTo>
                  <a:cubicBezTo>
                    <a:pt x="11213" y="76"/>
                    <a:pt x="3102" y="15878"/>
                    <a:pt x="3102" y="19732"/>
                  </a:cubicBezTo>
                  <a:cubicBezTo>
                    <a:pt x="3102" y="21402"/>
                    <a:pt x="4877" y="21402"/>
                    <a:pt x="5257" y="21402"/>
                  </a:cubicBezTo>
                  <a:cubicBezTo>
                    <a:pt x="6904" y="21402"/>
                    <a:pt x="7031" y="20888"/>
                    <a:pt x="7665" y="19218"/>
                  </a:cubicBezTo>
                  <a:cubicBezTo>
                    <a:pt x="10833" y="9198"/>
                    <a:pt x="18817" y="3674"/>
                    <a:pt x="25027" y="3674"/>
                  </a:cubicBezTo>
                  <a:cubicBezTo>
                    <a:pt x="29209" y="3674"/>
                    <a:pt x="32631" y="5986"/>
                    <a:pt x="32631" y="12152"/>
                  </a:cubicBezTo>
                  <a:cubicBezTo>
                    <a:pt x="32631" y="14722"/>
                    <a:pt x="31110" y="21145"/>
                    <a:pt x="29970" y="25513"/>
                  </a:cubicBezTo>
                  <a:lnTo>
                    <a:pt x="25661" y="4311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3" name="Freeform: Shape 5292">
              <a:extLst>
                <a:ext uri="{FF2B5EF4-FFF2-40B4-BE49-F238E27FC236}">
                  <a16:creationId xmlns:a16="http://schemas.microsoft.com/office/drawing/2014/main" id="{713B8CE5-F411-BDAE-F857-0CADABA57E5E}"/>
                </a:ext>
              </a:extLst>
            </p:cNvPr>
            <p:cNvSpPr/>
            <p:nvPr>
              <p:custDataLst>
                <p:tags r:id="rId11"/>
              </p:custDataLst>
            </p:nvPr>
          </p:nvSpPr>
          <p:spPr>
            <a:xfrm>
              <a:off x="10361275" y="6578789"/>
              <a:ext cx="63366" cy="41568"/>
            </a:xfrm>
            <a:custGeom>
              <a:avLst/>
              <a:gdLst>
                <a:gd name="connsiteX0" fmla="*/ 9606 w 63366"/>
                <a:gd name="connsiteY0" fmla="*/ 31644 h 41568"/>
                <a:gd name="connsiteX1" fmla="*/ 8068 w 63366"/>
                <a:gd name="connsiteY1" fmla="*/ 38434 h 41568"/>
                <a:gd name="connsiteX2" fmla="*/ 11417 w 63366"/>
                <a:gd name="connsiteY2" fmla="*/ 41646 h 41568"/>
                <a:gd name="connsiteX3" fmla="*/ 15762 w 63366"/>
                <a:gd name="connsiteY3" fmla="*/ 38618 h 41568"/>
                <a:gd name="connsiteX4" fmla="*/ 17482 w 63366"/>
                <a:gd name="connsiteY4" fmla="*/ 31460 h 41568"/>
                <a:gd name="connsiteX5" fmla="*/ 20741 w 63366"/>
                <a:gd name="connsiteY5" fmla="*/ 18522 h 41568"/>
                <a:gd name="connsiteX6" fmla="*/ 39479 w 63366"/>
                <a:gd name="connsiteY6" fmla="*/ 3197 h 41568"/>
                <a:gd name="connsiteX7" fmla="*/ 45816 w 63366"/>
                <a:gd name="connsiteY7" fmla="*/ 9804 h 41568"/>
                <a:gd name="connsiteX8" fmla="*/ 39932 w 63366"/>
                <a:gd name="connsiteY8" fmla="*/ 29717 h 41568"/>
                <a:gd name="connsiteX9" fmla="*/ 39026 w 63366"/>
                <a:gd name="connsiteY9" fmla="*/ 33571 h 41568"/>
                <a:gd name="connsiteX10" fmla="*/ 48893 w 63366"/>
                <a:gd name="connsiteY10" fmla="*/ 41646 h 41568"/>
                <a:gd name="connsiteX11" fmla="*/ 63558 w 63366"/>
                <a:gd name="connsiteY11" fmla="*/ 27423 h 41568"/>
                <a:gd name="connsiteX12" fmla="*/ 61657 w 63366"/>
                <a:gd name="connsiteY12" fmla="*/ 26138 h 41568"/>
                <a:gd name="connsiteX13" fmla="*/ 59485 w 63366"/>
                <a:gd name="connsiteY13" fmla="*/ 28249 h 41568"/>
                <a:gd name="connsiteX14" fmla="*/ 49255 w 63366"/>
                <a:gd name="connsiteY14" fmla="*/ 38526 h 41568"/>
                <a:gd name="connsiteX15" fmla="*/ 46540 w 63366"/>
                <a:gd name="connsiteY15" fmla="*/ 35039 h 41568"/>
                <a:gd name="connsiteX16" fmla="*/ 47717 w 63366"/>
                <a:gd name="connsiteY16" fmla="*/ 30176 h 41568"/>
                <a:gd name="connsiteX17" fmla="*/ 53420 w 63366"/>
                <a:gd name="connsiteY17" fmla="*/ 10997 h 41568"/>
                <a:gd name="connsiteX18" fmla="*/ 40022 w 63366"/>
                <a:gd name="connsiteY18" fmla="*/ 78 h 41568"/>
                <a:gd name="connsiteX19" fmla="*/ 22913 w 63366"/>
                <a:gd name="connsiteY19" fmla="*/ 9162 h 41568"/>
                <a:gd name="connsiteX20" fmla="*/ 11869 w 63366"/>
                <a:gd name="connsiteY20" fmla="*/ 78 h 41568"/>
                <a:gd name="connsiteX21" fmla="*/ 192 w 63366"/>
                <a:gd name="connsiteY21" fmla="*/ 14301 h 41568"/>
                <a:gd name="connsiteX22" fmla="*/ 2093 w 63366"/>
                <a:gd name="connsiteY22" fmla="*/ 15585 h 41568"/>
                <a:gd name="connsiteX23" fmla="*/ 4175 w 63366"/>
                <a:gd name="connsiteY23" fmla="*/ 13842 h 41568"/>
                <a:gd name="connsiteX24" fmla="*/ 11417 w 63366"/>
                <a:gd name="connsiteY24" fmla="*/ 3197 h 41568"/>
                <a:gd name="connsiteX25" fmla="*/ 15128 w 63366"/>
                <a:gd name="connsiteY25" fmla="*/ 8061 h 41568"/>
                <a:gd name="connsiteX26" fmla="*/ 13680 w 63366"/>
                <a:gd name="connsiteY26" fmla="*/ 15218 h 41568"/>
                <a:gd name="connsiteX27" fmla="*/ 11688 w 63366"/>
                <a:gd name="connsiteY27" fmla="*/ 23477 h 41568"/>
                <a:gd name="connsiteX28" fmla="*/ 9606 w 63366"/>
                <a:gd name="connsiteY28" fmla="*/ 31644 h 4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366" h="41568">
                  <a:moveTo>
                    <a:pt x="9606" y="31644"/>
                  </a:moveTo>
                  <a:cubicBezTo>
                    <a:pt x="9063" y="33938"/>
                    <a:pt x="8068" y="37975"/>
                    <a:pt x="8068" y="38434"/>
                  </a:cubicBezTo>
                  <a:cubicBezTo>
                    <a:pt x="8068" y="40453"/>
                    <a:pt x="9697" y="41646"/>
                    <a:pt x="11417" y="41646"/>
                  </a:cubicBezTo>
                  <a:cubicBezTo>
                    <a:pt x="12775" y="41646"/>
                    <a:pt x="14766" y="40912"/>
                    <a:pt x="15762" y="38618"/>
                  </a:cubicBezTo>
                  <a:cubicBezTo>
                    <a:pt x="15852" y="38159"/>
                    <a:pt x="16939" y="33846"/>
                    <a:pt x="17482" y="31460"/>
                  </a:cubicBezTo>
                  <a:cubicBezTo>
                    <a:pt x="20560" y="19072"/>
                    <a:pt x="20560" y="18889"/>
                    <a:pt x="20741" y="18522"/>
                  </a:cubicBezTo>
                  <a:cubicBezTo>
                    <a:pt x="21918" y="16044"/>
                    <a:pt x="28435" y="3197"/>
                    <a:pt x="39479" y="3197"/>
                  </a:cubicBezTo>
                  <a:cubicBezTo>
                    <a:pt x="43915" y="3197"/>
                    <a:pt x="45816" y="5675"/>
                    <a:pt x="45816" y="9804"/>
                  </a:cubicBezTo>
                  <a:cubicBezTo>
                    <a:pt x="45816" y="15035"/>
                    <a:pt x="42014" y="24486"/>
                    <a:pt x="39932" y="29717"/>
                  </a:cubicBezTo>
                  <a:cubicBezTo>
                    <a:pt x="39479" y="30818"/>
                    <a:pt x="39026" y="32011"/>
                    <a:pt x="39026" y="33571"/>
                  </a:cubicBezTo>
                  <a:cubicBezTo>
                    <a:pt x="39026" y="38342"/>
                    <a:pt x="43553" y="41646"/>
                    <a:pt x="48893" y="41646"/>
                  </a:cubicBezTo>
                  <a:cubicBezTo>
                    <a:pt x="58579" y="41646"/>
                    <a:pt x="63558" y="29717"/>
                    <a:pt x="63558" y="27423"/>
                  </a:cubicBezTo>
                  <a:cubicBezTo>
                    <a:pt x="63558" y="26138"/>
                    <a:pt x="62019" y="26138"/>
                    <a:pt x="61657" y="26138"/>
                  </a:cubicBezTo>
                  <a:cubicBezTo>
                    <a:pt x="60118" y="26138"/>
                    <a:pt x="60028" y="26505"/>
                    <a:pt x="59485" y="28249"/>
                  </a:cubicBezTo>
                  <a:cubicBezTo>
                    <a:pt x="57765" y="33754"/>
                    <a:pt x="53601" y="38526"/>
                    <a:pt x="49255" y="38526"/>
                  </a:cubicBezTo>
                  <a:cubicBezTo>
                    <a:pt x="47173" y="38526"/>
                    <a:pt x="46540" y="37058"/>
                    <a:pt x="46540" y="35039"/>
                  </a:cubicBezTo>
                  <a:cubicBezTo>
                    <a:pt x="46540" y="33112"/>
                    <a:pt x="46902" y="32194"/>
                    <a:pt x="47717" y="30176"/>
                  </a:cubicBezTo>
                  <a:cubicBezTo>
                    <a:pt x="49255" y="26505"/>
                    <a:pt x="53420" y="16044"/>
                    <a:pt x="53420" y="10997"/>
                  </a:cubicBezTo>
                  <a:cubicBezTo>
                    <a:pt x="53420" y="4207"/>
                    <a:pt x="48622" y="78"/>
                    <a:pt x="40022" y="78"/>
                  </a:cubicBezTo>
                  <a:cubicBezTo>
                    <a:pt x="31785" y="78"/>
                    <a:pt x="26082" y="5124"/>
                    <a:pt x="22913" y="9162"/>
                  </a:cubicBezTo>
                  <a:cubicBezTo>
                    <a:pt x="22461" y="1637"/>
                    <a:pt x="15219" y="78"/>
                    <a:pt x="11869" y="78"/>
                  </a:cubicBezTo>
                  <a:cubicBezTo>
                    <a:pt x="2817" y="78"/>
                    <a:pt x="192" y="14117"/>
                    <a:pt x="192" y="14301"/>
                  </a:cubicBezTo>
                  <a:cubicBezTo>
                    <a:pt x="192" y="15585"/>
                    <a:pt x="1640" y="15585"/>
                    <a:pt x="2093" y="15585"/>
                  </a:cubicBezTo>
                  <a:cubicBezTo>
                    <a:pt x="3632" y="15585"/>
                    <a:pt x="3813" y="15035"/>
                    <a:pt x="4175" y="13842"/>
                  </a:cubicBezTo>
                  <a:cubicBezTo>
                    <a:pt x="5533" y="8520"/>
                    <a:pt x="7615" y="3197"/>
                    <a:pt x="11417" y="3197"/>
                  </a:cubicBezTo>
                  <a:cubicBezTo>
                    <a:pt x="14495" y="3197"/>
                    <a:pt x="15128" y="6134"/>
                    <a:pt x="15128" y="8061"/>
                  </a:cubicBezTo>
                  <a:cubicBezTo>
                    <a:pt x="15128" y="9346"/>
                    <a:pt x="14223" y="12833"/>
                    <a:pt x="13680" y="15218"/>
                  </a:cubicBezTo>
                  <a:cubicBezTo>
                    <a:pt x="13046" y="17696"/>
                    <a:pt x="12141" y="21458"/>
                    <a:pt x="11688" y="23477"/>
                  </a:cubicBezTo>
                  <a:lnTo>
                    <a:pt x="9606" y="3164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4" name="Freeform: Shape 5293">
              <a:extLst>
                <a:ext uri="{FF2B5EF4-FFF2-40B4-BE49-F238E27FC236}">
                  <a16:creationId xmlns:a16="http://schemas.microsoft.com/office/drawing/2014/main" id="{66A77F30-AD1C-65AF-68B4-65143DB3DCE4}"/>
                </a:ext>
              </a:extLst>
            </p:cNvPr>
            <p:cNvSpPr/>
            <p:nvPr>
              <p:custDataLst>
                <p:tags r:id="rId12"/>
              </p:custDataLst>
            </p:nvPr>
          </p:nvSpPr>
          <p:spPr>
            <a:xfrm>
              <a:off x="10443995" y="6555725"/>
              <a:ext cx="49244" cy="64633"/>
            </a:xfrm>
            <a:custGeom>
              <a:avLst/>
              <a:gdLst>
                <a:gd name="connsiteX0" fmla="*/ 22284 w 49244"/>
                <a:gd name="connsiteY0" fmla="*/ 3505 h 64633"/>
                <a:gd name="connsiteX1" fmla="*/ 22646 w 49244"/>
                <a:gd name="connsiteY1" fmla="*/ 1578 h 64633"/>
                <a:gd name="connsiteX2" fmla="*/ 19840 w 49244"/>
                <a:gd name="connsiteY2" fmla="*/ 110 h 64633"/>
                <a:gd name="connsiteX3" fmla="*/ 8706 w 49244"/>
                <a:gd name="connsiteY3" fmla="*/ 936 h 64633"/>
                <a:gd name="connsiteX4" fmla="*/ 6533 w 49244"/>
                <a:gd name="connsiteY4" fmla="*/ 1486 h 64633"/>
                <a:gd name="connsiteX5" fmla="*/ 5899 w 49244"/>
                <a:gd name="connsiteY5" fmla="*/ 3597 h 64633"/>
                <a:gd name="connsiteX6" fmla="*/ 8615 w 49244"/>
                <a:gd name="connsiteY6" fmla="*/ 5157 h 64633"/>
                <a:gd name="connsiteX7" fmla="*/ 11693 w 49244"/>
                <a:gd name="connsiteY7" fmla="*/ 5340 h 64633"/>
                <a:gd name="connsiteX8" fmla="*/ 13503 w 49244"/>
                <a:gd name="connsiteY8" fmla="*/ 6533 h 64633"/>
                <a:gd name="connsiteX9" fmla="*/ 13051 w 49244"/>
                <a:gd name="connsiteY9" fmla="*/ 8644 h 64633"/>
                <a:gd name="connsiteX10" fmla="*/ 558 w 49244"/>
                <a:gd name="connsiteY10" fmla="*/ 59297 h 64633"/>
                <a:gd name="connsiteX11" fmla="*/ 196 w 49244"/>
                <a:gd name="connsiteY11" fmla="*/ 61407 h 64633"/>
                <a:gd name="connsiteX12" fmla="*/ 3636 w 49244"/>
                <a:gd name="connsiteY12" fmla="*/ 64711 h 64633"/>
                <a:gd name="connsiteX13" fmla="*/ 8343 w 49244"/>
                <a:gd name="connsiteY13" fmla="*/ 60031 h 64633"/>
                <a:gd name="connsiteX14" fmla="*/ 12417 w 49244"/>
                <a:gd name="connsiteY14" fmla="*/ 43146 h 64633"/>
                <a:gd name="connsiteX15" fmla="*/ 26086 w 49244"/>
                <a:gd name="connsiteY15" fmla="*/ 50396 h 64633"/>
                <a:gd name="connsiteX16" fmla="*/ 25814 w 49244"/>
                <a:gd name="connsiteY16" fmla="*/ 52506 h 64633"/>
                <a:gd name="connsiteX17" fmla="*/ 25543 w 49244"/>
                <a:gd name="connsiteY17" fmla="*/ 54892 h 64633"/>
                <a:gd name="connsiteX18" fmla="*/ 36587 w 49244"/>
                <a:gd name="connsiteY18" fmla="*/ 64711 h 64633"/>
                <a:gd name="connsiteX19" fmla="*/ 49441 w 49244"/>
                <a:gd name="connsiteY19" fmla="*/ 50487 h 64633"/>
                <a:gd name="connsiteX20" fmla="*/ 47540 w 49244"/>
                <a:gd name="connsiteY20" fmla="*/ 49203 h 64633"/>
                <a:gd name="connsiteX21" fmla="*/ 45367 w 49244"/>
                <a:gd name="connsiteY21" fmla="*/ 51313 h 64633"/>
                <a:gd name="connsiteX22" fmla="*/ 36949 w 49244"/>
                <a:gd name="connsiteY22" fmla="*/ 61591 h 64633"/>
                <a:gd name="connsiteX23" fmla="*/ 33147 w 49244"/>
                <a:gd name="connsiteY23" fmla="*/ 56177 h 64633"/>
                <a:gd name="connsiteX24" fmla="*/ 33509 w 49244"/>
                <a:gd name="connsiteY24" fmla="*/ 53240 h 64633"/>
                <a:gd name="connsiteX25" fmla="*/ 33961 w 49244"/>
                <a:gd name="connsiteY25" fmla="*/ 50120 h 64633"/>
                <a:gd name="connsiteX26" fmla="*/ 18029 w 49244"/>
                <a:gd name="connsiteY26" fmla="*/ 40210 h 64633"/>
                <a:gd name="connsiteX27" fmla="*/ 25814 w 49244"/>
                <a:gd name="connsiteY27" fmla="*/ 34337 h 64633"/>
                <a:gd name="connsiteX28" fmla="*/ 41113 w 49244"/>
                <a:gd name="connsiteY28" fmla="*/ 26262 h 64633"/>
                <a:gd name="connsiteX29" fmla="*/ 44281 w 49244"/>
                <a:gd name="connsiteY29" fmla="*/ 27363 h 64633"/>
                <a:gd name="connsiteX30" fmla="*/ 43557 w 49244"/>
                <a:gd name="connsiteY30" fmla="*/ 27639 h 64633"/>
                <a:gd name="connsiteX31" fmla="*/ 39393 w 49244"/>
                <a:gd name="connsiteY31" fmla="*/ 33144 h 64633"/>
                <a:gd name="connsiteX32" fmla="*/ 43466 w 49244"/>
                <a:gd name="connsiteY32" fmla="*/ 36907 h 64633"/>
                <a:gd name="connsiteX33" fmla="*/ 49079 w 49244"/>
                <a:gd name="connsiteY33" fmla="*/ 30391 h 64633"/>
                <a:gd name="connsiteX34" fmla="*/ 41294 w 49244"/>
                <a:gd name="connsiteY34" fmla="*/ 23142 h 64633"/>
                <a:gd name="connsiteX35" fmla="*/ 23280 w 49244"/>
                <a:gd name="connsiteY35" fmla="*/ 32777 h 64633"/>
                <a:gd name="connsiteX36" fmla="*/ 13503 w 49244"/>
                <a:gd name="connsiteY36" fmla="*/ 39109 h 64633"/>
                <a:gd name="connsiteX37" fmla="*/ 22284 w 49244"/>
                <a:gd name="connsiteY37" fmla="*/ 3505 h 6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9244" h="64633">
                  <a:moveTo>
                    <a:pt x="22284" y="3505"/>
                  </a:moveTo>
                  <a:cubicBezTo>
                    <a:pt x="22646" y="2220"/>
                    <a:pt x="22646" y="2037"/>
                    <a:pt x="22646" y="1578"/>
                  </a:cubicBezTo>
                  <a:cubicBezTo>
                    <a:pt x="22646" y="18"/>
                    <a:pt x="21288" y="18"/>
                    <a:pt x="19840" y="110"/>
                  </a:cubicBezTo>
                  <a:lnTo>
                    <a:pt x="8706" y="936"/>
                  </a:lnTo>
                  <a:cubicBezTo>
                    <a:pt x="7167" y="1027"/>
                    <a:pt x="6986" y="1119"/>
                    <a:pt x="6533" y="1486"/>
                  </a:cubicBezTo>
                  <a:cubicBezTo>
                    <a:pt x="6171" y="1945"/>
                    <a:pt x="5899" y="3046"/>
                    <a:pt x="5899" y="3597"/>
                  </a:cubicBezTo>
                  <a:cubicBezTo>
                    <a:pt x="5899" y="5157"/>
                    <a:pt x="7348" y="5157"/>
                    <a:pt x="8615" y="5157"/>
                  </a:cubicBezTo>
                  <a:cubicBezTo>
                    <a:pt x="8706" y="5157"/>
                    <a:pt x="10335" y="5157"/>
                    <a:pt x="11693" y="5340"/>
                  </a:cubicBezTo>
                  <a:cubicBezTo>
                    <a:pt x="13413" y="5524"/>
                    <a:pt x="13503" y="5799"/>
                    <a:pt x="13503" y="6533"/>
                  </a:cubicBezTo>
                  <a:cubicBezTo>
                    <a:pt x="13503" y="6809"/>
                    <a:pt x="13503" y="6992"/>
                    <a:pt x="13051" y="8644"/>
                  </a:cubicBezTo>
                  <a:lnTo>
                    <a:pt x="558" y="59297"/>
                  </a:lnTo>
                  <a:cubicBezTo>
                    <a:pt x="196" y="60673"/>
                    <a:pt x="196" y="60857"/>
                    <a:pt x="196" y="61407"/>
                  </a:cubicBezTo>
                  <a:cubicBezTo>
                    <a:pt x="196" y="63518"/>
                    <a:pt x="1826" y="64711"/>
                    <a:pt x="3636" y="64711"/>
                  </a:cubicBezTo>
                  <a:cubicBezTo>
                    <a:pt x="7167" y="64711"/>
                    <a:pt x="7981" y="61315"/>
                    <a:pt x="8343" y="60031"/>
                  </a:cubicBezTo>
                  <a:lnTo>
                    <a:pt x="12417" y="43146"/>
                  </a:lnTo>
                  <a:cubicBezTo>
                    <a:pt x="14771" y="43238"/>
                    <a:pt x="26086" y="43881"/>
                    <a:pt x="26086" y="50396"/>
                  </a:cubicBezTo>
                  <a:cubicBezTo>
                    <a:pt x="26086" y="51038"/>
                    <a:pt x="26086" y="51405"/>
                    <a:pt x="25814" y="52506"/>
                  </a:cubicBezTo>
                  <a:cubicBezTo>
                    <a:pt x="25543" y="53791"/>
                    <a:pt x="25543" y="54342"/>
                    <a:pt x="25543" y="54892"/>
                  </a:cubicBezTo>
                  <a:cubicBezTo>
                    <a:pt x="25543" y="61407"/>
                    <a:pt x="31336" y="64711"/>
                    <a:pt x="36587" y="64711"/>
                  </a:cubicBezTo>
                  <a:cubicBezTo>
                    <a:pt x="45820" y="64711"/>
                    <a:pt x="49441" y="51589"/>
                    <a:pt x="49441" y="50487"/>
                  </a:cubicBezTo>
                  <a:cubicBezTo>
                    <a:pt x="49441" y="49203"/>
                    <a:pt x="47902" y="49203"/>
                    <a:pt x="47540" y="49203"/>
                  </a:cubicBezTo>
                  <a:cubicBezTo>
                    <a:pt x="46001" y="49203"/>
                    <a:pt x="45820" y="49662"/>
                    <a:pt x="45367" y="51313"/>
                  </a:cubicBezTo>
                  <a:cubicBezTo>
                    <a:pt x="44462" y="54525"/>
                    <a:pt x="41837" y="61591"/>
                    <a:pt x="36949" y="61591"/>
                  </a:cubicBezTo>
                  <a:cubicBezTo>
                    <a:pt x="33599" y="61591"/>
                    <a:pt x="33147" y="58196"/>
                    <a:pt x="33147" y="56177"/>
                  </a:cubicBezTo>
                  <a:cubicBezTo>
                    <a:pt x="33147" y="56085"/>
                    <a:pt x="33147" y="54800"/>
                    <a:pt x="33509" y="53240"/>
                  </a:cubicBezTo>
                  <a:cubicBezTo>
                    <a:pt x="33871" y="51772"/>
                    <a:pt x="33961" y="50855"/>
                    <a:pt x="33961" y="50120"/>
                  </a:cubicBezTo>
                  <a:cubicBezTo>
                    <a:pt x="33961" y="42045"/>
                    <a:pt x="24004" y="40669"/>
                    <a:pt x="18029" y="40210"/>
                  </a:cubicBezTo>
                  <a:cubicBezTo>
                    <a:pt x="20564" y="38742"/>
                    <a:pt x="24366" y="35622"/>
                    <a:pt x="25814" y="34337"/>
                  </a:cubicBezTo>
                  <a:cubicBezTo>
                    <a:pt x="30974" y="30208"/>
                    <a:pt x="35953" y="26262"/>
                    <a:pt x="41113" y="26262"/>
                  </a:cubicBezTo>
                  <a:cubicBezTo>
                    <a:pt x="43195" y="26262"/>
                    <a:pt x="43738" y="26813"/>
                    <a:pt x="44281" y="27363"/>
                  </a:cubicBezTo>
                  <a:cubicBezTo>
                    <a:pt x="44191" y="27363"/>
                    <a:pt x="43738" y="27639"/>
                    <a:pt x="43557" y="27639"/>
                  </a:cubicBezTo>
                  <a:cubicBezTo>
                    <a:pt x="39393" y="29107"/>
                    <a:pt x="39393" y="32869"/>
                    <a:pt x="39393" y="33144"/>
                  </a:cubicBezTo>
                  <a:cubicBezTo>
                    <a:pt x="39393" y="34704"/>
                    <a:pt x="40479" y="36907"/>
                    <a:pt x="43466" y="36907"/>
                  </a:cubicBezTo>
                  <a:cubicBezTo>
                    <a:pt x="45277" y="36907"/>
                    <a:pt x="49079" y="35438"/>
                    <a:pt x="49079" y="30391"/>
                  </a:cubicBezTo>
                  <a:cubicBezTo>
                    <a:pt x="49079" y="25895"/>
                    <a:pt x="45639" y="23142"/>
                    <a:pt x="41294" y="23142"/>
                  </a:cubicBezTo>
                  <a:cubicBezTo>
                    <a:pt x="35138" y="23142"/>
                    <a:pt x="29888" y="27363"/>
                    <a:pt x="23280" y="32777"/>
                  </a:cubicBezTo>
                  <a:cubicBezTo>
                    <a:pt x="20111" y="35347"/>
                    <a:pt x="17124" y="37641"/>
                    <a:pt x="13503" y="39109"/>
                  </a:cubicBezTo>
                  <a:lnTo>
                    <a:pt x="22284" y="350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5" name="Freeform: Shape 5294">
              <a:extLst>
                <a:ext uri="{FF2B5EF4-FFF2-40B4-BE49-F238E27FC236}">
                  <a16:creationId xmlns:a16="http://schemas.microsoft.com/office/drawing/2014/main" id="{340BEBE9-9603-E262-01DA-E0849AB95E9B}"/>
                </a:ext>
              </a:extLst>
            </p:cNvPr>
            <p:cNvSpPr/>
            <p:nvPr>
              <p:custDataLst>
                <p:tags r:id="rId13"/>
              </p:custDataLst>
            </p:nvPr>
          </p:nvSpPr>
          <p:spPr>
            <a:xfrm>
              <a:off x="10164102" y="6641371"/>
              <a:ext cx="369538" cy="7340"/>
            </a:xfrm>
            <a:custGeom>
              <a:avLst/>
              <a:gdLst>
                <a:gd name="connsiteX0" fmla="*/ 0 w 369538"/>
                <a:gd name="connsiteY0" fmla="*/ 0 h 7340"/>
                <a:gd name="connsiteX1" fmla="*/ 369539 w 369538"/>
                <a:gd name="connsiteY1" fmla="*/ 0 h 7340"/>
                <a:gd name="connsiteX2" fmla="*/ 369539 w 369538"/>
                <a:gd name="connsiteY2" fmla="*/ 7341 h 7340"/>
                <a:gd name="connsiteX3" fmla="*/ 0 w 369538"/>
                <a:gd name="connsiteY3" fmla="*/ 7341 h 7340"/>
              </a:gdLst>
              <a:ahLst/>
              <a:cxnLst>
                <a:cxn ang="0">
                  <a:pos x="connsiteX0" y="connsiteY0"/>
                </a:cxn>
                <a:cxn ang="0">
                  <a:pos x="connsiteX1" y="connsiteY1"/>
                </a:cxn>
                <a:cxn ang="0">
                  <a:pos x="connsiteX2" y="connsiteY2"/>
                </a:cxn>
                <a:cxn ang="0">
                  <a:pos x="connsiteX3" y="connsiteY3"/>
                </a:cxn>
              </a:cxnLst>
              <a:rect l="l" t="t" r="r" b="b"/>
              <a:pathLst>
                <a:path w="369538" h="7340">
                  <a:moveTo>
                    <a:pt x="0" y="0"/>
                  </a:moveTo>
                  <a:lnTo>
                    <a:pt x="369539" y="0"/>
                  </a:lnTo>
                  <a:lnTo>
                    <a:pt x="369539" y="7341"/>
                  </a:lnTo>
                  <a:lnTo>
                    <a:pt x="0" y="734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6" name="Freeform: Shape 5295">
              <a:extLst>
                <a:ext uri="{FF2B5EF4-FFF2-40B4-BE49-F238E27FC236}">
                  <a16:creationId xmlns:a16="http://schemas.microsoft.com/office/drawing/2014/main" id="{1AF363D7-067F-BCB4-14F2-561AFFE5C078}"/>
                </a:ext>
              </a:extLst>
            </p:cNvPr>
            <p:cNvSpPr/>
            <p:nvPr>
              <p:custDataLst>
                <p:tags r:id="rId14"/>
              </p:custDataLst>
            </p:nvPr>
          </p:nvSpPr>
          <p:spPr>
            <a:xfrm>
              <a:off x="10225512" y="6668221"/>
              <a:ext cx="72744" cy="94295"/>
            </a:xfrm>
            <a:custGeom>
              <a:avLst/>
              <a:gdLst>
                <a:gd name="connsiteX0" fmla="*/ 59115 w 72744"/>
                <a:gd name="connsiteY0" fmla="*/ 48389 h 94295"/>
                <a:gd name="connsiteX1" fmla="*/ 39725 w 72744"/>
                <a:gd name="connsiteY1" fmla="*/ 33230 h 94295"/>
                <a:gd name="connsiteX2" fmla="*/ 2719 w 72744"/>
                <a:gd name="connsiteY2" fmla="*/ 58281 h 94295"/>
                <a:gd name="connsiteX3" fmla="*/ 185 w 72744"/>
                <a:gd name="connsiteY3" fmla="*/ 70871 h 94295"/>
                <a:gd name="connsiteX4" fmla="*/ 26798 w 72744"/>
                <a:gd name="connsiteY4" fmla="*/ 94380 h 94295"/>
                <a:gd name="connsiteX5" fmla="*/ 72929 w 72744"/>
                <a:gd name="connsiteY5" fmla="*/ 34643 h 94295"/>
                <a:gd name="connsiteX6" fmla="*/ 41753 w 72744"/>
                <a:gd name="connsiteY6" fmla="*/ 85 h 94295"/>
                <a:gd name="connsiteX7" fmla="*/ 15392 w 72744"/>
                <a:gd name="connsiteY7" fmla="*/ 20768 h 94295"/>
                <a:gd name="connsiteX8" fmla="*/ 20462 w 72744"/>
                <a:gd name="connsiteY8" fmla="*/ 25393 h 94295"/>
                <a:gd name="connsiteX9" fmla="*/ 27559 w 72744"/>
                <a:gd name="connsiteY9" fmla="*/ 18328 h 94295"/>
                <a:gd name="connsiteX10" fmla="*/ 22616 w 72744"/>
                <a:gd name="connsiteY10" fmla="*/ 13446 h 94295"/>
                <a:gd name="connsiteX11" fmla="*/ 41499 w 72744"/>
                <a:gd name="connsiteY11" fmla="*/ 3811 h 94295"/>
                <a:gd name="connsiteX12" fmla="*/ 62283 w 72744"/>
                <a:gd name="connsiteY12" fmla="*/ 28091 h 94295"/>
                <a:gd name="connsiteX13" fmla="*/ 59242 w 72744"/>
                <a:gd name="connsiteY13" fmla="*/ 48389 h 94295"/>
                <a:gd name="connsiteX14" fmla="*/ 59115 w 72744"/>
                <a:gd name="connsiteY14" fmla="*/ 48389 h 94295"/>
                <a:gd name="connsiteX15" fmla="*/ 27052 w 72744"/>
                <a:gd name="connsiteY15" fmla="*/ 90269 h 94295"/>
                <a:gd name="connsiteX16" fmla="*/ 11084 w 72744"/>
                <a:gd name="connsiteY16" fmla="*/ 75367 h 94295"/>
                <a:gd name="connsiteX17" fmla="*/ 15773 w 72744"/>
                <a:gd name="connsiteY17" fmla="*/ 54555 h 94295"/>
                <a:gd name="connsiteX18" fmla="*/ 40232 w 72744"/>
                <a:gd name="connsiteY18" fmla="*/ 36827 h 94295"/>
                <a:gd name="connsiteX19" fmla="*/ 56580 w 72744"/>
                <a:gd name="connsiteY19" fmla="*/ 54298 h 94295"/>
                <a:gd name="connsiteX20" fmla="*/ 27052 w 72744"/>
                <a:gd name="connsiteY20" fmla="*/ 90269 h 9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2744" h="94295">
                  <a:moveTo>
                    <a:pt x="59115" y="48389"/>
                  </a:moveTo>
                  <a:cubicBezTo>
                    <a:pt x="57341" y="40938"/>
                    <a:pt x="51638" y="33230"/>
                    <a:pt x="39725" y="33230"/>
                  </a:cubicBezTo>
                  <a:cubicBezTo>
                    <a:pt x="21983" y="33230"/>
                    <a:pt x="7282" y="46719"/>
                    <a:pt x="2719" y="58281"/>
                  </a:cubicBezTo>
                  <a:cubicBezTo>
                    <a:pt x="1959" y="60465"/>
                    <a:pt x="185" y="65732"/>
                    <a:pt x="185" y="70871"/>
                  </a:cubicBezTo>
                  <a:cubicBezTo>
                    <a:pt x="185" y="79735"/>
                    <a:pt x="7028" y="94380"/>
                    <a:pt x="26798" y="94380"/>
                  </a:cubicBezTo>
                  <a:cubicBezTo>
                    <a:pt x="59622" y="94380"/>
                    <a:pt x="72929" y="52885"/>
                    <a:pt x="72929" y="34643"/>
                  </a:cubicBezTo>
                  <a:cubicBezTo>
                    <a:pt x="72929" y="12675"/>
                    <a:pt x="58735" y="85"/>
                    <a:pt x="41753" y="85"/>
                  </a:cubicBezTo>
                  <a:cubicBezTo>
                    <a:pt x="21095" y="85"/>
                    <a:pt x="15392" y="16786"/>
                    <a:pt x="15392" y="20768"/>
                  </a:cubicBezTo>
                  <a:cubicBezTo>
                    <a:pt x="15392" y="21796"/>
                    <a:pt x="16026" y="25393"/>
                    <a:pt x="20462" y="25393"/>
                  </a:cubicBezTo>
                  <a:cubicBezTo>
                    <a:pt x="24897" y="25393"/>
                    <a:pt x="27559" y="21411"/>
                    <a:pt x="27559" y="18328"/>
                  </a:cubicBezTo>
                  <a:cubicBezTo>
                    <a:pt x="27559" y="14859"/>
                    <a:pt x="25024" y="13703"/>
                    <a:pt x="22616" y="13446"/>
                  </a:cubicBezTo>
                  <a:cubicBezTo>
                    <a:pt x="28953" y="3811"/>
                    <a:pt x="39345" y="3811"/>
                    <a:pt x="41499" y="3811"/>
                  </a:cubicBezTo>
                  <a:cubicBezTo>
                    <a:pt x="51004" y="3811"/>
                    <a:pt x="62283" y="9849"/>
                    <a:pt x="62283" y="28091"/>
                  </a:cubicBezTo>
                  <a:cubicBezTo>
                    <a:pt x="62283" y="33615"/>
                    <a:pt x="61650" y="38112"/>
                    <a:pt x="59242" y="48389"/>
                  </a:cubicBezTo>
                  <a:lnTo>
                    <a:pt x="59115" y="48389"/>
                  </a:lnTo>
                  <a:close/>
                  <a:moveTo>
                    <a:pt x="27052" y="90269"/>
                  </a:moveTo>
                  <a:cubicBezTo>
                    <a:pt x="12731" y="90269"/>
                    <a:pt x="11084" y="79350"/>
                    <a:pt x="11084" y="75367"/>
                  </a:cubicBezTo>
                  <a:cubicBezTo>
                    <a:pt x="11084" y="70357"/>
                    <a:pt x="14505" y="57767"/>
                    <a:pt x="15773" y="54555"/>
                  </a:cubicBezTo>
                  <a:cubicBezTo>
                    <a:pt x="18054" y="48646"/>
                    <a:pt x="25911" y="36827"/>
                    <a:pt x="40232" y="36827"/>
                  </a:cubicBezTo>
                  <a:cubicBezTo>
                    <a:pt x="52525" y="36827"/>
                    <a:pt x="56580" y="46590"/>
                    <a:pt x="56580" y="54298"/>
                  </a:cubicBezTo>
                  <a:cubicBezTo>
                    <a:pt x="56580" y="62906"/>
                    <a:pt x="48343" y="90269"/>
                    <a:pt x="27052" y="9026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7" name="Freeform: Shape 5296">
              <a:extLst>
                <a:ext uri="{FF2B5EF4-FFF2-40B4-BE49-F238E27FC236}">
                  <a16:creationId xmlns:a16="http://schemas.microsoft.com/office/drawing/2014/main" id="{DB92137C-9416-D891-6122-13868A13BE9C}"/>
                </a:ext>
              </a:extLst>
            </p:cNvPr>
            <p:cNvSpPr/>
            <p:nvPr>
              <p:custDataLst>
                <p:tags r:id="rId15"/>
              </p:custDataLst>
            </p:nvPr>
          </p:nvSpPr>
          <p:spPr>
            <a:xfrm>
              <a:off x="10309356" y="6703292"/>
              <a:ext cx="75532" cy="84146"/>
            </a:xfrm>
            <a:custGeom>
              <a:avLst/>
              <a:gdLst>
                <a:gd name="connsiteX0" fmla="*/ 696 w 75532"/>
                <a:gd name="connsiteY0" fmla="*/ 77423 h 84146"/>
                <a:gd name="connsiteX1" fmla="*/ 189 w 75532"/>
                <a:gd name="connsiteY1" fmla="*/ 80120 h 84146"/>
                <a:gd name="connsiteX2" fmla="*/ 4498 w 75532"/>
                <a:gd name="connsiteY2" fmla="*/ 84231 h 84146"/>
                <a:gd name="connsiteX3" fmla="*/ 10581 w 75532"/>
                <a:gd name="connsiteY3" fmla="*/ 77808 h 84146"/>
                <a:gd name="connsiteX4" fmla="*/ 16411 w 75532"/>
                <a:gd name="connsiteY4" fmla="*/ 54298 h 84146"/>
                <a:gd name="connsiteX5" fmla="*/ 29971 w 75532"/>
                <a:gd name="connsiteY5" fmla="*/ 58024 h 84146"/>
                <a:gd name="connsiteX6" fmla="*/ 48221 w 75532"/>
                <a:gd name="connsiteY6" fmla="*/ 48774 h 84146"/>
                <a:gd name="connsiteX7" fmla="*/ 61274 w 75532"/>
                <a:gd name="connsiteY7" fmla="*/ 58024 h 84146"/>
                <a:gd name="connsiteX8" fmla="*/ 71286 w 75532"/>
                <a:gd name="connsiteY8" fmla="*/ 51215 h 84146"/>
                <a:gd name="connsiteX9" fmla="*/ 75722 w 75532"/>
                <a:gd name="connsiteY9" fmla="*/ 38368 h 84146"/>
                <a:gd name="connsiteX10" fmla="*/ 73694 w 75532"/>
                <a:gd name="connsiteY10" fmla="*/ 36698 h 84146"/>
                <a:gd name="connsiteX11" fmla="*/ 70906 w 75532"/>
                <a:gd name="connsiteY11" fmla="*/ 40681 h 84146"/>
                <a:gd name="connsiteX12" fmla="*/ 61654 w 75532"/>
                <a:gd name="connsiteY12" fmla="*/ 54427 h 84146"/>
                <a:gd name="connsiteX13" fmla="*/ 57472 w 75532"/>
                <a:gd name="connsiteY13" fmla="*/ 48132 h 84146"/>
                <a:gd name="connsiteX14" fmla="*/ 59373 w 75532"/>
                <a:gd name="connsiteY14" fmla="*/ 37983 h 84146"/>
                <a:gd name="connsiteX15" fmla="*/ 62161 w 75532"/>
                <a:gd name="connsiteY15" fmla="*/ 26421 h 84146"/>
                <a:gd name="connsiteX16" fmla="*/ 65076 w 75532"/>
                <a:gd name="connsiteY16" fmla="*/ 14987 h 84146"/>
                <a:gd name="connsiteX17" fmla="*/ 67231 w 75532"/>
                <a:gd name="connsiteY17" fmla="*/ 5481 h 84146"/>
                <a:gd name="connsiteX18" fmla="*/ 63048 w 75532"/>
                <a:gd name="connsiteY18" fmla="*/ 1370 h 84146"/>
                <a:gd name="connsiteX19" fmla="*/ 57852 w 75532"/>
                <a:gd name="connsiteY19" fmla="*/ 4453 h 84146"/>
                <a:gd name="connsiteX20" fmla="*/ 55825 w 75532"/>
                <a:gd name="connsiteY20" fmla="*/ 11904 h 84146"/>
                <a:gd name="connsiteX21" fmla="*/ 53163 w 75532"/>
                <a:gd name="connsiteY21" fmla="*/ 22567 h 84146"/>
                <a:gd name="connsiteX22" fmla="*/ 49235 w 75532"/>
                <a:gd name="connsiteY22" fmla="*/ 38625 h 84146"/>
                <a:gd name="connsiteX23" fmla="*/ 47207 w 75532"/>
                <a:gd name="connsiteY23" fmla="*/ 43764 h 84146"/>
                <a:gd name="connsiteX24" fmla="*/ 30478 w 75532"/>
                <a:gd name="connsiteY24" fmla="*/ 54427 h 84146"/>
                <a:gd name="connsiteX25" fmla="*/ 20086 w 75532"/>
                <a:gd name="connsiteY25" fmla="*/ 42993 h 84146"/>
                <a:gd name="connsiteX26" fmla="*/ 22241 w 75532"/>
                <a:gd name="connsiteY26" fmla="*/ 31046 h 84146"/>
                <a:gd name="connsiteX27" fmla="*/ 25029 w 75532"/>
                <a:gd name="connsiteY27" fmla="*/ 19484 h 84146"/>
                <a:gd name="connsiteX28" fmla="*/ 26803 w 75532"/>
                <a:gd name="connsiteY28" fmla="*/ 12290 h 84146"/>
                <a:gd name="connsiteX29" fmla="*/ 28704 w 75532"/>
                <a:gd name="connsiteY29" fmla="*/ 4196 h 84146"/>
                <a:gd name="connsiteX30" fmla="*/ 24395 w 75532"/>
                <a:gd name="connsiteY30" fmla="*/ 85 h 84146"/>
                <a:gd name="connsiteX31" fmla="*/ 18312 w 75532"/>
                <a:gd name="connsiteY31" fmla="*/ 6123 h 84146"/>
                <a:gd name="connsiteX32" fmla="*/ 696 w 75532"/>
                <a:gd name="connsiteY32" fmla="*/ 77423 h 8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5532" h="84146">
                  <a:moveTo>
                    <a:pt x="696" y="77423"/>
                  </a:moveTo>
                  <a:cubicBezTo>
                    <a:pt x="189" y="79350"/>
                    <a:pt x="189" y="79992"/>
                    <a:pt x="189" y="80120"/>
                  </a:cubicBezTo>
                  <a:cubicBezTo>
                    <a:pt x="189" y="82947"/>
                    <a:pt x="2470" y="84231"/>
                    <a:pt x="4498" y="84231"/>
                  </a:cubicBezTo>
                  <a:cubicBezTo>
                    <a:pt x="9061" y="84231"/>
                    <a:pt x="10074" y="79992"/>
                    <a:pt x="10581" y="77808"/>
                  </a:cubicBezTo>
                  <a:cubicBezTo>
                    <a:pt x="10835" y="77166"/>
                    <a:pt x="13369" y="66888"/>
                    <a:pt x="16411" y="54298"/>
                  </a:cubicBezTo>
                  <a:cubicBezTo>
                    <a:pt x="20340" y="56996"/>
                    <a:pt x="25409" y="58024"/>
                    <a:pt x="29971" y="58024"/>
                  </a:cubicBezTo>
                  <a:cubicBezTo>
                    <a:pt x="40870" y="58024"/>
                    <a:pt x="47967" y="49031"/>
                    <a:pt x="48221" y="48774"/>
                  </a:cubicBezTo>
                  <a:cubicBezTo>
                    <a:pt x="50629" y="57639"/>
                    <a:pt x="59373" y="58024"/>
                    <a:pt x="61274" y="58024"/>
                  </a:cubicBezTo>
                  <a:cubicBezTo>
                    <a:pt x="65837" y="58024"/>
                    <a:pt x="69005" y="55198"/>
                    <a:pt x="71286" y="51215"/>
                  </a:cubicBezTo>
                  <a:cubicBezTo>
                    <a:pt x="74074" y="46205"/>
                    <a:pt x="75722" y="38882"/>
                    <a:pt x="75722" y="38368"/>
                  </a:cubicBezTo>
                  <a:cubicBezTo>
                    <a:pt x="75722" y="36698"/>
                    <a:pt x="74074" y="36698"/>
                    <a:pt x="73694" y="36698"/>
                  </a:cubicBezTo>
                  <a:cubicBezTo>
                    <a:pt x="71920" y="36698"/>
                    <a:pt x="71793" y="37212"/>
                    <a:pt x="70906" y="40681"/>
                  </a:cubicBezTo>
                  <a:cubicBezTo>
                    <a:pt x="69385" y="46847"/>
                    <a:pt x="66977" y="54427"/>
                    <a:pt x="61654" y="54427"/>
                  </a:cubicBezTo>
                  <a:cubicBezTo>
                    <a:pt x="58359" y="54427"/>
                    <a:pt x="57472" y="51601"/>
                    <a:pt x="57472" y="48132"/>
                  </a:cubicBezTo>
                  <a:cubicBezTo>
                    <a:pt x="57472" y="45948"/>
                    <a:pt x="58486" y="41323"/>
                    <a:pt x="59373" y="37983"/>
                  </a:cubicBezTo>
                  <a:cubicBezTo>
                    <a:pt x="60260" y="34514"/>
                    <a:pt x="61528" y="29247"/>
                    <a:pt x="62161" y="26421"/>
                  </a:cubicBezTo>
                  <a:lnTo>
                    <a:pt x="65076" y="14987"/>
                  </a:lnTo>
                  <a:cubicBezTo>
                    <a:pt x="65837" y="11776"/>
                    <a:pt x="67231" y="6123"/>
                    <a:pt x="67231" y="5481"/>
                  </a:cubicBezTo>
                  <a:cubicBezTo>
                    <a:pt x="67231" y="2911"/>
                    <a:pt x="65203" y="1370"/>
                    <a:pt x="63048" y="1370"/>
                  </a:cubicBezTo>
                  <a:cubicBezTo>
                    <a:pt x="61654" y="1370"/>
                    <a:pt x="59246" y="2012"/>
                    <a:pt x="57852" y="4453"/>
                  </a:cubicBezTo>
                  <a:cubicBezTo>
                    <a:pt x="57472" y="5224"/>
                    <a:pt x="56458" y="9335"/>
                    <a:pt x="55825" y="11904"/>
                  </a:cubicBezTo>
                  <a:lnTo>
                    <a:pt x="53163" y="22567"/>
                  </a:lnTo>
                  <a:lnTo>
                    <a:pt x="49235" y="38625"/>
                  </a:lnTo>
                  <a:cubicBezTo>
                    <a:pt x="48348" y="41837"/>
                    <a:pt x="48348" y="42094"/>
                    <a:pt x="47207" y="43764"/>
                  </a:cubicBezTo>
                  <a:cubicBezTo>
                    <a:pt x="43278" y="49417"/>
                    <a:pt x="37702" y="54427"/>
                    <a:pt x="30478" y="54427"/>
                  </a:cubicBezTo>
                  <a:cubicBezTo>
                    <a:pt x="20086" y="54427"/>
                    <a:pt x="20086" y="45306"/>
                    <a:pt x="20086" y="42993"/>
                  </a:cubicBezTo>
                  <a:cubicBezTo>
                    <a:pt x="20086" y="39653"/>
                    <a:pt x="20466" y="37983"/>
                    <a:pt x="22241" y="31046"/>
                  </a:cubicBezTo>
                  <a:cubicBezTo>
                    <a:pt x="23508" y="25393"/>
                    <a:pt x="23761" y="24494"/>
                    <a:pt x="25029" y="19484"/>
                  </a:cubicBezTo>
                  <a:lnTo>
                    <a:pt x="26803" y="12290"/>
                  </a:lnTo>
                  <a:cubicBezTo>
                    <a:pt x="27437" y="9592"/>
                    <a:pt x="28704" y="4710"/>
                    <a:pt x="28704" y="4196"/>
                  </a:cubicBezTo>
                  <a:cubicBezTo>
                    <a:pt x="28704" y="1884"/>
                    <a:pt x="26930" y="85"/>
                    <a:pt x="24395" y="85"/>
                  </a:cubicBezTo>
                  <a:cubicBezTo>
                    <a:pt x="19833" y="85"/>
                    <a:pt x="18692" y="4582"/>
                    <a:pt x="18312" y="6123"/>
                  </a:cubicBezTo>
                  <a:lnTo>
                    <a:pt x="696" y="7742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8" name="Freeform: Shape 5297">
              <a:extLst>
                <a:ext uri="{FF2B5EF4-FFF2-40B4-BE49-F238E27FC236}">
                  <a16:creationId xmlns:a16="http://schemas.microsoft.com/office/drawing/2014/main" id="{0FFBFB62-F0E7-CCB6-3768-01025630B60D}"/>
                </a:ext>
              </a:extLst>
            </p:cNvPr>
            <p:cNvSpPr/>
            <p:nvPr>
              <p:custDataLst>
                <p:tags r:id="rId16"/>
              </p:custDataLst>
            </p:nvPr>
          </p:nvSpPr>
          <p:spPr>
            <a:xfrm>
              <a:off x="10399287" y="6737740"/>
              <a:ext cx="63366" cy="41568"/>
            </a:xfrm>
            <a:custGeom>
              <a:avLst/>
              <a:gdLst>
                <a:gd name="connsiteX0" fmla="*/ 9608 w 63366"/>
                <a:gd name="connsiteY0" fmla="*/ 31652 h 41568"/>
                <a:gd name="connsiteX1" fmla="*/ 8070 w 63366"/>
                <a:gd name="connsiteY1" fmla="*/ 38443 h 41568"/>
                <a:gd name="connsiteX2" fmla="*/ 11419 w 63366"/>
                <a:gd name="connsiteY2" fmla="*/ 41655 h 41568"/>
                <a:gd name="connsiteX3" fmla="*/ 15764 w 63366"/>
                <a:gd name="connsiteY3" fmla="*/ 38626 h 41568"/>
                <a:gd name="connsiteX4" fmla="*/ 17484 w 63366"/>
                <a:gd name="connsiteY4" fmla="*/ 31469 h 41568"/>
                <a:gd name="connsiteX5" fmla="*/ 20743 w 63366"/>
                <a:gd name="connsiteY5" fmla="*/ 18530 h 41568"/>
                <a:gd name="connsiteX6" fmla="*/ 39481 w 63366"/>
                <a:gd name="connsiteY6" fmla="*/ 3206 h 41568"/>
                <a:gd name="connsiteX7" fmla="*/ 45818 w 63366"/>
                <a:gd name="connsiteY7" fmla="*/ 9813 h 41568"/>
                <a:gd name="connsiteX8" fmla="*/ 39934 w 63366"/>
                <a:gd name="connsiteY8" fmla="*/ 29725 h 41568"/>
                <a:gd name="connsiteX9" fmla="*/ 39028 w 63366"/>
                <a:gd name="connsiteY9" fmla="*/ 33579 h 41568"/>
                <a:gd name="connsiteX10" fmla="*/ 48895 w 63366"/>
                <a:gd name="connsiteY10" fmla="*/ 41655 h 41568"/>
                <a:gd name="connsiteX11" fmla="*/ 63560 w 63366"/>
                <a:gd name="connsiteY11" fmla="*/ 27431 h 41568"/>
                <a:gd name="connsiteX12" fmla="*/ 61659 w 63366"/>
                <a:gd name="connsiteY12" fmla="*/ 26147 h 41568"/>
                <a:gd name="connsiteX13" fmla="*/ 59487 w 63366"/>
                <a:gd name="connsiteY13" fmla="*/ 28257 h 41568"/>
                <a:gd name="connsiteX14" fmla="*/ 49258 w 63366"/>
                <a:gd name="connsiteY14" fmla="*/ 38535 h 41568"/>
                <a:gd name="connsiteX15" fmla="*/ 46542 w 63366"/>
                <a:gd name="connsiteY15" fmla="*/ 35048 h 41568"/>
                <a:gd name="connsiteX16" fmla="*/ 47719 w 63366"/>
                <a:gd name="connsiteY16" fmla="*/ 30184 h 41568"/>
                <a:gd name="connsiteX17" fmla="*/ 53422 w 63366"/>
                <a:gd name="connsiteY17" fmla="*/ 11006 h 41568"/>
                <a:gd name="connsiteX18" fmla="*/ 40024 w 63366"/>
                <a:gd name="connsiteY18" fmla="*/ 86 h 41568"/>
                <a:gd name="connsiteX19" fmla="*/ 22915 w 63366"/>
                <a:gd name="connsiteY19" fmla="*/ 9171 h 41568"/>
                <a:gd name="connsiteX20" fmla="*/ 11872 w 63366"/>
                <a:gd name="connsiteY20" fmla="*/ 86 h 41568"/>
                <a:gd name="connsiteX21" fmla="*/ 194 w 63366"/>
                <a:gd name="connsiteY21" fmla="*/ 14309 h 41568"/>
                <a:gd name="connsiteX22" fmla="*/ 2095 w 63366"/>
                <a:gd name="connsiteY22" fmla="*/ 15594 h 41568"/>
                <a:gd name="connsiteX23" fmla="*/ 4177 w 63366"/>
                <a:gd name="connsiteY23" fmla="*/ 13851 h 41568"/>
                <a:gd name="connsiteX24" fmla="*/ 11419 w 63366"/>
                <a:gd name="connsiteY24" fmla="*/ 3206 h 41568"/>
                <a:gd name="connsiteX25" fmla="*/ 15130 w 63366"/>
                <a:gd name="connsiteY25" fmla="*/ 8069 h 41568"/>
                <a:gd name="connsiteX26" fmla="*/ 13682 w 63366"/>
                <a:gd name="connsiteY26" fmla="*/ 15227 h 41568"/>
                <a:gd name="connsiteX27" fmla="*/ 11691 w 63366"/>
                <a:gd name="connsiteY27" fmla="*/ 23486 h 41568"/>
                <a:gd name="connsiteX28" fmla="*/ 9608 w 63366"/>
                <a:gd name="connsiteY28" fmla="*/ 31652 h 4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366" h="41568">
                  <a:moveTo>
                    <a:pt x="9608" y="31652"/>
                  </a:moveTo>
                  <a:cubicBezTo>
                    <a:pt x="9065" y="33947"/>
                    <a:pt x="8070" y="37984"/>
                    <a:pt x="8070" y="38443"/>
                  </a:cubicBezTo>
                  <a:cubicBezTo>
                    <a:pt x="8070" y="40462"/>
                    <a:pt x="9699" y="41655"/>
                    <a:pt x="11419" y="41655"/>
                  </a:cubicBezTo>
                  <a:cubicBezTo>
                    <a:pt x="12777" y="41655"/>
                    <a:pt x="14768" y="40920"/>
                    <a:pt x="15764" y="38626"/>
                  </a:cubicBezTo>
                  <a:cubicBezTo>
                    <a:pt x="15855" y="38168"/>
                    <a:pt x="16941" y="33855"/>
                    <a:pt x="17484" y="31469"/>
                  </a:cubicBezTo>
                  <a:cubicBezTo>
                    <a:pt x="20562" y="19081"/>
                    <a:pt x="20562" y="18897"/>
                    <a:pt x="20743" y="18530"/>
                  </a:cubicBezTo>
                  <a:cubicBezTo>
                    <a:pt x="21920" y="16053"/>
                    <a:pt x="28437" y="3206"/>
                    <a:pt x="39481" y="3206"/>
                  </a:cubicBezTo>
                  <a:cubicBezTo>
                    <a:pt x="43917" y="3206"/>
                    <a:pt x="45818" y="5684"/>
                    <a:pt x="45818" y="9813"/>
                  </a:cubicBezTo>
                  <a:cubicBezTo>
                    <a:pt x="45818" y="15043"/>
                    <a:pt x="42016" y="24495"/>
                    <a:pt x="39934" y="29725"/>
                  </a:cubicBezTo>
                  <a:cubicBezTo>
                    <a:pt x="39481" y="30827"/>
                    <a:pt x="39028" y="32020"/>
                    <a:pt x="39028" y="33579"/>
                  </a:cubicBezTo>
                  <a:cubicBezTo>
                    <a:pt x="39028" y="38351"/>
                    <a:pt x="43555" y="41655"/>
                    <a:pt x="48895" y="41655"/>
                  </a:cubicBezTo>
                  <a:cubicBezTo>
                    <a:pt x="58581" y="41655"/>
                    <a:pt x="63560" y="29725"/>
                    <a:pt x="63560" y="27431"/>
                  </a:cubicBezTo>
                  <a:cubicBezTo>
                    <a:pt x="63560" y="26147"/>
                    <a:pt x="62021" y="26147"/>
                    <a:pt x="61659" y="26147"/>
                  </a:cubicBezTo>
                  <a:cubicBezTo>
                    <a:pt x="60120" y="26147"/>
                    <a:pt x="60030" y="26514"/>
                    <a:pt x="59487" y="28257"/>
                  </a:cubicBezTo>
                  <a:cubicBezTo>
                    <a:pt x="57767" y="33763"/>
                    <a:pt x="53603" y="38535"/>
                    <a:pt x="49258" y="38535"/>
                  </a:cubicBezTo>
                  <a:cubicBezTo>
                    <a:pt x="47176" y="38535"/>
                    <a:pt x="46542" y="37066"/>
                    <a:pt x="46542" y="35048"/>
                  </a:cubicBezTo>
                  <a:cubicBezTo>
                    <a:pt x="46542" y="33121"/>
                    <a:pt x="46904" y="32203"/>
                    <a:pt x="47719" y="30184"/>
                  </a:cubicBezTo>
                  <a:cubicBezTo>
                    <a:pt x="49258" y="26514"/>
                    <a:pt x="53422" y="16053"/>
                    <a:pt x="53422" y="11006"/>
                  </a:cubicBezTo>
                  <a:cubicBezTo>
                    <a:pt x="53422" y="4215"/>
                    <a:pt x="48624" y="86"/>
                    <a:pt x="40024" y="86"/>
                  </a:cubicBezTo>
                  <a:cubicBezTo>
                    <a:pt x="31787" y="86"/>
                    <a:pt x="26084" y="5133"/>
                    <a:pt x="22915" y="9171"/>
                  </a:cubicBezTo>
                  <a:cubicBezTo>
                    <a:pt x="22463" y="1646"/>
                    <a:pt x="15221" y="86"/>
                    <a:pt x="11872" y="86"/>
                  </a:cubicBezTo>
                  <a:cubicBezTo>
                    <a:pt x="2819" y="86"/>
                    <a:pt x="194" y="14126"/>
                    <a:pt x="194" y="14309"/>
                  </a:cubicBezTo>
                  <a:cubicBezTo>
                    <a:pt x="194" y="15594"/>
                    <a:pt x="1642" y="15594"/>
                    <a:pt x="2095" y="15594"/>
                  </a:cubicBezTo>
                  <a:cubicBezTo>
                    <a:pt x="3634" y="15594"/>
                    <a:pt x="3815" y="15043"/>
                    <a:pt x="4177" y="13851"/>
                  </a:cubicBezTo>
                  <a:cubicBezTo>
                    <a:pt x="5535" y="8528"/>
                    <a:pt x="7617" y="3206"/>
                    <a:pt x="11419" y="3206"/>
                  </a:cubicBezTo>
                  <a:cubicBezTo>
                    <a:pt x="14497" y="3206"/>
                    <a:pt x="15130" y="6142"/>
                    <a:pt x="15130" y="8069"/>
                  </a:cubicBezTo>
                  <a:cubicBezTo>
                    <a:pt x="15130" y="9354"/>
                    <a:pt x="14225" y="12841"/>
                    <a:pt x="13682" y="15227"/>
                  </a:cubicBezTo>
                  <a:cubicBezTo>
                    <a:pt x="13048" y="17705"/>
                    <a:pt x="12143" y="21467"/>
                    <a:pt x="11691" y="23486"/>
                  </a:cubicBezTo>
                  <a:lnTo>
                    <a:pt x="9608" y="3165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9" name="Freeform: Shape 5298">
              <a:extLst>
                <a:ext uri="{FF2B5EF4-FFF2-40B4-BE49-F238E27FC236}">
                  <a16:creationId xmlns:a16="http://schemas.microsoft.com/office/drawing/2014/main" id="{286A40B3-8C0C-3B42-8FCE-3964FE4FFB85}"/>
                </a:ext>
              </a:extLst>
            </p:cNvPr>
            <p:cNvSpPr/>
            <p:nvPr>
              <p:custDataLst>
                <p:tags r:id="rId17"/>
              </p:custDataLst>
            </p:nvPr>
          </p:nvSpPr>
          <p:spPr>
            <a:xfrm>
              <a:off x="10191582" y="6792267"/>
              <a:ext cx="314578" cy="7340"/>
            </a:xfrm>
            <a:custGeom>
              <a:avLst/>
              <a:gdLst>
                <a:gd name="connsiteX0" fmla="*/ 0 w 314578"/>
                <a:gd name="connsiteY0" fmla="*/ 0 h 7340"/>
                <a:gd name="connsiteX1" fmla="*/ 314579 w 314578"/>
                <a:gd name="connsiteY1" fmla="*/ 0 h 7340"/>
                <a:gd name="connsiteX2" fmla="*/ 314579 w 314578"/>
                <a:gd name="connsiteY2" fmla="*/ 7341 h 7340"/>
                <a:gd name="connsiteX3" fmla="*/ 0 w 314578"/>
                <a:gd name="connsiteY3" fmla="*/ 7341 h 7340"/>
              </a:gdLst>
              <a:ahLst/>
              <a:cxnLst>
                <a:cxn ang="0">
                  <a:pos x="connsiteX0" y="connsiteY0"/>
                </a:cxn>
                <a:cxn ang="0">
                  <a:pos x="connsiteX1" y="connsiteY1"/>
                </a:cxn>
                <a:cxn ang="0">
                  <a:pos x="connsiteX2" y="connsiteY2"/>
                </a:cxn>
                <a:cxn ang="0">
                  <a:pos x="connsiteX3" y="connsiteY3"/>
                </a:cxn>
              </a:cxnLst>
              <a:rect l="l" t="t" r="r" b="b"/>
              <a:pathLst>
                <a:path w="314578" h="7340">
                  <a:moveTo>
                    <a:pt x="0" y="0"/>
                  </a:moveTo>
                  <a:lnTo>
                    <a:pt x="314579" y="0"/>
                  </a:lnTo>
                  <a:lnTo>
                    <a:pt x="314579" y="7341"/>
                  </a:lnTo>
                  <a:lnTo>
                    <a:pt x="0" y="734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00" name="Freeform: Shape 5299">
              <a:extLst>
                <a:ext uri="{FF2B5EF4-FFF2-40B4-BE49-F238E27FC236}">
                  <a16:creationId xmlns:a16="http://schemas.microsoft.com/office/drawing/2014/main" id="{AEDB662A-7C5B-3CC3-0FC0-0FF5B2588E40}"/>
                </a:ext>
              </a:extLst>
            </p:cNvPr>
            <p:cNvSpPr/>
            <p:nvPr>
              <p:custDataLst>
                <p:tags r:id="rId18"/>
              </p:custDataLst>
            </p:nvPr>
          </p:nvSpPr>
          <p:spPr>
            <a:xfrm>
              <a:off x="10199186" y="6813379"/>
              <a:ext cx="72744" cy="94295"/>
            </a:xfrm>
            <a:custGeom>
              <a:avLst/>
              <a:gdLst>
                <a:gd name="connsiteX0" fmla="*/ 59114 w 72744"/>
                <a:gd name="connsiteY0" fmla="*/ 48397 h 94295"/>
                <a:gd name="connsiteX1" fmla="*/ 39724 w 72744"/>
                <a:gd name="connsiteY1" fmla="*/ 33238 h 94295"/>
                <a:gd name="connsiteX2" fmla="*/ 2718 w 72744"/>
                <a:gd name="connsiteY2" fmla="*/ 58289 h 94295"/>
                <a:gd name="connsiteX3" fmla="*/ 183 w 72744"/>
                <a:gd name="connsiteY3" fmla="*/ 70879 h 94295"/>
                <a:gd name="connsiteX4" fmla="*/ 26797 w 72744"/>
                <a:gd name="connsiteY4" fmla="*/ 94388 h 94295"/>
                <a:gd name="connsiteX5" fmla="*/ 72927 w 72744"/>
                <a:gd name="connsiteY5" fmla="*/ 34651 h 94295"/>
                <a:gd name="connsiteX6" fmla="*/ 41751 w 72744"/>
                <a:gd name="connsiteY6" fmla="*/ 93 h 94295"/>
                <a:gd name="connsiteX7" fmla="*/ 15391 w 72744"/>
                <a:gd name="connsiteY7" fmla="*/ 20776 h 94295"/>
                <a:gd name="connsiteX8" fmla="*/ 20460 w 72744"/>
                <a:gd name="connsiteY8" fmla="*/ 25401 h 94295"/>
                <a:gd name="connsiteX9" fmla="*/ 27557 w 72744"/>
                <a:gd name="connsiteY9" fmla="*/ 18335 h 94295"/>
                <a:gd name="connsiteX10" fmla="*/ 22615 w 72744"/>
                <a:gd name="connsiteY10" fmla="*/ 13454 h 94295"/>
                <a:gd name="connsiteX11" fmla="*/ 41498 w 72744"/>
                <a:gd name="connsiteY11" fmla="*/ 3819 h 94295"/>
                <a:gd name="connsiteX12" fmla="*/ 62282 w 72744"/>
                <a:gd name="connsiteY12" fmla="*/ 28099 h 94295"/>
                <a:gd name="connsiteX13" fmla="*/ 59240 w 72744"/>
                <a:gd name="connsiteY13" fmla="*/ 48397 h 94295"/>
                <a:gd name="connsiteX14" fmla="*/ 59114 w 72744"/>
                <a:gd name="connsiteY14" fmla="*/ 48397 h 94295"/>
                <a:gd name="connsiteX15" fmla="*/ 27050 w 72744"/>
                <a:gd name="connsiteY15" fmla="*/ 90277 h 94295"/>
                <a:gd name="connsiteX16" fmla="*/ 11082 w 72744"/>
                <a:gd name="connsiteY16" fmla="*/ 75375 h 94295"/>
                <a:gd name="connsiteX17" fmla="*/ 15771 w 72744"/>
                <a:gd name="connsiteY17" fmla="*/ 54563 h 94295"/>
                <a:gd name="connsiteX18" fmla="*/ 40231 w 72744"/>
                <a:gd name="connsiteY18" fmla="*/ 36835 h 94295"/>
                <a:gd name="connsiteX19" fmla="*/ 56579 w 72744"/>
                <a:gd name="connsiteY19" fmla="*/ 54306 h 94295"/>
                <a:gd name="connsiteX20" fmla="*/ 27050 w 72744"/>
                <a:gd name="connsiteY20" fmla="*/ 90277 h 9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2744" h="94295">
                  <a:moveTo>
                    <a:pt x="59114" y="48397"/>
                  </a:moveTo>
                  <a:cubicBezTo>
                    <a:pt x="57339" y="40946"/>
                    <a:pt x="51636" y="33238"/>
                    <a:pt x="39724" y="33238"/>
                  </a:cubicBezTo>
                  <a:cubicBezTo>
                    <a:pt x="21981" y="33238"/>
                    <a:pt x="7280" y="46727"/>
                    <a:pt x="2718" y="58289"/>
                  </a:cubicBezTo>
                  <a:cubicBezTo>
                    <a:pt x="1957" y="60473"/>
                    <a:pt x="183" y="65740"/>
                    <a:pt x="183" y="70879"/>
                  </a:cubicBezTo>
                  <a:cubicBezTo>
                    <a:pt x="183" y="79743"/>
                    <a:pt x="7027" y="94388"/>
                    <a:pt x="26797" y="94388"/>
                  </a:cubicBezTo>
                  <a:cubicBezTo>
                    <a:pt x="59621" y="94388"/>
                    <a:pt x="72927" y="52893"/>
                    <a:pt x="72927" y="34651"/>
                  </a:cubicBezTo>
                  <a:cubicBezTo>
                    <a:pt x="72927" y="12683"/>
                    <a:pt x="58733" y="93"/>
                    <a:pt x="41751" y="93"/>
                  </a:cubicBezTo>
                  <a:cubicBezTo>
                    <a:pt x="21094" y="93"/>
                    <a:pt x="15391" y="16794"/>
                    <a:pt x="15391" y="20776"/>
                  </a:cubicBezTo>
                  <a:cubicBezTo>
                    <a:pt x="15391" y="21804"/>
                    <a:pt x="16025" y="25401"/>
                    <a:pt x="20460" y="25401"/>
                  </a:cubicBezTo>
                  <a:cubicBezTo>
                    <a:pt x="24896" y="25401"/>
                    <a:pt x="27557" y="21419"/>
                    <a:pt x="27557" y="18335"/>
                  </a:cubicBezTo>
                  <a:cubicBezTo>
                    <a:pt x="27557" y="14867"/>
                    <a:pt x="25023" y="13711"/>
                    <a:pt x="22615" y="13454"/>
                  </a:cubicBezTo>
                  <a:cubicBezTo>
                    <a:pt x="28951" y="3819"/>
                    <a:pt x="39343" y="3819"/>
                    <a:pt x="41498" y="3819"/>
                  </a:cubicBezTo>
                  <a:cubicBezTo>
                    <a:pt x="51003" y="3819"/>
                    <a:pt x="62282" y="9857"/>
                    <a:pt x="62282" y="28099"/>
                  </a:cubicBezTo>
                  <a:cubicBezTo>
                    <a:pt x="62282" y="33623"/>
                    <a:pt x="61648" y="38119"/>
                    <a:pt x="59240" y="48397"/>
                  </a:cubicBezTo>
                  <a:lnTo>
                    <a:pt x="59114" y="48397"/>
                  </a:lnTo>
                  <a:close/>
                  <a:moveTo>
                    <a:pt x="27050" y="90277"/>
                  </a:moveTo>
                  <a:cubicBezTo>
                    <a:pt x="12730" y="90277"/>
                    <a:pt x="11082" y="79358"/>
                    <a:pt x="11082" y="75375"/>
                  </a:cubicBezTo>
                  <a:cubicBezTo>
                    <a:pt x="11082" y="70365"/>
                    <a:pt x="14504" y="57775"/>
                    <a:pt x="15771" y="54563"/>
                  </a:cubicBezTo>
                  <a:cubicBezTo>
                    <a:pt x="18052" y="48654"/>
                    <a:pt x="25910" y="36835"/>
                    <a:pt x="40231" y="36835"/>
                  </a:cubicBezTo>
                  <a:cubicBezTo>
                    <a:pt x="52524" y="36835"/>
                    <a:pt x="56579" y="46598"/>
                    <a:pt x="56579" y="54306"/>
                  </a:cubicBezTo>
                  <a:cubicBezTo>
                    <a:pt x="56579" y="62914"/>
                    <a:pt x="48341" y="90277"/>
                    <a:pt x="27050" y="9027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01" name="Freeform: Shape 5300">
              <a:extLst>
                <a:ext uri="{FF2B5EF4-FFF2-40B4-BE49-F238E27FC236}">
                  <a16:creationId xmlns:a16="http://schemas.microsoft.com/office/drawing/2014/main" id="{519AE96D-1602-6D79-5F38-58BB66542E4E}"/>
                </a:ext>
              </a:extLst>
            </p:cNvPr>
            <p:cNvSpPr/>
            <p:nvPr>
              <p:custDataLst>
                <p:tags r:id="rId19"/>
              </p:custDataLst>
            </p:nvPr>
          </p:nvSpPr>
          <p:spPr>
            <a:xfrm>
              <a:off x="10282776" y="6848451"/>
              <a:ext cx="67801" cy="57938"/>
            </a:xfrm>
            <a:custGeom>
              <a:avLst/>
              <a:gdLst>
                <a:gd name="connsiteX0" fmla="*/ 25661 w 67801"/>
                <a:gd name="connsiteY0" fmla="*/ 43130 h 57938"/>
                <a:gd name="connsiteX1" fmla="*/ 13748 w 67801"/>
                <a:gd name="connsiteY1" fmla="*/ 54435 h 57938"/>
                <a:gd name="connsiteX2" fmla="*/ 6905 w 67801"/>
                <a:gd name="connsiteY2" fmla="*/ 52636 h 57938"/>
                <a:gd name="connsiteX3" fmla="*/ 12481 w 67801"/>
                <a:gd name="connsiteY3" fmla="*/ 45571 h 57938"/>
                <a:gd name="connsiteX4" fmla="*/ 7412 w 67801"/>
                <a:gd name="connsiteY4" fmla="*/ 40817 h 57938"/>
                <a:gd name="connsiteX5" fmla="*/ 188 w 67801"/>
                <a:gd name="connsiteY5" fmla="*/ 48654 h 57938"/>
                <a:gd name="connsiteX6" fmla="*/ 13495 w 67801"/>
                <a:gd name="connsiteY6" fmla="*/ 58032 h 57938"/>
                <a:gd name="connsiteX7" fmla="*/ 27689 w 67801"/>
                <a:gd name="connsiteY7" fmla="*/ 48911 h 57938"/>
                <a:gd name="connsiteX8" fmla="*/ 42770 w 67801"/>
                <a:gd name="connsiteY8" fmla="*/ 58032 h 57938"/>
                <a:gd name="connsiteX9" fmla="*/ 65075 w 67801"/>
                <a:gd name="connsiteY9" fmla="*/ 38376 h 57938"/>
                <a:gd name="connsiteX10" fmla="*/ 63047 w 67801"/>
                <a:gd name="connsiteY10" fmla="*/ 36706 h 57938"/>
                <a:gd name="connsiteX11" fmla="*/ 60639 w 67801"/>
                <a:gd name="connsiteY11" fmla="*/ 38890 h 57938"/>
                <a:gd name="connsiteX12" fmla="*/ 43277 w 67801"/>
                <a:gd name="connsiteY12" fmla="*/ 54435 h 57938"/>
                <a:gd name="connsiteX13" fmla="*/ 35546 w 67801"/>
                <a:gd name="connsiteY13" fmla="*/ 46084 h 57938"/>
                <a:gd name="connsiteX14" fmla="*/ 42136 w 67801"/>
                <a:gd name="connsiteY14" fmla="*/ 16794 h 57938"/>
                <a:gd name="connsiteX15" fmla="*/ 54556 w 67801"/>
                <a:gd name="connsiteY15" fmla="*/ 3690 h 57938"/>
                <a:gd name="connsiteX16" fmla="*/ 61399 w 67801"/>
                <a:gd name="connsiteY16" fmla="*/ 5489 h 57938"/>
                <a:gd name="connsiteX17" fmla="*/ 55823 w 67801"/>
                <a:gd name="connsiteY17" fmla="*/ 12554 h 57938"/>
                <a:gd name="connsiteX18" fmla="*/ 60893 w 67801"/>
                <a:gd name="connsiteY18" fmla="*/ 17308 h 57938"/>
                <a:gd name="connsiteX19" fmla="*/ 67990 w 67801"/>
                <a:gd name="connsiteY19" fmla="*/ 9471 h 57938"/>
                <a:gd name="connsiteX20" fmla="*/ 54809 w 67801"/>
                <a:gd name="connsiteY20" fmla="*/ 93 h 57938"/>
                <a:gd name="connsiteX21" fmla="*/ 40615 w 67801"/>
                <a:gd name="connsiteY21" fmla="*/ 9214 h 57938"/>
                <a:gd name="connsiteX22" fmla="*/ 25408 w 67801"/>
                <a:gd name="connsiteY22" fmla="*/ 93 h 57938"/>
                <a:gd name="connsiteX23" fmla="*/ 3103 w 67801"/>
                <a:gd name="connsiteY23" fmla="*/ 19749 h 57938"/>
                <a:gd name="connsiteX24" fmla="*/ 5257 w 67801"/>
                <a:gd name="connsiteY24" fmla="*/ 21419 h 57938"/>
                <a:gd name="connsiteX25" fmla="*/ 7665 w 67801"/>
                <a:gd name="connsiteY25" fmla="*/ 19235 h 57938"/>
                <a:gd name="connsiteX26" fmla="*/ 25027 w 67801"/>
                <a:gd name="connsiteY26" fmla="*/ 3690 h 57938"/>
                <a:gd name="connsiteX27" fmla="*/ 32631 w 67801"/>
                <a:gd name="connsiteY27" fmla="*/ 12169 h 57938"/>
                <a:gd name="connsiteX28" fmla="*/ 29970 w 67801"/>
                <a:gd name="connsiteY28" fmla="*/ 25530 h 57938"/>
                <a:gd name="connsiteX29" fmla="*/ 25661 w 67801"/>
                <a:gd name="connsiteY29" fmla="*/ 43130 h 57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7801" h="57938">
                  <a:moveTo>
                    <a:pt x="25661" y="43130"/>
                  </a:moveTo>
                  <a:cubicBezTo>
                    <a:pt x="24394" y="47498"/>
                    <a:pt x="20211" y="54435"/>
                    <a:pt x="13748" y="54435"/>
                  </a:cubicBezTo>
                  <a:cubicBezTo>
                    <a:pt x="13368" y="54435"/>
                    <a:pt x="9566" y="54435"/>
                    <a:pt x="6905" y="52636"/>
                  </a:cubicBezTo>
                  <a:cubicBezTo>
                    <a:pt x="12101" y="50966"/>
                    <a:pt x="12481" y="46341"/>
                    <a:pt x="12481" y="45571"/>
                  </a:cubicBezTo>
                  <a:cubicBezTo>
                    <a:pt x="12481" y="42744"/>
                    <a:pt x="10326" y="40817"/>
                    <a:pt x="7412" y="40817"/>
                  </a:cubicBezTo>
                  <a:cubicBezTo>
                    <a:pt x="3863" y="40817"/>
                    <a:pt x="188" y="43900"/>
                    <a:pt x="188" y="48654"/>
                  </a:cubicBezTo>
                  <a:cubicBezTo>
                    <a:pt x="188" y="55077"/>
                    <a:pt x="7285" y="58032"/>
                    <a:pt x="13495" y="58032"/>
                  </a:cubicBezTo>
                  <a:cubicBezTo>
                    <a:pt x="19324" y="58032"/>
                    <a:pt x="24520" y="54306"/>
                    <a:pt x="27689" y="48911"/>
                  </a:cubicBezTo>
                  <a:cubicBezTo>
                    <a:pt x="30730" y="55719"/>
                    <a:pt x="37701" y="58032"/>
                    <a:pt x="42770" y="58032"/>
                  </a:cubicBezTo>
                  <a:cubicBezTo>
                    <a:pt x="57344" y="58032"/>
                    <a:pt x="65075" y="41973"/>
                    <a:pt x="65075" y="38376"/>
                  </a:cubicBezTo>
                  <a:cubicBezTo>
                    <a:pt x="65075" y="36706"/>
                    <a:pt x="63427" y="36706"/>
                    <a:pt x="63047" y="36706"/>
                  </a:cubicBezTo>
                  <a:cubicBezTo>
                    <a:pt x="61273" y="36706"/>
                    <a:pt x="61146" y="37349"/>
                    <a:pt x="60639" y="38890"/>
                  </a:cubicBezTo>
                  <a:cubicBezTo>
                    <a:pt x="57978" y="47755"/>
                    <a:pt x="50374" y="54435"/>
                    <a:pt x="43277" y="54435"/>
                  </a:cubicBezTo>
                  <a:cubicBezTo>
                    <a:pt x="38207" y="54435"/>
                    <a:pt x="35546" y="50966"/>
                    <a:pt x="35546" y="46084"/>
                  </a:cubicBezTo>
                  <a:cubicBezTo>
                    <a:pt x="35546" y="42744"/>
                    <a:pt x="38588" y="31054"/>
                    <a:pt x="42136" y="16794"/>
                  </a:cubicBezTo>
                  <a:cubicBezTo>
                    <a:pt x="44671" y="6902"/>
                    <a:pt x="50374" y="3690"/>
                    <a:pt x="54556" y="3690"/>
                  </a:cubicBezTo>
                  <a:cubicBezTo>
                    <a:pt x="54809" y="3690"/>
                    <a:pt x="58738" y="3690"/>
                    <a:pt x="61399" y="5489"/>
                  </a:cubicBezTo>
                  <a:cubicBezTo>
                    <a:pt x="57344" y="6645"/>
                    <a:pt x="55823" y="10242"/>
                    <a:pt x="55823" y="12554"/>
                  </a:cubicBezTo>
                  <a:cubicBezTo>
                    <a:pt x="55823" y="15381"/>
                    <a:pt x="57978" y="17308"/>
                    <a:pt x="60893" y="17308"/>
                  </a:cubicBezTo>
                  <a:cubicBezTo>
                    <a:pt x="63807" y="17308"/>
                    <a:pt x="67990" y="14867"/>
                    <a:pt x="67990" y="9471"/>
                  </a:cubicBezTo>
                  <a:cubicBezTo>
                    <a:pt x="67990" y="2277"/>
                    <a:pt x="59879" y="93"/>
                    <a:pt x="54809" y="93"/>
                  </a:cubicBezTo>
                  <a:cubicBezTo>
                    <a:pt x="48473" y="93"/>
                    <a:pt x="43403" y="4332"/>
                    <a:pt x="40615" y="9214"/>
                  </a:cubicBezTo>
                  <a:cubicBezTo>
                    <a:pt x="38334" y="3947"/>
                    <a:pt x="32505" y="93"/>
                    <a:pt x="25408" y="93"/>
                  </a:cubicBezTo>
                  <a:cubicBezTo>
                    <a:pt x="11213" y="93"/>
                    <a:pt x="3103" y="15895"/>
                    <a:pt x="3103" y="19749"/>
                  </a:cubicBezTo>
                  <a:cubicBezTo>
                    <a:pt x="3103" y="21419"/>
                    <a:pt x="4877" y="21419"/>
                    <a:pt x="5257" y="21419"/>
                  </a:cubicBezTo>
                  <a:cubicBezTo>
                    <a:pt x="6905" y="21419"/>
                    <a:pt x="7031" y="20905"/>
                    <a:pt x="7665" y="19235"/>
                  </a:cubicBezTo>
                  <a:cubicBezTo>
                    <a:pt x="10833" y="9214"/>
                    <a:pt x="18817" y="3690"/>
                    <a:pt x="25027" y="3690"/>
                  </a:cubicBezTo>
                  <a:cubicBezTo>
                    <a:pt x="29209" y="3690"/>
                    <a:pt x="32631" y="6003"/>
                    <a:pt x="32631" y="12169"/>
                  </a:cubicBezTo>
                  <a:cubicBezTo>
                    <a:pt x="32631" y="14738"/>
                    <a:pt x="31110" y="21162"/>
                    <a:pt x="29970" y="25530"/>
                  </a:cubicBezTo>
                  <a:lnTo>
                    <a:pt x="25661" y="4313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02" name="Freeform: Shape 5301">
              <a:extLst>
                <a:ext uri="{FF2B5EF4-FFF2-40B4-BE49-F238E27FC236}">
                  <a16:creationId xmlns:a16="http://schemas.microsoft.com/office/drawing/2014/main" id="{A728E90D-26CE-4921-5DF1-52DDACB7479A}"/>
                </a:ext>
              </a:extLst>
            </p:cNvPr>
            <p:cNvSpPr/>
            <p:nvPr>
              <p:custDataLst>
                <p:tags r:id="rId20"/>
              </p:custDataLst>
            </p:nvPr>
          </p:nvSpPr>
          <p:spPr>
            <a:xfrm>
              <a:off x="10367030" y="6882898"/>
              <a:ext cx="63366" cy="41568"/>
            </a:xfrm>
            <a:custGeom>
              <a:avLst/>
              <a:gdLst>
                <a:gd name="connsiteX0" fmla="*/ 9607 w 63366"/>
                <a:gd name="connsiteY0" fmla="*/ 31660 h 41568"/>
                <a:gd name="connsiteX1" fmla="*/ 8068 w 63366"/>
                <a:gd name="connsiteY1" fmla="*/ 38451 h 41568"/>
                <a:gd name="connsiteX2" fmla="*/ 11417 w 63366"/>
                <a:gd name="connsiteY2" fmla="*/ 41662 h 41568"/>
                <a:gd name="connsiteX3" fmla="*/ 15762 w 63366"/>
                <a:gd name="connsiteY3" fmla="*/ 38634 h 41568"/>
                <a:gd name="connsiteX4" fmla="*/ 17482 w 63366"/>
                <a:gd name="connsiteY4" fmla="*/ 31477 h 41568"/>
                <a:gd name="connsiteX5" fmla="*/ 20741 w 63366"/>
                <a:gd name="connsiteY5" fmla="*/ 18538 h 41568"/>
                <a:gd name="connsiteX6" fmla="*/ 39479 w 63366"/>
                <a:gd name="connsiteY6" fmla="*/ 3214 h 41568"/>
                <a:gd name="connsiteX7" fmla="*/ 45816 w 63366"/>
                <a:gd name="connsiteY7" fmla="*/ 9821 h 41568"/>
                <a:gd name="connsiteX8" fmla="*/ 39932 w 63366"/>
                <a:gd name="connsiteY8" fmla="*/ 29733 h 41568"/>
                <a:gd name="connsiteX9" fmla="*/ 39027 w 63366"/>
                <a:gd name="connsiteY9" fmla="*/ 33587 h 41568"/>
                <a:gd name="connsiteX10" fmla="*/ 48894 w 63366"/>
                <a:gd name="connsiteY10" fmla="*/ 41662 h 41568"/>
                <a:gd name="connsiteX11" fmla="*/ 63558 w 63366"/>
                <a:gd name="connsiteY11" fmla="*/ 27439 h 41568"/>
                <a:gd name="connsiteX12" fmla="*/ 61657 w 63366"/>
                <a:gd name="connsiteY12" fmla="*/ 26155 h 41568"/>
                <a:gd name="connsiteX13" fmla="*/ 59485 w 63366"/>
                <a:gd name="connsiteY13" fmla="*/ 28265 h 41568"/>
                <a:gd name="connsiteX14" fmla="*/ 49256 w 63366"/>
                <a:gd name="connsiteY14" fmla="*/ 38543 h 41568"/>
                <a:gd name="connsiteX15" fmla="*/ 46540 w 63366"/>
                <a:gd name="connsiteY15" fmla="*/ 35056 h 41568"/>
                <a:gd name="connsiteX16" fmla="*/ 47717 w 63366"/>
                <a:gd name="connsiteY16" fmla="*/ 30192 h 41568"/>
                <a:gd name="connsiteX17" fmla="*/ 53420 w 63366"/>
                <a:gd name="connsiteY17" fmla="*/ 11014 h 41568"/>
                <a:gd name="connsiteX18" fmla="*/ 40022 w 63366"/>
                <a:gd name="connsiteY18" fmla="*/ 94 h 41568"/>
                <a:gd name="connsiteX19" fmla="*/ 22914 w 63366"/>
                <a:gd name="connsiteY19" fmla="*/ 9179 h 41568"/>
                <a:gd name="connsiteX20" fmla="*/ 11870 w 63366"/>
                <a:gd name="connsiteY20" fmla="*/ 94 h 41568"/>
                <a:gd name="connsiteX21" fmla="*/ 192 w 63366"/>
                <a:gd name="connsiteY21" fmla="*/ 14317 h 41568"/>
                <a:gd name="connsiteX22" fmla="*/ 2093 w 63366"/>
                <a:gd name="connsiteY22" fmla="*/ 15602 h 41568"/>
                <a:gd name="connsiteX23" fmla="*/ 4175 w 63366"/>
                <a:gd name="connsiteY23" fmla="*/ 13858 h 41568"/>
                <a:gd name="connsiteX24" fmla="*/ 11417 w 63366"/>
                <a:gd name="connsiteY24" fmla="*/ 3214 h 41568"/>
                <a:gd name="connsiteX25" fmla="*/ 15129 w 63366"/>
                <a:gd name="connsiteY25" fmla="*/ 8077 h 41568"/>
                <a:gd name="connsiteX26" fmla="*/ 13680 w 63366"/>
                <a:gd name="connsiteY26" fmla="*/ 15235 h 41568"/>
                <a:gd name="connsiteX27" fmla="*/ 11689 w 63366"/>
                <a:gd name="connsiteY27" fmla="*/ 23493 h 41568"/>
                <a:gd name="connsiteX28" fmla="*/ 9607 w 63366"/>
                <a:gd name="connsiteY28" fmla="*/ 31660 h 4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366" h="41568">
                  <a:moveTo>
                    <a:pt x="9607" y="31660"/>
                  </a:moveTo>
                  <a:cubicBezTo>
                    <a:pt x="9064" y="33954"/>
                    <a:pt x="8068" y="37992"/>
                    <a:pt x="8068" y="38451"/>
                  </a:cubicBezTo>
                  <a:cubicBezTo>
                    <a:pt x="8068" y="40470"/>
                    <a:pt x="9697" y="41662"/>
                    <a:pt x="11417" y="41662"/>
                  </a:cubicBezTo>
                  <a:cubicBezTo>
                    <a:pt x="12775" y="41662"/>
                    <a:pt x="14767" y="40928"/>
                    <a:pt x="15762" y="38634"/>
                  </a:cubicBezTo>
                  <a:cubicBezTo>
                    <a:pt x="15853" y="38175"/>
                    <a:pt x="16939" y="33863"/>
                    <a:pt x="17482" y="31477"/>
                  </a:cubicBezTo>
                  <a:cubicBezTo>
                    <a:pt x="20560" y="19089"/>
                    <a:pt x="20560" y="18905"/>
                    <a:pt x="20741" y="18538"/>
                  </a:cubicBezTo>
                  <a:cubicBezTo>
                    <a:pt x="21918" y="16061"/>
                    <a:pt x="28436" y="3214"/>
                    <a:pt x="39479" y="3214"/>
                  </a:cubicBezTo>
                  <a:cubicBezTo>
                    <a:pt x="43915" y="3214"/>
                    <a:pt x="45816" y="5692"/>
                    <a:pt x="45816" y="9821"/>
                  </a:cubicBezTo>
                  <a:cubicBezTo>
                    <a:pt x="45816" y="15051"/>
                    <a:pt x="42014" y="24503"/>
                    <a:pt x="39932" y="29733"/>
                  </a:cubicBezTo>
                  <a:cubicBezTo>
                    <a:pt x="39479" y="30834"/>
                    <a:pt x="39027" y="32027"/>
                    <a:pt x="39027" y="33587"/>
                  </a:cubicBezTo>
                  <a:cubicBezTo>
                    <a:pt x="39027" y="38359"/>
                    <a:pt x="43553" y="41662"/>
                    <a:pt x="48894" y="41662"/>
                  </a:cubicBezTo>
                  <a:cubicBezTo>
                    <a:pt x="58580" y="41662"/>
                    <a:pt x="63558" y="29733"/>
                    <a:pt x="63558" y="27439"/>
                  </a:cubicBezTo>
                  <a:cubicBezTo>
                    <a:pt x="63558" y="26155"/>
                    <a:pt x="62020" y="26155"/>
                    <a:pt x="61657" y="26155"/>
                  </a:cubicBezTo>
                  <a:cubicBezTo>
                    <a:pt x="60119" y="26155"/>
                    <a:pt x="60028" y="26522"/>
                    <a:pt x="59485" y="28265"/>
                  </a:cubicBezTo>
                  <a:cubicBezTo>
                    <a:pt x="57765" y="33771"/>
                    <a:pt x="53601" y="38543"/>
                    <a:pt x="49256" y="38543"/>
                  </a:cubicBezTo>
                  <a:cubicBezTo>
                    <a:pt x="47174" y="38543"/>
                    <a:pt x="46540" y="37074"/>
                    <a:pt x="46540" y="35056"/>
                  </a:cubicBezTo>
                  <a:cubicBezTo>
                    <a:pt x="46540" y="33129"/>
                    <a:pt x="46902" y="32211"/>
                    <a:pt x="47717" y="30192"/>
                  </a:cubicBezTo>
                  <a:cubicBezTo>
                    <a:pt x="49256" y="26522"/>
                    <a:pt x="53420" y="16061"/>
                    <a:pt x="53420" y="11014"/>
                  </a:cubicBezTo>
                  <a:cubicBezTo>
                    <a:pt x="53420" y="4223"/>
                    <a:pt x="48622" y="94"/>
                    <a:pt x="40022" y="94"/>
                  </a:cubicBezTo>
                  <a:cubicBezTo>
                    <a:pt x="31785" y="94"/>
                    <a:pt x="26082" y="5141"/>
                    <a:pt x="22914" y="9179"/>
                  </a:cubicBezTo>
                  <a:cubicBezTo>
                    <a:pt x="22461" y="1654"/>
                    <a:pt x="15219" y="94"/>
                    <a:pt x="11870" y="94"/>
                  </a:cubicBezTo>
                  <a:cubicBezTo>
                    <a:pt x="2817" y="94"/>
                    <a:pt x="192" y="14134"/>
                    <a:pt x="192" y="14317"/>
                  </a:cubicBezTo>
                  <a:cubicBezTo>
                    <a:pt x="192" y="15602"/>
                    <a:pt x="1641" y="15602"/>
                    <a:pt x="2093" y="15602"/>
                  </a:cubicBezTo>
                  <a:cubicBezTo>
                    <a:pt x="3632" y="15602"/>
                    <a:pt x="3813" y="15051"/>
                    <a:pt x="4175" y="13858"/>
                  </a:cubicBezTo>
                  <a:cubicBezTo>
                    <a:pt x="5533" y="8536"/>
                    <a:pt x="7615" y="3214"/>
                    <a:pt x="11417" y="3214"/>
                  </a:cubicBezTo>
                  <a:cubicBezTo>
                    <a:pt x="14495" y="3214"/>
                    <a:pt x="15129" y="6150"/>
                    <a:pt x="15129" y="8077"/>
                  </a:cubicBezTo>
                  <a:cubicBezTo>
                    <a:pt x="15129" y="9362"/>
                    <a:pt x="14223" y="12849"/>
                    <a:pt x="13680" y="15235"/>
                  </a:cubicBezTo>
                  <a:cubicBezTo>
                    <a:pt x="13047" y="17712"/>
                    <a:pt x="12141" y="21475"/>
                    <a:pt x="11689" y="23493"/>
                  </a:cubicBezTo>
                  <a:lnTo>
                    <a:pt x="9607" y="3166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03" name="Freeform: Shape 5302">
              <a:extLst>
                <a:ext uri="{FF2B5EF4-FFF2-40B4-BE49-F238E27FC236}">
                  <a16:creationId xmlns:a16="http://schemas.microsoft.com/office/drawing/2014/main" id="{8A09D800-AFAB-F1DC-5AC5-20F836BB80EA}"/>
                </a:ext>
              </a:extLst>
            </p:cNvPr>
            <p:cNvSpPr/>
            <p:nvPr>
              <p:custDataLst>
                <p:tags r:id="rId21"/>
              </p:custDataLst>
            </p:nvPr>
          </p:nvSpPr>
          <p:spPr>
            <a:xfrm>
              <a:off x="10441874" y="6862252"/>
              <a:ext cx="42817" cy="80016"/>
            </a:xfrm>
            <a:custGeom>
              <a:avLst/>
              <a:gdLst>
                <a:gd name="connsiteX0" fmla="*/ 43014 w 42817"/>
                <a:gd name="connsiteY0" fmla="*/ 4040 h 80016"/>
                <a:gd name="connsiteX1" fmla="*/ 39031 w 42817"/>
                <a:gd name="connsiteY1" fmla="*/ 94 h 80016"/>
                <a:gd name="connsiteX2" fmla="*/ 33419 w 42817"/>
                <a:gd name="connsiteY2" fmla="*/ 5600 h 80016"/>
                <a:gd name="connsiteX3" fmla="*/ 37402 w 42817"/>
                <a:gd name="connsiteY3" fmla="*/ 9546 h 80016"/>
                <a:gd name="connsiteX4" fmla="*/ 43014 w 42817"/>
                <a:gd name="connsiteY4" fmla="*/ 4040 h 80016"/>
                <a:gd name="connsiteX5" fmla="*/ 23280 w 42817"/>
                <a:gd name="connsiteY5" fmla="*/ 65429 h 80016"/>
                <a:gd name="connsiteX6" fmla="*/ 10335 w 42817"/>
                <a:gd name="connsiteY6" fmla="*/ 76991 h 80016"/>
                <a:gd name="connsiteX7" fmla="*/ 7076 w 42817"/>
                <a:gd name="connsiteY7" fmla="*/ 76532 h 80016"/>
                <a:gd name="connsiteX8" fmla="*/ 9883 w 42817"/>
                <a:gd name="connsiteY8" fmla="*/ 71669 h 80016"/>
                <a:gd name="connsiteX9" fmla="*/ 5809 w 42817"/>
                <a:gd name="connsiteY9" fmla="*/ 67907 h 80016"/>
                <a:gd name="connsiteX10" fmla="*/ 197 w 42817"/>
                <a:gd name="connsiteY10" fmla="*/ 73779 h 80016"/>
                <a:gd name="connsiteX11" fmla="*/ 10426 w 42817"/>
                <a:gd name="connsiteY11" fmla="*/ 80111 h 80016"/>
                <a:gd name="connsiteX12" fmla="*/ 31156 w 42817"/>
                <a:gd name="connsiteY12" fmla="*/ 65521 h 80016"/>
                <a:gd name="connsiteX13" fmla="*/ 39303 w 42817"/>
                <a:gd name="connsiteY13" fmla="*/ 32670 h 80016"/>
                <a:gd name="connsiteX14" fmla="*/ 39755 w 42817"/>
                <a:gd name="connsiteY14" fmla="*/ 29642 h 80016"/>
                <a:gd name="connsiteX15" fmla="*/ 28621 w 42817"/>
                <a:gd name="connsiteY15" fmla="*/ 20741 h 80016"/>
                <a:gd name="connsiteX16" fmla="*/ 10969 w 42817"/>
                <a:gd name="connsiteY16" fmla="*/ 34964 h 80016"/>
                <a:gd name="connsiteX17" fmla="*/ 12870 w 42817"/>
                <a:gd name="connsiteY17" fmla="*/ 36248 h 80016"/>
                <a:gd name="connsiteX18" fmla="*/ 14861 w 42817"/>
                <a:gd name="connsiteY18" fmla="*/ 34964 h 80016"/>
                <a:gd name="connsiteX19" fmla="*/ 28259 w 42817"/>
                <a:gd name="connsiteY19" fmla="*/ 23861 h 80016"/>
                <a:gd name="connsiteX20" fmla="*/ 32061 w 42817"/>
                <a:gd name="connsiteY20" fmla="*/ 28724 h 80016"/>
                <a:gd name="connsiteX21" fmla="*/ 31789 w 42817"/>
                <a:gd name="connsiteY21" fmla="*/ 31110 h 80016"/>
                <a:gd name="connsiteX22" fmla="*/ 23280 w 42817"/>
                <a:gd name="connsiteY22" fmla="*/ 65429 h 8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817" h="80016">
                  <a:moveTo>
                    <a:pt x="43014" y="4040"/>
                  </a:moveTo>
                  <a:cubicBezTo>
                    <a:pt x="43014" y="1929"/>
                    <a:pt x="41475" y="94"/>
                    <a:pt x="39031" y="94"/>
                  </a:cubicBezTo>
                  <a:cubicBezTo>
                    <a:pt x="36225" y="94"/>
                    <a:pt x="33419" y="2847"/>
                    <a:pt x="33419" y="5600"/>
                  </a:cubicBezTo>
                  <a:cubicBezTo>
                    <a:pt x="33419" y="7802"/>
                    <a:pt x="35139" y="9546"/>
                    <a:pt x="37402" y="9546"/>
                  </a:cubicBezTo>
                  <a:cubicBezTo>
                    <a:pt x="40479" y="9546"/>
                    <a:pt x="43014" y="6609"/>
                    <a:pt x="43014" y="4040"/>
                  </a:cubicBezTo>
                  <a:close/>
                  <a:moveTo>
                    <a:pt x="23280" y="65429"/>
                  </a:moveTo>
                  <a:cubicBezTo>
                    <a:pt x="21560" y="72403"/>
                    <a:pt x="15857" y="76991"/>
                    <a:pt x="10335" y="76991"/>
                  </a:cubicBezTo>
                  <a:cubicBezTo>
                    <a:pt x="8796" y="76991"/>
                    <a:pt x="7801" y="76716"/>
                    <a:pt x="7076" y="76532"/>
                  </a:cubicBezTo>
                  <a:cubicBezTo>
                    <a:pt x="9249" y="75248"/>
                    <a:pt x="9883" y="72862"/>
                    <a:pt x="9883" y="71669"/>
                  </a:cubicBezTo>
                  <a:cubicBezTo>
                    <a:pt x="9883" y="70109"/>
                    <a:pt x="8796" y="67907"/>
                    <a:pt x="5809" y="67907"/>
                  </a:cubicBezTo>
                  <a:cubicBezTo>
                    <a:pt x="2731" y="67907"/>
                    <a:pt x="197" y="70751"/>
                    <a:pt x="197" y="73779"/>
                  </a:cubicBezTo>
                  <a:cubicBezTo>
                    <a:pt x="197" y="77725"/>
                    <a:pt x="4270" y="80111"/>
                    <a:pt x="10426" y="80111"/>
                  </a:cubicBezTo>
                  <a:cubicBezTo>
                    <a:pt x="16581" y="80111"/>
                    <a:pt x="28349" y="76899"/>
                    <a:pt x="31156" y="65521"/>
                  </a:cubicBezTo>
                  <a:lnTo>
                    <a:pt x="39303" y="32670"/>
                  </a:lnTo>
                  <a:cubicBezTo>
                    <a:pt x="39484" y="31752"/>
                    <a:pt x="39755" y="30926"/>
                    <a:pt x="39755" y="29642"/>
                  </a:cubicBezTo>
                  <a:cubicBezTo>
                    <a:pt x="39755" y="24411"/>
                    <a:pt x="34958" y="20741"/>
                    <a:pt x="28621" y="20741"/>
                  </a:cubicBezTo>
                  <a:cubicBezTo>
                    <a:pt x="17668" y="20741"/>
                    <a:pt x="10969" y="33129"/>
                    <a:pt x="10969" y="34964"/>
                  </a:cubicBezTo>
                  <a:cubicBezTo>
                    <a:pt x="10969" y="36248"/>
                    <a:pt x="12417" y="36248"/>
                    <a:pt x="12870" y="36248"/>
                  </a:cubicBezTo>
                  <a:cubicBezTo>
                    <a:pt x="14228" y="36248"/>
                    <a:pt x="14409" y="35881"/>
                    <a:pt x="14861" y="34964"/>
                  </a:cubicBezTo>
                  <a:cubicBezTo>
                    <a:pt x="19025" y="25971"/>
                    <a:pt x="25181" y="23861"/>
                    <a:pt x="28259" y="23861"/>
                  </a:cubicBezTo>
                  <a:cubicBezTo>
                    <a:pt x="31880" y="23861"/>
                    <a:pt x="32061" y="27164"/>
                    <a:pt x="32061" y="28724"/>
                  </a:cubicBezTo>
                  <a:cubicBezTo>
                    <a:pt x="32061" y="30009"/>
                    <a:pt x="31970" y="30376"/>
                    <a:pt x="31789" y="31110"/>
                  </a:cubicBezTo>
                  <a:lnTo>
                    <a:pt x="23280" y="6542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04" name="Freeform: Shape 5303">
              <a:extLst>
                <a:ext uri="{FF2B5EF4-FFF2-40B4-BE49-F238E27FC236}">
                  <a16:creationId xmlns:a16="http://schemas.microsoft.com/office/drawing/2014/main" id="{E3934718-E281-8B02-8F3D-6AB06795A74D}"/>
                </a:ext>
              </a:extLst>
            </p:cNvPr>
            <p:cNvSpPr/>
            <p:nvPr>
              <p:custDataLst>
                <p:tags r:id="rId22"/>
              </p:custDataLst>
            </p:nvPr>
          </p:nvSpPr>
          <p:spPr>
            <a:xfrm>
              <a:off x="10615794" y="6623569"/>
              <a:ext cx="120395" cy="42944"/>
            </a:xfrm>
            <a:custGeom>
              <a:avLst/>
              <a:gdLst>
                <a:gd name="connsiteX0" fmla="*/ 114446 w 120395"/>
                <a:gd name="connsiteY0" fmla="*/ 7422 h 42944"/>
                <a:gd name="connsiteX1" fmla="*/ 120601 w 120395"/>
                <a:gd name="connsiteY1" fmla="*/ 3752 h 42944"/>
                <a:gd name="connsiteX2" fmla="*/ 114627 w 120395"/>
                <a:gd name="connsiteY2" fmla="*/ 81 h 42944"/>
                <a:gd name="connsiteX3" fmla="*/ 6180 w 120395"/>
                <a:gd name="connsiteY3" fmla="*/ 81 h 42944"/>
                <a:gd name="connsiteX4" fmla="*/ 206 w 120395"/>
                <a:gd name="connsiteY4" fmla="*/ 3752 h 42944"/>
                <a:gd name="connsiteX5" fmla="*/ 6361 w 120395"/>
                <a:gd name="connsiteY5" fmla="*/ 7422 h 42944"/>
                <a:gd name="connsiteX6" fmla="*/ 114446 w 120395"/>
                <a:gd name="connsiteY6" fmla="*/ 7422 h 42944"/>
                <a:gd name="connsiteX7" fmla="*/ 114627 w 120395"/>
                <a:gd name="connsiteY7" fmla="*/ 43026 h 42944"/>
                <a:gd name="connsiteX8" fmla="*/ 120601 w 120395"/>
                <a:gd name="connsiteY8" fmla="*/ 39356 h 42944"/>
                <a:gd name="connsiteX9" fmla="*/ 114446 w 120395"/>
                <a:gd name="connsiteY9" fmla="*/ 35685 h 42944"/>
                <a:gd name="connsiteX10" fmla="*/ 6361 w 120395"/>
                <a:gd name="connsiteY10" fmla="*/ 35685 h 42944"/>
                <a:gd name="connsiteX11" fmla="*/ 206 w 120395"/>
                <a:gd name="connsiteY11" fmla="*/ 39356 h 42944"/>
                <a:gd name="connsiteX12" fmla="*/ 6180 w 120395"/>
                <a:gd name="connsiteY12" fmla="*/ 43026 h 42944"/>
                <a:gd name="connsiteX13" fmla="*/ 114627 w 120395"/>
                <a:gd name="connsiteY13" fmla="*/ 43026 h 4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395" h="42944">
                  <a:moveTo>
                    <a:pt x="114446" y="7422"/>
                  </a:moveTo>
                  <a:cubicBezTo>
                    <a:pt x="117162" y="7422"/>
                    <a:pt x="120601" y="7422"/>
                    <a:pt x="120601" y="3752"/>
                  </a:cubicBezTo>
                  <a:cubicBezTo>
                    <a:pt x="120601" y="81"/>
                    <a:pt x="117162" y="81"/>
                    <a:pt x="114627" y="81"/>
                  </a:cubicBezTo>
                  <a:lnTo>
                    <a:pt x="6180" y="81"/>
                  </a:lnTo>
                  <a:cubicBezTo>
                    <a:pt x="3646" y="81"/>
                    <a:pt x="206" y="81"/>
                    <a:pt x="206" y="3752"/>
                  </a:cubicBezTo>
                  <a:cubicBezTo>
                    <a:pt x="206" y="7422"/>
                    <a:pt x="3646" y="7422"/>
                    <a:pt x="6361" y="7422"/>
                  </a:cubicBezTo>
                  <a:lnTo>
                    <a:pt x="114446" y="7422"/>
                  </a:lnTo>
                  <a:close/>
                  <a:moveTo>
                    <a:pt x="114627" y="43026"/>
                  </a:moveTo>
                  <a:cubicBezTo>
                    <a:pt x="117162" y="43026"/>
                    <a:pt x="120601" y="43026"/>
                    <a:pt x="120601" y="39356"/>
                  </a:cubicBezTo>
                  <a:cubicBezTo>
                    <a:pt x="120601" y="35685"/>
                    <a:pt x="117162" y="35685"/>
                    <a:pt x="114446" y="35685"/>
                  </a:cubicBezTo>
                  <a:lnTo>
                    <a:pt x="6361" y="35685"/>
                  </a:lnTo>
                  <a:cubicBezTo>
                    <a:pt x="3646" y="35685"/>
                    <a:pt x="206" y="35685"/>
                    <a:pt x="206" y="39356"/>
                  </a:cubicBezTo>
                  <a:cubicBezTo>
                    <a:pt x="206" y="43026"/>
                    <a:pt x="3646" y="43026"/>
                    <a:pt x="6180" y="43026"/>
                  </a:cubicBezTo>
                  <a:lnTo>
                    <a:pt x="114627" y="4302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05" name="Freeform: Shape 5304">
              <a:extLst>
                <a:ext uri="{FF2B5EF4-FFF2-40B4-BE49-F238E27FC236}">
                  <a16:creationId xmlns:a16="http://schemas.microsoft.com/office/drawing/2014/main" id="{5B613B9F-B18D-EEB3-FBAD-07C9F55F21B2}"/>
                </a:ext>
              </a:extLst>
            </p:cNvPr>
            <p:cNvSpPr/>
            <p:nvPr>
              <p:custDataLst>
                <p:tags r:id="rId23"/>
              </p:custDataLst>
            </p:nvPr>
          </p:nvSpPr>
          <p:spPr>
            <a:xfrm>
              <a:off x="10828079" y="6437381"/>
              <a:ext cx="90341" cy="167007"/>
            </a:xfrm>
            <a:custGeom>
              <a:avLst/>
              <a:gdLst>
                <a:gd name="connsiteX0" fmla="*/ 57066 w 90341"/>
                <a:gd name="connsiteY0" fmla="*/ 56050 h 167007"/>
                <a:gd name="connsiteX1" fmla="*/ 72636 w 90341"/>
                <a:gd name="connsiteY1" fmla="*/ 56050 h 167007"/>
                <a:gd name="connsiteX2" fmla="*/ 78067 w 90341"/>
                <a:gd name="connsiteY2" fmla="*/ 52379 h 167007"/>
                <a:gd name="connsiteX3" fmla="*/ 73179 w 90341"/>
                <a:gd name="connsiteY3" fmla="*/ 50361 h 167007"/>
                <a:gd name="connsiteX4" fmla="*/ 58152 w 90341"/>
                <a:gd name="connsiteY4" fmla="*/ 50361 h 167007"/>
                <a:gd name="connsiteX5" fmla="*/ 61954 w 90341"/>
                <a:gd name="connsiteY5" fmla="*/ 29439 h 167007"/>
                <a:gd name="connsiteX6" fmla="*/ 66299 w 90341"/>
                <a:gd name="connsiteY6" fmla="*/ 10352 h 167007"/>
                <a:gd name="connsiteX7" fmla="*/ 74809 w 90341"/>
                <a:gd name="connsiteY7" fmla="*/ 4112 h 167007"/>
                <a:gd name="connsiteX8" fmla="*/ 83680 w 90341"/>
                <a:gd name="connsiteY8" fmla="*/ 7416 h 167007"/>
                <a:gd name="connsiteX9" fmla="*/ 73903 w 90341"/>
                <a:gd name="connsiteY9" fmla="*/ 17326 h 167007"/>
                <a:gd name="connsiteX10" fmla="*/ 80602 w 90341"/>
                <a:gd name="connsiteY10" fmla="*/ 23749 h 167007"/>
                <a:gd name="connsiteX11" fmla="*/ 90560 w 90341"/>
                <a:gd name="connsiteY11" fmla="*/ 12738 h 167007"/>
                <a:gd name="connsiteX12" fmla="*/ 74809 w 90341"/>
                <a:gd name="connsiteY12" fmla="*/ 75 h 167007"/>
                <a:gd name="connsiteX13" fmla="*/ 51816 w 90341"/>
                <a:gd name="connsiteY13" fmla="*/ 21547 h 167007"/>
                <a:gd name="connsiteX14" fmla="*/ 45841 w 90341"/>
                <a:gd name="connsiteY14" fmla="*/ 50361 h 167007"/>
                <a:gd name="connsiteX15" fmla="*/ 33349 w 90341"/>
                <a:gd name="connsiteY15" fmla="*/ 50361 h 167007"/>
                <a:gd name="connsiteX16" fmla="*/ 27918 w 90341"/>
                <a:gd name="connsiteY16" fmla="*/ 53848 h 167007"/>
                <a:gd name="connsiteX17" fmla="*/ 32987 w 90341"/>
                <a:gd name="connsiteY17" fmla="*/ 56050 h 167007"/>
                <a:gd name="connsiteX18" fmla="*/ 44936 w 90341"/>
                <a:gd name="connsiteY18" fmla="*/ 56050 h 167007"/>
                <a:gd name="connsiteX19" fmla="*/ 31358 w 90341"/>
                <a:gd name="connsiteY19" fmla="*/ 128542 h 167007"/>
                <a:gd name="connsiteX20" fmla="*/ 15607 w 90341"/>
                <a:gd name="connsiteY20" fmla="*/ 163045 h 167007"/>
                <a:gd name="connsiteX21" fmla="*/ 6916 w 90341"/>
                <a:gd name="connsiteY21" fmla="*/ 159741 h 167007"/>
                <a:gd name="connsiteX22" fmla="*/ 16874 w 90341"/>
                <a:gd name="connsiteY22" fmla="*/ 149831 h 167007"/>
                <a:gd name="connsiteX23" fmla="*/ 10175 w 90341"/>
                <a:gd name="connsiteY23" fmla="*/ 143408 h 167007"/>
                <a:gd name="connsiteX24" fmla="*/ 218 w 90341"/>
                <a:gd name="connsiteY24" fmla="*/ 154419 h 167007"/>
                <a:gd name="connsiteX25" fmla="*/ 15607 w 90341"/>
                <a:gd name="connsiteY25" fmla="*/ 167082 h 167007"/>
                <a:gd name="connsiteX26" fmla="*/ 36065 w 90341"/>
                <a:gd name="connsiteY26" fmla="*/ 149281 h 167007"/>
                <a:gd name="connsiteX27" fmla="*/ 46203 w 90341"/>
                <a:gd name="connsiteY27" fmla="*/ 114227 h 167007"/>
                <a:gd name="connsiteX28" fmla="*/ 57066 w 90341"/>
                <a:gd name="connsiteY28" fmla="*/ 56050 h 167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0341" h="167007">
                  <a:moveTo>
                    <a:pt x="57066" y="56050"/>
                  </a:moveTo>
                  <a:lnTo>
                    <a:pt x="72636" y="56050"/>
                  </a:lnTo>
                  <a:cubicBezTo>
                    <a:pt x="76257" y="56050"/>
                    <a:pt x="78067" y="56050"/>
                    <a:pt x="78067" y="52379"/>
                  </a:cubicBezTo>
                  <a:cubicBezTo>
                    <a:pt x="78067" y="50361"/>
                    <a:pt x="76257" y="50361"/>
                    <a:pt x="73179" y="50361"/>
                  </a:cubicBezTo>
                  <a:lnTo>
                    <a:pt x="58152" y="50361"/>
                  </a:lnTo>
                  <a:lnTo>
                    <a:pt x="61954" y="29439"/>
                  </a:lnTo>
                  <a:cubicBezTo>
                    <a:pt x="62678" y="25585"/>
                    <a:pt x="65213" y="12554"/>
                    <a:pt x="66299" y="10352"/>
                  </a:cubicBezTo>
                  <a:cubicBezTo>
                    <a:pt x="67929" y="6865"/>
                    <a:pt x="71007" y="4112"/>
                    <a:pt x="74809" y="4112"/>
                  </a:cubicBezTo>
                  <a:cubicBezTo>
                    <a:pt x="75533" y="4112"/>
                    <a:pt x="80240" y="4112"/>
                    <a:pt x="83680" y="7416"/>
                  </a:cubicBezTo>
                  <a:cubicBezTo>
                    <a:pt x="75714" y="8150"/>
                    <a:pt x="73903" y="14573"/>
                    <a:pt x="73903" y="17326"/>
                  </a:cubicBezTo>
                  <a:cubicBezTo>
                    <a:pt x="73903" y="21547"/>
                    <a:pt x="77162" y="23749"/>
                    <a:pt x="80602" y="23749"/>
                  </a:cubicBezTo>
                  <a:cubicBezTo>
                    <a:pt x="85309" y="23749"/>
                    <a:pt x="90560" y="19712"/>
                    <a:pt x="90560" y="12738"/>
                  </a:cubicBezTo>
                  <a:cubicBezTo>
                    <a:pt x="90560" y="4296"/>
                    <a:pt x="82231" y="75"/>
                    <a:pt x="74809" y="75"/>
                  </a:cubicBezTo>
                  <a:cubicBezTo>
                    <a:pt x="68653" y="75"/>
                    <a:pt x="57247" y="3378"/>
                    <a:pt x="51816" y="21547"/>
                  </a:cubicBezTo>
                  <a:cubicBezTo>
                    <a:pt x="50729" y="25401"/>
                    <a:pt x="50186" y="27236"/>
                    <a:pt x="45841" y="50361"/>
                  </a:cubicBezTo>
                  <a:lnTo>
                    <a:pt x="33349" y="50361"/>
                  </a:lnTo>
                  <a:cubicBezTo>
                    <a:pt x="29909" y="50361"/>
                    <a:pt x="27918" y="50361"/>
                    <a:pt x="27918" y="53848"/>
                  </a:cubicBezTo>
                  <a:cubicBezTo>
                    <a:pt x="27918" y="56050"/>
                    <a:pt x="29547" y="56050"/>
                    <a:pt x="32987" y="56050"/>
                  </a:cubicBezTo>
                  <a:lnTo>
                    <a:pt x="44936" y="56050"/>
                  </a:lnTo>
                  <a:lnTo>
                    <a:pt x="31358" y="128542"/>
                  </a:lnTo>
                  <a:cubicBezTo>
                    <a:pt x="28099" y="146344"/>
                    <a:pt x="25021" y="163045"/>
                    <a:pt x="15607" y="163045"/>
                  </a:cubicBezTo>
                  <a:cubicBezTo>
                    <a:pt x="14882" y="163045"/>
                    <a:pt x="10356" y="163045"/>
                    <a:pt x="6916" y="159741"/>
                  </a:cubicBezTo>
                  <a:cubicBezTo>
                    <a:pt x="15244" y="159191"/>
                    <a:pt x="16874" y="152584"/>
                    <a:pt x="16874" y="149831"/>
                  </a:cubicBezTo>
                  <a:cubicBezTo>
                    <a:pt x="16874" y="145610"/>
                    <a:pt x="13615" y="143408"/>
                    <a:pt x="10175" y="143408"/>
                  </a:cubicBezTo>
                  <a:cubicBezTo>
                    <a:pt x="5468" y="143408"/>
                    <a:pt x="218" y="147445"/>
                    <a:pt x="218" y="154419"/>
                  </a:cubicBezTo>
                  <a:cubicBezTo>
                    <a:pt x="218" y="162678"/>
                    <a:pt x="8184" y="167082"/>
                    <a:pt x="15607" y="167082"/>
                  </a:cubicBezTo>
                  <a:cubicBezTo>
                    <a:pt x="25564" y="167082"/>
                    <a:pt x="32806" y="156254"/>
                    <a:pt x="36065" y="149281"/>
                  </a:cubicBezTo>
                  <a:cubicBezTo>
                    <a:pt x="41858" y="137718"/>
                    <a:pt x="46022" y="115512"/>
                    <a:pt x="46203" y="114227"/>
                  </a:cubicBezTo>
                  <a:lnTo>
                    <a:pt x="57066" y="5605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06" name="Freeform: Shape 5305">
              <a:extLst>
                <a:ext uri="{FF2B5EF4-FFF2-40B4-BE49-F238E27FC236}">
                  <a16:creationId xmlns:a16="http://schemas.microsoft.com/office/drawing/2014/main" id="{40EAC36F-CE9E-D874-D07C-C4EB339AD587}"/>
                </a:ext>
              </a:extLst>
            </p:cNvPr>
            <p:cNvSpPr/>
            <p:nvPr>
              <p:custDataLst>
                <p:tags r:id="rId24"/>
              </p:custDataLst>
            </p:nvPr>
          </p:nvSpPr>
          <p:spPr>
            <a:xfrm>
              <a:off x="10944533" y="6429122"/>
              <a:ext cx="42002" cy="183525"/>
            </a:xfrm>
            <a:custGeom>
              <a:avLst/>
              <a:gdLst>
                <a:gd name="connsiteX0" fmla="*/ 42226 w 42002"/>
                <a:gd name="connsiteY0" fmla="*/ 181764 h 183525"/>
                <a:gd name="connsiteX1" fmla="*/ 39148 w 42002"/>
                <a:gd name="connsiteY1" fmla="*/ 177727 h 183525"/>
                <a:gd name="connsiteX2" fmla="*/ 10724 w 42002"/>
                <a:gd name="connsiteY2" fmla="*/ 91837 h 183525"/>
                <a:gd name="connsiteX3" fmla="*/ 39873 w 42002"/>
                <a:gd name="connsiteY3" fmla="*/ 5030 h 183525"/>
                <a:gd name="connsiteX4" fmla="*/ 42226 w 42002"/>
                <a:gd name="connsiteY4" fmla="*/ 1910 h 183525"/>
                <a:gd name="connsiteX5" fmla="*/ 40416 w 42002"/>
                <a:gd name="connsiteY5" fmla="*/ 75 h 183525"/>
                <a:gd name="connsiteX6" fmla="*/ 11629 w 42002"/>
                <a:gd name="connsiteY6" fmla="*/ 35862 h 183525"/>
                <a:gd name="connsiteX7" fmla="*/ 224 w 42002"/>
                <a:gd name="connsiteY7" fmla="*/ 91837 h 183525"/>
                <a:gd name="connsiteX8" fmla="*/ 12173 w 42002"/>
                <a:gd name="connsiteY8" fmla="*/ 149097 h 183525"/>
                <a:gd name="connsiteX9" fmla="*/ 40416 w 42002"/>
                <a:gd name="connsiteY9" fmla="*/ 183600 h 183525"/>
                <a:gd name="connsiteX10" fmla="*/ 42226 w 42002"/>
                <a:gd name="connsiteY10" fmla="*/ 181764 h 18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02" h="183525">
                  <a:moveTo>
                    <a:pt x="42226" y="181764"/>
                  </a:moveTo>
                  <a:cubicBezTo>
                    <a:pt x="42226" y="181214"/>
                    <a:pt x="42226" y="180847"/>
                    <a:pt x="39148" y="177727"/>
                  </a:cubicBezTo>
                  <a:cubicBezTo>
                    <a:pt x="16518" y="154603"/>
                    <a:pt x="10724" y="119917"/>
                    <a:pt x="10724" y="91837"/>
                  </a:cubicBezTo>
                  <a:cubicBezTo>
                    <a:pt x="10724" y="59904"/>
                    <a:pt x="17604" y="27970"/>
                    <a:pt x="39873" y="5030"/>
                  </a:cubicBezTo>
                  <a:cubicBezTo>
                    <a:pt x="42226" y="2828"/>
                    <a:pt x="42226" y="2461"/>
                    <a:pt x="42226" y="1910"/>
                  </a:cubicBezTo>
                  <a:cubicBezTo>
                    <a:pt x="42226" y="625"/>
                    <a:pt x="41502" y="75"/>
                    <a:pt x="40416" y="75"/>
                  </a:cubicBezTo>
                  <a:cubicBezTo>
                    <a:pt x="38605" y="75"/>
                    <a:pt x="22311" y="12554"/>
                    <a:pt x="11629" y="35862"/>
                  </a:cubicBezTo>
                  <a:cubicBezTo>
                    <a:pt x="2396" y="56050"/>
                    <a:pt x="224" y="76421"/>
                    <a:pt x="224" y="91837"/>
                  </a:cubicBezTo>
                  <a:cubicBezTo>
                    <a:pt x="224" y="106152"/>
                    <a:pt x="2215" y="128359"/>
                    <a:pt x="12173" y="149097"/>
                  </a:cubicBezTo>
                  <a:cubicBezTo>
                    <a:pt x="23035" y="171671"/>
                    <a:pt x="38605" y="183600"/>
                    <a:pt x="40416" y="183600"/>
                  </a:cubicBezTo>
                  <a:cubicBezTo>
                    <a:pt x="41502" y="183600"/>
                    <a:pt x="42226" y="183049"/>
                    <a:pt x="42226" y="18176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07" name="Freeform: Shape 5306">
              <a:extLst>
                <a:ext uri="{FF2B5EF4-FFF2-40B4-BE49-F238E27FC236}">
                  <a16:creationId xmlns:a16="http://schemas.microsoft.com/office/drawing/2014/main" id="{8B87796A-D3E2-E443-28F9-759CBF6BCD43}"/>
                </a:ext>
              </a:extLst>
            </p:cNvPr>
            <p:cNvSpPr/>
            <p:nvPr>
              <p:custDataLst>
                <p:tags r:id="rId25"/>
              </p:custDataLst>
            </p:nvPr>
          </p:nvSpPr>
          <p:spPr>
            <a:xfrm>
              <a:off x="11002267" y="6485648"/>
              <a:ext cx="84548" cy="120759"/>
            </a:xfrm>
            <a:custGeom>
              <a:avLst/>
              <a:gdLst>
                <a:gd name="connsiteX0" fmla="*/ 83328 w 84548"/>
                <a:gd name="connsiteY0" fmla="*/ 30356 h 120759"/>
                <a:gd name="connsiteX1" fmla="*/ 84776 w 84548"/>
                <a:gd name="connsiteY1" fmla="*/ 19712 h 120759"/>
                <a:gd name="connsiteX2" fmla="*/ 63956 w 84548"/>
                <a:gd name="connsiteY2" fmla="*/ 75 h 120759"/>
                <a:gd name="connsiteX3" fmla="*/ 35894 w 84548"/>
                <a:gd name="connsiteY3" fmla="*/ 16041 h 120759"/>
                <a:gd name="connsiteX4" fmla="*/ 19237 w 84548"/>
                <a:gd name="connsiteY4" fmla="*/ 75 h 120759"/>
                <a:gd name="connsiteX5" fmla="*/ 5840 w 84548"/>
                <a:gd name="connsiteY5" fmla="*/ 10536 h 120759"/>
                <a:gd name="connsiteX6" fmla="*/ 227 w 84548"/>
                <a:gd name="connsiteY6" fmla="*/ 28338 h 120759"/>
                <a:gd name="connsiteX7" fmla="*/ 2400 w 84548"/>
                <a:gd name="connsiteY7" fmla="*/ 30173 h 120759"/>
                <a:gd name="connsiteX8" fmla="*/ 5478 w 84548"/>
                <a:gd name="connsiteY8" fmla="*/ 25952 h 120759"/>
                <a:gd name="connsiteX9" fmla="*/ 18694 w 84548"/>
                <a:gd name="connsiteY9" fmla="*/ 4112 h 120759"/>
                <a:gd name="connsiteX10" fmla="*/ 24307 w 84548"/>
                <a:gd name="connsiteY10" fmla="*/ 12554 h 120759"/>
                <a:gd name="connsiteX11" fmla="*/ 21410 w 84548"/>
                <a:gd name="connsiteY11" fmla="*/ 27970 h 120759"/>
                <a:gd name="connsiteX12" fmla="*/ 10909 w 84548"/>
                <a:gd name="connsiteY12" fmla="*/ 70365 h 120759"/>
                <a:gd name="connsiteX13" fmla="*/ 9280 w 84548"/>
                <a:gd name="connsiteY13" fmla="*/ 78256 h 120759"/>
                <a:gd name="connsiteX14" fmla="*/ 14530 w 84548"/>
                <a:gd name="connsiteY14" fmla="*/ 83212 h 120759"/>
                <a:gd name="connsiteX15" fmla="*/ 21229 w 84548"/>
                <a:gd name="connsiteY15" fmla="*/ 78073 h 120759"/>
                <a:gd name="connsiteX16" fmla="*/ 24669 w 84548"/>
                <a:gd name="connsiteY16" fmla="*/ 64492 h 120759"/>
                <a:gd name="connsiteX17" fmla="*/ 28652 w 84548"/>
                <a:gd name="connsiteY17" fmla="*/ 47975 h 120759"/>
                <a:gd name="connsiteX18" fmla="*/ 31729 w 84548"/>
                <a:gd name="connsiteY18" fmla="*/ 35679 h 120759"/>
                <a:gd name="connsiteX19" fmla="*/ 33721 w 84548"/>
                <a:gd name="connsiteY19" fmla="*/ 27420 h 120759"/>
                <a:gd name="connsiteX20" fmla="*/ 46032 w 84548"/>
                <a:gd name="connsiteY20" fmla="*/ 10536 h 120759"/>
                <a:gd name="connsiteX21" fmla="*/ 63412 w 84548"/>
                <a:gd name="connsiteY21" fmla="*/ 4112 h 120759"/>
                <a:gd name="connsiteX22" fmla="*/ 73189 w 84548"/>
                <a:gd name="connsiteY22" fmla="*/ 16959 h 120759"/>
                <a:gd name="connsiteX23" fmla="*/ 71379 w 84548"/>
                <a:gd name="connsiteY23" fmla="*/ 28521 h 120759"/>
                <a:gd name="connsiteX24" fmla="*/ 50739 w 84548"/>
                <a:gd name="connsiteY24" fmla="*/ 112943 h 120759"/>
                <a:gd name="connsiteX25" fmla="*/ 50196 w 84548"/>
                <a:gd name="connsiteY25" fmla="*/ 115879 h 120759"/>
                <a:gd name="connsiteX26" fmla="*/ 55265 w 84548"/>
                <a:gd name="connsiteY26" fmla="*/ 120834 h 120759"/>
                <a:gd name="connsiteX27" fmla="*/ 62688 w 84548"/>
                <a:gd name="connsiteY27" fmla="*/ 113493 h 120759"/>
                <a:gd name="connsiteX28" fmla="*/ 83328 w 84548"/>
                <a:gd name="connsiteY28" fmla="*/ 30356 h 1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4548" h="120759">
                  <a:moveTo>
                    <a:pt x="83328" y="30356"/>
                  </a:moveTo>
                  <a:cubicBezTo>
                    <a:pt x="84233" y="27053"/>
                    <a:pt x="84776" y="24667"/>
                    <a:pt x="84776" y="19712"/>
                  </a:cubicBezTo>
                  <a:cubicBezTo>
                    <a:pt x="84776" y="7783"/>
                    <a:pt x="77534" y="75"/>
                    <a:pt x="63956" y="75"/>
                  </a:cubicBezTo>
                  <a:cubicBezTo>
                    <a:pt x="49653" y="75"/>
                    <a:pt x="40239" y="9618"/>
                    <a:pt x="35894" y="16041"/>
                  </a:cubicBezTo>
                  <a:cubicBezTo>
                    <a:pt x="34988" y="5580"/>
                    <a:pt x="27384" y="75"/>
                    <a:pt x="19237" y="75"/>
                  </a:cubicBezTo>
                  <a:cubicBezTo>
                    <a:pt x="10909" y="75"/>
                    <a:pt x="7469" y="7232"/>
                    <a:pt x="5840" y="10536"/>
                  </a:cubicBezTo>
                  <a:cubicBezTo>
                    <a:pt x="2581" y="16775"/>
                    <a:pt x="227" y="27787"/>
                    <a:pt x="227" y="28338"/>
                  </a:cubicBezTo>
                  <a:cubicBezTo>
                    <a:pt x="227" y="30173"/>
                    <a:pt x="2038" y="30173"/>
                    <a:pt x="2400" y="30173"/>
                  </a:cubicBezTo>
                  <a:cubicBezTo>
                    <a:pt x="4210" y="30173"/>
                    <a:pt x="4391" y="29989"/>
                    <a:pt x="5478" y="25952"/>
                  </a:cubicBezTo>
                  <a:cubicBezTo>
                    <a:pt x="8556" y="12921"/>
                    <a:pt x="12176" y="4112"/>
                    <a:pt x="18694" y="4112"/>
                  </a:cubicBezTo>
                  <a:cubicBezTo>
                    <a:pt x="21772" y="4112"/>
                    <a:pt x="24307" y="5580"/>
                    <a:pt x="24307" y="12554"/>
                  </a:cubicBezTo>
                  <a:cubicBezTo>
                    <a:pt x="24307" y="16408"/>
                    <a:pt x="23763" y="18427"/>
                    <a:pt x="21410" y="27970"/>
                  </a:cubicBezTo>
                  <a:lnTo>
                    <a:pt x="10909" y="70365"/>
                  </a:lnTo>
                  <a:cubicBezTo>
                    <a:pt x="10366" y="73118"/>
                    <a:pt x="9280" y="77339"/>
                    <a:pt x="9280" y="78256"/>
                  </a:cubicBezTo>
                  <a:cubicBezTo>
                    <a:pt x="9280" y="81560"/>
                    <a:pt x="11814" y="83212"/>
                    <a:pt x="14530" y="83212"/>
                  </a:cubicBezTo>
                  <a:cubicBezTo>
                    <a:pt x="16703" y="83212"/>
                    <a:pt x="19961" y="81743"/>
                    <a:pt x="21229" y="78073"/>
                  </a:cubicBezTo>
                  <a:cubicBezTo>
                    <a:pt x="21410" y="77706"/>
                    <a:pt x="23582" y="69080"/>
                    <a:pt x="24669" y="64492"/>
                  </a:cubicBezTo>
                  <a:lnTo>
                    <a:pt x="28652" y="47975"/>
                  </a:lnTo>
                  <a:cubicBezTo>
                    <a:pt x="29738" y="43937"/>
                    <a:pt x="30824" y="39900"/>
                    <a:pt x="31729" y="35679"/>
                  </a:cubicBezTo>
                  <a:cubicBezTo>
                    <a:pt x="32092" y="34577"/>
                    <a:pt x="33540" y="28521"/>
                    <a:pt x="33721" y="27420"/>
                  </a:cubicBezTo>
                  <a:cubicBezTo>
                    <a:pt x="34264" y="25768"/>
                    <a:pt x="39877" y="15491"/>
                    <a:pt x="46032" y="10536"/>
                  </a:cubicBezTo>
                  <a:cubicBezTo>
                    <a:pt x="50015" y="7599"/>
                    <a:pt x="55628" y="4112"/>
                    <a:pt x="63412" y="4112"/>
                  </a:cubicBezTo>
                  <a:cubicBezTo>
                    <a:pt x="71197" y="4112"/>
                    <a:pt x="73189" y="10352"/>
                    <a:pt x="73189" y="16959"/>
                  </a:cubicBezTo>
                  <a:cubicBezTo>
                    <a:pt x="73189" y="17877"/>
                    <a:pt x="73189" y="21180"/>
                    <a:pt x="71379" y="28521"/>
                  </a:cubicBezTo>
                  <a:lnTo>
                    <a:pt x="50739" y="112943"/>
                  </a:lnTo>
                  <a:cubicBezTo>
                    <a:pt x="50196" y="115145"/>
                    <a:pt x="50196" y="115512"/>
                    <a:pt x="50196" y="115879"/>
                  </a:cubicBezTo>
                  <a:cubicBezTo>
                    <a:pt x="50196" y="118632"/>
                    <a:pt x="52188" y="120834"/>
                    <a:pt x="55265" y="120834"/>
                  </a:cubicBezTo>
                  <a:cubicBezTo>
                    <a:pt x="60878" y="120834"/>
                    <a:pt x="62145" y="115512"/>
                    <a:pt x="62688" y="113493"/>
                  </a:cubicBezTo>
                  <a:lnTo>
                    <a:pt x="83328" y="303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08" name="Freeform: Shape 5307">
              <a:extLst>
                <a:ext uri="{FF2B5EF4-FFF2-40B4-BE49-F238E27FC236}">
                  <a16:creationId xmlns:a16="http://schemas.microsoft.com/office/drawing/2014/main" id="{9141D875-CA6D-77C2-4573-39AFED3D8AAD}"/>
                </a:ext>
              </a:extLst>
            </p:cNvPr>
            <p:cNvSpPr/>
            <p:nvPr>
              <p:custDataLst>
                <p:tags r:id="rId26"/>
              </p:custDataLst>
            </p:nvPr>
          </p:nvSpPr>
          <p:spPr>
            <a:xfrm>
              <a:off x="11092868" y="6537641"/>
              <a:ext cx="77433" cy="57938"/>
            </a:xfrm>
            <a:custGeom>
              <a:avLst/>
              <a:gdLst>
                <a:gd name="connsiteX0" fmla="*/ 9737 w 77433"/>
                <a:gd name="connsiteY0" fmla="*/ 48637 h 57938"/>
                <a:gd name="connsiteX1" fmla="*/ 8470 w 77433"/>
                <a:gd name="connsiteY1" fmla="*/ 53904 h 57938"/>
                <a:gd name="connsiteX2" fmla="*/ 12779 w 77433"/>
                <a:gd name="connsiteY2" fmla="*/ 58015 h 57938"/>
                <a:gd name="connsiteX3" fmla="*/ 17721 w 77433"/>
                <a:gd name="connsiteY3" fmla="*/ 55189 h 57938"/>
                <a:gd name="connsiteX4" fmla="*/ 20003 w 77433"/>
                <a:gd name="connsiteY4" fmla="*/ 47224 h 57938"/>
                <a:gd name="connsiteX5" fmla="*/ 22791 w 77433"/>
                <a:gd name="connsiteY5" fmla="*/ 35662 h 57938"/>
                <a:gd name="connsiteX6" fmla="*/ 24945 w 77433"/>
                <a:gd name="connsiteY6" fmla="*/ 27054 h 57938"/>
                <a:gd name="connsiteX7" fmla="*/ 30268 w 77433"/>
                <a:gd name="connsiteY7" fmla="*/ 15492 h 57938"/>
                <a:gd name="connsiteX8" fmla="*/ 49278 w 77433"/>
                <a:gd name="connsiteY8" fmla="*/ 3673 h 57938"/>
                <a:gd name="connsiteX9" fmla="*/ 56755 w 77433"/>
                <a:gd name="connsiteY9" fmla="*/ 12666 h 57938"/>
                <a:gd name="connsiteX10" fmla="*/ 49278 w 77433"/>
                <a:gd name="connsiteY10" fmla="*/ 40030 h 57938"/>
                <a:gd name="connsiteX11" fmla="*/ 47377 w 77433"/>
                <a:gd name="connsiteY11" fmla="*/ 46967 h 57938"/>
                <a:gd name="connsiteX12" fmla="*/ 59416 w 77433"/>
                <a:gd name="connsiteY12" fmla="*/ 58015 h 57938"/>
                <a:gd name="connsiteX13" fmla="*/ 77666 w 77433"/>
                <a:gd name="connsiteY13" fmla="*/ 38360 h 57938"/>
                <a:gd name="connsiteX14" fmla="*/ 75638 w 77433"/>
                <a:gd name="connsiteY14" fmla="*/ 36689 h 57938"/>
                <a:gd name="connsiteX15" fmla="*/ 73230 w 77433"/>
                <a:gd name="connsiteY15" fmla="*/ 38873 h 57938"/>
                <a:gd name="connsiteX16" fmla="*/ 59797 w 77433"/>
                <a:gd name="connsiteY16" fmla="*/ 54418 h 57938"/>
                <a:gd name="connsiteX17" fmla="*/ 56628 w 77433"/>
                <a:gd name="connsiteY17" fmla="*/ 49922 h 57938"/>
                <a:gd name="connsiteX18" fmla="*/ 59543 w 77433"/>
                <a:gd name="connsiteY18" fmla="*/ 39516 h 57938"/>
                <a:gd name="connsiteX19" fmla="*/ 66260 w 77433"/>
                <a:gd name="connsiteY19" fmla="*/ 14721 h 57938"/>
                <a:gd name="connsiteX20" fmla="*/ 49785 w 77433"/>
                <a:gd name="connsiteY20" fmla="*/ 76 h 57938"/>
                <a:gd name="connsiteX21" fmla="*/ 28367 w 77433"/>
                <a:gd name="connsiteY21" fmla="*/ 11767 h 57938"/>
                <a:gd name="connsiteX22" fmla="*/ 14807 w 77433"/>
                <a:gd name="connsiteY22" fmla="*/ 76 h 57938"/>
                <a:gd name="connsiteX23" fmla="*/ 4795 w 77433"/>
                <a:gd name="connsiteY23" fmla="*/ 7013 h 57938"/>
                <a:gd name="connsiteX24" fmla="*/ 232 w 77433"/>
                <a:gd name="connsiteY24" fmla="*/ 19732 h 57938"/>
                <a:gd name="connsiteX25" fmla="*/ 2387 w 77433"/>
                <a:gd name="connsiteY25" fmla="*/ 21402 h 57938"/>
                <a:gd name="connsiteX26" fmla="*/ 5175 w 77433"/>
                <a:gd name="connsiteY26" fmla="*/ 17548 h 57938"/>
                <a:gd name="connsiteX27" fmla="*/ 14426 w 77433"/>
                <a:gd name="connsiteY27" fmla="*/ 3673 h 57938"/>
                <a:gd name="connsiteX28" fmla="*/ 18609 w 77433"/>
                <a:gd name="connsiteY28" fmla="*/ 9968 h 57938"/>
                <a:gd name="connsiteX29" fmla="*/ 16581 w 77433"/>
                <a:gd name="connsiteY29" fmla="*/ 20631 h 57938"/>
                <a:gd name="connsiteX30" fmla="*/ 13793 w 77433"/>
                <a:gd name="connsiteY30" fmla="*/ 32193 h 57938"/>
                <a:gd name="connsiteX31" fmla="*/ 9737 w 77433"/>
                <a:gd name="connsiteY31" fmla="*/ 48637 h 57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433" h="57938">
                  <a:moveTo>
                    <a:pt x="9737" y="48637"/>
                  </a:moveTo>
                  <a:cubicBezTo>
                    <a:pt x="9230" y="50307"/>
                    <a:pt x="8470" y="53519"/>
                    <a:pt x="8470" y="53904"/>
                  </a:cubicBezTo>
                  <a:cubicBezTo>
                    <a:pt x="8470" y="56730"/>
                    <a:pt x="10751" y="58015"/>
                    <a:pt x="12779" y="58015"/>
                  </a:cubicBezTo>
                  <a:cubicBezTo>
                    <a:pt x="15060" y="58015"/>
                    <a:pt x="17088" y="56345"/>
                    <a:pt x="17721" y="55189"/>
                  </a:cubicBezTo>
                  <a:cubicBezTo>
                    <a:pt x="18355" y="54033"/>
                    <a:pt x="19369" y="49922"/>
                    <a:pt x="20003" y="47224"/>
                  </a:cubicBezTo>
                  <a:cubicBezTo>
                    <a:pt x="20636" y="44783"/>
                    <a:pt x="22030" y="38873"/>
                    <a:pt x="22791" y="35662"/>
                  </a:cubicBezTo>
                  <a:cubicBezTo>
                    <a:pt x="23551" y="32835"/>
                    <a:pt x="24312" y="30009"/>
                    <a:pt x="24945" y="27054"/>
                  </a:cubicBezTo>
                  <a:cubicBezTo>
                    <a:pt x="26339" y="21787"/>
                    <a:pt x="26593" y="20759"/>
                    <a:pt x="30268" y="15492"/>
                  </a:cubicBezTo>
                  <a:cubicBezTo>
                    <a:pt x="33816" y="10354"/>
                    <a:pt x="39773" y="3673"/>
                    <a:pt x="49278" y="3673"/>
                  </a:cubicBezTo>
                  <a:cubicBezTo>
                    <a:pt x="56628" y="3673"/>
                    <a:pt x="56755" y="10225"/>
                    <a:pt x="56755" y="12666"/>
                  </a:cubicBezTo>
                  <a:cubicBezTo>
                    <a:pt x="56755" y="20374"/>
                    <a:pt x="51305" y="34634"/>
                    <a:pt x="49278" y="40030"/>
                  </a:cubicBezTo>
                  <a:cubicBezTo>
                    <a:pt x="47884" y="43627"/>
                    <a:pt x="47377" y="44783"/>
                    <a:pt x="47377" y="46967"/>
                  </a:cubicBezTo>
                  <a:cubicBezTo>
                    <a:pt x="47377" y="53776"/>
                    <a:pt x="52953" y="58015"/>
                    <a:pt x="59416" y="58015"/>
                  </a:cubicBezTo>
                  <a:cubicBezTo>
                    <a:pt x="72090" y="58015"/>
                    <a:pt x="77666" y="40287"/>
                    <a:pt x="77666" y="38360"/>
                  </a:cubicBezTo>
                  <a:cubicBezTo>
                    <a:pt x="77666" y="36689"/>
                    <a:pt x="76018" y="36689"/>
                    <a:pt x="75638" y="36689"/>
                  </a:cubicBezTo>
                  <a:cubicBezTo>
                    <a:pt x="73864" y="36689"/>
                    <a:pt x="73737" y="37460"/>
                    <a:pt x="73230" y="38873"/>
                  </a:cubicBezTo>
                  <a:cubicBezTo>
                    <a:pt x="70315" y="49151"/>
                    <a:pt x="64866" y="54418"/>
                    <a:pt x="59797" y="54418"/>
                  </a:cubicBezTo>
                  <a:cubicBezTo>
                    <a:pt x="57135" y="54418"/>
                    <a:pt x="56628" y="52619"/>
                    <a:pt x="56628" y="49922"/>
                  </a:cubicBezTo>
                  <a:cubicBezTo>
                    <a:pt x="56628" y="46967"/>
                    <a:pt x="57262" y="45297"/>
                    <a:pt x="59543" y="39516"/>
                  </a:cubicBezTo>
                  <a:cubicBezTo>
                    <a:pt x="61064" y="35533"/>
                    <a:pt x="66260" y="21916"/>
                    <a:pt x="66260" y="14721"/>
                  </a:cubicBezTo>
                  <a:cubicBezTo>
                    <a:pt x="66260" y="2260"/>
                    <a:pt x="56501" y="76"/>
                    <a:pt x="49785" y="76"/>
                  </a:cubicBezTo>
                  <a:cubicBezTo>
                    <a:pt x="39266" y="76"/>
                    <a:pt x="32169" y="6628"/>
                    <a:pt x="28367" y="11767"/>
                  </a:cubicBezTo>
                  <a:cubicBezTo>
                    <a:pt x="27480" y="2902"/>
                    <a:pt x="20003" y="76"/>
                    <a:pt x="14807" y="76"/>
                  </a:cubicBezTo>
                  <a:cubicBezTo>
                    <a:pt x="9357" y="76"/>
                    <a:pt x="6442" y="4059"/>
                    <a:pt x="4795" y="7013"/>
                  </a:cubicBezTo>
                  <a:cubicBezTo>
                    <a:pt x="2007" y="11767"/>
                    <a:pt x="232" y="19089"/>
                    <a:pt x="232" y="19732"/>
                  </a:cubicBezTo>
                  <a:cubicBezTo>
                    <a:pt x="232" y="21402"/>
                    <a:pt x="2007" y="21402"/>
                    <a:pt x="2387" y="21402"/>
                  </a:cubicBezTo>
                  <a:cubicBezTo>
                    <a:pt x="4161" y="21402"/>
                    <a:pt x="4288" y="21016"/>
                    <a:pt x="5175" y="17548"/>
                  </a:cubicBezTo>
                  <a:cubicBezTo>
                    <a:pt x="7076" y="9968"/>
                    <a:pt x="9484" y="3673"/>
                    <a:pt x="14426" y="3673"/>
                  </a:cubicBezTo>
                  <a:cubicBezTo>
                    <a:pt x="17721" y="3673"/>
                    <a:pt x="18609" y="6500"/>
                    <a:pt x="18609" y="9968"/>
                  </a:cubicBezTo>
                  <a:cubicBezTo>
                    <a:pt x="18609" y="12409"/>
                    <a:pt x="17468" y="17162"/>
                    <a:pt x="16581" y="20631"/>
                  </a:cubicBezTo>
                  <a:cubicBezTo>
                    <a:pt x="15694" y="24100"/>
                    <a:pt x="14426" y="29367"/>
                    <a:pt x="13793" y="32193"/>
                  </a:cubicBezTo>
                  <a:lnTo>
                    <a:pt x="9737" y="4863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09" name="Freeform: Shape 5308">
              <a:extLst>
                <a:ext uri="{FF2B5EF4-FFF2-40B4-BE49-F238E27FC236}">
                  <a16:creationId xmlns:a16="http://schemas.microsoft.com/office/drawing/2014/main" id="{54BCEA41-30FE-DA10-58C9-47D87876DA1F}"/>
                </a:ext>
              </a:extLst>
            </p:cNvPr>
            <p:cNvSpPr/>
            <p:nvPr>
              <p:custDataLst>
                <p:tags r:id="rId27"/>
              </p:custDataLst>
            </p:nvPr>
          </p:nvSpPr>
          <p:spPr>
            <a:xfrm>
              <a:off x="11195780" y="6429122"/>
              <a:ext cx="42002" cy="183525"/>
            </a:xfrm>
            <a:custGeom>
              <a:avLst/>
              <a:gdLst>
                <a:gd name="connsiteX0" fmla="*/ 42240 w 42002"/>
                <a:gd name="connsiteY0" fmla="*/ 91837 h 183525"/>
                <a:gd name="connsiteX1" fmla="*/ 30291 w 42002"/>
                <a:gd name="connsiteY1" fmla="*/ 34577 h 183525"/>
                <a:gd name="connsiteX2" fmla="*/ 2048 w 42002"/>
                <a:gd name="connsiteY2" fmla="*/ 75 h 183525"/>
                <a:gd name="connsiteX3" fmla="*/ 238 w 42002"/>
                <a:gd name="connsiteY3" fmla="*/ 1910 h 183525"/>
                <a:gd name="connsiteX4" fmla="*/ 3678 w 42002"/>
                <a:gd name="connsiteY4" fmla="*/ 6131 h 183525"/>
                <a:gd name="connsiteX5" fmla="*/ 31740 w 42002"/>
                <a:gd name="connsiteY5" fmla="*/ 91837 h 183525"/>
                <a:gd name="connsiteX6" fmla="*/ 2591 w 42002"/>
                <a:gd name="connsiteY6" fmla="*/ 178645 h 183525"/>
                <a:gd name="connsiteX7" fmla="*/ 238 w 42002"/>
                <a:gd name="connsiteY7" fmla="*/ 181764 h 183525"/>
                <a:gd name="connsiteX8" fmla="*/ 2048 w 42002"/>
                <a:gd name="connsiteY8" fmla="*/ 183600 h 183525"/>
                <a:gd name="connsiteX9" fmla="*/ 30835 w 42002"/>
                <a:gd name="connsiteY9" fmla="*/ 147812 h 183525"/>
                <a:gd name="connsiteX10" fmla="*/ 42240 w 42002"/>
                <a:gd name="connsiteY10" fmla="*/ 91837 h 18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02" h="183525">
                  <a:moveTo>
                    <a:pt x="42240" y="91837"/>
                  </a:moveTo>
                  <a:cubicBezTo>
                    <a:pt x="42240" y="77522"/>
                    <a:pt x="40249" y="55316"/>
                    <a:pt x="30291" y="34577"/>
                  </a:cubicBezTo>
                  <a:cubicBezTo>
                    <a:pt x="19429" y="12004"/>
                    <a:pt x="3859" y="75"/>
                    <a:pt x="2048" y="75"/>
                  </a:cubicBezTo>
                  <a:cubicBezTo>
                    <a:pt x="962" y="75"/>
                    <a:pt x="238" y="809"/>
                    <a:pt x="238" y="1910"/>
                  </a:cubicBezTo>
                  <a:cubicBezTo>
                    <a:pt x="238" y="2461"/>
                    <a:pt x="238" y="2828"/>
                    <a:pt x="3678" y="6131"/>
                  </a:cubicBezTo>
                  <a:cubicBezTo>
                    <a:pt x="21420" y="24300"/>
                    <a:pt x="31740" y="53480"/>
                    <a:pt x="31740" y="91837"/>
                  </a:cubicBezTo>
                  <a:cubicBezTo>
                    <a:pt x="31740" y="123220"/>
                    <a:pt x="25041" y="155520"/>
                    <a:pt x="2591" y="178645"/>
                  </a:cubicBezTo>
                  <a:cubicBezTo>
                    <a:pt x="238" y="180847"/>
                    <a:pt x="238" y="181214"/>
                    <a:pt x="238" y="181764"/>
                  </a:cubicBezTo>
                  <a:cubicBezTo>
                    <a:pt x="238" y="182866"/>
                    <a:pt x="962" y="183600"/>
                    <a:pt x="2048" y="183600"/>
                  </a:cubicBezTo>
                  <a:cubicBezTo>
                    <a:pt x="3859" y="183600"/>
                    <a:pt x="20153" y="171120"/>
                    <a:pt x="30835" y="147812"/>
                  </a:cubicBezTo>
                  <a:cubicBezTo>
                    <a:pt x="40068" y="127625"/>
                    <a:pt x="42240" y="107253"/>
                    <a:pt x="42240" y="9183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10" name="Freeform: Shape 5309">
              <a:extLst>
                <a:ext uri="{FF2B5EF4-FFF2-40B4-BE49-F238E27FC236}">
                  <a16:creationId xmlns:a16="http://schemas.microsoft.com/office/drawing/2014/main" id="{FB9B2188-6782-79F0-D6B4-25454196136F}"/>
                </a:ext>
              </a:extLst>
            </p:cNvPr>
            <p:cNvSpPr/>
            <p:nvPr>
              <p:custDataLst>
                <p:tags r:id="rId28"/>
              </p:custDataLst>
            </p:nvPr>
          </p:nvSpPr>
          <p:spPr>
            <a:xfrm>
              <a:off x="11311669" y="6511158"/>
              <a:ext cx="19190" cy="19453"/>
            </a:xfrm>
            <a:custGeom>
              <a:avLst/>
              <a:gdLst>
                <a:gd name="connsiteX0" fmla="*/ 19435 w 19190"/>
                <a:gd name="connsiteY0" fmla="*/ 9802 h 19453"/>
                <a:gd name="connsiteX1" fmla="*/ 9839 w 19190"/>
                <a:gd name="connsiteY1" fmla="*/ 75 h 19453"/>
                <a:gd name="connsiteX2" fmla="*/ 244 w 19190"/>
                <a:gd name="connsiteY2" fmla="*/ 9802 h 19453"/>
                <a:gd name="connsiteX3" fmla="*/ 9839 w 19190"/>
                <a:gd name="connsiteY3" fmla="*/ 19528 h 19453"/>
                <a:gd name="connsiteX4" fmla="*/ 19435 w 19190"/>
                <a:gd name="connsiteY4" fmla="*/ 9802 h 194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90" h="19453">
                  <a:moveTo>
                    <a:pt x="19435" y="9802"/>
                  </a:moveTo>
                  <a:cubicBezTo>
                    <a:pt x="19435" y="4479"/>
                    <a:pt x="15090" y="75"/>
                    <a:pt x="9839" y="75"/>
                  </a:cubicBezTo>
                  <a:cubicBezTo>
                    <a:pt x="4589" y="75"/>
                    <a:pt x="244" y="4479"/>
                    <a:pt x="244" y="9802"/>
                  </a:cubicBezTo>
                  <a:cubicBezTo>
                    <a:pt x="244" y="15124"/>
                    <a:pt x="4589" y="19528"/>
                    <a:pt x="9839" y="19528"/>
                  </a:cubicBezTo>
                  <a:cubicBezTo>
                    <a:pt x="15090" y="19528"/>
                    <a:pt x="19435" y="15124"/>
                    <a:pt x="19435" y="980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11" name="Freeform: Shape 5310">
              <a:extLst>
                <a:ext uri="{FF2B5EF4-FFF2-40B4-BE49-F238E27FC236}">
                  <a16:creationId xmlns:a16="http://schemas.microsoft.com/office/drawing/2014/main" id="{A3D10D2D-0E6F-7712-A544-66A52DEE8722}"/>
                </a:ext>
              </a:extLst>
            </p:cNvPr>
            <p:cNvSpPr/>
            <p:nvPr>
              <p:custDataLst>
                <p:tags r:id="rId29"/>
              </p:custDataLst>
            </p:nvPr>
          </p:nvSpPr>
          <p:spPr>
            <a:xfrm>
              <a:off x="11392030" y="6437198"/>
              <a:ext cx="98693" cy="165172"/>
            </a:xfrm>
            <a:custGeom>
              <a:avLst/>
              <a:gdLst>
                <a:gd name="connsiteX0" fmla="*/ 98942 w 98693"/>
                <a:gd name="connsiteY0" fmla="*/ 25218 h 165172"/>
                <a:gd name="connsiteX1" fmla="*/ 74320 w 98693"/>
                <a:gd name="connsiteY1" fmla="*/ 75 h 165172"/>
                <a:gd name="connsiteX2" fmla="*/ 52413 w 98693"/>
                <a:gd name="connsiteY2" fmla="*/ 7783 h 165172"/>
                <a:gd name="connsiteX3" fmla="*/ 29058 w 98693"/>
                <a:gd name="connsiteY3" fmla="*/ 46874 h 165172"/>
                <a:gd name="connsiteX4" fmla="*/ 272 w 98693"/>
                <a:gd name="connsiteY4" fmla="*/ 163412 h 165172"/>
                <a:gd name="connsiteX5" fmla="*/ 2444 w 98693"/>
                <a:gd name="connsiteY5" fmla="*/ 165247 h 165172"/>
                <a:gd name="connsiteX6" fmla="*/ 4617 w 98693"/>
                <a:gd name="connsiteY6" fmla="*/ 164330 h 165172"/>
                <a:gd name="connsiteX7" fmla="*/ 17290 w 98693"/>
                <a:gd name="connsiteY7" fmla="*/ 113677 h 165172"/>
                <a:gd name="connsiteX8" fmla="*/ 41912 w 98693"/>
                <a:gd name="connsiteY8" fmla="*/ 131479 h 165172"/>
                <a:gd name="connsiteX9" fmla="*/ 76854 w 98693"/>
                <a:gd name="connsiteY9" fmla="*/ 116980 h 165172"/>
                <a:gd name="connsiteX10" fmla="*/ 91338 w 98693"/>
                <a:gd name="connsiteY10" fmla="*/ 83212 h 165172"/>
                <a:gd name="connsiteX11" fmla="*/ 78122 w 98693"/>
                <a:gd name="connsiteY11" fmla="*/ 55866 h 165172"/>
                <a:gd name="connsiteX12" fmla="*/ 98942 w 98693"/>
                <a:gd name="connsiteY12" fmla="*/ 25218 h 165172"/>
                <a:gd name="connsiteX13" fmla="*/ 66354 w 98693"/>
                <a:gd name="connsiteY13" fmla="*/ 55683 h 165172"/>
                <a:gd name="connsiteX14" fmla="*/ 57663 w 98693"/>
                <a:gd name="connsiteY14" fmla="*/ 56967 h 165172"/>
                <a:gd name="connsiteX15" fmla="*/ 49697 w 98693"/>
                <a:gd name="connsiteY15" fmla="*/ 56233 h 165172"/>
                <a:gd name="connsiteX16" fmla="*/ 58569 w 98693"/>
                <a:gd name="connsiteY16" fmla="*/ 54765 h 165172"/>
                <a:gd name="connsiteX17" fmla="*/ 66354 w 98693"/>
                <a:gd name="connsiteY17" fmla="*/ 55683 h 165172"/>
                <a:gd name="connsiteX18" fmla="*/ 88803 w 98693"/>
                <a:gd name="connsiteY18" fmla="*/ 20997 h 165172"/>
                <a:gd name="connsiteX19" fmla="*/ 72509 w 98693"/>
                <a:gd name="connsiteY19" fmla="*/ 52746 h 165172"/>
                <a:gd name="connsiteX20" fmla="*/ 58569 w 98693"/>
                <a:gd name="connsiteY20" fmla="*/ 50544 h 165172"/>
                <a:gd name="connsiteX21" fmla="*/ 44628 w 98693"/>
                <a:gd name="connsiteY21" fmla="*/ 56417 h 165172"/>
                <a:gd name="connsiteX22" fmla="*/ 57120 w 98693"/>
                <a:gd name="connsiteY22" fmla="*/ 61005 h 165172"/>
                <a:gd name="connsiteX23" fmla="*/ 71966 w 98693"/>
                <a:gd name="connsiteY23" fmla="*/ 58619 h 165172"/>
                <a:gd name="connsiteX24" fmla="*/ 79932 w 98693"/>
                <a:gd name="connsiteY24" fmla="*/ 79358 h 165172"/>
                <a:gd name="connsiteX25" fmla="*/ 70880 w 98693"/>
                <a:gd name="connsiteY25" fmla="*/ 110924 h 165172"/>
                <a:gd name="connsiteX26" fmla="*/ 41369 w 98693"/>
                <a:gd name="connsiteY26" fmla="*/ 127441 h 165172"/>
                <a:gd name="connsiteX27" fmla="*/ 20730 w 98693"/>
                <a:gd name="connsiteY27" fmla="*/ 103766 h 165172"/>
                <a:gd name="connsiteX28" fmla="*/ 21635 w 98693"/>
                <a:gd name="connsiteY28" fmla="*/ 95691 h 165172"/>
                <a:gd name="connsiteX29" fmla="*/ 33222 w 98693"/>
                <a:gd name="connsiteY29" fmla="*/ 49259 h 165172"/>
                <a:gd name="connsiteX30" fmla="*/ 71966 w 98693"/>
                <a:gd name="connsiteY30" fmla="*/ 4296 h 165172"/>
                <a:gd name="connsiteX31" fmla="*/ 88803 w 98693"/>
                <a:gd name="connsiteY31" fmla="*/ 20997 h 16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693" h="165172">
                  <a:moveTo>
                    <a:pt x="98942" y="25218"/>
                  </a:moveTo>
                  <a:cubicBezTo>
                    <a:pt x="98942" y="11453"/>
                    <a:pt x="88984" y="75"/>
                    <a:pt x="74320" y="75"/>
                  </a:cubicBezTo>
                  <a:cubicBezTo>
                    <a:pt x="63819" y="75"/>
                    <a:pt x="58750" y="3011"/>
                    <a:pt x="52413" y="7783"/>
                  </a:cubicBezTo>
                  <a:cubicBezTo>
                    <a:pt x="42456" y="15124"/>
                    <a:pt x="32498" y="32926"/>
                    <a:pt x="29058" y="46874"/>
                  </a:cubicBezTo>
                  <a:lnTo>
                    <a:pt x="272" y="163412"/>
                  </a:lnTo>
                  <a:cubicBezTo>
                    <a:pt x="91" y="164146"/>
                    <a:pt x="996" y="165247"/>
                    <a:pt x="2444" y="165247"/>
                  </a:cubicBezTo>
                  <a:cubicBezTo>
                    <a:pt x="3893" y="165247"/>
                    <a:pt x="4436" y="164880"/>
                    <a:pt x="4617" y="164330"/>
                  </a:cubicBezTo>
                  <a:lnTo>
                    <a:pt x="17290" y="113677"/>
                  </a:lnTo>
                  <a:cubicBezTo>
                    <a:pt x="20730" y="124688"/>
                    <a:pt x="28696" y="131479"/>
                    <a:pt x="41912" y="131479"/>
                  </a:cubicBezTo>
                  <a:cubicBezTo>
                    <a:pt x="55129" y="131479"/>
                    <a:pt x="68707" y="125055"/>
                    <a:pt x="76854" y="116980"/>
                  </a:cubicBezTo>
                  <a:cubicBezTo>
                    <a:pt x="85545" y="108538"/>
                    <a:pt x="91338" y="96792"/>
                    <a:pt x="91338" y="83212"/>
                  </a:cubicBezTo>
                  <a:cubicBezTo>
                    <a:pt x="91338" y="69998"/>
                    <a:pt x="84639" y="60454"/>
                    <a:pt x="78122" y="55866"/>
                  </a:cubicBezTo>
                  <a:cubicBezTo>
                    <a:pt x="88622" y="49810"/>
                    <a:pt x="98942" y="38431"/>
                    <a:pt x="98942" y="25218"/>
                  </a:cubicBezTo>
                  <a:close/>
                  <a:moveTo>
                    <a:pt x="66354" y="55683"/>
                  </a:moveTo>
                  <a:cubicBezTo>
                    <a:pt x="64000" y="56600"/>
                    <a:pt x="62009" y="56967"/>
                    <a:pt x="57663" y="56967"/>
                  </a:cubicBezTo>
                  <a:cubicBezTo>
                    <a:pt x="55129" y="56967"/>
                    <a:pt x="51508" y="57151"/>
                    <a:pt x="49697" y="56233"/>
                  </a:cubicBezTo>
                  <a:cubicBezTo>
                    <a:pt x="50059" y="54398"/>
                    <a:pt x="56577" y="54765"/>
                    <a:pt x="58569" y="54765"/>
                  </a:cubicBezTo>
                  <a:cubicBezTo>
                    <a:pt x="62371" y="54765"/>
                    <a:pt x="64000" y="54765"/>
                    <a:pt x="66354" y="55683"/>
                  </a:cubicBezTo>
                  <a:close/>
                  <a:moveTo>
                    <a:pt x="88803" y="20997"/>
                  </a:moveTo>
                  <a:cubicBezTo>
                    <a:pt x="88803" y="33843"/>
                    <a:pt x="81924" y="47057"/>
                    <a:pt x="72509" y="52746"/>
                  </a:cubicBezTo>
                  <a:cubicBezTo>
                    <a:pt x="67621" y="50911"/>
                    <a:pt x="64000" y="50544"/>
                    <a:pt x="58569" y="50544"/>
                  </a:cubicBezTo>
                  <a:cubicBezTo>
                    <a:pt x="54767" y="50544"/>
                    <a:pt x="44628" y="50361"/>
                    <a:pt x="44628" y="56417"/>
                  </a:cubicBezTo>
                  <a:cubicBezTo>
                    <a:pt x="44447" y="61556"/>
                    <a:pt x="53861" y="61005"/>
                    <a:pt x="57120" y="61005"/>
                  </a:cubicBezTo>
                  <a:cubicBezTo>
                    <a:pt x="63819" y="61005"/>
                    <a:pt x="66535" y="60821"/>
                    <a:pt x="71966" y="58619"/>
                  </a:cubicBezTo>
                  <a:cubicBezTo>
                    <a:pt x="78846" y="65226"/>
                    <a:pt x="79751" y="70915"/>
                    <a:pt x="79932" y="79358"/>
                  </a:cubicBezTo>
                  <a:cubicBezTo>
                    <a:pt x="80294" y="90002"/>
                    <a:pt x="75949" y="103766"/>
                    <a:pt x="70880" y="110924"/>
                  </a:cubicBezTo>
                  <a:cubicBezTo>
                    <a:pt x="63819" y="120834"/>
                    <a:pt x="51689" y="127441"/>
                    <a:pt x="41369" y="127441"/>
                  </a:cubicBezTo>
                  <a:cubicBezTo>
                    <a:pt x="27610" y="127441"/>
                    <a:pt x="20730" y="116797"/>
                    <a:pt x="20730" y="103766"/>
                  </a:cubicBezTo>
                  <a:cubicBezTo>
                    <a:pt x="20730" y="101931"/>
                    <a:pt x="20730" y="99178"/>
                    <a:pt x="21635" y="95691"/>
                  </a:cubicBezTo>
                  <a:lnTo>
                    <a:pt x="33222" y="49259"/>
                  </a:lnTo>
                  <a:cubicBezTo>
                    <a:pt x="37205" y="33476"/>
                    <a:pt x="50241" y="4296"/>
                    <a:pt x="71966" y="4296"/>
                  </a:cubicBezTo>
                  <a:cubicBezTo>
                    <a:pt x="82467" y="4296"/>
                    <a:pt x="88803" y="9985"/>
                    <a:pt x="88803" y="2099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12" name="Freeform: Shape 5311">
              <a:extLst>
                <a:ext uri="{FF2B5EF4-FFF2-40B4-BE49-F238E27FC236}">
                  <a16:creationId xmlns:a16="http://schemas.microsoft.com/office/drawing/2014/main" id="{4E004947-1D05-48D1-9A10-1AA72D442067}"/>
                </a:ext>
              </a:extLst>
            </p:cNvPr>
            <p:cNvSpPr/>
            <p:nvPr>
              <p:custDataLst>
                <p:tags r:id="rId30"/>
              </p:custDataLst>
            </p:nvPr>
          </p:nvSpPr>
          <p:spPr>
            <a:xfrm>
              <a:off x="11498531" y="6505138"/>
              <a:ext cx="62352" cy="90441"/>
            </a:xfrm>
            <a:custGeom>
              <a:avLst/>
              <a:gdLst>
                <a:gd name="connsiteX0" fmla="*/ 30417 w 62352"/>
                <a:gd name="connsiteY0" fmla="*/ 3930 h 90441"/>
                <a:gd name="connsiteX1" fmla="*/ 30924 w 62352"/>
                <a:gd name="connsiteY1" fmla="*/ 1875 h 90441"/>
                <a:gd name="connsiteX2" fmla="*/ 28896 w 62352"/>
                <a:gd name="connsiteY2" fmla="*/ 76 h 90441"/>
                <a:gd name="connsiteX3" fmla="*/ 12674 w 62352"/>
                <a:gd name="connsiteY3" fmla="*/ 1361 h 90441"/>
                <a:gd name="connsiteX4" fmla="*/ 9886 w 62352"/>
                <a:gd name="connsiteY4" fmla="*/ 4316 h 90441"/>
                <a:gd name="connsiteX5" fmla="*/ 13181 w 62352"/>
                <a:gd name="connsiteY5" fmla="*/ 6114 h 90441"/>
                <a:gd name="connsiteX6" fmla="*/ 19264 w 62352"/>
                <a:gd name="connsiteY6" fmla="*/ 8041 h 90441"/>
                <a:gd name="connsiteX7" fmla="*/ 18757 w 62352"/>
                <a:gd name="connsiteY7" fmla="*/ 10867 h 90441"/>
                <a:gd name="connsiteX8" fmla="*/ 888 w 62352"/>
                <a:gd name="connsiteY8" fmla="*/ 83580 h 90441"/>
                <a:gd name="connsiteX9" fmla="*/ 255 w 62352"/>
                <a:gd name="connsiteY9" fmla="*/ 86406 h 90441"/>
                <a:gd name="connsiteX10" fmla="*/ 4563 w 62352"/>
                <a:gd name="connsiteY10" fmla="*/ 90517 h 90441"/>
                <a:gd name="connsiteX11" fmla="*/ 10393 w 62352"/>
                <a:gd name="connsiteY11" fmla="*/ 85122 h 90441"/>
                <a:gd name="connsiteX12" fmla="*/ 16603 w 62352"/>
                <a:gd name="connsiteY12" fmla="*/ 60199 h 90441"/>
                <a:gd name="connsiteX13" fmla="*/ 32825 w 62352"/>
                <a:gd name="connsiteY13" fmla="*/ 70733 h 90441"/>
                <a:gd name="connsiteX14" fmla="*/ 32571 w 62352"/>
                <a:gd name="connsiteY14" fmla="*/ 73303 h 90441"/>
                <a:gd name="connsiteX15" fmla="*/ 32064 w 62352"/>
                <a:gd name="connsiteY15" fmla="*/ 77285 h 90441"/>
                <a:gd name="connsiteX16" fmla="*/ 45498 w 62352"/>
                <a:gd name="connsiteY16" fmla="*/ 90517 h 90441"/>
                <a:gd name="connsiteX17" fmla="*/ 61593 w 62352"/>
                <a:gd name="connsiteY17" fmla="*/ 70862 h 90441"/>
                <a:gd name="connsiteX18" fmla="*/ 59565 w 62352"/>
                <a:gd name="connsiteY18" fmla="*/ 69192 h 90441"/>
                <a:gd name="connsiteX19" fmla="*/ 57031 w 62352"/>
                <a:gd name="connsiteY19" fmla="*/ 72275 h 90441"/>
                <a:gd name="connsiteX20" fmla="*/ 45878 w 62352"/>
                <a:gd name="connsiteY20" fmla="*/ 86920 h 90441"/>
                <a:gd name="connsiteX21" fmla="*/ 41442 w 62352"/>
                <a:gd name="connsiteY21" fmla="*/ 80240 h 90441"/>
                <a:gd name="connsiteX22" fmla="*/ 42203 w 62352"/>
                <a:gd name="connsiteY22" fmla="*/ 74459 h 90441"/>
                <a:gd name="connsiteX23" fmla="*/ 42837 w 62352"/>
                <a:gd name="connsiteY23" fmla="*/ 70476 h 90441"/>
                <a:gd name="connsiteX24" fmla="*/ 22306 w 62352"/>
                <a:gd name="connsiteY24" fmla="*/ 56859 h 90441"/>
                <a:gd name="connsiteX25" fmla="*/ 32825 w 62352"/>
                <a:gd name="connsiteY25" fmla="*/ 48380 h 90441"/>
                <a:gd name="connsiteX26" fmla="*/ 52722 w 62352"/>
                <a:gd name="connsiteY26" fmla="*/ 36176 h 90441"/>
                <a:gd name="connsiteX27" fmla="*/ 56904 w 62352"/>
                <a:gd name="connsiteY27" fmla="*/ 37846 h 90441"/>
                <a:gd name="connsiteX28" fmla="*/ 50314 w 62352"/>
                <a:gd name="connsiteY28" fmla="*/ 45040 h 90441"/>
                <a:gd name="connsiteX29" fmla="*/ 55383 w 62352"/>
                <a:gd name="connsiteY29" fmla="*/ 49793 h 90441"/>
                <a:gd name="connsiteX30" fmla="*/ 62607 w 62352"/>
                <a:gd name="connsiteY30" fmla="*/ 41571 h 90441"/>
                <a:gd name="connsiteX31" fmla="*/ 52848 w 62352"/>
                <a:gd name="connsiteY31" fmla="*/ 32578 h 90441"/>
                <a:gd name="connsiteX32" fmla="*/ 32571 w 62352"/>
                <a:gd name="connsiteY32" fmla="*/ 43884 h 90441"/>
                <a:gd name="connsiteX33" fmla="*/ 17870 w 62352"/>
                <a:gd name="connsiteY33" fmla="*/ 55189 h 90441"/>
                <a:gd name="connsiteX34" fmla="*/ 30417 w 62352"/>
                <a:gd name="connsiteY34" fmla="*/ 3930 h 9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2352" h="90441">
                  <a:moveTo>
                    <a:pt x="30417" y="3930"/>
                  </a:moveTo>
                  <a:cubicBezTo>
                    <a:pt x="30544" y="3673"/>
                    <a:pt x="30924" y="2003"/>
                    <a:pt x="30924" y="1875"/>
                  </a:cubicBezTo>
                  <a:cubicBezTo>
                    <a:pt x="30924" y="1232"/>
                    <a:pt x="30417" y="76"/>
                    <a:pt x="28896" y="76"/>
                  </a:cubicBezTo>
                  <a:cubicBezTo>
                    <a:pt x="26361" y="76"/>
                    <a:pt x="15843" y="1104"/>
                    <a:pt x="12674" y="1361"/>
                  </a:cubicBezTo>
                  <a:cubicBezTo>
                    <a:pt x="11660" y="1489"/>
                    <a:pt x="9886" y="1618"/>
                    <a:pt x="9886" y="4316"/>
                  </a:cubicBezTo>
                  <a:cubicBezTo>
                    <a:pt x="9886" y="6114"/>
                    <a:pt x="11660" y="6114"/>
                    <a:pt x="13181" y="6114"/>
                  </a:cubicBezTo>
                  <a:cubicBezTo>
                    <a:pt x="19264" y="6114"/>
                    <a:pt x="19264" y="7013"/>
                    <a:pt x="19264" y="8041"/>
                  </a:cubicBezTo>
                  <a:cubicBezTo>
                    <a:pt x="19264" y="8940"/>
                    <a:pt x="19011" y="9711"/>
                    <a:pt x="18757" y="10867"/>
                  </a:cubicBezTo>
                  <a:lnTo>
                    <a:pt x="888" y="83580"/>
                  </a:lnTo>
                  <a:cubicBezTo>
                    <a:pt x="255" y="85892"/>
                    <a:pt x="255" y="86149"/>
                    <a:pt x="255" y="86406"/>
                  </a:cubicBezTo>
                  <a:cubicBezTo>
                    <a:pt x="255" y="88333"/>
                    <a:pt x="1775" y="90517"/>
                    <a:pt x="4563" y="90517"/>
                  </a:cubicBezTo>
                  <a:cubicBezTo>
                    <a:pt x="7985" y="90517"/>
                    <a:pt x="9633" y="87948"/>
                    <a:pt x="10393" y="85122"/>
                  </a:cubicBezTo>
                  <a:cubicBezTo>
                    <a:pt x="10647" y="84608"/>
                    <a:pt x="16096" y="61998"/>
                    <a:pt x="16603" y="60199"/>
                  </a:cubicBezTo>
                  <a:cubicBezTo>
                    <a:pt x="25601" y="61098"/>
                    <a:pt x="32825" y="64053"/>
                    <a:pt x="32825" y="70733"/>
                  </a:cubicBezTo>
                  <a:cubicBezTo>
                    <a:pt x="32825" y="71376"/>
                    <a:pt x="32825" y="72018"/>
                    <a:pt x="32571" y="73303"/>
                  </a:cubicBezTo>
                  <a:cubicBezTo>
                    <a:pt x="32064" y="75230"/>
                    <a:pt x="32064" y="75872"/>
                    <a:pt x="32064" y="77285"/>
                  </a:cubicBezTo>
                  <a:cubicBezTo>
                    <a:pt x="32064" y="86406"/>
                    <a:pt x="39415" y="90517"/>
                    <a:pt x="45498" y="90517"/>
                  </a:cubicBezTo>
                  <a:cubicBezTo>
                    <a:pt x="57791" y="90517"/>
                    <a:pt x="61593" y="70990"/>
                    <a:pt x="61593" y="70862"/>
                  </a:cubicBezTo>
                  <a:cubicBezTo>
                    <a:pt x="61593" y="69192"/>
                    <a:pt x="59945" y="69192"/>
                    <a:pt x="59565" y="69192"/>
                  </a:cubicBezTo>
                  <a:cubicBezTo>
                    <a:pt x="57791" y="69192"/>
                    <a:pt x="57664" y="69834"/>
                    <a:pt x="57031" y="72275"/>
                  </a:cubicBezTo>
                  <a:cubicBezTo>
                    <a:pt x="55510" y="77799"/>
                    <a:pt x="52088" y="86920"/>
                    <a:pt x="45878" y="86920"/>
                  </a:cubicBezTo>
                  <a:cubicBezTo>
                    <a:pt x="42456" y="86920"/>
                    <a:pt x="41442" y="83709"/>
                    <a:pt x="41442" y="80240"/>
                  </a:cubicBezTo>
                  <a:cubicBezTo>
                    <a:pt x="41442" y="78056"/>
                    <a:pt x="41442" y="77799"/>
                    <a:pt x="42203" y="74459"/>
                  </a:cubicBezTo>
                  <a:cubicBezTo>
                    <a:pt x="42330" y="74073"/>
                    <a:pt x="42837" y="71890"/>
                    <a:pt x="42837" y="70476"/>
                  </a:cubicBezTo>
                  <a:cubicBezTo>
                    <a:pt x="42837" y="59043"/>
                    <a:pt x="27629" y="57244"/>
                    <a:pt x="22306" y="56859"/>
                  </a:cubicBezTo>
                  <a:cubicBezTo>
                    <a:pt x="25981" y="54546"/>
                    <a:pt x="30670" y="50307"/>
                    <a:pt x="32825" y="48380"/>
                  </a:cubicBezTo>
                  <a:cubicBezTo>
                    <a:pt x="39288" y="42214"/>
                    <a:pt x="45625" y="36176"/>
                    <a:pt x="52722" y="36176"/>
                  </a:cubicBezTo>
                  <a:cubicBezTo>
                    <a:pt x="54242" y="36176"/>
                    <a:pt x="55890" y="36561"/>
                    <a:pt x="56904" y="37846"/>
                  </a:cubicBezTo>
                  <a:cubicBezTo>
                    <a:pt x="51454" y="38745"/>
                    <a:pt x="50314" y="43113"/>
                    <a:pt x="50314" y="45040"/>
                  </a:cubicBezTo>
                  <a:cubicBezTo>
                    <a:pt x="50314" y="47866"/>
                    <a:pt x="52468" y="49793"/>
                    <a:pt x="55383" y="49793"/>
                  </a:cubicBezTo>
                  <a:cubicBezTo>
                    <a:pt x="58805" y="49793"/>
                    <a:pt x="62607" y="46967"/>
                    <a:pt x="62607" y="41571"/>
                  </a:cubicBezTo>
                  <a:cubicBezTo>
                    <a:pt x="62607" y="37332"/>
                    <a:pt x="59565" y="32578"/>
                    <a:pt x="52848" y="32578"/>
                  </a:cubicBezTo>
                  <a:cubicBezTo>
                    <a:pt x="45625" y="32578"/>
                    <a:pt x="39035" y="37846"/>
                    <a:pt x="32571" y="43884"/>
                  </a:cubicBezTo>
                  <a:cubicBezTo>
                    <a:pt x="27248" y="49022"/>
                    <a:pt x="23066" y="53005"/>
                    <a:pt x="17870" y="55189"/>
                  </a:cubicBezTo>
                  <a:lnTo>
                    <a:pt x="30417" y="393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13" name="Freeform: Shape 5312">
              <a:extLst>
                <a:ext uri="{FF2B5EF4-FFF2-40B4-BE49-F238E27FC236}">
                  <a16:creationId xmlns:a16="http://schemas.microsoft.com/office/drawing/2014/main" id="{BB1DC5AF-9555-E265-2C9C-DF6F68865F24}"/>
                </a:ext>
              </a:extLst>
            </p:cNvPr>
            <p:cNvSpPr/>
            <p:nvPr>
              <p:custDataLst>
                <p:tags r:id="rId31"/>
              </p:custDataLst>
            </p:nvPr>
          </p:nvSpPr>
          <p:spPr>
            <a:xfrm>
              <a:off x="10818484" y="6641371"/>
              <a:ext cx="759618" cy="7340"/>
            </a:xfrm>
            <a:custGeom>
              <a:avLst/>
              <a:gdLst>
                <a:gd name="connsiteX0" fmla="*/ 0 w 759618"/>
                <a:gd name="connsiteY0" fmla="*/ 0 h 7340"/>
                <a:gd name="connsiteX1" fmla="*/ 759619 w 759618"/>
                <a:gd name="connsiteY1" fmla="*/ 0 h 7340"/>
                <a:gd name="connsiteX2" fmla="*/ 759619 w 759618"/>
                <a:gd name="connsiteY2" fmla="*/ 7341 h 7340"/>
                <a:gd name="connsiteX3" fmla="*/ 0 w 759618"/>
                <a:gd name="connsiteY3" fmla="*/ 7341 h 7340"/>
              </a:gdLst>
              <a:ahLst/>
              <a:cxnLst>
                <a:cxn ang="0">
                  <a:pos x="connsiteX0" y="connsiteY0"/>
                </a:cxn>
                <a:cxn ang="0">
                  <a:pos x="connsiteX1" y="connsiteY1"/>
                </a:cxn>
                <a:cxn ang="0">
                  <a:pos x="connsiteX2" y="connsiteY2"/>
                </a:cxn>
                <a:cxn ang="0">
                  <a:pos x="connsiteX3" y="connsiteY3"/>
                </a:cxn>
              </a:cxnLst>
              <a:rect l="l" t="t" r="r" b="b"/>
              <a:pathLst>
                <a:path w="759618" h="7340">
                  <a:moveTo>
                    <a:pt x="0" y="0"/>
                  </a:moveTo>
                  <a:lnTo>
                    <a:pt x="759619" y="0"/>
                  </a:lnTo>
                  <a:lnTo>
                    <a:pt x="759619" y="7341"/>
                  </a:lnTo>
                  <a:lnTo>
                    <a:pt x="0" y="734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14" name="Freeform: Shape 5313">
              <a:extLst>
                <a:ext uri="{FF2B5EF4-FFF2-40B4-BE49-F238E27FC236}">
                  <a16:creationId xmlns:a16="http://schemas.microsoft.com/office/drawing/2014/main" id="{0EE4392C-4314-F120-9B21-B9F292A8D78B}"/>
                </a:ext>
              </a:extLst>
            </p:cNvPr>
            <p:cNvSpPr/>
            <p:nvPr>
              <p:custDataLst>
                <p:tags r:id="rId32"/>
              </p:custDataLst>
            </p:nvPr>
          </p:nvSpPr>
          <p:spPr>
            <a:xfrm>
              <a:off x="10834476" y="6687426"/>
              <a:ext cx="90341" cy="167007"/>
            </a:xfrm>
            <a:custGeom>
              <a:avLst/>
              <a:gdLst>
                <a:gd name="connsiteX0" fmla="*/ 57066 w 90341"/>
                <a:gd name="connsiteY0" fmla="*/ 56063 h 167007"/>
                <a:gd name="connsiteX1" fmla="*/ 72636 w 90341"/>
                <a:gd name="connsiteY1" fmla="*/ 56063 h 167007"/>
                <a:gd name="connsiteX2" fmla="*/ 78068 w 90341"/>
                <a:gd name="connsiteY2" fmla="*/ 52393 h 167007"/>
                <a:gd name="connsiteX3" fmla="*/ 73180 w 90341"/>
                <a:gd name="connsiteY3" fmla="*/ 50374 h 167007"/>
                <a:gd name="connsiteX4" fmla="*/ 58153 w 90341"/>
                <a:gd name="connsiteY4" fmla="*/ 50374 h 167007"/>
                <a:gd name="connsiteX5" fmla="*/ 61955 w 90341"/>
                <a:gd name="connsiteY5" fmla="*/ 29452 h 167007"/>
                <a:gd name="connsiteX6" fmla="*/ 66300 w 90341"/>
                <a:gd name="connsiteY6" fmla="*/ 10366 h 167007"/>
                <a:gd name="connsiteX7" fmla="*/ 74809 w 90341"/>
                <a:gd name="connsiteY7" fmla="*/ 4126 h 167007"/>
                <a:gd name="connsiteX8" fmla="*/ 83680 w 90341"/>
                <a:gd name="connsiteY8" fmla="*/ 7429 h 167007"/>
                <a:gd name="connsiteX9" fmla="*/ 73904 w 90341"/>
                <a:gd name="connsiteY9" fmla="*/ 17340 h 167007"/>
                <a:gd name="connsiteX10" fmla="*/ 80602 w 90341"/>
                <a:gd name="connsiteY10" fmla="*/ 23763 h 167007"/>
                <a:gd name="connsiteX11" fmla="*/ 90560 w 90341"/>
                <a:gd name="connsiteY11" fmla="*/ 12751 h 167007"/>
                <a:gd name="connsiteX12" fmla="*/ 74809 w 90341"/>
                <a:gd name="connsiteY12" fmla="*/ 88 h 167007"/>
                <a:gd name="connsiteX13" fmla="*/ 51816 w 90341"/>
                <a:gd name="connsiteY13" fmla="*/ 21561 h 167007"/>
                <a:gd name="connsiteX14" fmla="*/ 45842 w 90341"/>
                <a:gd name="connsiteY14" fmla="*/ 50374 h 167007"/>
                <a:gd name="connsiteX15" fmla="*/ 33349 w 90341"/>
                <a:gd name="connsiteY15" fmla="*/ 50374 h 167007"/>
                <a:gd name="connsiteX16" fmla="*/ 27918 w 90341"/>
                <a:gd name="connsiteY16" fmla="*/ 53861 h 167007"/>
                <a:gd name="connsiteX17" fmla="*/ 32987 w 90341"/>
                <a:gd name="connsiteY17" fmla="*/ 56063 h 167007"/>
                <a:gd name="connsiteX18" fmla="*/ 44936 w 90341"/>
                <a:gd name="connsiteY18" fmla="*/ 56063 h 167007"/>
                <a:gd name="connsiteX19" fmla="*/ 31358 w 90341"/>
                <a:gd name="connsiteY19" fmla="*/ 128556 h 167007"/>
                <a:gd name="connsiteX20" fmla="*/ 15607 w 90341"/>
                <a:gd name="connsiteY20" fmla="*/ 163058 h 167007"/>
                <a:gd name="connsiteX21" fmla="*/ 6917 w 90341"/>
                <a:gd name="connsiteY21" fmla="*/ 159755 h 167007"/>
                <a:gd name="connsiteX22" fmla="*/ 16874 w 90341"/>
                <a:gd name="connsiteY22" fmla="*/ 149845 h 167007"/>
                <a:gd name="connsiteX23" fmla="*/ 10176 w 90341"/>
                <a:gd name="connsiteY23" fmla="*/ 143421 h 167007"/>
                <a:gd name="connsiteX24" fmla="*/ 218 w 90341"/>
                <a:gd name="connsiteY24" fmla="*/ 154433 h 167007"/>
                <a:gd name="connsiteX25" fmla="*/ 15607 w 90341"/>
                <a:gd name="connsiteY25" fmla="*/ 167096 h 167007"/>
                <a:gd name="connsiteX26" fmla="*/ 36065 w 90341"/>
                <a:gd name="connsiteY26" fmla="*/ 149294 h 167007"/>
                <a:gd name="connsiteX27" fmla="*/ 46204 w 90341"/>
                <a:gd name="connsiteY27" fmla="*/ 114241 h 167007"/>
                <a:gd name="connsiteX28" fmla="*/ 57066 w 90341"/>
                <a:gd name="connsiteY28" fmla="*/ 56063 h 167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0341" h="167007">
                  <a:moveTo>
                    <a:pt x="57066" y="56063"/>
                  </a:moveTo>
                  <a:lnTo>
                    <a:pt x="72636" y="56063"/>
                  </a:lnTo>
                  <a:cubicBezTo>
                    <a:pt x="76257" y="56063"/>
                    <a:pt x="78068" y="56063"/>
                    <a:pt x="78068" y="52393"/>
                  </a:cubicBezTo>
                  <a:cubicBezTo>
                    <a:pt x="78068" y="50374"/>
                    <a:pt x="76257" y="50374"/>
                    <a:pt x="73180" y="50374"/>
                  </a:cubicBezTo>
                  <a:lnTo>
                    <a:pt x="58153" y="50374"/>
                  </a:lnTo>
                  <a:lnTo>
                    <a:pt x="61955" y="29452"/>
                  </a:lnTo>
                  <a:cubicBezTo>
                    <a:pt x="62679" y="25598"/>
                    <a:pt x="65213" y="12568"/>
                    <a:pt x="66300" y="10366"/>
                  </a:cubicBezTo>
                  <a:cubicBezTo>
                    <a:pt x="67929" y="6879"/>
                    <a:pt x="71007" y="4126"/>
                    <a:pt x="74809" y="4126"/>
                  </a:cubicBezTo>
                  <a:cubicBezTo>
                    <a:pt x="75533" y="4126"/>
                    <a:pt x="80240" y="4126"/>
                    <a:pt x="83680" y="7429"/>
                  </a:cubicBezTo>
                  <a:cubicBezTo>
                    <a:pt x="75714" y="8163"/>
                    <a:pt x="73904" y="14587"/>
                    <a:pt x="73904" y="17340"/>
                  </a:cubicBezTo>
                  <a:cubicBezTo>
                    <a:pt x="73904" y="21561"/>
                    <a:pt x="77163" y="23763"/>
                    <a:pt x="80602" y="23763"/>
                  </a:cubicBezTo>
                  <a:cubicBezTo>
                    <a:pt x="85310" y="23763"/>
                    <a:pt x="90560" y="19725"/>
                    <a:pt x="90560" y="12751"/>
                  </a:cubicBezTo>
                  <a:cubicBezTo>
                    <a:pt x="90560" y="4309"/>
                    <a:pt x="82232" y="88"/>
                    <a:pt x="74809" y="88"/>
                  </a:cubicBezTo>
                  <a:cubicBezTo>
                    <a:pt x="68653" y="88"/>
                    <a:pt x="57247" y="3392"/>
                    <a:pt x="51816" y="21561"/>
                  </a:cubicBezTo>
                  <a:cubicBezTo>
                    <a:pt x="50730" y="25415"/>
                    <a:pt x="50187" y="27250"/>
                    <a:pt x="45842" y="50374"/>
                  </a:cubicBezTo>
                  <a:lnTo>
                    <a:pt x="33349" y="50374"/>
                  </a:lnTo>
                  <a:cubicBezTo>
                    <a:pt x="29910" y="50374"/>
                    <a:pt x="27918" y="50374"/>
                    <a:pt x="27918" y="53861"/>
                  </a:cubicBezTo>
                  <a:cubicBezTo>
                    <a:pt x="27918" y="56063"/>
                    <a:pt x="29547" y="56063"/>
                    <a:pt x="32987" y="56063"/>
                  </a:cubicBezTo>
                  <a:lnTo>
                    <a:pt x="44936" y="56063"/>
                  </a:lnTo>
                  <a:lnTo>
                    <a:pt x="31358" y="128556"/>
                  </a:lnTo>
                  <a:cubicBezTo>
                    <a:pt x="28099" y="146358"/>
                    <a:pt x="25021" y="163058"/>
                    <a:pt x="15607" y="163058"/>
                  </a:cubicBezTo>
                  <a:cubicBezTo>
                    <a:pt x="14883" y="163058"/>
                    <a:pt x="10357" y="163058"/>
                    <a:pt x="6917" y="159755"/>
                  </a:cubicBezTo>
                  <a:cubicBezTo>
                    <a:pt x="15245" y="159204"/>
                    <a:pt x="16874" y="152598"/>
                    <a:pt x="16874" y="149845"/>
                  </a:cubicBezTo>
                  <a:cubicBezTo>
                    <a:pt x="16874" y="145624"/>
                    <a:pt x="13615" y="143421"/>
                    <a:pt x="10176" y="143421"/>
                  </a:cubicBezTo>
                  <a:cubicBezTo>
                    <a:pt x="5468" y="143421"/>
                    <a:pt x="218" y="147459"/>
                    <a:pt x="218" y="154433"/>
                  </a:cubicBezTo>
                  <a:cubicBezTo>
                    <a:pt x="218" y="162691"/>
                    <a:pt x="8184" y="167096"/>
                    <a:pt x="15607" y="167096"/>
                  </a:cubicBezTo>
                  <a:cubicBezTo>
                    <a:pt x="25564" y="167096"/>
                    <a:pt x="32806" y="156268"/>
                    <a:pt x="36065" y="149294"/>
                  </a:cubicBezTo>
                  <a:cubicBezTo>
                    <a:pt x="41859" y="137732"/>
                    <a:pt x="46023" y="115525"/>
                    <a:pt x="46204" y="114241"/>
                  </a:cubicBezTo>
                  <a:lnTo>
                    <a:pt x="57066" y="5606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15" name="Freeform: Shape 5314">
              <a:extLst>
                <a:ext uri="{FF2B5EF4-FFF2-40B4-BE49-F238E27FC236}">
                  <a16:creationId xmlns:a16="http://schemas.microsoft.com/office/drawing/2014/main" id="{3ED94417-3008-6BDD-A905-10FD1023DC74}"/>
                </a:ext>
              </a:extLst>
            </p:cNvPr>
            <p:cNvSpPr/>
            <p:nvPr>
              <p:custDataLst>
                <p:tags r:id="rId33"/>
              </p:custDataLst>
            </p:nvPr>
          </p:nvSpPr>
          <p:spPr>
            <a:xfrm>
              <a:off x="10950929" y="6679167"/>
              <a:ext cx="42002" cy="183525"/>
            </a:xfrm>
            <a:custGeom>
              <a:avLst/>
              <a:gdLst>
                <a:gd name="connsiteX0" fmla="*/ 42227 w 42002"/>
                <a:gd name="connsiteY0" fmla="*/ 181778 h 183525"/>
                <a:gd name="connsiteX1" fmla="*/ 39149 w 42002"/>
                <a:gd name="connsiteY1" fmla="*/ 177740 h 183525"/>
                <a:gd name="connsiteX2" fmla="*/ 10725 w 42002"/>
                <a:gd name="connsiteY2" fmla="*/ 91851 h 183525"/>
                <a:gd name="connsiteX3" fmla="*/ 39873 w 42002"/>
                <a:gd name="connsiteY3" fmla="*/ 5043 h 183525"/>
                <a:gd name="connsiteX4" fmla="*/ 42227 w 42002"/>
                <a:gd name="connsiteY4" fmla="*/ 1924 h 183525"/>
                <a:gd name="connsiteX5" fmla="*/ 40416 w 42002"/>
                <a:gd name="connsiteY5" fmla="*/ 88 h 183525"/>
                <a:gd name="connsiteX6" fmla="*/ 11630 w 42002"/>
                <a:gd name="connsiteY6" fmla="*/ 35876 h 183525"/>
                <a:gd name="connsiteX7" fmla="*/ 224 w 42002"/>
                <a:gd name="connsiteY7" fmla="*/ 91851 h 183525"/>
                <a:gd name="connsiteX8" fmla="*/ 12173 w 42002"/>
                <a:gd name="connsiteY8" fmla="*/ 149111 h 183525"/>
                <a:gd name="connsiteX9" fmla="*/ 40416 w 42002"/>
                <a:gd name="connsiteY9" fmla="*/ 183613 h 183525"/>
                <a:gd name="connsiteX10" fmla="*/ 42227 w 42002"/>
                <a:gd name="connsiteY10" fmla="*/ 181778 h 18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02" h="183525">
                  <a:moveTo>
                    <a:pt x="42227" y="181778"/>
                  </a:moveTo>
                  <a:cubicBezTo>
                    <a:pt x="42227" y="181227"/>
                    <a:pt x="42227" y="180860"/>
                    <a:pt x="39149" y="177740"/>
                  </a:cubicBezTo>
                  <a:cubicBezTo>
                    <a:pt x="16518" y="154616"/>
                    <a:pt x="10725" y="119930"/>
                    <a:pt x="10725" y="91851"/>
                  </a:cubicBezTo>
                  <a:cubicBezTo>
                    <a:pt x="10725" y="59917"/>
                    <a:pt x="17604" y="27984"/>
                    <a:pt x="39873" y="5043"/>
                  </a:cubicBezTo>
                  <a:cubicBezTo>
                    <a:pt x="42227" y="2841"/>
                    <a:pt x="42227" y="2474"/>
                    <a:pt x="42227" y="1924"/>
                  </a:cubicBezTo>
                  <a:cubicBezTo>
                    <a:pt x="42227" y="639"/>
                    <a:pt x="41502" y="88"/>
                    <a:pt x="40416" y="88"/>
                  </a:cubicBezTo>
                  <a:cubicBezTo>
                    <a:pt x="38606" y="88"/>
                    <a:pt x="22312" y="12568"/>
                    <a:pt x="11630" y="35876"/>
                  </a:cubicBezTo>
                  <a:cubicBezTo>
                    <a:pt x="2396" y="56063"/>
                    <a:pt x="224" y="76435"/>
                    <a:pt x="224" y="91851"/>
                  </a:cubicBezTo>
                  <a:cubicBezTo>
                    <a:pt x="224" y="106166"/>
                    <a:pt x="2215" y="128372"/>
                    <a:pt x="12173" y="149111"/>
                  </a:cubicBezTo>
                  <a:cubicBezTo>
                    <a:pt x="23036" y="171684"/>
                    <a:pt x="38606" y="183613"/>
                    <a:pt x="40416" y="183613"/>
                  </a:cubicBezTo>
                  <a:cubicBezTo>
                    <a:pt x="41502" y="183613"/>
                    <a:pt x="42227" y="183063"/>
                    <a:pt x="42227" y="18177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16" name="Freeform: Shape 5315">
              <a:extLst>
                <a:ext uri="{FF2B5EF4-FFF2-40B4-BE49-F238E27FC236}">
                  <a16:creationId xmlns:a16="http://schemas.microsoft.com/office/drawing/2014/main" id="{0ADE88A6-F771-67F5-C2C6-502EF85928D0}"/>
                </a:ext>
              </a:extLst>
            </p:cNvPr>
            <p:cNvSpPr/>
            <p:nvPr>
              <p:custDataLst>
                <p:tags r:id="rId34"/>
              </p:custDataLst>
            </p:nvPr>
          </p:nvSpPr>
          <p:spPr>
            <a:xfrm>
              <a:off x="11008663" y="6735693"/>
              <a:ext cx="84548" cy="120759"/>
            </a:xfrm>
            <a:custGeom>
              <a:avLst/>
              <a:gdLst>
                <a:gd name="connsiteX0" fmla="*/ 83328 w 84548"/>
                <a:gd name="connsiteY0" fmla="*/ 30370 h 120759"/>
                <a:gd name="connsiteX1" fmla="*/ 84776 w 84548"/>
                <a:gd name="connsiteY1" fmla="*/ 19725 h 120759"/>
                <a:gd name="connsiteX2" fmla="*/ 63956 w 84548"/>
                <a:gd name="connsiteY2" fmla="*/ 88 h 120759"/>
                <a:gd name="connsiteX3" fmla="*/ 35894 w 84548"/>
                <a:gd name="connsiteY3" fmla="*/ 16055 h 120759"/>
                <a:gd name="connsiteX4" fmla="*/ 19238 w 84548"/>
                <a:gd name="connsiteY4" fmla="*/ 88 h 120759"/>
                <a:gd name="connsiteX5" fmla="*/ 5840 w 84548"/>
                <a:gd name="connsiteY5" fmla="*/ 10549 h 120759"/>
                <a:gd name="connsiteX6" fmla="*/ 228 w 84548"/>
                <a:gd name="connsiteY6" fmla="*/ 28351 h 120759"/>
                <a:gd name="connsiteX7" fmla="*/ 2400 w 84548"/>
                <a:gd name="connsiteY7" fmla="*/ 30186 h 120759"/>
                <a:gd name="connsiteX8" fmla="*/ 5478 w 84548"/>
                <a:gd name="connsiteY8" fmla="*/ 25965 h 120759"/>
                <a:gd name="connsiteX9" fmla="*/ 18694 w 84548"/>
                <a:gd name="connsiteY9" fmla="*/ 4126 h 120759"/>
                <a:gd name="connsiteX10" fmla="*/ 24307 w 84548"/>
                <a:gd name="connsiteY10" fmla="*/ 12568 h 120759"/>
                <a:gd name="connsiteX11" fmla="*/ 21410 w 84548"/>
                <a:gd name="connsiteY11" fmla="*/ 27984 h 120759"/>
                <a:gd name="connsiteX12" fmla="*/ 10909 w 84548"/>
                <a:gd name="connsiteY12" fmla="*/ 70378 h 120759"/>
                <a:gd name="connsiteX13" fmla="*/ 9280 w 84548"/>
                <a:gd name="connsiteY13" fmla="*/ 78270 h 120759"/>
                <a:gd name="connsiteX14" fmla="*/ 14530 w 84548"/>
                <a:gd name="connsiteY14" fmla="*/ 83225 h 120759"/>
                <a:gd name="connsiteX15" fmla="*/ 21229 w 84548"/>
                <a:gd name="connsiteY15" fmla="*/ 78086 h 120759"/>
                <a:gd name="connsiteX16" fmla="*/ 24669 w 84548"/>
                <a:gd name="connsiteY16" fmla="*/ 64506 h 120759"/>
                <a:gd name="connsiteX17" fmla="*/ 28652 w 84548"/>
                <a:gd name="connsiteY17" fmla="*/ 47988 h 120759"/>
                <a:gd name="connsiteX18" fmla="*/ 31730 w 84548"/>
                <a:gd name="connsiteY18" fmla="*/ 35692 h 120759"/>
                <a:gd name="connsiteX19" fmla="*/ 33721 w 84548"/>
                <a:gd name="connsiteY19" fmla="*/ 27433 h 120759"/>
                <a:gd name="connsiteX20" fmla="*/ 46032 w 84548"/>
                <a:gd name="connsiteY20" fmla="*/ 10549 h 120759"/>
                <a:gd name="connsiteX21" fmla="*/ 63413 w 84548"/>
                <a:gd name="connsiteY21" fmla="*/ 4126 h 120759"/>
                <a:gd name="connsiteX22" fmla="*/ 73189 w 84548"/>
                <a:gd name="connsiteY22" fmla="*/ 16973 h 120759"/>
                <a:gd name="connsiteX23" fmla="*/ 71379 w 84548"/>
                <a:gd name="connsiteY23" fmla="*/ 28535 h 120759"/>
                <a:gd name="connsiteX24" fmla="*/ 50740 w 84548"/>
                <a:gd name="connsiteY24" fmla="*/ 112956 h 120759"/>
                <a:gd name="connsiteX25" fmla="*/ 50196 w 84548"/>
                <a:gd name="connsiteY25" fmla="*/ 115893 h 120759"/>
                <a:gd name="connsiteX26" fmla="*/ 55266 w 84548"/>
                <a:gd name="connsiteY26" fmla="*/ 120848 h 120759"/>
                <a:gd name="connsiteX27" fmla="*/ 62689 w 84548"/>
                <a:gd name="connsiteY27" fmla="*/ 113507 h 120759"/>
                <a:gd name="connsiteX28" fmla="*/ 83328 w 84548"/>
                <a:gd name="connsiteY28" fmla="*/ 30370 h 1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4548" h="120759">
                  <a:moveTo>
                    <a:pt x="83328" y="30370"/>
                  </a:moveTo>
                  <a:cubicBezTo>
                    <a:pt x="84233" y="27066"/>
                    <a:pt x="84776" y="24681"/>
                    <a:pt x="84776" y="19725"/>
                  </a:cubicBezTo>
                  <a:cubicBezTo>
                    <a:pt x="84776" y="7796"/>
                    <a:pt x="77534" y="88"/>
                    <a:pt x="63956" y="88"/>
                  </a:cubicBezTo>
                  <a:cubicBezTo>
                    <a:pt x="49653" y="88"/>
                    <a:pt x="40239" y="9632"/>
                    <a:pt x="35894" y="16055"/>
                  </a:cubicBezTo>
                  <a:cubicBezTo>
                    <a:pt x="34989" y="5594"/>
                    <a:pt x="27385" y="88"/>
                    <a:pt x="19238" y="88"/>
                  </a:cubicBezTo>
                  <a:cubicBezTo>
                    <a:pt x="10909" y="88"/>
                    <a:pt x="7470" y="7246"/>
                    <a:pt x="5840" y="10549"/>
                  </a:cubicBezTo>
                  <a:cubicBezTo>
                    <a:pt x="2581" y="16789"/>
                    <a:pt x="228" y="27801"/>
                    <a:pt x="228" y="28351"/>
                  </a:cubicBezTo>
                  <a:cubicBezTo>
                    <a:pt x="228" y="30186"/>
                    <a:pt x="2038" y="30186"/>
                    <a:pt x="2400" y="30186"/>
                  </a:cubicBezTo>
                  <a:cubicBezTo>
                    <a:pt x="4211" y="30186"/>
                    <a:pt x="4392" y="30003"/>
                    <a:pt x="5478" y="25965"/>
                  </a:cubicBezTo>
                  <a:cubicBezTo>
                    <a:pt x="8556" y="12935"/>
                    <a:pt x="12177" y="4126"/>
                    <a:pt x="18694" y="4126"/>
                  </a:cubicBezTo>
                  <a:cubicBezTo>
                    <a:pt x="21772" y="4126"/>
                    <a:pt x="24307" y="5594"/>
                    <a:pt x="24307" y="12568"/>
                  </a:cubicBezTo>
                  <a:cubicBezTo>
                    <a:pt x="24307" y="16422"/>
                    <a:pt x="23764" y="18441"/>
                    <a:pt x="21410" y="27984"/>
                  </a:cubicBezTo>
                  <a:lnTo>
                    <a:pt x="10909" y="70378"/>
                  </a:lnTo>
                  <a:cubicBezTo>
                    <a:pt x="10366" y="73131"/>
                    <a:pt x="9280" y="77352"/>
                    <a:pt x="9280" y="78270"/>
                  </a:cubicBezTo>
                  <a:cubicBezTo>
                    <a:pt x="9280" y="81573"/>
                    <a:pt x="11815" y="83225"/>
                    <a:pt x="14530" y="83225"/>
                  </a:cubicBezTo>
                  <a:cubicBezTo>
                    <a:pt x="16703" y="83225"/>
                    <a:pt x="19962" y="81757"/>
                    <a:pt x="21229" y="78086"/>
                  </a:cubicBezTo>
                  <a:cubicBezTo>
                    <a:pt x="21410" y="77719"/>
                    <a:pt x="23583" y="69094"/>
                    <a:pt x="24669" y="64506"/>
                  </a:cubicBezTo>
                  <a:lnTo>
                    <a:pt x="28652" y="47988"/>
                  </a:lnTo>
                  <a:cubicBezTo>
                    <a:pt x="29738" y="43951"/>
                    <a:pt x="30825" y="39913"/>
                    <a:pt x="31730" y="35692"/>
                  </a:cubicBezTo>
                  <a:cubicBezTo>
                    <a:pt x="32092" y="34591"/>
                    <a:pt x="33540" y="28535"/>
                    <a:pt x="33721" y="27433"/>
                  </a:cubicBezTo>
                  <a:cubicBezTo>
                    <a:pt x="34264" y="25782"/>
                    <a:pt x="39877" y="15504"/>
                    <a:pt x="46032" y="10549"/>
                  </a:cubicBezTo>
                  <a:cubicBezTo>
                    <a:pt x="50015" y="7613"/>
                    <a:pt x="55628" y="4126"/>
                    <a:pt x="63413" y="4126"/>
                  </a:cubicBezTo>
                  <a:cubicBezTo>
                    <a:pt x="71198" y="4126"/>
                    <a:pt x="73189" y="10366"/>
                    <a:pt x="73189" y="16973"/>
                  </a:cubicBezTo>
                  <a:cubicBezTo>
                    <a:pt x="73189" y="17890"/>
                    <a:pt x="73189" y="21194"/>
                    <a:pt x="71379" y="28535"/>
                  </a:cubicBezTo>
                  <a:lnTo>
                    <a:pt x="50740" y="112956"/>
                  </a:lnTo>
                  <a:cubicBezTo>
                    <a:pt x="50196" y="115158"/>
                    <a:pt x="50196" y="115526"/>
                    <a:pt x="50196" y="115893"/>
                  </a:cubicBezTo>
                  <a:cubicBezTo>
                    <a:pt x="50196" y="118645"/>
                    <a:pt x="52188" y="120848"/>
                    <a:pt x="55266" y="120848"/>
                  </a:cubicBezTo>
                  <a:cubicBezTo>
                    <a:pt x="60878" y="120848"/>
                    <a:pt x="62146" y="115526"/>
                    <a:pt x="62689" y="113507"/>
                  </a:cubicBezTo>
                  <a:lnTo>
                    <a:pt x="83328" y="3037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17" name="Freeform: Shape 5316">
              <a:extLst>
                <a:ext uri="{FF2B5EF4-FFF2-40B4-BE49-F238E27FC236}">
                  <a16:creationId xmlns:a16="http://schemas.microsoft.com/office/drawing/2014/main" id="{C178636E-2609-A728-C35C-5CC6656FFE46}"/>
                </a:ext>
              </a:extLst>
            </p:cNvPr>
            <p:cNvSpPr/>
            <p:nvPr>
              <p:custDataLst>
                <p:tags r:id="rId35"/>
              </p:custDataLst>
            </p:nvPr>
          </p:nvSpPr>
          <p:spPr>
            <a:xfrm>
              <a:off x="11099264" y="6787685"/>
              <a:ext cx="77433" cy="57938"/>
            </a:xfrm>
            <a:custGeom>
              <a:avLst/>
              <a:gdLst>
                <a:gd name="connsiteX0" fmla="*/ 9738 w 77433"/>
                <a:gd name="connsiteY0" fmla="*/ 48650 h 57938"/>
                <a:gd name="connsiteX1" fmla="*/ 8470 w 77433"/>
                <a:gd name="connsiteY1" fmla="*/ 53918 h 57938"/>
                <a:gd name="connsiteX2" fmla="*/ 12779 w 77433"/>
                <a:gd name="connsiteY2" fmla="*/ 58029 h 57938"/>
                <a:gd name="connsiteX3" fmla="*/ 17722 w 77433"/>
                <a:gd name="connsiteY3" fmla="*/ 55202 h 57938"/>
                <a:gd name="connsiteX4" fmla="*/ 20003 w 77433"/>
                <a:gd name="connsiteY4" fmla="*/ 47237 h 57938"/>
                <a:gd name="connsiteX5" fmla="*/ 22791 w 77433"/>
                <a:gd name="connsiteY5" fmla="*/ 35675 h 57938"/>
                <a:gd name="connsiteX6" fmla="*/ 24946 w 77433"/>
                <a:gd name="connsiteY6" fmla="*/ 27068 h 57938"/>
                <a:gd name="connsiteX7" fmla="*/ 30268 w 77433"/>
                <a:gd name="connsiteY7" fmla="*/ 15506 h 57938"/>
                <a:gd name="connsiteX8" fmla="*/ 49278 w 77433"/>
                <a:gd name="connsiteY8" fmla="*/ 3687 h 57938"/>
                <a:gd name="connsiteX9" fmla="*/ 56755 w 77433"/>
                <a:gd name="connsiteY9" fmla="*/ 12680 h 57938"/>
                <a:gd name="connsiteX10" fmla="*/ 49278 w 77433"/>
                <a:gd name="connsiteY10" fmla="*/ 40043 h 57938"/>
                <a:gd name="connsiteX11" fmla="*/ 47377 w 77433"/>
                <a:gd name="connsiteY11" fmla="*/ 46980 h 57938"/>
                <a:gd name="connsiteX12" fmla="*/ 59417 w 77433"/>
                <a:gd name="connsiteY12" fmla="*/ 58029 h 57938"/>
                <a:gd name="connsiteX13" fmla="*/ 77666 w 77433"/>
                <a:gd name="connsiteY13" fmla="*/ 38373 h 57938"/>
                <a:gd name="connsiteX14" fmla="*/ 75638 w 77433"/>
                <a:gd name="connsiteY14" fmla="*/ 36703 h 57938"/>
                <a:gd name="connsiteX15" fmla="*/ 73230 w 77433"/>
                <a:gd name="connsiteY15" fmla="*/ 38887 h 57938"/>
                <a:gd name="connsiteX16" fmla="*/ 59797 w 77433"/>
                <a:gd name="connsiteY16" fmla="*/ 54432 h 57938"/>
                <a:gd name="connsiteX17" fmla="*/ 56629 w 77433"/>
                <a:gd name="connsiteY17" fmla="*/ 49935 h 57938"/>
                <a:gd name="connsiteX18" fmla="*/ 59543 w 77433"/>
                <a:gd name="connsiteY18" fmla="*/ 39529 h 57938"/>
                <a:gd name="connsiteX19" fmla="*/ 66260 w 77433"/>
                <a:gd name="connsiteY19" fmla="*/ 14735 h 57938"/>
                <a:gd name="connsiteX20" fmla="*/ 49785 w 77433"/>
                <a:gd name="connsiteY20" fmla="*/ 90 h 57938"/>
                <a:gd name="connsiteX21" fmla="*/ 28367 w 77433"/>
                <a:gd name="connsiteY21" fmla="*/ 11780 h 57938"/>
                <a:gd name="connsiteX22" fmla="*/ 14807 w 77433"/>
                <a:gd name="connsiteY22" fmla="*/ 90 h 57938"/>
                <a:gd name="connsiteX23" fmla="*/ 4795 w 77433"/>
                <a:gd name="connsiteY23" fmla="*/ 7027 h 57938"/>
                <a:gd name="connsiteX24" fmla="*/ 233 w 77433"/>
                <a:gd name="connsiteY24" fmla="*/ 19745 h 57938"/>
                <a:gd name="connsiteX25" fmla="*/ 2387 w 77433"/>
                <a:gd name="connsiteY25" fmla="*/ 21415 h 57938"/>
                <a:gd name="connsiteX26" fmla="*/ 5175 w 77433"/>
                <a:gd name="connsiteY26" fmla="*/ 17561 h 57938"/>
                <a:gd name="connsiteX27" fmla="*/ 14427 w 77433"/>
                <a:gd name="connsiteY27" fmla="*/ 3687 h 57938"/>
                <a:gd name="connsiteX28" fmla="*/ 18609 w 77433"/>
                <a:gd name="connsiteY28" fmla="*/ 9982 h 57938"/>
                <a:gd name="connsiteX29" fmla="*/ 16581 w 77433"/>
                <a:gd name="connsiteY29" fmla="*/ 20645 h 57938"/>
                <a:gd name="connsiteX30" fmla="*/ 13793 w 77433"/>
                <a:gd name="connsiteY30" fmla="*/ 32207 h 57938"/>
                <a:gd name="connsiteX31" fmla="*/ 9738 w 77433"/>
                <a:gd name="connsiteY31" fmla="*/ 48650 h 57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433" h="57938">
                  <a:moveTo>
                    <a:pt x="9738" y="48650"/>
                  </a:moveTo>
                  <a:cubicBezTo>
                    <a:pt x="9231" y="50321"/>
                    <a:pt x="8470" y="53532"/>
                    <a:pt x="8470" y="53918"/>
                  </a:cubicBezTo>
                  <a:cubicBezTo>
                    <a:pt x="8470" y="56744"/>
                    <a:pt x="10752" y="58029"/>
                    <a:pt x="12779" y="58029"/>
                  </a:cubicBezTo>
                  <a:cubicBezTo>
                    <a:pt x="15060" y="58029"/>
                    <a:pt x="17088" y="56359"/>
                    <a:pt x="17722" y="55202"/>
                  </a:cubicBezTo>
                  <a:cubicBezTo>
                    <a:pt x="18355" y="54046"/>
                    <a:pt x="19369" y="49935"/>
                    <a:pt x="20003" y="47237"/>
                  </a:cubicBezTo>
                  <a:cubicBezTo>
                    <a:pt x="20637" y="44796"/>
                    <a:pt x="22031" y="38887"/>
                    <a:pt x="22791" y="35675"/>
                  </a:cubicBezTo>
                  <a:cubicBezTo>
                    <a:pt x="23551" y="32849"/>
                    <a:pt x="24312" y="30023"/>
                    <a:pt x="24946" y="27068"/>
                  </a:cubicBezTo>
                  <a:cubicBezTo>
                    <a:pt x="26340" y="21801"/>
                    <a:pt x="26593" y="20773"/>
                    <a:pt x="30268" y="15506"/>
                  </a:cubicBezTo>
                  <a:cubicBezTo>
                    <a:pt x="33817" y="10367"/>
                    <a:pt x="39773" y="3687"/>
                    <a:pt x="49278" y="3687"/>
                  </a:cubicBezTo>
                  <a:cubicBezTo>
                    <a:pt x="56629" y="3687"/>
                    <a:pt x="56755" y="10239"/>
                    <a:pt x="56755" y="12680"/>
                  </a:cubicBezTo>
                  <a:cubicBezTo>
                    <a:pt x="56755" y="20388"/>
                    <a:pt x="51306" y="34648"/>
                    <a:pt x="49278" y="40043"/>
                  </a:cubicBezTo>
                  <a:cubicBezTo>
                    <a:pt x="47884" y="43640"/>
                    <a:pt x="47377" y="44796"/>
                    <a:pt x="47377" y="46980"/>
                  </a:cubicBezTo>
                  <a:cubicBezTo>
                    <a:pt x="47377" y="53789"/>
                    <a:pt x="52953" y="58029"/>
                    <a:pt x="59417" y="58029"/>
                  </a:cubicBezTo>
                  <a:cubicBezTo>
                    <a:pt x="72090" y="58029"/>
                    <a:pt x="77666" y="40300"/>
                    <a:pt x="77666" y="38373"/>
                  </a:cubicBezTo>
                  <a:cubicBezTo>
                    <a:pt x="77666" y="36703"/>
                    <a:pt x="76019" y="36703"/>
                    <a:pt x="75638" y="36703"/>
                  </a:cubicBezTo>
                  <a:cubicBezTo>
                    <a:pt x="73864" y="36703"/>
                    <a:pt x="73737" y="37474"/>
                    <a:pt x="73230" y="38887"/>
                  </a:cubicBezTo>
                  <a:cubicBezTo>
                    <a:pt x="70316" y="49164"/>
                    <a:pt x="64866" y="54432"/>
                    <a:pt x="59797" y="54432"/>
                  </a:cubicBezTo>
                  <a:cubicBezTo>
                    <a:pt x="57136" y="54432"/>
                    <a:pt x="56629" y="52633"/>
                    <a:pt x="56629" y="49935"/>
                  </a:cubicBezTo>
                  <a:cubicBezTo>
                    <a:pt x="56629" y="46980"/>
                    <a:pt x="57262" y="45310"/>
                    <a:pt x="59543" y="39529"/>
                  </a:cubicBezTo>
                  <a:cubicBezTo>
                    <a:pt x="61064" y="35547"/>
                    <a:pt x="66260" y="21929"/>
                    <a:pt x="66260" y="14735"/>
                  </a:cubicBezTo>
                  <a:cubicBezTo>
                    <a:pt x="66260" y="2274"/>
                    <a:pt x="56502" y="90"/>
                    <a:pt x="49785" y="90"/>
                  </a:cubicBezTo>
                  <a:cubicBezTo>
                    <a:pt x="39266" y="90"/>
                    <a:pt x="32169" y="6642"/>
                    <a:pt x="28367" y="11780"/>
                  </a:cubicBezTo>
                  <a:cubicBezTo>
                    <a:pt x="27480" y="2916"/>
                    <a:pt x="20003" y="90"/>
                    <a:pt x="14807" y="90"/>
                  </a:cubicBezTo>
                  <a:cubicBezTo>
                    <a:pt x="9357" y="90"/>
                    <a:pt x="6443" y="4072"/>
                    <a:pt x="4795" y="7027"/>
                  </a:cubicBezTo>
                  <a:cubicBezTo>
                    <a:pt x="2007" y="11780"/>
                    <a:pt x="233" y="19103"/>
                    <a:pt x="233" y="19745"/>
                  </a:cubicBezTo>
                  <a:cubicBezTo>
                    <a:pt x="233" y="21415"/>
                    <a:pt x="2007" y="21415"/>
                    <a:pt x="2387" y="21415"/>
                  </a:cubicBezTo>
                  <a:cubicBezTo>
                    <a:pt x="4161" y="21415"/>
                    <a:pt x="4288" y="21030"/>
                    <a:pt x="5175" y="17561"/>
                  </a:cubicBezTo>
                  <a:cubicBezTo>
                    <a:pt x="7076" y="9982"/>
                    <a:pt x="9484" y="3687"/>
                    <a:pt x="14427" y="3687"/>
                  </a:cubicBezTo>
                  <a:cubicBezTo>
                    <a:pt x="17722" y="3687"/>
                    <a:pt x="18609" y="6513"/>
                    <a:pt x="18609" y="9982"/>
                  </a:cubicBezTo>
                  <a:cubicBezTo>
                    <a:pt x="18609" y="12423"/>
                    <a:pt x="17468" y="17176"/>
                    <a:pt x="16581" y="20645"/>
                  </a:cubicBezTo>
                  <a:cubicBezTo>
                    <a:pt x="15694" y="24113"/>
                    <a:pt x="14427" y="29380"/>
                    <a:pt x="13793" y="32207"/>
                  </a:cubicBezTo>
                  <a:lnTo>
                    <a:pt x="9738" y="4865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18" name="Freeform: Shape 5317">
              <a:extLst>
                <a:ext uri="{FF2B5EF4-FFF2-40B4-BE49-F238E27FC236}">
                  <a16:creationId xmlns:a16="http://schemas.microsoft.com/office/drawing/2014/main" id="{0D2774DE-DA75-A969-B32A-0D035CE80A37}"/>
                </a:ext>
              </a:extLst>
            </p:cNvPr>
            <p:cNvSpPr/>
            <p:nvPr>
              <p:custDataLst>
                <p:tags r:id="rId36"/>
              </p:custDataLst>
            </p:nvPr>
          </p:nvSpPr>
          <p:spPr>
            <a:xfrm>
              <a:off x="11202177" y="6679167"/>
              <a:ext cx="42002" cy="183525"/>
            </a:xfrm>
            <a:custGeom>
              <a:avLst/>
              <a:gdLst>
                <a:gd name="connsiteX0" fmla="*/ 42241 w 42002"/>
                <a:gd name="connsiteY0" fmla="*/ 91851 h 183525"/>
                <a:gd name="connsiteX1" fmla="*/ 30292 w 42002"/>
                <a:gd name="connsiteY1" fmla="*/ 34591 h 183525"/>
                <a:gd name="connsiteX2" fmla="*/ 2049 w 42002"/>
                <a:gd name="connsiteY2" fmla="*/ 88 h 183525"/>
                <a:gd name="connsiteX3" fmla="*/ 238 w 42002"/>
                <a:gd name="connsiteY3" fmla="*/ 1924 h 183525"/>
                <a:gd name="connsiteX4" fmla="*/ 3678 w 42002"/>
                <a:gd name="connsiteY4" fmla="*/ 6145 h 183525"/>
                <a:gd name="connsiteX5" fmla="*/ 31740 w 42002"/>
                <a:gd name="connsiteY5" fmla="*/ 91851 h 183525"/>
                <a:gd name="connsiteX6" fmla="*/ 2592 w 42002"/>
                <a:gd name="connsiteY6" fmla="*/ 178658 h 183525"/>
                <a:gd name="connsiteX7" fmla="*/ 238 w 42002"/>
                <a:gd name="connsiteY7" fmla="*/ 181778 h 183525"/>
                <a:gd name="connsiteX8" fmla="*/ 2049 w 42002"/>
                <a:gd name="connsiteY8" fmla="*/ 183613 h 183525"/>
                <a:gd name="connsiteX9" fmla="*/ 30835 w 42002"/>
                <a:gd name="connsiteY9" fmla="*/ 147826 h 183525"/>
                <a:gd name="connsiteX10" fmla="*/ 42241 w 42002"/>
                <a:gd name="connsiteY10" fmla="*/ 91851 h 18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02" h="183525">
                  <a:moveTo>
                    <a:pt x="42241" y="91851"/>
                  </a:moveTo>
                  <a:cubicBezTo>
                    <a:pt x="42241" y="77536"/>
                    <a:pt x="40249" y="55329"/>
                    <a:pt x="30292" y="34591"/>
                  </a:cubicBezTo>
                  <a:cubicBezTo>
                    <a:pt x="19429" y="12017"/>
                    <a:pt x="3859" y="88"/>
                    <a:pt x="2049" y="88"/>
                  </a:cubicBezTo>
                  <a:cubicBezTo>
                    <a:pt x="962" y="88"/>
                    <a:pt x="238" y="822"/>
                    <a:pt x="238" y="1924"/>
                  </a:cubicBezTo>
                  <a:cubicBezTo>
                    <a:pt x="238" y="2474"/>
                    <a:pt x="238" y="2841"/>
                    <a:pt x="3678" y="6145"/>
                  </a:cubicBezTo>
                  <a:cubicBezTo>
                    <a:pt x="21421" y="24314"/>
                    <a:pt x="31740" y="53494"/>
                    <a:pt x="31740" y="91851"/>
                  </a:cubicBezTo>
                  <a:cubicBezTo>
                    <a:pt x="31740" y="123234"/>
                    <a:pt x="25041" y="155534"/>
                    <a:pt x="2592" y="178658"/>
                  </a:cubicBezTo>
                  <a:cubicBezTo>
                    <a:pt x="238" y="180860"/>
                    <a:pt x="238" y="181227"/>
                    <a:pt x="238" y="181778"/>
                  </a:cubicBezTo>
                  <a:cubicBezTo>
                    <a:pt x="238" y="182879"/>
                    <a:pt x="962" y="183613"/>
                    <a:pt x="2049" y="183613"/>
                  </a:cubicBezTo>
                  <a:cubicBezTo>
                    <a:pt x="3859" y="183613"/>
                    <a:pt x="20153" y="171134"/>
                    <a:pt x="30835" y="147826"/>
                  </a:cubicBezTo>
                  <a:cubicBezTo>
                    <a:pt x="40068" y="127638"/>
                    <a:pt x="42241" y="107267"/>
                    <a:pt x="42241" y="9185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19" name="Freeform: Shape 5318">
              <a:extLst>
                <a:ext uri="{FF2B5EF4-FFF2-40B4-BE49-F238E27FC236}">
                  <a16:creationId xmlns:a16="http://schemas.microsoft.com/office/drawing/2014/main" id="{85750E6F-55FB-DFB0-686F-986E3E000482}"/>
                </a:ext>
              </a:extLst>
            </p:cNvPr>
            <p:cNvSpPr/>
            <p:nvPr>
              <p:custDataLst>
                <p:tags r:id="rId37"/>
              </p:custDataLst>
            </p:nvPr>
          </p:nvSpPr>
          <p:spPr>
            <a:xfrm>
              <a:off x="11318066" y="6761203"/>
              <a:ext cx="19190" cy="19453"/>
            </a:xfrm>
            <a:custGeom>
              <a:avLst/>
              <a:gdLst>
                <a:gd name="connsiteX0" fmla="*/ 19435 w 19190"/>
                <a:gd name="connsiteY0" fmla="*/ 9815 h 19453"/>
                <a:gd name="connsiteX1" fmla="*/ 9840 w 19190"/>
                <a:gd name="connsiteY1" fmla="*/ 88 h 19453"/>
                <a:gd name="connsiteX2" fmla="*/ 244 w 19190"/>
                <a:gd name="connsiteY2" fmla="*/ 9815 h 19453"/>
                <a:gd name="connsiteX3" fmla="*/ 9840 w 19190"/>
                <a:gd name="connsiteY3" fmla="*/ 19542 h 19453"/>
                <a:gd name="connsiteX4" fmla="*/ 19435 w 19190"/>
                <a:gd name="connsiteY4" fmla="*/ 9815 h 194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90" h="19453">
                  <a:moveTo>
                    <a:pt x="19435" y="9815"/>
                  </a:moveTo>
                  <a:cubicBezTo>
                    <a:pt x="19435" y="4493"/>
                    <a:pt x="15090" y="88"/>
                    <a:pt x="9840" y="88"/>
                  </a:cubicBezTo>
                  <a:cubicBezTo>
                    <a:pt x="4589" y="88"/>
                    <a:pt x="244" y="4493"/>
                    <a:pt x="244" y="9815"/>
                  </a:cubicBezTo>
                  <a:cubicBezTo>
                    <a:pt x="244" y="15137"/>
                    <a:pt x="4589" y="19542"/>
                    <a:pt x="9840" y="19542"/>
                  </a:cubicBezTo>
                  <a:cubicBezTo>
                    <a:pt x="15090" y="19542"/>
                    <a:pt x="19435" y="15137"/>
                    <a:pt x="19435" y="981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20" name="Freeform: Shape 5319">
              <a:extLst>
                <a:ext uri="{FF2B5EF4-FFF2-40B4-BE49-F238E27FC236}">
                  <a16:creationId xmlns:a16="http://schemas.microsoft.com/office/drawing/2014/main" id="{AA0C9CBA-2879-1449-9203-4903CCA7AB9A}"/>
                </a:ext>
              </a:extLst>
            </p:cNvPr>
            <p:cNvSpPr/>
            <p:nvPr>
              <p:custDataLst>
                <p:tags r:id="rId38"/>
              </p:custDataLst>
            </p:nvPr>
          </p:nvSpPr>
          <p:spPr>
            <a:xfrm>
              <a:off x="11398426" y="6687243"/>
              <a:ext cx="98693" cy="165172"/>
            </a:xfrm>
            <a:custGeom>
              <a:avLst/>
              <a:gdLst>
                <a:gd name="connsiteX0" fmla="*/ 98942 w 98693"/>
                <a:gd name="connsiteY0" fmla="*/ 25231 h 165172"/>
                <a:gd name="connsiteX1" fmla="*/ 74320 w 98693"/>
                <a:gd name="connsiteY1" fmla="*/ 88 h 165172"/>
                <a:gd name="connsiteX2" fmla="*/ 52413 w 98693"/>
                <a:gd name="connsiteY2" fmla="*/ 7796 h 165172"/>
                <a:gd name="connsiteX3" fmla="*/ 29059 w 98693"/>
                <a:gd name="connsiteY3" fmla="*/ 46887 h 165172"/>
                <a:gd name="connsiteX4" fmla="*/ 272 w 98693"/>
                <a:gd name="connsiteY4" fmla="*/ 163426 h 165172"/>
                <a:gd name="connsiteX5" fmla="*/ 2445 w 98693"/>
                <a:gd name="connsiteY5" fmla="*/ 165261 h 165172"/>
                <a:gd name="connsiteX6" fmla="*/ 4617 w 98693"/>
                <a:gd name="connsiteY6" fmla="*/ 164343 h 165172"/>
                <a:gd name="connsiteX7" fmla="*/ 17291 w 98693"/>
                <a:gd name="connsiteY7" fmla="*/ 113690 h 165172"/>
                <a:gd name="connsiteX8" fmla="*/ 41913 w 98693"/>
                <a:gd name="connsiteY8" fmla="*/ 131492 h 165172"/>
                <a:gd name="connsiteX9" fmla="*/ 76855 w 98693"/>
                <a:gd name="connsiteY9" fmla="*/ 116994 h 165172"/>
                <a:gd name="connsiteX10" fmla="*/ 91338 w 98693"/>
                <a:gd name="connsiteY10" fmla="*/ 83225 h 165172"/>
                <a:gd name="connsiteX11" fmla="*/ 78122 w 98693"/>
                <a:gd name="connsiteY11" fmla="*/ 55880 h 165172"/>
                <a:gd name="connsiteX12" fmla="*/ 98942 w 98693"/>
                <a:gd name="connsiteY12" fmla="*/ 25231 h 165172"/>
                <a:gd name="connsiteX13" fmla="*/ 66354 w 98693"/>
                <a:gd name="connsiteY13" fmla="*/ 55696 h 165172"/>
                <a:gd name="connsiteX14" fmla="*/ 57664 w 98693"/>
                <a:gd name="connsiteY14" fmla="*/ 56981 h 165172"/>
                <a:gd name="connsiteX15" fmla="*/ 49698 w 98693"/>
                <a:gd name="connsiteY15" fmla="*/ 56247 h 165172"/>
                <a:gd name="connsiteX16" fmla="*/ 58569 w 98693"/>
                <a:gd name="connsiteY16" fmla="*/ 54779 h 165172"/>
                <a:gd name="connsiteX17" fmla="*/ 66354 w 98693"/>
                <a:gd name="connsiteY17" fmla="*/ 55696 h 165172"/>
                <a:gd name="connsiteX18" fmla="*/ 88804 w 98693"/>
                <a:gd name="connsiteY18" fmla="*/ 21010 h 165172"/>
                <a:gd name="connsiteX19" fmla="*/ 72510 w 98693"/>
                <a:gd name="connsiteY19" fmla="*/ 52760 h 165172"/>
                <a:gd name="connsiteX20" fmla="*/ 58569 w 98693"/>
                <a:gd name="connsiteY20" fmla="*/ 50558 h 165172"/>
                <a:gd name="connsiteX21" fmla="*/ 44628 w 98693"/>
                <a:gd name="connsiteY21" fmla="*/ 56430 h 165172"/>
                <a:gd name="connsiteX22" fmla="*/ 57121 w 98693"/>
                <a:gd name="connsiteY22" fmla="*/ 61019 h 165172"/>
                <a:gd name="connsiteX23" fmla="*/ 71966 w 98693"/>
                <a:gd name="connsiteY23" fmla="*/ 58633 h 165172"/>
                <a:gd name="connsiteX24" fmla="*/ 79932 w 98693"/>
                <a:gd name="connsiteY24" fmla="*/ 79371 h 165172"/>
                <a:gd name="connsiteX25" fmla="*/ 70880 w 98693"/>
                <a:gd name="connsiteY25" fmla="*/ 110937 h 165172"/>
                <a:gd name="connsiteX26" fmla="*/ 41370 w 98693"/>
                <a:gd name="connsiteY26" fmla="*/ 127455 h 165172"/>
                <a:gd name="connsiteX27" fmla="*/ 20730 w 98693"/>
                <a:gd name="connsiteY27" fmla="*/ 103780 h 165172"/>
                <a:gd name="connsiteX28" fmla="*/ 21636 w 98693"/>
                <a:gd name="connsiteY28" fmla="*/ 95705 h 165172"/>
                <a:gd name="connsiteX29" fmla="*/ 33223 w 98693"/>
                <a:gd name="connsiteY29" fmla="*/ 49273 h 165172"/>
                <a:gd name="connsiteX30" fmla="*/ 71966 w 98693"/>
                <a:gd name="connsiteY30" fmla="*/ 4309 h 165172"/>
                <a:gd name="connsiteX31" fmla="*/ 88804 w 98693"/>
                <a:gd name="connsiteY31" fmla="*/ 21010 h 16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693" h="165172">
                  <a:moveTo>
                    <a:pt x="98942" y="25231"/>
                  </a:moveTo>
                  <a:cubicBezTo>
                    <a:pt x="98942" y="11467"/>
                    <a:pt x="88985" y="88"/>
                    <a:pt x="74320" y="88"/>
                  </a:cubicBezTo>
                  <a:cubicBezTo>
                    <a:pt x="63819" y="88"/>
                    <a:pt x="58750" y="3025"/>
                    <a:pt x="52413" y="7796"/>
                  </a:cubicBezTo>
                  <a:cubicBezTo>
                    <a:pt x="42456" y="15137"/>
                    <a:pt x="32498" y="32939"/>
                    <a:pt x="29059" y="46887"/>
                  </a:cubicBezTo>
                  <a:lnTo>
                    <a:pt x="272" y="163426"/>
                  </a:lnTo>
                  <a:cubicBezTo>
                    <a:pt x="91" y="164160"/>
                    <a:pt x="996" y="165261"/>
                    <a:pt x="2445" y="165261"/>
                  </a:cubicBezTo>
                  <a:cubicBezTo>
                    <a:pt x="3893" y="165261"/>
                    <a:pt x="4436" y="164894"/>
                    <a:pt x="4617" y="164343"/>
                  </a:cubicBezTo>
                  <a:lnTo>
                    <a:pt x="17291" y="113690"/>
                  </a:lnTo>
                  <a:cubicBezTo>
                    <a:pt x="20730" y="124702"/>
                    <a:pt x="28696" y="131492"/>
                    <a:pt x="41913" y="131492"/>
                  </a:cubicBezTo>
                  <a:cubicBezTo>
                    <a:pt x="55129" y="131492"/>
                    <a:pt x="68708" y="125069"/>
                    <a:pt x="76855" y="116994"/>
                  </a:cubicBezTo>
                  <a:cubicBezTo>
                    <a:pt x="85545" y="108552"/>
                    <a:pt x="91338" y="96806"/>
                    <a:pt x="91338" y="83225"/>
                  </a:cubicBezTo>
                  <a:cubicBezTo>
                    <a:pt x="91338" y="70011"/>
                    <a:pt x="84640" y="60468"/>
                    <a:pt x="78122" y="55880"/>
                  </a:cubicBezTo>
                  <a:cubicBezTo>
                    <a:pt x="88623" y="49824"/>
                    <a:pt x="98942" y="38445"/>
                    <a:pt x="98942" y="25231"/>
                  </a:cubicBezTo>
                  <a:close/>
                  <a:moveTo>
                    <a:pt x="66354" y="55696"/>
                  </a:moveTo>
                  <a:cubicBezTo>
                    <a:pt x="64000" y="56614"/>
                    <a:pt x="62009" y="56981"/>
                    <a:pt x="57664" y="56981"/>
                  </a:cubicBezTo>
                  <a:cubicBezTo>
                    <a:pt x="55129" y="56981"/>
                    <a:pt x="51508" y="57165"/>
                    <a:pt x="49698" y="56247"/>
                  </a:cubicBezTo>
                  <a:cubicBezTo>
                    <a:pt x="50060" y="54412"/>
                    <a:pt x="56577" y="54779"/>
                    <a:pt x="58569" y="54779"/>
                  </a:cubicBezTo>
                  <a:cubicBezTo>
                    <a:pt x="62371" y="54779"/>
                    <a:pt x="64000" y="54779"/>
                    <a:pt x="66354" y="55696"/>
                  </a:cubicBezTo>
                  <a:close/>
                  <a:moveTo>
                    <a:pt x="88804" y="21010"/>
                  </a:moveTo>
                  <a:cubicBezTo>
                    <a:pt x="88804" y="33857"/>
                    <a:pt x="81924" y="47071"/>
                    <a:pt x="72510" y="52760"/>
                  </a:cubicBezTo>
                  <a:cubicBezTo>
                    <a:pt x="67621" y="50925"/>
                    <a:pt x="64000" y="50558"/>
                    <a:pt x="58569" y="50558"/>
                  </a:cubicBezTo>
                  <a:cubicBezTo>
                    <a:pt x="54767" y="50558"/>
                    <a:pt x="44628" y="50374"/>
                    <a:pt x="44628" y="56430"/>
                  </a:cubicBezTo>
                  <a:cubicBezTo>
                    <a:pt x="44447" y="61569"/>
                    <a:pt x="53862" y="61019"/>
                    <a:pt x="57121" y="61019"/>
                  </a:cubicBezTo>
                  <a:cubicBezTo>
                    <a:pt x="63819" y="61019"/>
                    <a:pt x="66535" y="60835"/>
                    <a:pt x="71966" y="58633"/>
                  </a:cubicBezTo>
                  <a:cubicBezTo>
                    <a:pt x="78846" y="65240"/>
                    <a:pt x="79751" y="70929"/>
                    <a:pt x="79932" y="79371"/>
                  </a:cubicBezTo>
                  <a:cubicBezTo>
                    <a:pt x="80295" y="90016"/>
                    <a:pt x="75949" y="103780"/>
                    <a:pt x="70880" y="110937"/>
                  </a:cubicBezTo>
                  <a:cubicBezTo>
                    <a:pt x="63819" y="120848"/>
                    <a:pt x="51689" y="127455"/>
                    <a:pt x="41370" y="127455"/>
                  </a:cubicBezTo>
                  <a:cubicBezTo>
                    <a:pt x="27610" y="127455"/>
                    <a:pt x="20730" y="116810"/>
                    <a:pt x="20730" y="103780"/>
                  </a:cubicBezTo>
                  <a:cubicBezTo>
                    <a:pt x="20730" y="101945"/>
                    <a:pt x="20730" y="99192"/>
                    <a:pt x="21636" y="95705"/>
                  </a:cubicBezTo>
                  <a:lnTo>
                    <a:pt x="33223" y="49273"/>
                  </a:lnTo>
                  <a:cubicBezTo>
                    <a:pt x="37206" y="33490"/>
                    <a:pt x="50241" y="4309"/>
                    <a:pt x="71966" y="4309"/>
                  </a:cubicBezTo>
                  <a:cubicBezTo>
                    <a:pt x="82467" y="4309"/>
                    <a:pt x="88804" y="9999"/>
                    <a:pt x="88804" y="2101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21" name="Freeform: Shape 5320">
              <a:extLst>
                <a:ext uri="{FF2B5EF4-FFF2-40B4-BE49-F238E27FC236}">
                  <a16:creationId xmlns:a16="http://schemas.microsoft.com/office/drawing/2014/main" id="{8D4A9536-EF4B-6D1B-C634-0D1536E248DC}"/>
                </a:ext>
              </a:extLst>
            </p:cNvPr>
            <p:cNvSpPr/>
            <p:nvPr>
              <p:custDataLst>
                <p:tags r:id="rId39"/>
              </p:custDataLst>
            </p:nvPr>
          </p:nvSpPr>
          <p:spPr>
            <a:xfrm>
              <a:off x="11495422" y="6759166"/>
              <a:ext cx="55635" cy="111381"/>
            </a:xfrm>
            <a:custGeom>
              <a:avLst/>
              <a:gdLst>
                <a:gd name="connsiteX0" fmla="*/ 55890 w 55635"/>
                <a:gd name="connsiteY0" fmla="*/ 4972 h 111381"/>
                <a:gd name="connsiteX1" fmla="*/ 50821 w 55635"/>
                <a:gd name="connsiteY1" fmla="*/ 90 h 111381"/>
                <a:gd name="connsiteX2" fmla="*/ 43724 w 55635"/>
                <a:gd name="connsiteY2" fmla="*/ 7155 h 111381"/>
                <a:gd name="connsiteX3" fmla="*/ 48793 w 55635"/>
                <a:gd name="connsiteY3" fmla="*/ 12037 h 111381"/>
                <a:gd name="connsiteX4" fmla="*/ 55890 w 55635"/>
                <a:gd name="connsiteY4" fmla="*/ 4972 h 111381"/>
                <a:gd name="connsiteX5" fmla="*/ 29023 w 55635"/>
                <a:gd name="connsiteY5" fmla="*/ 91559 h 111381"/>
                <a:gd name="connsiteX6" fmla="*/ 12675 w 55635"/>
                <a:gd name="connsiteY6" fmla="*/ 107874 h 111381"/>
                <a:gd name="connsiteX7" fmla="*/ 8112 w 55635"/>
                <a:gd name="connsiteY7" fmla="*/ 107103 h 111381"/>
                <a:gd name="connsiteX8" fmla="*/ 12421 w 55635"/>
                <a:gd name="connsiteY8" fmla="*/ 100551 h 111381"/>
                <a:gd name="connsiteX9" fmla="*/ 7479 w 55635"/>
                <a:gd name="connsiteY9" fmla="*/ 95798 h 111381"/>
                <a:gd name="connsiteX10" fmla="*/ 255 w 55635"/>
                <a:gd name="connsiteY10" fmla="*/ 103378 h 111381"/>
                <a:gd name="connsiteX11" fmla="*/ 12801 w 55635"/>
                <a:gd name="connsiteY11" fmla="*/ 111471 h 111381"/>
                <a:gd name="connsiteX12" fmla="*/ 39162 w 55635"/>
                <a:gd name="connsiteY12" fmla="*/ 91173 h 111381"/>
                <a:gd name="connsiteX13" fmla="*/ 50568 w 55635"/>
                <a:gd name="connsiteY13" fmla="*/ 45182 h 111381"/>
                <a:gd name="connsiteX14" fmla="*/ 51201 w 55635"/>
                <a:gd name="connsiteY14" fmla="*/ 40685 h 111381"/>
                <a:gd name="connsiteX15" fmla="*/ 37641 w 55635"/>
                <a:gd name="connsiteY15" fmla="*/ 28610 h 111381"/>
                <a:gd name="connsiteX16" fmla="*/ 15463 w 55635"/>
                <a:gd name="connsiteY16" fmla="*/ 48265 h 111381"/>
                <a:gd name="connsiteX17" fmla="*/ 17617 w 55635"/>
                <a:gd name="connsiteY17" fmla="*/ 49935 h 111381"/>
                <a:gd name="connsiteX18" fmla="*/ 20152 w 55635"/>
                <a:gd name="connsiteY18" fmla="*/ 47623 h 111381"/>
                <a:gd name="connsiteX19" fmla="*/ 37261 w 55635"/>
                <a:gd name="connsiteY19" fmla="*/ 32207 h 111381"/>
                <a:gd name="connsiteX20" fmla="*/ 41570 w 55635"/>
                <a:gd name="connsiteY20" fmla="*/ 38502 h 111381"/>
                <a:gd name="connsiteX21" fmla="*/ 41189 w 55635"/>
                <a:gd name="connsiteY21" fmla="*/ 42356 h 111381"/>
                <a:gd name="connsiteX22" fmla="*/ 29023 w 55635"/>
                <a:gd name="connsiteY22" fmla="*/ 91559 h 11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635" h="111381">
                  <a:moveTo>
                    <a:pt x="55890" y="4972"/>
                  </a:moveTo>
                  <a:cubicBezTo>
                    <a:pt x="55890" y="2788"/>
                    <a:pt x="54243" y="90"/>
                    <a:pt x="50821" y="90"/>
                  </a:cubicBezTo>
                  <a:cubicBezTo>
                    <a:pt x="47146" y="90"/>
                    <a:pt x="43724" y="3687"/>
                    <a:pt x="43724" y="7155"/>
                  </a:cubicBezTo>
                  <a:cubicBezTo>
                    <a:pt x="43724" y="9211"/>
                    <a:pt x="45245" y="12037"/>
                    <a:pt x="48793" y="12037"/>
                  </a:cubicBezTo>
                  <a:cubicBezTo>
                    <a:pt x="52215" y="12037"/>
                    <a:pt x="55890" y="8697"/>
                    <a:pt x="55890" y="4972"/>
                  </a:cubicBezTo>
                  <a:close/>
                  <a:moveTo>
                    <a:pt x="29023" y="91559"/>
                  </a:moveTo>
                  <a:cubicBezTo>
                    <a:pt x="26869" y="100423"/>
                    <a:pt x="20152" y="107874"/>
                    <a:pt x="12675" y="107874"/>
                  </a:cubicBezTo>
                  <a:cubicBezTo>
                    <a:pt x="11027" y="107874"/>
                    <a:pt x="9506" y="107617"/>
                    <a:pt x="8112" y="107103"/>
                  </a:cubicBezTo>
                  <a:cubicBezTo>
                    <a:pt x="11407" y="105562"/>
                    <a:pt x="12421" y="102478"/>
                    <a:pt x="12421" y="100551"/>
                  </a:cubicBezTo>
                  <a:cubicBezTo>
                    <a:pt x="12421" y="97468"/>
                    <a:pt x="10013" y="95798"/>
                    <a:pt x="7479" y="95798"/>
                  </a:cubicBezTo>
                  <a:cubicBezTo>
                    <a:pt x="3550" y="95798"/>
                    <a:pt x="255" y="99267"/>
                    <a:pt x="255" y="103378"/>
                  </a:cubicBezTo>
                  <a:cubicBezTo>
                    <a:pt x="255" y="108259"/>
                    <a:pt x="5197" y="111471"/>
                    <a:pt x="12801" y="111471"/>
                  </a:cubicBezTo>
                  <a:cubicBezTo>
                    <a:pt x="20405" y="111471"/>
                    <a:pt x="35233" y="106846"/>
                    <a:pt x="39162" y="91173"/>
                  </a:cubicBezTo>
                  <a:lnTo>
                    <a:pt x="50568" y="45182"/>
                  </a:lnTo>
                  <a:cubicBezTo>
                    <a:pt x="50948" y="43769"/>
                    <a:pt x="51201" y="42612"/>
                    <a:pt x="51201" y="40685"/>
                  </a:cubicBezTo>
                  <a:cubicBezTo>
                    <a:pt x="51201" y="33620"/>
                    <a:pt x="45245" y="28610"/>
                    <a:pt x="37641" y="28610"/>
                  </a:cubicBezTo>
                  <a:cubicBezTo>
                    <a:pt x="23574" y="28610"/>
                    <a:pt x="15463" y="46467"/>
                    <a:pt x="15463" y="48265"/>
                  </a:cubicBezTo>
                  <a:cubicBezTo>
                    <a:pt x="15463" y="49935"/>
                    <a:pt x="17237" y="49935"/>
                    <a:pt x="17617" y="49935"/>
                  </a:cubicBezTo>
                  <a:cubicBezTo>
                    <a:pt x="19138" y="49935"/>
                    <a:pt x="19265" y="49550"/>
                    <a:pt x="20152" y="47623"/>
                  </a:cubicBezTo>
                  <a:cubicBezTo>
                    <a:pt x="23320" y="40172"/>
                    <a:pt x="29910" y="32207"/>
                    <a:pt x="37261" y="32207"/>
                  </a:cubicBezTo>
                  <a:cubicBezTo>
                    <a:pt x="40429" y="32207"/>
                    <a:pt x="41570" y="34391"/>
                    <a:pt x="41570" y="38502"/>
                  </a:cubicBezTo>
                  <a:cubicBezTo>
                    <a:pt x="41570" y="39915"/>
                    <a:pt x="41316" y="41713"/>
                    <a:pt x="41189" y="42356"/>
                  </a:cubicBezTo>
                  <a:lnTo>
                    <a:pt x="29023" y="915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22" name="Freeform: Shape 5321">
              <a:extLst>
                <a:ext uri="{FF2B5EF4-FFF2-40B4-BE49-F238E27FC236}">
                  <a16:creationId xmlns:a16="http://schemas.microsoft.com/office/drawing/2014/main" id="{5B0512AD-272F-5ABB-0C9C-1D9A5ACE1A47}"/>
                </a:ext>
              </a:extLst>
            </p:cNvPr>
            <p:cNvSpPr/>
            <p:nvPr>
              <p:custDataLst>
                <p:tags r:id="rId40"/>
              </p:custDataLst>
            </p:nvPr>
          </p:nvSpPr>
          <p:spPr>
            <a:xfrm>
              <a:off x="11660256" y="6623569"/>
              <a:ext cx="120395" cy="42944"/>
            </a:xfrm>
            <a:custGeom>
              <a:avLst/>
              <a:gdLst>
                <a:gd name="connsiteX0" fmla="*/ 114503 w 120395"/>
                <a:gd name="connsiteY0" fmla="*/ 7422 h 42944"/>
                <a:gd name="connsiteX1" fmla="*/ 120659 w 120395"/>
                <a:gd name="connsiteY1" fmla="*/ 3752 h 42944"/>
                <a:gd name="connsiteX2" fmla="*/ 114684 w 120395"/>
                <a:gd name="connsiteY2" fmla="*/ 81 h 42944"/>
                <a:gd name="connsiteX3" fmla="*/ 6238 w 120395"/>
                <a:gd name="connsiteY3" fmla="*/ 81 h 42944"/>
                <a:gd name="connsiteX4" fmla="*/ 263 w 120395"/>
                <a:gd name="connsiteY4" fmla="*/ 3752 h 42944"/>
                <a:gd name="connsiteX5" fmla="*/ 6419 w 120395"/>
                <a:gd name="connsiteY5" fmla="*/ 7422 h 42944"/>
                <a:gd name="connsiteX6" fmla="*/ 114503 w 120395"/>
                <a:gd name="connsiteY6" fmla="*/ 7422 h 42944"/>
                <a:gd name="connsiteX7" fmla="*/ 114684 w 120395"/>
                <a:gd name="connsiteY7" fmla="*/ 43026 h 42944"/>
                <a:gd name="connsiteX8" fmla="*/ 120659 w 120395"/>
                <a:gd name="connsiteY8" fmla="*/ 39356 h 42944"/>
                <a:gd name="connsiteX9" fmla="*/ 114503 w 120395"/>
                <a:gd name="connsiteY9" fmla="*/ 35685 h 42944"/>
                <a:gd name="connsiteX10" fmla="*/ 6419 w 120395"/>
                <a:gd name="connsiteY10" fmla="*/ 35685 h 42944"/>
                <a:gd name="connsiteX11" fmla="*/ 263 w 120395"/>
                <a:gd name="connsiteY11" fmla="*/ 39356 h 42944"/>
                <a:gd name="connsiteX12" fmla="*/ 6238 w 120395"/>
                <a:gd name="connsiteY12" fmla="*/ 43026 h 42944"/>
                <a:gd name="connsiteX13" fmla="*/ 114684 w 120395"/>
                <a:gd name="connsiteY13" fmla="*/ 43026 h 4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395" h="42944">
                  <a:moveTo>
                    <a:pt x="114503" y="7422"/>
                  </a:moveTo>
                  <a:cubicBezTo>
                    <a:pt x="117219" y="7422"/>
                    <a:pt x="120659" y="7422"/>
                    <a:pt x="120659" y="3752"/>
                  </a:cubicBezTo>
                  <a:cubicBezTo>
                    <a:pt x="120659" y="81"/>
                    <a:pt x="117219" y="81"/>
                    <a:pt x="114684" y="81"/>
                  </a:cubicBezTo>
                  <a:lnTo>
                    <a:pt x="6238" y="81"/>
                  </a:lnTo>
                  <a:cubicBezTo>
                    <a:pt x="3703" y="81"/>
                    <a:pt x="263" y="81"/>
                    <a:pt x="263" y="3752"/>
                  </a:cubicBezTo>
                  <a:cubicBezTo>
                    <a:pt x="263" y="7422"/>
                    <a:pt x="3703" y="7422"/>
                    <a:pt x="6419" y="7422"/>
                  </a:cubicBezTo>
                  <a:lnTo>
                    <a:pt x="114503" y="7422"/>
                  </a:lnTo>
                  <a:close/>
                  <a:moveTo>
                    <a:pt x="114684" y="43026"/>
                  </a:moveTo>
                  <a:cubicBezTo>
                    <a:pt x="117219" y="43026"/>
                    <a:pt x="120659" y="43026"/>
                    <a:pt x="120659" y="39356"/>
                  </a:cubicBezTo>
                  <a:cubicBezTo>
                    <a:pt x="120659" y="35685"/>
                    <a:pt x="117219" y="35685"/>
                    <a:pt x="114503" y="35685"/>
                  </a:cubicBezTo>
                  <a:lnTo>
                    <a:pt x="6419" y="35685"/>
                  </a:lnTo>
                  <a:cubicBezTo>
                    <a:pt x="3703" y="35685"/>
                    <a:pt x="263" y="35685"/>
                    <a:pt x="263" y="39356"/>
                  </a:cubicBezTo>
                  <a:cubicBezTo>
                    <a:pt x="263" y="43026"/>
                    <a:pt x="3703" y="43026"/>
                    <a:pt x="6238" y="43026"/>
                  </a:cubicBezTo>
                  <a:lnTo>
                    <a:pt x="114684" y="4302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23" name="Freeform: Shape 5322">
              <a:extLst>
                <a:ext uri="{FF2B5EF4-FFF2-40B4-BE49-F238E27FC236}">
                  <a16:creationId xmlns:a16="http://schemas.microsoft.com/office/drawing/2014/main" id="{8F41E42E-AF07-DD2C-0224-2709DAC2BFF9}"/>
                </a:ext>
              </a:extLst>
            </p:cNvPr>
            <p:cNvSpPr/>
            <p:nvPr>
              <p:custDataLst>
                <p:tags r:id="rId41"/>
              </p:custDataLst>
            </p:nvPr>
          </p:nvSpPr>
          <p:spPr>
            <a:xfrm>
              <a:off x="11868355" y="6437198"/>
              <a:ext cx="98693" cy="165172"/>
            </a:xfrm>
            <a:custGeom>
              <a:avLst/>
              <a:gdLst>
                <a:gd name="connsiteX0" fmla="*/ 98968 w 98693"/>
                <a:gd name="connsiteY0" fmla="*/ 25218 h 165172"/>
                <a:gd name="connsiteX1" fmla="*/ 74346 w 98693"/>
                <a:gd name="connsiteY1" fmla="*/ 75 h 165172"/>
                <a:gd name="connsiteX2" fmla="*/ 52439 w 98693"/>
                <a:gd name="connsiteY2" fmla="*/ 7783 h 165172"/>
                <a:gd name="connsiteX3" fmla="*/ 29084 w 98693"/>
                <a:gd name="connsiteY3" fmla="*/ 46874 h 165172"/>
                <a:gd name="connsiteX4" fmla="*/ 298 w 98693"/>
                <a:gd name="connsiteY4" fmla="*/ 163412 h 165172"/>
                <a:gd name="connsiteX5" fmla="*/ 2471 w 98693"/>
                <a:gd name="connsiteY5" fmla="*/ 165247 h 165172"/>
                <a:gd name="connsiteX6" fmla="*/ 4643 w 98693"/>
                <a:gd name="connsiteY6" fmla="*/ 164330 h 165172"/>
                <a:gd name="connsiteX7" fmla="*/ 17316 w 98693"/>
                <a:gd name="connsiteY7" fmla="*/ 113677 h 165172"/>
                <a:gd name="connsiteX8" fmla="*/ 41939 w 98693"/>
                <a:gd name="connsiteY8" fmla="*/ 131479 h 165172"/>
                <a:gd name="connsiteX9" fmla="*/ 76881 w 98693"/>
                <a:gd name="connsiteY9" fmla="*/ 116980 h 165172"/>
                <a:gd name="connsiteX10" fmla="*/ 91364 w 98693"/>
                <a:gd name="connsiteY10" fmla="*/ 83212 h 165172"/>
                <a:gd name="connsiteX11" fmla="*/ 78148 w 98693"/>
                <a:gd name="connsiteY11" fmla="*/ 55866 h 165172"/>
                <a:gd name="connsiteX12" fmla="*/ 98968 w 98693"/>
                <a:gd name="connsiteY12" fmla="*/ 25218 h 165172"/>
                <a:gd name="connsiteX13" fmla="*/ 66380 w 98693"/>
                <a:gd name="connsiteY13" fmla="*/ 55683 h 165172"/>
                <a:gd name="connsiteX14" fmla="*/ 57690 w 98693"/>
                <a:gd name="connsiteY14" fmla="*/ 56967 h 165172"/>
                <a:gd name="connsiteX15" fmla="*/ 49724 w 98693"/>
                <a:gd name="connsiteY15" fmla="*/ 56233 h 165172"/>
                <a:gd name="connsiteX16" fmla="*/ 58595 w 98693"/>
                <a:gd name="connsiteY16" fmla="*/ 54765 h 165172"/>
                <a:gd name="connsiteX17" fmla="*/ 66380 w 98693"/>
                <a:gd name="connsiteY17" fmla="*/ 55683 h 165172"/>
                <a:gd name="connsiteX18" fmla="*/ 88830 w 98693"/>
                <a:gd name="connsiteY18" fmla="*/ 20997 h 165172"/>
                <a:gd name="connsiteX19" fmla="*/ 72535 w 98693"/>
                <a:gd name="connsiteY19" fmla="*/ 52746 h 165172"/>
                <a:gd name="connsiteX20" fmla="*/ 58595 w 98693"/>
                <a:gd name="connsiteY20" fmla="*/ 50544 h 165172"/>
                <a:gd name="connsiteX21" fmla="*/ 44654 w 98693"/>
                <a:gd name="connsiteY21" fmla="*/ 56417 h 165172"/>
                <a:gd name="connsiteX22" fmla="*/ 57146 w 98693"/>
                <a:gd name="connsiteY22" fmla="*/ 61005 h 165172"/>
                <a:gd name="connsiteX23" fmla="*/ 71992 w 98693"/>
                <a:gd name="connsiteY23" fmla="*/ 58619 h 165172"/>
                <a:gd name="connsiteX24" fmla="*/ 79958 w 98693"/>
                <a:gd name="connsiteY24" fmla="*/ 79358 h 165172"/>
                <a:gd name="connsiteX25" fmla="*/ 70906 w 98693"/>
                <a:gd name="connsiteY25" fmla="*/ 110924 h 165172"/>
                <a:gd name="connsiteX26" fmla="*/ 41396 w 98693"/>
                <a:gd name="connsiteY26" fmla="*/ 127441 h 165172"/>
                <a:gd name="connsiteX27" fmla="*/ 20756 w 98693"/>
                <a:gd name="connsiteY27" fmla="*/ 103766 h 165172"/>
                <a:gd name="connsiteX28" fmla="*/ 21661 w 98693"/>
                <a:gd name="connsiteY28" fmla="*/ 95691 h 165172"/>
                <a:gd name="connsiteX29" fmla="*/ 33248 w 98693"/>
                <a:gd name="connsiteY29" fmla="*/ 49259 h 165172"/>
                <a:gd name="connsiteX30" fmla="*/ 71992 w 98693"/>
                <a:gd name="connsiteY30" fmla="*/ 4296 h 165172"/>
                <a:gd name="connsiteX31" fmla="*/ 88830 w 98693"/>
                <a:gd name="connsiteY31" fmla="*/ 20997 h 16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693" h="165172">
                  <a:moveTo>
                    <a:pt x="98968" y="25218"/>
                  </a:moveTo>
                  <a:cubicBezTo>
                    <a:pt x="98968" y="11453"/>
                    <a:pt x="89011" y="75"/>
                    <a:pt x="74346" y="75"/>
                  </a:cubicBezTo>
                  <a:cubicBezTo>
                    <a:pt x="63845" y="75"/>
                    <a:pt x="58776" y="3011"/>
                    <a:pt x="52439" y="7783"/>
                  </a:cubicBezTo>
                  <a:cubicBezTo>
                    <a:pt x="42482" y="15124"/>
                    <a:pt x="32524" y="32926"/>
                    <a:pt x="29084" y="46874"/>
                  </a:cubicBezTo>
                  <a:lnTo>
                    <a:pt x="298" y="163412"/>
                  </a:lnTo>
                  <a:cubicBezTo>
                    <a:pt x="117" y="164146"/>
                    <a:pt x="1022" y="165247"/>
                    <a:pt x="2471" y="165247"/>
                  </a:cubicBezTo>
                  <a:cubicBezTo>
                    <a:pt x="3919" y="165247"/>
                    <a:pt x="4462" y="164880"/>
                    <a:pt x="4643" y="164330"/>
                  </a:cubicBezTo>
                  <a:lnTo>
                    <a:pt x="17316" y="113677"/>
                  </a:lnTo>
                  <a:cubicBezTo>
                    <a:pt x="20756" y="124688"/>
                    <a:pt x="28722" y="131479"/>
                    <a:pt x="41939" y="131479"/>
                  </a:cubicBezTo>
                  <a:cubicBezTo>
                    <a:pt x="55155" y="131479"/>
                    <a:pt x="68733" y="125055"/>
                    <a:pt x="76881" y="116980"/>
                  </a:cubicBezTo>
                  <a:cubicBezTo>
                    <a:pt x="85571" y="108538"/>
                    <a:pt x="91364" y="96792"/>
                    <a:pt x="91364" y="83212"/>
                  </a:cubicBezTo>
                  <a:cubicBezTo>
                    <a:pt x="91364" y="69998"/>
                    <a:pt x="84665" y="60454"/>
                    <a:pt x="78148" y="55866"/>
                  </a:cubicBezTo>
                  <a:cubicBezTo>
                    <a:pt x="88649" y="49810"/>
                    <a:pt x="98968" y="38431"/>
                    <a:pt x="98968" y="25218"/>
                  </a:cubicBezTo>
                  <a:close/>
                  <a:moveTo>
                    <a:pt x="66380" y="55683"/>
                  </a:moveTo>
                  <a:cubicBezTo>
                    <a:pt x="64026" y="56600"/>
                    <a:pt x="62035" y="56967"/>
                    <a:pt x="57690" y="56967"/>
                  </a:cubicBezTo>
                  <a:cubicBezTo>
                    <a:pt x="55155" y="56967"/>
                    <a:pt x="51534" y="57151"/>
                    <a:pt x="49724" y="56233"/>
                  </a:cubicBezTo>
                  <a:cubicBezTo>
                    <a:pt x="50086" y="54398"/>
                    <a:pt x="56603" y="54765"/>
                    <a:pt x="58595" y="54765"/>
                  </a:cubicBezTo>
                  <a:cubicBezTo>
                    <a:pt x="62397" y="54765"/>
                    <a:pt x="64026" y="54765"/>
                    <a:pt x="66380" y="55683"/>
                  </a:cubicBezTo>
                  <a:close/>
                  <a:moveTo>
                    <a:pt x="88830" y="20997"/>
                  </a:moveTo>
                  <a:cubicBezTo>
                    <a:pt x="88830" y="33843"/>
                    <a:pt x="81950" y="47057"/>
                    <a:pt x="72535" y="52746"/>
                  </a:cubicBezTo>
                  <a:cubicBezTo>
                    <a:pt x="67647" y="50911"/>
                    <a:pt x="64026" y="50544"/>
                    <a:pt x="58595" y="50544"/>
                  </a:cubicBezTo>
                  <a:cubicBezTo>
                    <a:pt x="54793" y="50544"/>
                    <a:pt x="44654" y="50361"/>
                    <a:pt x="44654" y="56417"/>
                  </a:cubicBezTo>
                  <a:cubicBezTo>
                    <a:pt x="44473" y="61556"/>
                    <a:pt x="53888" y="61005"/>
                    <a:pt x="57146" y="61005"/>
                  </a:cubicBezTo>
                  <a:cubicBezTo>
                    <a:pt x="63845" y="61005"/>
                    <a:pt x="66561" y="60821"/>
                    <a:pt x="71992" y="58619"/>
                  </a:cubicBezTo>
                  <a:cubicBezTo>
                    <a:pt x="78872" y="65226"/>
                    <a:pt x="79777" y="70915"/>
                    <a:pt x="79958" y="79358"/>
                  </a:cubicBezTo>
                  <a:cubicBezTo>
                    <a:pt x="80320" y="90002"/>
                    <a:pt x="75975" y="103766"/>
                    <a:pt x="70906" y="110924"/>
                  </a:cubicBezTo>
                  <a:cubicBezTo>
                    <a:pt x="63845" y="120834"/>
                    <a:pt x="51715" y="127441"/>
                    <a:pt x="41396" y="127441"/>
                  </a:cubicBezTo>
                  <a:cubicBezTo>
                    <a:pt x="27636" y="127441"/>
                    <a:pt x="20756" y="116797"/>
                    <a:pt x="20756" y="103766"/>
                  </a:cubicBezTo>
                  <a:cubicBezTo>
                    <a:pt x="20756" y="101931"/>
                    <a:pt x="20756" y="99178"/>
                    <a:pt x="21661" y="95691"/>
                  </a:cubicBezTo>
                  <a:lnTo>
                    <a:pt x="33248" y="49259"/>
                  </a:lnTo>
                  <a:cubicBezTo>
                    <a:pt x="37231" y="33476"/>
                    <a:pt x="50267" y="4296"/>
                    <a:pt x="71992" y="4296"/>
                  </a:cubicBezTo>
                  <a:cubicBezTo>
                    <a:pt x="82493" y="4296"/>
                    <a:pt x="88830" y="9985"/>
                    <a:pt x="88830" y="2099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24" name="Freeform: Shape 5323">
              <a:extLst>
                <a:ext uri="{FF2B5EF4-FFF2-40B4-BE49-F238E27FC236}">
                  <a16:creationId xmlns:a16="http://schemas.microsoft.com/office/drawing/2014/main" id="{C34CCD24-3C88-E95D-7EED-6DA8BF5F42C0}"/>
                </a:ext>
              </a:extLst>
            </p:cNvPr>
            <p:cNvSpPr/>
            <p:nvPr>
              <p:custDataLst>
                <p:tags r:id="rId42"/>
              </p:custDataLst>
            </p:nvPr>
          </p:nvSpPr>
          <p:spPr>
            <a:xfrm>
              <a:off x="11974856" y="6505138"/>
              <a:ext cx="62352" cy="90441"/>
            </a:xfrm>
            <a:custGeom>
              <a:avLst/>
              <a:gdLst>
                <a:gd name="connsiteX0" fmla="*/ 30443 w 62352"/>
                <a:gd name="connsiteY0" fmla="*/ 3930 h 90441"/>
                <a:gd name="connsiteX1" fmla="*/ 30950 w 62352"/>
                <a:gd name="connsiteY1" fmla="*/ 1875 h 90441"/>
                <a:gd name="connsiteX2" fmla="*/ 28922 w 62352"/>
                <a:gd name="connsiteY2" fmla="*/ 76 h 90441"/>
                <a:gd name="connsiteX3" fmla="*/ 12700 w 62352"/>
                <a:gd name="connsiteY3" fmla="*/ 1361 h 90441"/>
                <a:gd name="connsiteX4" fmla="*/ 9912 w 62352"/>
                <a:gd name="connsiteY4" fmla="*/ 4316 h 90441"/>
                <a:gd name="connsiteX5" fmla="*/ 13207 w 62352"/>
                <a:gd name="connsiteY5" fmla="*/ 6114 h 90441"/>
                <a:gd name="connsiteX6" fmla="*/ 19291 w 62352"/>
                <a:gd name="connsiteY6" fmla="*/ 8041 h 90441"/>
                <a:gd name="connsiteX7" fmla="*/ 18784 w 62352"/>
                <a:gd name="connsiteY7" fmla="*/ 10867 h 90441"/>
                <a:gd name="connsiteX8" fmla="*/ 914 w 62352"/>
                <a:gd name="connsiteY8" fmla="*/ 83580 h 90441"/>
                <a:gd name="connsiteX9" fmla="*/ 281 w 62352"/>
                <a:gd name="connsiteY9" fmla="*/ 86406 h 90441"/>
                <a:gd name="connsiteX10" fmla="*/ 4590 w 62352"/>
                <a:gd name="connsiteY10" fmla="*/ 90517 h 90441"/>
                <a:gd name="connsiteX11" fmla="*/ 10419 w 62352"/>
                <a:gd name="connsiteY11" fmla="*/ 85122 h 90441"/>
                <a:gd name="connsiteX12" fmla="*/ 16629 w 62352"/>
                <a:gd name="connsiteY12" fmla="*/ 60199 h 90441"/>
                <a:gd name="connsiteX13" fmla="*/ 32851 w 62352"/>
                <a:gd name="connsiteY13" fmla="*/ 70733 h 90441"/>
                <a:gd name="connsiteX14" fmla="*/ 32597 w 62352"/>
                <a:gd name="connsiteY14" fmla="*/ 73303 h 90441"/>
                <a:gd name="connsiteX15" fmla="*/ 32090 w 62352"/>
                <a:gd name="connsiteY15" fmla="*/ 77285 h 90441"/>
                <a:gd name="connsiteX16" fmla="*/ 45524 w 62352"/>
                <a:gd name="connsiteY16" fmla="*/ 90517 h 90441"/>
                <a:gd name="connsiteX17" fmla="*/ 61619 w 62352"/>
                <a:gd name="connsiteY17" fmla="*/ 70862 h 90441"/>
                <a:gd name="connsiteX18" fmla="*/ 59591 w 62352"/>
                <a:gd name="connsiteY18" fmla="*/ 69192 h 90441"/>
                <a:gd name="connsiteX19" fmla="*/ 57057 w 62352"/>
                <a:gd name="connsiteY19" fmla="*/ 72275 h 90441"/>
                <a:gd name="connsiteX20" fmla="*/ 45904 w 62352"/>
                <a:gd name="connsiteY20" fmla="*/ 86920 h 90441"/>
                <a:gd name="connsiteX21" fmla="*/ 41469 w 62352"/>
                <a:gd name="connsiteY21" fmla="*/ 80240 h 90441"/>
                <a:gd name="connsiteX22" fmla="*/ 42229 w 62352"/>
                <a:gd name="connsiteY22" fmla="*/ 74459 h 90441"/>
                <a:gd name="connsiteX23" fmla="*/ 42863 w 62352"/>
                <a:gd name="connsiteY23" fmla="*/ 70476 h 90441"/>
                <a:gd name="connsiteX24" fmla="*/ 22332 w 62352"/>
                <a:gd name="connsiteY24" fmla="*/ 56859 h 90441"/>
                <a:gd name="connsiteX25" fmla="*/ 32851 w 62352"/>
                <a:gd name="connsiteY25" fmla="*/ 48380 h 90441"/>
                <a:gd name="connsiteX26" fmla="*/ 52748 w 62352"/>
                <a:gd name="connsiteY26" fmla="*/ 36176 h 90441"/>
                <a:gd name="connsiteX27" fmla="*/ 56930 w 62352"/>
                <a:gd name="connsiteY27" fmla="*/ 37846 h 90441"/>
                <a:gd name="connsiteX28" fmla="*/ 50340 w 62352"/>
                <a:gd name="connsiteY28" fmla="*/ 45040 h 90441"/>
                <a:gd name="connsiteX29" fmla="*/ 55409 w 62352"/>
                <a:gd name="connsiteY29" fmla="*/ 49793 h 90441"/>
                <a:gd name="connsiteX30" fmla="*/ 62633 w 62352"/>
                <a:gd name="connsiteY30" fmla="*/ 41571 h 90441"/>
                <a:gd name="connsiteX31" fmla="*/ 52875 w 62352"/>
                <a:gd name="connsiteY31" fmla="*/ 32578 h 90441"/>
                <a:gd name="connsiteX32" fmla="*/ 32597 w 62352"/>
                <a:gd name="connsiteY32" fmla="*/ 43884 h 90441"/>
                <a:gd name="connsiteX33" fmla="*/ 17896 w 62352"/>
                <a:gd name="connsiteY33" fmla="*/ 55189 h 90441"/>
                <a:gd name="connsiteX34" fmla="*/ 30443 w 62352"/>
                <a:gd name="connsiteY34" fmla="*/ 3930 h 9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2352" h="90441">
                  <a:moveTo>
                    <a:pt x="30443" y="3930"/>
                  </a:moveTo>
                  <a:cubicBezTo>
                    <a:pt x="30570" y="3673"/>
                    <a:pt x="30950" y="2003"/>
                    <a:pt x="30950" y="1875"/>
                  </a:cubicBezTo>
                  <a:cubicBezTo>
                    <a:pt x="30950" y="1232"/>
                    <a:pt x="30443" y="76"/>
                    <a:pt x="28922" y="76"/>
                  </a:cubicBezTo>
                  <a:cubicBezTo>
                    <a:pt x="26388" y="76"/>
                    <a:pt x="15869" y="1104"/>
                    <a:pt x="12700" y="1361"/>
                  </a:cubicBezTo>
                  <a:cubicBezTo>
                    <a:pt x="11687" y="1489"/>
                    <a:pt x="9912" y="1618"/>
                    <a:pt x="9912" y="4316"/>
                  </a:cubicBezTo>
                  <a:cubicBezTo>
                    <a:pt x="9912" y="6114"/>
                    <a:pt x="11687" y="6114"/>
                    <a:pt x="13207" y="6114"/>
                  </a:cubicBezTo>
                  <a:cubicBezTo>
                    <a:pt x="19291" y="6114"/>
                    <a:pt x="19291" y="7013"/>
                    <a:pt x="19291" y="8041"/>
                  </a:cubicBezTo>
                  <a:cubicBezTo>
                    <a:pt x="19291" y="8940"/>
                    <a:pt x="19037" y="9711"/>
                    <a:pt x="18784" y="10867"/>
                  </a:cubicBezTo>
                  <a:lnTo>
                    <a:pt x="914" y="83580"/>
                  </a:lnTo>
                  <a:cubicBezTo>
                    <a:pt x="281" y="85892"/>
                    <a:pt x="281" y="86149"/>
                    <a:pt x="281" y="86406"/>
                  </a:cubicBezTo>
                  <a:cubicBezTo>
                    <a:pt x="281" y="88333"/>
                    <a:pt x="1802" y="90517"/>
                    <a:pt x="4590" y="90517"/>
                  </a:cubicBezTo>
                  <a:cubicBezTo>
                    <a:pt x="8011" y="90517"/>
                    <a:pt x="9659" y="87948"/>
                    <a:pt x="10419" y="85122"/>
                  </a:cubicBezTo>
                  <a:cubicBezTo>
                    <a:pt x="10673" y="84608"/>
                    <a:pt x="16122" y="61998"/>
                    <a:pt x="16629" y="60199"/>
                  </a:cubicBezTo>
                  <a:cubicBezTo>
                    <a:pt x="25627" y="61098"/>
                    <a:pt x="32851" y="64053"/>
                    <a:pt x="32851" y="70733"/>
                  </a:cubicBezTo>
                  <a:cubicBezTo>
                    <a:pt x="32851" y="71376"/>
                    <a:pt x="32851" y="72018"/>
                    <a:pt x="32597" y="73303"/>
                  </a:cubicBezTo>
                  <a:cubicBezTo>
                    <a:pt x="32090" y="75230"/>
                    <a:pt x="32090" y="75872"/>
                    <a:pt x="32090" y="77285"/>
                  </a:cubicBezTo>
                  <a:cubicBezTo>
                    <a:pt x="32090" y="86406"/>
                    <a:pt x="39441" y="90517"/>
                    <a:pt x="45524" y="90517"/>
                  </a:cubicBezTo>
                  <a:cubicBezTo>
                    <a:pt x="57817" y="90517"/>
                    <a:pt x="61619" y="70990"/>
                    <a:pt x="61619" y="70862"/>
                  </a:cubicBezTo>
                  <a:cubicBezTo>
                    <a:pt x="61619" y="69192"/>
                    <a:pt x="59972" y="69192"/>
                    <a:pt x="59591" y="69192"/>
                  </a:cubicBezTo>
                  <a:cubicBezTo>
                    <a:pt x="57817" y="69192"/>
                    <a:pt x="57690" y="69834"/>
                    <a:pt x="57057" y="72275"/>
                  </a:cubicBezTo>
                  <a:cubicBezTo>
                    <a:pt x="55536" y="77799"/>
                    <a:pt x="52114" y="86920"/>
                    <a:pt x="45904" y="86920"/>
                  </a:cubicBezTo>
                  <a:cubicBezTo>
                    <a:pt x="42483" y="86920"/>
                    <a:pt x="41469" y="83709"/>
                    <a:pt x="41469" y="80240"/>
                  </a:cubicBezTo>
                  <a:cubicBezTo>
                    <a:pt x="41469" y="78056"/>
                    <a:pt x="41469" y="77799"/>
                    <a:pt x="42229" y="74459"/>
                  </a:cubicBezTo>
                  <a:cubicBezTo>
                    <a:pt x="42356" y="74073"/>
                    <a:pt x="42863" y="71890"/>
                    <a:pt x="42863" y="70476"/>
                  </a:cubicBezTo>
                  <a:cubicBezTo>
                    <a:pt x="42863" y="59043"/>
                    <a:pt x="27655" y="57244"/>
                    <a:pt x="22332" y="56859"/>
                  </a:cubicBezTo>
                  <a:cubicBezTo>
                    <a:pt x="26007" y="54546"/>
                    <a:pt x="30696" y="50307"/>
                    <a:pt x="32851" y="48380"/>
                  </a:cubicBezTo>
                  <a:cubicBezTo>
                    <a:pt x="39314" y="42214"/>
                    <a:pt x="45651" y="36176"/>
                    <a:pt x="52748" y="36176"/>
                  </a:cubicBezTo>
                  <a:cubicBezTo>
                    <a:pt x="54269" y="36176"/>
                    <a:pt x="55916" y="36561"/>
                    <a:pt x="56930" y="37846"/>
                  </a:cubicBezTo>
                  <a:cubicBezTo>
                    <a:pt x="51481" y="38745"/>
                    <a:pt x="50340" y="43113"/>
                    <a:pt x="50340" y="45040"/>
                  </a:cubicBezTo>
                  <a:cubicBezTo>
                    <a:pt x="50340" y="47866"/>
                    <a:pt x="52494" y="49793"/>
                    <a:pt x="55409" y="49793"/>
                  </a:cubicBezTo>
                  <a:cubicBezTo>
                    <a:pt x="58831" y="49793"/>
                    <a:pt x="62633" y="46967"/>
                    <a:pt x="62633" y="41571"/>
                  </a:cubicBezTo>
                  <a:cubicBezTo>
                    <a:pt x="62633" y="37332"/>
                    <a:pt x="59591" y="32578"/>
                    <a:pt x="52875" y="32578"/>
                  </a:cubicBezTo>
                  <a:cubicBezTo>
                    <a:pt x="45651" y="32578"/>
                    <a:pt x="39061" y="37846"/>
                    <a:pt x="32597" y="43884"/>
                  </a:cubicBezTo>
                  <a:cubicBezTo>
                    <a:pt x="27275" y="49022"/>
                    <a:pt x="23093" y="53005"/>
                    <a:pt x="17896" y="55189"/>
                  </a:cubicBezTo>
                  <a:lnTo>
                    <a:pt x="30443" y="393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25" name="Freeform: Shape 5324">
              <a:extLst>
                <a:ext uri="{FF2B5EF4-FFF2-40B4-BE49-F238E27FC236}">
                  <a16:creationId xmlns:a16="http://schemas.microsoft.com/office/drawing/2014/main" id="{61010A47-F3F7-3FC0-0AD2-DE39167F67D9}"/>
                </a:ext>
              </a:extLst>
            </p:cNvPr>
            <p:cNvSpPr/>
            <p:nvPr>
              <p:custDataLst>
                <p:tags r:id="rId43"/>
              </p:custDataLst>
            </p:nvPr>
          </p:nvSpPr>
          <p:spPr>
            <a:xfrm>
              <a:off x="11862946" y="6641371"/>
              <a:ext cx="191481" cy="7340"/>
            </a:xfrm>
            <a:custGeom>
              <a:avLst/>
              <a:gdLst>
                <a:gd name="connsiteX0" fmla="*/ 0 w 191481"/>
                <a:gd name="connsiteY0" fmla="*/ 0 h 7340"/>
                <a:gd name="connsiteX1" fmla="*/ 191482 w 191481"/>
                <a:gd name="connsiteY1" fmla="*/ 0 h 7340"/>
                <a:gd name="connsiteX2" fmla="*/ 191482 w 191481"/>
                <a:gd name="connsiteY2" fmla="*/ 7341 h 7340"/>
                <a:gd name="connsiteX3" fmla="*/ 0 w 191481"/>
                <a:gd name="connsiteY3" fmla="*/ 7341 h 7340"/>
              </a:gdLst>
              <a:ahLst/>
              <a:cxnLst>
                <a:cxn ang="0">
                  <a:pos x="connsiteX0" y="connsiteY0"/>
                </a:cxn>
                <a:cxn ang="0">
                  <a:pos x="connsiteX1" y="connsiteY1"/>
                </a:cxn>
                <a:cxn ang="0">
                  <a:pos x="connsiteX2" y="connsiteY2"/>
                </a:cxn>
                <a:cxn ang="0">
                  <a:pos x="connsiteX3" y="connsiteY3"/>
                </a:cxn>
              </a:cxnLst>
              <a:rect l="l" t="t" r="r" b="b"/>
              <a:pathLst>
                <a:path w="191481" h="7340">
                  <a:moveTo>
                    <a:pt x="0" y="0"/>
                  </a:moveTo>
                  <a:lnTo>
                    <a:pt x="191482" y="0"/>
                  </a:lnTo>
                  <a:lnTo>
                    <a:pt x="191482" y="7341"/>
                  </a:lnTo>
                  <a:lnTo>
                    <a:pt x="0" y="734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26" name="Freeform: Shape 5325">
              <a:extLst>
                <a:ext uri="{FF2B5EF4-FFF2-40B4-BE49-F238E27FC236}">
                  <a16:creationId xmlns:a16="http://schemas.microsoft.com/office/drawing/2014/main" id="{8C3B8856-BF84-CDF1-D2D3-1979CC8845DB}"/>
                </a:ext>
              </a:extLst>
            </p:cNvPr>
            <p:cNvSpPr/>
            <p:nvPr>
              <p:custDataLst>
                <p:tags r:id="rId44"/>
              </p:custDataLst>
            </p:nvPr>
          </p:nvSpPr>
          <p:spPr>
            <a:xfrm>
              <a:off x="11874751" y="6687243"/>
              <a:ext cx="98693" cy="165172"/>
            </a:xfrm>
            <a:custGeom>
              <a:avLst/>
              <a:gdLst>
                <a:gd name="connsiteX0" fmla="*/ 98968 w 98693"/>
                <a:gd name="connsiteY0" fmla="*/ 25231 h 165172"/>
                <a:gd name="connsiteX1" fmla="*/ 74346 w 98693"/>
                <a:gd name="connsiteY1" fmla="*/ 88 h 165172"/>
                <a:gd name="connsiteX2" fmla="*/ 52440 w 98693"/>
                <a:gd name="connsiteY2" fmla="*/ 7796 h 165172"/>
                <a:gd name="connsiteX3" fmla="*/ 29085 w 98693"/>
                <a:gd name="connsiteY3" fmla="*/ 46887 h 165172"/>
                <a:gd name="connsiteX4" fmla="*/ 298 w 98693"/>
                <a:gd name="connsiteY4" fmla="*/ 163426 h 165172"/>
                <a:gd name="connsiteX5" fmla="*/ 2471 w 98693"/>
                <a:gd name="connsiteY5" fmla="*/ 165261 h 165172"/>
                <a:gd name="connsiteX6" fmla="*/ 4644 w 98693"/>
                <a:gd name="connsiteY6" fmla="*/ 164343 h 165172"/>
                <a:gd name="connsiteX7" fmla="*/ 17317 w 98693"/>
                <a:gd name="connsiteY7" fmla="*/ 113690 h 165172"/>
                <a:gd name="connsiteX8" fmla="*/ 41939 w 98693"/>
                <a:gd name="connsiteY8" fmla="*/ 131492 h 165172"/>
                <a:gd name="connsiteX9" fmla="*/ 76881 w 98693"/>
                <a:gd name="connsiteY9" fmla="*/ 116994 h 165172"/>
                <a:gd name="connsiteX10" fmla="*/ 91365 w 98693"/>
                <a:gd name="connsiteY10" fmla="*/ 83225 h 165172"/>
                <a:gd name="connsiteX11" fmla="*/ 78148 w 98693"/>
                <a:gd name="connsiteY11" fmla="*/ 55880 h 165172"/>
                <a:gd name="connsiteX12" fmla="*/ 98968 w 98693"/>
                <a:gd name="connsiteY12" fmla="*/ 25231 h 165172"/>
                <a:gd name="connsiteX13" fmla="*/ 66380 w 98693"/>
                <a:gd name="connsiteY13" fmla="*/ 55696 h 165172"/>
                <a:gd name="connsiteX14" fmla="*/ 57690 w 98693"/>
                <a:gd name="connsiteY14" fmla="*/ 56981 h 165172"/>
                <a:gd name="connsiteX15" fmla="*/ 49724 w 98693"/>
                <a:gd name="connsiteY15" fmla="*/ 56247 h 165172"/>
                <a:gd name="connsiteX16" fmla="*/ 58595 w 98693"/>
                <a:gd name="connsiteY16" fmla="*/ 54779 h 165172"/>
                <a:gd name="connsiteX17" fmla="*/ 66380 w 98693"/>
                <a:gd name="connsiteY17" fmla="*/ 55696 h 165172"/>
                <a:gd name="connsiteX18" fmla="*/ 88830 w 98693"/>
                <a:gd name="connsiteY18" fmla="*/ 21010 h 165172"/>
                <a:gd name="connsiteX19" fmla="*/ 72536 w 98693"/>
                <a:gd name="connsiteY19" fmla="*/ 52760 h 165172"/>
                <a:gd name="connsiteX20" fmla="*/ 58595 w 98693"/>
                <a:gd name="connsiteY20" fmla="*/ 50558 h 165172"/>
                <a:gd name="connsiteX21" fmla="*/ 44655 w 98693"/>
                <a:gd name="connsiteY21" fmla="*/ 56430 h 165172"/>
                <a:gd name="connsiteX22" fmla="*/ 57147 w 98693"/>
                <a:gd name="connsiteY22" fmla="*/ 61019 h 165172"/>
                <a:gd name="connsiteX23" fmla="*/ 71993 w 98693"/>
                <a:gd name="connsiteY23" fmla="*/ 58633 h 165172"/>
                <a:gd name="connsiteX24" fmla="*/ 79959 w 98693"/>
                <a:gd name="connsiteY24" fmla="*/ 79371 h 165172"/>
                <a:gd name="connsiteX25" fmla="*/ 70906 w 98693"/>
                <a:gd name="connsiteY25" fmla="*/ 110937 h 165172"/>
                <a:gd name="connsiteX26" fmla="*/ 41396 w 98693"/>
                <a:gd name="connsiteY26" fmla="*/ 127455 h 165172"/>
                <a:gd name="connsiteX27" fmla="*/ 20757 w 98693"/>
                <a:gd name="connsiteY27" fmla="*/ 103780 h 165172"/>
                <a:gd name="connsiteX28" fmla="*/ 21662 w 98693"/>
                <a:gd name="connsiteY28" fmla="*/ 95705 h 165172"/>
                <a:gd name="connsiteX29" fmla="*/ 33249 w 98693"/>
                <a:gd name="connsiteY29" fmla="*/ 49273 h 165172"/>
                <a:gd name="connsiteX30" fmla="*/ 71993 w 98693"/>
                <a:gd name="connsiteY30" fmla="*/ 4309 h 165172"/>
                <a:gd name="connsiteX31" fmla="*/ 88830 w 98693"/>
                <a:gd name="connsiteY31" fmla="*/ 21010 h 16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693" h="165172">
                  <a:moveTo>
                    <a:pt x="98968" y="25231"/>
                  </a:moveTo>
                  <a:cubicBezTo>
                    <a:pt x="98968" y="11467"/>
                    <a:pt x="89011" y="88"/>
                    <a:pt x="74346" y="88"/>
                  </a:cubicBezTo>
                  <a:cubicBezTo>
                    <a:pt x="63846" y="88"/>
                    <a:pt x="58776" y="3025"/>
                    <a:pt x="52440" y="7796"/>
                  </a:cubicBezTo>
                  <a:cubicBezTo>
                    <a:pt x="42482" y="15137"/>
                    <a:pt x="32525" y="32939"/>
                    <a:pt x="29085" y="46887"/>
                  </a:cubicBezTo>
                  <a:lnTo>
                    <a:pt x="298" y="163426"/>
                  </a:lnTo>
                  <a:cubicBezTo>
                    <a:pt x="117" y="164160"/>
                    <a:pt x="1023" y="165261"/>
                    <a:pt x="2471" y="165261"/>
                  </a:cubicBezTo>
                  <a:cubicBezTo>
                    <a:pt x="3919" y="165261"/>
                    <a:pt x="4462" y="164894"/>
                    <a:pt x="4644" y="164343"/>
                  </a:cubicBezTo>
                  <a:lnTo>
                    <a:pt x="17317" y="113690"/>
                  </a:lnTo>
                  <a:cubicBezTo>
                    <a:pt x="20757" y="124702"/>
                    <a:pt x="28723" y="131492"/>
                    <a:pt x="41939" y="131492"/>
                  </a:cubicBezTo>
                  <a:cubicBezTo>
                    <a:pt x="55155" y="131492"/>
                    <a:pt x="68734" y="125069"/>
                    <a:pt x="76881" y="116994"/>
                  </a:cubicBezTo>
                  <a:cubicBezTo>
                    <a:pt x="85571" y="108552"/>
                    <a:pt x="91365" y="96806"/>
                    <a:pt x="91365" y="83225"/>
                  </a:cubicBezTo>
                  <a:cubicBezTo>
                    <a:pt x="91365" y="70011"/>
                    <a:pt x="84666" y="60468"/>
                    <a:pt x="78148" y="55880"/>
                  </a:cubicBezTo>
                  <a:cubicBezTo>
                    <a:pt x="88649" y="49824"/>
                    <a:pt x="98968" y="38445"/>
                    <a:pt x="98968" y="25231"/>
                  </a:cubicBezTo>
                  <a:close/>
                  <a:moveTo>
                    <a:pt x="66380" y="55696"/>
                  </a:moveTo>
                  <a:cubicBezTo>
                    <a:pt x="64027" y="56614"/>
                    <a:pt x="62035" y="56981"/>
                    <a:pt x="57690" y="56981"/>
                  </a:cubicBezTo>
                  <a:cubicBezTo>
                    <a:pt x="55155" y="56981"/>
                    <a:pt x="51534" y="57165"/>
                    <a:pt x="49724" y="56247"/>
                  </a:cubicBezTo>
                  <a:cubicBezTo>
                    <a:pt x="50086" y="54412"/>
                    <a:pt x="56604" y="54779"/>
                    <a:pt x="58595" y="54779"/>
                  </a:cubicBezTo>
                  <a:cubicBezTo>
                    <a:pt x="62397" y="54779"/>
                    <a:pt x="64027" y="54779"/>
                    <a:pt x="66380" y="55696"/>
                  </a:cubicBezTo>
                  <a:close/>
                  <a:moveTo>
                    <a:pt x="88830" y="21010"/>
                  </a:moveTo>
                  <a:cubicBezTo>
                    <a:pt x="88830" y="33857"/>
                    <a:pt x="81950" y="47071"/>
                    <a:pt x="72536" y="52760"/>
                  </a:cubicBezTo>
                  <a:cubicBezTo>
                    <a:pt x="67648" y="50925"/>
                    <a:pt x="64027" y="50558"/>
                    <a:pt x="58595" y="50558"/>
                  </a:cubicBezTo>
                  <a:cubicBezTo>
                    <a:pt x="54793" y="50558"/>
                    <a:pt x="44655" y="50374"/>
                    <a:pt x="44655" y="56430"/>
                  </a:cubicBezTo>
                  <a:cubicBezTo>
                    <a:pt x="44474" y="61569"/>
                    <a:pt x="53888" y="61019"/>
                    <a:pt x="57147" y="61019"/>
                  </a:cubicBezTo>
                  <a:cubicBezTo>
                    <a:pt x="63846" y="61019"/>
                    <a:pt x="66561" y="60835"/>
                    <a:pt x="71993" y="58633"/>
                  </a:cubicBezTo>
                  <a:cubicBezTo>
                    <a:pt x="78872" y="65240"/>
                    <a:pt x="79778" y="70929"/>
                    <a:pt x="79959" y="79371"/>
                  </a:cubicBezTo>
                  <a:cubicBezTo>
                    <a:pt x="80321" y="90016"/>
                    <a:pt x="75976" y="103780"/>
                    <a:pt x="70906" y="110937"/>
                  </a:cubicBezTo>
                  <a:cubicBezTo>
                    <a:pt x="63846" y="120848"/>
                    <a:pt x="51715" y="127455"/>
                    <a:pt x="41396" y="127455"/>
                  </a:cubicBezTo>
                  <a:cubicBezTo>
                    <a:pt x="27636" y="127455"/>
                    <a:pt x="20757" y="116810"/>
                    <a:pt x="20757" y="103780"/>
                  </a:cubicBezTo>
                  <a:cubicBezTo>
                    <a:pt x="20757" y="101945"/>
                    <a:pt x="20757" y="99192"/>
                    <a:pt x="21662" y="95705"/>
                  </a:cubicBezTo>
                  <a:lnTo>
                    <a:pt x="33249" y="49273"/>
                  </a:lnTo>
                  <a:cubicBezTo>
                    <a:pt x="37232" y="33490"/>
                    <a:pt x="50267" y="4309"/>
                    <a:pt x="71993" y="4309"/>
                  </a:cubicBezTo>
                  <a:cubicBezTo>
                    <a:pt x="82493" y="4309"/>
                    <a:pt x="88830" y="9999"/>
                    <a:pt x="88830" y="2101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27" name="Freeform: Shape 5326">
              <a:extLst>
                <a:ext uri="{FF2B5EF4-FFF2-40B4-BE49-F238E27FC236}">
                  <a16:creationId xmlns:a16="http://schemas.microsoft.com/office/drawing/2014/main" id="{647C0F25-97CD-E95D-62ED-E6B818DFF71A}"/>
                </a:ext>
              </a:extLst>
            </p:cNvPr>
            <p:cNvSpPr/>
            <p:nvPr>
              <p:custDataLst>
                <p:tags r:id="rId45"/>
              </p:custDataLst>
            </p:nvPr>
          </p:nvSpPr>
          <p:spPr>
            <a:xfrm>
              <a:off x="11971747" y="6759166"/>
              <a:ext cx="55635" cy="111381"/>
            </a:xfrm>
            <a:custGeom>
              <a:avLst/>
              <a:gdLst>
                <a:gd name="connsiteX0" fmla="*/ 55917 w 55635"/>
                <a:gd name="connsiteY0" fmla="*/ 4972 h 111381"/>
                <a:gd name="connsiteX1" fmla="*/ 50847 w 55635"/>
                <a:gd name="connsiteY1" fmla="*/ 90 h 111381"/>
                <a:gd name="connsiteX2" fmla="*/ 43750 w 55635"/>
                <a:gd name="connsiteY2" fmla="*/ 7155 h 111381"/>
                <a:gd name="connsiteX3" fmla="*/ 48820 w 55635"/>
                <a:gd name="connsiteY3" fmla="*/ 12037 h 111381"/>
                <a:gd name="connsiteX4" fmla="*/ 55917 w 55635"/>
                <a:gd name="connsiteY4" fmla="*/ 4972 h 111381"/>
                <a:gd name="connsiteX5" fmla="*/ 29049 w 55635"/>
                <a:gd name="connsiteY5" fmla="*/ 91559 h 111381"/>
                <a:gd name="connsiteX6" fmla="*/ 12701 w 55635"/>
                <a:gd name="connsiteY6" fmla="*/ 107874 h 111381"/>
                <a:gd name="connsiteX7" fmla="*/ 8138 w 55635"/>
                <a:gd name="connsiteY7" fmla="*/ 107103 h 111381"/>
                <a:gd name="connsiteX8" fmla="*/ 12447 w 55635"/>
                <a:gd name="connsiteY8" fmla="*/ 100551 h 111381"/>
                <a:gd name="connsiteX9" fmla="*/ 7505 w 55635"/>
                <a:gd name="connsiteY9" fmla="*/ 95798 h 111381"/>
                <a:gd name="connsiteX10" fmla="*/ 281 w 55635"/>
                <a:gd name="connsiteY10" fmla="*/ 103378 h 111381"/>
                <a:gd name="connsiteX11" fmla="*/ 12828 w 55635"/>
                <a:gd name="connsiteY11" fmla="*/ 111471 h 111381"/>
                <a:gd name="connsiteX12" fmla="*/ 39188 w 55635"/>
                <a:gd name="connsiteY12" fmla="*/ 91173 h 111381"/>
                <a:gd name="connsiteX13" fmla="*/ 50594 w 55635"/>
                <a:gd name="connsiteY13" fmla="*/ 45182 h 111381"/>
                <a:gd name="connsiteX14" fmla="*/ 51227 w 55635"/>
                <a:gd name="connsiteY14" fmla="*/ 40685 h 111381"/>
                <a:gd name="connsiteX15" fmla="*/ 37667 w 55635"/>
                <a:gd name="connsiteY15" fmla="*/ 28610 h 111381"/>
                <a:gd name="connsiteX16" fmla="*/ 15489 w 55635"/>
                <a:gd name="connsiteY16" fmla="*/ 48265 h 111381"/>
                <a:gd name="connsiteX17" fmla="*/ 17643 w 55635"/>
                <a:gd name="connsiteY17" fmla="*/ 49935 h 111381"/>
                <a:gd name="connsiteX18" fmla="*/ 20178 w 55635"/>
                <a:gd name="connsiteY18" fmla="*/ 47623 h 111381"/>
                <a:gd name="connsiteX19" fmla="*/ 37287 w 55635"/>
                <a:gd name="connsiteY19" fmla="*/ 32207 h 111381"/>
                <a:gd name="connsiteX20" fmla="*/ 41596 w 55635"/>
                <a:gd name="connsiteY20" fmla="*/ 38502 h 111381"/>
                <a:gd name="connsiteX21" fmla="*/ 41216 w 55635"/>
                <a:gd name="connsiteY21" fmla="*/ 42356 h 111381"/>
                <a:gd name="connsiteX22" fmla="*/ 29049 w 55635"/>
                <a:gd name="connsiteY22" fmla="*/ 91559 h 11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635" h="111381">
                  <a:moveTo>
                    <a:pt x="55917" y="4972"/>
                  </a:moveTo>
                  <a:cubicBezTo>
                    <a:pt x="55917" y="2788"/>
                    <a:pt x="54269" y="90"/>
                    <a:pt x="50847" y="90"/>
                  </a:cubicBezTo>
                  <a:cubicBezTo>
                    <a:pt x="47172" y="90"/>
                    <a:pt x="43750" y="3687"/>
                    <a:pt x="43750" y="7155"/>
                  </a:cubicBezTo>
                  <a:cubicBezTo>
                    <a:pt x="43750" y="9211"/>
                    <a:pt x="45271" y="12037"/>
                    <a:pt x="48820" y="12037"/>
                  </a:cubicBezTo>
                  <a:cubicBezTo>
                    <a:pt x="52241" y="12037"/>
                    <a:pt x="55917" y="8697"/>
                    <a:pt x="55917" y="4972"/>
                  </a:cubicBezTo>
                  <a:close/>
                  <a:moveTo>
                    <a:pt x="29049" y="91559"/>
                  </a:moveTo>
                  <a:cubicBezTo>
                    <a:pt x="26895" y="100423"/>
                    <a:pt x="20178" y="107874"/>
                    <a:pt x="12701" y="107874"/>
                  </a:cubicBezTo>
                  <a:cubicBezTo>
                    <a:pt x="11053" y="107874"/>
                    <a:pt x="9533" y="107617"/>
                    <a:pt x="8138" y="107103"/>
                  </a:cubicBezTo>
                  <a:cubicBezTo>
                    <a:pt x="11434" y="105562"/>
                    <a:pt x="12447" y="102478"/>
                    <a:pt x="12447" y="100551"/>
                  </a:cubicBezTo>
                  <a:cubicBezTo>
                    <a:pt x="12447" y="97468"/>
                    <a:pt x="10039" y="95798"/>
                    <a:pt x="7505" y="95798"/>
                  </a:cubicBezTo>
                  <a:cubicBezTo>
                    <a:pt x="3576" y="95798"/>
                    <a:pt x="281" y="99267"/>
                    <a:pt x="281" y="103378"/>
                  </a:cubicBezTo>
                  <a:cubicBezTo>
                    <a:pt x="281" y="108259"/>
                    <a:pt x="5224" y="111471"/>
                    <a:pt x="12828" y="111471"/>
                  </a:cubicBezTo>
                  <a:cubicBezTo>
                    <a:pt x="20432" y="111471"/>
                    <a:pt x="35259" y="106846"/>
                    <a:pt x="39188" y="91173"/>
                  </a:cubicBezTo>
                  <a:lnTo>
                    <a:pt x="50594" y="45182"/>
                  </a:lnTo>
                  <a:cubicBezTo>
                    <a:pt x="50974" y="43769"/>
                    <a:pt x="51227" y="42612"/>
                    <a:pt x="51227" y="40685"/>
                  </a:cubicBezTo>
                  <a:cubicBezTo>
                    <a:pt x="51227" y="33620"/>
                    <a:pt x="45271" y="28610"/>
                    <a:pt x="37667" y="28610"/>
                  </a:cubicBezTo>
                  <a:cubicBezTo>
                    <a:pt x="23600" y="28610"/>
                    <a:pt x="15489" y="46467"/>
                    <a:pt x="15489" y="48265"/>
                  </a:cubicBezTo>
                  <a:cubicBezTo>
                    <a:pt x="15489" y="49935"/>
                    <a:pt x="17263" y="49935"/>
                    <a:pt x="17643" y="49935"/>
                  </a:cubicBezTo>
                  <a:cubicBezTo>
                    <a:pt x="19164" y="49935"/>
                    <a:pt x="19291" y="49550"/>
                    <a:pt x="20178" y="47623"/>
                  </a:cubicBezTo>
                  <a:cubicBezTo>
                    <a:pt x="23346" y="40172"/>
                    <a:pt x="29936" y="32207"/>
                    <a:pt x="37287" y="32207"/>
                  </a:cubicBezTo>
                  <a:cubicBezTo>
                    <a:pt x="40455" y="32207"/>
                    <a:pt x="41596" y="34391"/>
                    <a:pt x="41596" y="38502"/>
                  </a:cubicBezTo>
                  <a:cubicBezTo>
                    <a:pt x="41596" y="39915"/>
                    <a:pt x="41342" y="41713"/>
                    <a:pt x="41216" y="42356"/>
                  </a:cubicBezTo>
                  <a:lnTo>
                    <a:pt x="29049" y="915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5365" name="TextBox 5364">
            <a:extLst>
              <a:ext uri="{FF2B5EF4-FFF2-40B4-BE49-F238E27FC236}">
                <a16:creationId xmlns:a16="http://schemas.microsoft.com/office/drawing/2014/main" id="{EA7A54BB-D21B-CC3E-12FA-41A5C00BDB8C}"/>
              </a:ext>
            </a:extLst>
          </p:cNvPr>
          <p:cNvSpPr txBox="1"/>
          <p:nvPr/>
        </p:nvSpPr>
        <p:spPr>
          <a:xfrm>
            <a:off x="6141005" y="4940037"/>
            <a:ext cx="5243386" cy="523220"/>
          </a:xfrm>
          <a:prstGeom prst="rect">
            <a:avLst/>
          </a:prstGeom>
          <a:noFill/>
        </p:spPr>
        <p:txBody>
          <a:bodyPr wrap="square">
            <a:spAutoFit/>
          </a:bodyPr>
          <a:lstStyle>
            <a:defPPr>
              <a:defRPr lang="en-US"/>
            </a:defPPr>
            <a:lvl1pPr>
              <a:defRPr sz="1400" b="1">
                <a:highlight>
                  <a:srgbClr val="FFC000"/>
                </a:highligh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Then The ratio is </a:t>
            </a: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independent of the specific values of the covariates for observation </a:t>
            </a:r>
            <a:r>
              <a:rPr kumimoji="0" lang="en-US" sz="1400" b="1" i="1"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n</a:t>
            </a:r>
            <a:r>
              <a:rPr kumimoji="0" lang="en-GB"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 :</a:t>
            </a:r>
          </a:p>
        </p:txBody>
      </p:sp>
    </p:spTree>
    <p:extLst>
      <p:ext uri="{BB962C8B-B14F-4D97-AF65-F5344CB8AC3E}">
        <p14:creationId xmlns:p14="http://schemas.microsoft.com/office/powerpoint/2010/main" val="2591614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285"/>
                                        </p:tgtEl>
                                        <p:attrNameLst>
                                          <p:attrName>style.visibility</p:attrName>
                                        </p:attrNameLst>
                                      </p:cBhvr>
                                      <p:to>
                                        <p:strVal val="visible"/>
                                      </p:to>
                                    </p:set>
                                    <p:animEffect transition="in" filter="fade">
                                      <p:cBhvr>
                                        <p:cTn id="15" dur="500"/>
                                        <p:tgtEl>
                                          <p:spTgt spid="3285"/>
                                        </p:tgtEl>
                                      </p:cBhvr>
                                    </p:animEffect>
                                  </p:childTnLst>
                                </p:cTn>
                              </p:par>
                              <p:par>
                                <p:cTn id="16" presetID="10" presetClass="entr" presetSubtype="0" fill="hold" nodeType="withEffect">
                                  <p:stCondLst>
                                    <p:cond delay="0"/>
                                  </p:stCondLst>
                                  <p:childTnLst>
                                    <p:set>
                                      <p:cBhvr>
                                        <p:cTn id="17" dur="1" fill="hold">
                                          <p:stCondLst>
                                            <p:cond delay="0"/>
                                          </p:stCondLst>
                                        </p:cTn>
                                        <p:tgtEl>
                                          <p:spTgt spid="3399"/>
                                        </p:tgtEl>
                                        <p:attrNameLst>
                                          <p:attrName>style.visibility</p:attrName>
                                        </p:attrNameLst>
                                      </p:cBhvr>
                                      <p:to>
                                        <p:strVal val="visible"/>
                                      </p:to>
                                    </p:set>
                                    <p:animEffect transition="in" filter="fade">
                                      <p:cBhvr>
                                        <p:cTn id="18" dur="500"/>
                                        <p:tgtEl>
                                          <p:spTgt spid="339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436"/>
                                        </p:tgtEl>
                                        <p:attrNameLst>
                                          <p:attrName>style.visibility</p:attrName>
                                        </p:attrNameLst>
                                      </p:cBhvr>
                                      <p:to>
                                        <p:strVal val="visible"/>
                                      </p:to>
                                    </p:set>
                                    <p:animEffect transition="in" filter="fade">
                                      <p:cBhvr>
                                        <p:cTn id="21" dur="500"/>
                                        <p:tgtEl>
                                          <p:spTgt spid="343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438"/>
                                        </p:tgtEl>
                                        <p:attrNameLst>
                                          <p:attrName>style.visibility</p:attrName>
                                        </p:attrNameLst>
                                      </p:cBhvr>
                                      <p:to>
                                        <p:strVal val="visible"/>
                                      </p:to>
                                    </p:set>
                                    <p:animEffect transition="in" filter="fade">
                                      <p:cBhvr>
                                        <p:cTn id="26" dur="500"/>
                                        <p:tgtEl>
                                          <p:spTgt spid="343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989"/>
                                        </p:tgtEl>
                                        <p:attrNameLst>
                                          <p:attrName>style.visibility</p:attrName>
                                        </p:attrNameLst>
                                      </p:cBhvr>
                                      <p:to>
                                        <p:strVal val="visible"/>
                                      </p:to>
                                    </p:set>
                                    <p:animEffect transition="in" filter="fade">
                                      <p:cBhvr>
                                        <p:cTn id="31" dur="500"/>
                                        <p:tgtEl>
                                          <p:spTgt spid="498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365"/>
                                        </p:tgtEl>
                                        <p:attrNameLst>
                                          <p:attrName>style.visibility</p:attrName>
                                        </p:attrNameLst>
                                      </p:cBhvr>
                                      <p:to>
                                        <p:strVal val="visible"/>
                                      </p:to>
                                    </p:set>
                                    <p:animEffect transition="in" filter="fade">
                                      <p:cBhvr>
                                        <p:cTn id="36" dur="500"/>
                                        <p:tgtEl>
                                          <p:spTgt spid="5365"/>
                                        </p:tgtEl>
                                      </p:cBhvr>
                                    </p:animEffect>
                                  </p:childTnLst>
                                </p:cTn>
                              </p:par>
                              <p:par>
                                <p:cTn id="37" presetID="10" presetClass="entr" presetSubtype="0" fill="hold" nodeType="withEffect">
                                  <p:stCondLst>
                                    <p:cond delay="0"/>
                                  </p:stCondLst>
                                  <p:childTnLst>
                                    <p:set>
                                      <p:cBhvr>
                                        <p:cTn id="38" dur="1" fill="hold">
                                          <p:stCondLst>
                                            <p:cond delay="0"/>
                                          </p:stCondLst>
                                        </p:cTn>
                                        <p:tgtEl>
                                          <p:spTgt spid="5328"/>
                                        </p:tgtEl>
                                        <p:attrNameLst>
                                          <p:attrName>style.visibility</p:attrName>
                                        </p:attrNameLst>
                                      </p:cBhvr>
                                      <p:to>
                                        <p:strVal val="visible"/>
                                      </p:to>
                                    </p:set>
                                    <p:animEffect transition="in" filter="fade">
                                      <p:cBhvr>
                                        <p:cTn id="39" dur="500"/>
                                        <p:tgtEl>
                                          <p:spTgt spid="5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285" grpId="0"/>
      <p:bldP spid="3436" grpId="0"/>
      <p:bldP spid="3438" grpId="0"/>
      <p:bldP spid="536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9D3F7-0BF9-B729-8244-EAC52DB35FCD}"/>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FD4412E5-678A-0AE6-DFF1-BDC3D1B7F2DF}"/>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A00BAF7E-44DE-0E1D-E82C-AC29F25CC05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8EB59D62-BC2C-6D36-DA92-ABB6DBB5A44C}"/>
              </a:ext>
            </a:extLst>
          </p:cNvPr>
          <p:cNvSpPr txBox="1">
            <a:spLocks/>
          </p:cNvSpPr>
          <p:nvPr/>
        </p:nvSpPr>
        <p:spPr>
          <a:xfrm>
            <a:off x="891589" y="501651"/>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Binomial</a:t>
            </a:r>
            <a:br>
              <a:rPr lang="en-GB" sz="3200" b="1">
                <a:solidFill>
                  <a:srgbClr val="FF0000"/>
                </a:solidFill>
                <a:latin typeface="Aptos SemiBold" panose="020F0502020204030204" pitchFamily="34" charset="0"/>
              </a:rPr>
            </a:br>
            <a:r>
              <a:rPr lang="en-GB" sz="3200" b="1">
                <a:solidFill>
                  <a:srgbClr val="FF0000"/>
                </a:solidFill>
                <a:latin typeface="Aptos SemiBold" panose="020F0502020204030204" pitchFamily="34" charset="0"/>
              </a:rPr>
              <a:t>Models</a:t>
            </a:r>
          </a:p>
        </p:txBody>
      </p:sp>
      <p:sp>
        <p:nvSpPr>
          <p:cNvPr id="10" name="Date Placeholder 3 2">
            <a:extLst>
              <a:ext uri="{FF2B5EF4-FFF2-40B4-BE49-F238E27FC236}">
                <a16:creationId xmlns:a16="http://schemas.microsoft.com/office/drawing/2014/main" id="{FCD83405-3BEC-2D22-E4C9-5AB873EBC47B}"/>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2" name="TextBox 1">
            <a:extLst>
              <a:ext uri="{FF2B5EF4-FFF2-40B4-BE49-F238E27FC236}">
                <a16:creationId xmlns:a16="http://schemas.microsoft.com/office/drawing/2014/main" id="{B54BFA95-AD15-FB52-4500-DBE1617B11FC}"/>
              </a:ext>
            </a:extLst>
          </p:cNvPr>
          <p:cNvSpPr txBox="1"/>
          <p:nvPr/>
        </p:nvSpPr>
        <p:spPr>
          <a:xfrm>
            <a:off x="1009649" y="1667057"/>
            <a:ext cx="4817667" cy="369332"/>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lvl="0">
              <a:defRPr/>
            </a:pPr>
            <a:r>
              <a:rPr lang="en-GB" sz="1800" b="1">
                <a:solidFill>
                  <a:srgbClr val="FF0000"/>
                </a:solidFill>
              </a:rPr>
              <a:t>Logit  and Probit models</a:t>
            </a:r>
          </a:p>
        </p:txBody>
      </p:sp>
      <p:sp>
        <p:nvSpPr>
          <p:cNvPr id="4952" name="Left Brace 4951">
            <a:extLst>
              <a:ext uri="{FF2B5EF4-FFF2-40B4-BE49-F238E27FC236}">
                <a16:creationId xmlns:a16="http://schemas.microsoft.com/office/drawing/2014/main" id="{7DBE2496-5C65-1F31-8244-EC49534F6650}"/>
              </a:ext>
            </a:extLst>
          </p:cNvPr>
          <p:cNvSpPr/>
          <p:nvPr/>
        </p:nvSpPr>
        <p:spPr>
          <a:xfrm rot="10800000">
            <a:off x="6451656" y="2036389"/>
            <a:ext cx="593674" cy="3980148"/>
          </a:xfrm>
          <a:prstGeom prst="leftBrace">
            <a:avLst>
              <a:gd name="adj1" fmla="val 46839"/>
              <a:gd name="adj2" fmla="val 89505"/>
            </a:avLst>
          </a:prstGeom>
          <a:ln w="12700"/>
        </p:spPr>
        <p:style>
          <a:lnRef idx="2">
            <a:schemeClr val="dk1"/>
          </a:lnRef>
          <a:fillRef idx="0">
            <a:schemeClr val="dk1"/>
          </a:fillRef>
          <a:effectRef idx="1">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mc:AlternateContent xmlns:mc="http://schemas.openxmlformats.org/markup-compatibility/2006" xmlns:a14="http://schemas.microsoft.com/office/drawing/2010/main">
        <mc:Choice Requires="a14">
          <p:sp>
            <p:nvSpPr>
              <p:cNvPr id="4990" name="TextBox 4989">
                <a:extLst>
                  <a:ext uri="{FF2B5EF4-FFF2-40B4-BE49-F238E27FC236}">
                    <a16:creationId xmlns:a16="http://schemas.microsoft.com/office/drawing/2014/main" id="{A4851D88-298F-C212-8EE4-630D45FB06B7}"/>
                  </a:ext>
                </a:extLst>
              </p:cNvPr>
              <p:cNvSpPr txBox="1"/>
              <p:nvPr/>
            </p:nvSpPr>
            <p:spPr>
              <a:xfrm>
                <a:off x="7349181" y="2212376"/>
                <a:ext cx="3829883" cy="3539430"/>
              </a:xfrm>
              <a:prstGeom prst="rect">
                <a:avLst/>
              </a:prstGeom>
              <a:noFill/>
            </p:spPr>
            <p:txBody>
              <a:bodyPr wrap="square">
                <a:spAutoFit/>
              </a:bodyPr>
              <a:lstStyle/>
              <a:p>
                <a:pPr lvl="0">
                  <a:defRPr/>
                </a:pPr>
                <a:r>
                  <a:rPr lang="en-US" sz="1400">
                    <a:solidFill>
                      <a:prstClr val="black"/>
                    </a:solidFill>
                  </a:rPr>
                  <a:t>Because the density functions act as proportionality factors, </a:t>
                </a:r>
                <a:r>
                  <a:rPr lang="en-US" sz="1400" b="1">
                    <a:solidFill>
                      <a:prstClr val="black"/>
                    </a:solidFill>
                    <a:highlight>
                      <a:srgbClr val="FFC000"/>
                    </a:highlight>
                  </a:rPr>
                  <a:t>the maximum marginal effect occurs when </a:t>
                </a:r>
                <a14:m>
                  <m:oMath xmlns:m="http://schemas.openxmlformats.org/officeDocument/2006/math">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𝜂</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b>
                    </m:s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0</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a:t>
                </a:r>
                <a:r>
                  <a:rPr lang="en-US" sz="1400">
                    <a:solidFill>
                      <a:prstClr val="black"/>
                    </a:solidFill>
                  </a:rPr>
                  <a:t>which corresponds to a success probability of 0.5</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At that point, the values of the density functions are: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𝜙</m:t>
                    </m:r>
                    <m:d>
                      <m:d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d>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0.4</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𝜆</m:t>
                    </m:r>
                    <m:d>
                      <m:d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d>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a:t>
                </a:r>
                <a14:m>
                  <m:oMath xmlns:m="http://schemas.openxmlformats.org/officeDocument/2006/math">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0.25</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Therefore, a useful rule of thumb for interpreting the coefficients is to </a:t>
                </a: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multiply them by 0.4 in the probit model and by 0.25 in the logit model to obtain an estimate of the maximum marginal effect</a:t>
                </a: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mc:Choice>
        <mc:Fallback xmlns="">
          <p:sp>
            <p:nvSpPr>
              <p:cNvPr id="4990" name="TextBox 4989">
                <a:extLst>
                  <a:ext uri="{FF2B5EF4-FFF2-40B4-BE49-F238E27FC236}">
                    <a16:creationId xmlns:a16="http://schemas.microsoft.com/office/drawing/2014/main" id="{A4851D88-298F-C212-8EE4-630D45FB06B7}"/>
                  </a:ext>
                </a:extLst>
              </p:cNvPr>
              <p:cNvSpPr txBox="1">
                <a:spLocks noRot="1" noChangeAspect="1" noMove="1" noResize="1" noEditPoints="1" noAdjustHandles="1" noChangeArrowheads="1" noChangeShapeType="1" noTextEdit="1"/>
              </p:cNvSpPr>
              <p:nvPr/>
            </p:nvSpPr>
            <p:spPr>
              <a:xfrm>
                <a:off x="7349181" y="2212376"/>
                <a:ext cx="3829883" cy="3539430"/>
              </a:xfrm>
              <a:prstGeom prst="rect">
                <a:avLst/>
              </a:prstGeom>
              <a:blipFill>
                <a:blip r:embed="rId81"/>
                <a:stretch>
                  <a:fillRect l="-478" t="-344" r="-796" b="-6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33" name="TextBox 5032">
                <a:extLst>
                  <a:ext uri="{FF2B5EF4-FFF2-40B4-BE49-F238E27FC236}">
                    <a16:creationId xmlns:a16="http://schemas.microsoft.com/office/drawing/2014/main" id="{3319BE76-B743-4315-69DE-81D2C2BA7367}"/>
                  </a:ext>
                </a:extLst>
              </p:cNvPr>
              <p:cNvSpPr txBox="1"/>
              <p:nvPr/>
            </p:nvSpPr>
            <p:spPr>
              <a:xfrm>
                <a:off x="1029534" y="2092509"/>
                <a:ext cx="5422121" cy="2694969"/>
              </a:xfrm>
              <a:prstGeom prst="rect">
                <a:avLst/>
              </a:prstGeom>
              <a:noFill/>
            </p:spPr>
            <p:txBody>
              <a:bodyPr wrap="square">
                <a:spAutoFit/>
              </a:bodyPr>
              <a:lstStyle>
                <a:defPPr>
                  <a:defRPr lang="en-US"/>
                </a:defPPr>
                <a:lvl1pPr>
                  <a:defRPr sz="1400" b="0"/>
                </a:lvl1pPr>
              </a:lstStyle>
              <a:p>
                <a:pPr lvl="0">
                  <a:defRPr/>
                </a:pPr>
                <a:r>
                  <a:rPr lang="en-US" b="1">
                    <a:solidFill>
                      <a:prstClr val="black"/>
                    </a:solidFill>
                    <a:highlight>
                      <a:srgbClr val="FFC000"/>
                    </a:highlight>
                  </a:rPr>
                  <a:t>Thus, the marginal effect is obtained by multiplying the coefficient</a:t>
                </a:r>
                <a14:m>
                  <m:oMath xmlns:m="http://schemas.openxmlformats.org/officeDocument/2006/math">
                    <m:r>
                      <a:rPr kumimoji="0" lang="en-US" sz="1400" b="1" i="0" u="none" strike="noStrike" kern="1200" cap="none" spc="0" normalizeH="0" baseline="0" noProof="0" smtClean="0">
                        <a:ln>
                          <a:noFill/>
                        </a:ln>
                        <a:solidFill>
                          <a:prstClr val="black"/>
                        </a:solidFill>
                        <a:effectLst/>
                        <a:highlight>
                          <a:srgbClr val="FFC000"/>
                        </a:highlight>
                        <a:uLnTx/>
                        <a:uFillTx/>
                        <a:latin typeface="Cambria Math" panose="02040503050406030204" pitchFamily="18" charset="0"/>
                      </a:rPr>
                      <m:t> </m:t>
                    </m:r>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𝑘</m:t>
                        </m:r>
                      </m:sub>
                    </m:sSub>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by</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a:t>
                </a:r>
                <a14:m>
                  <m:oMath xmlns:m="http://schemas.openxmlformats.org/officeDocument/2006/math">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𝑓</m:t>
                    </m:r>
                    <m:d>
                      <m:d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𝜂</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b>
                        </m:sSub>
                      </m:e>
                    </m:d>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a:t>
                </a:r>
                <a:r>
                  <a:rPr lang="en-US">
                    <a:solidFill>
                      <a:prstClr val="black"/>
                    </a:solidFill>
                  </a:rPr>
                  <a:t> the value of the density function evaluated at each observation’s linear predictor</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This implies that marginal effects vary across observations, but: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solidFill>
                    <a:prstClr val="black"/>
                  </a:solidFill>
                  <a:latin typeface="Aptos" panose="020B000402020202020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the </a:t>
                </a: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ratio of two marginal effects for any pair of covariates does not depend on the observation</a:t>
                </a: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US" sz="1400" i="0" u="none" strike="noStrike" kern="1200" cap="none" spc="0" normalizeH="0" baseline="0" noProof="0">
                    <a:ln>
                      <a:noFill/>
                    </a:ln>
                    <a:solidFill>
                      <a:prstClr val="black"/>
                    </a:solidFill>
                    <a:effectLst/>
                    <a:uLnTx/>
                    <a:uFillTx/>
                    <a:latin typeface="Aptos" panose="020B0004020202020204"/>
                    <a:ea typeface="+mn-ea"/>
                    <a:cs typeface="+mn-cs"/>
                  </a:rPr>
                  <a:t>because it equals the ratio of their coefficients.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a:p>
                <a:pPr lvl="0">
                  <a:defRPr/>
                </a:pPr>
                <a:r>
                  <a:rPr lang="en-US">
                    <a:solidFill>
                      <a:prstClr val="black"/>
                    </a:solidFill>
                  </a:rPr>
                  <a:t>If we compare two covariates </a:t>
                </a:r>
                <a14:m>
                  <m:oMath xmlns:m="http://schemas.openxmlformats.org/officeDocument/2006/math">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d>
                          <m:dPr>
                            <m:begChr m:val="{"/>
                            <m:endChr m:val="}"/>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𝑛𝑘</m:t>
                            </m:r>
                          </m:e>
                        </m:d>
                      </m:sub>
                    </m:sSub>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and </a:t>
                </a:r>
                <a14:m>
                  <m:oMath xmlns:m="http://schemas.openxmlformats.org/officeDocument/2006/math">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d>
                          <m:dPr>
                            <m:begChr m:val="{"/>
                            <m:endChr m:val="}"/>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𝑛𝑗</m:t>
                            </m:r>
                          </m:e>
                        </m:d>
                      </m:sub>
                    </m:s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their marginal effects </a:t>
                </a:r>
                <a:r>
                  <a:rPr kumimoji="0" lang="en-GB" sz="1400" b="0" i="0" u="none" strike="noStrike" kern="1200" cap="none" spc="0" normalizeH="0" baseline="0" noProof="0" err="1">
                    <a:ln>
                      <a:noFill/>
                    </a:ln>
                    <a:solidFill>
                      <a:prstClr val="black"/>
                    </a:solidFill>
                    <a:effectLst/>
                    <a:uLnTx/>
                    <a:uFillTx/>
                    <a:latin typeface="Aptos" panose="020B0004020202020204"/>
                    <a:ea typeface="+mn-ea"/>
                    <a:cs typeface="+mn-cs"/>
                  </a:rPr>
                  <a:t>ar</a:t>
                </a:r>
                <a:r>
                  <a:rPr lang="en-GB">
                    <a:solidFill>
                      <a:prstClr val="black"/>
                    </a:solidFill>
                    <a:latin typeface="Aptos" panose="020B0004020202020204"/>
                  </a:rPr>
                  <a:t>e:</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mc:Choice>
        <mc:Fallback xmlns="">
          <p:sp>
            <p:nvSpPr>
              <p:cNvPr id="5033" name="TextBox 5032">
                <a:extLst>
                  <a:ext uri="{FF2B5EF4-FFF2-40B4-BE49-F238E27FC236}">
                    <a16:creationId xmlns:a16="http://schemas.microsoft.com/office/drawing/2014/main" id="{3319BE76-B743-4315-69DE-81D2C2BA7367}"/>
                  </a:ext>
                </a:extLst>
              </p:cNvPr>
              <p:cNvSpPr txBox="1">
                <a:spLocks noRot="1" noChangeAspect="1" noMove="1" noResize="1" noEditPoints="1" noAdjustHandles="1" noChangeArrowheads="1" noChangeShapeType="1" noTextEdit="1"/>
              </p:cNvSpPr>
              <p:nvPr/>
            </p:nvSpPr>
            <p:spPr>
              <a:xfrm>
                <a:off x="1029534" y="2092509"/>
                <a:ext cx="5422121" cy="2694969"/>
              </a:xfrm>
              <a:prstGeom prst="rect">
                <a:avLst/>
              </a:prstGeom>
              <a:blipFill>
                <a:blip r:embed="rId82"/>
                <a:stretch>
                  <a:fillRect l="-337" t="-226" r="-450"/>
                </a:stretch>
              </a:blipFill>
            </p:spPr>
            <p:txBody>
              <a:bodyPr/>
              <a:lstStyle/>
              <a:p>
                <a:r>
                  <a:rPr lang="en-US">
                    <a:noFill/>
                  </a:rPr>
                  <a:t> </a:t>
                </a:r>
              </a:p>
            </p:txBody>
          </p:sp>
        </mc:Fallback>
      </mc:AlternateContent>
      <p:grpSp>
        <p:nvGrpSpPr>
          <p:cNvPr id="5034" name="Group 5033" descr="\documentclass{article}&#10;\usepackage{amsmath}&#10;\usepackage{amsfonts}&#10;\pagestyle{empty}&#10;\begin{document}&#10;&#10;&#10;\[&#10;\frac{\partial \mu_n}{\partial x_{nk}} = f(\eta_n) \cdot \beta_k&#10;\quad \text{y} \quad&#10;\frac{\partial \mu_n}{\partial x_{nj}} = f(\eta_n) \cdot \beta_j &#10;\]&#10;&#10;&#10;&#10;&#10;&#10;\end{document}" title="IguanaTex Shape Display">
            <a:extLst>
              <a:ext uri="{FF2B5EF4-FFF2-40B4-BE49-F238E27FC236}">
                <a16:creationId xmlns:a16="http://schemas.microsoft.com/office/drawing/2014/main" id="{FF35D663-7858-E1DF-F282-4B484829220F}"/>
              </a:ext>
            </a:extLst>
          </p:cNvPr>
          <p:cNvGrpSpPr>
            <a:grpSpLocks noChangeAspect="1"/>
          </p:cNvGrpSpPr>
          <p:nvPr>
            <p:custDataLst>
              <p:tags r:id="rId1"/>
            </p:custDataLst>
          </p:nvPr>
        </p:nvGrpSpPr>
        <p:grpSpPr>
          <a:xfrm>
            <a:off x="2203483" y="4633491"/>
            <a:ext cx="3247252" cy="432931"/>
            <a:chOff x="6206359" y="5749243"/>
            <a:chExt cx="3247252" cy="432931"/>
          </a:xfrm>
        </p:grpSpPr>
        <p:sp>
          <p:nvSpPr>
            <p:cNvPr id="5035" name="Freeform: Shape 5034">
              <a:extLst>
                <a:ext uri="{FF2B5EF4-FFF2-40B4-BE49-F238E27FC236}">
                  <a16:creationId xmlns:a16="http://schemas.microsoft.com/office/drawing/2014/main" id="{96814494-A78D-D8F8-94AA-2FDCED3883D8}"/>
                </a:ext>
              </a:extLst>
            </p:cNvPr>
            <p:cNvSpPr/>
            <p:nvPr>
              <p:custDataLst>
                <p:tags r:id="rId44"/>
              </p:custDataLst>
            </p:nvPr>
          </p:nvSpPr>
          <p:spPr>
            <a:xfrm>
              <a:off x="6250699" y="5749243"/>
              <a:ext cx="95001" cy="134740"/>
            </a:xfrm>
            <a:custGeom>
              <a:avLst/>
              <a:gdLst>
                <a:gd name="connsiteX0" fmla="*/ 76545 w 95001"/>
                <a:gd name="connsiteY0" fmla="*/ 68901 h 134740"/>
                <a:gd name="connsiteX1" fmla="*/ 53246 w 95001"/>
                <a:gd name="connsiteY1" fmla="*/ 47358 h 134740"/>
                <a:gd name="connsiteX2" fmla="*/ 16401 w 95001"/>
                <a:gd name="connsiteY2" fmla="*/ 64520 h 134740"/>
                <a:gd name="connsiteX3" fmla="*/ 146 w 95001"/>
                <a:gd name="connsiteY3" fmla="*/ 102313 h 134740"/>
                <a:gd name="connsiteX4" fmla="*/ 33379 w 95001"/>
                <a:gd name="connsiteY4" fmla="*/ 134811 h 134740"/>
                <a:gd name="connsiteX5" fmla="*/ 95148 w 95001"/>
                <a:gd name="connsiteY5" fmla="*/ 47358 h 134740"/>
                <a:gd name="connsiteX6" fmla="*/ 56136 w 95001"/>
                <a:gd name="connsiteY6" fmla="*/ 71 h 134740"/>
                <a:gd name="connsiteX7" fmla="*/ 21639 w 95001"/>
                <a:gd name="connsiteY7" fmla="*/ 28918 h 134740"/>
                <a:gd name="connsiteX8" fmla="*/ 28502 w 95001"/>
                <a:gd name="connsiteY8" fmla="*/ 35308 h 134740"/>
                <a:gd name="connsiteX9" fmla="*/ 38255 w 95001"/>
                <a:gd name="connsiteY9" fmla="*/ 25631 h 134740"/>
                <a:gd name="connsiteX10" fmla="*/ 29766 w 95001"/>
                <a:gd name="connsiteY10" fmla="*/ 19241 h 134740"/>
                <a:gd name="connsiteX11" fmla="*/ 55775 w 95001"/>
                <a:gd name="connsiteY11" fmla="*/ 4635 h 134740"/>
                <a:gd name="connsiteX12" fmla="*/ 81602 w 95001"/>
                <a:gd name="connsiteY12" fmla="*/ 37681 h 134740"/>
                <a:gd name="connsiteX13" fmla="*/ 76726 w 95001"/>
                <a:gd name="connsiteY13" fmla="*/ 68901 h 134740"/>
                <a:gd name="connsiteX14" fmla="*/ 76545 w 95001"/>
                <a:gd name="connsiteY14" fmla="*/ 68901 h 134740"/>
                <a:gd name="connsiteX15" fmla="*/ 33921 w 95001"/>
                <a:gd name="connsiteY15" fmla="*/ 129699 h 134740"/>
                <a:gd name="connsiteX16" fmla="*/ 14053 w 95001"/>
                <a:gd name="connsiteY16" fmla="*/ 109068 h 134740"/>
                <a:gd name="connsiteX17" fmla="*/ 25974 w 95001"/>
                <a:gd name="connsiteY17" fmla="*/ 67623 h 134740"/>
                <a:gd name="connsiteX18" fmla="*/ 53246 w 95001"/>
                <a:gd name="connsiteY18" fmla="*/ 51374 h 134740"/>
                <a:gd name="connsiteX19" fmla="*/ 73294 w 95001"/>
                <a:gd name="connsiteY19" fmla="*/ 75474 h 134740"/>
                <a:gd name="connsiteX20" fmla="*/ 33921 w 95001"/>
                <a:gd name="connsiteY20" fmla="*/ 129699 h 13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001" h="134740">
                  <a:moveTo>
                    <a:pt x="76545" y="68901"/>
                  </a:moveTo>
                  <a:cubicBezTo>
                    <a:pt x="74739" y="57582"/>
                    <a:pt x="67334" y="47358"/>
                    <a:pt x="53246" y="47358"/>
                  </a:cubicBezTo>
                  <a:cubicBezTo>
                    <a:pt x="42229" y="47358"/>
                    <a:pt x="30489" y="50279"/>
                    <a:pt x="16401" y="64520"/>
                  </a:cubicBezTo>
                  <a:cubicBezTo>
                    <a:pt x="1410" y="79673"/>
                    <a:pt x="146" y="96653"/>
                    <a:pt x="146" y="102313"/>
                  </a:cubicBezTo>
                  <a:cubicBezTo>
                    <a:pt x="146" y="113632"/>
                    <a:pt x="8093" y="134811"/>
                    <a:pt x="33379" y="134811"/>
                  </a:cubicBezTo>
                  <a:cubicBezTo>
                    <a:pt x="76364" y="134811"/>
                    <a:pt x="95148" y="73466"/>
                    <a:pt x="95148" y="47358"/>
                  </a:cubicBezTo>
                  <a:cubicBezTo>
                    <a:pt x="95148" y="18328"/>
                    <a:pt x="78351" y="71"/>
                    <a:pt x="56136" y="71"/>
                  </a:cubicBezTo>
                  <a:cubicBezTo>
                    <a:pt x="29947" y="71"/>
                    <a:pt x="21639" y="23805"/>
                    <a:pt x="21639" y="28918"/>
                  </a:cubicBezTo>
                  <a:cubicBezTo>
                    <a:pt x="21639" y="31474"/>
                    <a:pt x="23084" y="35308"/>
                    <a:pt x="28502" y="35308"/>
                  </a:cubicBezTo>
                  <a:cubicBezTo>
                    <a:pt x="34462" y="35308"/>
                    <a:pt x="38255" y="29830"/>
                    <a:pt x="38255" y="25631"/>
                  </a:cubicBezTo>
                  <a:cubicBezTo>
                    <a:pt x="38255" y="19241"/>
                    <a:pt x="32656" y="19241"/>
                    <a:pt x="29766" y="19241"/>
                  </a:cubicBezTo>
                  <a:cubicBezTo>
                    <a:pt x="37713" y="5731"/>
                    <a:pt x="50537" y="4635"/>
                    <a:pt x="55775" y="4635"/>
                  </a:cubicBezTo>
                  <a:cubicBezTo>
                    <a:pt x="68959" y="4635"/>
                    <a:pt x="81602" y="14129"/>
                    <a:pt x="81602" y="37681"/>
                  </a:cubicBezTo>
                  <a:cubicBezTo>
                    <a:pt x="81602" y="44802"/>
                    <a:pt x="80518" y="54113"/>
                    <a:pt x="76726" y="68901"/>
                  </a:cubicBezTo>
                  <a:lnTo>
                    <a:pt x="76545" y="68901"/>
                  </a:lnTo>
                  <a:close/>
                  <a:moveTo>
                    <a:pt x="33921" y="129699"/>
                  </a:moveTo>
                  <a:cubicBezTo>
                    <a:pt x="14053" y="129699"/>
                    <a:pt x="14053" y="110894"/>
                    <a:pt x="14053" y="109068"/>
                  </a:cubicBezTo>
                  <a:cubicBezTo>
                    <a:pt x="14053" y="104138"/>
                    <a:pt x="18569" y="78578"/>
                    <a:pt x="25974" y="67623"/>
                  </a:cubicBezTo>
                  <a:cubicBezTo>
                    <a:pt x="33198" y="57217"/>
                    <a:pt x="42048" y="51374"/>
                    <a:pt x="53246" y="51374"/>
                  </a:cubicBezTo>
                  <a:cubicBezTo>
                    <a:pt x="72933" y="51374"/>
                    <a:pt x="73294" y="71823"/>
                    <a:pt x="73294" y="75474"/>
                  </a:cubicBezTo>
                  <a:cubicBezTo>
                    <a:pt x="73294" y="88620"/>
                    <a:pt x="61735" y="129699"/>
                    <a:pt x="33921" y="12969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36" name="Freeform: Shape 5035">
              <a:extLst>
                <a:ext uri="{FF2B5EF4-FFF2-40B4-BE49-F238E27FC236}">
                  <a16:creationId xmlns:a16="http://schemas.microsoft.com/office/drawing/2014/main" id="{3379D0C1-0965-2BD7-D795-AA72C89379A9}"/>
                </a:ext>
              </a:extLst>
            </p:cNvPr>
            <p:cNvSpPr/>
            <p:nvPr>
              <p:custDataLst>
                <p:tags r:id="rId45"/>
              </p:custDataLst>
            </p:nvPr>
          </p:nvSpPr>
          <p:spPr>
            <a:xfrm>
              <a:off x="6354814" y="5799269"/>
              <a:ext cx="97891" cy="120134"/>
            </a:xfrm>
            <a:custGeom>
              <a:avLst/>
              <a:gdLst>
                <a:gd name="connsiteX0" fmla="*/ 36455 w 97891"/>
                <a:gd name="connsiteY0" fmla="*/ 16685 h 120134"/>
                <a:gd name="connsiteX1" fmla="*/ 39164 w 97891"/>
                <a:gd name="connsiteY1" fmla="*/ 5000 h 120134"/>
                <a:gd name="connsiteX2" fmla="*/ 33926 w 97891"/>
                <a:gd name="connsiteY2" fmla="*/ 71 h 120134"/>
                <a:gd name="connsiteX3" fmla="*/ 26702 w 97891"/>
                <a:gd name="connsiteY3" fmla="*/ 6643 h 120134"/>
                <a:gd name="connsiteX4" fmla="*/ 694 w 97891"/>
                <a:gd name="connsiteY4" fmla="*/ 112354 h 120134"/>
                <a:gd name="connsiteX5" fmla="*/ 152 w 97891"/>
                <a:gd name="connsiteY5" fmla="*/ 115275 h 120134"/>
                <a:gd name="connsiteX6" fmla="*/ 5209 w 97891"/>
                <a:gd name="connsiteY6" fmla="*/ 120205 h 120134"/>
                <a:gd name="connsiteX7" fmla="*/ 11531 w 97891"/>
                <a:gd name="connsiteY7" fmla="*/ 116371 h 120134"/>
                <a:gd name="connsiteX8" fmla="*/ 21464 w 97891"/>
                <a:gd name="connsiteY8" fmla="*/ 77117 h 120134"/>
                <a:gd name="connsiteX9" fmla="*/ 38984 w 97891"/>
                <a:gd name="connsiteY9" fmla="*/ 82777 h 120134"/>
                <a:gd name="connsiteX10" fmla="*/ 63005 w 97891"/>
                <a:gd name="connsiteY10" fmla="*/ 69449 h 120134"/>
                <a:gd name="connsiteX11" fmla="*/ 79260 w 97891"/>
                <a:gd name="connsiteY11" fmla="*/ 82777 h 120134"/>
                <a:gd name="connsiteX12" fmla="*/ 92625 w 97891"/>
                <a:gd name="connsiteY12" fmla="*/ 72736 h 120134"/>
                <a:gd name="connsiteX13" fmla="*/ 98044 w 97891"/>
                <a:gd name="connsiteY13" fmla="*/ 54661 h 120134"/>
                <a:gd name="connsiteX14" fmla="*/ 95876 w 97891"/>
                <a:gd name="connsiteY14" fmla="*/ 52835 h 120134"/>
                <a:gd name="connsiteX15" fmla="*/ 93348 w 97891"/>
                <a:gd name="connsiteY15" fmla="*/ 56121 h 120134"/>
                <a:gd name="connsiteX16" fmla="*/ 79621 w 97891"/>
                <a:gd name="connsiteY16" fmla="*/ 78760 h 120134"/>
                <a:gd name="connsiteX17" fmla="*/ 74203 w 97891"/>
                <a:gd name="connsiteY17" fmla="*/ 70362 h 120134"/>
                <a:gd name="connsiteX18" fmla="*/ 77815 w 97891"/>
                <a:gd name="connsiteY18" fmla="*/ 51374 h 120134"/>
                <a:gd name="connsiteX19" fmla="*/ 82872 w 97891"/>
                <a:gd name="connsiteY19" fmla="*/ 31656 h 120134"/>
                <a:gd name="connsiteX20" fmla="*/ 85943 w 97891"/>
                <a:gd name="connsiteY20" fmla="*/ 19241 h 120134"/>
                <a:gd name="connsiteX21" fmla="*/ 88652 w 97891"/>
                <a:gd name="connsiteY21" fmla="*/ 7009 h 120134"/>
                <a:gd name="connsiteX22" fmla="*/ 83414 w 97891"/>
                <a:gd name="connsiteY22" fmla="*/ 2079 h 120134"/>
                <a:gd name="connsiteX23" fmla="*/ 76370 w 97891"/>
                <a:gd name="connsiteY23" fmla="*/ 8469 h 120134"/>
                <a:gd name="connsiteX24" fmla="*/ 67881 w 97891"/>
                <a:gd name="connsiteY24" fmla="*/ 42611 h 120134"/>
                <a:gd name="connsiteX25" fmla="*/ 63186 w 97891"/>
                <a:gd name="connsiteY25" fmla="*/ 61233 h 120134"/>
                <a:gd name="connsiteX26" fmla="*/ 39706 w 97891"/>
                <a:gd name="connsiteY26" fmla="*/ 78760 h 120134"/>
                <a:gd name="connsiteX27" fmla="*/ 26341 w 97891"/>
                <a:gd name="connsiteY27" fmla="*/ 62876 h 120134"/>
                <a:gd name="connsiteX28" fmla="*/ 28869 w 97891"/>
                <a:gd name="connsiteY28" fmla="*/ 47358 h 120134"/>
                <a:gd name="connsiteX29" fmla="*/ 36455 w 97891"/>
                <a:gd name="connsiteY29" fmla="*/ 16685 h 12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7891" h="120134">
                  <a:moveTo>
                    <a:pt x="36455" y="16685"/>
                  </a:moveTo>
                  <a:cubicBezTo>
                    <a:pt x="37358" y="12851"/>
                    <a:pt x="39164" y="5913"/>
                    <a:pt x="39164" y="5000"/>
                  </a:cubicBezTo>
                  <a:cubicBezTo>
                    <a:pt x="39164" y="1896"/>
                    <a:pt x="36997" y="71"/>
                    <a:pt x="33926" y="71"/>
                  </a:cubicBezTo>
                  <a:cubicBezTo>
                    <a:pt x="33385" y="71"/>
                    <a:pt x="28327" y="253"/>
                    <a:pt x="26702" y="6643"/>
                  </a:cubicBezTo>
                  <a:lnTo>
                    <a:pt x="694" y="112354"/>
                  </a:lnTo>
                  <a:cubicBezTo>
                    <a:pt x="152" y="114545"/>
                    <a:pt x="152" y="114910"/>
                    <a:pt x="152" y="115275"/>
                  </a:cubicBezTo>
                  <a:cubicBezTo>
                    <a:pt x="152" y="118014"/>
                    <a:pt x="2139" y="120205"/>
                    <a:pt x="5209" y="120205"/>
                  </a:cubicBezTo>
                  <a:cubicBezTo>
                    <a:pt x="9002" y="120205"/>
                    <a:pt x="11169" y="116919"/>
                    <a:pt x="11531" y="116371"/>
                  </a:cubicBezTo>
                  <a:cubicBezTo>
                    <a:pt x="12253" y="114728"/>
                    <a:pt x="14601" y="105234"/>
                    <a:pt x="21464" y="77117"/>
                  </a:cubicBezTo>
                  <a:cubicBezTo>
                    <a:pt x="27244" y="82047"/>
                    <a:pt x="35371" y="82777"/>
                    <a:pt x="38984" y="82777"/>
                  </a:cubicBezTo>
                  <a:cubicBezTo>
                    <a:pt x="51626" y="82777"/>
                    <a:pt x="58670" y="74561"/>
                    <a:pt x="63005" y="69449"/>
                  </a:cubicBezTo>
                  <a:cubicBezTo>
                    <a:pt x="64630" y="77665"/>
                    <a:pt x="71313" y="82777"/>
                    <a:pt x="79260" y="82777"/>
                  </a:cubicBezTo>
                  <a:cubicBezTo>
                    <a:pt x="85581" y="82777"/>
                    <a:pt x="89735" y="78578"/>
                    <a:pt x="92625" y="72736"/>
                  </a:cubicBezTo>
                  <a:cubicBezTo>
                    <a:pt x="95696" y="66163"/>
                    <a:pt x="98044" y="55026"/>
                    <a:pt x="98044" y="54661"/>
                  </a:cubicBezTo>
                  <a:cubicBezTo>
                    <a:pt x="98044" y="52835"/>
                    <a:pt x="96418" y="52835"/>
                    <a:pt x="95876" y="52835"/>
                  </a:cubicBezTo>
                  <a:cubicBezTo>
                    <a:pt x="94070" y="52835"/>
                    <a:pt x="93890" y="53565"/>
                    <a:pt x="93348" y="56121"/>
                  </a:cubicBezTo>
                  <a:cubicBezTo>
                    <a:pt x="90277" y="67989"/>
                    <a:pt x="87026" y="78760"/>
                    <a:pt x="79621" y="78760"/>
                  </a:cubicBezTo>
                  <a:cubicBezTo>
                    <a:pt x="74745" y="78760"/>
                    <a:pt x="74203" y="74014"/>
                    <a:pt x="74203" y="70362"/>
                  </a:cubicBezTo>
                  <a:cubicBezTo>
                    <a:pt x="74203" y="66345"/>
                    <a:pt x="76370" y="57764"/>
                    <a:pt x="77815" y="51374"/>
                  </a:cubicBezTo>
                  <a:lnTo>
                    <a:pt x="82872" y="31656"/>
                  </a:lnTo>
                  <a:cubicBezTo>
                    <a:pt x="83414" y="28918"/>
                    <a:pt x="85220" y="21980"/>
                    <a:pt x="85943" y="19241"/>
                  </a:cubicBezTo>
                  <a:cubicBezTo>
                    <a:pt x="86846" y="15042"/>
                    <a:pt x="88652" y="8104"/>
                    <a:pt x="88652" y="7009"/>
                  </a:cubicBezTo>
                  <a:cubicBezTo>
                    <a:pt x="88652" y="3722"/>
                    <a:pt x="86123" y="2079"/>
                    <a:pt x="83414" y="2079"/>
                  </a:cubicBezTo>
                  <a:cubicBezTo>
                    <a:pt x="82511" y="2079"/>
                    <a:pt x="77815" y="2262"/>
                    <a:pt x="76370" y="8469"/>
                  </a:cubicBezTo>
                  <a:lnTo>
                    <a:pt x="67881" y="42611"/>
                  </a:lnTo>
                  <a:cubicBezTo>
                    <a:pt x="65714" y="51739"/>
                    <a:pt x="63727" y="59408"/>
                    <a:pt x="63186" y="61233"/>
                  </a:cubicBezTo>
                  <a:cubicBezTo>
                    <a:pt x="63005" y="62146"/>
                    <a:pt x="54336" y="78760"/>
                    <a:pt x="39706" y="78760"/>
                  </a:cubicBezTo>
                  <a:cubicBezTo>
                    <a:pt x="30675" y="78760"/>
                    <a:pt x="26341" y="72736"/>
                    <a:pt x="26341" y="62876"/>
                  </a:cubicBezTo>
                  <a:cubicBezTo>
                    <a:pt x="26341" y="57582"/>
                    <a:pt x="27605" y="52470"/>
                    <a:pt x="28869" y="47358"/>
                  </a:cubicBezTo>
                  <a:lnTo>
                    <a:pt x="36455" y="1668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37" name="Freeform: Shape 5036">
              <a:extLst>
                <a:ext uri="{FF2B5EF4-FFF2-40B4-BE49-F238E27FC236}">
                  <a16:creationId xmlns:a16="http://schemas.microsoft.com/office/drawing/2014/main" id="{E50D0D2C-41B4-5266-743A-0E88B7C23484}"/>
                </a:ext>
              </a:extLst>
            </p:cNvPr>
            <p:cNvSpPr/>
            <p:nvPr>
              <p:custDataLst>
                <p:tags r:id="rId46"/>
              </p:custDataLst>
            </p:nvPr>
          </p:nvSpPr>
          <p:spPr>
            <a:xfrm>
              <a:off x="6464166" y="5850992"/>
              <a:ext cx="77247" cy="57638"/>
            </a:xfrm>
            <a:custGeom>
              <a:avLst/>
              <a:gdLst>
                <a:gd name="connsiteX0" fmla="*/ 9640 w 77247"/>
                <a:gd name="connsiteY0" fmla="*/ 48382 h 57638"/>
                <a:gd name="connsiteX1" fmla="*/ 8376 w 77247"/>
                <a:gd name="connsiteY1" fmla="*/ 53621 h 57638"/>
                <a:gd name="connsiteX2" fmla="*/ 12674 w 77247"/>
                <a:gd name="connsiteY2" fmla="*/ 57711 h 57638"/>
                <a:gd name="connsiteX3" fmla="*/ 17605 w 77247"/>
                <a:gd name="connsiteY3" fmla="*/ 54899 h 57638"/>
                <a:gd name="connsiteX4" fmla="*/ 19881 w 77247"/>
                <a:gd name="connsiteY4" fmla="*/ 46976 h 57638"/>
                <a:gd name="connsiteX5" fmla="*/ 22662 w 77247"/>
                <a:gd name="connsiteY5" fmla="*/ 35473 h 57638"/>
                <a:gd name="connsiteX6" fmla="*/ 24812 w 77247"/>
                <a:gd name="connsiteY6" fmla="*/ 26911 h 57638"/>
                <a:gd name="connsiteX7" fmla="*/ 30121 w 77247"/>
                <a:gd name="connsiteY7" fmla="*/ 15408 h 57638"/>
                <a:gd name="connsiteX8" fmla="*/ 49086 w 77247"/>
                <a:gd name="connsiteY8" fmla="*/ 3651 h 57638"/>
                <a:gd name="connsiteX9" fmla="*/ 56545 w 77247"/>
                <a:gd name="connsiteY9" fmla="*/ 12597 h 57638"/>
                <a:gd name="connsiteX10" fmla="*/ 49086 w 77247"/>
                <a:gd name="connsiteY10" fmla="*/ 39819 h 57638"/>
                <a:gd name="connsiteX11" fmla="*/ 47189 w 77247"/>
                <a:gd name="connsiteY11" fmla="*/ 46720 h 57638"/>
                <a:gd name="connsiteX12" fmla="*/ 59200 w 77247"/>
                <a:gd name="connsiteY12" fmla="*/ 57711 h 57638"/>
                <a:gd name="connsiteX13" fmla="*/ 77406 w 77247"/>
                <a:gd name="connsiteY13" fmla="*/ 38157 h 57638"/>
                <a:gd name="connsiteX14" fmla="*/ 75383 w 77247"/>
                <a:gd name="connsiteY14" fmla="*/ 36496 h 57638"/>
                <a:gd name="connsiteX15" fmla="*/ 72981 w 77247"/>
                <a:gd name="connsiteY15" fmla="*/ 38669 h 57638"/>
                <a:gd name="connsiteX16" fmla="*/ 59579 w 77247"/>
                <a:gd name="connsiteY16" fmla="*/ 54133 h 57638"/>
                <a:gd name="connsiteX17" fmla="*/ 56419 w 77247"/>
                <a:gd name="connsiteY17" fmla="*/ 49660 h 57638"/>
                <a:gd name="connsiteX18" fmla="*/ 59326 w 77247"/>
                <a:gd name="connsiteY18" fmla="*/ 39308 h 57638"/>
                <a:gd name="connsiteX19" fmla="*/ 66027 w 77247"/>
                <a:gd name="connsiteY19" fmla="*/ 14642 h 57638"/>
                <a:gd name="connsiteX20" fmla="*/ 49591 w 77247"/>
                <a:gd name="connsiteY20" fmla="*/ 72 h 57638"/>
                <a:gd name="connsiteX21" fmla="*/ 28225 w 77247"/>
                <a:gd name="connsiteY21" fmla="*/ 11702 h 57638"/>
                <a:gd name="connsiteX22" fmla="*/ 14697 w 77247"/>
                <a:gd name="connsiteY22" fmla="*/ 72 h 57638"/>
                <a:gd name="connsiteX23" fmla="*/ 4709 w 77247"/>
                <a:gd name="connsiteY23" fmla="*/ 6974 h 57638"/>
                <a:gd name="connsiteX24" fmla="*/ 158 w 77247"/>
                <a:gd name="connsiteY24" fmla="*/ 19626 h 57638"/>
                <a:gd name="connsiteX25" fmla="*/ 2307 w 77247"/>
                <a:gd name="connsiteY25" fmla="*/ 21287 h 57638"/>
                <a:gd name="connsiteX26" fmla="*/ 5089 w 77247"/>
                <a:gd name="connsiteY26" fmla="*/ 17453 h 57638"/>
                <a:gd name="connsiteX27" fmla="*/ 14318 w 77247"/>
                <a:gd name="connsiteY27" fmla="*/ 3651 h 57638"/>
                <a:gd name="connsiteX28" fmla="*/ 18490 w 77247"/>
                <a:gd name="connsiteY28" fmla="*/ 9913 h 57638"/>
                <a:gd name="connsiteX29" fmla="*/ 16467 w 77247"/>
                <a:gd name="connsiteY29" fmla="*/ 20521 h 57638"/>
                <a:gd name="connsiteX30" fmla="*/ 13686 w 77247"/>
                <a:gd name="connsiteY30" fmla="*/ 32023 h 57638"/>
                <a:gd name="connsiteX31" fmla="*/ 9640 w 77247"/>
                <a:gd name="connsiteY31" fmla="*/ 48382 h 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247" h="57638">
                  <a:moveTo>
                    <a:pt x="9640" y="48382"/>
                  </a:moveTo>
                  <a:cubicBezTo>
                    <a:pt x="9134" y="50043"/>
                    <a:pt x="8376" y="53238"/>
                    <a:pt x="8376" y="53621"/>
                  </a:cubicBezTo>
                  <a:cubicBezTo>
                    <a:pt x="8376" y="56433"/>
                    <a:pt x="10652" y="57711"/>
                    <a:pt x="12674" y="57711"/>
                  </a:cubicBezTo>
                  <a:cubicBezTo>
                    <a:pt x="14950" y="57711"/>
                    <a:pt x="16973" y="56050"/>
                    <a:pt x="17605" y="54899"/>
                  </a:cubicBezTo>
                  <a:cubicBezTo>
                    <a:pt x="18237" y="53749"/>
                    <a:pt x="19249" y="49660"/>
                    <a:pt x="19881" y="46976"/>
                  </a:cubicBezTo>
                  <a:cubicBezTo>
                    <a:pt x="20513" y="44547"/>
                    <a:pt x="21904" y="38669"/>
                    <a:pt x="22662" y="35473"/>
                  </a:cubicBezTo>
                  <a:cubicBezTo>
                    <a:pt x="23421" y="32662"/>
                    <a:pt x="24179" y="29850"/>
                    <a:pt x="24812" y="26911"/>
                  </a:cubicBezTo>
                  <a:cubicBezTo>
                    <a:pt x="26202" y="21671"/>
                    <a:pt x="26455" y="20648"/>
                    <a:pt x="30121" y="15408"/>
                  </a:cubicBezTo>
                  <a:cubicBezTo>
                    <a:pt x="33661" y="10296"/>
                    <a:pt x="39604" y="3651"/>
                    <a:pt x="49086" y="3651"/>
                  </a:cubicBezTo>
                  <a:cubicBezTo>
                    <a:pt x="56419" y="3651"/>
                    <a:pt x="56545" y="10169"/>
                    <a:pt x="56545" y="12597"/>
                  </a:cubicBezTo>
                  <a:cubicBezTo>
                    <a:pt x="56545" y="20265"/>
                    <a:pt x="51109" y="34451"/>
                    <a:pt x="49086" y="39819"/>
                  </a:cubicBezTo>
                  <a:cubicBezTo>
                    <a:pt x="47695" y="43397"/>
                    <a:pt x="47189" y="44547"/>
                    <a:pt x="47189" y="46720"/>
                  </a:cubicBezTo>
                  <a:cubicBezTo>
                    <a:pt x="47189" y="53494"/>
                    <a:pt x="52752" y="57711"/>
                    <a:pt x="59200" y="57711"/>
                  </a:cubicBezTo>
                  <a:cubicBezTo>
                    <a:pt x="71843" y="57711"/>
                    <a:pt x="77406" y="40074"/>
                    <a:pt x="77406" y="38157"/>
                  </a:cubicBezTo>
                  <a:cubicBezTo>
                    <a:pt x="77406" y="36496"/>
                    <a:pt x="75762" y="36496"/>
                    <a:pt x="75383" y="36496"/>
                  </a:cubicBezTo>
                  <a:cubicBezTo>
                    <a:pt x="73613" y="36496"/>
                    <a:pt x="73486" y="37263"/>
                    <a:pt x="72981" y="38669"/>
                  </a:cubicBezTo>
                  <a:cubicBezTo>
                    <a:pt x="70073" y="48893"/>
                    <a:pt x="64636" y="54133"/>
                    <a:pt x="59579" y="54133"/>
                  </a:cubicBezTo>
                  <a:cubicBezTo>
                    <a:pt x="56924" y="54133"/>
                    <a:pt x="56419" y="52343"/>
                    <a:pt x="56419" y="49660"/>
                  </a:cubicBezTo>
                  <a:cubicBezTo>
                    <a:pt x="56419" y="46720"/>
                    <a:pt x="57051" y="45059"/>
                    <a:pt x="59326" y="39308"/>
                  </a:cubicBezTo>
                  <a:cubicBezTo>
                    <a:pt x="60844" y="35346"/>
                    <a:pt x="66027" y="21799"/>
                    <a:pt x="66027" y="14642"/>
                  </a:cubicBezTo>
                  <a:cubicBezTo>
                    <a:pt x="66027" y="2245"/>
                    <a:pt x="56292" y="72"/>
                    <a:pt x="49591" y="72"/>
                  </a:cubicBezTo>
                  <a:cubicBezTo>
                    <a:pt x="39098" y="72"/>
                    <a:pt x="32018" y="6590"/>
                    <a:pt x="28225" y="11702"/>
                  </a:cubicBezTo>
                  <a:cubicBezTo>
                    <a:pt x="27340" y="2884"/>
                    <a:pt x="19881" y="72"/>
                    <a:pt x="14697" y="72"/>
                  </a:cubicBezTo>
                  <a:cubicBezTo>
                    <a:pt x="9261" y="72"/>
                    <a:pt x="6353" y="4034"/>
                    <a:pt x="4709" y="6974"/>
                  </a:cubicBezTo>
                  <a:cubicBezTo>
                    <a:pt x="1928" y="11702"/>
                    <a:pt x="158" y="18987"/>
                    <a:pt x="158" y="19626"/>
                  </a:cubicBezTo>
                  <a:cubicBezTo>
                    <a:pt x="158" y="21287"/>
                    <a:pt x="1928" y="21287"/>
                    <a:pt x="2307" y="21287"/>
                  </a:cubicBezTo>
                  <a:cubicBezTo>
                    <a:pt x="4077" y="21287"/>
                    <a:pt x="4204" y="20904"/>
                    <a:pt x="5089" y="17453"/>
                  </a:cubicBezTo>
                  <a:cubicBezTo>
                    <a:pt x="6985" y="9913"/>
                    <a:pt x="9387" y="3651"/>
                    <a:pt x="14318" y="3651"/>
                  </a:cubicBezTo>
                  <a:cubicBezTo>
                    <a:pt x="17605" y="3651"/>
                    <a:pt x="18490" y="6462"/>
                    <a:pt x="18490" y="9913"/>
                  </a:cubicBezTo>
                  <a:cubicBezTo>
                    <a:pt x="18490" y="12341"/>
                    <a:pt x="17352" y="17070"/>
                    <a:pt x="16467" y="20521"/>
                  </a:cubicBezTo>
                  <a:cubicBezTo>
                    <a:pt x="15582" y="23971"/>
                    <a:pt x="14318" y="29211"/>
                    <a:pt x="13686" y="32023"/>
                  </a:cubicBezTo>
                  <a:lnTo>
                    <a:pt x="9640" y="4838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38" name="Freeform: Shape 5037">
              <a:extLst>
                <a:ext uri="{FF2B5EF4-FFF2-40B4-BE49-F238E27FC236}">
                  <a16:creationId xmlns:a16="http://schemas.microsoft.com/office/drawing/2014/main" id="{7E31FC57-542A-0A7D-2DA1-F22864B1CDB4}"/>
                </a:ext>
              </a:extLst>
            </p:cNvPr>
            <p:cNvSpPr/>
            <p:nvPr>
              <p:custDataLst>
                <p:tags r:id="rId47"/>
              </p:custDataLst>
            </p:nvPr>
          </p:nvSpPr>
          <p:spPr>
            <a:xfrm>
              <a:off x="6206359" y="5954185"/>
              <a:ext cx="387292" cy="7302"/>
            </a:xfrm>
            <a:custGeom>
              <a:avLst/>
              <a:gdLst>
                <a:gd name="connsiteX0" fmla="*/ 0 w 387292"/>
                <a:gd name="connsiteY0" fmla="*/ 0 h 7302"/>
                <a:gd name="connsiteX1" fmla="*/ 387292 w 387292"/>
                <a:gd name="connsiteY1" fmla="*/ 0 h 7302"/>
                <a:gd name="connsiteX2" fmla="*/ 387292 w 387292"/>
                <a:gd name="connsiteY2" fmla="*/ 7303 h 7302"/>
                <a:gd name="connsiteX3" fmla="*/ 0 w 387292"/>
                <a:gd name="connsiteY3" fmla="*/ 7303 h 7302"/>
              </a:gdLst>
              <a:ahLst/>
              <a:cxnLst>
                <a:cxn ang="0">
                  <a:pos x="connsiteX0" y="connsiteY0"/>
                </a:cxn>
                <a:cxn ang="0">
                  <a:pos x="connsiteX1" y="connsiteY1"/>
                </a:cxn>
                <a:cxn ang="0">
                  <a:pos x="connsiteX2" y="connsiteY2"/>
                </a:cxn>
                <a:cxn ang="0">
                  <a:pos x="connsiteX3" y="connsiteY3"/>
                </a:cxn>
              </a:cxnLst>
              <a:rect l="l" t="t" r="r" b="b"/>
              <a:pathLst>
                <a:path w="387292" h="7302">
                  <a:moveTo>
                    <a:pt x="0" y="0"/>
                  </a:moveTo>
                  <a:lnTo>
                    <a:pt x="387292" y="0"/>
                  </a:lnTo>
                  <a:lnTo>
                    <a:pt x="387292" y="7303"/>
                  </a:lnTo>
                  <a:lnTo>
                    <a:pt x="0" y="730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39" name="Freeform: Shape 5038">
              <a:extLst>
                <a:ext uri="{FF2B5EF4-FFF2-40B4-BE49-F238E27FC236}">
                  <a16:creationId xmlns:a16="http://schemas.microsoft.com/office/drawing/2014/main" id="{F721CC41-D72B-A001-1BD3-77DF100E67B5}"/>
                </a:ext>
              </a:extLst>
            </p:cNvPr>
            <p:cNvSpPr/>
            <p:nvPr>
              <p:custDataLst>
                <p:tags r:id="rId48"/>
              </p:custDataLst>
            </p:nvPr>
          </p:nvSpPr>
          <p:spPr>
            <a:xfrm>
              <a:off x="6213584" y="5997994"/>
              <a:ext cx="95001" cy="134740"/>
            </a:xfrm>
            <a:custGeom>
              <a:avLst/>
              <a:gdLst>
                <a:gd name="connsiteX0" fmla="*/ 76543 w 95001"/>
                <a:gd name="connsiteY0" fmla="*/ 68915 h 134740"/>
                <a:gd name="connsiteX1" fmla="*/ 53244 w 95001"/>
                <a:gd name="connsiteY1" fmla="*/ 47371 h 134740"/>
                <a:gd name="connsiteX2" fmla="*/ 16399 w 95001"/>
                <a:gd name="connsiteY2" fmla="*/ 64533 h 134740"/>
                <a:gd name="connsiteX3" fmla="*/ 144 w 95001"/>
                <a:gd name="connsiteY3" fmla="*/ 102326 h 134740"/>
                <a:gd name="connsiteX4" fmla="*/ 33377 w 95001"/>
                <a:gd name="connsiteY4" fmla="*/ 134825 h 134740"/>
                <a:gd name="connsiteX5" fmla="*/ 95146 w 95001"/>
                <a:gd name="connsiteY5" fmla="*/ 47371 h 134740"/>
                <a:gd name="connsiteX6" fmla="*/ 56134 w 95001"/>
                <a:gd name="connsiteY6" fmla="*/ 84 h 134740"/>
                <a:gd name="connsiteX7" fmla="*/ 21637 w 95001"/>
                <a:gd name="connsiteY7" fmla="*/ 28931 h 134740"/>
                <a:gd name="connsiteX8" fmla="*/ 28500 w 95001"/>
                <a:gd name="connsiteY8" fmla="*/ 35321 h 134740"/>
                <a:gd name="connsiteX9" fmla="*/ 38253 w 95001"/>
                <a:gd name="connsiteY9" fmla="*/ 25645 h 134740"/>
                <a:gd name="connsiteX10" fmla="*/ 29764 w 95001"/>
                <a:gd name="connsiteY10" fmla="*/ 19255 h 134740"/>
                <a:gd name="connsiteX11" fmla="*/ 55773 w 95001"/>
                <a:gd name="connsiteY11" fmla="*/ 4649 h 134740"/>
                <a:gd name="connsiteX12" fmla="*/ 81600 w 95001"/>
                <a:gd name="connsiteY12" fmla="*/ 37695 h 134740"/>
                <a:gd name="connsiteX13" fmla="*/ 76724 w 95001"/>
                <a:gd name="connsiteY13" fmla="*/ 68915 h 134740"/>
                <a:gd name="connsiteX14" fmla="*/ 76543 w 95001"/>
                <a:gd name="connsiteY14" fmla="*/ 68915 h 134740"/>
                <a:gd name="connsiteX15" fmla="*/ 33919 w 95001"/>
                <a:gd name="connsiteY15" fmla="*/ 129712 h 134740"/>
                <a:gd name="connsiteX16" fmla="*/ 14051 w 95001"/>
                <a:gd name="connsiteY16" fmla="*/ 109081 h 134740"/>
                <a:gd name="connsiteX17" fmla="*/ 25972 w 95001"/>
                <a:gd name="connsiteY17" fmla="*/ 67637 h 134740"/>
                <a:gd name="connsiteX18" fmla="*/ 53244 w 95001"/>
                <a:gd name="connsiteY18" fmla="*/ 51388 h 134740"/>
                <a:gd name="connsiteX19" fmla="*/ 73292 w 95001"/>
                <a:gd name="connsiteY19" fmla="*/ 75488 h 134740"/>
                <a:gd name="connsiteX20" fmla="*/ 33919 w 95001"/>
                <a:gd name="connsiteY20" fmla="*/ 129712 h 13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001" h="134740">
                  <a:moveTo>
                    <a:pt x="76543" y="68915"/>
                  </a:moveTo>
                  <a:cubicBezTo>
                    <a:pt x="74737" y="57595"/>
                    <a:pt x="67332" y="47371"/>
                    <a:pt x="53244" y="47371"/>
                  </a:cubicBezTo>
                  <a:cubicBezTo>
                    <a:pt x="42227" y="47371"/>
                    <a:pt x="30487" y="50292"/>
                    <a:pt x="16399" y="64533"/>
                  </a:cubicBezTo>
                  <a:cubicBezTo>
                    <a:pt x="1408" y="79687"/>
                    <a:pt x="144" y="96666"/>
                    <a:pt x="144" y="102326"/>
                  </a:cubicBezTo>
                  <a:cubicBezTo>
                    <a:pt x="144" y="113646"/>
                    <a:pt x="8091" y="134825"/>
                    <a:pt x="33377" y="134825"/>
                  </a:cubicBezTo>
                  <a:cubicBezTo>
                    <a:pt x="76362" y="134825"/>
                    <a:pt x="95146" y="73479"/>
                    <a:pt x="95146" y="47371"/>
                  </a:cubicBezTo>
                  <a:cubicBezTo>
                    <a:pt x="95146" y="18342"/>
                    <a:pt x="78349" y="84"/>
                    <a:pt x="56134" y="84"/>
                  </a:cubicBezTo>
                  <a:cubicBezTo>
                    <a:pt x="29945" y="84"/>
                    <a:pt x="21637" y="23819"/>
                    <a:pt x="21637" y="28931"/>
                  </a:cubicBezTo>
                  <a:cubicBezTo>
                    <a:pt x="21637" y="31487"/>
                    <a:pt x="23082" y="35321"/>
                    <a:pt x="28500" y="35321"/>
                  </a:cubicBezTo>
                  <a:cubicBezTo>
                    <a:pt x="34460" y="35321"/>
                    <a:pt x="38253" y="29844"/>
                    <a:pt x="38253" y="25645"/>
                  </a:cubicBezTo>
                  <a:cubicBezTo>
                    <a:pt x="38253" y="19255"/>
                    <a:pt x="32654" y="19255"/>
                    <a:pt x="29764" y="19255"/>
                  </a:cubicBezTo>
                  <a:cubicBezTo>
                    <a:pt x="37711" y="5744"/>
                    <a:pt x="50535" y="4649"/>
                    <a:pt x="55773" y="4649"/>
                  </a:cubicBezTo>
                  <a:cubicBezTo>
                    <a:pt x="68957" y="4649"/>
                    <a:pt x="81600" y="14143"/>
                    <a:pt x="81600" y="37695"/>
                  </a:cubicBezTo>
                  <a:cubicBezTo>
                    <a:pt x="81600" y="44815"/>
                    <a:pt x="80516" y="54126"/>
                    <a:pt x="76724" y="68915"/>
                  </a:cubicBezTo>
                  <a:lnTo>
                    <a:pt x="76543" y="68915"/>
                  </a:lnTo>
                  <a:close/>
                  <a:moveTo>
                    <a:pt x="33919" y="129712"/>
                  </a:moveTo>
                  <a:cubicBezTo>
                    <a:pt x="14051" y="129712"/>
                    <a:pt x="14051" y="110907"/>
                    <a:pt x="14051" y="109081"/>
                  </a:cubicBezTo>
                  <a:cubicBezTo>
                    <a:pt x="14051" y="104152"/>
                    <a:pt x="18567" y="78591"/>
                    <a:pt x="25972" y="67637"/>
                  </a:cubicBezTo>
                  <a:cubicBezTo>
                    <a:pt x="33196" y="57230"/>
                    <a:pt x="42046" y="51388"/>
                    <a:pt x="53244" y="51388"/>
                  </a:cubicBezTo>
                  <a:cubicBezTo>
                    <a:pt x="72931" y="51388"/>
                    <a:pt x="73292" y="71836"/>
                    <a:pt x="73292" y="75488"/>
                  </a:cubicBezTo>
                  <a:cubicBezTo>
                    <a:pt x="73292" y="88633"/>
                    <a:pt x="61733" y="129712"/>
                    <a:pt x="33919" y="12971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40" name="Freeform: Shape 5039">
              <a:extLst>
                <a:ext uri="{FF2B5EF4-FFF2-40B4-BE49-F238E27FC236}">
                  <a16:creationId xmlns:a16="http://schemas.microsoft.com/office/drawing/2014/main" id="{8D7A0BAB-85DF-5917-39AB-8F1E47FAEABC}"/>
                </a:ext>
              </a:extLst>
            </p:cNvPr>
            <p:cNvSpPr/>
            <p:nvPr>
              <p:custDataLst>
                <p:tags r:id="rId49"/>
              </p:custDataLst>
            </p:nvPr>
          </p:nvSpPr>
          <p:spPr>
            <a:xfrm>
              <a:off x="6317518" y="6048019"/>
              <a:ext cx="89944" cy="82706"/>
            </a:xfrm>
            <a:custGeom>
              <a:avLst/>
              <a:gdLst>
                <a:gd name="connsiteX0" fmla="*/ 55237 w 89944"/>
                <a:gd name="connsiteY0" fmla="*/ 25645 h 82706"/>
                <a:gd name="connsiteX1" fmla="*/ 73117 w 89944"/>
                <a:gd name="connsiteY1" fmla="*/ 4101 h 82706"/>
                <a:gd name="connsiteX2" fmla="*/ 82148 w 89944"/>
                <a:gd name="connsiteY2" fmla="*/ 6474 h 82706"/>
                <a:gd name="connsiteX3" fmla="*/ 73478 w 89944"/>
                <a:gd name="connsiteY3" fmla="*/ 16333 h 82706"/>
                <a:gd name="connsiteX4" fmla="*/ 80342 w 89944"/>
                <a:gd name="connsiteY4" fmla="*/ 22724 h 82706"/>
                <a:gd name="connsiteX5" fmla="*/ 90095 w 89944"/>
                <a:gd name="connsiteY5" fmla="*/ 12134 h 82706"/>
                <a:gd name="connsiteX6" fmla="*/ 73298 w 89944"/>
                <a:gd name="connsiteY6" fmla="*/ 84 h 82706"/>
                <a:gd name="connsiteX7" fmla="*/ 54333 w 89944"/>
                <a:gd name="connsiteY7" fmla="*/ 13960 h 82706"/>
                <a:gd name="connsiteX8" fmla="*/ 34827 w 89944"/>
                <a:gd name="connsiteY8" fmla="*/ 84 h 82706"/>
                <a:gd name="connsiteX9" fmla="*/ 5749 w 89944"/>
                <a:gd name="connsiteY9" fmla="*/ 28201 h 82706"/>
                <a:gd name="connsiteX10" fmla="*/ 7916 w 89944"/>
                <a:gd name="connsiteY10" fmla="*/ 30027 h 82706"/>
                <a:gd name="connsiteX11" fmla="*/ 10264 w 89944"/>
                <a:gd name="connsiteY11" fmla="*/ 28018 h 82706"/>
                <a:gd name="connsiteX12" fmla="*/ 34466 w 89944"/>
                <a:gd name="connsiteY12" fmla="*/ 4101 h 82706"/>
                <a:gd name="connsiteX13" fmla="*/ 44219 w 89944"/>
                <a:gd name="connsiteY13" fmla="*/ 16333 h 82706"/>
                <a:gd name="connsiteX14" fmla="*/ 34466 w 89944"/>
                <a:gd name="connsiteY14" fmla="*/ 59786 h 82706"/>
                <a:gd name="connsiteX15" fmla="*/ 17308 w 89944"/>
                <a:gd name="connsiteY15" fmla="*/ 78774 h 82706"/>
                <a:gd name="connsiteX16" fmla="*/ 8277 w 89944"/>
                <a:gd name="connsiteY16" fmla="*/ 76401 h 82706"/>
                <a:gd name="connsiteX17" fmla="*/ 16766 w 89944"/>
                <a:gd name="connsiteY17" fmla="*/ 66542 h 82706"/>
                <a:gd name="connsiteX18" fmla="*/ 10084 w 89944"/>
                <a:gd name="connsiteY18" fmla="*/ 60151 h 82706"/>
                <a:gd name="connsiteX19" fmla="*/ 150 w 89944"/>
                <a:gd name="connsiteY19" fmla="*/ 70741 h 82706"/>
                <a:gd name="connsiteX20" fmla="*/ 17127 w 89944"/>
                <a:gd name="connsiteY20" fmla="*/ 82791 h 82706"/>
                <a:gd name="connsiteX21" fmla="*/ 36092 w 89944"/>
                <a:gd name="connsiteY21" fmla="*/ 68915 h 82706"/>
                <a:gd name="connsiteX22" fmla="*/ 55598 w 89944"/>
                <a:gd name="connsiteY22" fmla="*/ 82791 h 82706"/>
                <a:gd name="connsiteX23" fmla="*/ 84496 w 89944"/>
                <a:gd name="connsiteY23" fmla="*/ 54674 h 82706"/>
                <a:gd name="connsiteX24" fmla="*/ 82328 w 89944"/>
                <a:gd name="connsiteY24" fmla="*/ 52848 h 82706"/>
                <a:gd name="connsiteX25" fmla="*/ 79980 w 89944"/>
                <a:gd name="connsiteY25" fmla="*/ 54857 h 82706"/>
                <a:gd name="connsiteX26" fmla="*/ 55959 w 89944"/>
                <a:gd name="connsiteY26" fmla="*/ 78774 h 82706"/>
                <a:gd name="connsiteX27" fmla="*/ 46025 w 89944"/>
                <a:gd name="connsiteY27" fmla="*/ 66724 h 82706"/>
                <a:gd name="connsiteX28" fmla="*/ 49096 w 89944"/>
                <a:gd name="connsiteY28" fmla="*/ 50658 h 82706"/>
                <a:gd name="connsiteX29" fmla="*/ 55237 w 89944"/>
                <a:gd name="connsiteY29" fmla="*/ 25645 h 82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9944" h="82706">
                  <a:moveTo>
                    <a:pt x="55237" y="25645"/>
                  </a:moveTo>
                  <a:cubicBezTo>
                    <a:pt x="56320" y="20898"/>
                    <a:pt x="60474" y="4101"/>
                    <a:pt x="73117" y="4101"/>
                  </a:cubicBezTo>
                  <a:cubicBezTo>
                    <a:pt x="74020" y="4101"/>
                    <a:pt x="78355" y="4101"/>
                    <a:pt x="82148" y="6474"/>
                  </a:cubicBezTo>
                  <a:cubicBezTo>
                    <a:pt x="77091" y="7387"/>
                    <a:pt x="73478" y="11952"/>
                    <a:pt x="73478" y="16333"/>
                  </a:cubicBezTo>
                  <a:cubicBezTo>
                    <a:pt x="73478" y="19255"/>
                    <a:pt x="75465" y="22724"/>
                    <a:pt x="80342" y="22724"/>
                  </a:cubicBezTo>
                  <a:cubicBezTo>
                    <a:pt x="84315" y="22724"/>
                    <a:pt x="90095" y="19437"/>
                    <a:pt x="90095" y="12134"/>
                  </a:cubicBezTo>
                  <a:cubicBezTo>
                    <a:pt x="90095" y="2640"/>
                    <a:pt x="79439" y="84"/>
                    <a:pt x="73298" y="84"/>
                  </a:cubicBezTo>
                  <a:cubicBezTo>
                    <a:pt x="62822" y="84"/>
                    <a:pt x="56501" y="9761"/>
                    <a:pt x="54333" y="13960"/>
                  </a:cubicBezTo>
                  <a:cubicBezTo>
                    <a:pt x="49818" y="1910"/>
                    <a:pt x="40065" y="84"/>
                    <a:pt x="34827" y="84"/>
                  </a:cubicBezTo>
                  <a:cubicBezTo>
                    <a:pt x="16044" y="84"/>
                    <a:pt x="5749" y="23636"/>
                    <a:pt x="5749" y="28201"/>
                  </a:cubicBezTo>
                  <a:cubicBezTo>
                    <a:pt x="5749" y="30027"/>
                    <a:pt x="7555" y="30027"/>
                    <a:pt x="7916" y="30027"/>
                  </a:cubicBezTo>
                  <a:cubicBezTo>
                    <a:pt x="9361" y="30027"/>
                    <a:pt x="9903" y="29661"/>
                    <a:pt x="10264" y="28018"/>
                  </a:cubicBezTo>
                  <a:cubicBezTo>
                    <a:pt x="16405" y="8665"/>
                    <a:pt x="28325" y="4101"/>
                    <a:pt x="34466" y="4101"/>
                  </a:cubicBezTo>
                  <a:cubicBezTo>
                    <a:pt x="37898" y="4101"/>
                    <a:pt x="44219" y="5744"/>
                    <a:pt x="44219" y="16333"/>
                  </a:cubicBezTo>
                  <a:cubicBezTo>
                    <a:pt x="44219" y="21993"/>
                    <a:pt x="41149" y="34226"/>
                    <a:pt x="34466" y="59786"/>
                  </a:cubicBezTo>
                  <a:cubicBezTo>
                    <a:pt x="31576" y="71106"/>
                    <a:pt x="25255" y="78774"/>
                    <a:pt x="17308" y="78774"/>
                  </a:cubicBezTo>
                  <a:cubicBezTo>
                    <a:pt x="16224" y="78774"/>
                    <a:pt x="12070" y="78774"/>
                    <a:pt x="8277" y="76401"/>
                  </a:cubicBezTo>
                  <a:cubicBezTo>
                    <a:pt x="12793" y="75488"/>
                    <a:pt x="16766" y="71654"/>
                    <a:pt x="16766" y="66542"/>
                  </a:cubicBezTo>
                  <a:cubicBezTo>
                    <a:pt x="16766" y="61612"/>
                    <a:pt x="12793" y="60151"/>
                    <a:pt x="10084" y="60151"/>
                  </a:cubicBezTo>
                  <a:cubicBezTo>
                    <a:pt x="4665" y="60151"/>
                    <a:pt x="150" y="64898"/>
                    <a:pt x="150" y="70741"/>
                  </a:cubicBezTo>
                  <a:cubicBezTo>
                    <a:pt x="150" y="79139"/>
                    <a:pt x="9181" y="82791"/>
                    <a:pt x="17127" y="82791"/>
                  </a:cubicBezTo>
                  <a:cubicBezTo>
                    <a:pt x="29048" y="82791"/>
                    <a:pt x="35550" y="70010"/>
                    <a:pt x="36092" y="68915"/>
                  </a:cubicBezTo>
                  <a:cubicBezTo>
                    <a:pt x="38259" y="75670"/>
                    <a:pt x="44761" y="82791"/>
                    <a:pt x="55598" y="82791"/>
                  </a:cubicBezTo>
                  <a:cubicBezTo>
                    <a:pt x="74201" y="82791"/>
                    <a:pt x="84496" y="59239"/>
                    <a:pt x="84496" y="54674"/>
                  </a:cubicBezTo>
                  <a:cubicBezTo>
                    <a:pt x="84496" y="52848"/>
                    <a:pt x="82870" y="52848"/>
                    <a:pt x="82328" y="52848"/>
                  </a:cubicBezTo>
                  <a:cubicBezTo>
                    <a:pt x="80703" y="52848"/>
                    <a:pt x="80342" y="53579"/>
                    <a:pt x="79980" y="54857"/>
                  </a:cubicBezTo>
                  <a:cubicBezTo>
                    <a:pt x="74020" y="74392"/>
                    <a:pt x="61739" y="78774"/>
                    <a:pt x="55959" y="78774"/>
                  </a:cubicBezTo>
                  <a:cubicBezTo>
                    <a:pt x="48915" y="78774"/>
                    <a:pt x="46025" y="72932"/>
                    <a:pt x="46025" y="66724"/>
                  </a:cubicBezTo>
                  <a:cubicBezTo>
                    <a:pt x="46025" y="62707"/>
                    <a:pt x="47109" y="58691"/>
                    <a:pt x="49096" y="50658"/>
                  </a:cubicBezTo>
                  <a:lnTo>
                    <a:pt x="55237" y="2564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41" name="Freeform: Shape 5040">
              <a:extLst>
                <a:ext uri="{FF2B5EF4-FFF2-40B4-BE49-F238E27FC236}">
                  <a16:creationId xmlns:a16="http://schemas.microsoft.com/office/drawing/2014/main" id="{30F11C60-BF7E-AF71-AA52-155886CD5404}"/>
                </a:ext>
              </a:extLst>
            </p:cNvPr>
            <p:cNvSpPr/>
            <p:nvPr>
              <p:custDataLst>
                <p:tags r:id="rId50"/>
              </p:custDataLst>
            </p:nvPr>
          </p:nvSpPr>
          <p:spPr>
            <a:xfrm>
              <a:off x="6421448" y="6099743"/>
              <a:ext cx="77247" cy="57638"/>
            </a:xfrm>
            <a:custGeom>
              <a:avLst/>
              <a:gdLst>
                <a:gd name="connsiteX0" fmla="*/ 9638 w 77247"/>
                <a:gd name="connsiteY0" fmla="*/ 48395 h 57638"/>
                <a:gd name="connsiteX1" fmla="*/ 8373 w 77247"/>
                <a:gd name="connsiteY1" fmla="*/ 53635 h 57638"/>
                <a:gd name="connsiteX2" fmla="*/ 12672 w 77247"/>
                <a:gd name="connsiteY2" fmla="*/ 57725 h 57638"/>
                <a:gd name="connsiteX3" fmla="*/ 17603 w 77247"/>
                <a:gd name="connsiteY3" fmla="*/ 54913 h 57638"/>
                <a:gd name="connsiteX4" fmla="*/ 19878 w 77247"/>
                <a:gd name="connsiteY4" fmla="*/ 46989 h 57638"/>
                <a:gd name="connsiteX5" fmla="*/ 22660 w 77247"/>
                <a:gd name="connsiteY5" fmla="*/ 35487 h 57638"/>
                <a:gd name="connsiteX6" fmla="*/ 24809 w 77247"/>
                <a:gd name="connsiteY6" fmla="*/ 26924 h 57638"/>
                <a:gd name="connsiteX7" fmla="*/ 30119 w 77247"/>
                <a:gd name="connsiteY7" fmla="*/ 15422 h 57638"/>
                <a:gd name="connsiteX8" fmla="*/ 49083 w 77247"/>
                <a:gd name="connsiteY8" fmla="*/ 3664 h 57638"/>
                <a:gd name="connsiteX9" fmla="*/ 56543 w 77247"/>
                <a:gd name="connsiteY9" fmla="*/ 12610 h 57638"/>
                <a:gd name="connsiteX10" fmla="*/ 49083 w 77247"/>
                <a:gd name="connsiteY10" fmla="*/ 39832 h 57638"/>
                <a:gd name="connsiteX11" fmla="*/ 47187 w 77247"/>
                <a:gd name="connsiteY11" fmla="*/ 46734 h 57638"/>
                <a:gd name="connsiteX12" fmla="*/ 59198 w 77247"/>
                <a:gd name="connsiteY12" fmla="*/ 57725 h 57638"/>
                <a:gd name="connsiteX13" fmla="*/ 77403 w 77247"/>
                <a:gd name="connsiteY13" fmla="*/ 38171 h 57638"/>
                <a:gd name="connsiteX14" fmla="*/ 75380 w 77247"/>
                <a:gd name="connsiteY14" fmla="*/ 36509 h 57638"/>
                <a:gd name="connsiteX15" fmla="*/ 72978 w 77247"/>
                <a:gd name="connsiteY15" fmla="*/ 38682 h 57638"/>
                <a:gd name="connsiteX16" fmla="*/ 59577 w 77247"/>
                <a:gd name="connsiteY16" fmla="*/ 54146 h 57638"/>
                <a:gd name="connsiteX17" fmla="*/ 56416 w 77247"/>
                <a:gd name="connsiteY17" fmla="*/ 49673 h 57638"/>
                <a:gd name="connsiteX18" fmla="*/ 59324 w 77247"/>
                <a:gd name="connsiteY18" fmla="*/ 39321 h 57638"/>
                <a:gd name="connsiteX19" fmla="*/ 66025 w 77247"/>
                <a:gd name="connsiteY19" fmla="*/ 14655 h 57638"/>
                <a:gd name="connsiteX20" fmla="*/ 49589 w 77247"/>
                <a:gd name="connsiteY20" fmla="*/ 86 h 57638"/>
                <a:gd name="connsiteX21" fmla="*/ 28223 w 77247"/>
                <a:gd name="connsiteY21" fmla="*/ 11716 h 57638"/>
                <a:gd name="connsiteX22" fmla="*/ 14695 w 77247"/>
                <a:gd name="connsiteY22" fmla="*/ 86 h 57638"/>
                <a:gd name="connsiteX23" fmla="*/ 4707 w 77247"/>
                <a:gd name="connsiteY23" fmla="*/ 6987 h 57638"/>
                <a:gd name="connsiteX24" fmla="*/ 156 w 77247"/>
                <a:gd name="connsiteY24" fmla="*/ 19640 h 57638"/>
                <a:gd name="connsiteX25" fmla="*/ 2305 w 77247"/>
                <a:gd name="connsiteY25" fmla="*/ 21301 h 57638"/>
                <a:gd name="connsiteX26" fmla="*/ 5086 w 77247"/>
                <a:gd name="connsiteY26" fmla="*/ 17467 h 57638"/>
                <a:gd name="connsiteX27" fmla="*/ 14316 w 77247"/>
                <a:gd name="connsiteY27" fmla="*/ 3664 h 57638"/>
                <a:gd name="connsiteX28" fmla="*/ 18488 w 77247"/>
                <a:gd name="connsiteY28" fmla="*/ 9927 h 57638"/>
                <a:gd name="connsiteX29" fmla="*/ 16465 w 77247"/>
                <a:gd name="connsiteY29" fmla="*/ 20534 h 57638"/>
                <a:gd name="connsiteX30" fmla="*/ 13683 w 77247"/>
                <a:gd name="connsiteY30" fmla="*/ 32036 h 57638"/>
                <a:gd name="connsiteX31" fmla="*/ 9638 w 77247"/>
                <a:gd name="connsiteY31" fmla="*/ 48395 h 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247" h="57638">
                  <a:moveTo>
                    <a:pt x="9638" y="48395"/>
                  </a:moveTo>
                  <a:cubicBezTo>
                    <a:pt x="9132" y="50057"/>
                    <a:pt x="8373" y="53252"/>
                    <a:pt x="8373" y="53635"/>
                  </a:cubicBezTo>
                  <a:cubicBezTo>
                    <a:pt x="8373" y="56447"/>
                    <a:pt x="10649" y="57725"/>
                    <a:pt x="12672" y="57725"/>
                  </a:cubicBezTo>
                  <a:cubicBezTo>
                    <a:pt x="14948" y="57725"/>
                    <a:pt x="16971" y="56063"/>
                    <a:pt x="17603" y="54913"/>
                  </a:cubicBezTo>
                  <a:cubicBezTo>
                    <a:pt x="18235" y="53763"/>
                    <a:pt x="19246" y="49673"/>
                    <a:pt x="19878" y="46989"/>
                  </a:cubicBezTo>
                  <a:cubicBezTo>
                    <a:pt x="20511" y="44561"/>
                    <a:pt x="21901" y="38682"/>
                    <a:pt x="22660" y="35487"/>
                  </a:cubicBezTo>
                  <a:cubicBezTo>
                    <a:pt x="23418" y="32675"/>
                    <a:pt x="24177" y="29864"/>
                    <a:pt x="24809" y="26924"/>
                  </a:cubicBezTo>
                  <a:cubicBezTo>
                    <a:pt x="26200" y="21684"/>
                    <a:pt x="26453" y="20662"/>
                    <a:pt x="30119" y="15422"/>
                  </a:cubicBezTo>
                  <a:cubicBezTo>
                    <a:pt x="33659" y="10310"/>
                    <a:pt x="39601" y="3664"/>
                    <a:pt x="49083" y="3664"/>
                  </a:cubicBezTo>
                  <a:cubicBezTo>
                    <a:pt x="56416" y="3664"/>
                    <a:pt x="56543" y="10182"/>
                    <a:pt x="56543" y="12610"/>
                  </a:cubicBezTo>
                  <a:cubicBezTo>
                    <a:pt x="56543" y="20279"/>
                    <a:pt x="51106" y="34465"/>
                    <a:pt x="49083" y="39832"/>
                  </a:cubicBezTo>
                  <a:cubicBezTo>
                    <a:pt x="47693" y="43411"/>
                    <a:pt x="47187" y="44561"/>
                    <a:pt x="47187" y="46734"/>
                  </a:cubicBezTo>
                  <a:cubicBezTo>
                    <a:pt x="47187" y="53507"/>
                    <a:pt x="52750" y="57725"/>
                    <a:pt x="59198" y="57725"/>
                  </a:cubicBezTo>
                  <a:cubicBezTo>
                    <a:pt x="71840" y="57725"/>
                    <a:pt x="77403" y="40088"/>
                    <a:pt x="77403" y="38171"/>
                  </a:cubicBezTo>
                  <a:cubicBezTo>
                    <a:pt x="77403" y="36509"/>
                    <a:pt x="75760" y="36509"/>
                    <a:pt x="75380" y="36509"/>
                  </a:cubicBezTo>
                  <a:cubicBezTo>
                    <a:pt x="73610" y="36509"/>
                    <a:pt x="73484" y="37276"/>
                    <a:pt x="72978" y="38682"/>
                  </a:cubicBezTo>
                  <a:cubicBezTo>
                    <a:pt x="70070" y="48906"/>
                    <a:pt x="64634" y="54146"/>
                    <a:pt x="59577" y="54146"/>
                  </a:cubicBezTo>
                  <a:cubicBezTo>
                    <a:pt x="56922" y="54146"/>
                    <a:pt x="56416" y="52357"/>
                    <a:pt x="56416" y="49673"/>
                  </a:cubicBezTo>
                  <a:cubicBezTo>
                    <a:pt x="56416" y="46734"/>
                    <a:pt x="57048" y="45072"/>
                    <a:pt x="59324" y="39321"/>
                  </a:cubicBezTo>
                  <a:cubicBezTo>
                    <a:pt x="60841" y="35359"/>
                    <a:pt x="66025" y="21812"/>
                    <a:pt x="66025" y="14655"/>
                  </a:cubicBezTo>
                  <a:cubicBezTo>
                    <a:pt x="66025" y="2258"/>
                    <a:pt x="56290" y="86"/>
                    <a:pt x="49589" y="86"/>
                  </a:cubicBezTo>
                  <a:cubicBezTo>
                    <a:pt x="39096" y="86"/>
                    <a:pt x="32016" y="6604"/>
                    <a:pt x="28223" y="11716"/>
                  </a:cubicBezTo>
                  <a:cubicBezTo>
                    <a:pt x="27338" y="2897"/>
                    <a:pt x="19878" y="86"/>
                    <a:pt x="14695" y="86"/>
                  </a:cubicBezTo>
                  <a:cubicBezTo>
                    <a:pt x="9258" y="86"/>
                    <a:pt x="6351" y="4048"/>
                    <a:pt x="4707" y="6987"/>
                  </a:cubicBezTo>
                  <a:cubicBezTo>
                    <a:pt x="1926" y="11716"/>
                    <a:pt x="156" y="19001"/>
                    <a:pt x="156" y="19640"/>
                  </a:cubicBezTo>
                  <a:cubicBezTo>
                    <a:pt x="156" y="21301"/>
                    <a:pt x="1926" y="21301"/>
                    <a:pt x="2305" y="21301"/>
                  </a:cubicBezTo>
                  <a:cubicBezTo>
                    <a:pt x="4075" y="21301"/>
                    <a:pt x="4201" y="20918"/>
                    <a:pt x="5086" y="17467"/>
                  </a:cubicBezTo>
                  <a:cubicBezTo>
                    <a:pt x="6983" y="9927"/>
                    <a:pt x="9385" y="3664"/>
                    <a:pt x="14316" y="3664"/>
                  </a:cubicBezTo>
                  <a:cubicBezTo>
                    <a:pt x="17603" y="3664"/>
                    <a:pt x="18488" y="6476"/>
                    <a:pt x="18488" y="9927"/>
                  </a:cubicBezTo>
                  <a:cubicBezTo>
                    <a:pt x="18488" y="12355"/>
                    <a:pt x="17350" y="17083"/>
                    <a:pt x="16465" y="20534"/>
                  </a:cubicBezTo>
                  <a:cubicBezTo>
                    <a:pt x="15580" y="23985"/>
                    <a:pt x="14316" y="29225"/>
                    <a:pt x="13683" y="32036"/>
                  </a:cubicBezTo>
                  <a:lnTo>
                    <a:pt x="9638" y="4839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42" name="Freeform: Shape 5041">
              <a:extLst>
                <a:ext uri="{FF2B5EF4-FFF2-40B4-BE49-F238E27FC236}">
                  <a16:creationId xmlns:a16="http://schemas.microsoft.com/office/drawing/2014/main" id="{688C09A6-7403-5294-0EA8-45CBD5B45EEF}"/>
                </a:ext>
              </a:extLst>
            </p:cNvPr>
            <p:cNvSpPr/>
            <p:nvPr>
              <p:custDataLst>
                <p:tags r:id="rId51"/>
              </p:custDataLst>
            </p:nvPr>
          </p:nvSpPr>
          <p:spPr>
            <a:xfrm>
              <a:off x="6514270" y="6067409"/>
              <a:ext cx="62202" cy="89972"/>
            </a:xfrm>
            <a:custGeom>
              <a:avLst/>
              <a:gdLst>
                <a:gd name="connsiteX0" fmla="*/ 30250 w 62202"/>
                <a:gd name="connsiteY0" fmla="*/ 3920 h 89972"/>
                <a:gd name="connsiteX1" fmla="*/ 30756 w 62202"/>
                <a:gd name="connsiteY1" fmla="*/ 1875 h 89972"/>
                <a:gd name="connsiteX2" fmla="*/ 28733 w 62202"/>
                <a:gd name="connsiteY2" fmla="*/ 86 h 89972"/>
                <a:gd name="connsiteX3" fmla="*/ 12551 w 62202"/>
                <a:gd name="connsiteY3" fmla="*/ 1364 h 89972"/>
                <a:gd name="connsiteX4" fmla="*/ 9769 w 62202"/>
                <a:gd name="connsiteY4" fmla="*/ 4303 h 89972"/>
                <a:gd name="connsiteX5" fmla="*/ 13056 w 62202"/>
                <a:gd name="connsiteY5" fmla="*/ 6092 h 89972"/>
                <a:gd name="connsiteX6" fmla="*/ 19125 w 62202"/>
                <a:gd name="connsiteY6" fmla="*/ 8010 h 89972"/>
                <a:gd name="connsiteX7" fmla="*/ 18619 w 62202"/>
                <a:gd name="connsiteY7" fmla="*/ 10821 h 89972"/>
                <a:gd name="connsiteX8" fmla="*/ 793 w 62202"/>
                <a:gd name="connsiteY8" fmla="*/ 83157 h 89972"/>
                <a:gd name="connsiteX9" fmla="*/ 161 w 62202"/>
                <a:gd name="connsiteY9" fmla="*/ 85969 h 89972"/>
                <a:gd name="connsiteX10" fmla="*/ 4459 w 62202"/>
                <a:gd name="connsiteY10" fmla="*/ 90059 h 89972"/>
                <a:gd name="connsiteX11" fmla="*/ 10275 w 62202"/>
                <a:gd name="connsiteY11" fmla="*/ 84691 h 89972"/>
                <a:gd name="connsiteX12" fmla="*/ 16470 w 62202"/>
                <a:gd name="connsiteY12" fmla="*/ 59897 h 89972"/>
                <a:gd name="connsiteX13" fmla="*/ 32653 w 62202"/>
                <a:gd name="connsiteY13" fmla="*/ 70377 h 89972"/>
                <a:gd name="connsiteX14" fmla="*/ 32400 w 62202"/>
                <a:gd name="connsiteY14" fmla="*/ 72933 h 89972"/>
                <a:gd name="connsiteX15" fmla="*/ 31894 w 62202"/>
                <a:gd name="connsiteY15" fmla="*/ 76895 h 89972"/>
                <a:gd name="connsiteX16" fmla="*/ 45295 w 62202"/>
                <a:gd name="connsiteY16" fmla="*/ 90059 h 89972"/>
                <a:gd name="connsiteX17" fmla="*/ 61352 w 62202"/>
                <a:gd name="connsiteY17" fmla="*/ 70505 h 89972"/>
                <a:gd name="connsiteX18" fmla="*/ 59329 w 62202"/>
                <a:gd name="connsiteY18" fmla="*/ 68843 h 89972"/>
                <a:gd name="connsiteX19" fmla="*/ 56800 w 62202"/>
                <a:gd name="connsiteY19" fmla="*/ 71911 h 89972"/>
                <a:gd name="connsiteX20" fmla="*/ 45675 w 62202"/>
                <a:gd name="connsiteY20" fmla="*/ 86480 h 89972"/>
                <a:gd name="connsiteX21" fmla="*/ 41250 w 62202"/>
                <a:gd name="connsiteY21" fmla="*/ 79834 h 89972"/>
                <a:gd name="connsiteX22" fmla="*/ 42008 w 62202"/>
                <a:gd name="connsiteY22" fmla="*/ 74083 h 89972"/>
                <a:gd name="connsiteX23" fmla="*/ 42640 w 62202"/>
                <a:gd name="connsiteY23" fmla="*/ 70121 h 89972"/>
                <a:gd name="connsiteX24" fmla="*/ 22159 w 62202"/>
                <a:gd name="connsiteY24" fmla="*/ 56574 h 89972"/>
                <a:gd name="connsiteX25" fmla="*/ 32653 w 62202"/>
                <a:gd name="connsiteY25" fmla="*/ 48139 h 89972"/>
                <a:gd name="connsiteX26" fmla="*/ 52502 w 62202"/>
                <a:gd name="connsiteY26" fmla="*/ 35998 h 89972"/>
                <a:gd name="connsiteX27" fmla="*/ 56674 w 62202"/>
                <a:gd name="connsiteY27" fmla="*/ 37660 h 89972"/>
                <a:gd name="connsiteX28" fmla="*/ 50100 w 62202"/>
                <a:gd name="connsiteY28" fmla="*/ 44817 h 89972"/>
                <a:gd name="connsiteX29" fmla="*/ 55157 w 62202"/>
                <a:gd name="connsiteY29" fmla="*/ 49545 h 89972"/>
                <a:gd name="connsiteX30" fmla="*/ 62363 w 62202"/>
                <a:gd name="connsiteY30" fmla="*/ 41366 h 89972"/>
                <a:gd name="connsiteX31" fmla="*/ 52628 w 62202"/>
                <a:gd name="connsiteY31" fmla="*/ 32420 h 89972"/>
                <a:gd name="connsiteX32" fmla="*/ 32400 w 62202"/>
                <a:gd name="connsiteY32" fmla="*/ 43666 h 89972"/>
                <a:gd name="connsiteX33" fmla="*/ 17734 w 62202"/>
                <a:gd name="connsiteY33" fmla="*/ 54913 h 89972"/>
                <a:gd name="connsiteX34" fmla="*/ 30250 w 62202"/>
                <a:gd name="connsiteY34" fmla="*/ 3920 h 89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2202" h="89972">
                  <a:moveTo>
                    <a:pt x="30250" y="3920"/>
                  </a:moveTo>
                  <a:cubicBezTo>
                    <a:pt x="30377" y="3664"/>
                    <a:pt x="30756" y="2003"/>
                    <a:pt x="30756" y="1875"/>
                  </a:cubicBezTo>
                  <a:cubicBezTo>
                    <a:pt x="30756" y="1236"/>
                    <a:pt x="30250" y="86"/>
                    <a:pt x="28733" y="86"/>
                  </a:cubicBezTo>
                  <a:cubicBezTo>
                    <a:pt x="26205" y="86"/>
                    <a:pt x="15711" y="1108"/>
                    <a:pt x="12551" y="1364"/>
                  </a:cubicBezTo>
                  <a:cubicBezTo>
                    <a:pt x="11539" y="1492"/>
                    <a:pt x="9769" y="1619"/>
                    <a:pt x="9769" y="4303"/>
                  </a:cubicBezTo>
                  <a:cubicBezTo>
                    <a:pt x="9769" y="6092"/>
                    <a:pt x="11539" y="6092"/>
                    <a:pt x="13056" y="6092"/>
                  </a:cubicBezTo>
                  <a:cubicBezTo>
                    <a:pt x="19125" y="6092"/>
                    <a:pt x="19125" y="6987"/>
                    <a:pt x="19125" y="8010"/>
                  </a:cubicBezTo>
                  <a:cubicBezTo>
                    <a:pt x="19125" y="8904"/>
                    <a:pt x="18872" y="9671"/>
                    <a:pt x="18619" y="10821"/>
                  </a:cubicBezTo>
                  <a:lnTo>
                    <a:pt x="793" y="83157"/>
                  </a:lnTo>
                  <a:cubicBezTo>
                    <a:pt x="161" y="85458"/>
                    <a:pt x="161" y="85713"/>
                    <a:pt x="161" y="85969"/>
                  </a:cubicBezTo>
                  <a:cubicBezTo>
                    <a:pt x="161" y="87886"/>
                    <a:pt x="1678" y="90059"/>
                    <a:pt x="4459" y="90059"/>
                  </a:cubicBezTo>
                  <a:cubicBezTo>
                    <a:pt x="7873" y="90059"/>
                    <a:pt x="9516" y="87503"/>
                    <a:pt x="10275" y="84691"/>
                  </a:cubicBezTo>
                  <a:cubicBezTo>
                    <a:pt x="10528" y="84180"/>
                    <a:pt x="15964" y="61687"/>
                    <a:pt x="16470" y="59897"/>
                  </a:cubicBezTo>
                  <a:cubicBezTo>
                    <a:pt x="25446" y="60792"/>
                    <a:pt x="32653" y="63731"/>
                    <a:pt x="32653" y="70377"/>
                  </a:cubicBezTo>
                  <a:cubicBezTo>
                    <a:pt x="32653" y="71016"/>
                    <a:pt x="32653" y="71655"/>
                    <a:pt x="32400" y="72933"/>
                  </a:cubicBezTo>
                  <a:cubicBezTo>
                    <a:pt x="31894" y="74850"/>
                    <a:pt x="31894" y="75489"/>
                    <a:pt x="31894" y="76895"/>
                  </a:cubicBezTo>
                  <a:cubicBezTo>
                    <a:pt x="31894" y="85969"/>
                    <a:pt x="39227" y="90059"/>
                    <a:pt x="45295" y="90059"/>
                  </a:cubicBezTo>
                  <a:cubicBezTo>
                    <a:pt x="57559" y="90059"/>
                    <a:pt x="61352" y="70633"/>
                    <a:pt x="61352" y="70505"/>
                  </a:cubicBezTo>
                  <a:cubicBezTo>
                    <a:pt x="61352" y="68843"/>
                    <a:pt x="59708" y="68843"/>
                    <a:pt x="59329" y="68843"/>
                  </a:cubicBezTo>
                  <a:cubicBezTo>
                    <a:pt x="57559" y="68843"/>
                    <a:pt x="57433" y="69482"/>
                    <a:pt x="56800" y="71911"/>
                  </a:cubicBezTo>
                  <a:cubicBezTo>
                    <a:pt x="55283" y="77406"/>
                    <a:pt x="51870" y="86480"/>
                    <a:pt x="45675" y="86480"/>
                  </a:cubicBezTo>
                  <a:cubicBezTo>
                    <a:pt x="42261" y="86480"/>
                    <a:pt x="41250" y="83285"/>
                    <a:pt x="41250" y="79834"/>
                  </a:cubicBezTo>
                  <a:cubicBezTo>
                    <a:pt x="41250" y="77662"/>
                    <a:pt x="41250" y="77406"/>
                    <a:pt x="42008" y="74083"/>
                  </a:cubicBezTo>
                  <a:cubicBezTo>
                    <a:pt x="42135" y="73700"/>
                    <a:pt x="42640" y="71527"/>
                    <a:pt x="42640" y="70121"/>
                  </a:cubicBezTo>
                  <a:cubicBezTo>
                    <a:pt x="42640" y="58747"/>
                    <a:pt x="27469" y="56958"/>
                    <a:pt x="22159" y="56574"/>
                  </a:cubicBezTo>
                  <a:cubicBezTo>
                    <a:pt x="25826" y="54274"/>
                    <a:pt x="30503" y="50057"/>
                    <a:pt x="32653" y="48139"/>
                  </a:cubicBezTo>
                  <a:cubicBezTo>
                    <a:pt x="39100" y="42005"/>
                    <a:pt x="45422" y="35998"/>
                    <a:pt x="52502" y="35998"/>
                  </a:cubicBezTo>
                  <a:cubicBezTo>
                    <a:pt x="54019" y="35998"/>
                    <a:pt x="55663" y="36382"/>
                    <a:pt x="56674" y="37660"/>
                  </a:cubicBezTo>
                  <a:cubicBezTo>
                    <a:pt x="51238" y="38554"/>
                    <a:pt x="50100" y="42900"/>
                    <a:pt x="50100" y="44817"/>
                  </a:cubicBezTo>
                  <a:cubicBezTo>
                    <a:pt x="50100" y="47628"/>
                    <a:pt x="52249" y="49545"/>
                    <a:pt x="55157" y="49545"/>
                  </a:cubicBezTo>
                  <a:cubicBezTo>
                    <a:pt x="58570" y="49545"/>
                    <a:pt x="62363" y="46734"/>
                    <a:pt x="62363" y="41366"/>
                  </a:cubicBezTo>
                  <a:cubicBezTo>
                    <a:pt x="62363" y="37148"/>
                    <a:pt x="59329" y="32420"/>
                    <a:pt x="52628" y="32420"/>
                  </a:cubicBezTo>
                  <a:cubicBezTo>
                    <a:pt x="45422" y="32420"/>
                    <a:pt x="38848" y="37660"/>
                    <a:pt x="32400" y="43666"/>
                  </a:cubicBezTo>
                  <a:cubicBezTo>
                    <a:pt x="27090" y="48778"/>
                    <a:pt x="22918" y="52740"/>
                    <a:pt x="17734" y="54913"/>
                  </a:cubicBezTo>
                  <a:lnTo>
                    <a:pt x="30250" y="392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43" name="Freeform: Shape 5042">
              <a:extLst>
                <a:ext uri="{FF2B5EF4-FFF2-40B4-BE49-F238E27FC236}">
                  <a16:creationId xmlns:a16="http://schemas.microsoft.com/office/drawing/2014/main" id="{43C8883D-D065-392F-8C6E-CC06A6C9828D}"/>
                </a:ext>
              </a:extLst>
            </p:cNvPr>
            <p:cNvSpPr/>
            <p:nvPr>
              <p:custDataLst>
                <p:tags r:id="rId52"/>
              </p:custDataLst>
            </p:nvPr>
          </p:nvSpPr>
          <p:spPr>
            <a:xfrm>
              <a:off x="6675608" y="5936475"/>
              <a:ext cx="120106" cy="42722"/>
            </a:xfrm>
            <a:custGeom>
              <a:avLst/>
              <a:gdLst>
                <a:gd name="connsiteX0" fmla="*/ 114136 w 120106"/>
                <a:gd name="connsiteY0" fmla="*/ 7380 h 42722"/>
                <a:gd name="connsiteX1" fmla="*/ 120276 w 120106"/>
                <a:gd name="connsiteY1" fmla="*/ 3729 h 42722"/>
                <a:gd name="connsiteX2" fmla="*/ 114316 w 120106"/>
                <a:gd name="connsiteY2" fmla="*/ 77 h 42722"/>
                <a:gd name="connsiteX3" fmla="*/ 6130 w 120106"/>
                <a:gd name="connsiteY3" fmla="*/ 77 h 42722"/>
                <a:gd name="connsiteX4" fmla="*/ 169 w 120106"/>
                <a:gd name="connsiteY4" fmla="*/ 3729 h 42722"/>
                <a:gd name="connsiteX5" fmla="*/ 6310 w 120106"/>
                <a:gd name="connsiteY5" fmla="*/ 7380 h 42722"/>
                <a:gd name="connsiteX6" fmla="*/ 114136 w 120106"/>
                <a:gd name="connsiteY6" fmla="*/ 7380 h 42722"/>
                <a:gd name="connsiteX7" fmla="*/ 114316 w 120106"/>
                <a:gd name="connsiteY7" fmla="*/ 42800 h 42722"/>
                <a:gd name="connsiteX8" fmla="*/ 120276 w 120106"/>
                <a:gd name="connsiteY8" fmla="*/ 39148 h 42722"/>
                <a:gd name="connsiteX9" fmla="*/ 114136 w 120106"/>
                <a:gd name="connsiteY9" fmla="*/ 35497 h 42722"/>
                <a:gd name="connsiteX10" fmla="*/ 6310 w 120106"/>
                <a:gd name="connsiteY10" fmla="*/ 35497 h 42722"/>
                <a:gd name="connsiteX11" fmla="*/ 169 w 120106"/>
                <a:gd name="connsiteY11" fmla="*/ 39148 h 42722"/>
                <a:gd name="connsiteX12" fmla="*/ 6130 w 120106"/>
                <a:gd name="connsiteY12" fmla="*/ 42800 h 42722"/>
                <a:gd name="connsiteX13" fmla="*/ 114316 w 120106"/>
                <a:gd name="connsiteY13" fmla="*/ 42800 h 4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106" h="42722">
                  <a:moveTo>
                    <a:pt x="114136" y="7380"/>
                  </a:moveTo>
                  <a:cubicBezTo>
                    <a:pt x="116845" y="7380"/>
                    <a:pt x="120276" y="7380"/>
                    <a:pt x="120276" y="3729"/>
                  </a:cubicBezTo>
                  <a:cubicBezTo>
                    <a:pt x="120276" y="77"/>
                    <a:pt x="116845" y="77"/>
                    <a:pt x="114316" y="77"/>
                  </a:cubicBezTo>
                  <a:lnTo>
                    <a:pt x="6130" y="77"/>
                  </a:lnTo>
                  <a:cubicBezTo>
                    <a:pt x="3601" y="77"/>
                    <a:pt x="169" y="77"/>
                    <a:pt x="169" y="3729"/>
                  </a:cubicBezTo>
                  <a:cubicBezTo>
                    <a:pt x="169" y="7380"/>
                    <a:pt x="3601" y="7380"/>
                    <a:pt x="6310" y="7380"/>
                  </a:cubicBezTo>
                  <a:lnTo>
                    <a:pt x="114136" y="7380"/>
                  </a:lnTo>
                  <a:close/>
                  <a:moveTo>
                    <a:pt x="114316" y="42800"/>
                  </a:moveTo>
                  <a:cubicBezTo>
                    <a:pt x="116845" y="42800"/>
                    <a:pt x="120276" y="42800"/>
                    <a:pt x="120276" y="39148"/>
                  </a:cubicBezTo>
                  <a:cubicBezTo>
                    <a:pt x="120276" y="35497"/>
                    <a:pt x="116845" y="35497"/>
                    <a:pt x="114136" y="35497"/>
                  </a:cubicBezTo>
                  <a:lnTo>
                    <a:pt x="6310" y="35497"/>
                  </a:lnTo>
                  <a:cubicBezTo>
                    <a:pt x="3601" y="35497"/>
                    <a:pt x="169" y="35497"/>
                    <a:pt x="169" y="39148"/>
                  </a:cubicBezTo>
                  <a:cubicBezTo>
                    <a:pt x="169" y="42800"/>
                    <a:pt x="3601" y="42800"/>
                    <a:pt x="6130" y="42800"/>
                  </a:cubicBezTo>
                  <a:lnTo>
                    <a:pt x="114316" y="428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44" name="Freeform: Shape 5043">
              <a:extLst>
                <a:ext uri="{FF2B5EF4-FFF2-40B4-BE49-F238E27FC236}">
                  <a16:creationId xmlns:a16="http://schemas.microsoft.com/office/drawing/2014/main" id="{2AF14F1C-FC3F-B5B3-1A4D-2600923C7499}"/>
                </a:ext>
              </a:extLst>
            </p:cNvPr>
            <p:cNvSpPr/>
            <p:nvPr>
              <p:custDataLst>
                <p:tags r:id="rId53"/>
              </p:custDataLst>
            </p:nvPr>
          </p:nvSpPr>
          <p:spPr>
            <a:xfrm>
              <a:off x="6865711" y="5874765"/>
              <a:ext cx="90125" cy="166143"/>
            </a:xfrm>
            <a:custGeom>
              <a:avLst/>
              <a:gdLst>
                <a:gd name="connsiteX0" fmla="*/ 56892 w 90125"/>
                <a:gd name="connsiteY0" fmla="*/ 55763 h 166143"/>
                <a:gd name="connsiteX1" fmla="*/ 72425 w 90125"/>
                <a:gd name="connsiteY1" fmla="*/ 55763 h 166143"/>
                <a:gd name="connsiteX2" fmla="*/ 77843 w 90125"/>
                <a:gd name="connsiteY2" fmla="*/ 52111 h 166143"/>
                <a:gd name="connsiteX3" fmla="*/ 72967 w 90125"/>
                <a:gd name="connsiteY3" fmla="*/ 50103 h 166143"/>
                <a:gd name="connsiteX4" fmla="*/ 57976 w 90125"/>
                <a:gd name="connsiteY4" fmla="*/ 50103 h 166143"/>
                <a:gd name="connsiteX5" fmla="*/ 61769 w 90125"/>
                <a:gd name="connsiteY5" fmla="*/ 29289 h 166143"/>
                <a:gd name="connsiteX6" fmla="*/ 66103 w 90125"/>
                <a:gd name="connsiteY6" fmla="*/ 10302 h 166143"/>
                <a:gd name="connsiteX7" fmla="*/ 74592 w 90125"/>
                <a:gd name="connsiteY7" fmla="*/ 4094 h 166143"/>
                <a:gd name="connsiteX8" fmla="*/ 83442 w 90125"/>
                <a:gd name="connsiteY8" fmla="*/ 7380 h 166143"/>
                <a:gd name="connsiteX9" fmla="*/ 73689 w 90125"/>
                <a:gd name="connsiteY9" fmla="*/ 17239 h 166143"/>
                <a:gd name="connsiteX10" fmla="*/ 80372 w 90125"/>
                <a:gd name="connsiteY10" fmla="*/ 23630 h 166143"/>
                <a:gd name="connsiteX11" fmla="*/ 90305 w 90125"/>
                <a:gd name="connsiteY11" fmla="*/ 12675 h 166143"/>
                <a:gd name="connsiteX12" fmla="*/ 74592 w 90125"/>
                <a:gd name="connsiteY12" fmla="*/ 77 h 166143"/>
                <a:gd name="connsiteX13" fmla="*/ 51654 w 90125"/>
                <a:gd name="connsiteY13" fmla="*/ 21439 h 166143"/>
                <a:gd name="connsiteX14" fmla="*/ 45694 w 90125"/>
                <a:gd name="connsiteY14" fmla="*/ 50103 h 166143"/>
                <a:gd name="connsiteX15" fmla="*/ 33232 w 90125"/>
                <a:gd name="connsiteY15" fmla="*/ 50103 h 166143"/>
                <a:gd name="connsiteX16" fmla="*/ 27814 w 90125"/>
                <a:gd name="connsiteY16" fmla="*/ 53572 h 166143"/>
                <a:gd name="connsiteX17" fmla="*/ 32871 w 90125"/>
                <a:gd name="connsiteY17" fmla="*/ 55763 h 166143"/>
                <a:gd name="connsiteX18" fmla="*/ 44791 w 90125"/>
                <a:gd name="connsiteY18" fmla="*/ 55763 h 166143"/>
                <a:gd name="connsiteX19" fmla="*/ 31245 w 90125"/>
                <a:gd name="connsiteY19" fmla="*/ 127880 h 166143"/>
                <a:gd name="connsiteX20" fmla="*/ 15532 w 90125"/>
                <a:gd name="connsiteY20" fmla="*/ 162204 h 166143"/>
                <a:gd name="connsiteX21" fmla="*/ 6863 w 90125"/>
                <a:gd name="connsiteY21" fmla="*/ 158918 h 166143"/>
                <a:gd name="connsiteX22" fmla="*/ 16796 w 90125"/>
                <a:gd name="connsiteY22" fmla="*/ 149059 h 166143"/>
                <a:gd name="connsiteX23" fmla="*/ 10114 w 90125"/>
                <a:gd name="connsiteY23" fmla="*/ 142668 h 166143"/>
                <a:gd name="connsiteX24" fmla="*/ 180 w 90125"/>
                <a:gd name="connsiteY24" fmla="*/ 153623 h 166143"/>
                <a:gd name="connsiteX25" fmla="*/ 15532 w 90125"/>
                <a:gd name="connsiteY25" fmla="*/ 166221 h 166143"/>
                <a:gd name="connsiteX26" fmla="*/ 35941 w 90125"/>
                <a:gd name="connsiteY26" fmla="*/ 148511 h 166143"/>
                <a:gd name="connsiteX27" fmla="*/ 46055 w 90125"/>
                <a:gd name="connsiteY27" fmla="*/ 113639 h 166143"/>
                <a:gd name="connsiteX28" fmla="*/ 56892 w 90125"/>
                <a:gd name="connsiteY28" fmla="*/ 55763 h 16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0125" h="166143">
                  <a:moveTo>
                    <a:pt x="56892" y="55763"/>
                  </a:moveTo>
                  <a:lnTo>
                    <a:pt x="72425" y="55763"/>
                  </a:lnTo>
                  <a:cubicBezTo>
                    <a:pt x="76037" y="55763"/>
                    <a:pt x="77843" y="55763"/>
                    <a:pt x="77843" y="52111"/>
                  </a:cubicBezTo>
                  <a:cubicBezTo>
                    <a:pt x="77843" y="50103"/>
                    <a:pt x="76037" y="50103"/>
                    <a:pt x="72967" y="50103"/>
                  </a:cubicBezTo>
                  <a:lnTo>
                    <a:pt x="57976" y="50103"/>
                  </a:lnTo>
                  <a:lnTo>
                    <a:pt x="61769" y="29289"/>
                  </a:lnTo>
                  <a:cubicBezTo>
                    <a:pt x="62491" y="25455"/>
                    <a:pt x="65020" y="12493"/>
                    <a:pt x="66103" y="10302"/>
                  </a:cubicBezTo>
                  <a:cubicBezTo>
                    <a:pt x="67729" y="6833"/>
                    <a:pt x="70799" y="4094"/>
                    <a:pt x="74592" y="4094"/>
                  </a:cubicBezTo>
                  <a:cubicBezTo>
                    <a:pt x="75314" y="4094"/>
                    <a:pt x="80010" y="4094"/>
                    <a:pt x="83442" y="7380"/>
                  </a:cubicBezTo>
                  <a:cubicBezTo>
                    <a:pt x="75495" y="8111"/>
                    <a:pt x="73689" y="14501"/>
                    <a:pt x="73689" y="17239"/>
                  </a:cubicBezTo>
                  <a:cubicBezTo>
                    <a:pt x="73689" y="21439"/>
                    <a:pt x="76940" y="23630"/>
                    <a:pt x="80372" y="23630"/>
                  </a:cubicBezTo>
                  <a:cubicBezTo>
                    <a:pt x="85068" y="23630"/>
                    <a:pt x="90305" y="19613"/>
                    <a:pt x="90305" y="12675"/>
                  </a:cubicBezTo>
                  <a:cubicBezTo>
                    <a:pt x="90305" y="4277"/>
                    <a:pt x="81997" y="77"/>
                    <a:pt x="74592" y="77"/>
                  </a:cubicBezTo>
                  <a:cubicBezTo>
                    <a:pt x="68451" y="77"/>
                    <a:pt x="57073" y="3364"/>
                    <a:pt x="51654" y="21439"/>
                  </a:cubicBezTo>
                  <a:cubicBezTo>
                    <a:pt x="50571" y="25273"/>
                    <a:pt x="50029" y="27098"/>
                    <a:pt x="45694" y="50103"/>
                  </a:cubicBezTo>
                  <a:lnTo>
                    <a:pt x="33232" y="50103"/>
                  </a:lnTo>
                  <a:cubicBezTo>
                    <a:pt x="29800" y="50103"/>
                    <a:pt x="27814" y="50103"/>
                    <a:pt x="27814" y="53572"/>
                  </a:cubicBezTo>
                  <a:cubicBezTo>
                    <a:pt x="27814" y="55763"/>
                    <a:pt x="29439" y="55763"/>
                    <a:pt x="32871" y="55763"/>
                  </a:cubicBezTo>
                  <a:lnTo>
                    <a:pt x="44791" y="55763"/>
                  </a:lnTo>
                  <a:lnTo>
                    <a:pt x="31245" y="127880"/>
                  </a:lnTo>
                  <a:cubicBezTo>
                    <a:pt x="27994" y="145590"/>
                    <a:pt x="24924" y="162204"/>
                    <a:pt x="15532" y="162204"/>
                  </a:cubicBezTo>
                  <a:cubicBezTo>
                    <a:pt x="14809" y="162204"/>
                    <a:pt x="10294" y="162204"/>
                    <a:pt x="6863" y="158918"/>
                  </a:cubicBezTo>
                  <a:cubicBezTo>
                    <a:pt x="15171" y="158370"/>
                    <a:pt x="16796" y="151797"/>
                    <a:pt x="16796" y="149059"/>
                  </a:cubicBezTo>
                  <a:cubicBezTo>
                    <a:pt x="16796" y="144859"/>
                    <a:pt x="13545" y="142668"/>
                    <a:pt x="10114" y="142668"/>
                  </a:cubicBezTo>
                  <a:cubicBezTo>
                    <a:pt x="5418" y="142668"/>
                    <a:pt x="180" y="146685"/>
                    <a:pt x="180" y="153623"/>
                  </a:cubicBezTo>
                  <a:cubicBezTo>
                    <a:pt x="180" y="161839"/>
                    <a:pt x="8127" y="166221"/>
                    <a:pt x="15532" y="166221"/>
                  </a:cubicBezTo>
                  <a:cubicBezTo>
                    <a:pt x="25466" y="166221"/>
                    <a:pt x="32690" y="155449"/>
                    <a:pt x="35941" y="148511"/>
                  </a:cubicBezTo>
                  <a:cubicBezTo>
                    <a:pt x="41721" y="137009"/>
                    <a:pt x="45875" y="114917"/>
                    <a:pt x="46055" y="113639"/>
                  </a:cubicBezTo>
                  <a:lnTo>
                    <a:pt x="56892" y="5576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45" name="Freeform: Shape 5044">
              <a:extLst>
                <a:ext uri="{FF2B5EF4-FFF2-40B4-BE49-F238E27FC236}">
                  <a16:creationId xmlns:a16="http://schemas.microsoft.com/office/drawing/2014/main" id="{B985E227-F10E-8AC2-45F4-49D6D04FF616}"/>
                </a:ext>
              </a:extLst>
            </p:cNvPr>
            <p:cNvSpPr/>
            <p:nvPr>
              <p:custDataLst>
                <p:tags r:id="rId54"/>
              </p:custDataLst>
            </p:nvPr>
          </p:nvSpPr>
          <p:spPr>
            <a:xfrm>
              <a:off x="6981886" y="5866549"/>
              <a:ext cx="41901" cy="182574"/>
            </a:xfrm>
            <a:custGeom>
              <a:avLst/>
              <a:gdLst>
                <a:gd name="connsiteX0" fmla="*/ 42088 w 41901"/>
                <a:gd name="connsiteY0" fmla="*/ 180827 h 182574"/>
                <a:gd name="connsiteX1" fmla="*/ 39017 w 41901"/>
                <a:gd name="connsiteY1" fmla="*/ 176810 h 182574"/>
                <a:gd name="connsiteX2" fmla="*/ 10661 w 41901"/>
                <a:gd name="connsiteY2" fmla="*/ 91365 h 182574"/>
                <a:gd name="connsiteX3" fmla="*/ 39740 w 41901"/>
                <a:gd name="connsiteY3" fmla="*/ 5007 h 182574"/>
                <a:gd name="connsiteX4" fmla="*/ 42088 w 41901"/>
                <a:gd name="connsiteY4" fmla="*/ 1903 h 182574"/>
                <a:gd name="connsiteX5" fmla="*/ 40282 w 41901"/>
                <a:gd name="connsiteY5" fmla="*/ 77 h 182574"/>
                <a:gd name="connsiteX6" fmla="*/ 11564 w 41901"/>
                <a:gd name="connsiteY6" fmla="*/ 35680 h 182574"/>
                <a:gd name="connsiteX7" fmla="*/ 186 w 41901"/>
                <a:gd name="connsiteY7" fmla="*/ 91365 h 182574"/>
                <a:gd name="connsiteX8" fmla="*/ 12106 w 41901"/>
                <a:gd name="connsiteY8" fmla="*/ 148328 h 182574"/>
                <a:gd name="connsiteX9" fmla="*/ 40282 w 41901"/>
                <a:gd name="connsiteY9" fmla="*/ 182652 h 182574"/>
                <a:gd name="connsiteX10" fmla="*/ 42088 w 41901"/>
                <a:gd name="connsiteY10" fmla="*/ 180827 h 18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01" h="182574">
                  <a:moveTo>
                    <a:pt x="42088" y="180827"/>
                  </a:moveTo>
                  <a:cubicBezTo>
                    <a:pt x="42088" y="180279"/>
                    <a:pt x="42088" y="179914"/>
                    <a:pt x="39017" y="176810"/>
                  </a:cubicBezTo>
                  <a:cubicBezTo>
                    <a:pt x="16441" y="153806"/>
                    <a:pt x="10661" y="119299"/>
                    <a:pt x="10661" y="91365"/>
                  </a:cubicBezTo>
                  <a:cubicBezTo>
                    <a:pt x="10661" y="59597"/>
                    <a:pt x="17525" y="27829"/>
                    <a:pt x="39740" y="5007"/>
                  </a:cubicBezTo>
                  <a:cubicBezTo>
                    <a:pt x="42088" y="2816"/>
                    <a:pt x="42088" y="2451"/>
                    <a:pt x="42088" y="1903"/>
                  </a:cubicBezTo>
                  <a:cubicBezTo>
                    <a:pt x="42088" y="625"/>
                    <a:pt x="41365" y="77"/>
                    <a:pt x="40282" y="77"/>
                  </a:cubicBezTo>
                  <a:cubicBezTo>
                    <a:pt x="38476" y="77"/>
                    <a:pt x="22221" y="12493"/>
                    <a:pt x="11564" y="35680"/>
                  </a:cubicBezTo>
                  <a:cubicBezTo>
                    <a:pt x="2353" y="55763"/>
                    <a:pt x="186" y="76029"/>
                    <a:pt x="186" y="91365"/>
                  </a:cubicBezTo>
                  <a:cubicBezTo>
                    <a:pt x="186" y="105606"/>
                    <a:pt x="2173" y="127697"/>
                    <a:pt x="12106" y="148328"/>
                  </a:cubicBezTo>
                  <a:cubicBezTo>
                    <a:pt x="22943" y="170785"/>
                    <a:pt x="38476" y="182652"/>
                    <a:pt x="40282" y="182652"/>
                  </a:cubicBezTo>
                  <a:cubicBezTo>
                    <a:pt x="41365" y="182652"/>
                    <a:pt x="42088" y="182105"/>
                    <a:pt x="42088" y="18082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46" name="Freeform: Shape 5045">
              <a:extLst>
                <a:ext uri="{FF2B5EF4-FFF2-40B4-BE49-F238E27FC236}">
                  <a16:creationId xmlns:a16="http://schemas.microsoft.com/office/drawing/2014/main" id="{492D7CB9-45A4-8CC9-1D50-392503DA6002}"/>
                </a:ext>
              </a:extLst>
            </p:cNvPr>
            <p:cNvSpPr/>
            <p:nvPr>
              <p:custDataLst>
                <p:tags r:id="rId55"/>
              </p:custDataLst>
            </p:nvPr>
          </p:nvSpPr>
          <p:spPr>
            <a:xfrm>
              <a:off x="7039481" y="5922782"/>
              <a:ext cx="84345" cy="120134"/>
            </a:xfrm>
            <a:custGeom>
              <a:avLst/>
              <a:gdLst>
                <a:gd name="connsiteX0" fmla="*/ 83091 w 84345"/>
                <a:gd name="connsiteY0" fmla="*/ 30202 h 120134"/>
                <a:gd name="connsiteX1" fmla="*/ 84535 w 84345"/>
                <a:gd name="connsiteY1" fmla="*/ 19613 h 120134"/>
                <a:gd name="connsiteX2" fmla="*/ 63765 w 84345"/>
                <a:gd name="connsiteY2" fmla="*/ 77 h 120134"/>
                <a:gd name="connsiteX3" fmla="*/ 35770 w 84345"/>
                <a:gd name="connsiteY3" fmla="*/ 15961 h 120134"/>
                <a:gd name="connsiteX4" fmla="*/ 19154 w 84345"/>
                <a:gd name="connsiteY4" fmla="*/ 77 h 120134"/>
                <a:gd name="connsiteX5" fmla="*/ 5789 w 84345"/>
                <a:gd name="connsiteY5" fmla="*/ 10484 h 120134"/>
                <a:gd name="connsiteX6" fmla="*/ 190 w 84345"/>
                <a:gd name="connsiteY6" fmla="*/ 28194 h 120134"/>
                <a:gd name="connsiteX7" fmla="*/ 2357 w 84345"/>
                <a:gd name="connsiteY7" fmla="*/ 30020 h 120134"/>
                <a:gd name="connsiteX8" fmla="*/ 5427 w 84345"/>
                <a:gd name="connsiteY8" fmla="*/ 25820 h 120134"/>
                <a:gd name="connsiteX9" fmla="*/ 18612 w 84345"/>
                <a:gd name="connsiteY9" fmla="*/ 4094 h 120134"/>
                <a:gd name="connsiteX10" fmla="*/ 24211 w 84345"/>
                <a:gd name="connsiteY10" fmla="*/ 12493 h 120134"/>
                <a:gd name="connsiteX11" fmla="*/ 21321 w 84345"/>
                <a:gd name="connsiteY11" fmla="*/ 27829 h 120134"/>
                <a:gd name="connsiteX12" fmla="*/ 10846 w 84345"/>
                <a:gd name="connsiteY12" fmla="*/ 70004 h 120134"/>
                <a:gd name="connsiteX13" fmla="*/ 9220 w 84345"/>
                <a:gd name="connsiteY13" fmla="*/ 77854 h 120134"/>
                <a:gd name="connsiteX14" fmla="*/ 14458 w 84345"/>
                <a:gd name="connsiteY14" fmla="*/ 82784 h 120134"/>
                <a:gd name="connsiteX15" fmla="*/ 21141 w 84345"/>
                <a:gd name="connsiteY15" fmla="*/ 77672 h 120134"/>
                <a:gd name="connsiteX16" fmla="*/ 24572 w 84345"/>
                <a:gd name="connsiteY16" fmla="*/ 64161 h 120134"/>
                <a:gd name="connsiteX17" fmla="*/ 28546 w 84345"/>
                <a:gd name="connsiteY17" fmla="*/ 47729 h 120134"/>
                <a:gd name="connsiteX18" fmla="*/ 31616 w 84345"/>
                <a:gd name="connsiteY18" fmla="*/ 35497 h 120134"/>
                <a:gd name="connsiteX19" fmla="*/ 33603 w 84345"/>
                <a:gd name="connsiteY19" fmla="*/ 27281 h 120134"/>
                <a:gd name="connsiteX20" fmla="*/ 45885 w 84345"/>
                <a:gd name="connsiteY20" fmla="*/ 10484 h 120134"/>
                <a:gd name="connsiteX21" fmla="*/ 63223 w 84345"/>
                <a:gd name="connsiteY21" fmla="*/ 4094 h 120134"/>
                <a:gd name="connsiteX22" fmla="*/ 72976 w 84345"/>
                <a:gd name="connsiteY22" fmla="*/ 16874 h 120134"/>
                <a:gd name="connsiteX23" fmla="*/ 71170 w 84345"/>
                <a:gd name="connsiteY23" fmla="*/ 28377 h 120134"/>
                <a:gd name="connsiteX24" fmla="*/ 50580 w 84345"/>
                <a:gd name="connsiteY24" fmla="*/ 112361 h 120134"/>
                <a:gd name="connsiteX25" fmla="*/ 50039 w 84345"/>
                <a:gd name="connsiteY25" fmla="*/ 115282 h 120134"/>
                <a:gd name="connsiteX26" fmla="*/ 55096 w 84345"/>
                <a:gd name="connsiteY26" fmla="*/ 120212 h 120134"/>
                <a:gd name="connsiteX27" fmla="*/ 62501 w 84345"/>
                <a:gd name="connsiteY27" fmla="*/ 112909 h 120134"/>
                <a:gd name="connsiteX28" fmla="*/ 83091 w 84345"/>
                <a:gd name="connsiteY28" fmla="*/ 30202 h 12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4345" h="120134">
                  <a:moveTo>
                    <a:pt x="83091" y="30202"/>
                  </a:moveTo>
                  <a:cubicBezTo>
                    <a:pt x="83994" y="26916"/>
                    <a:pt x="84535" y="24542"/>
                    <a:pt x="84535" y="19613"/>
                  </a:cubicBezTo>
                  <a:cubicBezTo>
                    <a:pt x="84535" y="7746"/>
                    <a:pt x="77311" y="77"/>
                    <a:pt x="63765" y="77"/>
                  </a:cubicBezTo>
                  <a:cubicBezTo>
                    <a:pt x="49497" y="77"/>
                    <a:pt x="40105" y="9571"/>
                    <a:pt x="35770" y="15961"/>
                  </a:cubicBezTo>
                  <a:cubicBezTo>
                    <a:pt x="34867" y="5555"/>
                    <a:pt x="27282" y="77"/>
                    <a:pt x="19154" y="77"/>
                  </a:cubicBezTo>
                  <a:cubicBezTo>
                    <a:pt x="10846" y="77"/>
                    <a:pt x="7414" y="7198"/>
                    <a:pt x="5789" y="10484"/>
                  </a:cubicBezTo>
                  <a:cubicBezTo>
                    <a:pt x="2538" y="16692"/>
                    <a:pt x="190" y="27646"/>
                    <a:pt x="190" y="28194"/>
                  </a:cubicBezTo>
                  <a:cubicBezTo>
                    <a:pt x="190" y="30020"/>
                    <a:pt x="1996" y="30020"/>
                    <a:pt x="2357" y="30020"/>
                  </a:cubicBezTo>
                  <a:cubicBezTo>
                    <a:pt x="4163" y="30020"/>
                    <a:pt x="4344" y="29837"/>
                    <a:pt x="5427" y="25820"/>
                  </a:cubicBezTo>
                  <a:cubicBezTo>
                    <a:pt x="8498" y="12858"/>
                    <a:pt x="12110" y="4094"/>
                    <a:pt x="18612" y="4094"/>
                  </a:cubicBezTo>
                  <a:cubicBezTo>
                    <a:pt x="21683" y="4094"/>
                    <a:pt x="24211" y="5555"/>
                    <a:pt x="24211" y="12493"/>
                  </a:cubicBezTo>
                  <a:cubicBezTo>
                    <a:pt x="24211" y="16327"/>
                    <a:pt x="23669" y="18335"/>
                    <a:pt x="21321" y="27829"/>
                  </a:cubicBezTo>
                  <a:lnTo>
                    <a:pt x="10846" y="70004"/>
                  </a:lnTo>
                  <a:cubicBezTo>
                    <a:pt x="10304" y="72742"/>
                    <a:pt x="9220" y="76941"/>
                    <a:pt x="9220" y="77854"/>
                  </a:cubicBezTo>
                  <a:cubicBezTo>
                    <a:pt x="9220" y="81141"/>
                    <a:pt x="11749" y="82784"/>
                    <a:pt x="14458" y="82784"/>
                  </a:cubicBezTo>
                  <a:cubicBezTo>
                    <a:pt x="16625" y="82784"/>
                    <a:pt x="19876" y="81323"/>
                    <a:pt x="21141" y="77672"/>
                  </a:cubicBezTo>
                  <a:cubicBezTo>
                    <a:pt x="21321" y="77307"/>
                    <a:pt x="23489" y="68726"/>
                    <a:pt x="24572" y="64161"/>
                  </a:cubicBezTo>
                  <a:lnTo>
                    <a:pt x="28546" y="47729"/>
                  </a:lnTo>
                  <a:cubicBezTo>
                    <a:pt x="29629" y="43713"/>
                    <a:pt x="30713" y="39696"/>
                    <a:pt x="31616" y="35497"/>
                  </a:cubicBezTo>
                  <a:cubicBezTo>
                    <a:pt x="31977" y="34402"/>
                    <a:pt x="33422" y="28377"/>
                    <a:pt x="33603" y="27281"/>
                  </a:cubicBezTo>
                  <a:cubicBezTo>
                    <a:pt x="34145" y="25638"/>
                    <a:pt x="39744" y="15414"/>
                    <a:pt x="45885" y="10484"/>
                  </a:cubicBezTo>
                  <a:cubicBezTo>
                    <a:pt x="49858" y="7563"/>
                    <a:pt x="55457" y="4094"/>
                    <a:pt x="63223" y="4094"/>
                  </a:cubicBezTo>
                  <a:cubicBezTo>
                    <a:pt x="70990" y="4094"/>
                    <a:pt x="72976" y="10302"/>
                    <a:pt x="72976" y="16874"/>
                  </a:cubicBezTo>
                  <a:cubicBezTo>
                    <a:pt x="72976" y="17787"/>
                    <a:pt x="72976" y="21074"/>
                    <a:pt x="71170" y="28377"/>
                  </a:cubicBezTo>
                  <a:lnTo>
                    <a:pt x="50580" y="112361"/>
                  </a:lnTo>
                  <a:cubicBezTo>
                    <a:pt x="50039" y="114552"/>
                    <a:pt x="50039" y="114917"/>
                    <a:pt x="50039" y="115282"/>
                  </a:cubicBezTo>
                  <a:cubicBezTo>
                    <a:pt x="50039" y="118021"/>
                    <a:pt x="52025" y="120212"/>
                    <a:pt x="55096" y="120212"/>
                  </a:cubicBezTo>
                  <a:cubicBezTo>
                    <a:pt x="60695" y="120212"/>
                    <a:pt x="61959" y="114917"/>
                    <a:pt x="62501" y="112909"/>
                  </a:cubicBezTo>
                  <a:lnTo>
                    <a:pt x="83091" y="302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47" name="Freeform: Shape 5046">
              <a:extLst>
                <a:ext uri="{FF2B5EF4-FFF2-40B4-BE49-F238E27FC236}">
                  <a16:creationId xmlns:a16="http://schemas.microsoft.com/office/drawing/2014/main" id="{11D7ECB9-C37B-ADB6-4892-774D0F4109FA}"/>
                </a:ext>
              </a:extLst>
            </p:cNvPr>
            <p:cNvSpPr/>
            <p:nvPr>
              <p:custDataLst>
                <p:tags r:id="rId56"/>
              </p:custDataLst>
            </p:nvPr>
          </p:nvSpPr>
          <p:spPr>
            <a:xfrm>
              <a:off x="7129865" y="5974505"/>
              <a:ext cx="77247" cy="57638"/>
            </a:xfrm>
            <a:custGeom>
              <a:avLst/>
              <a:gdLst>
                <a:gd name="connsiteX0" fmla="*/ 9677 w 77247"/>
                <a:gd name="connsiteY0" fmla="*/ 48388 h 57638"/>
                <a:gd name="connsiteX1" fmla="*/ 8413 w 77247"/>
                <a:gd name="connsiteY1" fmla="*/ 53628 h 57638"/>
                <a:gd name="connsiteX2" fmla="*/ 12711 w 77247"/>
                <a:gd name="connsiteY2" fmla="*/ 57718 h 57638"/>
                <a:gd name="connsiteX3" fmla="*/ 17642 w 77247"/>
                <a:gd name="connsiteY3" fmla="*/ 54906 h 57638"/>
                <a:gd name="connsiteX4" fmla="*/ 19918 w 77247"/>
                <a:gd name="connsiteY4" fmla="*/ 46982 h 57638"/>
                <a:gd name="connsiteX5" fmla="*/ 22699 w 77247"/>
                <a:gd name="connsiteY5" fmla="*/ 35480 h 57638"/>
                <a:gd name="connsiteX6" fmla="*/ 24848 w 77247"/>
                <a:gd name="connsiteY6" fmla="*/ 26917 h 57638"/>
                <a:gd name="connsiteX7" fmla="*/ 30158 w 77247"/>
                <a:gd name="connsiteY7" fmla="*/ 15415 h 57638"/>
                <a:gd name="connsiteX8" fmla="*/ 49122 w 77247"/>
                <a:gd name="connsiteY8" fmla="*/ 3657 h 57638"/>
                <a:gd name="connsiteX9" fmla="*/ 56582 w 77247"/>
                <a:gd name="connsiteY9" fmla="*/ 12604 h 57638"/>
                <a:gd name="connsiteX10" fmla="*/ 49122 w 77247"/>
                <a:gd name="connsiteY10" fmla="*/ 39825 h 57638"/>
                <a:gd name="connsiteX11" fmla="*/ 47226 w 77247"/>
                <a:gd name="connsiteY11" fmla="*/ 46727 h 57638"/>
                <a:gd name="connsiteX12" fmla="*/ 59237 w 77247"/>
                <a:gd name="connsiteY12" fmla="*/ 57718 h 57638"/>
                <a:gd name="connsiteX13" fmla="*/ 77442 w 77247"/>
                <a:gd name="connsiteY13" fmla="*/ 38164 h 57638"/>
                <a:gd name="connsiteX14" fmla="*/ 75420 w 77247"/>
                <a:gd name="connsiteY14" fmla="*/ 36503 h 57638"/>
                <a:gd name="connsiteX15" fmla="*/ 73017 w 77247"/>
                <a:gd name="connsiteY15" fmla="*/ 38675 h 57638"/>
                <a:gd name="connsiteX16" fmla="*/ 59616 w 77247"/>
                <a:gd name="connsiteY16" fmla="*/ 54139 h 57638"/>
                <a:gd name="connsiteX17" fmla="*/ 56455 w 77247"/>
                <a:gd name="connsiteY17" fmla="*/ 49666 h 57638"/>
                <a:gd name="connsiteX18" fmla="*/ 59363 w 77247"/>
                <a:gd name="connsiteY18" fmla="*/ 39314 h 57638"/>
                <a:gd name="connsiteX19" fmla="*/ 66064 w 77247"/>
                <a:gd name="connsiteY19" fmla="*/ 14648 h 57638"/>
                <a:gd name="connsiteX20" fmla="*/ 49628 w 77247"/>
                <a:gd name="connsiteY20" fmla="*/ 79 h 57638"/>
                <a:gd name="connsiteX21" fmla="*/ 28262 w 77247"/>
                <a:gd name="connsiteY21" fmla="*/ 11709 h 57638"/>
                <a:gd name="connsiteX22" fmla="*/ 14734 w 77247"/>
                <a:gd name="connsiteY22" fmla="*/ 79 h 57638"/>
                <a:gd name="connsiteX23" fmla="*/ 4746 w 77247"/>
                <a:gd name="connsiteY23" fmla="*/ 6980 h 57638"/>
                <a:gd name="connsiteX24" fmla="*/ 195 w 77247"/>
                <a:gd name="connsiteY24" fmla="*/ 19633 h 57638"/>
                <a:gd name="connsiteX25" fmla="*/ 2344 w 77247"/>
                <a:gd name="connsiteY25" fmla="*/ 21294 h 57638"/>
                <a:gd name="connsiteX26" fmla="*/ 5125 w 77247"/>
                <a:gd name="connsiteY26" fmla="*/ 17460 h 57638"/>
                <a:gd name="connsiteX27" fmla="*/ 14355 w 77247"/>
                <a:gd name="connsiteY27" fmla="*/ 3657 h 57638"/>
                <a:gd name="connsiteX28" fmla="*/ 18527 w 77247"/>
                <a:gd name="connsiteY28" fmla="*/ 9920 h 57638"/>
                <a:gd name="connsiteX29" fmla="*/ 16504 w 77247"/>
                <a:gd name="connsiteY29" fmla="*/ 20527 h 57638"/>
                <a:gd name="connsiteX30" fmla="*/ 13723 w 77247"/>
                <a:gd name="connsiteY30" fmla="*/ 32030 h 57638"/>
                <a:gd name="connsiteX31" fmla="*/ 9677 w 77247"/>
                <a:gd name="connsiteY31" fmla="*/ 48388 h 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247" h="57638">
                  <a:moveTo>
                    <a:pt x="9677" y="48388"/>
                  </a:moveTo>
                  <a:cubicBezTo>
                    <a:pt x="9171" y="50050"/>
                    <a:pt x="8413" y="53245"/>
                    <a:pt x="8413" y="53628"/>
                  </a:cubicBezTo>
                  <a:cubicBezTo>
                    <a:pt x="8413" y="56440"/>
                    <a:pt x="10688" y="57718"/>
                    <a:pt x="12711" y="57718"/>
                  </a:cubicBezTo>
                  <a:cubicBezTo>
                    <a:pt x="14987" y="57718"/>
                    <a:pt x="17010" y="56056"/>
                    <a:pt x="17642" y="54906"/>
                  </a:cubicBezTo>
                  <a:cubicBezTo>
                    <a:pt x="18274" y="53756"/>
                    <a:pt x="19285" y="49666"/>
                    <a:pt x="19918" y="46982"/>
                  </a:cubicBezTo>
                  <a:cubicBezTo>
                    <a:pt x="20550" y="44554"/>
                    <a:pt x="21940" y="38675"/>
                    <a:pt x="22699" y="35480"/>
                  </a:cubicBezTo>
                  <a:cubicBezTo>
                    <a:pt x="23458" y="32669"/>
                    <a:pt x="24216" y="29857"/>
                    <a:pt x="24848" y="26917"/>
                  </a:cubicBezTo>
                  <a:cubicBezTo>
                    <a:pt x="26239" y="21678"/>
                    <a:pt x="26492" y="20655"/>
                    <a:pt x="30158" y="15415"/>
                  </a:cubicBezTo>
                  <a:cubicBezTo>
                    <a:pt x="33698" y="10303"/>
                    <a:pt x="39640" y="3657"/>
                    <a:pt x="49122" y="3657"/>
                  </a:cubicBezTo>
                  <a:cubicBezTo>
                    <a:pt x="56455" y="3657"/>
                    <a:pt x="56582" y="10175"/>
                    <a:pt x="56582" y="12604"/>
                  </a:cubicBezTo>
                  <a:cubicBezTo>
                    <a:pt x="56582" y="20272"/>
                    <a:pt x="51145" y="34458"/>
                    <a:pt x="49122" y="39825"/>
                  </a:cubicBezTo>
                  <a:cubicBezTo>
                    <a:pt x="47732" y="43404"/>
                    <a:pt x="47226" y="44554"/>
                    <a:pt x="47226" y="46727"/>
                  </a:cubicBezTo>
                  <a:cubicBezTo>
                    <a:pt x="47226" y="53500"/>
                    <a:pt x="52789" y="57718"/>
                    <a:pt x="59237" y="57718"/>
                  </a:cubicBezTo>
                  <a:cubicBezTo>
                    <a:pt x="71880" y="57718"/>
                    <a:pt x="77442" y="40081"/>
                    <a:pt x="77442" y="38164"/>
                  </a:cubicBezTo>
                  <a:cubicBezTo>
                    <a:pt x="77442" y="36503"/>
                    <a:pt x="75799" y="36503"/>
                    <a:pt x="75420" y="36503"/>
                  </a:cubicBezTo>
                  <a:cubicBezTo>
                    <a:pt x="73650" y="36503"/>
                    <a:pt x="73523" y="37269"/>
                    <a:pt x="73017" y="38675"/>
                  </a:cubicBezTo>
                  <a:cubicBezTo>
                    <a:pt x="70110" y="48899"/>
                    <a:pt x="64673" y="54139"/>
                    <a:pt x="59616" y="54139"/>
                  </a:cubicBezTo>
                  <a:cubicBezTo>
                    <a:pt x="56961" y="54139"/>
                    <a:pt x="56455" y="52350"/>
                    <a:pt x="56455" y="49666"/>
                  </a:cubicBezTo>
                  <a:cubicBezTo>
                    <a:pt x="56455" y="46727"/>
                    <a:pt x="57087" y="45065"/>
                    <a:pt x="59363" y="39314"/>
                  </a:cubicBezTo>
                  <a:cubicBezTo>
                    <a:pt x="60880" y="35352"/>
                    <a:pt x="66064" y="21805"/>
                    <a:pt x="66064" y="14648"/>
                  </a:cubicBezTo>
                  <a:cubicBezTo>
                    <a:pt x="66064" y="2252"/>
                    <a:pt x="56329" y="79"/>
                    <a:pt x="49628" y="79"/>
                  </a:cubicBezTo>
                  <a:cubicBezTo>
                    <a:pt x="39135" y="79"/>
                    <a:pt x="32055" y="6597"/>
                    <a:pt x="28262" y="11709"/>
                  </a:cubicBezTo>
                  <a:cubicBezTo>
                    <a:pt x="27377" y="2891"/>
                    <a:pt x="19918" y="79"/>
                    <a:pt x="14734" y="79"/>
                  </a:cubicBezTo>
                  <a:cubicBezTo>
                    <a:pt x="9298" y="79"/>
                    <a:pt x="6390" y="4041"/>
                    <a:pt x="4746" y="6980"/>
                  </a:cubicBezTo>
                  <a:cubicBezTo>
                    <a:pt x="1965" y="11709"/>
                    <a:pt x="195" y="18994"/>
                    <a:pt x="195" y="19633"/>
                  </a:cubicBezTo>
                  <a:cubicBezTo>
                    <a:pt x="195" y="21294"/>
                    <a:pt x="1965" y="21294"/>
                    <a:pt x="2344" y="21294"/>
                  </a:cubicBezTo>
                  <a:cubicBezTo>
                    <a:pt x="4114" y="21294"/>
                    <a:pt x="4240" y="20911"/>
                    <a:pt x="5125" y="17460"/>
                  </a:cubicBezTo>
                  <a:cubicBezTo>
                    <a:pt x="7022" y="9920"/>
                    <a:pt x="9424" y="3657"/>
                    <a:pt x="14355" y="3657"/>
                  </a:cubicBezTo>
                  <a:cubicBezTo>
                    <a:pt x="17642" y="3657"/>
                    <a:pt x="18527" y="6469"/>
                    <a:pt x="18527" y="9920"/>
                  </a:cubicBezTo>
                  <a:cubicBezTo>
                    <a:pt x="18527" y="12348"/>
                    <a:pt x="17389" y="17077"/>
                    <a:pt x="16504" y="20527"/>
                  </a:cubicBezTo>
                  <a:cubicBezTo>
                    <a:pt x="15619" y="23978"/>
                    <a:pt x="14355" y="29218"/>
                    <a:pt x="13723" y="32030"/>
                  </a:cubicBezTo>
                  <a:lnTo>
                    <a:pt x="9677" y="4838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48" name="Freeform: Shape 5047">
              <a:extLst>
                <a:ext uri="{FF2B5EF4-FFF2-40B4-BE49-F238E27FC236}">
                  <a16:creationId xmlns:a16="http://schemas.microsoft.com/office/drawing/2014/main" id="{B85D944A-094A-5472-BC06-EE6BB23D868F}"/>
                </a:ext>
              </a:extLst>
            </p:cNvPr>
            <p:cNvSpPr/>
            <p:nvPr>
              <p:custDataLst>
                <p:tags r:id="rId57"/>
              </p:custDataLst>
            </p:nvPr>
          </p:nvSpPr>
          <p:spPr>
            <a:xfrm>
              <a:off x="7232530" y="5866549"/>
              <a:ext cx="41901" cy="182574"/>
            </a:xfrm>
            <a:custGeom>
              <a:avLst/>
              <a:gdLst>
                <a:gd name="connsiteX0" fmla="*/ 42102 w 41901"/>
                <a:gd name="connsiteY0" fmla="*/ 91365 h 182574"/>
                <a:gd name="connsiteX1" fmla="*/ 30182 w 41901"/>
                <a:gd name="connsiteY1" fmla="*/ 34402 h 182574"/>
                <a:gd name="connsiteX2" fmla="*/ 2006 w 41901"/>
                <a:gd name="connsiteY2" fmla="*/ 77 h 182574"/>
                <a:gd name="connsiteX3" fmla="*/ 200 w 41901"/>
                <a:gd name="connsiteY3" fmla="*/ 1903 h 182574"/>
                <a:gd name="connsiteX4" fmla="*/ 3632 w 41901"/>
                <a:gd name="connsiteY4" fmla="*/ 6102 h 182574"/>
                <a:gd name="connsiteX5" fmla="*/ 31627 w 41901"/>
                <a:gd name="connsiteY5" fmla="*/ 91365 h 182574"/>
                <a:gd name="connsiteX6" fmla="*/ 2548 w 41901"/>
                <a:gd name="connsiteY6" fmla="*/ 177723 h 182574"/>
                <a:gd name="connsiteX7" fmla="*/ 200 w 41901"/>
                <a:gd name="connsiteY7" fmla="*/ 180827 h 182574"/>
                <a:gd name="connsiteX8" fmla="*/ 2006 w 41901"/>
                <a:gd name="connsiteY8" fmla="*/ 182652 h 182574"/>
                <a:gd name="connsiteX9" fmla="*/ 30724 w 41901"/>
                <a:gd name="connsiteY9" fmla="*/ 147050 h 182574"/>
                <a:gd name="connsiteX10" fmla="*/ 42102 w 41901"/>
                <a:gd name="connsiteY10" fmla="*/ 91365 h 18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01" h="182574">
                  <a:moveTo>
                    <a:pt x="42102" y="91365"/>
                  </a:moveTo>
                  <a:cubicBezTo>
                    <a:pt x="42102" y="77124"/>
                    <a:pt x="40115" y="55032"/>
                    <a:pt x="30182" y="34402"/>
                  </a:cubicBezTo>
                  <a:cubicBezTo>
                    <a:pt x="19345" y="11945"/>
                    <a:pt x="3812" y="77"/>
                    <a:pt x="2006" y="77"/>
                  </a:cubicBezTo>
                  <a:cubicBezTo>
                    <a:pt x="923" y="77"/>
                    <a:pt x="200" y="808"/>
                    <a:pt x="200" y="1903"/>
                  </a:cubicBezTo>
                  <a:cubicBezTo>
                    <a:pt x="200" y="2451"/>
                    <a:pt x="200" y="2816"/>
                    <a:pt x="3632" y="6102"/>
                  </a:cubicBezTo>
                  <a:cubicBezTo>
                    <a:pt x="21332" y="24177"/>
                    <a:pt x="31627" y="53207"/>
                    <a:pt x="31627" y="91365"/>
                  </a:cubicBezTo>
                  <a:cubicBezTo>
                    <a:pt x="31627" y="122585"/>
                    <a:pt x="24944" y="154718"/>
                    <a:pt x="2548" y="177723"/>
                  </a:cubicBezTo>
                  <a:cubicBezTo>
                    <a:pt x="200" y="179914"/>
                    <a:pt x="200" y="180279"/>
                    <a:pt x="200" y="180827"/>
                  </a:cubicBezTo>
                  <a:cubicBezTo>
                    <a:pt x="200" y="181922"/>
                    <a:pt x="923" y="182652"/>
                    <a:pt x="2006" y="182652"/>
                  </a:cubicBezTo>
                  <a:cubicBezTo>
                    <a:pt x="3812" y="182652"/>
                    <a:pt x="20067" y="170237"/>
                    <a:pt x="30724" y="147050"/>
                  </a:cubicBezTo>
                  <a:cubicBezTo>
                    <a:pt x="39935" y="126967"/>
                    <a:pt x="42102" y="106701"/>
                    <a:pt x="42102" y="9136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49" name="Freeform: Shape 5048">
              <a:extLst>
                <a:ext uri="{FF2B5EF4-FFF2-40B4-BE49-F238E27FC236}">
                  <a16:creationId xmlns:a16="http://schemas.microsoft.com/office/drawing/2014/main" id="{964CF3B5-DFC8-54B4-F6EC-E1B3C9088AE8}"/>
                </a:ext>
              </a:extLst>
            </p:cNvPr>
            <p:cNvSpPr/>
            <p:nvPr>
              <p:custDataLst>
                <p:tags r:id="rId58"/>
              </p:custDataLst>
            </p:nvPr>
          </p:nvSpPr>
          <p:spPr>
            <a:xfrm>
              <a:off x="7348141" y="5948160"/>
              <a:ext cx="19144" cy="19352"/>
            </a:xfrm>
            <a:custGeom>
              <a:avLst/>
              <a:gdLst>
                <a:gd name="connsiteX0" fmla="*/ 19351 w 19144"/>
                <a:gd name="connsiteY0" fmla="*/ 9754 h 19352"/>
                <a:gd name="connsiteX1" fmla="*/ 9779 w 19144"/>
                <a:gd name="connsiteY1" fmla="*/ 77 h 19352"/>
                <a:gd name="connsiteX2" fmla="*/ 206 w 19144"/>
                <a:gd name="connsiteY2" fmla="*/ 9754 h 19352"/>
                <a:gd name="connsiteX3" fmla="*/ 9779 w 19144"/>
                <a:gd name="connsiteY3" fmla="*/ 19430 h 19352"/>
                <a:gd name="connsiteX4" fmla="*/ 19351 w 19144"/>
                <a:gd name="connsiteY4" fmla="*/ 9754 h 19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4" h="19352">
                  <a:moveTo>
                    <a:pt x="19351" y="9754"/>
                  </a:moveTo>
                  <a:cubicBezTo>
                    <a:pt x="19351" y="4459"/>
                    <a:pt x="15016" y="77"/>
                    <a:pt x="9779" y="77"/>
                  </a:cubicBezTo>
                  <a:cubicBezTo>
                    <a:pt x="4541" y="77"/>
                    <a:pt x="206" y="4459"/>
                    <a:pt x="206" y="9754"/>
                  </a:cubicBezTo>
                  <a:cubicBezTo>
                    <a:pt x="206" y="15049"/>
                    <a:pt x="4541" y="19430"/>
                    <a:pt x="9779" y="19430"/>
                  </a:cubicBezTo>
                  <a:cubicBezTo>
                    <a:pt x="15016" y="19430"/>
                    <a:pt x="19351" y="15049"/>
                    <a:pt x="19351" y="975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50" name="Freeform: Shape 5049">
              <a:extLst>
                <a:ext uri="{FF2B5EF4-FFF2-40B4-BE49-F238E27FC236}">
                  <a16:creationId xmlns:a16="http://schemas.microsoft.com/office/drawing/2014/main" id="{6DF1509E-27BA-C719-1F75-792AA3482369}"/>
                </a:ext>
              </a:extLst>
            </p:cNvPr>
            <p:cNvSpPr/>
            <p:nvPr>
              <p:custDataLst>
                <p:tags r:id="rId59"/>
              </p:custDataLst>
            </p:nvPr>
          </p:nvSpPr>
          <p:spPr>
            <a:xfrm>
              <a:off x="7428309" y="5874582"/>
              <a:ext cx="98456" cy="164317"/>
            </a:xfrm>
            <a:custGeom>
              <a:avLst/>
              <a:gdLst>
                <a:gd name="connsiteX0" fmla="*/ 98668 w 98456"/>
                <a:gd name="connsiteY0" fmla="*/ 25090 h 164317"/>
                <a:gd name="connsiteX1" fmla="*/ 74104 w 98456"/>
                <a:gd name="connsiteY1" fmla="*/ 77 h 164317"/>
                <a:gd name="connsiteX2" fmla="*/ 52250 w 98456"/>
                <a:gd name="connsiteY2" fmla="*/ 7746 h 164317"/>
                <a:gd name="connsiteX3" fmla="*/ 28951 w 98456"/>
                <a:gd name="connsiteY3" fmla="*/ 46634 h 164317"/>
                <a:gd name="connsiteX4" fmla="*/ 234 w 98456"/>
                <a:gd name="connsiteY4" fmla="*/ 162569 h 164317"/>
                <a:gd name="connsiteX5" fmla="*/ 2401 w 98456"/>
                <a:gd name="connsiteY5" fmla="*/ 164395 h 164317"/>
                <a:gd name="connsiteX6" fmla="*/ 4569 w 98456"/>
                <a:gd name="connsiteY6" fmla="*/ 163482 h 164317"/>
                <a:gd name="connsiteX7" fmla="*/ 17212 w 98456"/>
                <a:gd name="connsiteY7" fmla="*/ 113091 h 164317"/>
                <a:gd name="connsiteX8" fmla="*/ 41775 w 98456"/>
                <a:gd name="connsiteY8" fmla="*/ 130801 h 164317"/>
                <a:gd name="connsiteX9" fmla="*/ 76633 w 98456"/>
                <a:gd name="connsiteY9" fmla="*/ 116378 h 164317"/>
                <a:gd name="connsiteX10" fmla="*/ 91082 w 98456"/>
                <a:gd name="connsiteY10" fmla="*/ 82784 h 164317"/>
                <a:gd name="connsiteX11" fmla="*/ 77897 w 98456"/>
                <a:gd name="connsiteY11" fmla="*/ 55580 h 164317"/>
                <a:gd name="connsiteX12" fmla="*/ 98668 w 98456"/>
                <a:gd name="connsiteY12" fmla="*/ 25090 h 164317"/>
                <a:gd name="connsiteX13" fmla="*/ 66157 w 98456"/>
                <a:gd name="connsiteY13" fmla="*/ 55398 h 164317"/>
                <a:gd name="connsiteX14" fmla="*/ 57488 w 98456"/>
                <a:gd name="connsiteY14" fmla="*/ 56676 h 164317"/>
                <a:gd name="connsiteX15" fmla="*/ 49541 w 98456"/>
                <a:gd name="connsiteY15" fmla="*/ 55945 h 164317"/>
                <a:gd name="connsiteX16" fmla="*/ 58391 w 98456"/>
                <a:gd name="connsiteY16" fmla="*/ 54485 h 164317"/>
                <a:gd name="connsiteX17" fmla="*/ 66157 w 98456"/>
                <a:gd name="connsiteY17" fmla="*/ 55398 h 164317"/>
                <a:gd name="connsiteX18" fmla="*/ 88553 w 98456"/>
                <a:gd name="connsiteY18" fmla="*/ 20891 h 164317"/>
                <a:gd name="connsiteX19" fmla="*/ 72298 w 98456"/>
                <a:gd name="connsiteY19" fmla="*/ 52476 h 164317"/>
                <a:gd name="connsiteX20" fmla="*/ 58391 w 98456"/>
                <a:gd name="connsiteY20" fmla="*/ 50286 h 164317"/>
                <a:gd name="connsiteX21" fmla="*/ 44484 w 98456"/>
                <a:gd name="connsiteY21" fmla="*/ 56128 h 164317"/>
                <a:gd name="connsiteX22" fmla="*/ 56946 w 98456"/>
                <a:gd name="connsiteY22" fmla="*/ 60692 h 164317"/>
                <a:gd name="connsiteX23" fmla="*/ 71756 w 98456"/>
                <a:gd name="connsiteY23" fmla="*/ 58319 h 164317"/>
                <a:gd name="connsiteX24" fmla="*/ 79703 w 98456"/>
                <a:gd name="connsiteY24" fmla="*/ 78950 h 164317"/>
                <a:gd name="connsiteX25" fmla="*/ 70673 w 98456"/>
                <a:gd name="connsiteY25" fmla="*/ 110353 h 164317"/>
                <a:gd name="connsiteX26" fmla="*/ 41233 w 98456"/>
                <a:gd name="connsiteY26" fmla="*/ 126784 h 164317"/>
                <a:gd name="connsiteX27" fmla="*/ 20643 w 98456"/>
                <a:gd name="connsiteY27" fmla="*/ 103232 h 164317"/>
                <a:gd name="connsiteX28" fmla="*/ 21546 w 98456"/>
                <a:gd name="connsiteY28" fmla="*/ 95199 h 164317"/>
                <a:gd name="connsiteX29" fmla="*/ 33105 w 98456"/>
                <a:gd name="connsiteY29" fmla="*/ 49008 h 164317"/>
                <a:gd name="connsiteX30" fmla="*/ 71756 w 98456"/>
                <a:gd name="connsiteY30" fmla="*/ 4277 h 164317"/>
                <a:gd name="connsiteX31" fmla="*/ 88553 w 98456"/>
                <a:gd name="connsiteY31" fmla="*/ 20891 h 164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456" h="164317">
                  <a:moveTo>
                    <a:pt x="98668" y="25090"/>
                  </a:moveTo>
                  <a:cubicBezTo>
                    <a:pt x="98668" y="11397"/>
                    <a:pt x="88734" y="77"/>
                    <a:pt x="74104" y="77"/>
                  </a:cubicBezTo>
                  <a:cubicBezTo>
                    <a:pt x="63629" y="77"/>
                    <a:pt x="58572" y="2999"/>
                    <a:pt x="52250" y="7746"/>
                  </a:cubicBezTo>
                  <a:cubicBezTo>
                    <a:pt x="42317" y="15049"/>
                    <a:pt x="32383" y="32758"/>
                    <a:pt x="28951" y="46634"/>
                  </a:cubicBezTo>
                  <a:lnTo>
                    <a:pt x="234" y="162569"/>
                  </a:lnTo>
                  <a:cubicBezTo>
                    <a:pt x="53" y="163299"/>
                    <a:pt x="957" y="164395"/>
                    <a:pt x="2401" y="164395"/>
                  </a:cubicBezTo>
                  <a:cubicBezTo>
                    <a:pt x="3846" y="164395"/>
                    <a:pt x="4388" y="164030"/>
                    <a:pt x="4569" y="163482"/>
                  </a:cubicBezTo>
                  <a:lnTo>
                    <a:pt x="17212" y="113091"/>
                  </a:lnTo>
                  <a:cubicBezTo>
                    <a:pt x="20643" y="124046"/>
                    <a:pt x="28590" y="130801"/>
                    <a:pt x="41775" y="130801"/>
                  </a:cubicBezTo>
                  <a:cubicBezTo>
                    <a:pt x="54959" y="130801"/>
                    <a:pt x="68505" y="124411"/>
                    <a:pt x="76633" y="116378"/>
                  </a:cubicBezTo>
                  <a:cubicBezTo>
                    <a:pt x="85302" y="107979"/>
                    <a:pt x="91082" y="96294"/>
                    <a:pt x="91082" y="82784"/>
                  </a:cubicBezTo>
                  <a:cubicBezTo>
                    <a:pt x="91082" y="69638"/>
                    <a:pt x="84399" y="60145"/>
                    <a:pt x="77897" y="55580"/>
                  </a:cubicBezTo>
                  <a:cubicBezTo>
                    <a:pt x="88373" y="49555"/>
                    <a:pt x="98668" y="38236"/>
                    <a:pt x="98668" y="25090"/>
                  </a:cubicBezTo>
                  <a:close/>
                  <a:moveTo>
                    <a:pt x="66157" y="55398"/>
                  </a:moveTo>
                  <a:cubicBezTo>
                    <a:pt x="63809" y="56310"/>
                    <a:pt x="61823" y="56676"/>
                    <a:pt x="57488" y="56676"/>
                  </a:cubicBezTo>
                  <a:cubicBezTo>
                    <a:pt x="54959" y="56676"/>
                    <a:pt x="51347" y="56858"/>
                    <a:pt x="49541" y="55945"/>
                  </a:cubicBezTo>
                  <a:cubicBezTo>
                    <a:pt x="49902" y="54120"/>
                    <a:pt x="56404" y="54485"/>
                    <a:pt x="58391" y="54485"/>
                  </a:cubicBezTo>
                  <a:cubicBezTo>
                    <a:pt x="62184" y="54485"/>
                    <a:pt x="63809" y="54485"/>
                    <a:pt x="66157" y="55398"/>
                  </a:cubicBezTo>
                  <a:close/>
                  <a:moveTo>
                    <a:pt x="88553" y="20891"/>
                  </a:moveTo>
                  <a:cubicBezTo>
                    <a:pt x="88553" y="33671"/>
                    <a:pt x="81690" y="46817"/>
                    <a:pt x="72298" y="52476"/>
                  </a:cubicBezTo>
                  <a:cubicBezTo>
                    <a:pt x="67422" y="50651"/>
                    <a:pt x="63809" y="50286"/>
                    <a:pt x="58391" y="50286"/>
                  </a:cubicBezTo>
                  <a:cubicBezTo>
                    <a:pt x="54598" y="50286"/>
                    <a:pt x="44484" y="50103"/>
                    <a:pt x="44484" y="56128"/>
                  </a:cubicBezTo>
                  <a:cubicBezTo>
                    <a:pt x="44303" y="61240"/>
                    <a:pt x="53695" y="60692"/>
                    <a:pt x="56946" y="60692"/>
                  </a:cubicBezTo>
                  <a:cubicBezTo>
                    <a:pt x="63629" y="60692"/>
                    <a:pt x="66338" y="60510"/>
                    <a:pt x="71756" y="58319"/>
                  </a:cubicBezTo>
                  <a:cubicBezTo>
                    <a:pt x="78620" y="64892"/>
                    <a:pt x="79523" y="70551"/>
                    <a:pt x="79703" y="78950"/>
                  </a:cubicBezTo>
                  <a:cubicBezTo>
                    <a:pt x="80065" y="89539"/>
                    <a:pt x="75730" y="103232"/>
                    <a:pt x="70673" y="110353"/>
                  </a:cubicBezTo>
                  <a:cubicBezTo>
                    <a:pt x="63629" y="120212"/>
                    <a:pt x="51528" y="126784"/>
                    <a:pt x="41233" y="126784"/>
                  </a:cubicBezTo>
                  <a:cubicBezTo>
                    <a:pt x="27506" y="126784"/>
                    <a:pt x="20643" y="116195"/>
                    <a:pt x="20643" y="103232"/>
                  </a:cubicBezTo>
                  <a:cubicBezTo>
                    <a:pt x="20643" y="101406"/>
                    <a:pt x="20643" y="98668"/>
                    <a:pt x="21546" y="95199"/>
                  </a:cubicBezTo>
                  <a:lnTo>
                    <a:pt x="33105" y="49008"/>
                  </a:lnTo>
                  <a:cubicBezTo>
                    <a:pt x="37079" y="33306"/>
                    <a:pt x="50083" y="4277"/>
                    <a:pt x="71756" y="4277"/>
                  </a:cubicBezTo>
                  <a:cubicBezTo>
                    <a:pt x="82232" y="4277"/>
                    <a:pt x="88553" y="9936"/>
                    <a:pt x="88553" y="2089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51" name="Freeform: Shape 5050">
              <a:extLst>
                <a:ext uri="{FF2B5EF4-FFF2-40B4-BE49-F238E27FC236}">
                  <a16:creationId xmlns:a16="http://schemas.microsoft.com/office/drawing/2014/main" id="{F829473B-DF16-2DB8-99C4-5482BB10BE30}"/>
                </a:ext>
              </a:extLst>
            </p:cNvPr>
            <p:cNvSpPr/>
            <p:nvPr>
              <p:custDataLst>
                <p:tags r:id="rId60"/>
              </p:custDataLst>
            </p:nvPr>
          </p:nvSpPr>
          <p:spPr>
            <a:xfrm>
              <a:off x="7534555" y="5942171"/>
              <a:ext cx="62202" cy="89972"/>
            </a:xfrm>
            <a:custGeom>
              <a:avLst/>
              <a:gdLst>
                <a:gd name="connsiteX0" fmla="*/ 30307 w 62202"/>
                <a:gd name="connsiteY0" fmla="*/ 3913 h 89972"/>
                <a:gd name="connsiteX1" fmla="*/ 30812 w 62202"/>
                <a:gd name="connsiteY1" fmla="*/ 1868 h 89972"/>
                <a:gd name="connsiteX2" fmla="*/ 28790 w 62202"/>
                <a:gd name="connsiteY2" fmla="*/ 79 h 89972"/>
                <a:gd name="connsiteX3" fmla="*/ 12607 w 62202"/>
                <a:gd name="connsiteY3" fmla="*/ 1357 h 89972"/>
                <a:gd name="connsiteX4" fmla="*/ 9825 w 62202"/>
                <a:gd name="connsiteY4" fmla="*/ 4296 h 89972"/>
                <a:gd name="connsiteX5" fmla="*/ 13113 w 62202"/>
                <a:gd name="connsiteY5" fmla="*/ 6086 h 89972"/>
                <a:gd name="connsiteX6" fmla="*/ 19181 w 62202"/>
                <a:gd name="connsiteY6" fmla="*/ 8003 h 89972"/>
                <a:gd name="connsiteX7" fmla="*/ 18675 w 62202"/>
                <a:gd name="connsiteY7" fmla="*/ 10814 h 89972"/>
                <a:gd name="connsiteX8" fmla="*/ 849 w 62202"/>
                <a:gd name="connsiteY8" fmla="*/ 83151 h 89972"/>
                <a:gd name="connsiteX9" fmla="*/ 217 w 62202"/>
                <a:gd name="connsiteY9" fmla="*/ 85962 h 89972"/>
                <a:gd name="connsiteX10" fmla="*/ 4515 w 62202"/>
                <a:gd name="connsiteY10" fmla="*/ 90052 h 89972"/>
                <a:gd name="connsiteX11" fmla="*/ 10331 w 62202"/>
                <a:gd name="connsiteY11" fmla="*/ 84684 h 89972"/>
                <a:gd name="connsiteX12" fmla="*/ 16526 w 62202"/>
                <a:gd name="connsiteY12" fmla="*/ 59890 h 89972"/>
                <a:gd name="connsiteX13" fmla="*/ 32709 w 62202"/>
                <a:gd name="connsiteY13" fmla="*/ 70370 h 89972"/>
                <a:gd name="connsiteX14" fmla="*/ 32456 w 62202"/>
                <a:gd name="connsiteY14" fmla="*/ 72926 h 89972"/>
                <a:gd name="connsiteX15" fmla="*/ 31950 w 62202"/>
                <a:gd name="connsiteY15" fmla="*/ 76888 h 89972"/>
                <a:gd name="connsiteX16" fmla="*/ 45352 w 62202"/>
                <a:gd name="connsiteY16" fmla="*/ 90052 h 89972"/>
                <a:gd name="connsiteX17" fmla="*/ 61408 w 62202"/>
                <a:gd name="connsiteY17" fmla="*/ 70498 h 89972"/>
                <a:gd name="connsiteX18" fmla="*/ 59385 w 62202"/>
                <a:gd name="connsiteY18" fmla="*/ 68837 h 89972"/>
                <a:gd name="connsiteX19" fmla="*/ 56857 w 62202"/>
                <a:gd name="connsiteY19" fmla="*/ 71904 h 89972"/>
                <a:gd name="connsiteX20" fmla="*/ 45731 w 62202"/>
                <a:gd name="connsiteY20" fmla="*/ 86473 h 89972"/>
                <a:gd name="connsiteX21" fmla="*/ 41306 w 62202"/>
                <a:gd name="connsiteY21" fmla="*/ 79828 h 89972"/>
                <a:gd name="connsiteX22" fmla="*/ 42065 w 62202"/>
                <a:gd name="connsiteY22" fmla="*/ 74077 h 89972"/>
                <a:gd name="connsiteX23" fmla="*/ 42697 w 62202"/>
                <a:gd name="connsiteY23" fmla="*/ 70115 h 89972"/>
                <a:gd name="connsiteX24" fmla="*/ 22215 w 62202"/>
                <a:gd name="connsiteY24" fmla="*/ 56568 h 89972"/>
                <a:gd name="connsiteX25" fmla="*/ 32709 w 62202"/>
                <a:gd name="connsiteY25" fmla="*/ 48133 h 89972"/>
                <a:gd name="connsiteX26" fmla="*/ 52558 w 62202"/>
                <a:gd name="connsiteY26" fmla="*/ 35991 h 89972"/>
                <a:gd name="connsiteX27" fmla="*/ 56730 w 62202"/>
                <a:gd name="connsiteY27" fmla="*/ 37653 h 89972"/>
                <a:gd name="connsiteX28" fmla="*/ 50156 w 62202"/>
                <a:gd name="connsiteY28" fmla="*/ 44810 h 89972"/>
                <a:gd name="connsiteX29" fmla="*/ 55213 w 62202"/>
                <a:gd name="connsiteY29" fmla="*/ 49538 h 89972"/>
                <a:gd name="connsiteX30" fmla="*/ 62420 w 62202"/>
                <a:gd name="connsiteY30" fmla="*/ 41359 h 89972"/>
                <a:gd name="connsiteX31" fmla="*/ 52685 w 62202"/>
                <a:gd name="connsiteY31" fmla="*/ 32413 h 89972"/>
                <a:gd name="connsiteX32" fmla="*/ 32456 w 62202"/>
                <a:gd name="connsiteY32" fmla="*/ 43660 h 89972"/>
                <a:gd name="connsiteX33" fmla="*/ 17790 w 62202"/>
                <a:gd name="connsiteY33" fmla="*/ 54906 h 89972"/>
                <a:gd name="connsiteX34" fmla="*/ 30307 w 62202"/>
                <a:gd name="connsiteY34" fmla="*/ 3913 h 89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2202" h="89972">
                  <a:moveTo>
                    <a:pt x="30307" y="3913"/>
                  </a:moveTo>
                  <a:cubicBezTo>
                    <a:pt x="30433" y="3657"/>
                    <a:pt x="30812" y="1996"/>
                    <a:pt x="30812" y="1868"/>
                  </a:cubicBezTo>
                  <a:cubicBezTo>
                    <a:pt x="30812" y="1229"/>
                    <a:pt x="30307" y="79"/>
                    <a:pt x="28790" y="79"/>
                  </a:cubicBezTo>
                  <a:cubicBezTo>
                    <a:pt x="26261" y="79"/>
                    <a:pt x="15768" y="1101"/>
                    <a:pt x="12607" y="1357"/>
                  </a:cubicBezTo>
                  <a:cubicBezTo>
                    <a:pt x="11595" y="1485"/>
                    <a:pt x="9825" y="1613"/>
                    <a:pt x="9825" y="4296"/>
                  </a:cubicBezTo>
                  <a:cubicBezTo>
                    <a:pt x="9825" y="6086"/>
                    <a:pt x="11595" y="6086"/>
                    <a:pt x="13113" y="6086"/>
                  </a:cubicBezTo>
                  <a:cubicBezTo>
                    <a:pt x="19181" y="6086"/>
                    <a:pt x="19181" y="6980"/>
                    <a:pt x="19181" y="8003"/>
                  </a:cubicBezTo>
                  <a:cubicBezTo>
                    <a:pt x="19181" y="8897"/>
                    <a:pt x="18928" y="9664"/>
                    <a:pt x="18675" y="10814"/>
                  </a:cubicBezTo>
                  <a:lnTo>
                    <a:pt x="849" y="83151"/>
                  </a:lnTo>
                  <a:cubicBezTo>
                    <a:pt x="217" y="85451"/>
                    <a:pt x="217" y="85707"/>
                    <a:pt x="217" y="85962"/>
                  </a:cubicBezTo>
                  <a:cubicBezTo>
                    <a:pt x="217" y="87879"/>
                    <a:pt x="1734" y="90052"/>
                    <a:pt x="4515" y="90052"/>
                  </a:cubicBezTo>
                  <a:cubicBezTo>
                    <a:pt x="7929" y="90052"/>
                    <a:pt x="9573" y="87496"/>
                    <a:pt x="10331" y="84684"/>
                  </a:cubicBezTo>
                  <a:cubicBezTo>
                    <a:pt x="10584" y="84173"/>
                    <a:pt x="16020" y="61680"/>
                    <a:pt x="16526" y="59890"/>
                  </a:cubicBezTo>
                  <a:cubicBezTo>
                    <a:pt x="25502" y="60785"/>
                    <a:pt x="32709" y="63725"/>
                    <a:pt x="32709" y="70370"/>
                  </a:cubicBezTo>
                  <a:cubicBezTo>
                    <a:pt x="32709" y="71009"/>
                    <a:pt x="32709" y="71648"/>
                    <a:pt x="32456" y="72926"/>
                  </a:cubicBezTo>
                  <a:cubicBezTo>
                    <a:pt x="31950" y="74843"/>
                    <a:pt x="31950" y="75482"/>
                    <a:pt x="31950" y="76888"/>
                  </a:cubicBezTo>
                  <a:cubicBezTo>
                    <a:pt x="31950" y="85962"/>
                    <a:pt x="39283" y="90052"/>
                    <a:pt x="45352" y="90052"/>
                  </a:cubicBezTo>
                  <a:cubicBezTo>
                    <a:pt x="57615" y="90052"/>
                    <a:pt x="61408" y="70626"/>
                    <a:pt x="61408" y="70498"/>
                  </a:cubicBezTo>
                  <a:cubicBezTo>
                    <a:pt x="61408" y="68837"/>
                    <a:pt x="59765" y="68837"/>
                    <a:pt x="59385" y="68837"/>
                  </a:cubicBezTo>
                  <a:cubicBezTo>
                    <a:pt x="57615" y="68837"/>
                    <a:pt x="57489" y="69476"/>
                    <a:pt x="56857" y="71904"/>
                  </a:cubicBezTo>
                  <a:cubicBezTo>
                    <a:pt x="55340" y="77399"/>
                    <a:pt x="51926" y="86473"/>
                    <a:pt x="45731" y="86473"/>
                  </a:cubicBezTo>
                  <a:cubicBezTo>
                    <a:pt x="42317" y="86473"/>
                    <a:pt x="41306" y="83278"/>
                    <a:pt x="41306" y="79828"/>
                  </a:cubicBezTo>
                  <a:cubicBezTo>
                    <a:pt x="41306" y="77655"/>
                    <a:pt x="41306" y="77399"/>
                    <a:pt x="42065" y="74077"/>
                  </a:cubicBezTo>
                  <a:cubicBezTo>
                    <a:pt x="42191" y="73693"/>
                    <a:pt x="42697" y="71520"/>
                    <a:pt x="42697" y="70115"/>
                  </a:cubicBezTo>
                  <a:cubicBezTo>
                    <a:pt x="42697" y="58740"/>
                    <a:pt x="27525" y="56951"/>
                    <a:pt x="22215" y="56568"/>
                  </a:cubicBezTo>
                  <a:cubicBezTo>
                    <a:pt x="25882" y="54267"/>
                    <a:pt x="30560" y="50050"/>
                    <a:pt x="32709" y="48133"/>
                  </a:cubicBezTo>
                  <a:cubicBezTo>
                    <a:pt x="39157" y="41998"/>
                    <a:pt x="45478" y="35991"/>
                    <a:pt x="52558" y="35991"/>
                  </a:cubicBezTo>
                  <a:cubicBezTo>
                    <a:pt x="54075" y="35991"/>
                    <a:pt x="55719" y="36375"/>
                    <a:pt x="56730" y="37653"/>
                  </a:cubicBezTo>
                  <a:cubicBezTo>
                    <a:pt x="51294" y="38547"/>
                    <a:pt x="50156" y="42893"/>
                    <a:pt x="50156" y="44810"/>
                  </a:cubicBezTo>
                  <a:cubicBezTo>
                    <a:pt x="50156" y="47621"/>
                    <a:pt x="52305" y="49538"/>
                    <a:pt x="55213" y="49538"/>
                  </a:cubicBezTo>
                  <a:cubicBezTo>
                    <a:pt x="58627" y="49538"/>
                    <a:pt x="62420" y="46727"/>
                    <a:pt x="62420" y="41359"/>
                  </a:cubicBezTo>
                  <a:cubicBezTo>
                    <a:pt x="62420" y="37142"/>
                    <a:pt x="59385" y="32413"/>
                    <a:pt x="52685" y="32413"/>
                  </a:cubicBezTo>
                  <a:cubicBezTo>
                    <a:pt x="45478" y="32413"/>
                    <a:pt x="38904" y="37653"/>
                    <a:pt x="32456" y="43660"/>
                  </a:cubicBezTo>
                  <a:cubicBezTo>
                    <a:pt x="27146" y="48772"/>
                    <a:pt x="22974" y="52734"/>
                    <a:pt x="17790" y="54906"/>
                  </a:cubicBezTo>
                  <a:lnTo>
                    <a:pt x="30307" y="391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52" name="Freeform: Shape 5051">
              <a:extLst>
                <a:ext uri="{FF2B5EF4-FFF2-40B4-BE49-F238E27FC236}">
                  <a16:creationId xmlns:a16="http://schemas.microsoft.com/office/drawing/2014/main" id="{6CA597AE-5C7F-E514-7396-3A900E06CCED}"/>
                </a:ext>
              </a:extLst>
            </p:cNvPr>
            <p:cNvSpPr/>
            <p:nvPr>
              <p:custDataLst>
                <p:tags r:id="rId61"/>
              </p:custDataLst>
            </p:nvPr>
          </p:nvSpPr>
          <p:spPr>
            <a:xfrm>
              <a:off x="7797981" y="5924791"/>
              <a:ext cx="88319" cy="116117"/>
            </a:xfrm>
            <a:custGeom>
              <a:avLst/>
              <a:gdLst>
                <a:gd name="connsiteX0" fmla="*/ 71754 w 88319"/>
                <a:gd name="connsiteY0" fmla="*/ 17422 h 116117"/>
                <a:gd name="connsiteX1" fmla="*/ 88551 w 88319"/>
                <a:gd name="connsiteY1" fmla="*/ 5737 h 116117"/>
                <a:gd name="connsiteX2" fmla="*/ 88551 w 88319"/>
                <a:gd name="connsiteY2" fmla="*/ 77 h 116117"/>
                <a:gd name="connsiteX3" fmla="*/ 75005 w 88319"/>
                <a:gd name="connsiteY3" fmla="*/ 625 h 116117"/>
                <a:gd name="connsiteX4" fmla="*/ 59292 w 88319"/>
                <a:gd name="connsiteY4" fmla="*/ 77 h 116117"/>
                <a:gd name="connsiteX5" fmla="*/ 59292 w 88319"/>
                <a:gd name="connsiteY5" fmla="*/ 5737 h 116117"/>
                <a:gd name="connsiteX6" fmla="*/ 67781 w 88319"/>
                <a:gd name="connsiteY6" fmla="*/ 13588 h 116117"/>
                <a:gd name="connsiteX7" fmla="*/ 66697 w 88319"/>
                <a:gd name="connsiteY7" fmla="*/ 17970 h 116117"/>
                <a:gd name="connsiteX8" fmla="*/ 48455 w 88319"/>
                <a:gd name="connsiteY8" fmla="*/ 62883 h 116117"/>
                <a:gd name="connsiteX9" fmla="*/ 28407 w 88319"/>
                <a:gd name="connsiteY9" fmla="*/ 13771 h 116117"/>
                <a:gd name="connsiteX10" fmla="*/ 27323 w 88319"/>
                <a:gd name="connsiteY10" fmla="*/ 10484 h 116117"/>
                <a:gd name="connsiteX11" fmla="*/ 37438 w 88319"/>
                <a:gd name="connsiteY11" fmla="*/ 5737 h 116117"/>
                <a:gd name="connsiteX12" fmla="*/ 37438 w 88319"/>
                <a:gd name="connsiteY12" fmla="*/ 77 h 116117"/>
                <a:gd name="connsiteX13" fmla="*/ 17751 w 88319"/>
                <a:gd name="connsiteY13" fmla="*/ 625 h 116117"/>
                <a:gd name="connsiteX14" fmla="*/ 232 w 88319"/>
                <a:gd name="connsiteY14" fmla="*/ 77 h 116117"/>
                <a:gd name="connsiteX15" fmla="*/ 232 w 88319"/>
                <a:gd name="connsiteY15" fmla="*/ 5737 h 116117"/>
                <a:gd name="connsiteX16" fmla="*/ 14861 w 88319"/>
                <a:gd name="connsiteY16" fmla="*/ 12127 h 116117"/>
                <a:gd name="connsiteX17" fmla="*/ 41953 w 88319"/>
                <a:gd name="connsiteY17" fmla="*/ 78767 h 116117"/>
                <a:gd name="connsiteX18" fmla="*/ 37438 w 88319"/>
                <a:gd name="connsiteY18" fmla="*/ 89539 h 116117"/>
                <a:gd name="connsiteX19" fmla="*/ 16848 w 88319"/>
                <a:gd name="connsiteY19" fmla="*/ 112178 h 116117"/>
                <a:gd name="connsiteX20" fmla="*/ 8359 w 88319"/>
                <a:gd name="connsiteY20" fmla="*/ 108892 h 116117"/>
                <a:gd name="connsiteX21" fmla="*/ 15403 w 88319"/>
                <a:gd name="connsiteY21" fmla="*/ 101224 h 116117"/>
                <a:gd name="connsiteX22" fmla="*/ 7817 w 88319"/>
                <a:gd name="connsiteY22" fmla="*/ 93556 h 116117"/>
                <a:gd name="connsiteX23" fmla="*/ 232 w 88319"/>
                <a:gd name="connsiteY23" fmla="*/ 101406 h 116117"/>
                <a:gd name="connsiteX24" fmla="*/ 16848 w 88319"/>
                <a:gd name="connsiteY24" fmla="*/ 116195 h 116117"/>
                <a:gd name="connsiteX25" fmla="*/ 39966 w 88319"/>
                <a:gd name="connsiteY25" fmla="*/ 95382 h 116117"/>
                <a:gd name="connsiteX26" fmla="*/ 71754 w 88319"/>
                <a:gd name="connsiteY26" fmla="*/ 17422 h 116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8319" h="116117">
                  <a:moveTo>
                    <a:pt x="71754" y="17422"/>
                  </a:moveTo>
                  <a:cubicBezTo>
                    <a:pt x="76450" y="5920"/>
                    <a:pt x="85661" y="5737"/>
                    <a:pt x="88551" y="5737"/>
                  </a:cubicBezTo>
                  <a:lnTo>
                    <a:pt x="88551" y="77"/>
                  </a:lnTo>
                  <a:cubicBezTo>
                    <a:pt x="84397" y="443"/>
                    <a:pt x="79159" y="625"/>
                    <a:pt x="75005" y="625"/>
                  </a:cubicBezTo>
                  <a:cubicBezTo>
                    <a:pt x="71754" y="625"/>
                    <a:pt x="63265" y="260"/>
                    <a:pt x="59292" y="77"/>
                  </a:cubicBezTo>
                  <a:lnTo>
                    <a:pt x="59292" y="5737"/>
                  </a:lnTo>
                  <a:cubicBezTo>
                    <a:pt x="64891" y="5920"/>
                    <a:pt x="67781" y="9024"/>
                    <a:pt x="67781" y="13588"/>
                  </a:cubicBezTo>
                  <a:cubicBezTo>
                    <a:pt x="67781" y="15414"/>
                    <a:pt x="67600" y="15779"/>
                    <a:pt x="66697" y="17970"/>
                  </a:cubicBezTo>
                  <a:lnTo>
                    <a:pt x="48455" y="62883"/>
                  </a:lnTo>
                  <a:lnTo>
                    <a:pt x="28407" y="13771"/>
                  </a:lnTo>
                  <a:cubicBezTo>
                    <a:pt x="27685" y="11945"/>
                    <a:pt x="27323" y="11214"/>
                    <a:pt x="27323" y="10484"/>
                  </a:cubicBezTo>
                  <a:cubicBezTo>
                    <a:pt x="27323" y="5737"/>
                    <a:pt x="34006" y="5737"/>
                    <a:pt x="37438" y="5737"/>
                  </a:cubicBezTo>
                  <a:lnTo>
                    <a:pt x="37438" y="77"/>
                  </a:lnTo>
                  <a:cubicBezTo>
                    <a:pt x="32742" y="260"/>
                    <a:pt x="20821" y="625"/>
                    <a:pt x="17751" y="625"/>
                  </a:cubicBezTo>
                  <a:cubicBezTo>
                    <a:pt x="12875" y="625"/>
                    <a:pt x="5650" y="443"/>
                    <a:pt x="232" y="77"/>
                  </a:cubicBezTo>
                  <a:lnTo>
                    <a:pt x="232" y="5737"/>
                  </a:lnTo>
                  <a:cubicBezTo>
                    <a:pt x="8901" y="5737"/>
                    <a:pt x="12333" y="5737"/>
                    <a:pt x="14861" y="12127"/>
                  </a:cubicBezTo>
                  <a:lnTo>
                    <a:pt x="41953" y="78767"/>
                  </a:lnTo>
                  <a:cubicBezTo>
                    <a:pt x="41050" y="81141"/>
                    <a:pt x="38521" y="87166"/>
                    <a:pt x="37438" y="89539"/>
                  </a:cubicBezTo>
                  <a:cubicBezTo>
                    <a:pt x="33464" y="99581"/>
                    <a:pt x="28407" y="112178"/>
                    <a:pt x="16848" y="112178"/>
                  </a:cubicBezTo>
                  <a:cubicBezTo>
                    <a:pt x="15945" y="112178"/>
                    <a:pt x="11791" y="112178"/>
                    <a:pt x="8359" y="108892"/>
                  </a:cubicBezTo>
                  <a:cubicBezTo>
                    <a:pt x="13958" y="108162"/>
                    <a:pt x="15403" y="104145"/>
                    <a:pt x="15403" y="101224"/>
                  </a:cubicBezTo>
                  <a:cubicBezTo>
                    <a:pt x="15403" y="96477"/>
                    <a:pt x="11971" y="93556"/>
                    <a:pt x="7817" y="93556"/>
                  </a:cubicBezTo>
                  <a:cubicBezTo>
                    <a:pt x="4205" y="93556"/>
                    <a:pt x="232" y="95929"/>
                    <a:pt x="232" y="101406"/>
                  </a:cubicBezTo>
                  <a:cubicBezTo>
                    <a:pt x="232" y="109622"/>
                    <a:pt x="7817" y="116195"/>
                    <a:pt x="16848" y="116195"/>
                  </a:cubicBezTo>
                  <a:cubicBezTo>
                    <a:pt x="28227" y="116195"/>
                    <a:pt x="35632" y="105788"/>
                    <a:pt x="39966" y="95382"/>
                  </a:cubicBezTo>
                  <a:lnTo>
                    <a:pt x="71754" y="1742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53" name="Freeform: Shape 5052">
              <a:extLst>
                <a:ext uri="{FF2B5EF4-FFF2-40B4-BE49-F238E27FC236}">
                  <a16:creationId xmlns:a16="http://schemas.microsoft.com/office/drawing/2014/main" id="{8A41ACC9-70BF-24E5-757D-4870792347D8}"/>
                </a:ext>
              </a:extLst>
            </p:cNvPr>
            <p:cNvSpPr/>
            <p:nvPr>
              <p:custDataLst>
                <p:tags r:id="rId62"/>
              </p:custDataLst>
            </p:nvPr>
          </p:nvSpPr>
          <p:spPr>
            <a:xfrm>
              <a:off x="8130117" y="5749243"/>
              <a:ext cx="95001" cy="134740"/>
            </a:xfrm>
            <a:custGeom>
              <a:avLst/>
              <a:gdLst>
                <a:gd name="connsiteX0" fmla="*/ 76649 w 95001"/>
                <a:gd name="connsiteY0" fmla="*/ 68901 h 134740"/>
                <a:gd name="connsiteX1" fmla="*/ 53350 w 95001"/>
                <a:gd name="connsiteY1" fmla="*/ 47358 h 134740"/>
                <a:gd name="connsiteX2" fmla="*/ 16505 w 95001"/>
                <a:gd name="connsiteY2" fmla="*/ 64520 h 134740"/>
                <a:gd name="connsiteX3" fmla="*/ 250 w 95001"/>
                <a:gd name="connsiteY3" fmla="*/ 102313 h 134740"/>
                <a:gd name="connsiteX4" fmla="*/ 33482 w 95001"/>
                <a:gd name="connsiteY4" fmla="*/ 134811 h 134740"/>
                <a:gd name="connsiteX5" fmla="*/ 95252 w 95001"/>
                <a:gd name="connsiteY5" fmla="*/ 47358 h 134740"/>
                <a:gd name="connsiteX6" fmla="*/ 56239 w 95001"/>
                <a:gd name="connsiteY6" fmla="*/ 71 h 134740"/>
                <a:gd name="connsiteX7" fmla="*/ 21743 w 95001"/>
                <a:gd name="connsiteY7" fmla="*/ 28918 h 134740"/>
                <a:gd name="connsiteX8" fmla="*/ 28606 w 95001"/>
                <a:gd name="connsiteY8" fmla="*/ 35308 h 134740"/>
                <a:gd name="connsiteX9" fmla="*/ 38359 w 95001"/>
                <a:gd name="connsiteY9" fmla="*/ 25631 h 134740"/>
                <a:gd name="connsiteX10" fmla="*/ 29870 w 95001"/>
                <a:gd name="connsiteY10" fmla="*/ 19241 h 134740"/>
                <a:gd name="connsiteX11" fmla="*/ 55878 w 95001"/>
                <a:gd name="connsiteY11" fmla="*/ 4635 h 134740"/>
                <a:gd name="connsiteX12" fmla="*/ 81706 w 95001"/>
                <a:gd name="connsiteY12" fmla="*/ 37681 h 134740"/>
                <a:gd name="connsiteX13" fmla="*/ 76829 w 95001"/>
                <a:gd name="connsiteY13" fmla="*/ 68901 h 134740"/>
                <a:gd name="connsiteX14" fmla="*/ 76649 w 95001"/>
                <a:gd name="connsiteY14" fmla="*/ 68901 h 134740"/>
                <a:gd name="connsiteX15" fmla="*/ 34024 w 95001"/>
                <a:gd name="connsiteY15" fmla="*/ 129699 h 134740"/>
                <a:gd name="connsiteX16" fmla="*/ 14157 w 95001"/>
                <a:gd name="connsiteY16" fmla="*/ 109068 h 134740"/>
                <a:gd name="connsiteX17" fmla="*/ 26077 w 95001"/>
                <a:gd name="connsiteY17" fmla="*/ 67623 h 134740"/>
                <a:gd name="connsiteX18" fmla="*/ 53350 w 95001"/>
                <a:gd name="connsiteY18" fmla="*/ 51374 h 134740"/>
                <a:gd name="connsiteX19" fmla="*/ 73398 w 95001"/>
                <a:gd name="connsiteY19" fmla="*/ 75474 h 134740"/>
                <a:gd name="connsiteX20" fmla="*/ 34024 w 95001"/>
                <a:gd name="connsiteY20" fmla="*/ 129699 h 13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001" h="134740">
                  <a:moveTo>
                    <a:pt x="76649" y="68901"/>
                  </a:moveTo>
                  <a:cubicBezTo>
                    <a:pt x="74843" y="57582"/>
                    <a:pt x="67437" y="47358"/>
                    <a:pt x="53350" y="47358"/>
                  </a:cubicBezTo>
                  <a:cubicBezTo>
                    <a:pt x="42332" y="47358"/>
                    <a:pt x="30593" y="50279"/>
                    <a:pt x="16505" y="64520"/>
                  </a:cubicBezTo>
                  <a:cubicBezTo>
                    <a:pt x="1514" y="79673"/>
                    <a:pt x="250" y="96653"/>
                    <a:pt x="250" y="102313"/>
                  </a:cubicBezTo>
                  <a:cubicBezTo>
                    <a:pt x="250" y="113632"/>
                    <a:pt x="8197" y="134811"/>
                    <a:pt x="33482" y="134811"/>
                  </a:cubicBezTo>
                  <a:cubicBezTo>
                    <a:pt x="76468" y="134811"/>
                    <a:pt x="95252" y="73466"/>
                    <a:pt x="95252" y="47358"/>
                  </a:cubicBezTo>
                  <a:cubicBezTo>
                    <a:pt x="95252" y="18328"/>
                    <a:pt x="78455" y="71"/>
                    <a:pt x="56239" y="71"/>
                  </a:cubicBezTo>
                  <a:cubicBezTo>
                    <a:pt x="30051" y="71"/>
                    <a:pt x="21743" y="23805"/>
                    <a:pt x="21743" y="28918"/>
                  </a:cubicBezTo>
                  <a:cubicBezTo>
                    <a:pt x="21743" y="31474"/>
                    <a:pt x="23188" y="35308"/>
                    <a:pt x="28606" y="35308"/>
                  </a:cubicBezTo>
                  <a:cubicBezTo>
                    <a:pt x="34566" y="35308"/>
                    <a:pt x="38359" y="29830"/>
                    <a:pt x="38359" y="25631"/>
                  </a:cubicBezTo>
                  <a:cubicBezTo>
                    <a:pt x="38359" y="19241"/>
                    <a:pt x="32760" y="19241"/>
                    <a:pt x="29870" y="19241"/>
                  </a:cubicBezTo>
                  <a:cubicBezTo>
                    <a:pt x="37817" y="5731"/>
                    <a:pt x="50641" y="4635"/>
                    <a:pt x="55878" y="4635"/>
                  </a:cubicBezTo>
                  <a:cubicBezTo>
                    <a:pt x="69063" y="4635"/>
                    <a:pt x="81706" y="14129"/>
                    <a:pt x="81706" y="37681"/>
                  </a:cubicBezTo>
                  <a:cubicBezTo>
                    <a:pt x="81706" y="44802"/>
                    <a:pt x="80622" y="54113"/>
                    <a:pt x="76829" y="68901"/>
                  </a:cubicBezTo>
                  <a:lnTo>
                    <a:pt x="76649" y="68901"/>
                  </a:lnTo>
                  <a:close/>
                  <a:moveTo>
                    <a:pt x="34024" y="129699"/>
                  </a:moveTo>
                  <a:cubicBezTo>
                    <a:pt x="14157" y="129699"/>
                    <a:pt x="14157" y="110894"/>
                    <a:pt x="14157" y="109068"/>
                  </a:cubicBezTo>
                  <a:cubicBezTo>
                    <a:pt x="14157" y="104138"/>
                    <a:pt x="18672" y="78578"/>
                    <a:pt x="26077" y="67623"/>
                  </a:cubicBezTo>
                  <a:cubicBezTo>
                    <a:pt x="33302" y="57217"/>
                    <a:pt x="42152" y="51374"/>
                    <a:pt x="53350" y="51374"/>
                  </a:cubicBezTo>
                  <a:cubicBezTo>
                    <a:pt x="73036" y="51374"/>
                    <a:pt x="73398" y="71823"/>
                    <a:pt x="73398" y="75474"/>
                  </a:cubicBezTo>
                  <a:cubicBezTo>
                    <a:pt x="73398" y="88620"/>
                    <a:pt x="61838" y="129699"/>
                    <a:pt x="34024" y="12969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54" name="Freeform: Shape 5053">
              <a:extLst>
                <a:ext uri="{FF2B5EF4-FFF2-40B4-BE49-F238E27FC236}">
                  <a16:creationId xmlns:a16="http://schemas.microsoft.com/office/drawing/2014/main" id="{C336ADAE-D6F7-4702-EB5A-A87D2B2193E9}"/>
                </a:ext>
              </a:extLst>
            </p:cNvPr>
            <p:cNvSpPr/>
            <p:nvPr>
              <p:custDataLst>
                <p:tags r:id="rId63"/>
              </p:custDataLst>
            </p:nvPr>
          </p:nvSpPr>
          <p:spPr>
            <a:xfrm>
              <a:off x="8234232" y="5799269"/>
              <a:ext cx="97891" cy="120134"/>
            </a:xfrm>
            <a:custGeom>
              <a:avLst/>
              <a:gdLst>
                <a:gd name="connsiteX0" fmla="*/ 36559 w 97891"/>
                <a:gd name="connsiteY0" fmla="*/ 16685 h 120134"/>
                <a:gd name="connsiteX1" fmla="*/ 39268 w 97891"/>
                <a:gd name="connsiteY1" fmla="*/ 5000 h 120134"/>
                <a:gd name="connsiteX2" fmla="*/ 34030 w 97891"/>
                <a:gd name="connsiteY2" fmla="*/ 71 h 120134"/>
                <a:gd name="connsiteX3" fmla="*/ 26806 w 97891"/>
                <a:gd name="connsiteY3" fmla="*/ 6643 h 120134"/>
                <a:gd name="connsiteX4" fmla="*/ 797 w 97891"/>
                <a:gd name="connsiteY4" fmla="*/ 112354 h 120134"/>
                <a:gd name="connsiteX5" fmla="*/ 256 w 97891"/>
                <a:gd name="connsiteY5" fmla="*/ 115275 h 120134"/>
                <a:gd name="connsiteX6" fmla="*/ 5313 w 97891"/>
                <a:gd name="connsiteY6" fmla="*/ 120205 h 120134"/>
                <a:gd name="connsiteX7" fmla="*/ 11634 w 97891"/>
                <a:gd name="connsiteY7" fmla="*/ 116371 h 120134"/>
                <a:gd name="connsiteX8" fmla="*/ 21568 w 97891"/>
                <a:gd name="connsiteY8" fmla="*/ 77117 h 120134"/>
                <a:gd name="connsiteX9" fmla="*/ 39087 w 97891"/>
                <a:gd name="connsiteY9" fmla="*/ 82777 h 120134"/>
                <a:gd name="connsiteX10" fmla="*/ 63109 w 97891"/>
                <a:gd name="connsiteY10" fmla="*/ 69449 h 120134"/>
                <a:gd name="connsiteX11" fmla="*/ 79364 w 97891"/>
                <a:gd name="connsiteY11" fmla="*/ 82777 h 120134"/>
                <a:gd name="connsiteX12" fmla="*/ 92729 w 97891"/>
                <a:gd name="connsiteY12" fmla="*/ 72736 h 120134"/>
                <a:gd name="connsiteX13" fmla="*/ 98147 w 97891"/>
                <a:gd name="connsiteY13" fmla="*/ 54661 h 120134"/>
                <a:gd name="connsiteX14" fmla="*/ 95980 w 97891"/>
                <a:gd name="connsiteY14" fmla="*/ 52835 h 120134"/>
                <a:gd name="connsiteX15" fmla="*/ 93451 w 97891"/>
                <a:gd name="connsiteY15" fmla="*/ 56121 h 120134"/>
                <a:gd name="connsiteX16" fmla="*/ 79725 w 97891"/>
                <a:gd name="connsiteY16" fmla="*/ 78760 h 120134"/>
                <a:gd name="connsiteX17" fmla="*/ 74307 w 97891"/>
                <a:gd name="connsiteY17" fmla="*/ 70362 h 120134"/>
                <a:gd name="connsiteX18" fmla="*/ 77919 w 97891"/>
                <a:gd name="connsiteY18" fmla="*/ 51374 h 120134"/>
                <a:gd name="connsiteX19" fmla="*/ 82976 w 97891"/>
                <a:gd name="connsiteY19" fmla="*/ 31656 h 120134"/>
                <a:gd name="connsiteX20" fmla="*/ 86046 w 97891"/>
                <a:gd name="connsiteY20" fmla="*/ 19241 h 120134"/>
                <a:gd name="connsiteX21" fmla="*/ 88755 w 97891"/>
                <a:gd name="connsiteY21" fmla="*/ 7009 h 120134"/>
                <a:gd name="connsiteX22" fmla="*/ 83518 w 97891"/>
                <a:gd name="connsiteY22" fmla="*/ 2079 h 120134"/>
                <a:gd name="connsiteX23" fmla="*/ 76474 w 97891"/>
                <a:gd name="connsiteY23" fmla="*/ 8469 h 120134"/>
                <a:gd name="connsiteX24" fmla="*/ 67985 w 97891"/>
                <a:gd name="connsiteY24" fmla="*/ 42611 h 120134"/>
                <a:gd name="connsiteX25" fmla="*/ 63289 w 97891"/>
                <a:gd name="connsiteY25" fmla="*/ 61233 h 120134"/>
                <a:gd name="connsiteX26" fmla="*/ 39810 w 97891"/>
                <a:gd name="connsiteY26" fmla="*/ 78760 h 120134"/>
                <a:gd name="connsiteX27" fmla="*/ 26444 w 97891"/>
                <a:gd name="connsiteY27" fmla="*/ 62876 h 120134"/>
                <a:gd name="connsiteX28" fmla="*/ 28973 w 97891"/>
                <a:gd name="connsiteY28" fmla="*/ 47358 h 120134"/>
                <a:gd name="connsiteX29" fmla="*/ 36559 w 97891"/>
                <a:gd name="connsiteY29" fmla="*/ 16685 h 12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7891" h="120134">
                  <a:moveTo>
                    <a:pt x="36559" y="16685"/>
                  </a:moveTo>
                  <a:cubicBezTo>
                    <a:pt x="37462" y="12851"/>
                    <a:pt x="39268" y="5913"/>
                    <a:pt x="39268" y="5000"/>
                  </a:cubicBezTo>
                  <a:cubicBezTo>
                    <a:pt x="39268" y="1896"/>
                    <a:pt x="37100" y="71"/>
                    <a:pt x="34030" y="71"/>
                  </a:cubicBezTo>
                  <a:cubicBezTo>
                    <a:pt x="33488" y="71"/>
                    <a:pt x="28431" y="253"/>
                    <a:pt x="26806" y="6643"/>
                  </a:cubicBezTo>
                  <a:lnTo>
                    <a:pt x="797" y="112354"/>
                  </a:lnTo>
                  <a:cubicBezTo>
                    <a:pt x="256" y="114545"/>
                    <a:pt x="256" y="114910"/>
                    <a:pt x="256" y="115275"/>
                  </a:cubicBezTo>
                  <a:cubicBezTo>
                    <a:pt x="256" y="118014"/>
                    <a:pt x="2242" y="120205"/>
                    <a:pt x="5313" y="120205"/>
                  </a:cubicBezTo>
                  <a:cubicBezTo>
                    <a:pt x="9106" y="120205"/>
                    <a:pt x="11273" y="116919"/>
                    <a:pt x="11634" y="116371"/>
                  </a:cubicBezTo>
                  <a:cubicBezTo>
                    <a:pt x="12357" y="114728"/>
                    <a:pt x="14705" y="105234"/>
                    <a:pt x="21568" y="77117"/>
                  </a:cubicBezTo>
                  <a:cubicBezTo>
                    <a:pt x="27347" y="82047"/>
                    <a:pt x="35475" y="82777"/>
                    <a:pt x="39087" y="82777"/>
                  </a:cubicBezTo>
                  <a:cubicBezTo>
                    <a:pt x="51730" y="82777"/>
                    <a:pt x="58774" y="74561"/>
                    <a:pt x="63109" y="69449"/>
                  </a:cubicBezTo>
                  <a:cubicBezTo>
                    <a:pt x="64734" y="77665"/>
                    <a:pt x="71417" y="82777"/>
                    <a:pt x="79364" y="82777"/>
                  </a:cubicBezTo>
                  <a:cubicBezTo>
                    <a:pt x="85685" y="82777"/>
                    <a:pt x="89839" y="78578"/>
                    <a:pt x="92729" y="72736"/>
                  </a:cubicBezTo>
                  <a:cubicBezTo>
                    <a:pt x="95799" y="66163"/>
                    <a:pt x="98147" y="55026"/>
                    <a:pt x="98147" y="54661"/>
                  </a:cubicBezTo>
                  <a:cubicBezTo>
                    <a:pt x="98147" y="52835"/>
                    <a:pt x="96522" y="52835"/>
                    <a:pt x="95980" y="52835"/>
                  </a:cubicBezTo>
                  <a:cubicBezTo>
                    <a:pt x="94174" y="52835"/>
                    <a:pt x="93993" y="53565"/>
                    <a:pt x="93451" y="56121"/>
                  </a:cubicBezTo>
                  <a:cubicBezTo>
                    <a:pt x="90381" y="67989"/>
                    <a:pt x="87130" y="78760"/>
                    <a:pt x="79725" y="78760"/>
                  </a:cubicBezTo>
                  <a:cubicBezTo>
                    <a:pt x="74848" y="78760"/>
                    <a:pt x="74307" y="74014"/>
                    <a:pt x="74307" y="70362"/>
                  </a:cubicBezTo>
                  <a:cubicBezTo>
                    <a:pt x="74307" y="66345"/>
                    <a:pt x="76474" y="57764"/>
                    <a:pt x="77919" y="51374"/>
                  </a:cubicBezTo>
                  <a:lnTo>
                    <a:pt x="82976" y="31656"/>
                  </a:lnTo>
                  <a:cubicBezTo>
                    <a:pt x="83518" y="28918"/>
                    <a:pt x="85324" y="21980"/>
                    <a:pt x="86046" y="19241"/>
                  </a:cubicBezTo>
                  <a:cubicBezTo>
                    <a:pt x="86949" y="15042"/>
                    <a:pt x="88755" y="8104"/>
                    <a:pt x="88755" y="7009"/>
                  </a:cubicBezTo>
                  <a:cubicBezTo>
                    <a:pt x="88755" y="3722"/>
                    <a:pt x="86227" y="2079"/>
                    <a:pt x="83518" y="2079"/>
                  </a:cubicBezTo>
                  <a:cubicBezTo>
                    <a:pt x="82615" y="2079"/>
                    <a:pt x="77919" y="2262"/>
                    <a:pt x="76474" y="8469"/>
                  </a:cubicBezTo>
                  <a:lnTo>
                    <a:pt x="67985" y="42611"/>
                  </a:lnTo>
                  <a:cubicBezTo>
                    <a:pt x="65818" y="51739"/>
                    <a:pt x="63831" y="59408"/>
                    <a:pt x="63289" y="61233"/>
                  </a:cubicBezTo>
                  <a:cubicBezTo>
                    <a:pt x="63109" y="62146"/>
                    <a:pt x="54439" y="78760"/>
                    <a:pt x="39810" y="78760"/>
                  </a:cubicBezTo>
                  <a:cubicBezTo>
                    <a:pt x="30779" y="78760"/>
                    <a:pt x="26444" y="72736"/>
                    <a:pt x="26444" y="62876"/>
                  </a:cubicBezTo>
                  <a:cubicBezTo>
                    <a:pt x="26444" y="57582"/>
                    <a:pt x="27709" y="52470"/>
                    <a:pt x="28973" y="47358"/>
                  </a:cubicBezTo>
                  <a:lnTo>
                    <a:pt x="36559" y="1668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55" name="Freeform: Shape 5054">
              <a:extLst>
                <a:ext uri="{FF2B5EF4-FFF2-40B4-BE49-F238E27FC236}">
                  <a16:creationId xmlns:a16="http://schemas.microsoft.com/office/drawing/2014/main" id="{EA32C187-56DA-6A9E-3A85-569410DE4F3A}"/>
                </a:ext>
              </a:extLst>
            </p:cNvPr>
            <p:cNvSpPr/>
            <p:nvPr>
              <p:custDataLst>
                <p:tags r:id="rId64"/>
              </p:custDataLst>
            </p:nvPr>
          </p:nvSpPr>
          <p:spPr>
            <a:xfrm>
              <a:off x="8343583" y="5850992"/>
              <a:ext cx="77247" cy="57638"/>
            </a:xfrm>
            <a:custGeom>
              <a:avLst/>
              <a:gdLst>
                <a:gd name="connsiteX0" fmla="*/ 9744 w 77247"/>
                <a:gd name="connsiteY0" fmla="*/ 48382 h 57638"/>
                <a:gd name="connsiteX1" fmla="*/ 8479 w 77247"/>
                <a:gd name="connsiteY1" fmla="*/ 53621 h 57638"/>
                <a:gd name="connsiteX2" fmla="*/ 12778 w 77247"/>
                <a:gd name="connsiteY2" fmla="*/ 57711 h 57638"/>
                <a:gd name="connsiteX3" fmla="*/ 17709 w 77247"/>
                <a:gd name="connsiteY3" fmla="*/ 54899 h 57638"/>
                <a:gd name="connsiteX4" fmla="*/ 19984 w 77247"/>
                <a:gd name="connsiteY4" fmla="*/ 46976 h 57638"/>
                <a:gd name="connsiteX5" fmla="*/ 22766 w 77247"/>
                <a:gd name="connsiteY5" fmla="*/ 35473 h 57638"/>
                <a:gd name="connsiteX6" fmla="*/ 24915 w 77247"/>
                <a:gd name="connsiteY6" fmla="*/ 26911 h 57638"/>
                <a:gd name="connsiteX7" fmla="*/ 30225 w 77247"/>
                <a:gd name="connsiteY7" fmla="*/ 15408 h 57638"/>
                <a:gd name="connsiteX8" fmla="*/ 49189 w 77247"/>
                <a:gd name="connsiteY8" fmla="*/ 3651 h 57638"/>
                <a:gd name="connsiteX9" fmla="*/ 56649 w 77247"/>
                <a:gd name="connsiteY9" fmla="*/ 12597 h 57638"/>
                <a:gd name="connsiteX10" fmla="*/ 49189 w 77247"/>
                <a:gd name="connsiteY10" fmla="*/ 39819 h 57638"/>
                <a:gd name="connsiteX11" fmla="*/ 47293 w 77247"/>
                <a:gd name="connsiteY11" fmla="*/ 46720 h 57638"/>
                <a:gd name="connsiteX12" fmla="*/ 59304 w 77247"/>
                <a:gd name="connsiteY12" fmla="*/ 57711 h 57638"/>
                <a:gd name="connsiteX13" fmla="*/ 77509 w 77247"/>
                <a:gd name="connsiteY13" fmla="*/ 38157 h 57638"/>
                <a:gd name="connsiteX14" fmla="*/ 75486 w 77247"/>
                <a:gd name="connsiteY14" fmla="*/ 36496 h 57638"/>
                <a:gd name="connsiteX15" fmla="*/ 73084 w 77247"/>
                <a:gd name="connsiteY15" fmla="*/ 38669 h 57638"/>
                <a:gd name="connsiteX16" fmla="*/ 59683 w 77247"/>
                <a:gd name="connsiteY16" fmla="*/ 54133 h 57638"/>
                <a:gd name="connsiteX17" fmla="*/ 56522 w 77247"/>
                <a:gd name="connsiteY17" fmla="*/ 49660 h 57638"/>
                <a:gd name="connsiteX18" fmla="*/ 59430 w 77247"/>
                <a:gd name="connsiteY18" fmla="*/ 39308 h 57638"/>
                <a:gd name="connsiteX19" fmla="*/ 66131 w 77247"/>
                <a:gd name="connsiteY19" fmla="*/ 14642 h 57638"/>
                <a:gd name="connsiteX20" fmla="*/ 49695 w 77247"/>
                <a:gd name="connsiteY20" fmla="*/ 72 h 57638"/>
                <a:gd name="connsiteX21" fmla="*/ 28329 w 77247"/>
                <a:gd name="connsiteY21" fmla="*/ 11702 h 57638"/>
                <a:gd name="connsiteX22" fmla="*/ 14801 w 77247"/>
                <a:gd name="connsiteY22" fmla="*/ 72 h 57638"/>
                <a:gd name="connsiteX23" fmla="*/ 4813 w 77247"/>
                <a:gd name="connsiteY23" fmla="*/ 6974 h 57638"/>
                <a:gd name="connsiteX24" fmla="*/ 262 w 77247"/>
                <a:gd name="connsiteY24" fmla="*/ 19626 h 57638"/>
                <a:gd name="connsiteX25" fmla="*/ 2411 w 77247"/>
                <a:gd name="connsiteY25" fmla="*/ 21287 h 57638"/>
                <a:gd name="connsiteX26" fmla="*/ 5192 w 77247"/>
                <a:gd name="connsiteY26" fmla="*/ 17453 h 57638"/>
                <a:gd name="connsiteX27" fmla="*/ 14422 w 77247"/>
                <a:gd name="connsiteY27" fmla="*/ 3651 h 57638"/>
                <a:gd name="connsiteX28" fmla="*/ 18594 w 77247"/>
                <a:gd name="connsiteY28" fmla="*/ 9913 h 57638"/>
                <a:gd name="connsiteX29" fmla="*/ 16571 w 77247"/>
                <a:gd name="connsiteY29" fmla="*/ 20521 h 57638"/>
                <a:gd name="connsiteX30" fmla="*/ 13789 w 77247"/>
                <a:gd name="connsiteY30" fmla="*/ 32023 h 57638"/>
                <a:gd name="connsiteX31" fmla="*/ 9744 w 77247"/>
                <a:gd name="connsiteY31" fmla="*/ 48382 h 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247" h="57638">
                  <a:moveTo>
                    <a:pt x="9744" y="48382"/>
                  </a:moveTo>
                  <a:cubicBezTo>
                    <a:pt x="9238" y="50043"/>
                    <a:pt x="8479" y="53238"/>
                    <a:pt x="8479" y="53621"/>
                  </a:cubicBezTo>
                  <a:cubicBezTo>
                    <a:pt x="8479" y="56433"/>
                    <a:pt x="10755" y="57711"/>
                    <a:pt x="12778" y="57711"/>
                  </a:cubicBezTo>
                  <a:cubicBezTo>
                    <a:pt x="15054" y="57711"/>
                    <a:pt x="17077" y="56050"/>
                    <a:pt x="17709" y="54899"/>
                  </a:cubicBezTo>
                  <a:cubicBezTo>
                    <a:pt x="18341" y="53749"/>
                    <a:pt x="19352" y="49660"/>
                    <a:pt x="19984" y="46976"/>
                  </a:cubicBezTo>
                  <a:cubicBezTo>
                    <a:pt x="20617" y="44547"/>
                    <a:pt x="22007" y="38669"/>
                    <a:pt x="22766" y="35473"/>
                  </a:cubicBezTo>
                  <a:cubicBezTo>
                    <a:pt x="23524" y="32662"/>
                    <a:pt x="24283" y="29850"/>
                    <a:pt x="24915" y="26911"/>
                  </a:cubicBezTo>
                  <a:cubicBezTo>
                    <a:pt x="26306" y="21671"/>
                    <a:pt x="26559" y="20648"/>
                    <a:pt x="30225" y="15408"/>
                  </a:cubicBezTo>
                  <a:cubicBezTo>
                    <a:pt x="33765" y="10296"/>
                    <a:pt x="39707" y="3651"/>
                    <a:pt x="49189" y="3651"/>
                  </a:cubicBezTo>
                  <a:cubicBezTo>
                    <a:pt x="56522" y="3651"/>
                    <a:pt x="56649" y="10169"/>
                    <a:pt x="56649" y="12597"/>
                  </a:cubicBezTo>
                  <a:cubicBezTo>
                    <a:pt x="56649" y="20265"/>
                    <a:pt x="51212" y="34451"/>
                    <a:pt x="49189" y="39819"/>
                  </a:cubicBezTo>
                  <a:cubicBezTo>
                    <a:pt x="47799" y="43397"/>
                    <a:pt x="47293" y="44547"/>
                    <a:pt x="47293" y="46720"/>
                  </a:cubicBezTo>
                  <a:cubicBezTo>
                    <a:pt x="47293" y="53494"/>
                    <a:pt x="52856" y="57711"/>
                    <a:pt x="59304" y="57711"/>
                  </a:cubicBezTo>
                  <a:cubicBezTo>
                    <a:pt x="71947" y="57711"/>
                    <a:pt x="77509" y="40074"/>
                    <a:pt x="77509" y="38157"/>
                  </a:cubicBezTo>
                  <a:cubicBezTo>
                    <a:pt x="77509" y="36496"/>
                    <a:pt x="75866" y="36496"/>
                    <a:pt x="75486" y="36496"/>
                  </a:cubicBezTo>
                  <a:cubicBezTo>
                    <a:pt x="73717" y="36496"/>
                    <a:pt x="73590" y="37263"/>
                    <a:pt x="73084" y="38669"/>
                  </a:cubicBezTo>
                  <a:cubicBezTo>
                    <a:pt x="70177" y="48893"/>
                    <a:pt x="64740" y="54133"/>
                    <a:pt x="59683" y="54133"/>
                  </a:cubicBezTo>
                  <a:cubicBezTo>
                    <a:pt x="57028" y="54133"/>
                    <a:pt x="56522" y="52343"/>
                    <a:pt x="56522" y="49660"/>
                  </a:cubicBezTo>
                  <a:cubicBezTo>
                    <a:pt x="56522" y="46720"/>
                    <a:pt x="57154" y="45059"/>
                    <a:pt x="59430" y="39308"/>
                  </a:cubicBezTo>
                  <a:cubicBezTo>
                    <a:pt x="60947" y="35346"/>
                    <a:pt x="66131" y="21799"/>
                    <a:pt x="66131" y="14642"/>
                  </a:cubicBezTo>
                  <a:cubicBezTo>
                    <a:pt x="66131" y="2245"/>
                    <a:pt x="56396" y="72"/>
                    <a:pt x="49695" y="72"/>
                  </a:cubicBezTo>
                  <a:cubicBezTo>
                    <a:pt x="39202" y="72"/>
                    <a:pt x="32122" y="6590"/>
                    <a:pt x="28329" y="11702"/>
                  </a:cubicBezTo>
                  <a:cubicBezTo>
                    <a:pt x="27444" y="2884"/>
                    <a:pt x="19984" y="72"/>
                    <a:pt x="14801" y="72"/>
                  </a:cubicBezTo>
                  <a:cubicBezTo>
                    <a:pt x="9364" y="72"/>
                    <a:pt x="6457" y="4034"/>
                    <a:pt x="4813" y="6974"/>
                  </a:cubicBezTo>
                  <a:cubicBezTo>
                    <a:pt x="2032" y="11702"/>
                    <a:pt x="262" y="18987"/>
                    <a:pt x="262" y="19626"/>
                  </a:cubicBezTo>
                  <a:cubicBezTo>
                    <a:pt x="262" y="21287"/>
                    <a:pt x="2032" y="21287"/>
                    <a:pt x="2411" y="21287"/>
                  </a:cubicBezTo>
                  <a:cubicBezTo>
                    <a:pt x="4181" y="21287"/>
                    <a:pt x="4307" y="20904"/>
                    <a:pt x="5192" y="17453"/>
                  </a:cubicBezTo>
                  <a:cubicBezTo>
                    <a:pt x="7089" y="9913"/>
                    <a:pt x="9491" y="3651"/>
                    <a:pt x="14422" y="3651"/>
                  </a:cubicBezTo>
                  <a:cubicBezTo>
                    <a:pt x="17709" y="3651"/>
                    <a:pt x="18594" y="6462"/>
                    <a:pt x="18594" y="9913"/>
                  </a:cubicBezTo>
                  <a:cubicBezTo>
                    <a:pt x="18594" y="12341"/>
                    <a:pt x="17456" y="17070"/>
                    <a:pt x="16571" y="20521"/>
                  </a:cubicBezTo>
                  <a:cubicBezTo>
                    <a:pt x="15686" y="23971"/>
                    <a:pt x="14422" y="29211"/>
                    <a:pt x="13789" y="32023"/>
                  </a:cubicBezTo>
                  <a:lnTo>
                    <a:pt x="9744" y="4838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56" name="Freeform: Shape 5055">
              <a:extLst>
                <a:ext uri="{FF2B5EF4-FFF2-40B4-BE49-F238E27FC236}">
                  <a16:creationId xmlns:a16="http://schemas.microsoft.com/office/drawing/2014/main" id="{5D87CC68-B14C-A535-0596-0727E46B7C01}"/>
                </a:ext>
              </a:extLst>
            </p:cNvPr>
            <p:cNvSpPr/>
            <p:nvPr>
              <p:custDataLst>
                <p:tags r:id="rId65"/>
              </p:custDataLst>
            </p:nvPr>
          </p:nvSpPr>
          <p:spPr>
            <a:xfrm>
              <a:off x="8092158" y="5954185"/>
              <a:ext cx="374530" cy="7302"/>
            </a:xfrm>
            <a:custGeom>
              <a:avLst/>
              <a:gdLst>
                <a:gd name="connsiteX0" fmla="*/ 0 w 374530"/>
                <a:gd name="connsiteY0" fmla="*/ 0 h 7302"/>
                <a:gd name="connsiteX1" fmla="*/ 374530 w 374530"/>
                <a:gd name="connsiteY1" fmla="*/ 0 h 7302"/>
                <a:gd name="connsiteX2" fmla="*/ 374530 w 374530"/>
                <a:gd name="connsiteY2" fmla="*/ 7303 h 7302"/>
                <a:gd name="connsiteX3" fmla="*/ 0 w 374530"/>
                <a:gd name="connsiteY3" fmla="*/ 7303 h 7302"/>
              </a:gdLst>
              <a:ahLst/>
              <a:cxnLst>
                <a:cxn ang="0">
                  <a:pos x="connsiteX0" y="connsiteY0"/>
                </a:cxn>
                <a:cxn ang="0">
                  <a:pos x="connsiteX1" y="connsiteY1"/>
                </a:cxn>
                <a:cxn ang="0">
                  <a:pos x="connsiteX2" y="connsiteY2"/>
                </a:cxn>
                <a:cxn ang="0">
                  <a:pos x="connsiteX3" y="connsiteY3"/>
                </a:cxn>
              </a:cxnLst>
              <a:rect l="l" t="t" r="r" b="b"/>
              <a:pathLst>
                <a:path w="374530" h="7302">
                  <a:moveTo>
                    <a:pt x="0" y="0"/>
                  </a:moveTo>
                  <a:lnTo>
                    <a:pt x="374530" y="0"/>
                  </a:lnTo>
                  <a:lnTo>
                    <a:pt x="374530" y="7303"/>
                  </a:lnTo>
                  <a:lnTo>
                    <a:pt x="0" y="730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57" name="Freeform: Shape 5056">
              <a:extLst>
                <a:ext uri="{FF2B5EF4-FFF2-40B4-BE49-F238E27FC236}">
                  <a16:creationId xmlns:a16="http://schemas.microsoft.com/office/drawing/2014/main" id="{491DC801-2179-A5E2-725E-467860C68210}"/>
                </a:ext>
              </a:extLst>
            </p:cNvPr>
            <p:cNvSpPr/>
            <p:nvPr>
              <p:custDataLst>
                <p:tags r:id="rId66"/>
              </p:custDataLst>
            </p:nvPr>
          </p:nvSpPr>
          <p:spPr>
            <a:xfrm>
              <a:off x="8099382" y="5997994"/>
              <a:ext cx="95001" cy="134740"/>
            </a:xfrm>
            <a:custGeom>
              <a:avLst/>
              <a:gdLst>
                <a:gd name="connsiteX0" fmla="*/ 76647 w 95001"/>
                <a:gd name="connsiteY0" fmla="*/ 68915 h 134740"/>
                <a:gd name="connsiteX1" fmla="*/ 53348 w 95001"/>
                <a:gd name="connsiteY1" fmla="*/ 47371 h 134740"/>
                <a:gd name="connsiteX2" fmla="*/ 16503 w 95001"/>
                <a:gd name="connsiteY2" fmla="*/ 64533 h 134740"/>
                <a:gd name="connsiteX3" fmla="*/ 248 w 95001"/>
                <a:gd name="connsiteY3" fmla="*/ 102326 h 134740"/>
                <a:gd name="connsiteX4" fmla="*/ 33481 w 95001"/>
                <a:gd name="connsiteY4" fmla="*/ 134825 h 134740"/>
                <a:gd name="connsiteX5" fmla="*/ 95250 w 95001"/>
                <a:gd name="connsiteY5" fmla="*/ 47371 h 134740"/>
                <a:gd name="connsiteX6" fmla="*/ 56238 w 95001"/>
                <a:gd name="connsiteY6" fmla="*/ 84 h 134740"/>
                <a:gd name="connsiteX7" fmla="*/ 21741 w 95001"/>
                <a:gd name="connsiteY7" fmla="*/ 28931 h 134740"/>
                <a:gd name="connsiteX8" fmla="*/ 28604 w 95001"/>
                <a:gd name="connsiteY8" fmla="*/ 35321 h 134740"/>
                <a:gd name="connsiteX9" fmla="*/ 38357 w 95001"/>
                <a:gd name="connsiteY9" fmla="*/ 25645 h 134740"/>
                <a:gd name="connsiteX10" fmla="*/ 29868 w 95001"/>
                <a:gd name="connsiteY10" fmla="*/ 19255 h 134740"/>
                <a:gd name="connsiteX11" fmla="*/ 55877 w 95001"/>
                <a:gd name="connsiteY11" fmla="*/ 4649 h 134740"/>
                <a:gd name="connsiteX12" fmla="*/ 81704 w 95001"/>
                <a:gd name="connsiteY12" fmla="*/ 37695 h 134740"/>
                <a:gd name="connsiteX13" fmla="*/ 76828 w 95001"/>
                <a:gd name="connsiteY13" fmla="*/ 68915 h 134740"/>
                <a:gd name="connsiteX14" fmla="*/ 76647 w 95001"/>
                <a:gd name="connsiteY14" fmla="*/ 68915 h 134740"/>
                <a:gd name="connsiteX15" fmla="*/ 34023 w 95001"/>
                <a:gd name="connsiteY15" fmla="*/ 129712 h 134740"/>
                <a:gd name="connsiteX16" fmla="*/ 14155 w 95001"/>
                <a:gd name="connsiteY16" fmla="*/ 109081 h 134740"/>
                <a:gd name="connsiteX17" fmla="*/ 26076 w 95001"/>
                <a:gd name="connsiteY17" fmla="*/ 67637 h 134740"/>
                <a:gd name="connsiteX18" fmla="*/ 53348 w 95001"/>
                <a:gd name="connsiteY18" fmla="*/ 51388 h 134740"/>
                <a:gd name="connsiteX19" fmla="*/ 73396 w 95001"/>
                <a:gd name="connsiteY19" fmla="*/ 75488 h 134740"/>
                <a:gd name="connsiteX20" fmla="*/ 34023 w 95001"/>
                <a:gd name="connsiteY20" fmla="*/ 129712 h 13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001" h="134740">
                  <a:moveTo>
                    <a:pt x="76647" y="68915"/>
                  </a:moveTo>
                  <a:cubicBezTo>
                    <a:pt x="74841" y="57595"/>
                    <a:pt x="67436" y="47371"/>
                    <a:pt x="53348" y="47371"/>
                  </a:cubicBezTo>
                  <a:cubicBezTo>
                    <a:pt x="42331" y="47371"/>
                    <a:pt x="30591" y="50292"/>
                    <a:pt x="16503" y="64533"/>
                  </a:cubicBezTo>
                  <a:cubicBezTo>
                    <a:pt x="1512" y="79687"/>
                    <a:pt x="248" y="96666"/>
                    <a:pt x="248" y="102326"/>
                  </a:cubicBezTo>
                  <a:cubicBezTo>
                    <a:pt x="248" y="113646"/>
                    <a:pt x="8195" y="134825"/>
                    <a:pt x="33481" y="134825"/>
                  </a:cubicBezTo>
                  <a:cubicBezTo>
                    <a:pt x="76466" y="134825"/>
                    <a:pt x="95250" y="73479"/>
                    <a:pt x="95250" y="47371"/>
                  </a:cubicBezTo>
                  <a:cubicBezTo>
                    <a:pt x="95250" y="18342"/>
                    <a:pt x="78453" y="84"/>
                    <a:pt x="56238" y="84"/>
                  </a:cubicBezTo>
                  <a:cubicBezTo>
                    <a:pt x="30049" y="84"/>
                    <a:pt x="21741" y="23819"/>
                    <a:pt x="21741" y="28931"/>
                  </a:cubicBezTo>
                  <a:cubicBezTo>
                    <a:pt x="21741" y="31487"/>
                    <a:pt x="23186" y="35321"/>
                    <a:pt x="28604" y="35321"/>
                  </a:cubicBezTo>
                  <a:cubicBezTo>
                    <a:pt x="34564" y="35321"/>
                    <a:pt x="38357" y="29844"/>
                    <a:pt x="38357" y="25645"/>
                  </a:cubicBezTo>
                  <a:cubicBezTo>
                    <a:pt x="38357" y="19255"/>
                    <a:pt x="32758" y="19255"/>
                    <a:pt x="29868" y="19255"/>
                  </a:cubicBezTo>
                  <a:cubicBezTo>
                    <a:pt x="37815" y="5744"/>
                    <a:pt x="50639" y="4649"/>
                    <a:pt x="55877" y="4649"/>
                  </a:cubicBezTo>
                  <a:cubicBezTo>
                    <a:pt x="69061" y="4649"/>
                    <a:pt x="81704" y="14143"/>
                    <a:pt x="81704" y="37695"/>
                  </a:cubicBezTo>
                  <a:cubicBezTo>
                    <a:pt x="81704" y="44815"/>
                    <a:pt x="80620" y="54126"/>
                    <a:pt x="76828" y="68915"/>
                  </a:cubicBezTo>
                  <a:lnTo>
                    <a:pt x="76647" y="68915"/>
                  </a:lnTo>
                  <a:close/>
                  <a:moveTo>
                    <a:pt x="34023" y="129712"/>
                  </a:moveTo>
                  <a:cubicBezTo>
                    <a:pt x="14155" y="129712"/>
                    <a:pt x="14155" y="110907"/>
                    <a:pt x="14155" y="109081"/>
                  </a:cubicBezTo>
                  <a:cubicBezTo>
                    <a:pt x="14155" y="104152"/>
                    <a:pt x="18671" y="78591"/>
                    <a:pt x="26076" y="67637"/>
                  </a:cubicBezTo>
                  <a:cubicBezTo>
                    <a:pt x="33300" y="57230"/>
                    <a:pt x="42150" y="51388"/>
                    <a:pt x="53348" y="51388"/>
                  </a:cubicBezTo>
                  <a:cubicBezTo>
                    <a:pt x="73035" y="51388"/>
                    <a:pt x="73396" y="71836"/>
                    <a:pt x="73396" y="75488"/>
                  </a:cubicBezTo>
                  <a:cubicBezTo>
                    <a:pt x="73396" y="88633"/>
                    <a:pt x="61837" y="129712"/>
                    <a:pt x="34023" y="12971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58" name="Freeform: Shape 5057">
              <a:extLst>
                <a:ext uri="{FF2B5EF4-FFF2-40B4-BE49-F238E27FC236}">
                  <a16:creationId xmlns:a16="http://schemas.microsoft.com/office/drawing/2014/main" id="{43C4C2B8-A034-E1DC-958C-0FAC94F907F6}"/>
                </a:ext>
              </a:extLst>
            </p:cNvPr>
            <p:cNvSpPr/>
            <p:nvPr>
              <p:custDataLst>
                <p:tags r:id="rId67"/>
              </p:custDataLst>
            </p:nvPr>
          </p:nvSpPr>
          <p:spPr>
            <a:xfrm>
              <a:off x="8203317" y="6048019"/>
              <a:ext cx="89944" cy="82706"/>
            </a:xfrm>
            <a:custGeom>
              <a:avLst/>
              <a:gdLst>
                <a:gd name="connsiteX0" fmla="*/ 55341 w 89944"/>
                <a:gd name="connsiteY0" fmla="*/ 25645 h 82706"/>
                <a:gd name="connsiteX1" fmla="*/ 73221 w 89944"/>
                <a:gd name="connsiteY1" fmla="*/ 4101 h 82706"/>
                <a:gd name="connsiteX2" fmla="*/ 82252 w 89944"/>
                <a:gd name="connsiteY2" fmla="*/ 6474 h 82706"/>
                <a:gd name="connsiteX3" fmla="*/ 73582 w 89944"/>
                <a:gd name="connsiteY3" fmla="*/ 16333 h 82706"/>
                <a:gd name="connsiteX4" fmla="*/ 80446 w 89944"/>
                <a:gd name="connsiteY4" fmla="*/ 22724 h 82706"/>
                <a:gd name="connsiteX5" fmla="*/ 90199 w 89944"/>
                <a:gd name="connsiteY5" fmla="*/ 12134 h 82706"/>
                <a:gd name="connsiteX6" fmla="*/ 73402 w 89944"/>
                <a:gd name="connsiteY6" fmla="*/ 84 h 82706"/>
                <a:gd name="connsiteX7" fmla="*/ 54438 w 89944"/>
                <a:gd name="connsiteY7" fmla="*/ 13960 h 82706"/>
                <a:gd name="connsiteX8" fmla="*/ 34931 w 89944"/>
                <a:gd name="connsiteY8" fmla="*/ 84 h 82706"/>
                <a:gd name="connsiteX9" fmla="*/ 5853 w 89944"/>
                <a:gd name="connsiteY9" fmla="*/ 28201 h 82706"/>
                <a:gd name="connsiteX10" fmla="*/ 8020 w 89944"/>
                <a:gd name="connsiteY10" fmla="*/ 30027 h 82706"/>
                <a:gd name="connsiteX11" fmla="*/ 10368 w 89944"/>
                <a:gd name="connsiteY11" fmla="*/ 28018 h 82706"/>
                <a:gd name="connsiteX12" fmla="*/ 34570 w 89944"/>
                <a:gd name="connsiteY12" fmla="*/ 4101 h 82706"/>
                <a:gd name="connsiteX13" fmla="*/ 44323 w 89944"/>
                <a:gd name="connsiteY13" fmla="*/ 16333 h 82706"/>
                <a:gd name="connsiteX14" fmla="*/ 34570 w 89944"/>
                <a:gd name="connsiteY14" fmla="*/ 59786 h 82706"/>
                <a:gd name="connsiteX15" fmla="*/ 17412 w 89944"/>
                <a:gd name="connsiteY15" fmla="*/ 78774 h 82706"/>
                <a:gd name="connsiteX16" fmla="*/ 8381 w 89944"/>
                <a:gd name="connsiteY16" fmla="*/ 76401 h 82706"/>
                <a:gd name="connsiteX17" fmla="*/ 16870 w 89944"/>
                <a:gd name="connsiteY17" fmla="*/ 66542 h 82706"/>
                <a:gd name="connsiteX18" fmla="*/ 10188 w 89944"/>
                <a:gd name="connsiteY18" fmla="*/ 60151 h 82706"/>
                <a:gd name="connsiteX19" fmla="*/ 254 w 89944"/>
                <a:gd name="connsiteY19" fmla="*/ 70741 h 82706"/>
                <a:gd name="connsiteX20" fmla="*/ 17231 w 89944"/>
                <a:gd name="connsiteY20" fmla="*/ 82791 h 82706"/>
                <a:gd name="connsiteX21" fmla="*/ 36196 w 89944"/>
                <a:gd name="connsiteY21" fmla="*/ 68915 h 82706"/>
                <a:gd name="connsiteX22" fmla="*/ 55702 w 89944"/>
                <a:gd name="connsiteY22" fmla="*/ 82791 h 82706"/>
                <a:gd name="connsiteX23" fmla="*/ 84600 w 89944"/>
                <a:gd name="connsiteY23" fmla="*/ 54674 h 82706"/>
                <a:gd name="connsiteX24" fmla="*/ 82432 w 89944"/>
                <a:gd name="connsiteY24" fmla="*/ 52848 h 82706"/>
                <a:gd name="connsiteX25" fmla="*/ 80084 w 89944"/>
                <a:gd name="connsiteY25" fmla="*/ 54857 h 82706"/>
                <a:gd name="connsiteX26" fmla="*/ 56063 w 89944"/>
                <a:gd name="connsiteY26" fmla="*/ 78774 h 82706"/>
                <a:gd name="connsiteX27" fmla="*/ 46129 w 89944"/>
                <a:gd name="connsiteY27" fmla="*/ 66724 h 82706"/>
                <a:gd name="connsiteX28" fmla="*/ 49200 w 89944"/>
                <a:gd name="connsiteY28" fmla="*/ 50658 h 82706"/>
                <a:gd name="connsiteX29" fmla="*/ 55341 w 89944"/>
                <a:gd name="connsiteY29" fmla="*/ 25645 h 82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9944" h="82706">
                  <a:moveTo>
                    <a:pt x="55341" y="25645"/>
                  </a:moveTo>
                  <a:cubicBezTo>
                    <a:pt x="56424" y="20898"/>
                    <a:pt x="60578" y="4101"/>
                    <a:pt x="73221" y="4101"/>
                  </a:cubicBezTo>
                  <a:cubicBezTo>
                    <a:pt x="74124" y="4101"/>
                    <a:pt x="78459" y="4101"/>
                    <a:pt x="82252" y="6474"/>
                  </a:cubicBezTo>
                  <a:cubicBezTo>
                    <a:pt x="77195" y="7387"/>
                    <a:pt x="73582" y="11952"/>
                    <a:pt x="73582" y="16333"/>
                  </a:cubicBezTo>
                  <a:cubicBezTo>
                    <a:pt x="73582" y="19255"/>
                    <a:pt x="75569" y="22724"/>
                    <a:pt x="80446" y="22724"/>
                  </a:cubicBezTo>
                  <a:cubicBezTo>
                    <a:pt x="84419" y="22724"/>
                    <a:pt x="90199" y="19437"/>
                    <a:pt x="90199" y="12134"/>
                  </a:cubicBezTo>
                  <a:cubicBezTo>
                    <a:pt x="90199" y="2640"/>
                    <a:pt x="79543" y="84"/>
                    <a:pt x="73402" y="84"/>
                  </a:cubicBezTo>
                  <a:cubicBezTo>
                    <a:pt x="62926" y="84"/>
                    <a:pt x="56605" y="9761"/>
                    <a:pt x="54438" y="13960"/>
                  </a:cubicBezTo>
                  <a:cubicBezTo>
                    <a:pt x="49922" y="1910"/>
                    <a:pt x="40169" y="84"/>
                    <a:pt x="34931" y="84"/>
                  </a:cubicBezTo>
                  <a:cubicBezTo>
                    <a:pt x="16148" y="84"/>
                    <a:pt x="5853" y="23636"/>
                    <a:pt x="5853" y="28201"/>
                  </a:cubicBezTo>
                  <a:cubicBezTo>
                    <a:pt x="5853" y="30027"/>
                    <a:pt x="7659" y="30027"/>
                    <a:pt x="8020" y="30027"/>
                  </a:cubicBezTo>
                  <a:cubicBezTo>
                    <a:pt x="9465" y="30027"/>
                    <a:pt x="10007" y="29661"/>
                    <a:pt x="10368" y="28018"/>
                  </a:cubicBezTo>
                  <a:cubicBezTo>
                    <a:pt x="16509" y="8665"/>
                    <a:pt x="28429" y="4101"/>
                    <a:pt x="34570" y="4101"/>
                  </a:cubicBezTo>
                  <a:cubicBezTo>
                    <a:pt x="38002" y="4101"/>
                    <a:pt x="44323" y="5744"/>
                    <a:pt x="44323" y="16333"/>
                  </a:cubicBezTo>
                  <a:cubicBezTo>
                    <a:pt x="44323" y="21993"/>
                    <a:pt x="41253" y="34226"/>
                    <a:pt x="34570" y="59786"/>
                  </a:cubicBezTo>
                  <a:cubicBezTo>
                    <a:pt x="31680" y="71106"/>
                    <a:pt x="25359" y="78774"/>
                    <a:pt x="17412" y="78774"/>
                  </a:cubicBezTo>
                  <a:cubicBezTo>
                    <a:pt x="16328" y="78774"/>
                    <a:pt x="12174" y="78774"/>
                    <a:pt x="8381" y="76401"/>
                  </a:cubicBezTo>
                  <a:cubicBezTo>
                    <a:pt x="12897" y="75488"/>
                    <a:pt x="16870" y="71654"/>
                    <a:pt x="16870" y="66542"/>
                  </a:cubicBezTo>
                  <a:cubicBezTo>
                    <a:pt x="16870" y="61612"/>
                    <a:pt x="12897" y="60151"/>
                    <a:pt x="10188" y="60151"/>
                  </a:cubicBezTo>
                  <a:cubicBezTo>
                    <a:pt x="4769" y="60151"/>
                    <a:pt x="254" y="64898"/>
                    <a:pt x="254" y="70741"/>
                  </a:cubicBezTo>
                  <a:cubicBezTo>
                    <a:pt x="254" y="79139"/>
                    <a:pt x="9285" y="82791"/>
                    <a:pt x="17231" y="82791"/>
                  </a:cubicBezTo>
                  <a:cubicBezTo>
                    <a:pt x="29152" y="82791"/>
                    <a:pt x="35654" y="70010"/>
                    <a:pt x="36196" y="68915"/>
                  </a:cubicBezTo>
                  <a:cubicBezTo>
                    <a:pt x="38363" y="75670"/>
                    <a:pt x="44865" y="82791"/>
                    <a:pt x="55702" y="82791"/>
                  </a:cubicBezTo>
                  <a:cubicBezTo>
                    <a:pt x="74305" y="82791"/>
                    <a:pt x="84600" y="59239"/>
                    <a:pt x="84600" y="54674"/>
                  </a:cubicBezTo>
                  <a:cubicBezTo>
                    <a:pt x="84600" y="52848"/>
                    <a:pt x="82974" y="52848"/>
                    <a:pt x="82432" y="52848"/>
                  </a:cubicBezTo>
                  <a:cubicBezTo>
                    <a:pt x="80807" y="52848"/>
                    <a:pt x="80446" y="53579"/>
                    <a:pt x="80084" y="54857"/>
                  </a:cubicBezTo>
                  <a:cubicBezTo>
                    <a:pt x="74124" y="74392"/>
                    <a:pt x="61843" y="78774"/>
                    <a:pt x="56063" y="78774"/>
                  </a:cubicBezTo>
                  <a:cubicBezTo>
                    <a:pt x="49019" y="78774"/>
                    <a:pt x="46129" y="72932"/>
                    <a:pt x="46129" y="66724"/>
                  </a:cubicBezTo>
                  <a:cubicBezTo>
                    <a:pt x="46129" y="62707"/>
                    <a:pt x="47213" y="58691"/>
                    <a:pt x="49200" y="50658"/>
                  </a:cubicBezTo>
                  <a:lnTo>
                    <a:pt x="55341" y="2564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59" name="Freeform: Shape 5058">
              <a:extLst>
                <a:ext uri="{FF2B5EF4-FFF2-40B4-BE49-F238E27FC236}">
                  <a16:creationId xmlns:a16="http://schemas.microsoft.com/office/drawing/2014/main" id="{499E14F6-46A8-66B3-571F-10CE694C787F}"/>
                </a:ext>
              </a:extLst>
            </p:cNvPr>
            <p:cNvSpPr/>
            <p:nvPr>
              <p:custDataLst>
                <p:tags r:id="rId68"/>
              </p:custDataLst>
            </p:nvPr>
          </p:nvSpPr>
          <p:spPr>
            <a:xfrm>
              <a:off x="8307246" y="6099743"/>
              <a:ext cx="77247" cy="57638"/>
            </a:xfrm>
            <a:custGeom>
              <a:avLst/>
              <a:gdLst>
                <a:gd name="connsiteX0" fmla="*/ 9742 w 77247"/>
                <a:gd name="connsiteY0" fmla="*/ 48395 h 57638"/>
                <a:gd name="connsiteX1" fmla="*/ 8477 w 77247"/>
                <a:gd name="connsiteY1" fmla="*/ 53635 h 57638"/>
                <a:gd name="connsiteX2" fmla="*/ 12776 w 77247"/>
                <a:gd name="connsiteY2" fmla="*/ 57725 h 57638"/>
                <a:gd name="connsiteX3" fmla="*/ 17707 w 77247"/>
                <a:gd name="connsiteY3" fmla="*/ 54913 h 57638"/>
                <a:gd name="connsiteX4" fmla="*/ 19982 w 77247"/>
                <a:gd name="connsiteY4" fmla="*/ 46989 h 57638"/>
                <a:gd name="connsiteX5" fmla="*/ 22764 w 77247"/>
                <a:gd name="connsiteY5" fmla="*/ 35487 h 57638"/>
                <a:gd name="connsiteX6" fmla="*/ 24913 w 77247"/>
                <a:gd name="connsiteY6" fmla="*/ 26924 h 57638"/>
                <a:gd name="connsiteX7" fmla="*/ 30223 w 77247"/>
                <a:gd name="connsiteY7" fmla="*/ 15422 h 57638"/>
                <a:gd name="connsiteX8" fmla="*/ 49187 w 77247"/>
                <a:gd name="connsiteY8" fmla="*/ 3664 h 57638"/>
                <a:gd name="connsiteX9" fmla="*/ 56647 w 77247"/>
                <a:gd name="connsiteY9" fmla="*/ 12610 h 57638"/>
                <a:gd name="connsiteX10" fmla="*/ 49187 w 77247"/>
                <a:gd name="connsiteY10" fmla="*/ 39832 h 57638"/>
                <a:gd name="connsiteX11" fmla="*/ 47291 w 77247"/>
                <a:gd name="connsiteY11" fmla="*/ 46734 h 57638"/>
                <a:gd name="connsiteX12" fmla="*/ 59302 w 77247"/>
                <a:gd name="connsiteY12" fmla="*/ 57725 h 57638"/>
                <a:gd name="connsiteX13" fmla="*/ 77507 w 77247"/>
                <a:gd name="connsiteY13" fmla="*/ 38171 h 57638"/>
                <a:gd name="connsiteX14" fmla="*/ 75484 w 77247"/>
                <a:gd name="connsiteY14" fmla="*/ 36509 h 57638"/>
                <a:gd name="connsiteX15" fmla="*/ 73082 w 77247"/>
                <a:gd name="connsiteY15" fmla="*/ 38682 h 57638"/>
                <a:gd name="connsiteX16" fmla="*/ 59681 w 77247"/>
                <a:gd name="connsiteY16" fmla="*/ 54146 h 57638"/>
                <a:gd name="connsiteX17" fmla="*/ 56520 w 77247"/>
                <a:gd name="connsiteY17" fmla="*/ 49673 h 57638"/>
                <a:gd name="connsiteX18" fmla="*/ 59428 w 77247"/>
                <a:gd name="connsiteY18" fmla="*/ 39321 h 57638"/>
                <a:gd name="connsiteX19" fmla="*/ 66129 w 77247"/>
                <a:gd name="connsiteY19" fmla="*/ 14655 h 57638"/>
                <a:gd name="connsiteX20" fmla="*/ 49693 w 77247"/>
                <a:gd name="connsiteY20" fmla="*/ 86 h 57638"/>
                <a:gd name="connsiteX21" fmla="*/ 28327 w 77247"/>
                <a:gd name="connsiteY21" fmla="*/ 11716 h 57638"/>
                <a:gd name="connsiteX22" fmla="*/ 14799 w 77247"/>
                <a:gd name="connsiteY22" fmla="*/ 86 h 57638"/>
                <a:gd name="connsiteX23" fmla="*/ 4811 w 77247"/>
                <a:gd name="connsiteY23" fmla="*/ 6987 h 57638"/>
                <a:gd name="connsiteX24" fmla="*/ 260 w 77247"/>
                <a:gd name="connsiteY24" fmla="*/ 19640 h 57638"/>
                <a:gd name="connsiteX25" fmla="*/ 2409 w 77247"/>
                <a:gd name="connsiteY25" fmla="*/ 21301 h 57638"/>
                <a:gd name="connsiteX26" fmla="*/ 5190 w 77247"/>
                <a:gd name="connsiteY26" fmla="*/ 17467 h 57638"/>
                <a:gd name="connsiteX27" fmla="*/ 14420 w 77247"/>
                <a:gd name="connsiteY27" fmla="*/ 3664 h 57638"/>
                <a:gd name="connsiteX28" fmla="*/ 18592 w 77247"/>
                <a:gd name="connsiteY28" fmla="*/ 9927 h 57638"/>
                <a:gd name="connsiteX29" fmla="*/ 16569 w 77247"/>
                <a:gd name="connsiteY29" fmla="*/ 20534 h 57638"/>
                <a:gd name="connsiteX30" fmla="*/ 13787 w 77247"/>
                <a:gd name="connsiteY30" fmla="*/ 32036 h 57638"/>
                <a:gd name="connsiteX31" fmla="*/ 9742 w 77247"/>
                <a:gd name="connsiteY31" fmla="*/ 48395 h 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247" h="57638">
                  <a:moveTo>
                    <a:pt x="9742" y="48395"/>
                  </a:moveTo>
                  <a:cubicBezTo>
                    <a:pt x="9236" y="50057"/>
                    <a:pt x="8477" y="53252"/>
                    <a:pt x="8477" y="53635"/>
                  </a:cubicBezTo>
                  <a:cubicBezTo>
                    <a:pt x="8477" y="56447"/>
                    <a:pt x="10753" y="57725"/>
                    <a:pt x="12776" y="57725"/>
                  </a:cubicBezTo>
                  <a:cubicBezTo>
                    <a:pt x="15052" y="57725"/>
                    <a:pt x="17075" y="56063"/>
                    <a:pt x="17707" y="54913"/>
                  </a:cubicBezTo>
                  <a:cubicBezTo>
                    <a:pt x="18339" y="53763"/>
                    <a:pt x="19350" y="49673"/>
                    <a:pt x="19982" y="46989"/>
                  </a:cubicBezTo>
                  <a:cubicBezTo>
                    <a:pt x="20615" y="44561"/>
                    <a:pt x="22005" y="38682"/>
                    <a:pt x="22764" y="35487"/>
                  </a:cubicBezTo>
                  <a:cubicBezTo>
                    <a:pt x="23522" y="32675"/>
                    <a:pt x="24281" y="29864"/>
                    <a:pt x="24913" y="26924"/>
                  </a:cubicBezTo>
                  <a:cubicBezTo>
                    <a:pt x="26304" y="21684"/>
                    <a:pt x="26557" y="20662"/>
                    <a:pt x="30223" y="15422"/>
                  </a:cubicBezTo>
                  <a:cubicBezTo>
                    <a:pt x="33763" y="10310"/>
                    <a:pt x="39705" y="3664"/>
                    <a:pt x="49187" y="3664"/>
                  </a:cubicBezTo>
                  <a:cubicBezTo>
                    <a:pt x="56520" y="3664"/>
                    <a:pt x="56647" y="10182"/>
                    <a:pt x="56647" y="12610"/>
                  </a:cubicBezTo>
                  <a:cubicBezTo>
                    <a:pt x="56647" y="20279"/>
                    <a:pt x="51210" y="34465"/>
                    <a:pt x="49187" y="39832"/>
                  </a:cubicBezTo>
                  <a:cubicBezTo>
                    <a:pt x="47797" y="43411"/>
                    <a:pt x="47291" y="44561"/>
                    <a:pt x="47291" y="46734"/>
                  </a:cubicBezTo>
                  <a:cubicBezTo>
                    <a:pt x="47291" y="53507"/>
                    <a:pt x="52854" y="57725"/>
                    <a:pt x="59302" y="57725"/>
                  </a:cubicBezTo>
                  <a:cubicBezTo>
                    <a:pt x="71945" y="57725"/>
                    <a:pt x="77507" y="40088"/>
                    <a:pt x="77507" y="38171"/>
                  </a:cubicBezTo>
                  <a:cubicBezTo>
                    <a:pt x="77507" y="36509"/>
                    <a:pt x="75864" y="36509"/>
                    <a:pt x="75484" y="36509"/>
                  </a:cubicBezTo>
                  <a:cubicBezTo>
                    <a:pt x="73715" y="36509"/>
                    <a:pt x="73588" y="37276"/>
                    <a:pt x="73082" y="38682"/>
                  </a:cubicBezTo>
                  <a:cubicBezTo>
                    <a:pt x="70175" y="48906"/>
                    <a:pt x="64738" y="54146"/>
                    <a:pt x="59681" y="54146"/>
                  </a:cubicBezTo>
                  <a:cubicBezTo>
                    <a:pt x="57026" y="54146"/>
                    <a:pt x="56520" y="52357"/>
                    <a:pt x="56520" y="49673"/>
                  </a:cubicBezTo>
                  <a:cubicBezTo>
                    <a:pt x="56520" y="46734"/>
                    <a:pt x="57152" y="45072"/>
                    <a:pt x="59428" y="39321"/>
                  </a:cubicBezTo>
                  <a:cubicBezTo>
                    <a:pt x="60945" y="35359"/>
                    <a:pt x="66129" y="21812"/>
                    <a:pt x="66129" y="14655"/>
                  </a:cubicBezTo>
                  <a:cubicBezTo>
                    <a:pt x="66129" y="2258"/>
                    <a:pt x="56394" y="86"/>
                    <a:pt x="49693" y="86"/>
                  </a:cubicBezTo>
                  <a:cubicBezTo>
                    <a:pt x="39200" y="86"/>
                    <a:pt x="32120" y="6604"/>
                    <a:pt x="28327" y="11716"/>
                  </a:cubicBezTo>
                  <a:cubicBezTo>
                    <a:pt x="27442" y="2897"/>
                    <a:pt x="19982" y="86"/>
                    <a:pt x="14799" y="86"/>
                  </a:cubicBezTo>
                  <a:cubicBezTo>
                    <a:pt x="9362" y="86"/>
                    <a:pt x="6455" y="4048"/>
                    <a:pt x="4811" y="6987"/>
                  </a:cubicBezTo>
                  <a:cubicBezTo>
                    <a:pt x="2030" y="11716"/>
                    <a:pt x="260" y="19001"/>
                    <a:pt x="260" y="19640"/>
                  </a:cubicBezTo>
                  <a:cubicBezTo>
                    <a:pt x="260" y="21301"/>
                    <a:pt x="2030" y="21301"/>
                    <a:pt x="2409" y="21301"/>
                  </a:cubicBezTo>
                  <a:cubicBezTo>
                    <a:pt x="4179" y="21301"/>
                    <a:pt x="4305" y="20918"/>
                    <a:pt x="5190" y="17467"/>
                  </a:cubicBezTo>
                  <a:cubicBezTo>
                    <a:pt x="7087" y="9927"/>
                    <a:pt x="9489" y="3664"/>
                    <a:pt x="14420" y="3664"/>
                  </a:cubicBezTo>
                  <a:cubicBezTo>
                    <a:pt x="17707" y="3664"/>
                    <a:pt x="18592" y="6476"/>
                    <a:pt x="18592" y="9927"/>
                  </a:cubicBezTo>
                  <a:cubicBezTo>
                    <a:pt x="18592" y="12355"/>
                    <a:pt x="17454" y="17083"/>
                    <a:pt x="16569" y="20534"/>
                  </a:cubicBezTo>
                  <a:cubicBezTo>
                    <a:pt x="15684" y="23985"/>
                    <a:pt x="14420" y="29225"/>
                    <a:pt x="13787" y="32036"/>
                  </a:cubicBezTo>
                  <a:lnTo>
                    <a:pt x="9742" y="4839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60" name="Freeform: Shape 5059">
              <a:extLst>
                <a:ext uri="{FF2B5EF4-FFF2-40B4-BE49-F238E27FC236}">
                  <a16:creationId xmlns:a16="http://schemas.microsoft.com/office/drawing/2014/main" id="{EB0770E6-111B-836C-DB6C-24EA1162264E}"/>
                </a:ext>
              </a:extLst>
            </p:cNvPr>
            <p:cNvSpPr/>
            <p:nvPr>
              <p:custDataLst>
                <p:tags r:id="rId69"/>
              </p:custDataLst>
            </p:nvPr>
          </p:nvSpPr>
          <p:spPr>
            <a:xfrm>
              <a:off x="8390586" y="6071370"/>
              <a:ext cx="55502" cy="110804"/>
            </a:xfrm>
            <a:custGeom>
              <a:avLst/>
              <a:gdLst>
                <a:gd name="connsiteX0" fmla="*/ 55767 w 55502"/>
                <a:gd name="connsiteY0" fmla="*/ 4942 h 110804"/>
                <a:gd name="connsiteX1" fmla="*/ 50709 w 55502"/>
                <a:gd name="connsiteY1" fmla="*/ 86 h 110804"/>
                <a:gd name="connsiteX2" fmla="*/ 43629 w 55502"/>
                <a:gd name="connsiteY2" fmla="*/ 7115 h 110804"/>
                <a:gd name="connsiteX3" fmla="*/ 48687 w 55502"/>
                <a:gd name="connsiteY3" fmla="*/ 11971 h 110804"/>
                <a:gd name="connsiteX4" fmla="*/ 55767 w 55502"/>
                <a:gd name="connsiteY4" fmla="*/ 4942 h 110804"/>
                <a:gd name="connsiteX5" fmla="*/ 28964 w 55502"/>
                <a:gd name="connsiteY5" fmla="*/ 91081 h 110804"/>
                <a:gd name="connsiteX6" fmla="*/ 12655 w 55502"/>
                <a:gd name="connsiteY6" fmla="*/ 107312 h 110804"/>
                <a:gd name="connsiteX7" fmla="*/ 8103 w 55502"/>
                <a:gd name="connsiteY7" fmla="*/ 106545 h 110804"/>
                <a:gd name="connsiteX8" fmla="*/ 12402 w 55502"/>
                <a:gd name="connsiteY8" fmla="*/ 100027 h 110804"/>
                <a:gd name="connsiteX9" fmla="*/ 7471 w 55502"/>
                <a:gd name="connsiteY9" fmla="*/ 95299 h 110804"/>
                <a:gd name="connsiteX10" fmla="*/ 265 w 55502"/>
                <a:gd name="connsiteY10" fmla="*/ 102839 h 110804"/>
                <a:gd name="connsiteX11" fmla="*/ 12781 w 55502"/>
                <a:gd name="connsiteY11" fmla="*/ 110890 h 110804"/>
                <a:gd name="connsiteX12" fmla="*/ 39078 w 55502"/>
                <a:gd name="connsiteY12" fmla="*/ 90698 h 110804"/>
                <a:gd name="connsiteX13" fmla="*/ 50457 w 55502"/>
                <a:gd name="connsiteY13" fmla="*/ 44944 h 110804"/>
                <a:gd name="connsiteX14" fmla="*/ 51089 w 55502"/>
                <a:gd name="connsiteY14" fmla="*/ 40471 h 110804"/>
                <a:gd name="connsiteX15" fmla="*/ 37561 w 55502"/>
                <a:gd name="connsiteY15" fmla="*/ 28458 h 110804"/>
                <a:gd name="connsiteX16" fmla="*/ 15436 w 55502"/>
                <a:gd name="connsiteY16" fmla="*/ 48012 h 110804"/>
                <a:gd name="connsiteX17" fmla="*/ 17585 w 55502"/>
                <a:gd name="connsiteY17" fmla="*/ 49673 h 110804"/>
                <a:gd name="connsiteX18" fmla="*/ 20114 w 55502"/>
                <a:gd name="connsiteY18" fmla="*/ 47373 h 110804"/>
                <a:gd name="connsiteX19" fmla="*/ 37182 w 55502"/>
                <a:gd name="connsiteY19" fmla="*/ 32036 h 110804"/>
                <a:gd name="connsiteX20" fmla="*/ 41480 w 55502"/>
                <a:gd name="connsiteY20" fmla="*/ 38299 h 110804"/>
                <a:gd name="connsiteX21" fmla="*/ 41101 w 55502"/>
                <a:gd name="connsiteY21" fmla="*/ 42133 h 110804"/>
                <a:gd name="connsiteX22" fmla="*/ 28964 w 55502"/>
                <a:gd name="connsiteY22" fmla="*/ 91081 h 110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502" h="110804">
                  <a:moveTo>
                    <a:pt x="55767" y="4942"/>
                  </a:moveTo>
                  <a:cubicBezTo>
                    <a:pt x="55767" y="2770"/>
                    <a:pt x="54123" y="86"/>
                    <a:pt x="50709" y="86"/>
                  </a:cubicBezTo>
                  <a:cubicBezTo>
                    <a:pt x="47043" y="86"/>
                    <a:pt x="43629" y="3664"/>
                    <a:pt x="43629" y="7115"/>
                  </a:cubicBezTo>
                  <a:cubicBezTo>
                    <a:pt x="43629" y="9160"/>
                    <a:pt x="45147" y="11971"/>
                    <a:pt x="48687" y="11971"/>
                  </a:cubicBezTo>
                  <a:cubicBezTo>
                    <a:pt x="52100" y="11971"/>
                    <a:pt x="55767" y="8649"/>
                    <a:pt x="55767" y="4942"/>
                  </a:cubicBezTo>
                  <a:close/>
                  <a:moveTo>
                    <a:pt x="28964" y="91081"/>
                  </a:moveTo>
                  <a:cubicBezTo>
                    <a:pt x="26815" y="99899"/>
                    <a:pt x="20114" y="107312"/>
                    <a:pt x="12655" y="107312"/>
                  </a:cubicBezTo>
                  <a:cubicBezTo>
                    <a:pt x="11011" y="107312"/>
                    <a:pt x="9494" y="107056"/>
                    <a:pt x="8103" y="106545"/>
                  </a:cubicBezTo>
                  <a:cubicBezTo>
                    <a:pt x="11390" y="105012"/>
                    <a:pt x="12402" y="101944"/>
                    <a:pt x="12402" y="100027"/>
                  </a:cubicBezTo>
                  <a:cubicBezTo>
                    <a:pt x="12402" y="96960"/>
                    <a:pt x="10000" y="95299"/>
                    <a:pt x="7471" y="95299"/>
                  </a:cubicBezTo>
                  <a:cubicBezTo>
                    <a:pt x="3552" y="95299"/>
                    <a:pt x="265" y="98749"/>
                    <a:pt x="265" y="102839"/>
                  </a:cubicBezTo>
                  <a:cubicBezTo>
                    <a:pt x="265" y="107695"/>
                    <a:pt x="5195" y="110890"/>
                    <a:pt x="12781" y="110890"/>
                  </a:cubicBezTo>
                  <a:cubicBezTo>
                    <a:pt x="20367" y="110890"/>
                    <a:pt x="35159" y="106290"/>
                    <a:pt x="39078" y="90698"/>
                  </a:cubicBezTo>
                  <a:lnTo>
                    <a:pt x="50457" y="44944"/>
                  </a:lnTo>
                  <a:cubicBezTo>
                    <a:pt x="50836" y="43539"/>
                    <a:pt x="51089" y="42388"/>
                    <a:pt x="51089" y="40471"/>
                  </a:cubicBezTo>
                  <a:cubicBezTo>
                    <a:pt x="51089" y="33442"/>
                    <a:pt x="45147" y="28458"/>
                    <a:pt x="37561" y="28458"/>
                  </a:cubicBezTo>
                  <a:cubicBezTo>
                    <a:pt x="23527" y="28458"/>
                    <a:pt x="15436" y="46222"/>
                    <a:pt x="15436" y="48012"/>
                  </a:cubicBezTo>
                  <a:cubicBezTo>
                    <a:pt x="15436" y="49673"/>
                    <a:pt x="17206" y="49673"/>
                    <a:pt x="17585" y="49673"/>
                  </a:cubicBezTo>
                  <a:cubicBezTo>
                    <a:pt x="19102" y="49673"/>
                    <a:pt x="19229" y="49290"/>
                    <a:pt x="20114" y="47373"/>
                  </a:cubicBezTo>
                  <a:cubicBezTo>
                    <a:pt x="23275" y="39960"/>
                    <a:pt x="29849" y="32036"/>
                    <a:pt x="37182" y="32036"/>
                  </a:cubicBezTo>
                  <a:cubicBezTo>
                    <a:pt x="40342" y="32036"/>
                    <a:pt x="41480" y="34209"/>
                    <a:pt x="41480" y="38299"/>
                  </a:cubicBezTo>
                  <a:cubicBezTo>
                    <a:pt x="41480" y="39705"/>
                    <a:pt x="41227" y="41494"/>
                    <a:pt x="41101" y="42133"/>
                  </a:cubicBezTo>
                  <a:lnTo>
                    <a:pt x="28964" y="9108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61" name="Freeform: Shape 5060">
              <a:extLst>
                <a:ext uri="{FF2B5EF4-FFF2-40B4-BE49-F238E27FC236}">
                  <a16:creationId xmlns:a16="http://schemas.microsoft.com/office/drawing/2014/main" id="{DB73398B-FB85-66A4-5988-DC1AB81DC39A}"/>
                </a:ext>
              </a:extLst>
            </p:cNvPr>
            <p:cNvSpPr/>
            <p:nvPr>
              <p:custDataLst>
                <p:tags r:id="rId70"/>
              </p:custDataLst>
            </p:nvPr>
          </p:nvSpPr>
          <p:spPr>
            <a:xfrm>
              <a:off x="8548644" y="5936475"/>
              <a:ext cx="120106" cy="42722"/>
            </a:xfrm>
            <a:custGeom>
              <a:avLst/>
              <a:gdLst>
                <a:gd name="connsiteX0" fmla="*/ 114239 w 120106"/>
                <a:gd name="connsiteY0" fmla="*/ 7380 h 42722"/>
                <a:gd name="connsiteX1" fmla="*/ 120380 w 120106"/>
                <a:gd name="connsiteY1" fmla="*/ 3729 h 42722"/>
                <a:gd name="connsiteX2" fmla="*/ 114419 w 120106"/>
                <a:gd name="connsiteY2" fmla="*/ 77 h 42722"/>
                <a:gd name="connsiteX3" fmla="*/ 6233 w 120106"/>
                <a:gd name="connsiteY3" fmla="*/ 77 h 42722"/>
                <a:gd name="connsiteX4" fmla="*/ 273 w 120106"/>
                <a:gd name="connsiteY4" fmla="*/ 3729 h 42722"/>
                <a:gd name="connsiteX5" fmla="*/ 6414 w 120106"/>
                <a:gd name="connsiteY5" fmla="*/ 7380 h 42722"/>
                <a:gd name="connsiteX6" fmla="*/ 114239 w 120106"/>
                <a:gd name="connsiteY6" fmla="*/ 7380 h 42722"/>
                <a:gd name="connsiteX7" fmla="*/ 114419 w 120106"/>
                <a:gd name="connsiteY7" fmla="*/ 42800 h 42722"/>
                <a:gd name="connsiteX8" fmla="*/ 120380 w 120106"/>
                <a:gd name="connsiteY8" fmla="*/ 39148 h 42722"/>
                <a:gd name="connsiteX9" fmla="*/ 114239 w 120106"/>
                <a:gd name="connsiteY9" fmla="*/ 35497 h 42722"/>
                <a:gd name="connsiteX10" fmla="*/ 6414 w 120106"/>
                <a:gd name="connsiteY10" fmla="*/ 35497 h 42722"/>
                <a:gd name="connsiteX11" fmla="*/ 273 w 120106"/>
                <a:gd name="connsiteY11" fmla="*/ 39148 h 42722"/>
                <a:gd name="connsiteX12" fmla="*/ 6233 w 120106"/>
                <a:gd name="connsiteY12" fmla="*/ 42800 h 42722"/>
                <a:gd name="connsiteX13" fmla="*/ 114419 w 120106"/>
                <a:gd name="connsiteY13" fmla="*/ 42800 h 4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106" h="42722">
                  <a:moveTo>
                    <a:pt x="114239" y="7380"/>
                  </a:moveTo>
                  <a:cubicBezTo>
                    <a:pt x="116948" y="7380"/>
                    <a:pt x="120380" y="7380"/>
                    <a:pt x="120380" y="3729"/>
                  </a:cubicBezTo>
                  <a:cubicBezTo>
                    <a:pt x="120380" y="77"/>
                    <a:pt x="116948" y="77"/>
                    <a:pt x="114419" y="77"/>
                  </a:cubicBezTo>
                  <a:lnTo>
                    <a:pt x="6233" y="77"/>
                  </a:lnTo>
                  <a:cubicBezTo>
                    <a:pt x="3704" y="77"/>
                    <a:pt x="273" y="77"/>
                    <a:pt x="273" y="3729"/>
                  </a:cubicBezTo>
                  <a:cubicBezTo>
                    <a:pt x="273" y="7380"/>
                    <a:pt x="3704" y="7380"/>
                    <a:pt x="6414" y="7380"/>
                  </a:cubicBezTo>
                  <a:lnTo>
                    <a:pt x="114239" y="7380"/>
                  </a:lnTo>
                  <a:close/>
                  <a:moveTo>
                    <a:pt x="114419" y="42800"/>
                  </a:moveTo>
                  <a:cubicBezTo>
                    <a:pt x="116948" y="42800"/>
                    <a:pt x="120380" y="42800"/>
                    <a:pt x="120380" y="39148"/>
                  </a:cubicBezTo>
                  <a:cubicBezTo>
                    <a:pt x="120380" y="35497"/>
                    <a:pt x="116948" y="35497"/>
                    <a:pt x="114239" y="35497"/>
                  </a:cubicBezTo>
                  <a:lnTo>
                    <a:pt x="6414" y="35497"/>
                  </a:lnTo>
                  <a:cubicBezTo>
                    <a:pt x="3704" y="35497"/>
                    <a:pt x="273" y="35497"/>
                    <a:pt x="273" y="39148"/>
                  </a:cubicBezTo>
                  <a:cubicBezTo>
                    <a:pt x="273" y="42800"/>
                    <a:pt x="3704" y="42800"/>
                    <a:pt x="6233" y="42800"/>
                  </a:cubicBezTo>
                  <a:lnTo>
                    <a:pt x="114419" y="428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62" name="Freeform: Shape 5061">
              <a:extLst>
                <a:ext uri="{FF2B5EF4-FFF2-40B4-BE49-F238E27FC236}">
                  <a16:creationId xmlns:a16="http://schemas.microsoft.com/office/drawing/2014/main" id="{C18F1A75-8C76-E03A-63D9-FFDBFE902276}"/>
                </a:ext>
              </a:extLst>
            </p:cNvPr>
            <p:cNvSpPr/>
            <p:nvPr>
              <p:custDataLst>
                <p:tags r:id="rId71"/>
              </p:custDataLst>
            </p:nvPr>
          </p:nvSpPr>
          <p:spPr>
            <a:xfrm>
              <a:off x="8738748" y="5874765"/>
              <a:ext cx="90125" cy="166143"/>
            </a:xfrm>
            <a:custGeom>
              <a:avLst/>
              <a:gdLst>
                <a:gd name="connsiteX0" fmla="*/ 56995 w 90125"/>
                <a:gd name="connsiteY0" fmla="*/ 55763 h 166143"/>
                <a:gd name="connsiteX1" fmla="*/ 72528 w 90125"/>
                <a:gd name="connsiteY1" fmla="*/ 55763 h 166143"/>
                <a:gd name="connsiteX2" fmla="*/ 77946 w 90125"/>
                <a:gd name="connsiteY2" fmla="*/ 52111 h 166143"/>
                <a:gd name="connsiteX3" fmla="*/ 73070 w 90125"/>
                <a:gd name="connsiteY3" fmla="*/ 50103 h 166143"/>
                <a:gd name="connsiteX4" fmla="*/ 58079 w 90125"/>
                <a:gd name="connsiteY4" fmla="*/ 50103 h 166143"/>
                <a:gd name="connsiteX5" fmla="*/ 61872 w 90125"/>
                <a:gd name="connsiteY5" fmla="*/ 29289 h 166143"/>
                <a:gd name="connsiteX6" fmla="*/ 66207 w 90125"/>
                <a:gd name="connsiteY6" fmla="*/ 10302 h 166143"/>
                <a:gd name="connsiteX7" fmla="*/ 74695 w 90125"/>
                <a:gd name="connsiteY7" fmla="*/ 4094 h 166143"/>
                <a:gd name="connsiteX8" fmla="*/ 83545 w 90125"/>
                <a:gd name="connsiteY8" fmla="*/ 7380 h 166143"/>
                <a:gd name="connsiteX9" fmla="*/ 73792 w 90125"/>
                <a:gd name="connsiteY9" fmla="*/ 17239 h 166143"/>
                <a:gd name="connsiteX10" fmla="*/ 80475 w 90125"/>
                <a:gd name="connsiteY10" fmla="*/ 23630 h 166143"/>
                <a:gd name="connsiteX11" fmla="*/ 90409 w 90125"/>
                <a:gd name="connsiteY11" fmla="*/ 12675 h 166143"/>
                <a:gd name="connsiteX12" fmla="*/ 74695 w 90125"/>
                <a:gd name="connsiteY12" fmla="*/ 77 h 166143"/>
                <a:gd name="connsiteX13" fmla="*/ 51758 w 90125"/>
                <a:gd name="connsiteY13" fmla="*/ 21439 h 166143"/>
                <a:gd name="connsiteX14" fmla="*/ 45797 w 90125"/>
                <a:gd name="connsiteY14" fmla="*/ 50103 h 166143"/>
                <a:gd name="connsiteX15" fmla="*/ 33335 w 90125"/>
                <a:gd name="connsiteY15" fmla="*/ 50103 h 166143"/>
                <a:gd name="connsiteX16" fmla="*/ 27917 w 90125"/>
                <a:gd name="connsiteY16" fmla="*/ 53572 h 166143"/>
                <a:gd name="connsiteX17" fmla="*/ 32974 w 90125"/>
                <a:gd name="connsiteY17" fmla="*/ 55763 h 166143"/>
                <a:gd name="connsiteX18" fmla="*/ 44894 w 90125"/>
                <a:gd name="connsiteY18" fmla="*/ 55763 h 166143"/>
                <a:gd name="connsiteX19" fmla="*/ 31348 w 90125"/>
                <a:gd name="connsiteY19" fmla="*/ 127880 h 166143"/>
                <a:gd name="connsiteX20" fmla="*/ 15635 w 90125"/>
                <a:gd name="connsiteY20" fmla="*/ 162204 h 166143"/>
                <a:gd name="connsiteX21" fmla="*/ 6966 w 90125"/>
                <a:gd name="connsiteY21" fmla="*/ 158918 h 166143"/>
                <a:gd name="connsiteX22" fmla="*/ 16900 w 90125"/>
                <a:gd name="connsiteY22" fmla="*/ 149059 h 166143"/>
                <a:gd name="connsiteX23" fmla="*/ 10217 w 90125"/>
                <a:gd name="connsiteY23" fmla="*/ 142668 h 166143"/>
                <a:gd name="connsiteX24" fmla="*/ 283 w 90125"/>
                <a:gd name="connsiteY24" fmla="*/ 153623 h 166143"/>
                <a:gd name="connsiteX25" fmla="*/ 15635 w 90125"/>
                <a:gd name="connsiteY25" fmla="*/ 166221 h 166143"/>
                <a:gd name="connsiteX26" fmla="*/ 36044 w 90125"/>
                <a:gd name="connsiteY26" fmla="*/ 148511 h 166143"/>
                <a:gd name="connsiteX27" fmla="*/ 46159 w 90125"/>
                <a:gd name="connsiteY27" fmla="*/ 113639 h 166143"/>
                <a:gd name="connsiteX28" fmla="*/ 56995 w 90125"/>
                <a:gd name="connsiteY28" fmla="*/ 55763 h 16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0125" h="166143">
                  <a:moveTo>
                    <a:pt x="56995" y="55763"/>
                  </a:moveTo>
                  <a:lnTo>
                    <a:pt x="72528" y="55763"/>
                  </a:lnTo>
                  <a:cubicBezTo>
                    <a:pt x="76140" y="55763"/>
                    <a:pt x="77946" y="55763"/>
                    <a:pt x="77946" y="52111"/>
                  </a:cubicBezTo>
                  <a:cubicBezTo>
                    <a:pt x="77946" y="50103"/>
                    <a:pt x="76140" y="50103"/>
                    <a:pt x="73070" y="50103"/>
                  </a:cubicBezTo>
                  <a:lnTo>
                    <a:pt x="58079" y="50103"/>
                  </a:lnTo>
                  <a:lnTo>
                    <a:pt x="61872" y="29289"/>
                  </a:lnTo>
                  <a:cubicBezTo>
                    <a:pt x="62594" y="25455"/>
                    <a:pt x="65123" y="12493"/>
                    <a:pt x="66207" y="10302"/>
                  </a:cubicBezTo>
                  <a:cubicBezTo>
                    <a:pt x="67832" y="6833"/>
                    <a:pt x="70902" y="4094"/>
                    <a:pt x="74695" y="4094"/>
                  </a:cubicBezTo>
                  <a:cubicBezTo>
                    <a:pt x="75418" y="4094"/>
                    <a:pt x="80114" y="4094"/>
                    <a:pt x="83545" y="7380"/>
                  </a:cubicBezTo>
                  <a:cubicBezTo>
                    <a:pt x="75598" y="8111"/>
                    <a:pt x="73792" y="14501"/>
                    <a:pt x="73792" y="17239"/>
                  </a:cubicBezTo>
                  <a:cubicBezTo>
                    <a:pt x="73792" y="21439"/>
                    <a:pt x="77043" y="23630"/>
                    <a:pt x="80475" y="23630"/>
                  </a:cubicBezTo>
                  <a:cubicBezTo>
                    <a:pt x="85171" y="23630"/>
                    <a:pt x="90409" y="19613"/>
                    <a:pt x="90409" y="12675"/>
                  </a:cubicBezTo>
                  <a:cubicBezTo>
                    <a:pt x="90409" y="4277"/>
                    <a:pt x="82100" y="77"/>
                    <a:pt x="74695" y="77"/>
                  </a:cubicBezTo>
                  <a:cubicBezTo>
                    <a:pt x="68555" y="77"/>
                    <a:pt x="57176" y="3364"/>
                    <a:pt x="51758" y="21439"/>
                  </a:cubicBezTo>
                  <a:cubicBezTo>
                    <a:pt x="50674" y="25273"/>
                    <a:pt x="50132" y="27098"/>
                    <a:pt x="45797" y="50103"/>
                  </a:cubicBezTo>
                  <a:lnTo>
                    <a:pt x="33335" y="50103"/>
                  </a:lnTo>
                  <a:cubicBezTo>
                    <a:pt x="29904" y="50103"/>
                    <a:pt x="27917" y="50103"/>
                    <a:pt x="27917" y="53572"/>
                  </a:cubicBezTo>
                  <a:cubicBezTo>
                    <a:pt x="27917" y="55763"/>
                    <a:pt x="29542" y="55763"/>
                    <a:pt x="32974" y="55763"/>
                  </a:cubicBezTo>
                  <a:lnTo>
                    <a:pt x="44894" y="55763"/>
                  </a:lnTo>
                  <a:lnTo>
                    <a:pt x="31348" y="127880"/>
                  </a:lnTo>
                  <a:cubicBezTo>
                    <a:pt x="28097" y="145590"/>
                    <a:pt x="25027" y="162204"/>
                    <a:pt x="15635" y="162204"/>
                  </a:cubicBezTo>
                  <a:cubicBezTo>
                    <a:pt x="14913" y="162204"/>
                    <a:pt x="10398" y="162204"/>
                    <a:pt x="6966" y="158918"/>
                  </a:cubicBezTo>
                  <a:cubicBezTo>
                    <a:pt x="15274" y="158370"/>
                    <a:pt x="16900" y="151797"/>
                    <a:pt x="16900" y="149059"/>
                  </a:cubicBezTo>
                  <a:cubicBezTo>
                    <a:pt x="16900" y="144859"/>
                    <a:pt x="13649" y="142668"/>
                    <a:pt x="10217" y="142668"/>
                  </a:cubicBezTo>
                  <a:cubicBezTo>
                    <a:pt x="5521" y="142668"/>
                    <a:pt x="283" y="146685"/>
                    <a:pt x="283" y="153623"/>
                  </a:cubicBezTo>
                  <a:cubicBezTo>
                    <a:pt x="283" y="161839"/>
                    <a:pt x="8230" y="166221"/>
                    <a:pt x="15635" y="166221"/>
                  </a:cubicBezTo>
                  <a:cubicBezTo>
                    <a:pt x="25569" y="166221"/>
                    <a:pt x="32793" y="155449"/>
                    <a:pt x="36044" y="148511"/>
                  </a:cubicBezTo>
                  <a:cubicBezTo>
                    <a:pt x="41824" y="137009"/>
                    <a:pt x="45978" y="114917"/>
                    <a:pt x="46159" y="113639"/>
                  </a:cubicBezTo>
                  <a:lnTo>
                    <a:pt x="56995" y="5576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63" name="Freeform: Shape 5062">
              <a:extLst>
                <a:ext uri="{FF2B5EF4-FFF2-40B4-BE49-F238E27FC236}">
                  <a16:creationId xmlns:a16="http://schemas.microsoft.com/office/drawing/2014/main" id="{F07EB278-5A49-39F1-AB44-F76B1A8355B7}"/>
                </a:ext>
              </a:extLst>
            </p:cNvPr>
            <p:cNvSpPr/>
            <p:nvPr>
              <p:custDataLst>
                <p:tags r:id="rId72"/>
              </p:custDataLst>
            </p:nvPr>
          </p:nvSpPr>
          <p:spPr>
            <a:xfrm>
              <a:off x="8854922" y="5866549"/>
              <a:ext cx="41901" cy="182574"/>
            </a:xfrm>
            <a:custGeom>
              <a:avLst/>
              <a:gdLst>
                <a:gd name="connsiteX0" fmla="*/ 42191 w 41901"/>
                <a:gd name="connsiteY0" fmla="*/ 180827 h 182574"/>
                <a:gd name="connsiteX1" fmla="*/ 39121 w 41901"/>
                <a:gd name="connsiteY1" fmla="*/ 176810 h 182574"/>
                <a:gd name="connsiteX2" fmla="*/ 10765 w 41901"/>
                <a:gd name="connsiteY2" fmla="*/ 91365 h 182574"/>
                <a:gd name="connsiteX3" fmla="*/ 39843 w 41901"/>
                <a:gd name="connsiteY3" fmla="*/ 5007 h 182574"/>
                <a:gd name="connsiteX4" fmla="*/ 42191 w 41901"/>
                <a:gd name="connsiteY4" fmla="*/ 1903 h 182574"/>
                <a:gd name="connsiteX5" fmla="*/ 40385 w 41901"/>
                <a:gd name="connsiteY5" fmla="*/ 77 h 182574"/>
                <a:gd name="connsiteX6" fmla="*/ 11668 w 41901"/>
                <a:gd name="connsiteY6" fmla="*/ 35680 h 182574"/>
                <a:gd name="connsiteX7" fmla="*/ 289 w 41901"/>
                <a:gd name="connsiteY7" fmla="*/ 91365 h 182574"/>
                <a:gd name="connsiteX8" fmla="*/ 12210 w 41901"/>
                <a:gd name="connsiteY8" fmla="*/ 148328 h 182574"/>
                <a:gd name="connsiteX9" fmla="*/ 40385 w 41901"/>
                <a:gd name="connsiteY9" fmla="*/ 182652 h 182574"/>
                <a:gd name="connsiteX10" fmla="*/ 42191 w 41901"/>
                <a:gd name="connsiteY10" fmla="*/ 180827 h 18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01" h="182574">
                  <a:moveTo>
                    <a:pt x="42191" y="180827"/>
                  </a:moveTo>
                  <a:cubicBezTo>
                    <a:pt x="42191" y="180279"/>
                    <a:pt x="42191" y="179914"/>
                    <a:pt x="39121" y="176810"/>
                  </a:cubicBezTo>
                  <a:cubicBezTo>
                    <a:pt x="16544" y="153806"/>
                    <a:pt x="10765" y="119299"/>
                    <a:pt x="10765" y="91365"/>
                  </a:cubicBezTo>
                  <a:cubicBezTo>
                    <a:pt x="10765" y="59597"/>
                    <a:pt x="17628" y="27829"/>
                    <a:pt x="39843" y="5007"/>
                  </a:cubicBezTo>
                  <a:cubicBezTo>
                    <a:pt x="42191" y="2816"/>
                    <a:pt x="42191" y="2451"/>
                    <a:pt x="42191" y="1903"/>
                  </a:cubicBezTo>
                  <a:cubicBezTo>
                    <a:pt x="42191" y="625"/>
                    <a:pt x="41469" y="77"/>
                    <a:pt x="40385" y="77"/>
                  </a:cubicBezTo>
                  <a:cubicBezTo>
                    <a:pt x="38579" y="77"/>
                    <a:pt x="22324" y="12493"/>
                    <a:pt x="11668" y="35680"/>
                  </a:cubicBezTo>
                  <a:cubicBezTo>
                    <a:pt x="2457" y="55763"/>
                    <a:pt x="289" y="76029"/>
                    <a:pt x="289" y="91365"/>
                  </a:cubicBezTo>
                  <a:cubicBezTo>
                    <a:pt x="289" y="105606"/>
                    <a:pt x="2276" y="127697"/>
                    <a:pt x="12210" y="148328"/>
                  </a:cubicBezTo>
                  <a:cubicBezTo>
                    <a:pt x="23046" y="170785"/>
                    <a:pt x="38579" y="182652"/>
                    <a:pt x="40385" y="182652"/>
                  </a:cubicBezTo>
                  <a:cubicBezTo>
                    <a:pt x="41469" y="182652"/>
                    <a:pt x="42191" y="182105"/>
                    <a:pt x="42191" y="18082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64" name="Freeform: Shape 5063">
              <a:extLst>
                <a:ext uri="{FF2B5EF4-FFF2-40B4-BE49-F238E27FC236}">
                  <a16:creationId xmlns:a16="http://schemas.microsoft.com/office/drawing/2014/main" id="{2084D278-FA06-DF27-4C66-9D6D9F36BBE7}"/>
                </a:ext>
              </a:extLst>
            </p:cNvPr>
            <p:cNvSpPr/>
            <p:nvPr>
              <p:custDataLst>
                <p:tags r:id="rId73"/>
              </p:custDataLst>
            </p:nvPr>
          </p:nvSpPr>
          <p:spPr>
            <a:xfrm>
              <a:off x="8912517" y="5922782"/>
              <a:ext cx="84345" cy="120134"/>
            </a:xfrm>
            <a:custGeom>
              <a:avLst/>
              <a:gdLst>
                <a:gd name="connsiteX0" fmla="*/ 83194 w 84345"/>
                <a:gd name="connsiteY0" fmla="*/ 30202 h 120134"/>
                <a:gd name="connsiteX1" fmla="*/ 84639 w 84345"/>
                <a:gd name="connsiteY1" fmla="*/ 19613 h 120134"/>
                <a:gd name="connsiteX2" fmla="*/ 63868 w 84345"/>
                <a:gd name="connsiteY2" fmla="*/ 77 h 120134"/>
                <a:gd name="connsiteX3" fmla="*/ 35874 w 84345"/>
                <a:gd name="connsiteY3" fmla="*/ 15961 h 120134"/>
                <a:gd name="connsiteX4" fmla="*/ 19257 w 84345"/>
                <a:gd name="connsiteY4" fmla="*/ 77 h 120134"/>
                <a:gd name="connsiteX5" fmla="*/ 5892 w 84345"/>
                <a:gd name="connsiteY5" fmla="*/ 10484 h 120134"/>
                <a:gd name="connsiteX6" fmla="*/ 293 w 84345"/>
                <a:gd name="connsiteY6" fmla="*/ 28194 h 120134"/>
                <a:gd name="connsiteX7" fmla="*/ 2460 w 84345"/>
                <a:gd name="connsiteY7" fmla="*/ 30020 h 120134"/>
                <a:gd name="connsiteX8" fmla="*/ 5531 w 84345"/>
                <a:gd name="connsiteY8" fmla="*/ 25820 h 120134"/>
                <a:gd name="connsiteX9" fmla="*/ 18715 w 84345"/>
                <a:gd name="connsiteY9" fmla="*/ 4094 h 120134"/>
                <a:gd name="connsiteX10" fmla="*/ 24314 w 84345"/>
                <a:gd name="connsiteY10" fmla="*/ 12493 h 120134"/>
                <a:gd name="connsiteX11" fmla="*/ 21425 w 84345"/>
                <a:gd name="connsiteY11" fmla="*/ 27829 h 120134"/>
                <a:gd name="connsiteX12" fmla="*/ 10949 w 84345"/>
                <a:gd name="connsiteY12" fmla="*/ 70004 h 120134"/>
                <a:gd name="connsiteX13" fmla="*/ 9324 w 84345"/>
                <a:gd name="connsiteY13" fmla="*/ 77854 h 120134"/>
                <a:gd name="connsiteX14" fmla="*/ 14561 w 84345"/>
                <a:gd name="connsiteY14" fmla="*/ 82784 h 120134"/>
                <a:gd name="connsiteX15" fmla="*/ 21244 w 84345"/>
                <a:gd name="connsiteY15" fmla="*/ 77672 h 120134"/>
                <a:gd name="connsiteX16" fmla="*/ 24676 w 84345"/>
                <a:gd name="connsiteY16" fmla="*/ 64161 h 120134"/>
                <a:gd name="connsiteX17" fmla="*/ 28649 w 84345"/>
                <a:gd name="connsiteY17" fmla="*/ 47729 h 120134"/>
                <a:gd name="connsiteX18" fmla="*/ 31720 w 84345"/>
                <a:gd name="connsiteY18" fmla="*/ 35497 h 120134"/>
                <a:gd name="connsiteX19" fmla="*/ 33706 w 84345"/>
                <a:gd name="connsiteY19" fmla="*/ 27281 h 120134"/>
                <a:gd name="connsiteX20" fmla="*/ 45988 w 84345"/>
                <a:gd name="connsiteY20" fmla="*/ 10484 h 120134"/>
                <a:gd name="connsiteX21" fmla="*/ 63327 w 84345"/>
                <a:gd name="connsiteY21" fmla="*/ 4094 h 120134"/>
                <a:gd name="connsiteX22" fmla="*/ 73080 w 84345"/>
                <a:gd name="connsiteY22" fmla="*/ 16874 h 120134"/>
                <a:gd name="connsiteX23" fmla="*/ 71274 w 84345"/>
                <a:gd name="connsiteY23" fmla="*/ 28377 h 120134"/>
                <a:gd name="connsiteX24" fmla="*/ 50684 w 84345"/>
                <a:gd name="connsiteY24" fmla="*/ 112361 h 120134"/>
                <a:gd name="connsiteX25" fmla="*/ 50142 w 84345"/>
                <a:gd name="connsiteY25" fmla="*/ 115282 h 120134"/>
                <a:gd name="connsiteX26" fmla="*/ 55199 w 84345"/>
                <a:gd name="connsiteY26" fmla="*/ 120212 h 120134"/>
                <a:gd name="connsiteX27" fmla="*/ 62604 w 84345"/>
                <a:gd name="connsiteY27" fmla="*/ 112909 h 120134"/>
                <a:gd name="connsiteX28" fmla="*/ 83194 w 84345"/>
                <a:gd name="connsiteY28" fmla="*/ 30202 h 12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4345" h="120134">
                  <a:moveTo>
                    <a:pt x="83194" y="30202"/>
                  </a:moveTo>
                  <a:cubicBezTo>
                    <a:pt x="84097" y="26916"/>
                    <a:pt x="84639" y="24542"/>
                    <a:pt x="84639" y="19613"/>
                  </a:cubicBezTo>
                  <a:cubicBezTo>
                    <a:pt x="84639" y="7746"/>
                    <a:pt x="77414" y="77"/>
                    <a:pt x="63868" y="77"/>
                  </a:cubicBezTo>
                  <a:cubicBezTo>
                    <a:pt x="49600" y="77"/>
                    <a:pt x="40208" y="9571"/>
                    <a:pt x="35874" y="15961"/>
                  </a:cubicBezTo>
                  <a:cubicBezTo>
                    <a:pt x="34971" y="5555"/>
                    <a:pt x="27385" y="77"/>
                    <a:pt x="19257" y="77"/>
                  </a:cubicBezTo>
                  <a:cubicBezTo>
                    <a:pt x="10949" y="77"/>
                    <a:pt x="7518" y="7198"/>
                    <a:pt x="5892" y="10484"/>
                  </a:cubicBezTo>
                  <a:cubicBezTo>
                    <a:pt x="2641" y="16692"/>
                    <a:pt x="293" y="27646"/>
                    <a:pt x="293" y="28194"/>
                  </a:cubicBezTo>
                  <a:cubicBezTo>
                    <a:pt x="293" y="30020"/>
                    <a:pt x="2099" y="30020"/>
                    <a:pt x="2460" y="30020"/>
                  </a:cubicBezTo>
                  <a:cubicBezTo>
                    <a:pt x="4267" y="30020"/>
                    <a:pt x="4447" y="29837"/>
                    <a:pt x="5531" y="25820"/>
                  </a:cubicBezTo>
                  <a:cubicBezTo>
                    <a:pt x="8601" y="12858"/>
                    <a:pt x="12213" y="4094"/>
                    <a:pt x="18715" y="4094"/>
                  </a:cubicBezTo>
                  <a:cubicBezTo>
                    <a:pt x="21786" y="4094"/>
                    <a:pt x="24314" y="5555"/>
                    <a:pt x="24314" y="12493"/>
                  </a:cubicBezTo>
                  <a:cubicBezTo>
                    <a:pt x="24314" y="16327"/>
                    <a:pt x="23773" y="18335"/>
                    <a:pt x="21425" y="27829"/>
                  </a:cubicBezTo>
                  <a:lnTo>
                    <a:pt x="10949" y="70004"/>
                  </a:lnTo>
                  <a:cubicBezTo>
                    <a:pt x="10407" y="72742"/>
                    <a:pt x="9324" y="76941"/>
                    <a:pt x="9324" y="77854"/>
                  </a:cubicBezTo>
                  <a:cubicBezTo>
                    <a:pt x="9324" y="81141"/>
                    <a:pt x="11852" y="82784"/>
                    <a:pt x="14561" y="82784"/>
                  </a:cubicBezTo>
                  <a:cubicBezTo>
                    <a:pt x="16729" y="82784"/>
                    <a:pt x="19980" y="81323"/>
                    <a:pt x="21244" y="77672"/>
                  </a:cubicBezTo>
                  <a:cubicBezTo>
                    <a:pt x="21425" y="77307"/>
                    <a:pt x="23592" y="68726"/>
                    <a:pt x="24676" y="64161"/>
                  </a:cubicBezTo>
                  <a:lnTo>
                    <a:pt x="28649" y="47729"/>
                  </a:lnTo>
                  <a:cubicBezTo>
                    <a:pt x="29733" y="43713"/>
                    <a:pt x="30816" y="39696"/>
                    <a:pt x="31720" y="35497"/>
                  </a:cubicBezTo>
                  <a:cubicBezTo>
                    <a:pt x="32081" y="34402"/>
                    <a:pt x="33526" y="28377"/>
                    <a:pt x="33706" y="27281"/>
                  </a:cubicBezTo>
                  <a:cubicBezTo>
                    <a:pt x="34248" y="25638"/>
                    <a:pt x="39847" y="15414"/>
                    <a:pt x="45988" y="10484"/>
                  </a:cubicBezTo>
                  <a:cubicBezTo>
                    <a:pt x="49961" y="7563"/>
                    <a:pt x="55560" y="4094"/>
                    <a:pt x="63327" y="4094"/>
                  </a:cubicBezTo>
                  <a:cubicBezTo>
                    <a:pt x="71093" y="4094"/>
                    <a:pt x="73080" y="10302"/>
                    <a:pt x="73080" y="16874"/>
                  </a:cubicBezTo>
                  <a:cubicBezTo>
                    <a:pt x="73080" y="17787"/>
                    <a:pt x="73080" y="21074"/>
                    <a:pt x="71274" y="28377"/>
                  </a:cubicBezTo>
                  <a:lnTo>
                    <a:pt x="50684" y="112361"/>
                  </a:lnTo>
                  <a:cubicBezTo>
                    <a:pt x="50142" y="114552"/>
                    <a:pt x="50142" y="114917"/>
                    <a:pt x="50142" y="115282"/>
                  </a:cubicBezTo>
                  <a:cubicBezTo>
                    <a:pt x="50142" y="118021"/>
                    <a:pt x="52129" y="120212"/>
                    <a:pt x="55199" y="120212"/>
                  </a:cubicBezTo>
                  <a:cubicBezTo>
                    <a:pt x="60798" y="120212"/>
                    <a:pt x="62062" y="114917"/>
                    <a:pt x="62604" y="112909"/>
                  </a:cubicBezTo>
                  <a:lnTo>
                    <a:pt x="83194" y="302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65" name="Freeform: Shape 5064">
              <a:extLst>
                <a:ext uri="{FF2B5EF4-FFF2-40B4-BE49-F238E27FC236}">
                  <a16:creationId xmlns:a16="http://schemas.microsoft.com/office/drawing/2014/main" id="{A3A3EDF8-090F-8606-8051-C48B17FD7822}"/>
                </a:ext>
              </a:extLst>
            </p:cNvPr>
            <p:cNvSpPr/>
            <p:nvPr>
              <p:custDataLst>
                <p:tags r:id="rId74"/>
              </p:custDataLst>
            </p:nvPr>
          </p:nvSpPr>
          <p:spPr>
            <a:xfrm>
              <a:off x="9002901" y="5974505"/>
              <a:ext cx="77247" cy="57638"/>
            </a:xfrm>
            <a:custGeom>
              <a:avLst/>
              <a:gdLst>
                <a:gd name="connsiteX0" fmla="*/ 9780 w 77247"/>
                <a:gd name="connsiteY0" fmla="*/ 48388 h 57638"/>
                <a:gd name="connsiteX1" fmla="*/ 8516 w 77247"/>
                <a:gd name="connsiteY1" fmla="*/ 53628 h 57638"/>
                <a:gd name="connsiteX2" fmla="*/ 12814 w 77247"/>
                <a:gd name="connsiteY2" fmla="*/ 57718 h 57638"/>
                <a:gd name="connsiteX3" fmla="*/ 17745 w 77247"/>
                <a:gd name="connsiteY3" fmla="*/ 54906 h 57638"/>
                <a:gd name="connsiteX4" fmla="*/ 20021 w 77247"/>
                <a:gd name="connsiteY4" fmla="*/ 46982 h 57638"/>
                <a:gd name="connsiteX5" fmla="*/ 22802 w 77247"/>
                <a:gd name="connsiteY5" fmla="*/ 35480 h 57638"/>
                <a:gd name="connsiteX6" fmla="*/ 24952 w 77247"/>
                <a:gd name="connsiteY6" fmla="*/ 26917 h 57638"/>
                <a:gd name="connsiteX7" fmla="*/ 30262 w 77247"/>
                <a:gd name="connsiteY7" fmla="*/ 15415 h 57638"/>
                <a:gd name="connsiteX8" fmla="*/ 49226 w 77247"/>
                <a:gd name="connsiteY8" fmla="*/ 3657 h 57638"/>
                <a:gd name="connsiteX9" fmla="*/ 56685 w 77247"/>
                <a:gd name="connsiteY9" fmla="*/ 12604 h 57638"/>
                <a:gd name="connsiteX10" fmla="*/ 49226 w 77247"/>
                <a:gd name="connsiteY10" fmla="*/ 39825 h 57638"/>
                <a:gd name="connsiteX11" fmla="*/ 47329 w 77247"/>
                <a:gd name="connsiteY11" fmla="*/ 46727 h 57638"/>
                <a:gd name="connsiteX12" fmla="*/ 59340 w 77247"/>
                <a:gd name="connsiteY12" fmla="*/ 57718 h 57638"/>
                <a:gd name="connsiteX13" fmla="*/ 77546 w 77247"/>
                <a:gd name="connsiteY13" fmla="*/ 38164 h 57638"/>
                <a:gd name="connsiteX14" fmla="*/ 75523 w 77247"/>
                <a:gd name="connsiteY14" fmla="*/ 36503 h 57638"/>
                <a:gd name="connsiteX15" fmla="*/ 73121 w 77247"/>
                <a:gd name="connsiteY15" fmla="*/ 38675 h 57638"/>
                <a:gd name="connsiteX16" fmla="*/ 59719 w 77247"/>
                <a:gd name="connsiteY16" fmla="*/ 54139 h 57638"/>
                <a:gd name="connsiteX17" fmla="*/ 56559 w 77247"/>
                <a:gd name="connsiteY17" fmla="*/ 49666 h 57638"/>
                <a:gd name="connsiteX18" fmla="*/ 59466 w 77247"/>
                <a:gd name="connsiteY18" fmla="*/ 39314 h 57638"/>
                <a:gd name="connsiteX19" fmla="*/ 66167 w 77247"/>
                <a:gd name="connsiteY19" fmla="*/ 14648 h 57638"/>
                <a:gd name="connsiteX20" fmla="*/ 49731 w 77247"/>
                <a:gd name="connsiteY20" fmla="*/ 79 h 57638"/>
                <a:gd name="connsiteX21" fmla="*/ 28365 w 77247"/>
                <a:gd name="connsiteY21" fmla="*/ 11709 h 57638"/>
                <a:gd name="connsiteX22" fmla="*/ 14837 w 77247"/>
                <a:gd name="connsiteY22" fmla="*/ 79 h 57638"/>
                <a:gd name="connsiteX23" fmla="*/ 4849 w 77247"/>
                <a:gd name="connsiteY23" fmla="*/ 6980 h 57638"/>
                <a:gd name="connsiteX24" fmla="*/ 298 w 77247"/>
                <a:gd name="connsiteY24" fmla="*/ 19633 h 57638"/>
                <a:gd name="connsiteX25" fmla="*/ 2447 w 77247"/>
                <a:gd name="connsiteY25" fmla="*/ 21294 h 57638"/>
                <a:gd name="connsiteX26" fmla="*/ 5229 w 77247"/>
                <a:gd name="connsiteY26" fmla="*/ 17460 h 57638"/>
                <a:gd name="connsiteX27" fmla="*/ 14458 w 77247"/>
                <a:gd name="connsiteY27" fmla="*/ 3657 h 57638"/>
                <a:gd name="connsiteX28" fmla="*/ 18630 w 77247"/>
                <a:gd name="connsiteY28" fmla="*/ 9920 h 57638"/>
                <a:gd name="connsiteX29" fmla="*/ 16607 w 77247"/>
                <a:gd name="connsiteY29" fmla="*/ 20527 h 57638"/>
                <a:gd name="connsiteX30" fmla="*/ 13826 w 77247"/>
                <a:gd name="connsiteY30" fmla="*/ 32030 h 57638"/>
                <a:gd name="connsiteX31" fmla="*/ 9780 w 77247"/>
                <a:gd name="connsiteY31" fmla="*/ 48388 h 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247" h="57638">
                  <a:moveTo>
                    <a:pt x="9780" y="48388"/>
                  </a:moveTo>
                  <a:cubicBezTo>
                    <a:pt x="9274" y="50050"/>
                    <a:pt x="8516" y="53245"/>
                    <a:pt x="8516" y="53628"/>
                  </a:cubicBezTo>
                  <a:cubicBezTo>
                    <a:pt x="8516" y="56440"/>
                    <a:pt x="10792" y="57718"/>
                    <a:pt x="12814" y="57718"/>
                  </a:cubicBezTo>
                  <a:cubicBezTo>
                    <a:pt x="15090" y="57718"/>
                    <a:pt x="17113" y="56056"/>
                    <a:pt x="17745" y="54906"/>
                  </a:cubicBezTo>
                  <a:cubicBezTo>
                    <a:pt x="18377" y="53756"/>
                    <a:pt x="19389" y="49666"/>
                    <a:pt x="20021" y="46982"/>
                  </a:cubicBezTo>
                  <a:cubicBezTo>
                    <a:pt x="20653" y="44554"/>
                    <a:pt x="22044" y="38675"/>
                    <a:pt x="22802" y="35480"/>
                  </a:cubicBezTo>
                  <a:cubicBezTo>
                    <a:pt x="23561" y="32669"/>
                    <a:pt x="24319" y="29857"/>
                    <a:pt x="24952" y="26917"/>
                  </a:cubicBezTo>
                  <a:cubicBezTo>
                    <a:pt x="26342" y="21678"/>
                    <a:pt x="26595" y="20655"/>
                    <a:pt x="30262" y="15415"/>
                  </a:cubicBezTo>
                  <a:cubicBezTo>
                    <a:pt x="33802" y="10303"/>
                    <a:pt x="39744" y="3657"/>
                    <a:pt x="49226" y="3657"/>
                  </a:cubicBezTo>
                  <a:cubicBezTo>
                    <a:pt x="56559" y="3657"/>
                    <a:pt x="56685" y="10175"/>
                    <a:pt x="56685" y="12604"/>
                  </a:cubicBezTo>
                  <a:cubicBezTo>
                    <a:pt x="56685" y="20272"/>
                    <a:pt x="51249" y="34458"/>
                    <a:pt x="49226" y="39825"/>
                  </a:cubicBezTo>
                  <a:cubicBezTo>
                    <a:pt x="47835" y="43404"/>
                    <a:pt x="47329" y="44554"/>
                    <a:pt x="47329" y="46727"/>
                  </a:cubicBezTo>
                  <a:cubicBezTo>
                    <a:pt x="47329" y="53500"/>
                    <a:pt x="52892" y="57718"/>
                    <a:pt x="59340" y="57718"/>
                  </a:cubicBezTo>
                  <a:cubicBezTo>
                    <a:pt x="71983" y="57718"/>
                    <a:pt x="77546" y="40081"/>
                    <a:pt x="77546" y="38164"/>
                  </a:cubicBezTo>
                  <a:cubicBezTo>
                    <a:pt x="77546" y="36503"/>
                    <a:pt x="75902" y="36503"/>
                    <a:pt x="75523" y="36503"/>
                  </a:cubicBezTo>
                  <a:cubicBezTo>
                    <a:pt x="73753" y="36503"/>
                    <a:pt x="73626" y="37269"/>
                    <a:pt x="73121" y="38675"/>
                  </a:cubicBezTo>
                  <a:cubicBezTo>
                    <a:pt x="70213" y="48899"/>
                    <a:pt x="64776" y="54139"/>
                    <a:pt x="59719" y="54139"/>
                  </a:cubicBezTo>
                  <a:cubicBezTo>
                    <a:pt x="57064" y="54139"/>
                    <a:pt x="56559" y="52350"/>
                    <a:pt x="56559" y="49666"/>
                  </a:cubicBezTo>
                  <a:cubicBezTo>
                    <a:pt x="56559" y="46727"/>
                    <a:pt x="57191" y="45065"/>
                    <a:pt x="59466" y="39314"/>
                  </a:cubicBezTo>
                  <a:cubicBezTo>
                    <a:pt x="60984" y="35352"/>
                    <a:pt x="66167" y="21805"/>
                    <a:pt x="66167" y="14648"/>
                  </a:cubicBezTo>
                  <a:cubicBezTo>
                    <a:pt x="66167" y="2252"/>
                    <a:pt x="56432" y="79"/>
                    <a:pt x="49731" y="79"/>
                  </a:cubicBezTo>
                  <a:cubicBezTo>
                    <a:pt x="39238" y="79"/>
                    <a:pt x="32158" y="6597"/>
                    <a:pt x="28365" y="11709"/>
                  </a:cubicBezTo>
                  <a:cubicBezTo>
                    <a:pt x="27480" y="2891"/>
                    <a:pt x="20021" y="79"/>
                    <a:pt x="14837" y="79"/>
                  </a:cubicBezTo>
                  <a:cubicBezTo>
                    <a:pt x="9401" y="79"/>
                    <a:pt x="6493" y="4041"/>
                    <a:pt x="4849" y="6980"/>
                  </a:cubicBezTo>
                  <a:cubicBezTo>
                    <a:pt x="2068" y="11709"/>
                    <a:pt x="298" y="18994"/>
                    <a:pt x="298" y="19633"/>
                  </a:cubicBezTo>
                  <a:cubicBezTo>
                    <a:pt x="298" y="21294"/>
                    <a:pt x="2068" y="21294"/>
                    <a:pt x="2447" y="21294"/>
                  </a:cubicBezTo>
                  <a:cubicBezTo>
                    <a:pt x="4217" y="21294"/>
                    <a:pt x="4344" y="20911"/>
                    <a:pt x="5229" y="17460"/>
                  </a:cubicBezTo>
                  <a:cubicBezTo>
                    <a:pt x="7125" y="9920"/>
                    <a:pt x="9527" y="3657"/>
                    <a:pt x="14458" y="3657"/>
                  </a:cubicBezTo>
                  <a:cubicBezTo>
                    <a:pt x="17745" y="3657"/>
                    <a:pt x="18630" y="6469"/>
                    <a:pt x="18630" y="9920"/>
                  </a:cubicBezTo>
                  <a:cubicBezTo>
                    <a:pt x="18630" y="12348"/>
                    <a:pt x="17492" y="17077"/>
                    <a:pt x="16607" y="20527"/>
                  </a:cubicBezTo>
                  <a:cubicBezTo>
                    <a:pt x="15722" y="23978"/>
                    <a:pt x="14458" y="29218"/>
                    <a:pt x="13826" y="32030"/>
                  </a:cubicBezTo>
                  <a:lnTo>
                    <a:pt x="9780" y="4838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66" name="Freeform: Shape 5065">
              <a:extLst>
                <a:ext uri="{FF2B5EF4-FFF2-40B4-BE49-F238E27FC236}">
                  <a16:creationId xmlns:a16="http://schemas.microsoft.com/office/drawing/2014/main" id="{34CFF381-5A40-20AE-73F7-8034AAA37AF4}"/>
                </a:ext>
              </a:extLst>
            </p:cNvPr>
            <p:cNvSpPr/>
            <p:nvPr>
              <p:custDataLst>
                <p:tags r:id="rId75"/>
              </p:custDataLst>
            </p:nvPr>
          </p:nvSpPr>
          <p:spPr>
            <a:xfrm>
              <a:off x="9105567" y="5866549"/>
              <a:ext cx="41901" cy="182574"/>
            </a:xfrm>
            <a:custGeom>
              <a:avLst/>
              <a:gdLst>
                <a:gd name="connsiteX0" fmla="*/ 42205 w 41901"/>
                <a:gd name="connsiteY0" fmla="*/ 91365 h 182574"/>
                <a:gd name="connsiteX1" fmla="*/ 30285 w 41901"/>
                <a:gd name="connsiteY1" fmla="*/ 34402 h 182574"/>
                <a:gd name="connsiteX2" fmla="*/ 2110 w 41901"/>
                <a:gd name="connsiteY2" fmla="*/ 77 h 182574"/>
                <a:gd name="connsiteX3" fmla="*/ 303 w 41901"/>
                <a:gd name="connsiteY3" fmla="*/ 1903 h 182574"/>
                <a:gd name="connsiteX4" fmla="*/ 3735 w 41901"/>
                <a:gd name="connsiteY4" fmla="*/ 6102 h 182574"/>
                <a:gd name="connsiteX5" fmla="*/ 31730 w 41901"/>
                <a:gd name="connsiteY5" fmla="*/ 91365 h 182574"/>
                <a:gd name="connsiteX6" fmla="*/ 2651 w 41901"/>
                <a:gd name="connsiteY6" fmla="*/ 177723 h 182574"/>
                <a:gd name="connsiteX7" fmla="*/ 303 w 41901"/>
                <a:gd name="connsiteY7" fmla="*/ 180827 h 182574"/>
                <a:gd name="connsiteX8" fmla="*/ 2110 w 41901"/>
                <a:gd name="connsiteY8" fmla="*/ 182652 h 182574"/>
                <a:gd name="connsiteX9" fmla="*/ 30827 w 41901"/>
                <a:gd name="connsiteY9" fmla="*/ 147050 h 182574"/>
                <a:gd name="connsiteX10" fmla="*/ 42205 w 41901"/>
                <a:gd name="connsiteY10" fmla="*/ 91365 h 18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01" h="182574">
                  <a:moveTo>
                    <a:pt x="42205" y="91365"/>
                  </a:moveTo>
                  <a:cubicBezTo>
                    <a:pt x="42205" y="77124"/>
                    <a:pt x="40219" y="55032"/>
                    <a:pt x="30285" y="34402"/>
                  </a:cubicBezTo>
                  <a:cubicBezTo>
                    <a:pt x="19448" y="11945"/>
                    <a:pt x="3916" y="77"/>
                    <a:pt x="2110" y="77"/>
                  </a:cubicBezTo>
                  <a:cubicBezTo>
                    <a:pt x="1026" y="77"/>
                    <a:pt x="303" y="808"/>
                    <a:pt x="303" y="1903"/>
                  </a:cubicBezTo>
                  <a:cubicBezTo>
                    <a:pt x="303" y="2451"/>
                    <a:pt x="303" y="2816"/>
                    <a:pt x="3735" y="6102"/>
                  </a:cubicBezTo>
                  <a:cubicBezTo>
                    <a:pt x="21435" y="24177"/>
                    <a:pt x="31730" y="53207"/>
                    <a:pt x="31730" y="91365"/>
                  </a:cubicBezTo>
                  <a:cubicBezTo>
                    <a:pt x="31730" y="122585"/>
                    <a:pt x="25047" y="154718"/>
                    <a:pt x="2651" y="177723"/>
                  </a:cubicBezTo>
                  <a:cubicBezTo>
                    <a:pt x="303" y="179914"/>
                    <a:pt x="303" y="180279"/>
                    <a:pt x="303" y="180827"/>
                  </a:cubicBezTo>
                  <a:cubicBezTo>
                    <a:pt x="303" y="181922"/>
                    <a:pt x="1026" y="182652"/>
                    <a:pt x="2110" y="182652"/>
                  </a:cubicBezTo>
                  <a:cubicBezTo>
                    <a:pt x="3916" y="182652"/>
                    <a:pt x="20171" y="170237"/>
                    <a:pt x="30827" y="147050"/>
                  </a:cubicBezTo>
                  <a:cubicBezTo>
                    <a:pt x="40038" y="126967"/>
                    <a:pt x="42205" y="106701"/>
                    <a:pt x="42205" y="9136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67" name="Freeform: Shape 5066">
              <a:extLst>
                <a:ext uri="{FF2B5EF4-FFF2-40B4-BE49-F238E27FC236}">
                  <a16:creationId xmlns:a16="http://schemas.microsoft.com/office/drawing/2014/main" id="{A7DDB555-62D6-36FD-0E70-4EE7ECDFBFE3}"/>
                </a:ext>
              </a:extLst>
            </p:cNvPr>
            <p:cNvSpPr/>
            <p:nvPr>
              <p:custDataLst>
                <p:tags r:id="rId76"/>
              </p:custDataLst>
            </p:nvPr>
          </p:nvSpPr>
          <p:spPr>
            <a:xfrm>
              <a:off x="9221178" y="5948160"/>
              <a:ext cx="19144" cy="19352"/>
            </a:xfrm>
            <a:custGeom>
              <a:avLst/>
              <a:gdLst>
                <a:gd name="connsiteX0" fmla="*/ 19454 w 19144"/>
                <a:gd name="connsiteY0" fmla="*/ 9754 h 19352"/>
                <a:gd name="connsiteX1" fmla="*/ 9882 w 19144"/>
                <a:gd name="connsiteY1" fmla="*/ 77 h 19352"/>
                <a:gd name="connsiteX2" fmla="*/ 310 w 19144"/>
                <a:gd name="connsiteY2" fmla="*/ 9754 h 19352"/>
                <a:gd name="connsiteX3" fmla="*/ 9882 w 19144"/>
                <a:gd name="connsiteY3" fmla="*/ 19430 h 19352"/>
                <a:gd name="connsiteX4" fmla="*/ 19454 w 19144"/>
                <a:gd name="connsiteY4" fmla="*/ 9754 h 19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4" h="19352">
                  <a:moveTo>
                    <a:pt x="19454" y="9754"/>
                  </a:moveTo>
                  <a:cubicBezTo>
                    <a:pt x="19454" y="4459"/>
                    <a:pt x="15120" y="77"/>
                    <a:pt x="9882" y="77"/>
                  </a:cubicBezTo>
                  <a:cubicBezTo>
                    <a:pt x="4644" y="77"/>
                    <a:pt x="310" y="4459"/>
                    <a:pt x="310" y="9754"/>
                  </a:cubicBezTo>
                  <a:cubicBezTo>
                    <a:pt x="310" y="15049"/>
                    <a:pt x="4644" y="19430"/>
                    <a:pt x="9882" y="19430"/>
                  </a:cubicBezTo>
                  <a:cubicBezTo>
                    <a:pt x="15120" y="19430"/>
                    <a:pt x="19454" y="15049"/>
                    <a:pt x="19454" y="975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68" name="Freeform: Shape 5067">
              <a:extLst>
                <a:ext uri="{FF2B5EF4-FFF2-40B4-BE49-F238E27FC236}">
                  <a16:creationId xmlns:a16="http://schemas.microsoft.com/office/drawing/2014/main" id="{28D94093-0CA3-92F7-458D-E20573195126}"/>
                </a:ext>
              </a:extLst>
            </p:cNvPr>
            <p:cNvSpPr/>
            <p:nvPr>
              <p:custDataLst>
                <p:tags r:id="rId77"/>
              </p:custDataLst>
            </p:nvPr>
          </p:nvSpPr>
          <p:spPr>
            <a:xfrm>
              <a:off x="9301346" y="5874582"/>
              <a:ext cx="98456" cy="164317"/>
            </a:xfrm>
            <a:custGeom>
              <a:avLst/>
              <a:gdLst>
                <a:gd name="connsiteX0" fmla="*/ 98771 w 98456"/>
                <a:gd name="connsiteY0" fmla="*/ 25090 h 164317"/>
                <a:gd name="connsiteX1" fmla="*/ 74208 w 98456"/>
                <a:gd name="connsiteY1" fmla="*/ 77 h 164317"/>
                <a:gd name="connsiteX2" fmla="*/ 52354 w 98456"/>
                <a:gd name="connsiteY2" fmla="*/ 7746 h 164317"/>
                <a:gd name="connsiteX3" fmla="*/ 29055 w 98456"/>
                <a:gd name="connsiteY3" fmla="*/ 46634 h 164317"/>
                <a:gd name="connsiteX4" fmla="*/ 337 w 98456"/>
                <a:gd name="connsiteY4" fmla="*/ 162569 h 164317"/>
                <a:gd name="connsiteX5" fmla="*/ 2505 w 98456"/>
                <a:gd name="connsiteY5" fmla="*/ 164395 h 164317"/>
                <a:gd name="connsiteX6" fmla="*/ 4672 w 98456"/>
                <a:gd name="connsiteY6" fmla="*/ 163482 h 164317"/>
                <a:gd name="connsiteX7" fmla="*/ 17315 w 98456"/>
                <a:gd name="connsiteY7" fmla="*/ 113091 h 164317"/>
                <a:gd name="connsiteX8" fmla="*/ 41878 w 98456"/>
                <a:gd name="connsiteY8" fmla="*/ 130801 h 164317"/>
                <a:gd name="connsiteX9" fmla="*/ 76736 w 98456"/>
                <a:gd name="connsiteY9" fmla="*/ 116378 h 164317"/>
                <a:gd name="connsiteX10" fmla="*/ 91185 w 98456"/>
                <a:gd name="connsiteY10" fmla="*/ 82784 h 164317"/>
                <a:gd name="connsiteX11" fmla="*/ 78001 w 98456"/>
                <a:gd name="connsiteY11" fmla="*/ 55580 h 164317"/>
                <a:gd name="connsiteX12" fmla="*/ 98771 w 98456"/>
                <a:gd name="connsiteY12" fmla="*/ 25090 h 164317"/>
                <a:gd name="connsiteX13" fmla="*/ 66261 w 98456"/>
                <a:gd name="connsiteY13" fmla="*/ 55398 h 164317"/>
                <a:gd name="connsiteX14" fmla="*/ 57591 w 98456"/>
                <a:gd name="connsiteY14" fmla="*/ 56676 h 164317"/>
                <a:gd name="connsiteX15" fmla="*/ 49644 w 98456"/>
                <a:gd name="connsiteY15" fmla="*/ 55945 h 164317"/>
                <a:gd name="connsiteX16" fmla="*/ 58494 w 98456"/>
                <a:gd name="connsiteY16" fmla="*/ 54485 h 164317"/>
                <a:gd name="connsiteX17" fmla="*/ 66261 w 98456"/>
                <a:gd name="connsiteY17" fmla="*/ 55398 h 164317"/>
                <a:gd name="connsiteX18" fmla="*/ 88657 w 98456"/>
                <a:gd name="connsiteY18" fmla="*/ 20891 h 164317"/>
                <a:gd name="connsiteX19" fmla="*/ 72402 w 98456"/>
                <a:gd name="connsiteY19" fmla="*/ 52476 h 164317"/>
                <a:gd name="connsiteX20" fmla="*/ 58494 w 98456"/>
                <a:gd name="connsiteY20" fmla="*/ 50286 h 164317"/>
                <a:gd name="connsiteX21" fmla="*/ 44587 w 98456"/>
                <a:gd name="connsiteY21" fmla="*/ 56128 h 164317"/>
                <a:gd name="connsiteX22" fmla="*/ 57050 w 98456"/>
                <a:gd name="connsiteY22" fmla="*/ 60692 h 164317"/>
                <a:gd name="connsiteX23" fmla="*/ 71860 w 98456"/>
                <a:gd name="connsiteY23" fmla="*/ 58319 h 164317"/>
                <a:gd name="connsiteX24" fmla="*/ 79807 w 98456"/>
                <a:gd name="connsiteY24" fmla="*/ 78950 h 164317"/>
                <a:gd name="connsiteX25" fmla="*/ 70776 w 98456"/>
                <a:gd name="connsiteY25" fmla="*/ 110353 h 164317"/>
                <a:gd name="connsiteX26" fmla="*/ 41336 w 98456"/>
                <a:gd name="connsiteY26" fmla="*/ 126784 h 164317"/>
                <a:gd name="connsiteX27" fmla="*/ 20747 w 98456"/>
                <a:gd name="connsiteY27" fmla="*/ 103232 h 164317"/>
                <a:gd name="connsiteX28" fmla="*/ 21650 w 98456"/>
                <a:gd name="connsiteY28" fmla="*/ 95199 h 164317"/>
                <a:gd name="connsiteX29" fmla="*/ 33209 w 98456"/>
                <a:gd name="connsiteY29" fmla="*/ 49008 h 164317"/>
                <a:gd name="connsiteX30" fmla="*/ 71860 w 98456"/>
                <a:gd name="connsiteY30" fmla="*/ 4277 h 164317"/>
                <a:gd name="connsiteX31" fmla="*/ 88657 w 98456"/>
                <a:gd name="connsiteY31" fmla="*/ 20891 h 164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456" h="164317">
                  <a:moveTo>
                    <a:pt x="98771" y="25090"/>
                  </a:moveTo>
                  <a:cubicBezTo>
                    <a:pt x="98771" y="11397"/>
                    <a:pt x="88837" y="77"/>
                    <a:pt x="74208" y="77"/>
                  </a:cubicBezTo>
                  <a:cubicBezTo>
                    <a:pt x="63732" y="77"/>
                    <a:pt x="58675" y="2999"/>
                    <a:pt x="52354" y="7746"/>
                  </a:cubicBezTo>
                  <a:cubicBezTo>
                    <a:pt x="42420" y="15049"/>
                    <a:pt x="32486" y="32758"/>
                    <a:pt x="29055" y="46634"/>
                  </a:cubicBezTo>
                  <a:lnTo>
                    <a:pt x="337" y="162569"/>
                  </a:lnTo>
                  <a:cubicBezTo>
                    <a:pt x="157" y="163299"/>
                    <a:pt x="1060" y="164395"/>
                    <a:pt x="2505" y="164395"/>
                  </a:cubicBezTo>
                  <a:cubicBezTo>
                    <a:pt x="3950" y="164395"/>
                    <a:pt x="4491" y="164030"/>
                    <a:pt x="4672" y="163482"/>
                  </a:cubicBezTo>
                  <a:lnTo>
                    <a:pt x="17315" y="113091"/>
                  </a:lnTo>
                  <a:cubicBezTo>
                    <a:pt x="20747" y="124046"/>
                    <a:pt x="28693" y="130801"/>
                    <a:pt x="41878" y="130801"/>
                  </a:cubicBezTo>
                  <a:cubicBezTo>
                    <a:pt x="55063" y="130801"/>
                    <a:pt x="68609" y="124411"/>
                    <a:pt x="76736" y="116378"/>
                  </a:cubicBezTo>
                  <a:cubicBezTo>
                    <a:pt x="85406" y="107979"/>
                    <a:pt x="91185" y="96294"/>
                    <a:pt x="91185" y="82784"/>
                  </a:cubicBezTo>
                  <a:cubicBezTo>
                    <a:pt x="91185" y="69638"/>
                    <a:pt x="84503" y="60145"/>
                    <a:pt x="78001" y="55580"/>
                  </a:cubicBezTo>
                  <a:cubicBezTo>
                    <a:pt x="88476" y="49555"/>
                    <a:pt x="98771" y="38236"/>
                    <a:pt x="98771" y="25090"/>
                  </a:cubicBezTo>
                  <a:close/>
                  <a:moveTo>
                    <a:pt x="66261" y="55398"/>
                  </a:moveTo>
                  <a:cubicBezTo>
                    <a:pt x="63913" y="56310"/>
                    <a:pt x="61926" y="56676"/>
                    <a:pt x="57591" y="56676"/>
                  </a:cubicBezTo>
                  <a:cubicBezTo>
                    <a:pt x="55063" y="56676"/>
                    <a:pt x="51451" y="56858"/>
                    <a:pt x="49644" y="55945"/>
                  </a:cubicBezTo>
                  <a:cubicBezTo>
                    <a:pt x="50006" y="54120"/>
                    <a:pt x="56508" y="54485"/>
                    <a:pt x="58494" y="54485"/>
                  </a:cubicBezTo>
                  <a:cubicBezTo>
                    <a:pt x="62287" y="54485"/>
                    <a:pt x="63913" y="54485"/>
                    <a:pt x="66261" y="55398"/>
                  </a:cubicBezTo>
                  <a:close/>
                  <a:moveTo>
                    <a:pt x="88657" y="20891"/>
                  </a:moveTo>
                  <a:cubicBezTo>
                    <a:pt x="88657" y="33671"/>
                    <a:pt x="81793" y="46817"/>
                    <a:pt x="72402" y="52476"/>
                  </a:cubicBezTo>
                  <a:cubicBezTo>
                    <a:pt x="67525" y="50651"/>
                    <a:pt x="63913" y="50286"/>
                    <a:pt x="58494" y="50286"/>
                  </a:cubicBezTo>
                  <a:cubicBezTo>
                    <a:pt x="54702" y="50286"/>
                    <a:pt x="44587" y="50103"/>
                    <a:pt x="44587" y="56128"/>
                  </a:cubicBezTo>
                  <a:cubicBezTo>
                    <a:pt x="44407" y="61240"/>
                    <a:pt x="53799" y="60692"/>
                    <a:pt x="57050" y="60692"/>
                  </a:cubicBezTo>
                  <a:cubicBezTo>
                    <a:pt x="63732" y="60692"/>
                    <a:pt x="66441" y="60510"/>
                    <a:pt x="71860" y="58319"/>
                  </a:cubicBezTo>
                  <a:cubicBezTo>
                    <a:pt x="78723" y="64892"/>
                    <a:pt x="79626" y="70551"/>
                    <a:pt x="79807" y="78950"/>
                  </a:cubicBezTo>
                  <a:cubicBezTo>
                    <a:pt x="80168" y="89539"/>
                    <a:pt x="75833" y="103232"/>
                    <a:pt x="70776" y="110353"/>
                  </a:cubicBezTo>
                  <a:cubicBezTo>
                    <a:pt x="63732" y="120212"/>
                    <a:pt x="51631" y="126784"/>
                    <a:pt x="41336" y="126784"/>
                  </a:cubicBezTo>
                  <a:cubicBezTo>
                    <a:pt x="27610" y="126784"/>
                    <a:pt x="20747" y="116195"/>
                    <a:pt x="20747" y="103232"/>
                  </a:cubicBezTo>
                  <a:cubicBezTo>
                    <a:pt x="20747" y="101406"/>
                    <a:pt x="20747" y="98668"/>
                    <a:pt x="21650" y="95199"/>
                  </a:cubicBezTo>
                  <a:lnTo>
                    <a:pt x="33209" y="49008"/>
                  </a:lnTo>
                  <a:cubicBezTo>
                    <a:pt x="37182" y="33306"/>
                    <a:pt x="50186" y="4277"/>
                    <a:pt x="71860" y="4277"/>
                  </a:cubicBezTo>
                  <a:cubicBezTo>
                    <a:pt x="82335" y="4277"/>
                    <a:pt x="88657" y="9936"/>
                    <a:pt x="88657" y="2089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69" name="Freeform: Shape 5068">
              <a:extLst>
                <a:ext uri="{FF2B5EF4-FFF2-40B4-BE49-F238E27FC236}">
                  <a16:creationId xmlns:a16="http://schemas.microsoft.com/office/drawing/2014/main" id="{07650938-03CE-35A4-A266-A7E6931CB7A0}"/>
                </a:ext>
              </a:extLst>
            </p:cNvPr>
            <p:cNvSpPr/>
            <p:nvPr>
              <p:custDataLst>
                <p:tags r:id="rId78"/>
              </p:custDataLst>
            </p:nvPr>
          </p:nvSpPr>
          <p:spPr>
            <a:xfrm>
              <a:off x="9398109" y="5946133"/>
              <a:ext cx="55502" cy="110804"/>
            </a:xfrm>
            <a:custGeom>
              <a:avLst/>
              <a:gdLst>
                <a:gd name="connsiteX0" fmla="*/ 55822 w 55502"/>
                <a:gd name="connsiteY0" fmla="*/ 4935 h 110804"/>
                <a:gd name="connsiteX1" fmla="*/ 50765 w 55502"/>
                <a:gd name="connsiteY1" fmla="*/ 79 h 110804"/>
                <a:gd name="connsiteX2" fmla="*/ 43685 w 55502"/>
                <a:gd name="connsiteY2" fmla="*/ 7108 h 110804"/>
                <a:gd name="connsiteX3" fmla="*/ 48742 w 55502"/>
                <a:gd name="connsiteY3" fmla="*/ 11965 h 110804"/>
                <a:gd name="connsiteX4" fmla="*/ 55822 w 55502"/>
                <a:gd name="connsiteY4" fmla="*/ 4935 h 110804"/>
                <a:gd name="connsiteX5" fmla="*/ 29019 w 55502"/>
                <a:gd name="connsiteY5" fmla="*/ 91074 h 110804"/>
                <a:gd name="connsiteX6" fmla="*/ 12710 w 55502"/>
                <a:gd name="connsiteY6" fmla="*/ 107305 h 110804"/>
                <a:gd name="connsiteX7" fmla="*/ 8159 w 55502"/>
                <a:gd name="connsiteY7" fmla="*/ 106538 h 110804"/>
                <a:gd name="connsiteX8" fmla="*/ 12457 w 55502"/>
                <a:gd name="connsiteY8" fmla="*/ 100020 h 110804"/>
                <a:gd name="connsiteX9" fmla="*/ 7527 w 55502"/>
                <a:gd name="connsiteY9" fmla="*/ 95292 h 110804"/>
                <a:gd name="connsiteX10" fmla="*/ 320 w 55502"/>
                <a:gd name="connsiteY10" fmla="*/ 102832 h 110804"/>
                <a:gd name="connsiteX11" fmla="*/ 12837 w 55502"/>
                <a:gd name="connsiteY11" fmla="*/ 110884 h 110804"/>
                <a:gd name="connsiteX12" fmla="*/ 39134 w 55502"/>
                <a:gd name="connsiteY12" fmla="*/ 90691 h 110804"/>
                <a:gd name="connsiteX13" fmla="*/ 50512 w 55502"/>
                <a:gd name="connsiteY13" fmla="*/ 44938 h 110804"/>
                <a:gd name="connsiteX14" fmla="*/ 51144 w 55502"/>
                <a:gd name="connsiteY14" fmla="*/ 40464 h 110804"/>
                <a:gd name="connsiteX15" fmla="*/ 37617 w 55502"/>
                <a:gd name="connsiteY15" fmla="*/ 28451 h 110804"/>
                <a:gd name="connsiteX16" fmla="*/ 15492 w 55502"/>
                <a:gd name="connsiteY16" fmla="*/ 48005 h 110804"/>
                <a:gd name="connsiteX17" fmla="*/ 17641 w 55502"/>
                <a:gd name="connsiteY17" fmla="*/ 49666 h 110804"/>
                <a:gd name="connsiteX18" fmla="*/ 20169 w 55502"/>
                <a:gd name="connsiteY18" fmla="*/ 47366 h 110804"/>
                <a:gd name="connsiteX19" fmla="*/ 37237 w 55502"/>
                <a:gd name="connsiteY19" fmla="*/ 32030 h 110804"/>
                <a:gd name="connsiteX20" fmla="*/ 41536 w 55502"/>
                <a:gd name="connsiteY20" fmla="*/ 38292 h 110804"/>
                <a:gd name="connsiteX21" fmla="*/ 41156 w 55502"/>
                <a:gd name="connsiteY21" fmla="*/ 42126 h 110804"/>
                <a:gd name="connsiteX22" fmla="*/ 29019 w 55502"/>
                <a:gd name="connsiteY22" fmla="*/ 91074 h 110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502" h="110804">
                  <a:moveTo>
                    <a:pt x="55822" y="4935"/>
                  </a:moveTo>
                  <a:cubicBezTo>
                    <a:pt x="55822" y="2763"/>
                    <a:pt x="54179" y="79"/>
                    <a:pt x="50765" y="79"/>
                  </a:cubicBezTo>
                  <a:cubicBezTo>
                    <a:pt x="47099" y="79"/>
                    <a:pt x="43685" y="3657"/>
                    <a:pt x="43685" y="7108"/>
                  </a:cubicBezTo>
                  <a:cubicBezTo>
                    <a:pt x="43685" y="9153"/>
                    <a:pt x="45202" y="11965"/>
                    <a:pt x="48742" y="11965"/>
                  </a:cubicBezTo>
                  <a:cubicBezTo>
                    <a:pt x="52156" y="11965"/>
                    <a:pt x="55822" y="8642"/>
                    <a:pt x="55822" y="4935"/>
                  </a:cubicBezTo>
                  <a:close/>
                  <a:moveTo>
                    <a:pt x="29019" y="91074"/>
                  </a:moveTo>
                  <a:cubicBezTo>
                    <a:pt x="26870" y="99893"/>
                    <a:pt x="20169" y="107305"/>
                    <a:pt x="12710" y="107305"/>
                  </a:cubicBezTo>
                  <a:cubicBezTo>
                    <a:pt x="11067" y="107305"/>
                    <a:pt x="9549" y="107050"/>
                    <a:pt x="8159" y="106538"/>
                  </a:cubicBezTo>
                  <a:cubicBezTo>
                    <a:pt x="11446" y="105005"/>
                    <a:pt x="12457" y="101937"/>
                    <a:pt x="12457" y="100020"/>
                  </a:cubicBezTo>
                  <a:cubicBezTo>
                    <a:pt x="12457" y="96953"/>
                    <a:pt x="10055" y="95292"/>
                    <a:pt x="7527" y="95292"/>
                  </a:cubicBezTo>
                  <a:cubicBezTo>
                    <a:pt x="3607" y="95292"/>
                    <a:pt x="320" y="98742"/>
                    <a:pt x="320" y="102832"/>
                  </a:cubicBezTo>
                  <a:cubicBezTo>
                    <a:pt x="320" y="107689"/>
                    <a:pt x="5251" y="110884"/>
                    <a:pt x="12837" y="110884"/>
                  </a:cubicBezTo>
                  <a:cubicBezTo>
                    <a:pt x="20422" y="110884"/>
                    <a:pt x="35214" y="106283"/>
                    <a:pt x="39134" y="90691"/>
                  </a:cubicBezTo>
                  <a:lnTo>
                    <a:pt x="50512" y="44938"/>
                  </a:lnTo>
                  <a:cubicBezTo>
                    <a:pt x="50891" y="43532"/>
                    <a:pt x="51144" y="42382"/>
                    <a:pt x="51144" y="40464"/>
                  </a:cubicBezTo>
                  <a:cubicBezTo>
                    <a:pt x="51144" y="33435"/>
                    <a:pt x="45202" y="28451"/>
                    <a:pt x="37617" y="28451"/>
                  </a:cubicBezTo>
                  <a:cubicBezTo>
                    <a:pt x="23583" y="28451"/>
                    <a:pt x="15492" y="46216"/>
                    <a:pt x="15492" y="48005"/>
                  </a:cubicBezTo>
                  <a:cubicBezTo>
                    <a:pt x="15492" y="49666"/>
                    <a:pt x="17262" y="49666"/>
                    <a:pt x="17641" y="49666"/>
                  </a:cubicBezTo>
                  <a:cubicBezTo>
                    <a:pt x="19158" y="49666"/>
                    <a:pt x="19284" y="49283"/>
                    <a:pt x="20169" y="47366"/>
                  </a:cubicBezTo>
                  <a:cubicBezTo>
                    <a:pt x="23330" y="39953"/>
                    <a:pt x="29904" y="32030"/>
                    <a:pt x="37237" y="32030"/>
                  </a:cubicBezTo>
                  <a:cubicBezTo>
                    <a:pt x="40398" y="32030"/>
                    <a:pt x="41536" y="34202"/>
                    <a:pt x="41536" y="38292"/>
                  </a:cubicBezTo>
                  <a:cubicBezTo>
                    <a:pt x="41536" y="39698"/>
                    <a:pt x="41283" y="41487"/>
                    <a:pt x="41156" y="42126"/>
                  </a:cubicBezTo>
                  <a:lnTo>
                    <a:pt x="29019" y="9107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5070" name="Group 5069" descr="\documentclass{article}&#10;\usepackage{amsmath}&#10;\usepackage{amsfonts}&#10;\pagestyle{empty}&#10;\begin{document}&#10;&#10;&#10;\[&#10;\frac{\frac{\partial \mu_n}{\partial x_{nk}}}{\frac{\partial \mu_n}{\partial x_{nj}}}&#10;= \frac{f(\eta_n) \cdot \beta_k}{f(\eta_n) \cdot \beta_j}&#10;= \frac{\beta_k}{\beta_j}&#10;\]&#10;&#10;&#10;&#10;&#10;&#10;\end{document}" title="IguanaTex Shape Display">
            <a:extLst>
              <a:ext uri="{FF2B5EF4-FFF2-40B4-BE49-F238E27FC236}">
                <a16:creationId xmlns:a16="http://schemas.microsoft.com/office/drawing/2014/main" id="{84D8A9F7-AA0F-028A-E3CF-2467DCD21DD6}"/>
              </a:ext>
            </a:extLst>
          </p:cNvPr>
          <p:cNvGrpSpPr>
            <a:grpSpLocks noChangeAspect="1"/>
          </p:cNvGrpSpPr>
          <p:nvPr>
            <p:custDataLst>
              <p:tags r:id="rId2"/>
            </p:custDataLst>
          </p:nvPr>
        </p:nvGrpSpPr>
        <p:grpSpPr>
          <a:xfrm>
            <a:off x="2795431" y="5777070"/>
            <a:ext cx="1890325" cy="579278"/>
            <a:chOff x="10164102" y="6362990"/>
            <a:chExt cx="1890325" cy="579278"/>
          </a:xfrm>
        </p:grpSpPr>
        <p:sp>
          <p:nvSpPr>
            <p:cNvPr id="5071" name="Freeform: Shape 5070">
              <a:extLst>
                <a:ext uri="{FF2B5EF4-FFF2-40B4-BE49-F238E27FC236}">
                  <a16:creationId xmlns:a16="http://schemas.microsoft.com/office/drawing/2014/main" id="{4A381CD0-394C-C5B4-309E-DAC9F2295E18}"/>
                </a:ext>
              </a:extLst>
            </p:cNvPr>
            <p:cNvSpPr/>
            <p:nvPr>
              <p:custDataLst>
                <p:tags r:id="rId3"/>
              </p:custDataLst>
            </p:nvPr>
          </p:nvSpPr>
          <p:spPr>
            <a:xfrm>
              <a:off x="10225512" y="6362990"/>
              <a:ext cx="72744" cy="94295"/>
            </a:xfrm>
            <a:custGeom>
              <a:avLst/>
              <a:gdLst>
                <a:gd name="connsiteX0" fmla="*/ 59115 w 72744"/>
                <a:gd name="connsiteY0" fmla="*/ 48372 h 94295"/>
                <a:gd name="connsiteX1" fmla="*/ 39725 w 72744"/>
                <a:gd name="connsiteY1" fmla="*/ 33213 h 94295"/>
                <a:gd name="connsiteX2" fmla="*/ 2719 w 72744"/>
                <a:gd name="connsiteY2" fmla="*/ 58264 h 94295"/>
                <a:gd name="connsiteX3" fmla="*/ 185 w 72744"/>
                <a:gd name="connsiteY3" fmla="*/ 70854 h 94295"/>
                <a:gd name="connsiteX4" fmla="*/ 26798 w 72744"/>
                <a:gd name="connsiteY4" fmla="*/ 94364 h 94295"/>
                <a:gd name="connsiteX5" fmla="*/ 72929 w 72744"/>
                <a:gd name="connsiteY5" fmla="*/ 34626 h 94295"/>
                <a:gd name="connsiteX6" fmla="*/ 41753 w 72744"/>
                <a:gd name="connsiteY6" fmla="*/ 69 h 94295"/>
                <a:gd name="connsiteX7" fmla="*/ 15392 w 72744"/>
                <a:gd name="connsiteY7" fmla="*/ 20752 h 94295"/>
                <a:gd name="connsiteX8" fmla="*/ 20462 w 72744"/>
                <a:gd name="connsiteY8" fmla="*/ 25377 h 94295"/>
                <a:gd name="connsiteX9" fmla="*/ 27559 w 72744"/>
                <a:gd name="connsiteY9" fmla="*/ 18311 h 94295"/>
                <a:gd name="connsiteX10" fmla="*/ 22616 w 72744"/>
                <a:gd name="connsiteY10" fmla="*/ 13429 h 94295"/>
                <a:gd name="connsiteX11" fmla="*/ 41499 w 72744"/>
                <a:gd name="connsiteY11" fmla="*/ 3794 h 94295"/>
                <a:gd name="connsiteX12" fmla="*/ 62283 w 72744"/>
                <a:gd name="connsiteY12" fmla="*/ 28075 h 94295"/>
                <a:gd name="connsiteX13" fmla="*/ 59242 w 72744"/>
                <a:gd name="connsiteY13" fmla="*/ 48372 h 94295"/>
                <a:gd name="connsiteX14" fmla="*/ 59115 w 72744"/>
                <a:gd name="connsiteY14" fmla="*/ 48372 h 94295"/>
                <a:gd name="connsiteX15" fmla="*/ 27052 w 72744"/>
                <a:gd name="connsiteY15" fmla="*/ 90253 h 94295"/>
                <a:gd name="connsiteX16" fmla="*/ 11084 w 72744"/>
                <a:gd name="connsiteY16" fmla="*/ 75351 h 94295"/>
                <a:gd name="connsiteX17" fmla="*/ 15773 w 72744"/>
                <a:gd name="connsiteY17" fmla="*/ 54539 h 94295"/>
                <a:gd name="connsiteX18" fmla="*/ 40232 w 72744"/>
                <a:gd name="connsiteY18" fmla="*/ 36810 h 94295"/>
                <a:gd name="connsiteX19" fmla="*/ 56580 w 72744"/>
                <a:gd name="connsiteY19" fmla="*/ 54282 h 94295"/>
                <a:gd name="connsiteX20" fmla="*/ 27052 w 72744"/>
                <a:gd name="connsiteY20" fmla="*/ 90253 h 9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2744" h="94295">
                  <a:moveTo>
                    <a:pt x="59115" y="48372"/>
                  </a:moveTo>
                  <a:cubicBezTo>
                    <a:pt x="57341" y="40921"/>
                    <a:pt x="51638" y="33213"/>
                    <a:pt x="39725" y="33213"/>
                  </a:cubicBezTo>
                  <a:cubicBezTo>
                    <a:pt x="21983" y="33213"/>
                    <a:pt x="7282" y="46702"/>
                    <a:pt x="2719" y="58264"/>
                  </a:cubicBezTo>
                  <a:cubicBezTo>
                    <a:pt x="1959" y="60448"/>
                    <a:pt x="185" y="65716"/>
                    <a:pt x="185" y="70854"/>
                  </a:cubicBezTo>
                  <a:cubicBezTo>
                    <a:pt x="185" y="79718"/>
                    <a:pt x="7028" y="94364"/>
                    <a:pt x="26798" y="94364"/>
                  </a:cubicBezTo>
                  <a:cubicBezTo>
                    <a:pt x="59622" y="94364"/>
                    <a:pt x="72929" y="52869"/>
                    <a:pt x="72929" y="34626"/>
                  </a:cubicBezTo>
                  <a:cubicBezTo>
                    <a:pt x="72929" y="12658"/>
                    <a:pt x="58735" y="69"/>
                    <a:pt x="41753" y="69"/>
                  </a:cubicBezTo>
                  <a:cubicBezTo>
                    <a:pt x="21095" y="69"/>
                    <a:pt x="15392" y="16769"/>
                    <a:pt x="15392" y="20752"/>
                  </a:cubicBezTo>
                  <a:cubicBezTo>
                    <a:pt x="15392" y="21780"/>
                    <a:pt x="16026" y="25377"/>
                    <a:pt x="20462" y="25377"/>
                  </a:cubicBezTo>
                  <a:cubicBezTo>
                    <a:pt x="24897" y="25377"/>
                    <a:pt x="27559" y="21394"/>
                    <a:pt x="27559" y="18311"/>
                  </a:cubicBezTo>
                  <a:cubicBezTo>
                    <a:pt x="27559" y="14842"/>
                    <a:pt x="25024" y="13686"/>
                    <a:pt x="22616" y="13429"/>
                  </a:cubicBezTo>
                  <a:cubicBezTo>
                    <a:pt x="28953" y="3794"/>
                    <a:pt x="39345" y="3794"/>
                    <a:pt x="41499" y="3794"/>
                  </a:cubicBezTo>
                  <a:cubicBezTo>
                    <a:pt x="51004" y="3794"/>
                    <a:pt x="62283" y="9832"/>
                    <a:pt x="62283" y="28075"/>
                  </a:cubicBezTo>
                  <a:cubicBezTo>
                    <a:pt x="62283" y="33599"/>
                    <a:pt x="61650" y="38095"/>
                    <a:pt x="59242" y="48372"/>
                  </a:cubicBezTo>
                  <a:lnTo>
                    <a:pt x="59115" y="48372"/>
                  </a:lnTo>
                  <a:close/>
                  <a:moveTo>
                    <a:pt x="27052" y="90253"/>
                  </a:moveTo>
                  <a:cubicBezTo>
                    <a:pt x="12731" y="90253"/>
                    <a:pt x="11084" y="79333"/>
                    <a:pt x="11084" y="75351"/>
                  </a:cubicBezTo>
                  <a:cubicBezTo>
                    <a:pt x="11084" y="70340"/>
                    <a:pt x="14505" y="57751"/>
                    <a:pt x="15773" y="54539"/>
                  </a:cubicBezTo>
                  <a:cubicBezTo>
                    <a:pt x="18054" y="48629"/>
                    <a:pt x="25911" y="36810"/>
                    <a:pt x="40232" y="36810"/>
                  </a:cubicBezTo>
                  <a:cubicBezTo>
                    <a:pt x="52525" y="36810"/>
                    <a:pt x="56580" y="46574"/>
                    <a:pt x="56580" y="54282"/>
                  </a:cubicBezTo>
                  <a:cubicBezTo>
                    <a:pt x="56580" y="62889"/>
                    <a:pt x="48343" y="90253"/>
                    <a:pt x="27052" y="9025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72" name="Freeform: Shape 5071">
              <a:extLst>
                <a:ext uri="{FF2B5EF4-FFF2-40B4-BE49-F238E27FC236}">
                  <a16:creationId xmlns:a16="http://schemas.microsoft.com/office/drawing/2014/main" id="{AE103C69-4DFC-1418-CC27-4670770FE08B}"/>
                </a:ext>
              </a:extLst>
            </p:cNvPr>
            <p:cNvSpPr/>
            <p:nvPr>
              <p:custDataLst>
                <p:tags r:id="rId4"/>
              </p:custDataLst>
            </p:nvPr>
          </p:nvSpPr>
          <p:spPr>
            <a:xfrm>
              <a:off x="10309356" y="6398062"/>
              <a:ext cx="75532" cy="84146"/>
            </a:xfrm>
            <a:custGeom>
              <a:avLst/>
              <a:gdLst>
                <a:gd name="connsiteX0" fmla="*/ 696 w 75532"/>
                <a:gd name="connsiteY0" fmla="*/ 77406 h 84146"/>
                <a:gd name="connsiteX1" fmla="*/ 189 w 75532"/>
                <a:gd name="connsiteY1" fmla="*/ 80104 h 84146"/>
                <a:gd name="connsiteX2" fmla="*/ 4498 w 75532"/>
                <a:gd name="connsiteY2" fmla="*/ 84215 h 84146"/>
                <a:gd name="connsiteX3" fmla="*/ 10581 w 75532"/>
                <a:gd name="connsiteY3" fmla="*/ 77791 h 84146"/>
                <a:gd name="connsiteX4" fmla="*/ 16411 w 75532"/>
                <a:gd name="connsiteY4" fmla="*/ 54282 h 84146"/>
                <a:gd name="connsiteX5" fmla="*/ 29971 w 75532"/>
                <a:gd name="connsiteY5" fmla="*/ 58007 h 84146"/>
                <a:gd name="connsiteX6" fmla="*/ 48221 w 75532"/>
                <a:gd name="connsiteY6" fmla="*/ 48758 h 84146"/>
                <a:gd name="connsiteX7" fmla="*/ 61274 w 75532"/>
                <a:gd name="connsiteY7" fmla="*/ 58007 h 84146"/>
                <a:gd name="connsiteX8" fmla="*/ 71286 w 75532"/>
                <a:gd name="connsiteY8" fmla="*/ 51199 h 84146"/>
                <a:gd name="connsiteX9" fmla="*/ 75722 w 75532"/>
                <a:gd name="connsiteY9" fmla="*/ 38352 h 84146"/>
                <a:gd name="connsiteX10" fmla="*/ 73694 w 75532"/>
                <a:gd name="connsiteY10" fmla="*/ 36682 h 84146"/>
                <a:gd name="connsiteX11" fmla="*/ 70906 w 75532"/>
                <a:gd name="connsiteY11" fmla="*/ 40664 h 84146"/>
                <a:gd name="connsiteX12" fmla="*/ 61654 w 75532"/>
                <a:gd name="connsiteY12" fmla="*/ 54410 h 84146"/>
                <a:gd name="connsiteX13" fmla="*/ 57472 w 75532"/>
                <a:gd name="connsiteY13" fmla="*/ 48115 h 84146"/>
                <a:gd name="connsiteX14" fmla="*/ 59373 w 75532"/>
                <a:gd name="connsiteY14" fmla="*/ 37967 h 84146"/>
                <a:gd name="connsiteX15" fmla="*/ 62161 w 75532"/>
                <a:gd name="connsiteY15" fmla="*/ 26404 h 84146"/>
                <a:gd name="connsiteX16" fmla="*/ 65076 w 75532"/>
                <a:gd name="connsiteY16" fmla="*/ 14971 h 84146"/>
                <a:gd name="connsiteX17" fmla="*/ 67231 w 75532"/>
                <a:gd name="connsiteY17" fmla="*/ 5464 h 84146"/>
                <a:gd name="connsiteX18" fmla="*/ 63048 w 75532"/>
                <a:gd name="connsiteY18" fmla="*/ 1353 h 84146"/>
                <a:gd name="connsiteX19" fmla="*/ 57852 w 75532"/>
                <a:gd name="connsiteY19" fmla="*/ 4437 h 84146"/>
                <a:gd name="connsiteX20" fmla="*/ 55825 w 75532"/>
                <a:gd name="connsiteY20" fmla="*/ 11888 h 84146"/>
                <a:gd name="connsiteX21" fmla="*/ 53163 w 75532"/>
                <a:gd name="connsiteY21" fmla="*/ 22550 h 84146"/>
                <a:gd name="connsiteX22" fmla="*/ 49235 w 75532"/>
                <a:gd name="connsiteY22" fmla="*/ 38609 h 84146"/>
                <a:gd name="connsiteX23" fmla="*/ 47207 w 75532"/>
                <a:gd name="connsiteY23" fmla="*/ 43748 h 84146"/>
                <a:gd name="connsiteX24" fmla="*/ 30478 w 75532"/>
                <a:gd name="connsiteY24" fmla="*/ 54410 h 84146"/>
                <a:gd name="connsiteX25" fmla="*/ 20086 w 75532"/>
                <a:gd name="connsiteY25" fmla="*/ 42977 h 84146"/>
                <a:gd name="connsiteX26" fmla="*/ 22241 w 75532"/>
                <a:gd name="connsiteY26" fmla="*/ 31029 h 84146"/>
                <a:gd name="connsiteX27" fmla="*/ 25029 w 75532"/>
                <a:gd name="connsiteY27" fmla="*/ 19467 h 84146"/>
                <a:gd name="connsiteX28" fmla="*/ 26803 w 75532"/>
                <a:gd name="connsiteY28" fmla="*/ 12273 h 84146"/>
                <a:gd name="connsiteX29" fmla="*/ 28704 w 75532"/>
                <a:gd name="connsiteY29" fmla="*/ 4180 h 84146"/>
                <a:gd name="connsiteX30" fmla="*/ 24395 w 75532"/>
                <a:gd name="connsiteY30" fmla="*/ 69 h 84146"/>
                <a:gd name="connsiteX31" fmla="*/ 18312 w 75532"/>
                <a:gd name="connsiteY31" fmla="*/ 6107 h 84146"/>
                <a:gd name="connsiteX32" fmla="*/ 696 w 75532"/>
                <a:gd name="connsiteY32" fmla="*/ 77406 h 8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5532" h="84146">
                  <a:moveTo>
                    <a:pt x="696" y="77406"/>
                  </a:moveTo>
                  <a:cubicBezTo>
                    <a:pt x="189" y="79333"/>
                    <a:pt x="189" y="79975"/>
                    <a:pt x="189" y="80104"/>
                  </a:cubicBezTo>
                  <a:cubicBezTo>
                    <a:pt x="189" y="82930"/>
                    <a:pt x="2470" y="84215"/>
                    <a:pt x="4498" y="84215"/>
                  </a:cubicBezTo>
                  <a:cubicBezTo>
                    <a:pt x="9061" y="84215"/>
                    <a:pt x="10074" y="79975"/>
                    <a:pt x="10581" y="77791"/>
                  </a:cubicBezTo>
                  <a:cubicBezTo>
                    <a:pt x="10835" y="77149"/>
                    <a:pt x="13369" y="66872"/>
                    <a:pt x="16411" y="54282"/>
                  </a:cubicBezTo>
                  <a:cubicBezTo>
                    <a:pt x="20340" y="56980"/>
                    <a:pt x="25409" y="58007"/>
                    <a:pt x="29971" y="58007"/>
                  </a:cubicBezTo>
                  <a:cubicBezTo>
                    <a:pt x="40870" y="58007"/>
                    <a:pt x="47967" y="49015"/>
                    <a:pt x="48221" y="48758"/>
                  </a:cubicBezTo>
                  <a:cubicBezTo>
                    <a:pt x="50629" y="57622"/>
                    <a:pt x="59373" y="58007"/>
                    <a:pt x="61274" y="58007"/>
                  </a:cubicBezTo>
                  <a:cubicBezTo>
                    <a:pt x="65837" y="58007"/>
                    <a:pt x="69005" y="55181"/>
                    <a:pt x="71286" y="51199"/>
                  </a:cubicBezTo>
                  <a:cubicBezTo>
                    <a:pt x="74074" y="46188"/>
                    <a:pt x="75722" y="38866"/>
                    <a:pt x="75722" y="38352"/>
                  </a:cubicBezTo>
                  <a:cubicBezTo>
                    <a:pt x="75722" y="36682"/>
                    <a:pt x="74074" y="36682"/>
                    <a:pt x="73694" y="36682"/>
                  </a:cubicBezTo>
                  <a:cubicBezTo>
                    <a:pt x="71920" y="36682"/>
                    <a:pt x="71793" y="37196"/>
                    <a:pt x="70906" y="40664"/>
                  </a:cubicBezTo>
                  <a:cubicBezTo>
                    <a:pt x="69385" y="46831"/>
                    <a:pt x="66977" y="54410"/>
                    <a:pt x="61654" y="54410"/>
                  </a:cubicBezTo>
                  <a:cubicBezTo>
                    <a:pt x="58359" y="54410"/>
                    <a:pt x="57472" y="51584"/>
                    <a:pt x="57472" y="48115"/>
                  </a:cubicBezTo>
                  <a:cubicBezTo>
                    <a:pt x="57472" y="45932"/>
                    <a:pt x="58486" y="41307"/>
                    <a:pt x="59373" y="37967"/>
                  </a:cubicBezTo>
                  <a:cubicBezTo>
                    <a:pt x="60260" y="34498"/>
                    <a:pt x="61528" y="29231"/>
                    <a:pt x="62161" y="26404"/>
                  </a:cubicBezTo>
                  <a:lnTo>
                    <a:pt x="65076" y="14971"/>
                  </a:lnTo>
                  <a:cubicBezTo>
                    <a:pt x="65837" y="11759"/>
                    <a:pt x="67231" y="6107"/>
                    <a:pt x="67231" y="5464"/>
                  </a:cubicBezTo>
                  <a:cubicBezTo>
                    <a:pt x="67231" y="2895"/>
                    <a:pt x="65203" y="1353"/>
                    <a:pt x="63048" y="1353"/>
                  </a:cubicBezTo>
                  <a:cubicBezTo>
                    <a:pt x="61654" y="1353"/>
                    <a:pt x="59246" y="1996"/>
                    <a:pt x="57852" y="4437"/>
                  </a:cubicBezTo>
                  <a:cubicBezTo>
                    <a:pt x="57472" y="5207"/>
                    <a:pt x="56458" y="9318"/>
                    <a:pt x="55825" y="11888"/>
                  </a:cubicBezTo>
                  <a:lnTo>
                    <a:pt x="53163" y="22550"/>
                  </a:lnTo>
                  <a:lnTo>
                    <a:pt x="49235" y="38609"/>
                  </a:lnTo>
                  <a:cubicBezTo>
                    <a:pt x="48348" y="41821"/>
                    <a:pt x="48348" y="42077"/>
                    <a:pt x="47207" y="43748"/>
                  </a:cubicBezTo>
                  <a:cubicBezTo>
                    <a:pt x="43278" y="49400"/>
                    <a:pt x="37702" y="54410"/>
                    <a:pt x="30478" y="54410"/>
                  </a:cubicBezTo>
                  <a:cubicBezTo>
                    <a:pt x="20086" y="54410"/>
                    <a:pt x="20086" y="45289"/>
                    <a:pt x="20086" y="42977"/>
                  </a:cubicBezTo>
                  <a:cubicBezTo>
                    <a:pt x="20086" y="39637"/>
                    <a:pt x="20466" y="37967"/>
                    <a:pt x="22241" y="31029"/>
                  </a:cubicBezTo>
                  <a:cubicBezTo>
                    <a:pt x="23508" y="25377"/>
                    <a:pt x="23761" y="24477"/>
                    <a:pt x="25029" y="19467"/>
                  </a:cubicBezTo>
                  <a:lnTo>
                    <a:pt x="26803" y="12273"/>
                  </a:lnTo>
                  <a:cubicBezTo>
                    <a:pt x="27437" y="9575"/>
                    <a:pt x="28704" y="4693"/>
                    <a:pt x="28704" y="4180"/>
                  </a:cubicBezTo>
                  <a:cubicBezTo>
                    <a:pt x="28704" y="1867"/>
                    <a:pt x="26930" y="69"/>
                    <a:pt x="24395" y="69"/>
                  </a:cubicBezTo>
                  <a:cubicBezTo>
                    <a:pt x="19833" y="69"/>
                    <a:pt x="18692" y="4565"/>
                    <a:pt x="18312" y="6107"/>
                  </a:cubicBezTo>
                  <a:lnTo>
                    <a:pt x="696" y="774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73" name="Freeform: Shape 5072">
              <a:extLst>
                <a:ext uri="{FF2B5EF4-FFF2-40B4-BE49-F238E27FC236}">
                  <a16:creationId xmlns:a16="http://schemas.microsoft.com/office/drawing/2014/main" id="{84D2001B-CD4F-A501-F799-AB7A6CB2FCBD}"/>
                </a:ext>
              </a:extLst>
            </p:cNvPr>
            <p:cNvSpPr/>
            <p:nvPr>
              <p:custDataLst>
                <p:tags r:id="rId5"/>
              </p:custDataLst>
            </p:nvPr>
          </p:nvSpPr>
          <p:spPr>
            <a:xfrm>
              <a:off x="10399287" y="6432509"/>
              <a:ext cx="63366" cy="41568"/>
            </a:xfrm>
            <a:custGeom>
              <a:avLst/>
              <a:gdLst>
                <a:gd name="connsiteX0" fmla="*/ 9608 w 63366"/>
                <a:gd name="connsiteY0" fmla="*/ 31636 h 41568"/>
                <a:gd name="connsiteX1" fmla="*/ 8070 w 63366"/>
                <a:gd name="connsiteY1" fmla="*/ 38426 h 41568"/>
                <a:gd name="connsiteX2" fmla="*/ 11419 w 63366"/>
                <a:gd name="connsiteY2" fmla="*/ 41638 h 41568"/>
                <a:gd name="connsiteX3" fmla="*/ 15764 w 63366"/>
                <a:gd name="connsiteY3" fmla="*/ 38610 h 41568"/>
                <a:gd name="connsiteX4" fmla="*/ 17484 w 63366"/>
                <a:gd name="connsiteY4" fmla="*/ 31452 h 41568"/>
                <a:gd name="connsiteX5" fmla="*/ 20743 w 63366"/>
                <a:gd name="connsiteY5" fmla="*/ 18514 h 41568"/>
                <a:gd name="connsiteX6" fmla="*/ 39481 w 63366"/>
                <a:gd name="connsiteY6" fmla="*/ 3190 h 41568"/>
                <a:gd name="connsiteX7" fmla="*/ 45818 w 63366"/>
                <a:gd name="connsiteY7" fmla="*/ 9796 h 41568"/>
                <a:gd name="connsiteX8" fmla="*/ 39934 w 63366"/>
                <a:gd name="connsiteY8" fmla="*/ 29709 h 41568"/>
                <a:gd name="connsiteX9" fmla="*/ 39028 w 63366"/>
                <a:gd name="connsiteY9" fmla="*/ 33563 h 41568"/>
                <a:gd name="connsiteX10" fmla="*/ 48895 w 63366"/>
                <a:gd name="connsiteY10" fmla="*/ 41638 h 41568"/>
                <a:gd name="connsiteX11" fmla="*/ 63560 w 63366"/>
                <a:gd name="connsiteY11" fmla="*/ 27415 h 41568"/>
                <a:gd name="connsiteX12" fmla="*/ 61659 w 63366"/>
                <a:gd name="connsiteY12" fmla="*/ 26130 h 41568"/>
                <a:gd name="connsiteX13" fmla="*/ 59487 w 63366"/>
                <a:gd name="connsiteY13" fmla="*/ 28241 h 41568"/>
                <a:gd name="connsiteX14" fmla="*/ 49258 w 63366"/>
                <a:gd name="connsiteY14" fmla="*/ 38518 h 41568"/>
                <a:gd name="connsiteX15" fmla="*/ 46542 w 63366"/>
                <a:gd name="connsiteY15" fmla="*/ 35031 h 41568"/>
                <a:gd name="connsiteX16" fmla="*/ 47719 w 63366"/>
                <a:gd name="connsiteY16" fmla="*/ 30168 h 41568"/>
                <a:gd name="connsiteX17" fmla="*/ 53422 w 63366"/>
                <a:gd name="connsiteY17" fmla="*/ 10989 h 41568"/>
                <a:gd name="connsiteX18" fmla="*/ 40024 w 63366"/>
                <a:gd name="connsiteY18" fmla="*/ 70 h 41568"/>
                <a:gd name="connsiteX19" fmla="*/ 22915 w 63366"/>
                <a:gd name="connsiteY19" fmla="*/ 9154 h 41568"/>
                <a:gd name="connsiteX20" fmla="*/ 11872 w 63366"/>
                <a:gd name="connsiteY20" fmla="*/ 70 h 41568"/>
                <a:gd name="connsiteX21" fmla="*/ 194 w 63366"/>
                <a:gd name="connsiteY21" fmla="*/ 14293 h 41568"/>
                <a:gd name="connsiteX22" fmla="*/ 2095 w 63366"/>
                <a:gd name="connsiteY22" fmla="*/ 15577 h 41568"/>
                <a:gd name="connsiteX23" fmla="*/ 4177 w 63366"/>
                <a:gd name="connsiteY23" fmla="*/ 13834 h 41568"/>
                <a:gd name="connsiteX24" fmla="*/ 11419 w 63366"/>
                <a:gd name="connsiteY24" fmla="*/ 3190 h 41568"/>
                <a:gd name="connsiteX25" fmla="*/ 15130 w 63366"/>
                <a:gd name="connsiteY25" fmla="*/ 8053 h 41568"/>
                <a:gd name="connsiteX26" fmla="*/ 13682 w 63366"/>
                <a:gd name="connsiteY26" fmla="*/ 15210 h 41568"/>
                <a:gd name="connsiteX27" fmla="*/ 11691 w 63366"/>
                <a:gd name="connsiteY27" fmla="*/ 23469 h 41568"/>
                <a:gd name="connsiteX28" fmla="*/ 9608 w 63366"/>
                <a:gd name="connsiteY28" fmla="*/ 31636 h 4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366" h="41568">
                  <a:moveTo>
                    <a:pt x="9608" y="31636"/>
                  </a:moveTo>
                  <a:cubicBezTo>
                    <a:pt x="9065" y="33930"/>
                    <a:pt x="8070" y="37968"/>
                    <a:pt x="8070" y="38426"/>
                  </a:cubicBezTo>
                  <a:cubicBezTo>
                    <a:pt x="8070" y="40445"/>
                    <a:pt x="9699" y="41638"/>
                    <a:pt x="11419" y="41638"/>
                  </a:cubicBezTo>
                  <a:cubicBezTo>
                    <a:pt x="12777" y="41638"/>
                    <a:pt x="14768" y="40904"/>
                    <a:pt x="15764" y="38610"/>
                  </a:cubicBezTo>
                  <a:cubicBezTo>
                    <a:pt x="15855" y="38151"/>
                    <a:pt x="16941" y="33838"/>
                    <a:pt x="17484" y="31452"/>
                  </a:cubicBezTo>
                  <a:cubicBezTo>
                    <a:pt x="20562" y="19064"/>
                    <a:pt x="20562" y="18881"/>
                    <a:pt x="20743" y="18514"/>
                  </a:cubicBezTo>
                  <a:cubicBezTo>
                    <a:pt x="21920" y="16036"/>
                    <a:pt x="28437" y="3190"/>
                    <a:pt x="39481" y="3190"/>
                  </a:cubicBezTo>
                  <a:cubicBezTo>
                    <a:pt x="43917" y="3190"/>
                    <a:pt x="45818" y="5667"/>
                    <a:pt x="45818" y="9796"/>
                  </a:cubicBezTo>
                  <a:cubicBezTo>
                    <a:pt x="45818" y="15027"/>
                    <a:pt x="42016" y="24478"/>
                    <a:pt x="39934" y="29709"/>
                  </a:cubicBezTo>
                  <a:cubicBezTo>
                    <a:pt x="39481" y="30810"/>
                    <a:pt x="39028" y="32003"/>
                    <a:pt x="39028" y="33563"/>
                  </a:cubicBezTo>
                  <a:cubicBezTo>
                    <a:pt x="39028" y="38335"/>
                    <a:pt x="43555" y="41638"/>
                    <a:pt x="48895" y="41638"/>
                  </a:cubicBezTo>
                  <a:cubicBezTo>
                    <a:pt x="58581" y="41638"/>
                    <a:pt x="63560" y="29709"/>
                    <a:pt x="63560" y="27415"/>
                  </a:cubicBezTo>
                  <a:cubicBezTo>
                    <a:pt x="63560" y="26130"/>
                    <a:pt x="62021" y="26130"/>
                    <a:pt x="61659" y="26130"/>
                  </a:cubicBezTo>
                  <a:cubicBezTo>
                    <a:pt x="60120" y="26130"/>
                    <a:pt x="60030" y="26497"/>
                    <a:pt x="59487" y="28241"/>
                  </a:cubicBezTo>
                  <a:cubicBezTo>
                    <a:pt x="57767" y="33746"/>
                    <a:pt x="53603" y="38518"/>
                    <a:pt x="49258" y="38518"/>
                  </a:cubicBezTo>
                  <a:cubicBezTo>
                    <a:pt x="47176" y="38518"/>
                    <a:pt x="46542" y="37050"/>
                    <a:pt x="46542" y="35031"/>
                  </a:cubicBezTo>
                  <a:cubicBezTo>
                    <a:pt x="46542" y="33104"/>
                    <a:pt x="46904" y="32186"/>
                    <a:pt x="47719" y="30168"/>
                  </a:cubicBezTo>
                  <a:cubicBezTo>
                    <a:pt x="49258" y="26497"/>
                    <a:pt x="53422" y="16036"/>
                    <a:pt x="53422" y="10989"/>
                  </a:cubicBezTo>
                  <a:cubicBezTo>
                    <a:pt x="53422" y="4199"/>
                    <a:pt x="48624" y="70"/>
                    <a:pt x="40024" y="70"/>
                  </a:cubicBezTo>
                  <a:cubicBezTo>
                    <a:pt x="31787" y="70"/>
                    <a:pt x="26084" y="5117"/>
                    <a:pt x="22915" y="9154"/>
                  </a:cubicBezTo>
                  <a:cubicBezTo>
                    <a:pt x="22463" y="1630"/>
                    <a:pt x="15221" y="70"/>
                    <a:pt x="11872" y="70"/>
                  </a:cubicBezTo>
                  <a:cubicBezTo>
                    <a:pt x="2819" y="70"/>
                    <a:pt x="194" y="14109"/>
                    <a:pt x="194" y="14293"/>
                  </a:cubicBezTo>
                  <a:cubicBezTo>
                    <a:pt x="194" y="15577"/>
                    <a:pt x="1642" y="15577"/>
                    <a:pt x="2095" y="15577"/>
                  </a:cubicBezTo>
                  <a:cubicBezTo>
                    <a:pt x="3634" y="15577"/>
                    <a:pt x="3815" y="15027"/>
                    <a:pt x="4177" y="13834"/>
                  </a:cubicBezTo>
                  <a:cubicBezTo>
                    <a:pt x="5535" y="8512"/>
                    <a:pt x="7617" y="3190"/>
                    <a:pt x="11419" y="3190"/>
                  </a:cubicBezTo>
                  <a:cubicBezTo>
                    <a:pt x="14497" y="3190"/>
                    <a:pt x="15130" y="6126"/>
                    <a:pt x="15130" y="8053"/>
                  </a:cubicBezTo>
                  <a:cubicBezTo>
                    <a:pt x="15130" y="9338"/>
                    <a:pt x="14225" y="12825"/>
                    <a:pt x="13682" y="15210"/>
                  </a:cubicBezTo>
                  <a:cubicBezTo>
                    <a:pt x="13048" y="17688"/>
                    <a:pt x="12143" y="21450"/>
                    <a:pt x="11691" y="23469"/>
                  </a:cubicBezTo>
                  <a:lnTo>
                    <a:pt x="9608" y="3163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74" name="Freeform: Shape 5073">
              <a:extLst>
                <a:ext uri="{FF2B5EF4-FFF2-40B4-BE49-F238E27FC236}">
                  <a16:creationId xmlns:a16="http://schemas.microsoft.com/office/drawing/2014/main" id="{230C9B82-5C72-2654-EEF6-0CD46EC068DE}"/>
                </a:ext>
              </a:extLst>
            </p:cNvPr>
            <p:cNvSpPr/>
            <p:nvPr>
              <p:custDataLst>
                <p:tags r:id="rId6"/>
              </p:custDataLst>
            </p:nvPr>
          </p:nvSpPr>
          <p:spPr>
            <a:xfrm>
              <a:off x="10185827" y="6487036"/>
              <a:ext cx="326087" cy="7340"/>
            </a:xfrm>
            <a:custGeom>
              <a:avLst/>
              <a:gdLst>
                <a:gd name="connsiteX0" fmla="*/ 0 w 326087"/>
                <a:gd name="connsiteY0" fmla="*/ 0 h 7340"/>
                <a:gd name="connsiteX1" fmla="*/ 326088 w 326087"/>
                <a:gd name="connsiteY1" fmla="*/ 0 h 7340"/>
                <a:gd name="connsiteX2" fmla="*/ 326088 w 326087"/>
                <a:gd name="connsiteY2" fmla="*/ 7341 h 7340"/>
                <a:gd name="connsiteX3" fmla="*/ 0 w 326087"/>
                <a:gd name="connsiteY3" fmla="*/ 7341 h 7340"/>
              </a:gdLst>
              <a:ahLst/>
              <a:cxnLst>
                <a:cxn ang="0">
                  <a:pos x="connsiteX0" y="connsiteY0"/>
                </a:cxn>
                <a:cxn ang="0">
                  <a:pos x="connsiteX1" y="connsiteY1"/>
                </a:cxn>
                <a:cxn ang="0">
                  <a:pos x="connsiteX2" y="connsiteY2"/>
                </a:cxn>
                <a:cxn ang="0">
                  <a:pos x="connsiteX3" y="connsiteY3"/>
                </a:cxn>
              </a:cxnLst>
              <a:rect l="l" t="t" r="r" b="b"/>
              <a:pathLst>
                <a:path w="326087" h="7340">
                  <a:moveTo>
                    <a:pt x="0" y="0"/>
                  </a:moveTo>
                  <a:lnTo>
                    <a:pt x="326088" y="0"/>
                  </a:lnTo>
                  <a:lnTo>
                    <a:pt x="326088" y="7341"/>
                  </a:lnTo>
                  <a:lnTo>
                    <a:pt x="0" y="734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75" name="Freeform: Shape 5074">
              <a:extLst>
                <a:ext uri="{FF2B5EF4-FFF2-40B4-BE49-F238E27FC236}">
                  <a16:creationId xmlns:a16="http://schemas.microsoft.com/office/drawing/2014/main" id="{B36A87CA-F4FB-4EEE-A7BA-D60113206D46}"/>
                </a:ext>
              </a:extLst>
            </p:cNvPr>
            <p:cNvSpPr/>
            <p:nvPr>
              <p:custDataLst>
                <p:tags r:id="rId7"/>
              </p:custDataLst>
            </p:nvPr>
          </p:nvSpPr>
          <p:spPr>
            <a:xfrm>
              <a:off x="10193431" y="6508149"/>
              <a:ext cx="72744" cy="94295"/>
            </a:xfrm>
            <a:custGeom>
              <a:avLst/>
              <a:gdLst>
                <a:gd name="connsiteX0" fmla="*/ 59113 w 72744"/>
                <a:gd name="connsiteY0" fmla="*/ 48380 h 94295"/>
                <a:gd name="connsiteX1" fmla="*/ 39723 w 72744"/>
                <a:gd name="connsiteY1" fmla="*/ 33221 h 94295"/>
                <a:gd name="connsiteX2" fmla="*/ 2717 w 72744"/>
                <a:gd name="connsiteY2" fmla="*/ 58272 h 94295"/>
                <a:gd name="connsiteX3" fmla="*/ 183 w 72744"/>
                <a:gd name="connsiteY3" fmla="*/ 70862 h 94295"/>
                <a:gd name="connsiteX4" fmla="*/ 26797 w 72744"/>
                <a:gd name="connsiteY4" fmla="*/ 94372 h 94295"/>
                <a:gd name="connsiteX5" fmla="*/ 72927 w 72744"/>
                <a:gd name="connsiteY5" fmla="*/ 34634 h 94295"/>
                <a:gd name="connsiteX6" fmla="*/ 41751 w 72744"/>
                <a:gd name="connsiteY6" fmla="*/ 76 h 94295"/>
                <a:gd name="connsiteX7" fmla="*/ 15391 w 72744"/>
                <a:gd name="connsiteY7" fmla="*/ 20760 h 94295"/>
                <a:gd name="connsiteX8" fmla="*/ 20460 w 72744"/>
                <a:gd name="connsiteY8" fmla="*/ 25385 h 94295"/>
                <a:gd name="connsiteX9" fmla="*/ 27557 w 72744"/>
                <a:gd name="connsiteY9" fmla="*/ 18319 h 94295"/>
                <a:gd name="connsiteX10" fmla="*/ 22614 w 72744"/>
                <a:gd name="connsiteY10" fmla="*/ 13437 h 94295"/>
                <a:gd name="connsiteX11" fmla="*/ 41497 w 72744"/>
                <a:gd name="connsiteY11" fmla="*/ 3802 h 94295"/>
                <a:gd name="connsiteX12" fmla="*/ 62282 w 72744"/>
                <a:gd name="connsiteY12" fmla="*/ 28082 h 94295"/>
                <a:gd name="connsiteX13" fmla="*/ 59240 w 72744"/>
                <a:gd name="connsiteY13" fmla="*/ 48380 h 94295"/>
                <a:gd name="connsiteX14" fmla="*/ 59113 w 72744"/>
                <a:gd name="connsiteY14" fmla="*/ 48380 h 94295"/>
                <a:gd name="connsiteX15" fmla="*/ 27050 w 72744"/>
                <a:gd name="connsiteY15" fmla="*/ 90261 h 94295"/>
                <a:gd name="connsiteX16" fmla="*/ 11082 w 72744"/>
                <a:gd name="connsiteY16" fmla="*/ 75358 h 94295"/>
                <a:gd name="connsiteX17" fmla="*/ 15771 w 72744"/>
                <a:gd name="connsiteY17" fmla="*/ 54547 h 94295"/>
                <a:gd name="connsiteX18" fmla="*/ 40230 w 72744"/>
                <a:gd name="connsiteY18" fmla="*/ 36818 h 94295"/>
                <a:gd name="connsiteX19" fmla="*/ 56579 w 72744"/>
                <a:gd name="connsiteY19" fmla="*/ 54290 h 94295"/>
                <a:gd name="connsiteX20" fmla="*/ 27050 w 72744"/>
                <a:gd name="connsiteY20" fmla="*/ 90261 h 9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2744" h="94295">
                  <a:moveTo>
                    <a:pt x="59113" y="48380"/>
                  </a:moveTo>
                  <a:cubicBezTo>
                    <a:pt x="57339" y="40929"/>
                    <a:pt x="51636" y="33221"/>
                    <a:pt x="39723" y="33221"/>
                  </a:cubicBezTo>
                  <a:cubicBezTo>
                    <a:pt x="21981" y="33221"/>
                    <a:pt x="7280" y="46710"/>
                    <a:pt x="2717" y="58272"/>
                  </a:cubicBezTo>
                  <a:cubicBezTo>
                    <a:pt x="1957" y="60456"/>
                    <a:pt x="183" y="65723"/>
                    <a:pt x="183" y="70862"/>
                  </a:cubicBezTo>
                  <a:cubicBezTo>
                    <a:pt x="183" y="79726"/>
                    <a:pt x="7026" y="94372"/>
                    <a:pt x="26797" y="94372"/>
                  </a:cubicBezTo>
                  <a:cubicBezTo>
                    <a:pt x="59620" y="94372"/>
                    <a:pt x="72927" y="52877"/>
                    <a:pt x="72927" y="34634"/>
                  </a:cubicBezTo>
                  <a:cubicBezTo>
                    <a:pt x="72927" y="12666"/>
                    <a:pt x="58733" y="76"/>
                    <a:pt x="41751" y="76"/>
                  </a:cubicBezTo>
                  <a:cubicBezTo>
                    <a:pt x="21094" y="76"/>
                    <a:pt x="15391" y="16777"/>
                    <a:pt x="15391" y="20760"/>
                  </a:cubicBezTo>
                  <a:cubicBezTo>
                    <a:pt x="15391" y="21788"/>
                    <a:pt x="16024" y="25385"/>
                    <a:pt x="20460" y="25385"/>
                  </a:cubicBezTo>
                  <a:cubicBezTo>
                    <a:pt x="24896" y="25385"/>
                    <a:pt x="27557" y="21402"/>
                    <a:pt x="27557" y="18319"/>
                  </a:cubicBezTo>
                  <a:cubicBezTo>
                    <a:pt x="27557" y="14850"/>
                    <a:pt x="25022" y="13694"/>
                    <a:pt x="22614" y="13437"/>
                  </a:cubicBezTo>
                  <a:cubicBezTo>
                    <a:pt x="28951" y="3802"/>
                    <a:pt x="39343" y="3802"/>
                    <a:pt x="41497" y="3802"/>
                  </a:cubicBezTo>
                  <a:cubicBezTo>
                    <a:pt x="51002" y="3802"/>
                    <a:pt x="62282" y="9840"/>
                    <a:pt x="62282" y="28082"/>
                  </a:cubicBezTo>
                  <a:cubicBezTo>
                    <a:pt x="62282" y="33607"/>
                    <a:pt x="61648" y="38103"/>
                    <a:pt x="59240" y="48380"/>
                  </a:cubicBezTo>
                  <a:lnTo>
                    <a:pt x="59113" y="48380"/>
                  </a:lnTo>
                  <a:close/>
                  <a:moveTo>
                    <a:pt x="27050" y="90261"/>
                  </a:moveTo>
                  <a:cubicBezTo>
                    <a:pt x="12729" y="90261"/>
                    <a:pt x="11082" y="79341"/>
                    <a:pt x="11082" y="75358"/>
                  </a:cubicBezTo>
                  <a:cubicBezTo>
                    <a:pt x="11082" y="70348"/>
                    <a:pt x="14504" y="57758"/>
                    <a:pt x="15771" y="54547"/>
                  </a:cubicBezTo>
                  <a:cubicBezTo>
                    <a:pt x="18052" y="48637"/>
                    <a:pt x="25909" y="36818"/>
                    <a:pt x="40230" y="36818"/>
                  </a:cubicBezTo>
                  <a:cubicBezTo>
                    <a:pt x="52523" y="36818"/>
                    <a:pt x="56579" y="46582"/>
                    <a:pt x="56579" y="54290"/>
                  </a:cubicBezTo>
                  <a:cubicBezTo>
                    <a:pt x="56579" y="62897"/>
                    <a:pt x="48341" y="90261"/>
                    <a:pt x="27050" y="9026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76" name="Freeform: Shape 5075">
              <a:extLst>
                <a:ext uri="{FF2B5EF4-FFF2-40B4-BE49-F238E27FC236}">
                  <a16:creationId xmlns:a16="http://schemas.microsoft.com/office/drawing/2014/main" id="{7AC2C1C1-594D-C10C-7045-C8201F249FCD}"/>
                </a:ext>
              </a:extLst>
            </p:cNvPr>
            <p:cNvSpPr/>
            <p:nvPr>
              <p:custDataLst>
                <p:tags r:id="rId8"/>
              </p:custDataLst>
            </p:nvPr>
          </p:nvSpPr>
          <p:spPr>
            <a:xfrm>
              <a:off x="10277021" y="6543220"/>
              <a:ext cx="67801" cy="57938"/>
            </a:xfrm>
            <a:custGeom>
              <a:avLst/>
              <a:gdLst>
                <a:gd name="connsiteX0" fmla="*/ 25661 w 67801"/>
                <a:gd name="connsiteY0" fmla="*/ 43113 h 57938"/>
                <a:gd name="connsiteX1" fmla="*/ 13748 w 67801"/>
                <a:gd name="connsiteY1" fmla="*/ 54418 h 57938"/>
                <a:gd name="connsiteX2" fmla="*/ 6904 w 67801"/>
                <a:gd name="connsiteY2" fmla="*/ 52620 h 57938"/>
                <a:gd name="connsiteX3" fmla="*/ 12481 w 67801"/>
                <a:gd name="connsiteY3" fmla="*/ 45554 h 57938"/>
                <a:gd name="connsiteX4" fmla="*/ 7411 w 67801"/>
                <a:gd name="connsiteY4" fmla="*/ 40801 h 57938"/>
                <a:gd name="connsiteX5" fmla="*/ 187 w 67801"/>
                <a:gd name="connsiteY5" fmla="*/ 48637 h 57938"/>
                <a:gd name="connsiteX6" fmla="*/ 13494 w 67801"/>
                <a:gd name="connsiteY6" fmla="*/ 58015 h 57938"/>
                <a:gd name="connsiteX7" fmla="*/ 27688 w 67801"/>
                <a:gd name="connsiteY7" fmla="*/ 48894 h 57938"/>
                <a:gd name="connsiteX8" fmla="*/ 42770 w 67801"/>
                <a:gd name="connsiteY8" fmla="*/ 58015 h 57938"/>
                <a:gd name="connsiteX9" fmla="*/ 65074 w 67801"/>
                <a:gd name="connsiteY9" fmla="*/ 38360 h 57938"/>
                <a:gd name="connsiteX10" fmla="*/ 63047 w 67801"/>
                <a:gd name="connsiteY10" fmla="*/ 36690 h 57938"/>
                <a:gd name="connsiteX11" fmla="*/ 60639 w 67801"/>
                <a:gd name="connsiteY11" fmla="*/ 38874 h 57938"/>
                <a:gd name="connsiteX12" fmla="*/ 43276 w 67801"/>
                <a:gd name="connsiteY12" fmla="*/ 54418 h 57938"/>
                <a:gd name="connsiteX13" fmla="*/ 35546 w 67801"/>
                <a:gd name="connsiteY13" fmla="*/ 46068 h 57938"/>
                <a:gd name="connsiteX14" fmla="*/ 42136 w 67801"/>
                <a:gd name="connsiteY14" fmla="*/ 16777 h 57938"/>
                <a:gd name="connsiteX15" fmla="*/ 54556 w 67801"/>
                <a:gd name="connsiteY15" fmla="*/ 3674 h 57938"/>
                <a:gd name="connsiteX16" fmla="*/ 61399 w 67801"/>
                <a:gd name="connsiteY16" fmla="*/ 5472 h 57938"/>
                <a:gd name="connsiteX17" fmla="*/ 55823 w 67801"/>
                <a:gd name="connsiteY17" fmla="*/ 12538 h 57938"/>
                <a:gd name="connsiteX18" fmla="*/ 60892 w 67801"/>
                <a:gd name="connsiteY18" fmla="*/ 17291 h 57938"/>
                <a:gd name="connsiteX19" fmla="*/ 67989 w 67801"/>
                <a:gd name="connsiteY19" fmla="*/ 9455 h 57938"/>
                <a:gd name="connsiteX20" fmla="*/ 54809 w 67801"/>
                <a:gd name="connsiteY20" fmla="*/ 76 h 57938"/>
                <a:gd name="connsiteX21" fmla="*/ 40615 w 67801"/>
                <a:gd name="connsiteY21" fmla="*/ 9198 h 57938"/>
                <a:gd name="connsiteX22" fmla="*/ 25407 w 67801"/>
                <a:gd name="connsiteY22" fmla="*/ 76 h 57938"/>
                <a:gd name="connsiteX23" fmla="*/ 3102 w 67801"/>
                <a:gd name="connsiteY23" fmla="*/ 19732 h 57938"/>
                <a:gd name="connsiteX24" fmla="*/ 5257 w 67801"/>
                <a:gd name="connsiteY24" fmla="*/ 21402 h 57938"/>
                <a:gd name="connsiteX25" fmla="*/ 7665 w 67801"/>
                <a:gd name="connsiteY25" fmla="*/ 19218 h 57938"/>
                <a:gd name="connsiteX26" fmla="*/ 25027 w 67801"/>
                <a:gd name="connsiteY26" fmla="*/ 3674 h 57938"/>
                <a:gd name="connsiteX27" fmla="*/ 32631 w 67801"/>
                <a:gd name="connsiteY27" fmla="*/ 12152 h 57938"/>
                <a:gd name="connsiteX28" fmla="*/ 29970 w 67801"/>
                <a:gd name="connsiteY28" fmla="*/ 25513 h 57938"/>
                <a:gd name="connsiteX29" fmla="*/ 25661 w 67801"/>
                <a:gd name="connsiteY29" fmla="*/ 43113 h 57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7801" h="57938">
                  <a:moveTo>
                    <a:pt x="25661" y="43113"/>
                  </a:moveTo>
                  <a:cubicBezTo>
                    <a:pt x="24393" y="47481"/>
                    <a:pt x="20211" y="54418"/>
                    <a:pt x="13748" y="54418"/>
                  </a:cubicBezTo>
                  <a:cubicBezTo>
                    <a:pt x="13368" y="54418"/>
                    <a:pt x="9566" y="54418"/>
                    <a:pt x="6904" y="52620"/>
                  </a:cubicBezTo>
                  <a:cubicBezTo>
                    <a:pt x="12100" y="50950"/>
                    <a:pt x="12481" y="46325"/>
                    <a:pt x="12481" y="45554"/>
                  </a:cubicBezTo>
                  <a:cubicBezTo>
                    <a:pt x="12481" y="42728"/>
                    <a:pt x="10326" y="40801"/>
                    <a:pt x="7411" y="40801"/>
                  </a:cubicBezTo>
                  <a:cubicBezTo>
                    <a:pt x="3863" y="40801"/>
                    <a:pt x="187" y="43884"/>
                    <a:pt x="187" y="48637"/>
                  </a:cubicBezTo>
                  <a:cubicBezTo>
                    <a:pt x="187" y="55061"/>
                    <a:pt x="7284" y="58015"/>
                    <a:pt x="13494" y="58015"/>
                  </a:cubicBezTo>
                  <a:cubicBezTo>
                    <a:pt x="19324" y="58015"/>
                    <a:pt x="24520" y="54290"/>
                    <a:pt x="27688" y="48894"/>
                  </a:cubicBezTo>
                  <a:cubicBezTo>
                    <a:pt x="30730" y="55703"/>
                    <a:pt x="37700" y="58015"/>
                    <a:pt x="42770" y="58015"/>
                  </a:cubicBezTo>
                  <a:cubicBezTo>
                    <a:pt x="57344" y="58015"/>
                    <a:pt x="65074" y="41957"/>
                    <a:pt x="65074" y="38360"/>
                  </a:cubicBezTo>
                  <a:cubicBezTo>
                    <a:pt x="65074" y="36690"/>
                    <a:pt x="63427" y="36690"/>
                    <a:pt x="63047" y="36690"/>
                  </a:cubicBezTo>
                  <a:cubicBezTo>
                    <a:pt x="61272" y="36690"/>
                    <a:pt x="61146" y="37332"/>
                    <a:pt x="60639" y="38874"/>
                  </a:cubicBezTo>
                  <a:cubicBezTo>
                    <a:pt x="57977" y="47738"/>
                    <a:pt x="50373" y="54418"/>
                    <a:pt x="43276" y="54418"/>
                  </a:cubicBezTo>
                  <a:cubicBezTo>
                    <a:pt x="38207" y="54418"/>
                    <a:pt x="35546" y="50950"/>
                    <a:pt x="35546" y="46068"/>
                  </a:cubicBezTo>
                  <a:cubicBezTo>
                    <a:pt x="35546" y="42728"/>
                    <a:pt x="38587" y="31037"/>
                    <a:pt x="42136" y="16777"/>
                  </a:cubicBezTo>
                  <a:cubicBezTo>
                    <a:pt x="44670" y="6885"/>
                    <a:pt x="50373" y="3674"/>
                    <a:pt x="54556" y="3674"/>
                  </a:cubicBezTo>
                  <a:cubicBezTo>
                    <a:pt x="54809" y="3674"/>
                    <a:pt x="58738" y="3674"/>
                    <a:pt x="61399" y="5472"/>
                  </a:cubicBezTo>
                  <a:cubicBezTo>
                    <a:pt x="57344" y="6628"/>
                    <a:pt x="55823" y="10225"/>
                    <a:pt x="55823" y="12538"/>
                  </a:cubicBezTo>
                  <a:cubicBezTo>
                    <a:pt x="55823" y="15364"/>
                    <a:pt x="57977" y="17291"/>
                    <a:pt x="60892" y="17291"/>
                  </a:cubicBezTo>
                  <a:cubicBezTo>
                    <a:pt x="63807" y="17291"/>
                    <a:pt x="67989" y="14850"/>
                    <a:pt x="67989" y="9455"/>
                  </a:cubicBezTo>
                  <a:cubicBezTo>
                    <a:pt x="67989" y="2260"/>
                    <a:pt x="59878" y="76"/>
                    <a:pt x="54809" y="76"/>
                  </a:cubicBezTo>
                  <a:cubicBezTo>
                    <a:pt x="48472" y="76"/>
                    <a:pt x="43403" y="4316"/>
                    <a:pt x="40615" y="9198"/>
                  </a:cubicBezTo>
                  <a:cubicBezTo>
                    <a:pt x="38334" y="3931"/>
                    <a:pt x="32504" y="76"/>
                    <a:pt x="25407" y="76"/>
                  </a:cubicBezTo>
                  <a:cubicBezTo>
                    <a:pt x="11213" y="76"/>
                    <a:pt x="3102" y="15878"/>
                    <a:pt x="3102" y="19732"/>
                  </a:cubicBezTo>
                  <a:cubicBezTo>
                    <a:pt x="3102" y="21402"/>
                    <a:pt x="4877" y="21402"/>
                    <a:pt x="5257" y="21402"/>
                  </a:cubicBezTo>
                  <a:cubicBezTo>
                    <a:pt x="6904" y="21402"/>
                    <a:pt x="7031" y="20888"/>
                    <a:pt x="7665" y="19218"/>
                  </a:cubicBezTo>
                  <a:cubicBezTo>
                    <a:pt x="10833" y="9198"/>
                    <a:pt x="18817" y="3674"/>
                    <a:pt x="25027" y="3674"/>
                  </a:cubicBezTo>
                  <a:cubicBezTo>
                    <a:pt x="29209" y="3674"/>
                    <a:pt x="32631" y="5986"/>
                    <a:pt x="32631" y="12152"/>
                  </a:cubicBezTo>
                  <a:cubicBezTo>
                    <a:pt x="32631" y="14722"/>
                    <a:pt x="31110" y="21145"/>
                    <a:pt x="29970" y="25513"/>
                  </a:cubicBezTo>
                  <a:lnTo>
                    <a:pt x="25661" y="4311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77" name="Freeform: Shape 5076">
              <a:extLst>
                <a:ext uri="{FF2B5EF4-FFF2-40B4-BE49-F238E27FC236}">
                  <a16:creationId xmlns:a16="http://schemas.microsoft.com/office/drawing/2014/main" id="{9D97BE8D-B375-14B5-D70F-FEADBEBCA9A7}"/>
                </a:ext>
              </a:extLst>
            </p:cNvPr>
            <p:cNvSpPr/>
            <p:nvPr>
              <p:custDataLst>
                <p:tags r:id="rId9"/>
              </p:custDataLst>
            </p:nvPr>
          </p:nvSpPr>
          <p:spPr>
            <a:xfrm>
              <a:off x="10361275" y="6578789"/>
              <a:ext cx="63366" cy="41568"/>
            </a:xfrm>
            <a:custGeom>
              <a:avLst/>
              <a:gdLst>
                <a:gd name="connsiteX0" fmla="*/ 9606 w 63366"/>
                <a:gd name="connsiteY0" fmla="*/ 31644 h 41568"/>
                <a:gd name="connsiteX1" fmla="*/ 8068 w 63366"/>
                <a:gd name="connsiteY1" fmla="*/ 38434 h 41568"/>
                <a:gd name="connsiteX2" fmla="*/ 11417 w 63366"/>
                <a:gd name="connsiteY2" fmla="*/ 41646 h 41568"/>
                <a:gd name="connsiteX3" fmla="*/ 15762 w 63366"/>
                <a:gd name="connsiteY3" fmla="*/ 38618 h 41568"/>
                <a:gd name="connsiteX4" fmla="*/ 17482 w 63366"/>
                <a:gd name="connsiteY4" fmla="*/ 31460 h 41568"/>
                <a:gd name="connsiteX5" fmla="*/ 20741 w 63366"/>
                <a:gd name="connsiteY5" fmla="*/ 18522 h 41568"/>
                <a:gd name="connsiteX6" fmla="*/ 39479 w 63366"/>
                <a:gd name="connsiteY6" fmla="*/ 3197 h 41568"/>
                <a:gd name="connsiteX7" fmla="*/ 45816 w 63366"/>
                <a:gd name="connsiteY7" fmla="*/ 9804 h 41568"/>
                <a:gd name="connsiteX8" fmla="*/ 39932 w 63366"/>
                <a:gd name="connsiteY8" fmla="*/ 29717 h 41568"/>
                <a:gd name="connsiteX9" fmla="*/ 39026 w 63366"/>
                <a:gd name="connsiteY9" fmla="*/ 33571 h 41568"/>
                <a:gd name="connsiteX10" fmla="*/ 48893 w 63366"/>
                <a:gd name="connsiteY10" fmla="*/ 41646 h 41568"/>
                <a:gd name="connsiteX11" fmla="*/ 63558 w 63366"/>
                <a:gd name="connsiteY11" fmla="*/ 27423 h 41568"/>
                <a:gd name="connsiteX12" fmla="*/ 61657 w 63366"/>
                <a:gd name="connsiteY12" fmla="*/ 26138 h 41568"/>
                <a:gd name="connsiteX13" fmla="*/ 59485 w 63366"/>
                <a:gd name="connsiteY13" fmla="*/ 28249 h 41568"/>
                <a:gd name="connsiteX14" fmla="*/ 49255 w 63366"/>
                <a:gd name="connsiteY14" fmla="*/ 38526 h 41568"/>
                <a:gd name="connsiteX15" fmla="*/ 46540 w 63366"/>
                <a:gd name="connsiteY15" fmla="*/ 35039 h 41568"/>
                <a:gd name="connsiteX16" fmla="*/ 47717 w 63366"/>
                <a:gd name="connsiteY16" fmla="*/ 30176 h 41568"/>
                <a:gd name="connsiteX17" fmla="*/ 53420 w 63366"/>
                <a:gd name="connsiteY17" fmla="*/ 10997 h 41568"/>
                <a:gd name="connsiteX18" fmla="*/ 40022 w 63366"/>
                <a:gd name="connsiteY18" fmla="*/ 78 h 41568"/>
                <a:gd name="connsiteX19" fmla="*/ 22913 w 63366"/>
                <a:gd name="connsiteY19" fmla="*/ 9162 h 41568"/>
                <a:gd name="connsiteX20" fmla="*/ 11869 w 63366"/>
                <a:gd name="connsiteY20" fmla="*/ 78 h 41568"/>
                <a:gd name="connsiteX21" fmla="*/ 192 w 63366"/>
                <a:gd name="connsiteY21" fmla="*/ 14301 h 41568"/>
                <a:gd name="connsiteX22" fmla="*/ 2093 w 63366"/>
                <a:gd name="connsiteY22" fmla="*/ 15585 h 41568"/>
                <a:gd name="connsiteX23" fmla="*/ 4175 w 63366"/>
                <a:gd name="connsiteY23" fmla="*/ 13842 h 41568"/>
                <a:gd name="connsiteX24" fmla="*/ 11417 w 63366"/>
                <a:gd name="connsiteY24" fmla="*/ 3197 h 41568"/>
                <a:gd name="connsiteX25" fmla="*/ 15128 w 63366"/>
                <a:gd name="connsiteY25" fmla="*/ 8061 h 41568"/>
                <a:gd name="connsiteX26" fmla="*/ 13680 w 63366"/>
                <a:gd name="connsiteY26" fmla="*/ 15218 h 41568"/>
                <a:gd name="connsiteX27" fmla="*/ 11688 w 63366"/>
                <a:gd name="connsiteY27" fmla="*/ 23477 h 41568"/>
                <a:gd name="connsiteX28" fmla="*/ 9606 w 63366"/>
                <a:gd name="connsiteY28" fmla="*/ 31644 h 4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366" h="41568">
                  <a:moveTo>
                    <a:pt x="9606" y="31644"/>
                  </a:moveTo>
                  <a:cubicBezTo>
                    <a:pt x="9063" y="33938"/>
                    <a:pt x="8068" y="37975"/>
                    <a:pt x="8068" y="38434"/>
                  </a:cubicBezTo>
                  <a:cubicBezTo>
                    <a:pt x="8068" y="40453"/>
                    <a:pt x="9697" y="41646"/>
                    <a:pt x="11417" y="41646"/>
                  </a:cubicBezTo>
                  <a:cubicBezTo>
                    <a:pt x="12775" y="41646"/>
                    <a:pt x="14766" y="40912"/>
                    <a:pt x="15762" y="38618"/>
                  </a:cubicBezTo>
                  <a:cubicBezTo>
                    <a:pt x="15852" y="38159"/>
                    <a:pt x="16939" y="33846"/>
                    <a:pt x="17482" y="31460"/>
                  </a:cubicBezTo>
                  <a:cubicBezTo>
                    <a:pt x="20560" y="19072"/>
                    <a:pt x="20560" y="18889"/>
                    <a:pt x="20741" y="18522"/>
                  </a:cubicBezTo>
                  <a:cubicBezTo>
                    <a:pt x="21918" y="16044"/>
                    <a:pt x="28435" y="3197"/>
                    <a:pt x="39479" y="3197"/>
                  </a:cubicBezTo>
                  <a:cubicBezTo>
                    <a:pt x="43915" y="3197"/>
                    <a:pt x="45816" y="5675"/>
                    <a:pt x="45816" y="9804"/>
                  </a:cubicBezTo>
                  <a:cubicBezTo>
                    <a:pt x="45816" y="15035"/>
                    <a:pt x="42014" y="24486"/>
                    <a:pt x="39932" y="29717"/>
                  </a:cubicBezTo>
                  <a:cubicBezTo>
                    <a:pt x="39479" y="30818"/>
                    <a:pt x="39026" y="32011"/>
                    <a:pt x="39026" y="33571"/>
                  </a:cubicBezTo>
                  <a:cubicBezTo>
                    <a:pt x="39026" y="38342"/>
                    <a:pt x="43553" y="41646"/>
                    <a:pt x="48893" y="41646"/>
                  </a:cubicBezTo>
                  <a:cubicBezTo>
                    <a:pt x="58579" y="41646"/>
                    <a:pt x="63558" y="29717"/>
                    <a:pt x="63558" y="27423"/>
                  </a:cubicBezTo>
                  <a:cubicBezTo>
                    <a:pt x="63558" y="26138"/>
                    <a:pt x="62019" y="26138"/>
                    <a:pt x="61657" y="26138"/>
                  </a:cubicBezTo>
                  <a:cubicBezTo>
                    <a:pt x="60118" y="26138"/>
                    <a:pt x="60028" y="26505"/>
                    <a:pt x="59485" y="28249"/>
                  </a:cubicBezTo>
                  <a:cubicBezTo>
                    <a:pt x="57765" y="33754"/>
                    <a:pt x="53601" y="38526"/>
                    <a:pt x="49255" y="38526"/>
                  </a:cubicBezTo>
                  <a:cubicBezTo>
                    <a:pt x="47173" y="38526"/>
                    <a:pt x="46540" y="37058"/>
                    <a:pt x="46540" y="35039"/>
                  </a:cubicBezTo>
                  <a:cubicBezTo>
                    <a:pt x="46540" y="33112"/>
                    <a:pt x="46902" y="32194"/>
                    <a:pt x="47717" y="30176"/>
                  </a:cubicBezTo>
                  <a:cubicBezTo>
                    <a:pt x="49255" y="26505"/>
                    <a:pt x="53420" y="16044"/>
                    <a:pt x="53420" y="10997"/>
                  </a:cubicBezTo>
                  <a:cubicBezTo>
                    <a:pt x="53420" y="4207"/>
                    <a:pt x="48622" y="78"/>
                    <a:pt x="40022" y="78"/>
                  </a:cubicBezTo>
                  <a:cubicBezTo>
                    <a:pt x="31785" y="78"/>
                    <a:pt x="26082" y="5124"/>
                    <a:pt x="22913" y="9162"/>
                  </a:cubicBezTo>
                  <a:cubicBezTo>
                    <a:pt x="22461" y="1637"/>
                    <a:pt x="15219" y="78"/>
                    <a:pt x="11869" y="78"/>
                  </a:cubicBezTo>
                  <a:cubicBezTo>
                    <a:pt x="2817" y="78"/>
                    <a:pt x="192" y="14117"/>
                    <a:pt x="192" y="14301"/>
                  </a:cubicBezTo>
                  <a:cubicBezTo>
                    <a:pt x="192" y="15585"/>
                    <a:pt x="1640" y="15585"/>
                    <a:pt x="2093" y="15585"/>
                  </a:cubicBezTo>
                  <a:cubicBezTo>
                    <a:pt x="3632" y="15585"/>
                    <a:pt x="3813" y="15035"/>
                    <a:pt x="4175" y="13842"/>
                  </a:cubicBezTo>
                  <a:cubicBezTo>
                    <a:pt x="5533" y="8520"/>
                    <a:pt x="7615" y="3197"/>
                    <a:pt x="11417" y="3197"/>
                  </a:cubicBezTo>
                  <a:cubicBezTo>
                    <a:pt x="14495" y="3197"/>
                    <a:pt x="15128" y="6134"/>
                    <a:pt x="15128" y="8061"/>
                  </a:cubicBezTo>
                  <a:cubicBezTo>
                    <a:pt x="15128" y="9346"/>
                    <a:pt x="14223" y="12833"/>
                    <a:pt x="13680" y="15218"/>
                  </a:cubicBezTo>
                  <a:cubicBezTo>
                    <a:pt x="13046" y="17696"/>
                    <a:pt x="12141" y="21458"/>
                    <a:pt x="11688" y="23477"/>
                  </a:cubicBezTo>
                  <a:lnTo>
                    <a:pt x="9606" y="3164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78" name="Freeform: Shape 5077">
              <a:extLst>
                <a:ext uri="{FF2B5EF4-FFF2-40B4-BE49-F238E27FC236}">
                  <a16:creationId xmlns:a16="http://schemas.microsoft.com/office/drawing/2014/main" id="{B8A9116D-3F34-A436-E527-544F68120368}"/>
                </a:ext>
              </a:extLst>
            </p:cNvPr>
            <p:cNvSpPr/>
            <p:nvPr>
              <p:custDataLst>
                <p:tags r:id="rId10"/>
              </p:custDataLst>
            </p:nvPr>
          </p:nvSpPr>
          <p:spPr>
            <a:xfrm>
              <a:off x="10443995" y="6555725"/>
              <a:ext cx="49244" cy="64633"/>
            </a:xfrm>
            <a:custGeom>
              <a:avLst/>
              <a:gdLst>
                <a:gd name="connsiteX0" fmla="*/ 22284 w 49244"/>
                <a:gd name="connsiteY0" fmla="*/ 3505 h 64633"/>
                <a:gd name="connsiteX1" fmla="*/ 22646 w 49244"/>
                <a:gd name="connsiteY1" fmla="*/ 1578 h 64633"/>
                <a:gd name="connsiteX2" fmla="*/ 19840 w 49244"/>
                <a:gd name="connsiteY2" fmla="*/ 110 h 64633"/>
                <a:gd name="connsiteX3" fmla="*/ 8706 w 49244"/>
                <a:gd name="connsiteY3" fmla="*/ 936 h 64633"/>
                <a:gd name="connsiteX4" fmla="*/ 6533 w 49244"/>
                <a:gd name="connsiteY4" fmla="*/ 1486 h 64633"/>
                <a:gd name="connsiteX5" fmla="*/ 5899 w 49244"/>
                <a:gd name="connsiteY5" fmla="*/ 3597 h 64633"/>
                <a:gd name="connsiteX6" fmla="*/ 8615 w 49244"/>
                <a:gd name="connsiteY6" fmla="*/ 5157 h 64633"/>
                <a:gd name="connsiteX7" fmla="*/ 11693 w 49244"/>
                <a:gd name="connsiteY7" fmla="*/ 5340 h 64633"/>
                <a:gd name="connsiteX8" fmla="*/ 13503 w 49244"/>
                <a:gd name="connsiteY8" fmla="*/ 6533 h 64633"/>
                <a:gd name="connsiteX9" fmla="*/ 13051 w 49244"/>
                <a:gd name="connsiteY9" fmla="*/ 8644 h 64633"/>
                <a:gd name="connsiteX10" fmla="*/ 558 w 49244"/>
                <a:gd name="connsiteY10" fmla="*/ 59297 h 64633"/>
                <a:gd name="connsiteX11" fmla="*/ 196 w 49244"/>
                <a:gd name="connsiteY11" fmla="*/ 61407 h 64633"/>
                <a:gd name="connsiteX12" fmla="*/ 3636 w 49244"/>
                <a:gd name="connsiteY12" fmla="*/ 64711 h 64633"/>
                <a:gd name="connsiteX13" fmla="*/ 8343 w 49244"/>
                <a:gd name="connsiteY13" fmla="*/ 60031 h 64633"/>
                <a:gd name="connsiteX14" fmla="*/ 12417 w 49244"/>
                <a:gd name="connsiteY14" fmla="*/ 43146 h 64633"/>
                <a:gd name="connsiteX15" fmla="*/ 26086 w 49244"/>
                <a:gd name="connsiteY15" fmla="*/ 50396 h 64633"/>
                <a:gd name="connsiteX16" fmla="*/ 25814 w 49244"/>
                <a:gd name="connsiteY16" fmla="*/ 52506 h 64633"/>
                <a:gd name="connsiteX17" fmla="*/ 25543 w 49244"/>
                <a:gd name="connsiteY17" fmla="*/ 54892 h 64633"/>
                <a:gd name="connsiteX18" fmla="*/ 36587 w 49244"/>
                <a:gd name="connsiteY18" fmla="*/ 64711 h 64633"/>
                <a:gd name="connsiteX19" fmla="*/ 49441 w 49244"/>
                <a:gd name="connsiteY19" fmla="*/ 50487 h 64633"/>
                <a:gd name="connsiteX20" fmla="*/ 47540 w 49244"/>
                <a:gd name="connsiteY20" fmla="*/ 49203 h 64633"/>
                <a:gd name="connsiteX21" fmla="*/ 45367 w 49244"/>
                <a:gd name="connsiteY21" fmla="*/ 51313 h 64633"/>
                <a:gd name="connsiteX22" fmla="*/ 36949 w 49244"/>
                <a:gd name="connsiteY22" fmla="*/ 61591 h 64633"/>
                <a:gd name="connsiteX23" fmla="*/ 33147 w 49244"/>
                <a:gd name="connsiteY23" fmla="*/ 56177 h 64633"/>
                <a:gd name="connsiteX24" fmla="*/ 33509 w 49244"/>
                <a:gd name="connsiteY24" fmla="*/ 53240 h 64633"/>
                <a:gd name="connsiteX25" fmla="*/ 33961 w 49244"/>
                <a:gd name="connsiteY25" fmla="*/ 50120 h 64633"/>
                <a:gd name="connsiteX26" fmla="*/ 18029 w 49244"/>
                <a:gd name="connsiteY26" fmla="*/ 40210 h 64633"/>
                <a:gd name="connsiteX27" fmla="*/ 25814 w 49244"/>
                <a:gd name="connsiteY27" fmla="*/ 34337 h 64633"/>
                <a:gd name="connsiteX28" fmla="*/ 41113 w 49244"/>
                <a:gd name="connsiteY28" fmla="*/ 26262 h 64633"/>
                <a:gd name="connsiteX29" fmla="*/ 44281 w 49244"/>
                <a:gd name="connsiteY29" fmla="*/ 27363 h 64633"/>
                <a:gd name="connsiteX30" fmla="*/ 43557 w 49244"/>
                <a:gd name="connsiteY30" fmla="*/ 27639 h 64633"/>
                <a:gd name="connsiteX31" fmla="*/ 39393 w 49244"/>
                <a:gd name="connsiteY31" fmla="*/ 33144 h 64633"/>
                <a:gd name="connsiteX32" fmla="*/ 43466 w 49244"/>
                <a:gd name="connsiteY32" fmla="*/ 36907 h 64633"/>
                <a:gd name="connsiteX33" fmla="*/ 49079 w 49244"/>
                <a:gd name="connsiteY33" fmla="*/ 30391 h 64633"/>
                <a:gd name="connsiteX34" fmla="*/ 41294 w 49244"/>
                <a:gd name="connsiteY34" fmla="*/ 23142 h 64633"/>
                <a:gd name="connsiteX35" fmla="*/ 23280 w 49244"/>
                <a:gd name="connsiteY35" fmla="*/ 32777 h 64633"/>
                <a:gd name="connsiteX36" fmla="*/ 13503 w 49244"/>
                <a:gd name="connsiteY36" fmla="*/ 39109 h 64633"/>
                <a:gd name="connsiteX37" fmla="*/ 22284 w 49244"/>
                <a:gd name="connsiteY37" fmla="*/ 3505 h 6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9244" h="64633">
                  <a:moveTo>
                    <a:pt x="22284" y="3505"/>
                  </a:moveTo>
                  <a:cubicBezTo>
                    <a:pt x="22646" y="2220"/>
                    <a:pt x="22646" y="2037"/>
                    <a:pt x="22646" y="1578"/>
                  </a:cubicBezTo>
                  <a:cubicBezTo>
                    <a:pt x="22646" y="18"/>
                    <a:pt x="21288" y="18"/>
                    <a:pt x="19840" y="110"/>
                  </a:cubicBezTo>
                  <a:lnTo>
                    <a:pt x="8706" y="936"/>
                  </a:lnTo>
                  <a:cubicBezTo>
                    <a:pt x="7167" y="1027"/>
                    <a:pt x="6986" y="1119"/>
                    <a:pt x="6533" y="1486"/>
                  </a:cubicBezTo>
                  <a:cubicBezTo>
                    <a:pt x="6171" y="1945"/>
                    <a:pt x="5899" y="3046"/>
                    <a:pt x="5899" y="3597"/>
                  </a:cubicBezTo>
                  <a:cubicBezTo>
                    <a:pt x="5899" y="5157"/>
                    <a:pt x="7348" y="5157"/>
                    <a:pt x="8615" y="5157"/>
                  </a:cubicBezTo>
                  <a:cubicBezTo>
                    <a:pt x="8706" y="5157"/>
                    <a:pt x="10335" y="5157"/>
                    <a:pt x="11693" y="5340"/>
                  </a:cubicBezTo>
                  <a:cubicBezTo>
                    <a:pt x="13413" y="5524"/>
                    <a:pt x="13503" y="5799"/>
                    <a:pt x="13503" y="6533"/>
                  </a:cubicBezTo>
                  <a:cubicBezTo>
                    <a:pt x="13503" y="6809"/>
                    <a:pt x="13503" y="6992"/>
                    <a:pt x="13051" y="8644"/>
                  </a:cubicBezTo>
                  <a:lnTo>
                    <a:pt x="558" y="59297"/>
                  </a:lnTo>
                  <a:cubicBezTo>
                    <a:pt x="196" y="60673"/>
                    <a:pt x="196" y="60857"/>
                    <a:pt x="196" y="61407"/>
                  </a:cubicBezTo>
                  <a:cubicBezTo>
                    <a:pt x="196" y="63518"/>
                    <a:pt x="1826" y="64711"/>
                    <a:pt x="3636" y="64711"/>
                  </a:cubicBezTo>
                  <a:cubicBezTo>
                    <a:pt x="7167" y="64711"/>
                    <a:pt x="7981" y="61315"/>
                    <a:pt x="8343" y="60031"/>
                  </a:cubicBezTo>
                  <a:lnTo>
                    <a:pt x="12417" y="43146"/>
                  </a:lnTo>
                  <a:cubicBezTo>
                    <a:pt x="14771" y="43238"/>
                    <a:pt x="26086" y="43881"/>
                    <a:pt x="26086" y="50396"/>
                  </a:cubicBezTo>
                  <a:cubicBezTo>
                    <a:pt x="26086" y="51038"/>
                    <a:pt x="26086" y="51405"/>
                    <a:pt x="25814" y="52506"/>
                  </a:cubicBezTo>
                  <a:cubicBezTo>
                    <a:pt x="25543" y="53791"/>
                    <a:pt x="25543" y="54342"/>
                    <a:pt x="25543" y="54892"/>
                  </a:cubicBezTo>
                  <a:cubicBezTo>
                    <a:pt x="25543" y="61407"/>
                    <a:pt x="31336" y="64711"/>
                    <a:pt x="36587" y="64711"/>
                  </a:cubicBezTo>
                  <a:cubicBezTo>
                    <a:pt x="45820" y="64711"/>
                    <a:pt x="49441" y="51589"/>
                    <a:pt x="49441" y="50487"/>
                  </a:cubicBezTo>
                  <a:cubicBezTo>
                    <a:pt x="49441" y="49203"/>
                    <a:pt x="47902" y="49203"/>
                    <a:pt x="47540" y="49203"/>
                  </a:cubicBezTo>
                  <a:cubicBezTo>
                    <a:pt x="46001" y="49203"/>
                    <a:pt x="45820" y="49662"/>
                    <a:pt x="45367" y="51313"/>
                  </a:cubicBezTo>
                  <a:cubicBezTo>
                    <a:pt x="44462" y="54525"/>
                    <a:pt x="41837" y="61591"/>
                    <a:pt x="36949" y="61591"/>
                  </a:cubicBezTo>
                  <a:cubicBezTo>
                    <a:pt x="33599" y="61591"/>
                    <a:pt x="33147" y="58196"/>
                    <a:pt x="33147" y="56177"/>
                  </a:cubicBezTo>
                  <a:cubicBezTo>
                    <a:pt x="33147" y="56085"/>
                    <a:pt x="33147" y="54800"/>
                    <a:pt x="33509" y="53240"/>
                  </a:cubicBezTo>
                  <a:cubicBezTo>
                    <a:pt x="33871" y="51772"/>
                    <a:pt x="33961" y="50855"/>
                    <a:pt x="33961" y="50120"/>
                  </a:cubicBezTo>
                  <a:cubicBezTo>
                    <a:pt x="33961" y="42045"/>
                    <a:pt x="24004" y="40669"/>
                    <a:pt x="18029" y="40210"/>
                  </a:cubicBezTo>
                  <a:cubicBezTo>
                    <a:pt x="20564" y="38742"/>
                    <a:pt x="24366" y="35622"/>
                    <a:pt x="25814" y="34337"/>
                  </a:cubicBezTo>
                  <a:cubicBezTo>
                    <a:pt x="30974" y="30208"/>
                    <a:pt x="35953" y="26262"/>
                    <a:pt x="41113" y="26262"/>
                  </a:cubicBezTo>
                  <a:cubicBezTo>
                    <a:pt x="43195" y="26262"/>
                    <a:pt x="43738" y="26813"/>
                    <a:pt x="44281" y="27363"/>
                  </a:cubicBezTo>
                  <a:cubicBezTo>
                    <a:pt x="44191" y="27363"/>
                    <a:pt x="43738" y="27639"/>
                    <a:pt x="43557" y="27639"/>
                  </a:cubicBezTo>
                  <a:cubicBezTo>
                    <a:pt x="39393" y="29107"/>
                    <a:pt x="39393" y="32869"/>
                    <a:pt x="39393" y="33144"/>
                  </a:cubicBezTo>
                  <a:cubicBezTo>
                    <a:pt x="39393" y="34704"/>
                    <a:pt x="40479" y="36907"/>
                    <a:pt x="43466" y="36907"/>
                  </a:cubicBezTo>
                  <a:cubicBezTo>
                    <a:pt x="45277" y="36907"/>
                    <a:pt x="49079" y="35438"/>
                    <a:pt x="49079" y="30391"/>
                  </a:cubicBezTo>
                  <a:cubicBezTo>
                    <a:pt x="49079" y="25895"/>
                    <a:pt x="45639" y="23142"/>
                    <a:pt x="41294" y="23142"/>
                  </a:cubicBezTo>
                  <a:cubicBezTo>
                    <a:pt x="35138" y="23142"/>
                    <a:pt x="29888" y="27363"/>
                    <a:pt x="23280" y="32777"/>
                  </a:cubicBezTo>
                  <a:cubicBezTo>
                    <a:pt x="20111" y="35347"/>
                    <a:pt x="17124" y="37641"/>
                    <a:pt x="13503" y="39109"/>
                  </a:cubicBezTo>
                  <a:lnTo>
                    <a:pt x="22284" y="350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79" name="Freeform: Shape 5078">
              <a:extLst>
                <a:ext uri="{FF2B5EF4-FFF2-40B4-BE49-F238E27FC236}">
                  <a16:creationId xmlns:a16="http://schemas.microsoft.com/office/drawing/2014/main" id="{864214B9-07C6-1614-0539-8F7D1473E3D8}"/>
                </a:ext>
              </a:extLst>
            </p:cNvPr>
            <p:cNvSpPr/>
            <p:nvPr>
              <p:custDataLst>
                <p:tags r:id="rId11"/>
              </p:custDataLst>
            </p:nvPr>
          </p:nvSpPr>
          <p:spPr>
            <a:xfrm>
              <a:off x="10164102" y="6641371"/>
              <a:ext cx="369538" cy="7340"/>
            </a:xfrm>
            <a:custGeom>
              <a:avLst/>
              <a:gdLst>
                <a:gd name="connsiteX0" fmla="*/ 0 w 369538"/>
                <a:gd name="connsiteY0" fmla="*/ 0 h 7340"/>
                <a:gd name="connsiteX1" fmla="*/ 369539 w 369538"/>
                <a:gd name="connsiteY1" fmla="*/ 0 h 7340"/>
                <a:gd name="connsiteX2" fmla="*/ 369539 w 369538"/>
                <a:gd name="connsiteY2" fmla="*/ 7341 h 7340"/>
                <a:gd name="connsiteX3" fmla="*/ 0 w 369538"/>
                <a:gd name="connsiteY3" fmla="*/ 7341 h 7340"/>
              </a:gdLst>
              <a:ahLst/>
              <a:cxnLst>
                <a:cxn ang="0">
                  <a:pos x="connsiteX0" y="connsiteY0"/>
                </a:cxn>
                <a:cxn ang="0">
                  <a:pos x="connsiteX1" y="connsiteY1"/>
                </a:cxn>
                <a:cxn ang="0">
                  <a:pos x="connsiteX2" y="connsiteY2"/>
                </a:cxn>
                <a:cxn ang="0">
                  <a:pos x="connsiteX3" y="connsiteY3"/>
                </a:cxn>
              </a:cxnLst>
              <a:rect l="l" t="t" r="r" b="b"/>
              <a:pathLst>
                <a:path w="369538" h="7340">
                  <a:moveTo>
                    <a:pt x="0" y="0"/>
                  </a:moveTo>
                  <a:lnTo>
                    <a:pt x="369539" y="0"/>
                  </a:lnTo>
                  <a:lnTo>
                    <a:pt x="369539" y="7341"/>
                  </a:lnTo>
                  <a:lnTo>
                    <a:pt x="0" y="734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80" name="Freeform: Shape 5079">
              <a:extLst>
                <a:ext uri="{FF2B5EF4-FFF2-40B4-BE49-F238E27FC236}">
                  <a16:creationId xmlns:a16="http://schemas.microsoft.com/office/drawing/2014/main" id="{3F81B722-59A1-96C0-D671-E577B8E45117}"/>
                </a:ext>
              </a:extLst>
            </p:cNvPr>
            <p:cNvSpPr/>
            <p:nvPr>
              <p:custDataLst>
                <p:tags r:id="rId12"/>
              </p:custDataLst>
            </p:nvPr>
          </p:nvSpPr>
          <p:spPr>
            <a:xfrm>
              <a:off x="10225512" y="6668221"/>
              <a:ext cx="72744" cy="94295"/>
            </a:xfrm>
            <a:custGeom>
              <a:avLst/>
              <a:gdLst>
                <a:gd name="connsiteX0" fmla="*/ 59115 w 72744"/>
                <a:gd name="connsiteY0" fmla="*/ 48389 h 94295"/>
                <a:gd name="connsiteX1" fmla="*/ 39725 w 72744"/>
                <a:gd name="connsiteY1" fmla="*/ 33230 h 94295"/>
                <a:gd name="connsiteX2" fmla="*/ 2719 w 72744"/>
                <a:gd name="connsiteY2" fmla="*/ 58281 h 94295"/>
                <a:gd name="connsiteX3" fmla="*/ 185 w 72744"/>
                <a:gd name="connsiteY3" fmla="*/ 70871 h 94295"/>
                <a:gd name="connsiteX4" fmla="*/ 26798 w 72744"/>
                <a:gd name="connsiteY4" fmla="*/ 94380 h 94295"/>
                <a:gd name="connsiteX5" fmla="*/ 72929 w 72744"/>
                <a:gd name="connsiteY5" fmla="*/ 34643 h 94295"/>
                <a:gd name="connsiteX6" fmla="*/ 41753 w 72744"/>
                <a:gd name="connsiteY6" fmla="*/ 85 h 94295"/>
                <a:gd name="connsiteX7" fmla="*/ 15392 w 72744"/>
                <a:gd name="connsiteY7" fmla="*/ 20768 h 94295"/>
                <a:gd name="connsiteX8" fmla="*/ 20462 w 72744"/>
                <a:gd name="connsiteY8" fmla="*/ 25393 h 94295"/>
                <a:gd name="connsiteX9" fmla="*/ 27559 w 72744"/>
                <a:gd name="connsiteY9" fmla="*/ 18328 h 94295"/>
                <a:gd name="connsiteX10" fmla="*/ 22616 w 72744"/>
                <a:gd name="connsiteY10" fmla="*/ 13446 h 94295"/>
                <a:gd name="connsiteX11" fmla="*/ 41499 w 72744"/>
                <a:gd name="connsiteY11" fmla="*/ 3811 h 94295"/>
                <a:gd name="connsiteX12" fmla="*/ 62283 w 72744"/>
                <a:gd name="connsiteY12" fmla="*/ 28091 h 94295"/>
                <a:gd name="connsiteX13" fmla="*/ 59242 w 72744"/>
                <a:gd name="connsiteY13" fmla="*/ 48389 h 94295"/>
                <a:gd name="connsiteX14" fmla="*/ 59115 w 72744"/>
                <a:gd name="connsiteY14" fmla="*/ 48389 h 94295"/>
                <a:gd name="connsiteX15" fmla="*/ 27052 w 72744"/>
                <a:gd name="connsiteY15" fmla="*/ 90269 h 94295"/>
                <a:gd name="connsiteX16" fmla="*/ 11084 w 72744"/>
                <a:gd name="connsiteY16" fmla="*/ 75367 h 94295"/>
                <a:gd name="connsiteX17" fmla="*/ 15773 w 72744"/>
                <a:gd name="connsiteY17" fmla="*/ 54555 h 94295"/>
                <a:gd name="connsiteX18" fmla="*/ 40232 w 72744"/>
                <a:gd name="connsiteY18" fmla="*/ 36827 h 94295"/>
                <a:gd name="connsiteX19" fmla="*/ 56580 w 72744"/>
                <a:gd name="connsiteY19" fmla="*/ 54298 h 94295"/>
                <a:gd name="connsiteX20" fmla="*/ 27052 w 72744"/>
                <a:gd name="connsiteY20" fmla="*/ 90269 h 9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2744" h="94295">
                  <a:moveTo>
                    <a:pt x="59115" y="48389"/>
                  </a:moveTo>
                  <a:cubicBezTo>
                    <a:pt x="57341" y="40938"/>
                    <a:pt x="51638" y="33230"/>
                    <a:pt x="39725" y="33230"/>
                  </a:cubicBezTo>
                  <a:cubicBezTo>
                    <a:pt x="21983" y="33230"/>
                    <a:pt x="7282" y="46719"/>
                    <a:pt x="2719" y="58281"/>
                  </a:cubicBezTo>
                  <a:cubicBezTo>
                    <a:pt x="1959" y="60465"/>
                    <a:pt x="185" y="65732"/>
                    <a:pt x="185" y="70871"/>
                  </a:cubicBezTo>
                  <a:cubicBezTo>
                    <a:pt x="185" y="79735"/>
                    <a:pt x="7028" y="94380"/>
                    <a:pt x="26798" y="94380"/>
                  </a:cubicBezTo>
                  <a:cubicBezTo>
                    <a:pt x="59622" y="94380"/>
                    <a:pt x="72929" y="52885"/>
                    <a:pt x="72929" y="34643"/>
                  </a:cubicBezTo>
                  <a:cubicBezTo>
                    <a:pt x="72929" y="12675"/>
                    <a:pt x="58735" y="85"/>
                    <a:pt x="41753" y="85"/>
                  </a:cubicBezTo>
                  <a:cubicBezTo>
                    <a:pt x="21095" y="85"/>
                    <a:pt x="15392" y="16786"/>
                    <a:pt x="15392" y="20768"/>
                  </a:cubicBezTo>
                  <a:cubicBezTo>
                    <a:pt x="15392" y="21796"/>
                    <a:pt x="16026" y="25393"/>
                    <a:pt x="20462" y="25393"/>
                  </a:cubicBezTo>
                  <a:cubicBezTo>
                    <a:pt x="24897" y="25393"/>
                    <a:pt x="27559" y="21411"/>
                    <a:pt x="27559" y="18328"/>
                  </a:cubicBezTo>
                  <a:cubicBezTo>
                    <a:pt x="27559" y="14859"/>
                    <a:pt x="25024" y="13703"/>
                    <a:pt x="22616" y="13446"/>
                  </a:cubicBezTo>
                  <a:cubicBezTo>
                    <a:pt x="28953" y="3811"/>
                    <a:pt x="39345" y="3811"/>
                    <a:pt x="41499" y="3811"/>
                  </a:cubicBezTo>
                  <a:cubicBezTo>
                    <a:pt x="51004" y="3811"/>
                    <a:pt x="62283" y="9849"/>
                    <a:pt x="62283" y="28091"/>
                  </a:cubicBezTo>
                  <a:cubicBezTo>
                    <a:pt x="62283" y="33615"/>
                    <a:pt x="61650" y="38112"/>
                    <a:pt x="59242" y="48389"/>
                  </a:cubicBezTo>
                  <a:lnTo>
                    <a:pt x="59115" y="48389"/>
                  </a:lnTo>
                  <a:close/>
                  <a:moveTo>
                    <a:pt x="27052" y="90269"/>
                  </a:moveTo>
                  <a:cubicBezTo>
                    <a:pt x="12731" y="90269"/>
                    <a:pt x="11084" y="79350"/>
                    <a:pt x="11084" y="75367"/>
                  </a:cubicBezTo>
                  <a:cubicBezTo>
                    <a:pt x="11084" y="70357"/>
                    <a:pt x="14505" y="57767"/>
                    <a:pt x="15773" y="54555"/>
                  </a:cubicBezTo>
                  <a:cubicBezTo>
                    <a:pt x="18054" y="48646"/>
                    <a:pt x="25911" y="36827"/>
                    <a:pt x="40232" y="36827"/>
                  </a:cubicBezTo>
                  <a:cubicBezTo>
                    <a:pt x="52525" y="36827"/>
                    <a:pt x="56580" y="46590"/>
                    <a:pt x="56580" y="54298"/>
                  </a:cubicBezTo>
                  <a:cubicBezTo>
                    <a:pt x="56580" y="62906"/>
                    <a:pt x="48343" y="90269"/>
                    <a:pt x="27052" y="9026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81" name="Freeform: Shape 5080">
              <a:extLst>
                <a:ext uri="{FF2B5EF4-FFF2-40B4-BE49-F238E27FC236}">
                  <a16:creationId xmlns:a16="http://schemas.microsoft.com/office/drawing/2014/main" id="{B78CF787-6EEF-5F8C-B410-2B41DB425049}"/>
                </a:ext>
              </a:extLst>
            </p:cNvPr>
            <p:cNvSpPr/>
            <p:nvPr>
              <p:custDataLst>
                <p:tags r:id="rId13"/>
              </p:custDataLst>
            </p:nvPr>
          </p:nvSpPr>
          <p:spPr>
            <a:xfrm>
              <a:off x="10309356" y="6703292"/>
              <a:ext cx="75532" cy="84146"/>
            </a:xfrm>
            <a:custGeom>
              <a:avLst/>
              <a:gdLst>
                <a:gd name="connsiteX0" fmla="*/ 696 w 75532"/>
                <a:gd name="connsiteY0" fmla="*/ 77423 h 84146"/>
                <a:gd name="connsiteX1" fmla="*/ 189 w 75532"/>
                <a:gd name="connsiteY1" fmla="*/ 80120 h 84146"/>
                <a:gd name="connsiteX2" fmla="*/ 4498 w 75532"/>
                <a:gd name="connsiteY2" fmla="*/ 84231 h 84146"/>
                <a:gd name="connsiteX3" fmla="*/ 10581 w 75532"/>
                <a:gd name="connsiteY3" fmla="*/ 77808 h 84146"/>
                <a:gd name="connsiteX4" fmla="*/ 16411 w 75532"/>
                <a:gd name="connsiteY4" fmla="*/ 54298 h 84146"/>
                <a:gd name="connsiteX5" fmla="*/ 29971 w 75532"/>
                <a:gd name="connsiteY5" fmla="*/ 58024 h 84146"/>
                <a:gd name="connsiteX6" fmla="*/ 48221 w 75532"/>
                <a:gd name="connsiteY6" fmla="*/ 48774 h 84146"/>
                <a:gd name="connsiteX7" fmla="*/ 61274 w 75532"/>
                <a:gd name="connsiteY7" fmla="*/ 58024 h 84146"/>
                <a:gd name="connsiteX8" fmla="*/ 71286 w 75532"/>
                <a:gd name="connsiteY8" fmla="*/ 51215 h 84146"/>
                <a:gd name="connsiteX9" fmla="*/ 75722 w 75532"/>
                <a:gd name="connsiteY9" fmla="*/ 38368 h 84146"/>
                <a:gd name="connsiteX10" fmla="*/ 73694 w 75532"/>
                <a:gd name="connsiteY10" fmla="*/ 36698 h 84146"/>
                <a:gd name="connsiteX11" fmla="*/ 70906 w 75532"/>
                <a:gd name="connsiteY11" fmla="*/ 40681 h 84146"/>
                <a:gd name="connsiteX12" fmla="*/ 61654 w 75532"/>
                <a:gd name="connsiteY12" fmla="*/ 54427 h 84146"/>
                <a:gd name="connsiteX13" fmla="*/ 57472 w 75532"/>
                <a:gd name="connsiteY13" fmla="*/ 48132 h 84146"/>
                <a:gd name="connsiteX14" fmla="*/ 59373 w 75532"/>
                <a:gd name="connsiteY14" fmla="*/ 37983 h 84146"/>
                <a:gd name="connsiteX15" fmla="*/ 62161 w 75532"/>
                <a:gd name="connsiteY15" fmla="*/ 26421 h 84146"/>
                <a:gd name="connsiteX16" fmla="*/ 65076 w 75532"/>
                <a:gd name="connsiteY16" fmla="*/ 14987 h 84146"/>
                <a:gd name="connsiteX17" fmla="*/ 67231 w 75532"/>
                <a:gd name="connsiteY17" fmla="*/ 5481 h 84146"/>
                <a:gd name="connsiteX18" fmla="*/ 63048 w 75532"/>
                <a:gd name="connsiteY18" fmla="*/ 1370 h 84146"/>
                <a:gd name="connsiteX19" fmla="*/ 57852 w 75532"/>
                <a:gd name="connsiteY19" fmla="*/ 4453 h 84146"/>
                <a:gd name="connsiteX20" fmla="*/ 55825 w 75532"/>
                <a:gd name="connsiteY20" fmla="*/ 11904 h 84146"/>
                <a:gd name="connsiteX21" fmla="*/ 53163 w 75532"/>
                <a:gd name="connsiteY21" fmla="*/ 22567 h 84146"/>
                <a:gd name="connsiteX22" fmla="*/ 49235 w 75532"/>
                <a:gd name="connsiteY22" fmla="*/ 38625 h 84146"/>
                <a:gd name="connsiteX23" fmla="*/ 47207 w 75532"/>
                <a:gd name="connsiteY23" fmla="*/ 43764 h 84146"/>
                <a:gd name="connsiteX24" fmla="*/ 30478 w 75532"/>
                <a:gd name="connsiteY24" fmla="*/ 54427 h 84146"/>
                <a:gd name="connsiteX25" fmla="*/ 20086 w 75532"/>
                <a:gd name="connsiteY25" fmla="*/ 42993 h 84146"/>
                <a:gd name="connsiteX26" fmla="*/ 22241 w 75532"/>
                <a:gd name="connsiteY26" fmla="*/ 31046 h 84146"/>
                <a:gd name="connsiteX27" fmla="*/ 25029 w 75532"/>
                <a:gd name="connsiteY27" fmla="*/ 19484 h 84146"/>
                <a:gd name="connsiteX28" fmla="*/ 26803 w 75532"/>
                <a:gd name="connsiteY28" fmla="*/ 12290 h 84146"/>
                <a:gd name="connsiteX29" fmla="*/ 28704 w 75532"/>
                <a:gd name="connsiteY29" fmla="*/ 4196 h 84146"/>
                <a:gd name="connsiteX30" fmla="*/ 24395 w 75532"/>
                <a:gd name="connsiteY30" fmla="*/ 85 h 84146"/>
                <a:gd name="connsiteX31" fmla="*/ 18312 w 75532"/>
                <a:gd name="connsiteY31" fmla="*/ 6123 h 84146"/>
                <a:gd name="connsiteX32" fmla="*/ 696 w 75532"/>
                <a:gd name="connsiteY32" fmla="*/ 77423 h 8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5532" h="84146">
                  <a:moveTo>
                    <a:pt x="696" y="77423"/>
                  </a:moveTo>
                  <a:cubicBezTo>
                    <a:pt x="189" y="79350"/>
                    <a:pt x="189" y="79992"/>
                    <a:pt x="189" y="80120"/>
                  </a:cubicBezTo>
                  <a:cubicBezTo>
                    <a:pt x="189" y="82947"/>
                    <a:pt x="2470" y="84231"/>
                    <a:pt x="4498" y="84231"/>
                  </a:cubicBezTo>
                  <a:cubicBezTo>
                    <a:pt x="9061" y="84231"/>
                    <a:pt x="10074" y="79992"/>
                    <a:pt x="10581" y="77808"/>
                  </a:cubicBezTo>
                  <a:cubicBezTo>
                    <a:pt x="10835" y="77166"/>
                    <a:pt x="13369" y="66888"/>
                    <a:pt x="16411" y="54298"/>
                  </a:cubicBezTo>
                  <a:cubicBezTo>
                    <a:pt x="20340" y="56996"/>
                    <a:pt x="25409" y="58024"/>
                    <a:pt x="29971" y="58024"/>
                  </a:cubicBezTo>
                  <a:cubicBezTo>
                    <a:pt x="40870" y="58024"/>
                    <a:pt x="47967" y="49031"/>
                    <a:pt x="48221" y="48774"/>
                  </a:cubicBezTo>
                  <a:cubicBezTo>
                    <a:pt x="50629" y="57639"/>
                    <a:pt x="59373" y="58024"/>
                    <a:pt x="61274" y="58024"/>
                  </a:cubicBezTo>
                  <a:cubicBezTo>
                    <a:pt x="65837" y="58024"/>
                    <a:pt x="69005" y="55198"/>
                    <a:pt x="71286" y="51215"/>
                  </a:cubicBezTo>
                  <a:cubicBezTo>
                    <a:pt x="74074" y="46205"/>
                    <a:pt x="75722" y="38882"/>
                    <a:pt x="75722" y="38368"/>
                  </a:cubicBezTo>
                  <a:cubicBezTo>
                    <a:pt x="75722" y="36698"/>
                    <a:pt x="74074" y="36698"/>
                    <a:pt x="73694" y="36698"/>
                  </a:cubicBezTo>
                  <a:cubicBezTo>
                    <a:pt x="71920" y="36698"/>
                    <a:pt x="71793" y="37212"/>
                    <a:pt x="70906" y="40681"/>
                  </a:cubicBezTo>
                  <a:cubicBezTo>
                    <a:pt x="69385" y="46847"/>
                    <a:pt x="66977" y="54427"/>
                    <a:pt x="61654" y="54427"/>
                  </a:cubicBezTo>
                  <a:cubicBezTo>
                    <a:pt x="58359" y="54427"/>
                    <a:pt x="57472" y="51601"/>
                    <a:pt x="57472" y="48132"/>
                  </a:cubicBezTo>
                  <a:cubicBezTo>
                    <a:pt x="57472" y="45948"/>
                    <a:pt x="58486" y="41323"/>
                    <a:pt x="59373" y="37983"/>
                  </a:cubicBezTo>
                  <a:cubicBezTo>
                    <a:pt x="60260" y="34514"/>
                    <a:pt x="61528" y="29247"/>
                    <a:pt x="62161" y="26421"/>
                  </a:cubicBezTo>
                  <a:lnTo>
                    <a:pt x="65076" y="14987"/>
                  </a:lnTo>
                  <a:cubicBezTo>
                    <a:pt x="65837" y="11776"/>
                    <a:pt x="67231" y="6123"/>
                    <a:pt x="67231" y="5481"/>
                  </a:cubicBezTo>
                  <a:cubicBezTo>
                    <a:pt x="67231" y="2911"/>
                    <a:pt x="65203" y="1370"/>
                    <a:pt x="63048" y="1370"/>
                  </a:cubicBezTo>
                  <a:cubicBezTo>
                    <a:pt x="61654" y="1370"/>
                    <a:pt x="59246" y="2012"/>
                    <a:pt x="57852" y="4453"/>
                  </a:cubicBezTo>
                  <a:cubicBezTo>
                    <a:pt x="57472" y="5224"/>
                    <a:pt x="56458" y="9335"/>
                    <a:pt x="55825" y="11904"/>
                  </a:cubicBezTo>
                  <a:lnTo>
                    <a:pt x="53163" y="22567"/>
                  </a:lnTo>
                  <a:lnTo>
                    <a:pt x="49235" y="38625"/>
                  </a:lnTo>
                  <a:cubicBezTo>
                    <a:pt x="48348" y="41837"/>
                    <a:pt x="48348" y="42094"/>
                    <a:pt x="47207" y="43764"/>
                  </a:cubicBezTo>
                  <a:cubicBezTo>
                    <a:pt x="43278" y="49417"/>
                    <a:pt x="37702" y="54427"/>
                    <a:pt x="30478" y="54427"/>
                  </a:cubicBezTo>
                  <a:cubicBezTo>
                    <a:pt x="20086" y="54427"/>
                    <a:pt x="20086" y="45306"/>
                    <a:pt x="20086" y="42993"/>
                  </a:cubicBezTo>
                  <a:cubicBezTo>
                    <a:pt x="20086" y="39653"/>
                    <a:pt x="20466" y="37983"/>
                    <a:pt x="22241" y="31046"/>
                  </a:cubicBezTo>
                  <a:cubicBezTo>
                    <a:pt x="23508" y="25393"/>
                    <a:pt x="23761" y="24494"/>
                    <a:pt x="25029" y="19484"/>
                  </a:cubicBezTo>
                  <a:lnTo>
                    <a:pt x="26803" y="12290"/>
                  </a:lnTo>
                  <a:cubicBezTo>
                    <a:pt x="27437" y="9592"/>
                    <a:pt x="28704" y="4710"/>
                    <a:pt x="28704" y="4196"/>
                  </a:cubicBezTo>
                  <a:cubicBezTo>
                    <a:pt x="28704" y="1884"/>
                    <a:pt x="26930" y="85"/>
                    <a:pt x="24395" y="85"/>
                  </a:cubicBezTo>
                  <a:cubicBezTo>
                    <a:pt x="19833" y="85"/>
                    <a:pt x="18692" y="4582"/>
                    <a:pt x="18312" y="6123"/>
                  </a:cubicBezTo>
                  <a:lnTo>
                    <a:pt x="696" y="7742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82" name="Freeform: Shape 5081">
              <a:extLst>
                <a:ext uri="{FF2B5EF4-FFF2-40B4-BE49-F238E27FC236}">
                  <a16:creationId xmlns:a16="http://schemas.microsoft.com/office/drawing/2014/main" id="{971CDFA2-0F99-5A33-09BE-9789A6EB6C3A}"/>
                </a:ext>
              </a:extLst>
            </p:cNvPr>
            <p:cNvSpPr/>
            <p:nvPr>
              <p:custDataLst>
                <p:tags r:id="rId14"/>
              </p:custDataLst>
            </p:nvPr>
          </p:nvSpPr>
          <p:spPr>
            <a:xfrm>
              <a:off x="10399287" y="6737740"/>
              <a:ext cx="63366" cy="41568"/>
            </a:xfrm>
            <a:custGeom>
              <a:avLst/>
              <a:gdLst>
                <a:gd name="connsiteX0" fmla="*/ 9608 w 63366"/>
                <a:gd name="connsiteY0" fmla="*/ 31652 h 41568"/>
                <a:gd name="connsiteX1" fmla="*/ 8070 w 63366"/>
                <a:gd name="connsiteY1" fmla="*/ 38443 h 41568"/>
                <a:gd name="connsiteX2" fmla="*/ 11419 w 63366"/>
                <a:gd name="connsiteY2" fmla="*/ 41655 h 41568"/>
                <a:gd name="connsiteX3" fmla="*/ 15764 w 63366"/>
                <a:gd name="connsiteY3" fmla="*/ 38626 h 41568"/>
                <a:gd name="connsiteX4" fmla="*/ 17484 w 63366"/>
                <a:gd name="connsiteY4" fmla="*/ 31469 h 41568"/>
                <a:gd name="connsiteX5" fmla="*/ 20743 w 63366"/>
                <a:gd name="connsiteY5" fmla="*/ 18530 h 41568"/>
                <a:gd name="connsiteX6" fmla="*/ 39481 w 63366"/>
                <a:gd name="connsiteY6" fmla="*/ 3206 h 41568"/>
                <a:gd name="connsiteX7" fmla="*/ 45818 w 63366"/>
                <a:gd name="connsiteY7" fmla="*/ 9813 h 41568"/>
                <a:gd name="connsiteX8" fmla="*/ 39934 w 63366"/>
                <a:gd name="connsiteY8" fmla="*/ 29725 h 41568"/>
                <a:gd name="connsiteX9" fmla="*/ 39028 w 63366"/>
                <a:gd name="connsiteY9" fmla="*/ 33579 h 41568"/>
                <a:gd name="connsiteX10" fmla="*/ 48895 w 63366"/>
                <a:gd name="connsiteY10" fmla="*/ 41655 h 41568"/>
                <a:gd name="connsiteX11" fmla="*/ 63560 w 63366"/>
                <a:gd name="connsiteY11" fmla="*/ 27431 h 41568"/>
                <a:gd name="connsiteX12" fmla="*/ 61659 w 63366"/>
                <a:gd name="connsiteY12" fmla="*/ 26147 h 41568"/>
                <a:gd name="connsiteX13" fmla="*/ 59487 w 63366"/>
                <a:gd name="connsiteY13" fmla="*/ 28257 h 41568"/>
                <a:gd name="connsiteX14" fmla="*/ 49258 w 63366"/>
                <a:gd name="connsiteY14" fmla="*/ 38535 h 41568"/>
                <a:gd name="connsiteX15" fmla="*/ 46542 w 63366"/>
                <a:gd name="connsiteY15" fmla="*/ 35048 h 41568"/>
                <a:gd name="connsiteX16" fmla="*/ 47719 w 63366"/>
                <a:gd name="connsiteY16" fmla="*/ 30184 h 41568"/>
                <a:gd name="connsiteX17" fmla="*/ 53422 w 63366"/>
                <a:gd name="connsiteY17" fmla="*/ 11006 h 41568"/>
                <a:gd name="connsiteX18" fmla="*/ 40024 w 63366"/>
                <a:gd name="connsiteY18" fmla="*/ 86 h 41568"/>
                <a:gd name="connsiteX19" fmla="*/ 22915 w 63366"/>
                <a:gd name="connsiteY19" fmla="*/ 9171 h 41568"/>
                <a:gd name="connsiteX20" fmla="*/ 11872 w 63366"/>
                <a:gd name="connsiteY20" fmla="*/ 86 h 41568"/>
                <a:gd name="connsiteX21" fmla="*/ 194 w 63366"/>
                <a:gd name="connsiteY21" fmla="*/ 14309 h 41568"/>
                <a:gd name="connsiteX22" fmla="*/ 2095 w 63366"/>
                <a:gd name="connsiteY22" fmla="*/ 15594 h 41568"/>
                <a:gd name="connsiteX23" fmla="*/ 4177 w 63366"/>
                <a:gd name="connsiteY23" fmla="*/ 13851 h 41568"/>
                <a:gd name="connsiteX24" fmla="*/ 11419 w 63366"/>
                <a:gd name="connsiteY24" fmla="*/ 3206 h 41568"/>
                <a:gd name="connsiteX25" fmla="*/ 15130 w 63366"/>
                <a:gd name="connsiteY25" fmla="*/ 8069 h 41568"/>
                <a:gd name="connsiteX26" fmla="*/ 13682 w 63366"/>
                <a:gd name="connsiteY26" fmla="*/ 15227 h 41568"/>
                <a:gd name="connsiteX27" fmla="*/ 11691 w 63366"/>
                <a:gd name="connsiteY27" fmla="*/ 23486 h 41568"/>
                <a:gd name="connsiteX28" fmla="*/ 9608 w 63366"/>
                <a:gd name="connsiteY28" fmla="*/ 31652 h 4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366" h="41568">
                  <a:moveTo>
                    <a:pt x="9608" y="31652"/>
                  </a:moveTo>
                  <a:cubicBezTo>
                    <a:pt x="9065" y="33947"/>
                    <a:pt x="8070" y="37984"/>
                    <a:pt x="8070" y="38443"/>
                  </a:cubicBezTo>
                  <a:cubicBezTo>
                    <a:pt x="8070" y="40462"/>
                    <a:pt x="9699" y="41655"/>
                    <a:pt x="11419" y="41655"/>
                  </a:cubicBezTo>
                  <a:cubicBezTo>
                    <a:pt x="12777" y="41655"/>
                    <a:pt x="14768" y="40920"/>
                    <a:pt x="15764" y="38626"/>
                  </a:cubicBezTo>
                  <a:cubicBezTo>
                    <a:pt x="15855" y="38168"/>
                    <a:pt x="16941" y="33855"/>
                    <a:pt x="17484" y="31469"/>
                  </a:cubicBezTo>
                  <a:cubicBezTo>
                    <a:pt x="20562" y="19081"/>
                    <a:pt x="20562" y="18897"/>
                    <a:pt x="20743" y="18530"/>
                  </a:cubicBezTo>
                  <a:cubicBezTo>
                    <a:pt x="21920" y="16053"/>
                    <a:pt x="28437" y="3206"/>
                    <a:pt x="39481" y="3206"/>
                  </a:cubicBezTo>
                  <a:cubicBezTo>
                    <a:pt x="43917" y="3206"/>
                    <a:pt x="45818" y="5684"/>
                    <a:pt x="45818" y="9813"/>
                  </a:cubicBezTo>
                  <a:cubicBezTo>
                    <a:pt x="45818" y="15043"/>
                    <a:pt x="42016" y="24495"/>
                    <a:pt x="39934" y="29725"/>
                  </a:cubicBezTo>
                  <a:cubicBezTo>
                    <a:pt x="39481" y="30827"/>
                    <a:pt x="39028" y="32020"/>
                    <a:pt x="39028" y="33579"/>
                  </a:cubicBezTo>
                  <a:cubicBezTo>
                    <a:pt x="39028" y="38351"/>
                    <a:pt x="43555" y="41655"/>
                    <a:pt x="48895" y="41655"/>
                  </a:cubicBezTo>
                  <a:cubicBezTo>
                    <a:pt x="58581" y="41655"/>
                    <a:pt x="63560" y="29725"/>
                    <a:pt x="63560" y="27431"/>
                  </a:cubicBezTo>
                  <a:cubicBezTo>
                    <a:pt x="63560" y="26147"/>
                    <a:pt x="62021" y="26147"/>
                    <a:pt x="61659" y="26147"/>
                  </a:cubicBezTo>
                  <a:cubicBezTo>
                    <a:pt x="60120" y="26147"/>
                    <a:pt x="60030" y="26514"/>
                    <a:pt x="59487" y="28257"/>
                  </a:cubicBezTo>
                  <a:cubicBezTo>
                    <a:pt x="57767" y="33763"/>
                    <a:pt x="53603" y="38535"/>
                    <a:pt x="49258" y="38535"/>
                  </a:cubicBezTo>
                  <a:cubicBezTo>
                    <a:pt x="47176" y="38535"/>
                    <a:pt x="46542" y="37066"/>
                    <a:pt x="46542" y="35048"/>
                  </a:cubicBezTo>
                  <a:cubicBezTo>
                    <a:pt x="46542" y="33121"/>
                    <a:pt x="46904" y="32203"/>
                    <a:pt x="47719" y="30184"/>
                  </a:cubicBezTo>
                  <a:cubicBezTo>
                    <a:pt x="49258" y="26514"/>
                    <a:pt x="53422" y="16053"/>
                    <a:pt x="53422" y="11006"/>
                  </a:cubicBezTo>
                  <a:cubicBezTo>
                    <a:pt x="53422" y="4215"/>
                    <a:pt x="48624" y="86"/>
                    <a:pt x="40024" y="86"/>
                  </a:cubicBezTo>
                  <a:cubicBezTo>
                    <a:pt x="31787" y="86"/>
                    <a:pt x="26084" y="5133"/>
                    <a:pt x="22915" y="9171"/>
                  </a:cubicBezTo>
                  <a:cubicBezTo>
                    <a:pt x="22463" y="1646"/>
                    <a:pt x="15221" y="86"/>
                    <a:pt x="11872" y="86"/>
                  </a:cubicBezTo>
                  <a:cubicBezTo>
                    <a:pt x="2819" y="86"/>
                    <a:pt x="194" y="14126"/>
                    <a:pt x="194" y="14309"/>
                  </a:cubicBezTo>
                  <a:cubicBezTo>
                    <a:pt x="194" y="15594"/>
                    <a:pt x="1642" y="15594"/>
                    <a:pt x="2095" y="15594"/>
                  </a:cubicBezTo>
                  <a:cubicBezTo>
                    <a:pt x="3634" y="15594"/>
                    <a:pt x="3815" y="15043"/>
                    <a:pt x="4177" y="13851"/>
                  </a:cubicBezTo>
                  <a:cubicBezTo>
                    <a:pt x="5535" y="8528"/>
                    <a:pt x="7617" y="3206"/>
                    <a:pt x="11419" y="3206"/>
                  </a:cubicBezTo>
                  <a:cubicBezTo>
                    <a:pt x="14497" y="3206"/>
                    <a:pt x="15130" y="6142"/>
                    <a:pt x="15130" y="8069"/>
                  </a:cubicBezTo>
                  <a:cubicBezTo>
                    <a:pt x="15130" y="9354"/>
                    <a:pt x="14225" y="12841"/>
                    <a:pt x="13682" y="15227"/>
                  </a:cubicBezTo>
                  <a:cubicBezTo>
                    <a:pt x="13048" y="17705"/>
                    <a:pt x="12143" y="21467"/>
                    <a:pt x="11691" y="23486"/>
                  </a:cubicBezTo>
                  <a:lnTo>
                    <a:pt x="9608" y="3165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83" name="Freeform: Shape 5082">
              <a:extLst>
                <a:ext uri="{FF2B5EF4-FFF2-40B4-BE49-F238E27FC236}">
                  <a16:creationId xmlns:a16="http://schemas.microsoft.com/office/drawing/2014/main" id="{0C01BE62-BEC2-A26C-A573-152E817F1278}"/>
                </a:ext>
              </a:extLst>
            </p:cNvPr>
            <p:cNvSpPr/>
            <p:nvPr>
              <p:custDataLst>
                <p:tags r:id="rId15"/>
              </p:custDataLst>
            </p:nvPr>
          </p:nvSpPr>
          <p:spPr>
            <a:xfrm>
              <a:off x="10191582" y="6792267"/>
              <a:ext cx="314578" cy="7340"/>
            </a:xfrm>
            <a:custGeom>
              <a:avLst/>
              <a:gdLst>
                <a:gd name="connsiteX0" fmla="*/ 0 w 314578"/>
                <a:gd name="connsiteY0" fmla="*/ 0 h 7340"/>
                <a:gd name="connsiteX1" fmla="*/ 314579 w 314578"/>
                <a:gd name="connsiteY1" fmla="*/ 0 h 7340"/>
                <a:gd name="connsiteX2" fmla="*/ 314579 w 314578"/>
                <a:gd name="connsiteY2" fmla="*/ 7341 h 7340"/>
                <a:gd name="connsiteX3" fmla="*/ 0 w 314578"/>
                <a:gd name="connsiteY3" fmla="*/ 7341 h 7340"/>
              </a:gdLst>
              <a:ahLst/>
              <a:cxnLst>
                <a:cxn ang="0">
                  <a:pos x="connsiteX0" y="connsiteY0"/>
                </a:cxn>
                <a:cxn ang="0">
                  <a:pos x="connsiteX1" y="connsiteY1"/>
                </a:cxn>
                <a:cxn ang="0">
                  <a:pos x="connsiteX2" y="connsiteY2"/>
                </a:cxn>
                <a:cxn ang="0">
                  <a:pos x="connsiteX3" y="connsiteY3"/>
                </a:cxn>
              </a:cxnLst>
              <a:rect l="l" t="t" r="r" b="b"/>
              <a:pathLst>
                <a:path w="314578" h="7340">
                  <a:moveTo>
                    <a:pt x="0" y="0"/>
                  </a:moveTo>
                  <a:lnTo>
                    <a:pt x="314579" y="0"/>
                  </a:lnTo>
                  <a:lnTo>
                    <a:pt x="314579" y="7341"/>
                  </a:lnTo>
                  <a:lnTo>
                    <a:pt x="0" y="734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84" name="Freeform: Shape 5083">
              <a:extLst>
                <a:ext uri="{FF2B5EF4-FFF2-40B4-BE49-F238E27FC236}">
                  <a16:creationId xmlns:a16="http://schemas.microsoft.com/office/drawing/2014/main" id="{A1E33941-22C5-9265-CBC8-AC4814878EF5}"/>
                </a:ext>
              </a:extLst>
            </p:cNvPr>
            <p:cNvSpPr/>
            <p:nvPr>
              <p:custDataLst>
                <p:tags r:id="rId16"/>
              </p:custDataLst>
            </p:nvPr>
          </p:nvSpPr>
          <p:spPr>
            <a:xfrm>
              <a:off x="10199186" y="6813379"/>
              <a:ext cx="72744" cy="94295"/>
            </a:xfrm>
            <a:custGeom>
              <a:avLst/>
              <a:gdLst>
                <a:gd name="connsiteX0" fmla="*/ 59114 w 72744"/>
                <a:gd name="connsiteY0" fmla="*/ 48397 h 94295"/>
                <a:gd name="connsiteX1" fmla="*/ 39724 w 72744"/>
                <a:gd name="connsiteY1" fmla="*/ 33238 h 94295"/>
                <a:gd name="connsiteX2" fmla="*/ 2718 w 72744"/>
                <a:gd name="connsiteY2" fmla="*/ 58289 h 94295"/>
                <a:gd name="connsiteX3" fmla="*/ 183 w 72744"/>
                <a:gd name="connsiteY3" fmla="*/ 70879 h 94295"/>
                <a:gd name="connsiteX4" fmla="*/ 26797 w 72744"/>
                <a:gd name="connsiteY4" fmla="*/ 94388 h 94295"/>
                <a:gd name="connsiteX5" fmla="*/ 72927 w 72744"/>
                <a:gd name="connsiteY5" fmla="*/ 34651 h 94295"/>
                <a:gd name="connsiteX6" fmla="*/ 41751 w 72744"/>
                <a:gd name="connsiteY6" fmla="*/ 93 h 94295"/>
                <a:gd name="connsiteX7" fmla="*/ 15391 w 72744"/>
                <a:gd name="connsiteY7" fmla="*/ 20776 h 94295"/>
                <a:gd name="connsiteX8" fmla="*/ 20460 w 72744"/>
                <a:gd name="connsiteY8" fmla="*/ 25401 h 94295"/>
                <a:gd name="connsiteX9" fmla="*/ 27557 w 72744"/>
                <a:gd name="connsiteY9" fmla="*/ 18335 h 94295"/>
                <a:gd name="connsiteX10" fmla="*/ 22615 w 72744"/>
                <a:gd name="connsiteY10" fmla="*/ 13454 h 94295"/>
                <a:gd name="connsiteX11" fmla="*/ 41498 w 72744"/>
                <a:gd name="connsiteY11" fmla="*/ 3819 h 94295"/>
                <a:gd name="connsiteX12" fmla="*/ 62282 w 72744"/>
                <a:gd name="connsiteY12" fmla="*/ 28099 h 94295"/>
                <a:gd name="connsiteX13" fmla="*/ 59240 w 72744"/>
                <a:gd name="connsiteY13" fmla="*/ 48397 h 94295"/>
                <a:gd name="connsiteX14" fmla="*/ 59114 w 72744"/>
                <a:gd name="connsiteY14" fmla="*/ 48397 h 94295"/>
                <a:gd name="connsiteX15" fmla="*/ 27050 w 72744"/>
                <a:gd name="connsiteY15" fmla="*/ 90277 h 94295"/>
                <a:gd name="connsiteX16" fmla="*/ 11082 w 72744"/>
                <a:gd name="connsiteY16" fmla="*/ 75375 h 94295"/>
                <a:gd name="connsiteX17" fmla="*/ 15771 w 72744"/>
                <a:gd name="connsiteY17" fmla="*/ 54563 h 94295"/>
                <a:gd name="connsiteX18" fmla="*/ 40231 w 72744"/>
                <a:gd name="connsiteY18" fmla="*/ 36835 h 94295"/>
                <a:gd name="connsiteX19" fmla="*/ 56579 w 72744"/>
                <a:gd name="connsiteY19" fmla="*/ 54306 h 94295"/>
                <a:gd name="connsiteX20" fmla="*/ 27050 w 72744"/>
                <a:gd name="connsiteY20" fmla="*/ 90277 h 9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2744" h="94295">
                  <a:moveTo>
                    <a:pt x="59114" y="48397"/>
                  </a:moveTo>
                  <a:cubicBezTo>
                    <a:pt x="57339" y="40946"/>
                    <a:pt x="51636" y="33238"/>
                    <a:pt x="39724" y="33238"/>
                  </a:cubicBezTo>
                  <a:cubicBezTo>
                    <a:pt x="21981" y="33238"/>
                    <a:pt x="7280" y="46727"/>
                    <a:pt x="2718" y="58289"/>
                  </a:cubicBezTo>
                  <a:cubicBezTo>
                    <a:pt x="1957" y="60473"/>
                    <a:pt x="183" y="65740"/>
                    <a:pt x="183" y="70879"/>
                  </a:cubicBezTo>
                  <a:cubicBezTo>
                    <a:pt x="183" y="79743"/>
                    <a:pt x="7027" y="94388"/>
                    <a:pt x="26797" y="94388"/>
                  </a:cubicBezTo>
                  <a:cubicBezTo>
                    <a:pt x="59621" y="94388"/>
                    <a:pt x="72927" y="52893"/>
                    <a:pt x="72927" y="34651"/>
                  </a:cubicBezTo>
                  <a:cubicBezTo>
                    <a:pt x="72927" y="12683"/>
                    <a:pt x="58733" y="93"/>
                    <a:pt x="41751" y="93"/>
                  </a:cubicBezTo>
                  <a:cubicBezTo>
                    <a:pt x="21094" y="93"/>
                    <a:pt x="15391" y="16794"/>
                    <a:pt x="15391" y="20776"/>
                  </a:cubicBezTo>
                  <a:cubicBezTo>
                    <a:pt x="15391" y="21804"/>
                    <a:pt x="16025" y="25401"/>
                    <a:pt x="20460" y="25401"/>
                  </a:cubicBezTo>
                  <a:cubicBezTo>
                    <a:pt x="24896" y="25401"/>
                    <a:pt x="27557" y="21419"/>
                    <a:pt x="27557" y="18335"/>
                  </a:cubicBezTo>
                  <a:cubicBezTo>
                    <a:pt x="27557" y="14867"/>
                    <a:pt x="25023" y="13711"/>
                    <a:pt x="22615" y="13454"/>
                  </a:cubicBezTo>
                  <a:cubicBezTo>
                    <a:pt x="28951" y="3819"/>
                    <a:pt x="39343" y="3819"/>
                    <a:pt x="41498" y="3819"/>
                  </a:cubicBezTo>
                  <a:cubicBezTo>
                    <a:pt x="51003" y="3819"/>
                    <a:pt x="62282" y="9857"/>
                    <a:pt x="62282" y="28099"/>
                  </a:cubicBezTo>
                  <a:cubicBezTo>
                    <a:pt x="62282" y="33623"/>
                    <a:pt x="61648" y="38119"/>
                    <a:pt x="59240" y="48397"/>
                  </a:cubicBezTo>
                  <a:lnTo>
                    <a:pt x="59114" y="48397"/>
                  </a:lnTo>
                  <a:close/>
                  <a:moveTo>
                    <a:pt x="27050" y="90277"/>
                  </a:moveTo>
                  <a:cubicBezTo>
                    <a:pt x="12730" y="90277"/>
                    <a:pt x="11082" y="79358"/>
                    <a:pt x="11082" y="75375"/>
                  </a:cubicBezTo>
                  <a:cubicBezTo>
                    <a:pt x="11082" y="70365"/>
                    <a:pt x="14504" y="57775"/>
                    <a:pt x="15771" y="54563"/>
                  </a:cubicBezTo>
                  <a:cubicBezTo>
                    <a:pt x="18052" y="48654"/>
                    <a:pt x="25910" y="36835"/>
                    <a:pt x="40231" y="36835"/>
                  </a:cubicBezTo>
                  <a:cubicBezTo>
                    <a:pt x="52524" y="36835"/>
                    <a:pt x="56579" y="46598"/>
                    <a:pt x="56579" y="54306"/>
                  </a:cubicBezTo>
                  <a:cubicBezTo>
                    <a:pt x="56579" y="62914"/>
                    <a:pt x="48341" y="90277"/>
                    <a:pt x="27050" y="9027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85" name="Freeform: Shape 5084">
              <a:extLst>
                <a:ext uri="{FF2B5EF4-FFF2-40B4-BE49-F238E27FC236}">
                  <a16:creationId xmlns:a16="http://schemas.microsoft.com/office/drawing/2014/main" id="{2E4D4C42-69B7-F6B3-8E6A-8BFA05D88517}"/>
                </a:ext>
              </a:extLst>
            </p:cNvPr>
            <p:cNvSpPr/>
            <p:nvPr>
              <p:custDataLst>
                <p:tags r:id="rId17"/>
              </p:custDataLst>
            </p:nvPr>
          </p:nvSpPr>
          <p:spPr>
            <a:xfrm>
              <a:off x="10282776" y="6848451"/>
              <a:ext cx="67801" cy="57938"/>
            </a:xfrm>
            <a:custGeom>
              <a:avLst/>
              <a:gdLst>
                <a:gd name="connsiteX0" fmla="*/ 25661 w 67801"/>
                <a:gd name="connsiteY0" fmla="*/ 43130 h 57938"/>
                <a:gd name="connsiteX1" fmla="*/ 13748 w 67801"/>
                <a:gd name="connsiteY1" fmla="*/ 54435 h 57938"/>
                <a:gd name="connsiteX2" fmla="*/ 6905 w 67801"/>
                <a:gd name="connsiteY2" fmla="*/ 52636 h 57938"/>
                <a:gd name="connsiteX3" fmla="*/ 12481 w 67801"/>
                <a:gd name="connsiteY3" fmla="*/ 45571 h 57938"/>
                <a:gd name="connsiteX4" fmla="*/ 7412 w 67801"/>
                <a:gd name="connsiteY4" fmla="*/ 40817 h 57938"/>
                <a:gd name="connsiteX5" fmla="*/ 188 w 67801"/>
                <a:gd name="connsiteY5" fmla="*/ 48654 h 57938"/>
                <a:gd name="connsiteX6" fmla="*/ 13495 w 67801"/>
                <a:gd name="connsiteY6" fmla="*/ 58032 h 57938"/>
                <a:gd name="connsiteX7" fmla="*/ 27689 w 67801"/>
                <a:gd name="connsiteY7" fmla="*/ 48911 h 57938"/>
                <a:gd name="connsiteX8" fmla="*/ 42770 w 67801"/>
                <a:gd name="connsiteY8" fmla="*/ 58032 h 57938"/>
                <a:gd name="connsiteX9" fmla="*/ 65075 w 67801"/>
                <a:gd name="connsiteY9" fmla="*/ 38376 h 57938"/>
                <a:gd name="connsiteX10" fmla="*/ 63047 w 67801"/>
                <a:gd name="connsiteY10" fmla="*/ 36706 h 57938"/>
                <a:gd name="connsiteX11" fmla="*/ 60639 w 67801"/>
                <a:gd name="connsiteY11" fmla="*/ 38890 h 57938"/>
                <a:gd name="connsiteX12" fmla="*/ 43277 w 67801"/>
                <a:gd name="connsiteY12" fmla="*/ 54435 h 57938"/>
                <a:gd name="connsiteX13" fmla="*/ 35546 w 67801"/>
                <a:gd name="connsiteY13" fmla="*/ 46084 h 57938"/>
                <a:gd name="connsiteX14" fmla="*/ 42136 w 67801"/>
                <a:gd name="connsiteY14" fmla="*/ 16794 h 57938"/>
                <a:gd name="connsiteX15" fmla="*/ 54556 w 67801"/>
                <a:gd name="connsiteY15" fmla="*/ 3690 h 57938"/>
                <a:gd name="connsiteX16" fmla="*/ 61399 w 67801"/>
                <a:gd name="connsiteY16" fmla="*/ 5489 h 57938"/>
                <a:gd name="connsiteX17" fmla="*/ 55823 w 67801"/>
                <a:gd name="connsiteY17" fmla="*/ 12554 h 57938"/>
                <a:gd name="connsiteX18" fmla="*/ 60893 w 67801"/>
                <a:gd name="connsiteY18" fmla="*/ 17308 h 57938"/>
                <a:gd name="connsiteX19" fmla="*/ 67990 w 67801"/>
                <a:gd name="connsiteY19" fmla="*/ 9471 h 57938"/>
                <a:gd name="connsiteX20" fmla="*/ 54809 w 67801"/>
                <a:gd name="connsiteY20" fmla="*/ 93 h 57938"/>
                <a:gd name="connsiteX21" fmla="*/ 40615 w 67801"/>
                <a:gd name="connsiteY21" fmla="*/ 9214 h 57938"/>
                <a:gd name="connsiteX22" fmla="*/ 25408 w 67801"/>
                <a:gd name="connsiteY22" fmla="*/ 93 h 57938"/>
                <a:gd name="connsiteX23" fmla="*/ 3103 w 67801"/>
                <a:gd name="connsiteY23" fmla="*/ 19749 h 57938"/>
                <a:gd name="connsiteX24" fmla="*/ 5257 w 67801"/>
                <a:gd name="connsiteY24" fmla="*/ 21419 h 57938"/>
                <a:gd name="connsiteX25" fmla="*/ 7665 w 67801"/>
                <a:gd name="connsiteY25" fmla="*/ 19235 h 57938"/>
                <a:gd name="connsiteX26" fmla="*/ 25027 w 67801"/>
                <a:gd name="connsiteY26" fmla="*/ 3690 h 57938"/>
                <a:gd name="connsiteX27" fmla="*/ 32631 w 67801"/>
                <a:gd name="connsiteY27" fmla="*/ 12169 h 57938"/>
                <a:gd name="connsiteX28" fmla="*/ 29970 w 67801"/>
                <a:gd name="connsiteY28" fmla="*/ 25530 h 57938"/>
                <a:gd name="connsiteX29" fmla="*/ 25661 w 67801"/>
                <a:gd name="connsiteY29" fmla="*/ 43130 h 57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7801" h="57938">
                  <a:moveTo>
                    <a:pt x="25661" y="43130"/>
                  </a:moveTo>
                  <a:cubicBezTo>
                    <a:pt x="24394" y="47498"/>
                    <a:pt x="20211" y="54435"/>
                    <a:pt x="13748" y="54435"/>
                  </a:cubicBezTo>
                  <a:cubicBezTo>
                    <a:pt x="13368" y="54435"/>
                    <a:pt x="9566" y="54435"/>
                    <a:pt x="6905" y="52636"/>
                  </a:cubicBezTo>
                  <a:cubicBezTo>
                    <a:pt x="12101" y="50966"/>
                    <a:pt x="12481" y="46341"/>
                    <a:pt x="12481" y="45571"/>
                  </a:cubicBezTo>
                  <a:cubicBezTo>
                    <a:pt x="12481" y="42744"/>
                    <a:pt x="10326" y="40817"/>
                    <a:pt x="7412" y="40817"/>
                  </a:cubicBezTo>
                  <a:cubicBezTo>
                    <a:pt x="3863" y="40817"/>
                    <a:pt x="188" y="43900"/>
                    <a:pt x="188" y="48654"/>
                  </a:cubicBezTo>
                  <a:cubicBezTo>
                    <a:pt x="188" y="55077"/>
                    <a:pt x="7285" y="58032"/>
                    <a:pt x="13495" y="58032"/>
                  </a:cubicBezTo>
                  <a:cubicBezTo>
                    <a:pt x="19324" y="58032"/>
                    <a:pt x="24520" y="54306"/>
                    <a:pt x="27689" y="48911"/>
                  </a:cubicBezTo>
                  <a:cubicBezTo>
                    <a:pt x="30730" y="55719"/>
                    <a:pt x="37701" y="58032"/>
                    <a:pt x="42770" y="58032"/>
                  </a:cubicBezTo>
                  <a:cubicBezTo>
                    <a:pt x="57344" y="58032"/>
                    <a:pt x="65075" y="41973"/>
                    <a:pt x="65075" y="38376"/>
                  </a:cubicBezTo>
                  <a:cubicBezTo>
                    <a:pt x="65075" y="36706"/>
                    <a:pt x="63427" y="36706"/>
                    <a:pt x="63047" y="36706"/>
                  </a:cubicBezTo>
                  <a:cubicBezTo>
                    <a:pt x="61273" y="36706"/>
                    <a:pt x="61146" y="37349"/>
                    <a:pt x="60639" y="38890"/>
                  </a:cubicBezTo>
                  <a:cubicBezTo>
                    <a:pt x="57978" y="47755"/>
                    <a:pt x="50374" y="54435"/>
                    <a:pt x="43277" y="54435"/>
                  </a:cubicBezTo>
                  <a:cubicBezTo>
                    <a:pt x="38207" y="54435"/>
                    <a:pt x="35546" y="50966"/>
                    <a:pt x="35546" y="46084"/>
                  </a:cubicBezTo>
                  <a:cubicBezTo>
                    <a:pt x="35546" y="42744"/>
                    <a:pt x="38588" y="31054"/>
                    <a:pt x="42136" y="16794"/>
                  </a:cubicBezTo>
                  <a:cubicBezTo>
                    <a:pt x="44671" y="6902"/>
                    <a:pt x="50374" y="3690"/>
                    <a:pt x="54556" y="3690"/>
                  </a:cubicBezTo>
                  <a:cubicBezTo>
                    <a:pt x="54809" y="3690"/>
                    <a:pt x="58738" y="3690"/>
                    <a:pt x="61399" y="5489"/>
                  </a:cubicBezTo>
                  <a:cubicBezTo>
                    <a:pt x="57344" y="6645"/>
                    <a:pt x="55823" y="10242"/>
                    <a:pt x="55823" y="12554"/>
                  </a:cubicBezTo>
                  <a:cubicBezTo>
                    <a:pt x="55823" y="15381"/>
                    <a:pt x="57978" y="17308"/>
                    <a:pt x="60893" y="17308"/>
                  </a:cubicBezTo>
                  <a:cubicBezTo>
                    <a:pt x="63807" y="17308"/>
                    <a:pt x="67990" y="14867"/>
                    <a:pt x="67990" y="9471"/>
                  </a:cubicBezTo>
                  <a:cubicBezTo>
                    <a:pt x="67990" y="2277"/>
                    <a:pt x="59879" y="93"/>
                    <a:pt x="54809" y="93"/>
                  </a:cubicBezTo>
                  <a:cubicBezTo>
                    <a:pt x="48473" y="93"/>
                    <a:pt x="43403" y="4332"/>
                    <a:pt x="40615" y="9214"/>
                  </a:cubicBezTo>
                  <a:cubicBezTo>
                    <a:pt x="38334" y="3947"/>
                    <a:pt x="32505" y="93"/>
                    <a:pt x="25408" y="93"/>
                  </a:cubicBezTo>
                  <a:cubicBezTo>
                    <a:pt x="11213" y="93"/>
                    <a:pt x="3103" y="15895"/>
                    <a:pt x="3103" y="19749"/>
                  </a:cubicBezTo>
                  <a:cubicBezTo>
                    <a:pt x="3103" y="21419"/>
                    <a:pt x="4877" y="21419"/>
                    <a:pt x="5257" y="21419"/>
                  </a:cubicBezTo>
                  <a:cubicBezTo>
                    <a:pt x="6905" y="21419"/>
                    <a:pt x="7031" y="20905"/>
                    <a:pt x="7665" y="19235"/>
                  </a:cubicBezTo>
                  <a:cubicBezTo>
                    <a:pt x="10833" y="9214"/>
                    <a:pt x="18817" y="3690"/>
                    <a:pt x="25027" y="3690"/>
                  </a:cubicBezTo>
                  <a:cubicBezTo>
                    <a:pt x="29209" y="3690"/>
                    <a:pt x="32631" y="6003"/>
                    <a:pt x="32631" y="12169"/>
                  </a:cubicBezTo>
                  <a:cubicBezTo>
                    <a:pt x="32631" y="14738"/>
                    <a:pt x="31110" y="21162"/>
                    <a:pt x="29970" y="25530"/>
                  </a:cubicBezTo>
                  <a:lnTo>
                    <a:pt x="25661" y="4313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86" name="Freeform: Shape 5085">
              <a:extLst>
                <a:ext uri="{FF2B5EF4-FFF2-40B4-BE49-F238E27FC236}">
                  <a16:creationId xmlns:a16="http://schemas.microsoft.com/office/drawing/2014/main" id="{9C9A24E7-431C-FFA1-9732-4014E3C21609}"/>
                </a:ext>
              </a:extLst>
            </p:cNvPr>
            <p:cNvSpPr/>
            <p:nvPr>
              <p:custDataLst>
                <p:tags r:id="rId18"/>
              </p:custDataLst>
            </p:nvPr>
          </p:nvSpPr>
          <p:spPr>
            <a:xfrm>
              <a:off x="10367030" y="6882898"/>
              <a:ext cx="63366" cy="41568"/>
            </a:xfrm>
            <a:custGeom>
              <a:avLst/>
              <a:gdLst>
                <a:gd name="connsiteX0" fmla="*/ 9607 w 63366"/>
                <a:gd name="connsiteY0" fmla="*/ 31660 h 41568"/>
                <a:gd name="connsiteX1" fmla="*/ 8068 w 63366"/>
                <a:gd name="connsiteY1" fmla="*/ 38451 h 41568"/>
                <a:gd name="connsiteX2" fmla="*/ 11417 w 63366"/>
                <a:gd name="connsiteY2" fmla="*/ 41662 h 41568"/>
                <a:gd name="connsiteX3" fmla="*/ 15762 w 63366"/>
                <a:gd name="connsiteY3" fmla="*/ 38634 h 41568"/>
                <a:gd name="connsiteX4" fmla="*/ 17482 w 63366"/>
                <a:gd name="connsiteY4" fmla="*/ 31477 h 41568"/>
                <a:gd name="connsiteX5" fmla="*/ 20741 w 63366"/>
                <a:gd name="connsiteY5" fmla="*/ 18538 h 41568"/>
                <a:gd name="connsiteX6" fmla="*/ 39479 w 63366"/>
                <a:gd name="connsiteY6" fmla="*/ 3214 h 41568"/>
                <a:gd name="connsiteX7" fmla="*/ 45816 w 63366"/>
                <a:gd name="connsiteY7" fmla="*/ 9821 h 41568"/>
                <a:gd name="connsiteX8" fmla="*/ 39932 w 63366"/>
                <a:gd name="connsiteY8" fmla="*/ 29733 h 41568"/>
                <a:gd name="connsiteX9" fmla="*/ 39027 w 63366"/>
                <a:gd name="connsiteY9" fmla="*/ 33587 h 41568"/>
                <a:gd name="connsiteX10" fmla="*/ 48894 w 63366"/>
                <a:gd name="connsiteY10" fmla="*/ 41662 h 41568"/>
                <a:gd name="connsiteX11" fmla="*/ 63558 w 63366"/>
                <a:gd name="connsiteY11" fmla="*/ 27439 h 41568"/>
                <a:gd name="connsiteX12" fmla="*/ 61657 w 63366"/>
                <a:gd name="connsiteY12" fmla="*/ 26155 h 41568"/>
                <a:gd name="connsiteX13" fmla="*/ 59485 w 63366"/>
                <a:gd name="connsiteY13" fmla="*/ 28265 h 41568"/>
                <a:gd name="connsiteX14" fmla="*/ 49256 w 63366"/>
                <a:gd name="connsiteY14" fmla="*/ 38543 h 41568"/>
                <a:gd name="connsiteX15" fmla="*/ 46540 w 63366"/>
                <a:gd name="connsiteY15" fmla="*/ 35056 h 41568"/>
                <a:gd name="connsiteX16" fmla="*/ 47717 w 63366"/>
                <a:gd name="connsiteY16" fmla="*/ 30192 h 41568"/>
                <a:gd name="connsiteX17" fmla="*/ 53420 w 63366"/>
                <a:gd name="connsiteY17" fmla="*/ 11014 h 41568"/>
                <a:gd name="connsiteX18" fmla="*/ 40022 w 63366"/>
                <a:gd name="connsiteY18" fmla="*/ 94 h 41568"/>
                <a:gd name="connsiteX19" fmla="*/ 22914 w 63366"/>
                <a:gd name="connsiteY19" fmla="*/ 9179 h 41568"/>
                <a:gd name="connsiteX20" fmla="*/ 11870 w 63366"/>
                <a:gd name="connsiteY20" fmla="*/ 94 h 41568"/>
                <a:gd name="connsiteX21" fmla="*/ 192 w 63366"/>
                <a:gd name="connsiteY21" fmla="*/ 14317 h 41568"/>
                <a:gd name="connsiteX22" fmla="*/ 2093 w 63366"/>
                <a:gd name="connsiteY22" fmla="*/ 15602 h 41568"/>
                <a:gd name="connsiteX23" fmla="*/ 4175 w 63366"/>
                <a:gd name="connsiteY23" fmla="*/ 13858 h 41568"/>
                <a:gd name="connsiteX24" fmla="*/ 11417 w 63366"/>
                <a:gd name="connsiteY24" fmla="*/ 3214 h 41568"/>
                <a:gd name="connsiteX25" fmla="*/ 15129 w 63366"/>
                <a:gd name="connsiteY25" fmla="*/ 8077 h 41568"/>
                <a:gd name="connsiteX26" fmla="*/ 13680 w 63366"/>
                <a:gd name="connsiteY26" fmla="*/ 15235 h 41568"/>
                <a:gd name="connsiteX27" fmla="*/ 11689 w 63366"/>
                <a:gd name="connsiteY27" fmla="*/ 23493 h 41568"/>
                <a:gd name="connsiteX28" fmla="*/ 9607 w 63366"/>
                <a:gd name="connsiteY28" fmla="*/ 31660 h 4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366" h="41568">
                  <a:moveTo>
                    <a:pt x="9607" y="31660"/>
                  </a:moveTo>
                  <a:cubicBezTo>
                    <a:pt x="9064" y="33954"/>
                    <a:pt x="8068" y="37992"/>
                    <a:pt x="8068" y="38451"/>
                  </a:cubicBezTo>
                  <a:cubicBezTo>
                    <a:pt x="8068" y="40470"/>
                    <a:pt x="9697" y="41662"/>
                    <a:pt x="11417" y="41662"/>
                  </a:cubicBezTo>
                  <a:cubicBezTo>
                    <a:pt x="12775" y="41662"/>
                    <a:pt x="14767" y="40928"/>
                    <a:pt x="15762" y="38634"/>
                  </a:cubicBezTo>
                  <a:cubicBezTo>
                    <a:pt x="15853" y="38175"/>
                    <a:pt x="16939" y="33863"/>
                    <a:pt x="17482" y="31477"/>
                  </a:cubicBezTo>
                  <a:cubicBezTo>
                    <a:pt x="20560" y="19089"/>
                    <a:pt x="20560" y="18905"/>
                    <a:pt x="20741" y="18538"/>
                  </a:cubicBezTo>
                  <a:cubicBezTo>
                    <a:pt x="21918" y="16061"/>
                    <a:pt x="28436" y="3214"/>
                    <a:pt x="39479" y="3214"/>
                  </a:cubicBezTo>
                  <a:cubicBezTo>
                    <a:pt x="43915" y="3214"/>
                    <a:pt x="45816" y="5692"/>
                    <a:pt x="45816" y="9821"/>
                  </a:cubicBezTo>
                  <a:cubicBezTo>
                    <a:pt x="45816" y="15051"/>
                    <a:pt x="42014" y="24503"/>
                    <a:pt x="39932" y="29733"/>
                  </a:cubicBezTo>
                  <a:cubicBezTo>
                    <a:pt x="39479" y="30834"/>
                    <a:pt x="39027" y="32027"/>
                    <a:pt x="39027" y="33587"/>
                  </a:cubicBezTo>
                  <a:cubicBezTo>
                    <a:pt x="39027" y="38359"/>
                    <a:pt x="43553" y="41662"/>
                    <a:pt x="48894" y="41662"/>
                  </a:cubicBezTo>
                  <a:cubicBezTo>
                    <a:pt x="58580" y="41662"/>
                    <a:pt x="63558" y="29733"/>
                    <a:pt x="63558" y="27439"/>
                  </a:cubicBezTo>
                  <a:cubicBezTo>
                    <a:pt x="63558" y="26155"/>
                    <a:pt x="62020" y="26155"/>
                    <a:pt x="61657" y="26155"/>
                  </a:cubicBezTo>
                  <a:cubicBezTo>
                    <a:pt x="60119" y="26155"/>
                    <a:pt x="60028" y="26522"/>
                    <a:pt x="59485" y="28265"/>
                  </a:cubicBezTo>
                  <a:cubicBezTo>
                    <a:pt x="57765" y="33771"/>
                    <a:pt x="53601" y="38543"/>
                    <a:pt x="49256" y="38543"/>
                  </a:cubicBezTo>
                  <a:cubicBezTo>
                    <a:pt x="47174" y="38543"/>
                    <a:pt x="46540" y="37074"/>
                    <a:pt x="46540" y="35056"/>
                  </a:cubicBezTo>
                  <a:cubicBezTo>
                    <a:pt x="46540" y="33129"/>
                    <a:pt x="46902" y="32211"/>
                    <a:pt x="47717" y="30192"/>
                  </a:cubicBezTo>
                  <a:cubicBezTo>
                    <a:pt x="49256" y="26522"/>
                    <a:pt x="53420" y="16061"/>
                    <a:pt x="53420" y="11014"/>
                  </a:cubicBezTo>
                  <a:cubicBezTo>
                    <a:pt x="53420" y="4223"/>
                    <a:pt x="48622" y="94"/>
                    <a:pt x="40022" y="94"/>
                  </a:cubicBezTo>
                  <a:cubicBezTo>
                    <a:pt x="31785" y="94"/>
                    <a:pt x="26082" y="5141"/>
                    <a:pt x="22914" y="9179"/>
                  </a:cubicBezTo>
                  <a:cubicBezTo>
                    <a:pt x="22461" y="1654"/>
                    <a:pt x="15219" y="94"/>
                    <a:pt x="11870" y="94"/>
                  </a:cubicBezTo>
                  <a:cubicBezTo>
                    <a:pt x="2817" y="94"/>
                    <a:pt x="192" y="14134"/>
                    <a:pt x="192" y="14317"/>
                  </a:cubicBezTo>
                  <a:cubicBezTo>
                    <a:pt x="192" y="15602"/>
                    <a:pt x="1641" y="15602"/>
                    <a:pt x="2093" y="15602"/>
                  </a:cubicBezTo>
                  <a:cubicBezTo>
                    <a:pt x="3632" y="15602"/>
                    <a:pt x="3813" y="15051"/>
                    <a:pt x="4175" y="13858"/>
                  </a:cubicBezTo>
                  <a:cubicBezTo>
                    <a:pt x="5533" y="8536"/>
                    <a:pt x="7615" y="3214"/>
                    <a:pt x="11417" y="3214"/>
                  </a:cubicBezTo>
                  <a:cubicBezTo>
                    <a:pt x="14495" y="3214"/>
                    <a:pt x="15129" y="6150"/>
                    <a:pt x="15129" y="8077"/>
                  </a:cubicBezTo>
                  <a:cubicBezTo>
                    <a:pt x="15129" y="9362"/>
                    <a:pt x="14223" y="12849"/>
                    <a:pt x="13680" y="15235"/>
                  </a:cubicBezTo>
                  <a:cubicBezTo>
                    <a:pt x="13047" y="17712"/>
                    <a:pt x="12141" y="21475"/>
                    <a:pt x="11689" y="23493"/>
                  </a:cubicBezTo>
                  <a:lnTo>
                    <a:pt x="9607" y="3166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87" name="Freeform: Shape 5086">
              <a:extLst>
                <a:ext uri="{FF2B5EF4-FFF2-40B4-BE49-F238E27FC236}">
                  <a16:creationId xmlns:a16="http://schemas.microsoft.com/office/drawing/2014/main" id="{50A602D7-AAAE-40F4-12BE-E5A0E88EB9E2}"/>
                </a:ext>
              </a:extLst>
            </p:cNvPr>
            <p:cNvSpPr/>
            <p:nvPr>
              <p:custDataLst>
                <p:tags r:id="rId19"/>
              </p:custDataLst>
            </p:nvPr>
          </p:nvSpPr>
          <p:spPr>
            <a:xfrm>
              <a:off x="10441874" y="6862252"/>
              <a:ext cx="42817" cy="80016"/>
            </a:xfrm>
            <a:custGeom>
              <a:avLst/>
              <a:gdLst>
                <a:gd name="connsiteX0" fmla="*/ 43014 w 42817"/>
                <a:gd name="connsiteY0" fmla="*/ 4040 h 80016"/>
                <a:gd name="connsiteX1" fmla="*/ 39031 w 42817"/>
                <a:gd name="connsiteY1" fmla="*/ 94 h 80016"/>
                <a:gd name="connsiteX2" fmla="*/ 33419 w 42817"/>
                <a:gd name="connsiteY2" fmla="*/ 5600 h 80016"/>
                <a:gd name="connsiteX3" fmla="*/ 37402 w 42817"/>
                <a:gd name="connsiteY3" fmla="*/ 9546 h 80016"/>
                <a:gd name="connsiteX4" fmla="*/ 43014 w 42817"/>
                <a:gd name="connsiteY4" fmla="*/ 4040 h 80016"/>
                <a:gd name="connsiteX5" fmla="*/ 23280 w 42817"/>
                <a:gd name="connsiteY5" fmla="*/ 65429 h 80016"/>
                <a:gd name="connsiteX6" fmla="*/ 10335 w 42817"/>
                <a:gd name="connsiteY6" fmla="*/ 76991 h 80016"/>
                <a:gd name="connsiteX7" fmla="*/ 7076 w 42817"/>
                <a:gd name="connsiteY7" fmla="*/ 76532 h 80016"/>
                <a:gd name="connsiteX8" fmla="*/ 9883 w 42817"/>
                <a:gd name="connsiteY8" fmla="*/ 71669 h 80016"/>
                <a:gd name="connsiteX9" fmla="*/ 5809 w 42817"/>
                <a:gd name="connsiteY9" fmla="*/ 67907 h 80016"/>
                <a:gd name="connsiteX10" fmla="*/ 197 w 42817"/>
                <a:gd name="connsiteY10" fmla="*/ 73779 h 80016"/>
                <a:gd name="connsiteX11" fmla="*/ 10426 w 42817"/>
                <a:gd name="connsiteY11" fmla="*/ 80111 h 80016"/>
                <a:gd name="connsiteX12" fmla="*/ 31156 w 42817"/>
                <a:gd name="connsiteY12" fmla="*/ 65521 h 80016"/>
                <a:gd name="connsiteX13" fmla="*/ 39303 w 42817"/>
                <a:gd name="connsiteY13" fmla="*/ 32670 h 80016"/>
                <a:gd name="connsiteX14" fmla="*/ 39755 w 42817"/>
                <a:gd name="connsiteY14" fmla="*/ 29642 h 80016"/>
                <a:gd name="connsiteX15" fmla="*/ 28621 w 42817"/>
                <a:gd name="connsiteY15" fmla="*/ 20741 h 80016"/>
                <a:gd name="connsiteX16" fmla="*/ 10969 w 42817"/>
                <a:gd name="connsiteY16" fmla="*/ 34964 h 80016"/>
                <a:gd name="connsiteX17" fmla="*/ 12870 w 42817"/>
                <a:gd name="connsiteY17" fmla="*/ 36248 h 80016"/>
                <a:gd name="connsiteX18" fmla="*/ 14861 w 42817"/>
                <a:gd name="connsiteY18" fmla="*/ 34964 h 80016"/>
                <a:gd name="connsiteX19" fmla="*/ 28259 w 42817"/>
                <a:gd name="connsiteY19" fmla="*/ 23861 h 80016"/>
                <a:gd name="connsiteX20" fmla="*/ 32061 w 42817"/>
                <a:gd name="connsiteY20" fmla="*/ 28724 h 80016"/>
                <a:gd name="connsiteX21" fmla="*/ 31789 w 42817"/>
                <a:gd name="connsiteY21" fmla="*/ 31110 h 80016"/>
                <a:gd name="connsiteX22" fmla="*/ 23280 w 42817"/>
                <a:gd name="connsiteY22" fmla="*/ 65429 h 8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817" h="80016">
                  <a:moveTo>
                    <a:pt x="43014" y="4040"/>
                  </a:moveTo>
                  <a:cubicBezTo>
                    <a:pt x="43014" y="1929"/>
                    <a:pt x="41475" y="94"/>
                    <a:pt x="39031" y="94"/>
                  </a:cubicBezTo>
                  <a:cubicBezTo>
                    <a:pt x="36225" y="94"/>
                    <a:pt x="33419" y="2847"/>
                    <a:pt x="33419" y="5600"/>
                  </a:cubicBezTo>
                  <a:cubicBezTo>
                    <a:pt x="33419" y="7802"/>
                    <a:pt x="35139" y="9546"/>
                    <a:pt x="37402" y="9546"/>
                  </a:cubicBezTo>
                  <a:cubicBezTo>
                    <a:pt x="40479" y="9546"/>
                    <a:pt x="43014" y="6609"/>
                    <a:pt x="43014" y="4040"/>
                  </a:cubicBezTo>
                  <a:close/>
                  <a:moveTo>
                    <a:pt x="23280" y="65429"/>
                  </a:moveTo>
                  <a:cubicBezTo>
                    <a:pt x="21560" y="72403"/>
                    <a:pt x="15857" y="76991"/>
                    <a:pt x="10335" y="76991"/>
                  </a:cubicBezTo>
                  <a:cubicBezTo>
                    <a:pt x="8796" y="76991"/>
                    <a:pt x="7801" y="76716"/>
                    <a:pt x="7076" y="76532"/>
                  </a:cubicBezTo>
                  <a:cubicBezTo>
                    <a:pt x="9249" y="75248"/>
                    <a:pt x="9883" y="72862"/>
                    <a:pt x="9883" y="71669"/>
                  </a:cubicBezTo>
                  <a:cubicBezTo>
                    <a:pt x="9883" y="70109"/>
                    <a:pt x="8796" y="67907"/>
                    <a:pt x="5809" y="67907"/>
                  </a:cubicBezTo>
                  <a:cubicBezTo>
                    <a:pt x="2731" y="67907"/>
                    <a:pt x="197" y="70751"/>
                    <a:pt x="197" y="73779"/>
                  </a:cubicBezTo>
                  <a:cubicBezTo>
                    <a:pt x="197" y="77725"/>
                    <a:pt x="4270" y="80111"/>
                    <a:pt x="10426" y="80111"/>
                  </a:cubicBezTo>
                  <a:cubicBezTo>
                    <a:pt x="16581" y="80111"/>
                    <a:pt x="28349" y="76899"/>
                    <a:pt x="31156" y="65521"/>
                  </a:cubicBezTo>
                  <a:lnTo>
                    <a:pt x="39303" y="32670"/>
                  </a:lnTo>
                  <a:cubicBezTo>
                    <a:pt x="39484" y="31752"/>
                    <a:pt x="39755" y="30926"/>
                    <a:pt x="39755" y="29642"/>
                  </a:cubicBezTo>
                  <a:cubicBezTo>
                    <a:pt x="39755" y="24411"/>
                    <a:pt x="34958" y="20741"/>
                    <a:pt x="28621" y="20741"/>
                  </a:cubicBezTo>
                  <a:cubicBezTo>
                    <a:pt x="17668" y="20741"/>
                    <a:pt x="10969" y="33129"/>
                    <a:pt x="10969" y="34964"/>
                  </a:cubicBezTo>
                  <a:cubicBezTo>
                    <a:pt x="10969" y="36248"/>
                    <a:pt x="12417" y="36248"/>
                    <a:pt x="12870" y="36248"/>
                  </a:cubicBezTo>
                  <a:cubicBezTo>
                    <a:pt x="14228" y="36248"/>
                    <a:pt x="14409" y="35881"/>
                    <a:pt x="14861" y="34964"/>
                  </a:cubicBezTo>
                  <a:cubicBezTo>
                    <a:pt x="19025" y="25971"/>
                    <a:pt x="25181" y="23861"/>
                    <a:pt x="28259" y="23861"/>
                  </a:cubicBezTo>
                  <a:cubicBezTo>
                    <a:pt x="31880" y="23861"/>
                    <a:pt x="32061" y="27164"/>
                    <a:pt x="32061" y="28724"/>
                  </a:cubicBezTo>
                  <a:cubicBezTo>
                    <a:pt x="32061" y="30009"/>
                    <a:pt x="31970" y="30376"/>
                    <a:pt x="31789" y="31110"/>
                  </a:cubicBezTo>
                  <a:lnTo>
                    <a:pt x="23280" y="6542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88" name="Freeform: Shape 5087">
              <a:extLst>
                <a:ext uri="{FF2B5EF4-FFF2-40B4-BE49-F238E27FC236}">
                  <a16:creationId xmlns:a16="http://schemas.microsoft.com/office/drawing/2014/main" id="{80D7564D-B2D9-9D6C-962C-1E2CAFAC8364}"/>
                </a:ext>
              </a:extLst>
            </p:cNvPr>
            <p:cNvSpPr/>
            <p:nvPr>
              <p:custDataLst>
                <p:tags r:id="rId20"/>
              </p:custDataLst>
            </p:nvPr>
          </p:nvSpPr>
          <p:spPr>
            <a:xfrm>
              <a:off x="10615794" y="6623569"/>
              <a:ext cx="120395" cy="42944"/>
            </a:xfrm>
            <a:custGeom>
              <a:avLst/>
              <a:gdLst>
                <a:gd name="connsiteX0" fmla="*/ 114446 w 120395"/>
                <a:gd name="connsiteY0" fmla="*/ 7422 h 42944"/>
                <a:gd name="connsiteX1" fmla="*/ 120601 w 120395"/>
                <a:gd name="connsiteY1" fmla="*/ 3752 h 42944"/>
                <a:gd name="connsiteX2" fmla="*/ 114627 w 120395"/>
                <a:gd name="connsiteY2" fmla="*/ 81 h 42944"/>
                <a:gd name="connsiteX3" fmla="*/ 6180 w 120395"/>
                <a:gd name="connsiteY3" fmla="*/ 81 h 42944"/>
                <a:gd name="connsiteX4" fmla="*/ 206 w 120395"/>
                <a:gd name="connsiteY4" fmla="*/ 3752 h 42944"/>
                <a:gd name="connsiteX5" fmla="*/ 6361 w 120395"/>
                <a:gd name="connsiteY5" fmla="*/ 7422 h 42944"/>
                <a:gd name="connsiteX6" fmla="*/ 114446 w 120395"/>
                <a:gd name="connsiteY6" fmla="*/ 7422 h 42944"/>
                <a:gd name="connsiteX7" fmla="*/ 114627 w 120395"/>
                <a:gd name="connsiteY7" fmla="*/ 43026 h 42944"/>
                <a:gd name="connsiteX8" fmla="*/ 120601 w 120395"/>
                <a:gd name="connsiteY8" fmla="*/ 39356 h 42944"/>
                <a:gd name="connsiteX9" fmla="*/ 114446 w 120395"/>
                <a:gd name="connsiteY9" fmla="*/ 35685 h 42944"/>
                <a:gd name="connsiteX10" fmla="*/ 6361 w 120395"/>
                <a:gd name="connsiteY10" fmla="*/ 35685 h 42944"/>
                <a:gd name="connsiteX11" fmla="*/ 206 w 120395"/>
                <a:gd name="connsiteY11" fmla="*/ 39356 h 42944"/>
                <a:gd name="connsiteX12" fmla="*/ 6180 w 120395"/>
                <a:gd name="connsiteY12" fmla="*/ 43026 h 42944"/>
                <a:gd name="connsiteX13" fmla="*/ 114627 w 120395"/>
                <a:gd name="connsiteY13" fmla="*/ 43026 h 4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395" h="42944">
                  <a:moveTo>
                    <a:pt x="114446" y="7422"/>
                  </a:moveTo>
                  <a:cubicBezTo>
                    <a:pt x="117162" y="7422"/>
                    <a:pt x="120601" y="7422"/>
                    <a:pt x="120601" y="3752"/>
                  </a:cubicBezTo>
                  <a:cubicBezTo>
                    <a:pt x="120601" y="81"/>
                    <a:pt x="117162" y="81"/>
                    <a:pt x="114627" y="81"/>
                  </a:cubicBezTo>
                  <a:lnTo>
                    <a:pt x="6180" y="81"/>
                  </a:lnTo>
                  <a:cubicBezTo>
                    <a:pt x="3646" y="81"/>
                    <a:pt x="206" y="81"/>
                    <a:pt x="206" y="3752"/>
                  </a:cubicBezTo>
                  <a:cubicBezTo>
                    <a:pt x="206" y="7422"/>
                    <a:pt x="3646" y="7422"/>
                    <a:pt x="6361" y="7422"/>
                  </a:cubicBezTo>
                  <a:lnTo>
                    <a:pt x="114446" y="7422"/>
                  </a:lnTo>
                  <a:close/>
                  <a:moveTo>
                    <a:pt x="114627" y="43026"/>
                  </a:moveTo>
                  <a:cubicBezTo>
                    <a:pt x="117162" y="43026"/>
                    <a:pt x="120601" y="43026"/>
                    <a:pt x="120601" y="39356"/>
                  </a:cubicBezTo>
                  <a:cubicBezTo>
                    <a:pt x="120601" y="35685"/>
                    <a:pt x="117162" y="35685"/>
                    <a:pt x="114446" y="35685"/>
                  </a:cubicBezTo>
                  <a:lnTo>
                    <a:pt x="6361" y="35685"/>
                  </a:lnTo>
                  <a:cubicBezTo>
                    <a:pt x="3646" y="35685"/>
                    <a:pt x="206" y="35685"/>
                    <a:pt x="206" y="39356"/>
                  </a:cubicBezTo>
                  <a:cubicBezTo>
                    <a:pt x="206" y="43026"/>
                    <a:pt x="3646" y="43026"/>
                    <a:pt x="6180" y="43026"/>
                  </a:cubicBezTo>
                  <a:lnTo>
                    <a:pt x="114627" y="4302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89" name="Freeform: Shape 5088">
              <a:extLst>
                <a:ext uri="{FF2B5EF4-FFF2-40B4-BE49-F238E27FC236}">
                  <a16:creationId xmlns:a16="http://schemas.microsoft.com/office/drawing/2014/main" id="{914B0016-92DC-15D5-F6FF-BD85A7ADD00D}"/>
                </a:ext>
              </a:extLst>
            </p:cNvPr>
            <p:cNvSpPr/>
            <p:nvPr>
              <p:custDataLst>
                <p:tags r:id="rId21"/>
              </p:custDataLst>
            </p:nvPr>
          </p:nvSpPr>
          <p:spPr>
            <a:xfrm>
              <a:off x="10828079" y="6437381"/>
              <a:ext cx="90341" cy="167007"/>
            </a:xfrm>
            <a:custGeom>
              <a:avLst/>
              <a:gdLst>
                <a:gd name="connsiteX0" fmla="*/ 57066 w 90341"/>
                <a:gd name="connsiteY0" fmla="*/ 56050 h 167007"/>
                <a:gd name="connsiteX1" fmla="*/ 72636 w 90341"/>
                <a:gd name="connsiteY1" fmla="*/ 56050 h 167007"/>
                <a:gd name="connsiteX2" fmla="*/ 78067 w 90341"/>
                <a:gd name="connsiteY2" fmla="*/ 52379 h 167007"/>
                <a:gd name="connsiteX3" fmla="*/ 73179 w 90341"/>
                <a:gd name="connsiteY3" fmla="*/ 50361 h 167007"/>
                <a:gd name="connsiteX4" fmla="*/ 58152 w 90341"/>
                <a:gd name="connsiteY4" fmla="*/ 50361 h 167007"/>
                <a:gd name="connsiteX5" fmla="*/ 61954 w 90341"/>
                <a:gd name="connsiteY5" fmla="*/ 29439 h 167007"/>
                <a:gd name="connsiteX6" fmla="*/ 66299 w 90341"/>
                <a:gd name="connsiteY6" fmla="*/ 10352 h 167007"/>
                <a:gd name="connsiteX7" fmla="*/ 74809 w 90341"/>
                <a:gd name="connsiteY7" fmla="*/ 4112 h 167007"/>
                <a:gd name="connsiteX8" fmla="*/ 83680 w 90341"/>
                <a:gd name="connsiteY8" fmla="*/ 7416 h 167007"/>
                <a:gd name="connsiteX9" fmla="*/ 73903 w 90341"/>
                <a:gd name="connsiteY9" fmla="*/ 17326 h 167007"/>
                <a:gd name="connsiteX10" fmla="*/ 80602 w 90341"/>
                <a:gd name="connsiteY10" fmla="*/ 23749 h 167007"/>
                <a:gd name="connsiteX11" fmla="*/ 90560 w 90341"/>
                <a:gd name="connsiteY11" fmla="*/ 12738 h 167007"/>
                <a:gd name="connsiteX12" fmla="*/ 74809 w 90341"/>
                <a:gd name="connsiteY12" fmla="*/ 75 h 167007"/>
                <a:gd name="connsiteX13" fmla="*/ 51816 w 90341"/>
                <a:gd name="connsiteY13" fmla="*/ 21547 h 167007"/>
                <a:gd name="connsiteX14" fmla="*/ 45841 w 90341"/>
                <a:gd name="connsiteY14" fmla="*/ 50361 h 167007"/>
                <a:gd name="connsiteX15" fmla="*/ 33349 w 90341"/>
                <a:gd name="connsiteY15" fmla="*/ 50361 h 167007"/>
                <a:gd name="connsiteX16" fmla="*/ 27918 w 90341"/>
                <a:gd name="connsiteY16" fmla="*/ 53848 h 167007"/>
                <a:gd name="connsiteX17" fmla="*/ 32987 w 90341"/>
                <a:gd name="connsiteY17" fmla="*/ 56050 h 167007"/>
                <a:gd name="connsiteX18" fmla="*/ 44936 w 90341"/>
                <a:gd name="connsiteY18" fmla="*/ 56050 h 167007"/>
                <a:gd name="connsiteX19" fmla="*/ 31358 w 90341"/>
                <a:gd name="connsiteY19" fmla="*/ 128542 h 167007"/>
                <a:gd name="connsiteX20" fmla="*/ 15607 w 90341"/>
                <a:gd name="connsiteY20" fmla="*/ 163045 h 167007"/>
                <a:gd name="connsiteX21" fmla="*/ 6916 w 90341"/>
                <a:gd name="connsiteY21" fmla="*/ 159741 h 167007"/>
                <a:gd name="connsiteX22" fmla="*/ 16874 w 90341"/>
                <a:gd name="connsiteY22" fmla="*/ 149831 h 167007"/>
                <a:gd name="connsiteX23" fmla="*/ 10175 w 90341"/>
                <a:gd name="connsiteY23" fmla="*/ 143408 h 167007"/>
                <a:gd name="connsiteX24" fmla="*/ 218 w 90341"/>
                <a:gd name="connsiteY24" fmla="*/ 154419 h 167007"/>
                <a:gd name="connsiteX25" fmla="*/ 15607 w 90341"/>
                <a:gd name="connsiteY25" fmla="*/ 167082 h 167007"/>
                <a:gd name="connsiteX26" fmla="*/ 36065 w 90341"/>
                <a:gd name="connsiteY26" fmla="*/ 149281 h 167007"/>
                <a:gd name="connsiteX27" fmla="*/ 46203 w 90341"/>
                <a:gd name="connsiteY27" fmla="*/ 114227 h 167007"/>
                <a:gd name="connsiteX28" fmla="*/ 57066 w 90341"/>
                <a:gd name="connsiteY28" fmla="*/ 56050 h 167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0341" h="167007">
                  <a:moveTo>
                    <a:pt x="57066" y="56050"/>
                  </a:moveTo>
                  <a:lnTo>
                    <a:pt x="72636" y="56050"/>
                  </a:lnTo>
                  <a:cubicBezTo>
                    <a:pt x="76257" y="56050"/>
                    <a:pt x="78067" y="56050"/>
                    <a:pt x="78067" y="52379"/>
                  </a:cubicBezTo>
                  <a:cubicBezTo>
                    <a:pt x="78067" y="50361"/>
                    <a:pt x="76257" y="50361"/>
                    <a:pt x="73179" y="50361"/>
                  </a:cubicBezTo>
                  <a:lnTo>
                    <a:pt x="58152" y="50361"/>
                  </a:lnTo>
                  <a:lnTo>
                    <a:pt x="61954" y="29439"/>
                  </a:lnTo>
                  <a:cubicBezTo>
                    <a:pt x="62678" y="25585"/>
                    <a:pt x="65213" y="12554"/>
                    <a:pt x="66299" y="10352"/>
                  </a:cubicBezTo>
                  <a:cubicBezTo>
                    <a:pt x="67929" y="6865"/>
                    <a:pt x="71007" y="4112"/>
                    <a:pt x="74809" y="4112"/>
                  </a:cubicBezTo>
                  <a:cubicBezTo>
                    <a:pt x="75533" y="4112"/>
                    <a:pt x="80240" y="4112"/>
                    <a:pt x="83680" y="7416"/>
                  </a:cubicBezTo>
                  <a:cubicBezTo>
                    <a:pt x="75714" y="8150"/>
                    <a:pt x="73903" y="14573"/>
                    <a:pt x="73903" y="17326"/>
                  </a:cubicBezTo>
                  <a:cubicBezTo>
                    <a:pt x="73903" y="21547"/>
                    <a:pt x="77162" y="23749"/>
                    <a:pt x="80602" y="23749"/>
                  </a:cubicBezTo>
                  <a:cubicBezTo>
                    <a:pt x="85309" y="23749"/>
                    <a:pt x="90560" y="19712"/>
                    <a:pt x="90560" y="12738"/>
                  </a:cubicBezTo>
                  <a:cubicBezTo>
                    <a:pt x="90560" y="4296"/>
                    <a:pt x="82231" y="75"/>
                    <a:pt x="74809" y="75"/>
                  </a:cubicBezTo>
                  <a:cubicBezTo>
                    <a:pt x="68653" y="75"/>
                    <a:pt x="57247" y="3378"/>
                    <a:pt x="51816" y="21547"/>
                  </a:cubicBezTo>
                  <a:cubicBezTo>
                    <a:pt x="50729" y="25401"/>
                    <a:pt x="50186" y="27236"/>
                    <a:pt x="45841" y="50361"/>
                  </a:cubicBezTo>
                  <a:lnTo>
                    <a:pt x="33349" y="50361"/>
                  </a:lnTo>
                  <a:cubicBezTo>
                    <a:pt x="29909" y="50361"/>
                    <a:pt x="27918" y="50361"/>
                    <a:pt x="27918" y="53848"/>
                  </a:cubicBezTo>
                  <a:cubicBezTo>
                    <a:pt x="27918" y="56050"/>
                    <a:pt x="29547" y="56050"/>
                    <a:pt x="32987" y="56050"/>
                  </a:cubicBezTo>
                  <a:lnTo>
                    <a:pt x="44936" y="56050"/>
                  </a:lnTo>
                  <a:lnTo>
                    <a:pt x="31358" y="128542"/>
                  </a:lnTo>
                  <a:cubicBezTo>
                    <a:pt x="28099" y="146344"/>
                    <a:pt x="25021" y="163045"/>
                    <a:pt x="15607" y="163045"/>
                  </a:cubicBezTo>
                  <a:cubicBezTo>
                    <a:pt x="14882" y="163045"/>
                    <a:pt x="10356" y="163045"/>
                    <a:pt x="6916" y="159741"/>
                  </a:cubicBezTo>
                  <a:cubicBezTo>
                    <a:pt x="15244" y="159191"/>
                    <a:pt x="16874" y="152584"/>
                    <a:pt x="16874" y="149831"/>
                  </a:cubicBezTo>
                  <a:cubicBezTo>
                    <a:pt x="16874" y="145610"/>
                    <a:pt x="13615" y="143408"/>
                    <a:pt x="10175" y="143408"/>
                  </a:cubicBezTo>
                  <a:cubicBezTo>
                    <a:pt x="5468" y="143408"/>
                    <a:pt x="218" y="147445"/>
                    <a:pt x="218" y="154419"/>
                  </a:cubicBezTo>
                  <a:cubicBezTo>
                    <a:pt x="218" y="162678"/>
                    <a:pt x="8184" y="167082"/>
                    <a:pt x="15607" y="167082"/>
                  </a:cubicBezTo>
                  <a:cubicBezTo>
                    <a:pt x="25564" y="167082"/>
                    <a:pt x="32806" y="156254"/>
                    <a:pt x="36065" y="149281"/>
                  </a:cubicBezTo>
                  <a:cubicBezTo>
                    <a:pt x="41858" y="137718"/>
                    <a:pt x="46022" y="115512"/>
                    <a:pt x="46203" y="114227"/>
                  </a:cubicBezTo>
                  <a:lnTo>
                    <a:pt x="57066" y="5605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90" name="Freeform: Shape 5089">
              <a:extLst>
                <a:ext uri="{FF2B5EF4-FFF2-40B4-BE49-F238E27FC236}">
                  <a16:creationId xmlns:a16="http://schemas.microsoft.com/office/drawing/2014/main" id="{1585BA85-7F07-507E-6E93-536EDD343025}"/>
                </a:ext>
              </a:extLst>
            </p:cNvPr>
            <p:cNvSpPr/>
            <p:nvPr>
              <p:custDataLst>
                <p:tags r:id="rId22"/>
              </p:custDataLst>
            </p:nvPr>
          </p:nvSpPr>
          <p:spPr>
            <a:xfrm>
              <a:off x="10944533" y="6429122"/>
              <a:ext cx="42002" cy="183525"/>
            </a:xfrm>
            <a:custGeom>
              <a:avLst/>
              <a:gdLst>
                <a:gd name="connsiteX0" fmla="*/ 42226 w 42002"/>
                <a:gd name="connsiteY0" fmla="*/ 181764 h 183525"/>
                <a:gd name="connsiteX1" fmla="*/ 39148 w 42002"/>
                <a:gd name="connsiteY1" fmla="*/ 177727 h 183525"/>
                <a:gd name="connsiteX2" fmla="*/ 10724 w 42002"/>
                <a:gd name="connsiteY2" fmla="*/ 91837 h 183525"/>
                <a:gd name="connsiteX3" fmla="*/ 39873 w 42002"/>
                <a:gd name="connsiteY3" fmla="*/ 5030 h 183525"/>
                <a:gd name="connsiteX4" fmla="*/ 42226 w 42002"/>
                <a:gd name="connsiteY4" fmla="*/ 1910 h 183525"/>
                <a:gd name="connsiteX5" fmla="*/ 40416 w 42002"/>
                <a:gd name="connsiteY5" fmla="*/ 75 h 183525"/>
                <a:gd name="connsiteX6" fmla="*/ 11629 w 42002"/>
                <a:gd name="connsiteY6" fmla="*/ 35862 h 183525"/>
                <a:gd name="connsiteX7" fmla="*/ 224 w 42002"/>
                <a:gd name="connsiteY7" fmla="*/ 91837 h 183525"/>
                <a:gd name="connsiteX8" fmla="*/ 12173 w 42002"/>
                <a:gd name="connsiteY8" fmla="*/ 149097 h 183525"/>
                <a:gd name="connsiteX9" fmla="*/ 40416 w 42002"/>
                <a:gd name="connsiteY9" fmla="*/ 183600 h 183525"/>
                <a:gd name="connsiteX10" fmla="*/ 42226 w 42002"/>
                <a:gd name="connsiteY10" fmla="*/ 181764 h 18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02" h="183525">
                  <a:moveTo>
                    <a:pt x="42226" y="181764"/>
                  </a:moveTo>
                  <a:cubicBezTo>
                    <a:pt x="42226" y="181214"/>
                    <a:pt x="42226" y="180847"/>
                    <a:pt x="39148" y="177727"/>
                  </a:cubicBezTo>
                  <a:cubicBezTo>
                    <a:pt x="16518" y="154603"/>
                    <a:pt x="10724" y="119917"/>
                    <a:pt x="10724" y="91837"/>
                  </a:cubicBezTo>
                  <a:cubicBezTo>
                    <a:pt x="10724" y="59904"/>
                    <a:pt x="17604" y="27970"/>
                    <a:pt x="39873" y="5030"/>
                  </a:cubicBezTo>
                  <a:cubicBezTo>
                    <a:pt x="42226" y="2828"/>
                    <a:pt x="42226" y="2461"/>
                    <a:pt x="42226" y="1910"/>
                  </a:cubicBezTo>
                  <a:cubicBezTo>
                    <a:pt x="42226" y="625"/>
                    <a:pt x="41502" y="75"/>
                    <a:pt x="40416" y="75"/>
                  </a:cubicBezTo>
                  <a:cubicBezTo>
                    <a:pt x="38605" y="75"/>
                    <a:pt x="22311" y="12554"/>
                    <a:pt x="11629" y="35862"/>
                  </a:cubicBezTo>
                  <a:cubicBezTo>
                    <a:pt x="2396" y="56050"/>
                    <a:pt x="224" y="76421"/>
                    <a:pt x="224" y="91837"/>
                  </a:cubicBezTo>
                  <a:cubicBezTo>
                    <a:pt x="224" y="106152"/>
                    <a:pt x="2215" y="128359"/>
                    <a:pt x="12173" y="149097"/>
                  </a:cubicBezTo>
                  <a:cubicBezTo>
                    <a:pt x="23035" y="171671"/>
                    <a:pt x="38605" y="183600"/>
                    <a:pt x="40416" y="183600"/>
                  </a:cubicBezTo>
                  <a:cubicBezTo>
                    <a:pt x="41502" y="183600"/>
                    <a:pt x="42226" y="183049"/>
                    <a:pt x="42226" y="18176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91" name="Freeform: Shape 5090">
              <a:extLst>
                <a:ext uri="{FF2B5EF4-FFF2-40B4-BE49-F238E27FC236}">
                  <a16:creationId xmlns:a16="http://schemas.microsoft.com/office/drawing/2014/main" id="{198B99D2-4525-2650-A549-DC4B63598A26}"/>
                </a:ext>
              </a:extLst>
            </p:cNvPr>
            <p:cNvSpPr/>
            <p:nvPr>
              <p:custDataLst>
                <p:tags r:id="rId23"/>
              </p:custDataLst>
            </p:nvPr>
          </p:nvSpPr>
          <p:spPr>
            <a:xfrm>
              <a:off x="11002267" y="6485648"/>
              <a:ext cx="84548" cy="120759"/>
            </a:xfrm>
            <a:custGeom>
              <a:avLst/>
              <a:gdLst>
                <a:gd name="connsiteX0" fmla="*/ 83328 w 84548"/>
                <a:gd name="connsiteY0" fmla="*/ 30356 h 120759"/>
                <a:gd name="connsiteX1" fmla="*/ 84776 w 84548"/>
                <a:gd name="connsiteY1" fmla="*/ 19712 h 120759"/>
                <a:gd name="connsiteX2" fmla="*/ 63956 w 84548"/>
                <a:gd name="connsiteY2" fmla="*/ 75 h 120759"/>
                <a:gd name="connsiteX3" fmla="*/ 35894 w 84548"/>
                <a:gd name="connsiteY3" fmla="*/ 16041 h 120759"/>
                <a:gd name="connsiteX4" fmla="*/ 19237 w 84548"/>
                <a:gd name="connsiteY4" fmla="*/ 75 h 120759"/>
                <a:gd name="connsiteX5" fmla="*/ 5840 w 84548"/>
                <a:gd name="connsiteY5" fmla="*/ 10536 h 120759"/>
                <a:gd name="connsiteX6" fmla="*/ 227 w 84548"/>
                <a:gd name="connsiteY6" fmla="*/ 28338 h 120759"/>
                <a:gd name="connsiteX7" fmla="*/ 2400 w 84548"/>
                <a:gd name="connsiteY7" fmla="*/ 30173 h 120759"/>
                <a:gd name="connsiteX8" fmla="*/ 5478 w 84548"/>
                <a:gd name="connsiteY8" fmla="*/ 25952 h 120759"/>
                <a:gd name="connsiteX9" fmla="*/ 18694 w 84548"/>
                <a:gd name="connsiteY9" fmla="*/ 4112 h 120759"/>
                <a:gd name="connsiteX10" fmla="*/ 24307 w 84548"/>
                <a:gd name="connsiteY10" fmla="*/ 12554 h 120759"/>
                <a:gd name="connsiteX11" fmla="*/ 21410 w 84548"/>
                <a:gd name="connsiteY11" fmla="*/ 27970 h 120759"/>
                <a:gd name="connsiteX12" fmla="*/ 10909 w 84548"/>
                <a:gd name="connsiteY12" fmla="*/ 70365 h 120759"/>
                <a:gd name="connsiteX13" fmla="*/ 9280 w 84548"/>
                <a:gd name="connsiteY13" fmla="*/ 78256 h 120759"/>
                <a:gd name="connsiteX14" fmla="*/ 14530 w 84548"/>
                <a:gd name="connsiteY14" fmla="*/ 83212 h 120759"/>
                <a:gd name="connsiteX15" fmla="*/ 21229 w 84548"/>
                <a:gd name="connsiteY15" fmla="*/ 78073 h 120759"/>
                <a:gd name="connsiteX16" fmla="*/ 24669 w 84548"/>
                <a:gd name="connsiteY16" fmla="*/ 64492 h 120759"/>
                <a:gd name="connsiteX17" fmla="*/ 28652 w 84548"/>
                <a:gd name="connsiteY17" fmla="*/ 47975 h 120759"/>
                <a:gd name="connsiteX18" fmla="*/ 31729 w 84548"/>
                <a:gd name="connsiteY18" fmla="*/ 35679 h 120759"/>
                <a:gd name="connsiteX19" fmla="*/ 33721 w 84548"/>
                <a:gd name="connsiteY19" fmla="*/ 27420 h 120759"/>
                <a:gd name="connsiteX20" fmla="*/ 46032 w 84548"/>
                <a:gd name="connsiteY20" fmla="*/ 10536 h 120759"/>
                <a:gd name="connsiteX21" fmla="*/ 63412 w 84548"/>
                <a:gd name="connsiteY21" fmla="*/ 4112 h 120759"/>
                <a:gd name="connsiteX22" fmla="*/ 73189 w 84548"/>
                <a:gd name="connsiteY22" fmla="*/ 16959 h 120759"/>
                <a:gd name="connsiteX23" fmla="*/ 71379 w 84548"/>
                <a:gd name="connsiteY23" fmla="*/ 28521 h 120759"/>
                <a:gd name="connsiteX24" fmla="*/ 50739 w 84548"/>
                <a:gd name="connsiteY24" fmla="*/ 112943 h 120759"/>
                <a:gd name="connsiteX25" fmla="*/ 50196 w 84548"/>
                <a:gd name="connsiteY25" fmla="*/ 115879 h 120759"/>
                <a:gd name="connsiteX26" fmla="*/ 55265 w 84548"/>
                <a:gd name="connsiteY26" fmla="*/ 120834 h 120759"/>
                <a:gd name="connsiteX27" fmla="*/ 62688 w 84548"/>
                <a:gd name="connsiteY27" fmla="*/ 113493 h 120759"/>
                <a:gd name="connsiteX28" fmla="*/ 83328 w 84548"/>
                <a:gd name="connsiteY28" fmla="*/ 30356 h 1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4548" h="120759">
                  <a:moveTo>
                    <a:pt x="83328" y="30356"/>
                  </a:moveTo>
                  <a:cubicBezTo>
                    <a:pt x="84233" y="27053"/>
                    <a:pt x="84776" y="24667"/>
                    <a:pt x="84776" y="19712"/>
                  </a:cubicBezTo>
                  <a:cubicBezTo>
                    <a:pt x="84776" y="7783"/>
                    <a:pt x="77534" y="75"/>
                    <a:pt x="63956" y="75"/>
                  </a:cubicBezTo>
                  <a:cubicBezTo>
                    <a:pt x="49653" y="75"/>
                    <a:pt x="40239" y="9618"/>
                    <a:pt x="35894" y="16041"/>
                  </a:cubicBezTo>
                  <a:cubicBezTo>
                    <a:pt x="34988" y="5580"/>
                    <a:pt x="27384" y="75"/>
                    <a:pt x="19237" y="75"/>
                  </a:cubicBezTo>
                  <a:cubicBezTo>
                    <a:pt x="10909" y="75"/>
                    <a:pt x="7469" y="7232"/>
                    <a:pt x="5840" y="10536"/>
                  </a:cubicBezTo>
                  <a:cubicBezTo>
                    <a:pt x="2581" y="16775"/>
                    <a:pt x="227" y="27787"/>
                    <a:pt x="227" y="28338"/>
                  </a:cubicBezTo>
                  <a:cubicBezTo>
                    <a:pt x="227" y="30173"/>
                    <a:pt x="2038" y="30173"/>
                    <a:pt x="2400" y="30173"/>
                  </a:cubicBezTo>
                  <a:cubicBezTo>
                    <a:pt x="4210" y="30173"/>
                    <a:pt x="4391" y="29989"/>
                    <a:pt x="5478" y="25952"/>
                  </a:cubicBezTo>
                  <a:cubicBezTo>
                    <a:pt x="8556" y="12921"/>
                    <a:pt x="12176" y="4112"/>
                    <a:pt x="18694" y="4112"/>
                  </a:cubicBezTo>
                  <a:cubicBezTo>
                    <a:pt x="21772" y="4112"/>
                    <a:pt x="24307" y="5580"/>
                    <a:pt x="24307" y="12554"/>
                  </a:cubicBezTo>
                  <a:cubicBezTo>
                    <a:pt x="24307" y="16408"/>
                    <a:pt x="23763" y="18427"/>
                    <a:pt x="21410" y="27970"/>
                  </a:cubicBezTo>
                  <a:lnTo>
                    <a:pt x="10909" y="70365"/>
                  </a:lnTo>
                  <a:cubicBezTo>
                    <a:pt x="10366" y="73118"/>
                    <a:pt x="9280" y="77339"/>
                    <a:pt x="9280" y="78256"/>
                  </a:cubicBezTo>
                  <a:cubicBezTo>
                    <a:pt x="9280" y="81560"/>
                    <a:pt x="11814" y="83212"/>
                    <a:pt x="14530" y="83212"/>
                  </a:cubicBezTo>
                  <a:cubicBezTo>
                    <a:pt x="16703" y="83212"/>
                    <a:pt x="19961" y="81743"/>
                    <a:pt x="21229" y="78073"/>
                  </a:cubicBezTo>
                  <a:cubicBezTo>
                    <a:pt x="21410" y="77706"/>
                    <a:pt x="23582" y="69080"/>
                    <a:pt x="24669" y="64492"/>
                  </a:cubicBezTo>
                  <a:lnTo>
                    <a:pt x="28652" y="47975"/>
                  </a:lnTo>
                  <a:cubicBezTo>
                    <a:pt x="29738" y="43937"/>
                    <a:pt x="30824" y="39900"/>
                    <a:pt x="31729" y="35679"/>
                  </a:cubicBezTo>
                  <a:cubicBezTo>
                    <a:pt x="32092" y="34577"/>
                    <a:pt x="33540" y="28521"/>
                    <a:pt x="33721" y="27420"/>
                  </a:cubicBezTo>
                  <a:cubicBezTo>
                    <a:pt x="34264" y="25768"/>
                    <a:pt x="39877" y="15491"/>
                    <a:pt x="46032" y="10536"/>
                  </a:cubicBezTo>
                  <a:cubicBezTo>
                    <a:pt x="50015" y="7599"/>
                    <a:pt x="55628" y="4112"/>
                    <a:pt x="63412" y="4112"/>
                  </a:cubicBezTo>
                  <a:cubicBezTo>
                    <a:pt x="71197" y="4112"/>
                    <a:pt x="73189" y="10352"/>
                    <a:pt x="73189" y="16959"/>
                  </a:cubicBezTo>
                  <a:cubicBezTo>
                    <a:pt x="73189" y="17877"/>
                    <a:pt x="73189" y="21180"/>
                    <a:pt x="71379" y="28521"/>
                  </a:cubicBezTo>
                  <a:lnTo>
                    <a:pt x="50739" y="112943"/>
                  </a:lnTo>
                  <a:cubicBezTo>
                    <a:pt x="50196" y="115145"/>
                    <a:pt x="50196" y="115512"/>
                    <a:pt x="50196" y="115879"/>
                  </a:cubicBezTo>
                  <a:cubicBezTo>
                    <a:pt x="50196" y="118632"/>
                    <a:pt x="52188" y="120834"/>
                    <a:pt x="55265" y="120834"/>
                  </a:cubicBezTo>
                  <a:cubicBezTo>
                    <a:pt x="60878" y="120834"/>
                    <a:pt x="62145" y="115512"/>
                    <a:pt x="62688" y="113493"/>
                  </a:cubicBezTo>
                  <a:lnTo>
                    <a:pt x="83328" y="303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92" name="Freeform: Shape 5091">
              <a:extLst>
                <a:ext uri="{FF2B5EF4-FFF2-40B4-BE49-F238E27FC236}">
                  <a16:creationId xmlns:a16="http://schemas.microsoft.com/office/drawing/2014/main" id="{F7095EAB-30BA-3597-6FE9-968FB5FE1362}"/>
                </a:ext>
              </a:extLst>
            </p:cNvPr>
            <p:cNvSpPr/>
            <p:nvPr>
              <p:custDataLst>
                <p:tags r:id="rId24"/>
              </p:custDataLst>
            </p:nvPr>
          </p:nvSpPr>
          <p:spPr>
            <a:xfrm>
              <a:off x="11092868" y="6537641"/>
              <a:ext cx="77433" cy="57938"/>
            </a:xfrm>
            <a:custGeom>
              <a:avLst/>
              <a:gdLst>
                <a:gd name="connsiteX0" fmla="*/ 9737 w 77433"/>
                <a:gd name="connsiteY0" fmla="*/ 48637 h 57938"/>
                <a:gd name="connsiteX1" fmla="*/ 8470 w 77433"/>
                <a:gd name="connsiteY1" fmla="*/ 53904 h 57938"/>
                <a:gd name="connsiteX2" fmla="*/ 12779 w 77433"/>
                <a:gd name="connsiteY2" fmla="*/ 58015 h 57938"/>
                <a:gd name="connsiteX3" fmla="*/ 17721 w 77433"/>
                <a:gd name="connsiteY3" fmla="*/ 55189 h 57938"/>
                <a:gd name="connsiteX4" fmla="*/ 20003 w 77433"/>
                <a:gd name="connsiteY4" fmla="*/ 47224 h 57938"/>
                <a:gd name="connsiteX5" fmla="*/ 22791 w 77433"/>
                <a:gd name="connsiteY5" fmla="*/ 35662 h 57938"/>
                <a:gd name="connsiteX6" fmla="*/ 24945 w 77433"/>
                <a:gd name="connsiteY6" fmla="*/ 27054 h 57938"/>
                <a:gd name="connsiteX7" fmla="*/ 30268 w 77433"/>
                <a:gd name="connsiteY7" fmla="*/ 15492 h 57938"/>
                <a:gd name="connsiteX8" fmla="*/ 49278 w 77433"/>
                <a:gd name="connsiteY8" fmla="*/ 3673 h 57938"/>
                <a:gd name="connsiteX9" fmla="*/ 56755 w 77433"/>
                <a:gd name="connsiteY9" fmla="*/ 12666 h 57938"/>
                <a:gd name="connsiteX10" fmla="*/ 49278 w 77433"/>
                <a:gd name="connsiteY10" fmla="*/ 40030 h 57938"/>
                <a:gd name="connsiteX11" fmla="*/ 47377 w 77433"/>
                <a:gd name="connsiteY11" fmla="*/ 46967 h 57938"/>
                <a:gd name="connsiteX12" fmla="*/ 59416 w 77433"/>
                <a:gd name="connsiteY12" fmla="*/ 58015 h 57938"/>
                <a:gd name="connsiteX13" fmla="*/ 77666 w 77433"/>
                <a:gd name="connsiteY13" fmla="*/ 38360 h 57938"/>
                <a:gd name="connsiteX14" fmla="*/ 75638 w 77433"/>
                <a:gd name="connsiteY14" fmla="*/ 36689 h 57938"/>
                <a:gd name="connsiteX15" fmla="*/ 73230 w 77433"/>
                <a:gd name="connsiteY15" fmla="*/ 38873 h 57938"/>
                <a:gd name="connsiteX16" fmla="*/ 59797 w 77433"/>
                <a:gd name="connsiteY16" fmla="*/ 54418 h 57938"/>
                <a:gd name="connsiteX17" fmla="*/ 56628 w 77433"/>
                <a:gd name="connsiteY17" fmla="*/ 49922 h 57938"/>
                <a:gd name="connsiteX18" fmla="*/ 59543 w 77433"/>
                <a:gd name="connsiteY18" fmla="*/ 39516 h 57938"/>
                <a:gd name="connsiteX19" fmla="*/ 66260 w 77433"/>
                <a:gd name="connsiteY19" fmla="*/ 14721 h 57938"/>
                <a:gd name="connsiteX20" fmla="*/ 49785 w 77433"/>
                <a:gd name="connsiteY20" fmla="*/ 76 h 57938"/>
                <a:gd name="connsiteX21" fmla="*/ 28367 w 77433"/>
                <a:gd name="connsiteY21" fmla="*/ 11767 h 57938"/>
                <a:gd name="connsiteX22" fmla="*/ 14807 w 77433"/>
                <a:gd name="connsiteY22" fmla="*/ 76 h 57938"/>
                <a:gd name="connsiteX23" fmla="*/ 4795 w 77433"/>
                <a:gd name="connsiteY23" fmla="*/ 7013 h 57938"/>
                <a:gd name="connsiteX24" fmla="*/ 232 w 77433"/>
                <a:gd name="connsiteY24" fmla="*/ 19732 h 57938"/>
                <a:gd name="connsiteX25" fmla="*/ 2387 w 77433"/>
                <a:gd name="connsiteY25" fmla="*/ 21402 h 57938"/>
                <a:gd name="connsiteX26" fmla="*/ 5175 w 77433"/>
                <a:gd name="connsiteY26" fmla="*/ 17548 h 57938"/>
                <a:gd name="connsiteX27" fmla="*/ 14426 w 77433"/>
                <a:gd name="connsiteY27" fmla="*/ 3673 h 57938"/>
                <a:gd name="connsiteX28" fmla="*/ 18609 w 77433"/>
                <a:gd name="connsiteY28" fmla="*/ 9968 h 57938"/>
                <a:gd name="connsiteX29" fmla="*/ 16581 w 77433"/>
                <a:gd name="connsiteY29" fmla="*/ 20631 h 57938"/>
                <a:gd name="connsiteX30" fmla="*/ 13793 w 77433"/>
                <a:gd name="connsiteY30" fmla="*/ 32193 h 57938"/>
                <a:gd name="connsiteX31" fmla="*/ 9737 w 77433"/>
                <a:gd name="connsiteY31" fmla="*/ 48637 h 57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433" h="57938">
                  <a:moveTo>
                    <a:pt x="9737" y="48637"/>
                  </a:moveTo>
                  <a:cubicBezTo>
                    <a:pt x="9230" y="50307"/>
                    <a:pt x="8470" y="53519"/>
                    <a:pt x="8470" y="53904"/>
                  </a:cubicBezTo>
                  <a:cubicBezTo>
                    <a:pt x="8470" y="56730"/>
                    <a:pt x="10751" y="58015"/>
                    <a:pt x="12779" y="58015"/>
                  </a:cubicBezTo>
                  <a:cubicBezTo>
                    <a:pt x="15060" y="58015"/>
                    <a:pt x="17088" y="56345"/>
                    <a:pt x="17721" y="55189"/>
                  </a:cubicBezTo>
                  <a:cubicBezTo>
                    <a:pt x="18355" y="54033"/>
                    <a:pt x="19369" y="49922"/>
                    <a:pt x="20003" y="47224"/>
                  </a:cubicBezTo>
                  <a:cubicBezTo>
                    <a:pt x="20636" y="44783"/>
                    <a:pt x="22030" y="38873"/>
                    <a:pt x="22791" y="35662"/>
                  </a:cubicBezTo>
                  <a:cubicBezTo>
                    <a:pt x="23551" y="32835"/>
                    <a:pt x="24312" y="30009"/>
                    <a:pt x="24945" y="27054"/>
                  </a:cubicBezTo>
                  <a:cubicBezTo>
                    <a:pt x="26339" y="21787"/>
                    <a:pt x="26593" y="20759"/>
                    <a:pt x="30268" y="15492"/>
                  </a:cubicBezTo>
                  <a:cubicBezTo>
                    <a:pt x="33816" y="10354"/>
                    <a:pt x="39773" y="3673"/>
                    <a:pt x="49278" y="3673"/>
                  </a:cubicBezTo>
                  <a:cubicBezTo>
                    <a:pt x="56628" y="3673"/>
                    <a:pt x="56755" y="10225"/>
                    <a:pt x="56755" y="12666"/>
                  </a:cubicBezTo>
                  <a:cubicBezTo>
                    <a:pt x="56755" y="20374"/>
                    <a:pt x="51305" y="34634"/>
                    <a:pt x="49278" y="40030"/>
                  </a:cubicBezTo>
                  <a:cubicBezTo>
                    <a:pt x="47884" y="43627"/>
                    <a:pt x="47377" y="44783"/>
                    <a:pt x="47377" y="46967"/>
                  </a:cubicBezTo>
                  <a:cubicBezTo>
                    <a:pt x="47377" y="53776"/>
                    <a:pt x="52953" y="58015"/>
                    <a:pt x="59416" y="58015"/>
                  </a:cubicBezTo>
                  <a:cubicBezTo>
                    <a:pt x="72090" y="58015"/>
                    <a:pt x="77666" y="40287"/>
                    <a:pt x="77666" y="38360"/>
                  </a:cubicBezTo>
                  <a:cubicBezTo>
                    <a:pt x="77666" y="36689"/>
                    <a:pt x="76018" y="36689"/>
                    <a:pt x="75638" y="36689"/>
                  </a:cubicBezTo>
                  <a:cubicBezTo>
                    <a:pt x="73864" y="36689"/>
                    <a:pt x="73737" y="37460"/>
                    <a:pt x="73230" y="38873"/>
                  </a:cubicBezTo>
                  <a:cubicBezTo>
                    <a:pt x="70315" y="49151"/>
                    <a:pt x="64866" y="54418"/>
                    <a:pt x="59797" y="54418"/>
                  </a:cubicBezTo>
                  <a:cubicBezTo>
                    <a:pt x="57135" y="54418"/>
                    <a:pt x="56628" y="52619"/>
                    <a:pt x="56628" y="49922"/>
                  </a:cubicBezTo>
                  <a:cubicBezTo>
                    <a:pt x="56628" y="46967"/>
                    <a:pt x="57262" y="45297"/>
                    <a:pt x="59543" y="39516"/>
                  </a:cubicBezTo>
                  <a:cubicBezTo>
                    <a:pt x="61064" y="35533"/>
                    <a:pt x="66260" y="21916"/>
                    <a:pt x="66260" y="14721"/>
                  </a:cubicBezTo>
                  <a:cubicBezTo>
                    <a:pt x="66260" y="2260"/>
                    <a:pt x="56501" y="76"/>
                    <a:pt x="49785" y="76"/>
                  </a:cubicBezTo>
                  <a:cubicBezTo>
                    <a:pt x="39266" y="76"/>
                    <a:pt x="32169" y="6628"/>
                    <a:pt x="28367" y="11767"/>
                  </a:cubicBezTo>
                  <a:cubicBezTo>
                    <a:pt x="27480" y="2902"/>
                    <a:pt x="20003" y="76"/>
                    <a:pt x="14807" y="76"/>
                  </a:cubicBezTo>
                  <a:cubicBezTo>
                    <a:pt x="9357" y="76"/>
                    <a:pt x="6442" y="4059"/>
                    <a:pt x="4795" y="7013"/>
                  </a:cubicBezTo>
                  <a:cubicBezTo>
                    <a:pt x="2007" y="11767"/>
                    <a:pt x="232" y="19089"/>
                    <a:pt x="232" y="19732"/>
                  </a:cubicBezTo>
                  <a:cubicBezTo>
                    <a:pt x="232" y="21402"/>
                    <a:pt x="2007" y="21402"/>
                    <a:pt x="2387" y="21402"/>
                  </a:cubicBezTo>
                  <a:cubicBezTo>
                    <a:pt x="4161" y="21402"/>
                    <a:pt x="4288" y="21016"/>
                    <a:pt x="5175" y="17548"/>
                  </a:cubicBezTo>
                  <a:cubicBezTo>
                    <a:pt x="7076" y="9968"/>
                    <a:pt x="9484" y="3673"/>
                    <a:pt x="14426" y="3673"/>
                  </a:cubicBezTo>
                  <a:cubicBezTo>
                    <a:pt x="17721" y="3673"/>
                    <a:pt x="18609" y="6500"/>
                    <a:pt x="18609" y="9968"/>
                  </a:cubicBezTo>
                  <a:cubicBezTo>
                    <a:pt x="18609" y="12409"/>
                    <a:pt x="17468" y="17162"/>
                    <a:pt x="16581" y="20631"/>
                  </a:cubicBezTo>
                  <a:cubicBezTo>
                    <a:pt x="15694" y="24100"/>
                    <a:pt x="14426" y="29367"/>
                    <a:pt x="13793" y="32193"/>
                  </a:cubicBezTo>
                  <a:lnTo>
                    <a:pt x="9737" y="4863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93" name="Freeform: Shape 5092">
              <a:extLst>
                <a:ext uri="{FF2B5EF4-FFF2-40B4-BE49-F238E27FC236}">
                  <a16:creationId xmlns:a16="http://schemas.microsoft.com/office/drawing/2014/main" id="{02BF58EC-B6BD-40F8-A1DC-F941226982BC}"/>
                </a:ext>
              </a:extLst>
            </p:cNvPr>
            <p:cNvSpPr/>
            <p:nvPr>
              <p:custDataLst>
                <p:tags r:id="rId25"/>
              </p:custDataLst>
            </p:nvPr>
          </p:nvSpPr>
          <p:spPr>
            <a:xfrm>
              <a:off x="11195780" y="6429122"/>
              <a:ext cx="42002" cy="183525"/>
            </a:xfrm>
            <a:custGeom>
              <a:avLst/>
              <a:gdLst>
                <a:gd name="connsiteX0" fmla="*/ 42240 w 42002"/>
                <a:gd name="connsiteY0" fmla="*/ 91837 h 183525"/>
                <a:gd name="connsiteX1" fmla="*/ 30291 w 42002"/>
                <a:gd name="connsiteY1" fmla="*/ 34577 h 183525"/>
                <a:gd name="connsiteX2" fmla="*/ 2048 w 42002"/>
                <a:gd name="connsiteY2" fmla="*/ 75 h 183525"/>
                <a:gd name="connsiteX3" fmla="*/ 238 w 42002"/>
                <a:gd name="connsiteY3" fmla="*/ 1910 h 183525"/>
                <a:gd name="connsiteX4" fmla="*/ 3678 w 42002"/>
                <a:gd name="connsiteY4" fmla="*/ 6131 h 183525"/>
                <a:gd name="connsiteX5" fmla="*/ 31740 w 42002"/>
                <a:gd name="connsiteY5" fmla="*/ 91837 h 183525"/>
                <a:gd name="connsiteX6" fmla="*/ 2591 w 42002"/>
                <a:gd name="connsiteY6" fmla="*/ 178645 h 183525"/>
                <a:gd name="connsiteX7" fmla="*/ 238 w 42002"/>
                <a:gd name="connsiteY7" fmla="*/ 181764 h 183525"/>
                <a:gd name="connsiteX8" fmla="*/ 2048 w 42002"/>
                <a:gd name="connsiteY8" fmla="*/ 183600 h 183525"/>
                <a:gd name="connsiteX9" fmla="*/ 30835 w 42002"/>
                <a:gd name="connsiteY9" fmla="*/ 147812 h 183525"/>
                <a:gd name="connsiteX10" fmla="*/ 42240 w 42002"/>
                <a:gd name="connsiteY10" fmla="*/ 91837 h 18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02" h="183525">
                  <a:moveTo>
                    <a:pt x="42240" y="91837"/>
                  </a:moveTo>
                  <a:cubicBezTo>
                    <a:pt x="42240" y="77522"/>
                    <a:pt x="40249" y="55316"/>
                    <a:pt x="30291" y="34577"/>
                  </a:cubicBezTo>
                  <a:cubicBezTo>
                    <a:pt x="19429" y="12004"/>
                    <a:pt x="3859" y="75"/>
                    <a:pt x="2048" y="75"/>
                  </a:cubicBezTo>
                  <a:cubicBezTo>
                    <a:pt x="962" y="75"/>
                    <a:pt x="238" y="809"/>
                    <a:pt x="238" y="1910"/>
                  </a:cubicBezTo>
                  <a:cubicBezTo>
                    <a:pt x="238" y="2461"/>
                    <a:pt x="238" y="2828"/>
                    <a:pt x="3678" y="6131"/>
                  </a:cubicBezTo>
                  <a:cubicBezTo>
                    <a:pt x="21420" y="24300"/>
                    <a:pt x="31740" y="53480"/>
                    <a:pt x="31740" y="91837"/>
                  </a:cubicBezTo>
                  <a:cubicBezTo>
                    <a:pt x="31740" y="123220"/>
                    <a:pt x="25041" y="155520"/>
                    <a:pt x="2591" y="178645"/>
                  </a:cubicBezTo>
                  <a:cubicBezTo>
                    <a:pt x="238" y="180847"/>
                    <a:pt x="238" y="181214"/>
                    <a:pt x="238" y="181764"/>
                  </a:cubicBezTo>
                  <a:cubicBezTo>
                    <a:pt x="238" y="182866"/>
                    <a:pt x="962" y="183600"/>
                    <a:pt x="2048" y="183600"/>
                  </a:cubicBezTo>
                  <a:cubicBezTo>
                    <a:pt x="3859" y="183600"/>
                    <a:pt x="20153" y="171120"/>
                    <a:pt x="30835" y="147812"/>
                  </a:cubicBezTo>
                  <a:cubicBezTo>
                    <a:pt x="40068" y="127625"/>
                    <a:pt x="42240" y="107253"/>
                    <a:pt x="42240" y="9183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94" name="Freeform: Shape 5093">
              <a:extLst>
                <a:ext uri="{FF2B5EF4-FFF2-40B4-BE49-F238E27FC236}">
                  <a16:creationId xmlns:a16="http://schemas.microsoft.com/office/drawing/2014/main" id="{7789366B-7E01-813D-3BF7-AA69D1DA3D1D}"/>
                </a:ext>
              </a:extLst>
            </p:cNvPr>
            <p:cNvSpPr/>
            <p:nvPr>
              <p:custDataLst>
                <p:tags r:id="rId26"/>
              </p:custDataLst>
            </p:nvPr>
          </p:nvSpPr>
          <p:spPr>
            <a:xfrm>
              <a:off x="11311669" y="6511158"/>
              <a:ext cx="19190" cy="19453"/>
            </a:xfrm>
            <a:custGeom>
              <a:avLst/>
              <a:gdLst>
                <a:gd name="connsiteX0" fmla="*/ 19435 w 19190"/>
                <a:gd name="connsiteY0" fmla="*/ 9802 h 19453"/>
                <a:gd name="connsiteX1" fmla="*/ 9839 w 19190"/>
                <a:gd name="connsiteY1" fmla="*/ 75 h 19453"/>
                <a:gd name="connsiteX2" fmla="*/ 244 w 19190"/>
                <a:gd name="connsiteY2" fmla="*/ 9802 h 19453"/>
                <a:gd name="connsiteX3" fmla="*/ 9839 w 19190"/>
                <a:gd name="connsiteY3" fmla="*/ 19528 h 19453"/>
                <a:gd name="connsiteX4" fmla="*/ 19435 w 19190"/>
                <a:gd name="connsiteY4" fmla="*/ 9802 h 194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90" h="19453">
                  <a:moveTo>
                    <a:pt x="19435" y="9802"/>
                  </a:moveTo>
                  <a:cubicBezTo>
                    <a:pt x="19435" y="4479"/>
                    <a:pt x="15090" y="75"/>
                    <a:pt x="9839" y="75"/>
                  </a:cubicBezTo>
                  <a:cubicBezTo>
                    <a:pt x="4589" y="75"/>
                    <a:pt x="244" y="4479"/>
                    <a:pt x="244" y="9802"/>
                  </a:cubicBezTo>
                  <a:cubicBezTo>
                    <a:pt x="244" y="15124"/>
                    <a:pt x="4589" y="19528"/>
                    <a:pt x="9839" y="19528"/>
                  </a:cubicBezTo>
                  <a:cubicBezTo>
                    <a:pt x="15090" y="19528"/>
                    <a:pt x="19435" y="15124"/>
                    <a:pt x="19435" y="980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95" name="Freeform: Shape 5094">
              <a:extLst>
                <a:ext uri="{FF2B5EF4-FFF2-40B4-BE49-F238E27FC236}">
                  <a16:creationId xmlns:a16="http://schemas.microsoft.com/office/drawing/2014/main" id="{7AEAB828-6A6B-97DE-6761-B0DEAFF3A37F}"/>
                </a:ext>
              </a:extLst>
            </p:cNvPr>
            <p:cNvSpPr/>
            <p:nvPr>
              <p:custDataLst>
                <p:tags r:id="rId27"/>
              </p:custDataLst>
            </p:nvPr>
          </p:nvSpPr>
          <p:spPr>
            <a:xfrm>
              <a:off x="11392030" y="6437198"/>
              <a:ext cx="98693" cy="165172"/>
            </a:xfrm>
            <a:custGeom>
              <a:avLst/>
              <a:gdLst>
                <a:gd name="connsiteX0" fmla="*/ 98942 w 98693"/>
                <a:gd name="connsiteY0" fmla="*/ 25218 h 165172"/>
                <a:gd name="connsiteX1" fmla="*/ 74320 w 98693"/>
                <a:gd name="connsiteY1" fmla="*/ 75 h 165172"/>
                <a:gd name="connsiteX2" fmla="*/ 52413 w 98693"/>
                <a:gd name="connsiteY2" fmla="*/ 7783 h 165172"/>
                <a:gd name="connsiteX3" fmla="*/ 29058 w 98693"/>
                <a:gd name="connsiteY3" fmla="*/ 46874 h 165172"/>
                <a:gd name="connsiteX4" fmla="*/ 272 w 98693"/>
                <a:gd name="connsiteY4" fmla="*/ 163412 h 165172"/>
                <a:gd name="connsiteX5" fmla="*/ 2444 w 98693"/>
                <a:gd name="connsiteY5" fmla="*/ 165247 h 165172"/>
                <a:gd name="connsiteX6" fmla="*/ 4617 w 98693"/>
                <a:gd name="connsiteY6" fmla="*/ 164330 h 165172"/>
                <a:gd name="connsiteX7" fmla="*/ 17290 w 98693"/>
                <a:gd name="connsiteY7" fmla="*/ 113677 h 165172"/>
                <a:gd name="connsiteX8" fmla="*/ 41912 w 98693"/>
                <a:gd name="connsiteY8" fmla="*/ 131479 h 165172"/>
                <a:gd name="connsiteX9" fmla="*/ 76854 w 98693"/>
                <a:gd name="connsiteY9" fmla="*/ 116980 h 165172"/>
                <a:gd name="connsiteX10" fmla="*/ 91338 w 98693"/>
                <a:gd name="connsiteY10" fmla="*/ 83212 h 165172"/>
                <a:gd name="connsiteX11" fmla="*/ 78122 w 98693"/>
                <a:gd name="connsiteY11" fmla="*/ 55866 h 165172"/>
                <a:gd name="connsiteX12" fmla="*/ 98942 w 98693"/>
                <a:gd name="connsiteY12" fmla="*/ 25218 h 165172"/>
                <a:gd name="connsiteX13" fmla="*/ 66354 w 98693"/>
                <a:gd name="connsiteY13" fmla="*/ 55683 h 165172"/>
                <a:gd name="connsiteX14" fmla="*/ 57663 w 98693"/>
                <a:gd name="connsiteY14" fmla="*/ 56967 h 165172"/>
                <a:gd name="connsiteX15" fmla="*/ 49697 w 98693"/>
                <a:gd name="connsiteY15" fmla="*/ 56233 h 165172"/>
                <a:gd name="connsiteX16" fmla="*/ 58569 w 98693"/>
                <a:gd name="connsiteY16" fmla="*/ 54765 h 165172"/>
                <a:gd name="connsiteX17" fmla="*/ 66354 w 98693"/>
                <a:gd name="connsiteY17" fmla="*/ 55683 h 165172"/>
                <a:gd name="connsiteX18" fmla="*/ 88803 w 98693"/>
                <a:gd name="connsiteY18" fmla="*/ 20997 h 165172"/>
                <a:gd name="connsiteX19" fmla="*/ 72509 w 98693"/>
                <a:gd name="connsiteY19" fmla="*/ 52746 h 165172"/>
                <a:gd name="connsiteX20" fmla="*/ 58569 w 98693"/>
                <a:gd name="connsiteY20" fmla="*/ 50544 h 165172"/>
                <a:gd name="connsiteX21" fmla="*/ 44628 w 98693"/>
                <a:gd name="connsiteY21" fmla="*/ 56417 h 165172"/>
                <a:gd name="connsiteX22" fmla="*/ 57120 w 98693"/>
                <a:gd name="connsiteY22" fmla="*/ 61005 h 165172"/>
                <a:gd name="connsiteX23" fmla="*/ 71966 w 98693"/>
                <a:gd name="connsiteY23" fmla="*/ 58619 h 165172"/>
                <a:gd name="connsiteX24" fmla="*/ 79932 w 98693"/>
                <a:gd name="connsiteY24" fmla="*/ 79358 h 165172"/>
                <a:gd name="connsiteX25" fmla="*/ 70880 w 98693"/>
                <a:gd name="connsiteY25" fmla="*/ 110924 h 165172"/>
                <a:gd name="connsiteX26" fmla="*/ 41369 w 98693"/>
                <a:gd name="connsiteY26" fmla="*/ 127441 h 165172"/>
                <a:gd name="connsiteX27" fmla="*/ 20730 w 98693"/>
                <a:gd name="connsiteY27" fmla="*/ 103766 h 165172"/>
                <a:gd name="connsiteX28" fmla="*/ 21635 w 98693"/>
                <a:gd name="connsiteY28" fmla="*/ 95691 h 165172"/>
                <a:gd name="connsiteX29" fmla="*/ 33222 w 98693"/>
                <a:gd name="connsiteY29" fmla="*/ 49259 h 165172"/>
                <a:gd name="connsiteX30" fmla="*/ 71966 w 98693"/>
                <a:gd name="connsiteY30" fmla="*/ 4296 h 165172"/>
                <a:gd name="connsiteX31" fmla="*/ 88803 w 98693"/>
                <a:gd name="connsiteY31" fmla="*/ 20997 h 16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693" h="165172">
                  <a:moveTo>
                    <a:pt x="98942" y="25218"/>
                  </a:moveTo>
                  <a:cubicBezTo>
                    <a:pt x="98942" y="11453"/>
                    <a:pt x="88984" y="75"/>
                    <a:pt x="74320" y="75"/>
                  </a:cubicBezTo>
                  <a:cubicBezTo>
                    <a:pt x="63819" y="75"/>
                    <a:pt x="58750" y="3011"/>
                    <a:pt x="52413" y="7783"/>
                  </a:cubicBezTo>
                  <a:cubicBezTo>
                    <a:pt x="42456" y="15124"/>
                    <a:pt x="32498" y="32926"/>
                    <a:pt x="29058" y="46874"/>
                  </a:cubicBezTo>
                  <a:lnTo>
                    <a:pt x="272" y="163412"/>
                  </a:lnTo>
                  <a:cubicBezTo>
                    <a:pt x="91" y="164146"/>
                    <a:pt x="996" y="165247"/>
                    <a:pt x="2444" y="165247"/>
                  </a:cubicBezTo>
                  <a:cubicBezTo>
                    <a:pt x="3893" y="165247"/>
                    <a:pt x="4436" y="164880"/>
                    <a:pt x="4617" y="164330"/>
                  </a:cubicBezTo>
                  <a:lnTo>
                    <a:pt x="17290" y="113677"/>
                  </a:lnTo>
                  <a:cubicBezTo>
                    <a:pt x="20730" y="124688"/>
                    <a:pt x="28696" y="131479"/>
                    <a:pt x="41912" y="131479"/>
                  </a:cubicBezTo>
                  <a:cubicBezTo>
                    <a:pt x="55129" y="131479"/>
                    <a:pt x="68707" y="125055"/>
                    <a:pt x="76854" y="116980"/>
                  </a:cubicBezTo>
                  <a:cubicBezTo>
                    <a:pt x="85545" y="108538"/>
                    <a:pt x="91338" y="96792"/>
                    <a:pt x="91338" y="83212"/>
                  </a:cubicBezTo>
                  <a:cubicBezTo>
                    <a:pt x="91338" y="69998"/>
                    <a:pt x="84639" y="60454"/>
                    <a:pt x="78122" y="55866"/>
                  </a:cubicBezTo>
                  <a:cubicBezTo>
                    <a:pt x="88622" y="49810"/>
                    <a:pt x="98942" y="38431"/>
                    <a:pt x="98942" y="25218"/>
                  </a:cubicBezTo>
                  <a:close/>
                  <a:moveTo>
                    <a:pt x="66354" y="55683"/>
                  </a:moveTo>
                  <a:cubicBezTo>
                    <a:pt x="64000" y="56600"/>
                    <a:pt x="62009" y="56967"/>
                    <a:pt x="57663" y="56967"/>
                  </a:cubicBezTo>
                  <a:cubicBezTo>
                    <a:pt x="55129" y="56967"/>
                    <a:pt x="51508" y="57151"/>
                    <a:pt x="49697" y="56233"/>
                  </a:cubicBezTo>
                  <a:cubicBezTo>
                    <a:pt x="50059" y="54398"/>
                    <a:pt x="56577" y="54765"/>
                    <a:pt x="58569" y="54765"/>
                  </a:cubicBezTo>
                  <a:cubicBezTo>
                    <a:pt x="62371" y="54765"/>
                    <a:pt x="64000" y="54765"/>
                    <a:pt x="66354" y="55683"/>
                  </a:cubicBezTo>
                  <a:close/>
                  <a:moveTo>
                    <a:pt x="88803" y="20997"/>
                  </a:moveTo>
                  <a:cubicBezTo>
                    <a:pt x="88803" y="33843"/>
                    <a:pt x="81924" y="47057"/>
                    <a:pt x="72509" y="52746"/>
                  </a:cubicBezTo>
                  <a:cubicBezTo>
                    <a:pt x="67621" y="50911"/>
                    <a:pt x="64000" y="50544"/>
                    <a:pt x="58569" y="50544"/>
                  </a:cubicBezTo>
                  <a:cubicBezTo>
                    <a:pt x="54767" y="50544"/>
                    <a:pt x="44628" y="50361"/>
                    <a:pt x="44628" y="56417"/>
                  </a:cubicBezTo>
                  <a:cubicBezTo>
                    <a:pt x="44447" y="61556"/>
                    <a:pt x="53861" y="61005"/>
                    <a:pt x="57120" y="61005"/>
                  </a:cubicBezTo>
                  <a:cubicBezTo>
                    <a:pt x="63819" y="61005"/>
                    <a:pt x="66535" y="60821"/>
                    <a:pt x="71966" y="58619"/>
                  </a:cubicBezTo>
                  <a:cubicBezTo>
                    <a:pt x="78846" y="65226"/>
                    <a:pt x="79751" y="70915"/>
                    <a:pt x="79932" y="79358"/>
                  </a:cubicBezTo>
                  <a:cubicBezTo>
                    <a:pt x="80294" y="90002"/>
                    <a:pt x="75949" y="103766"/>
                    <a:pt x="70880" y="110924"/>
                  </a:cubicBezTo>
                  <a:cubicBezTo>
                    <a:pt x="63819" y="120834"/>
                    <a:pt x="51689" y="127441"/>
                    <a:pt x="41369" y="127441"/>
                  </a:cubicBezTo>
                  <a:cubicBezTo>
                    <a:pt x="27610" y="127441"/>
                    <a:pt x="20730" y="116797"/>
                    <a:pt x="20730" y="103766"/>
                  </a:cubicBezTo>
                  <a:cubicBezTo>
                    <a:pt x="20730" y="101931"/>
                    <a:pt x="20730" y="99178"/>
                    <a:pt x="21635" y="95691"/>
                  </a:cubicBezTo>
                  <a:lnTo>
                    <a:pt x="33222" y="49259"/>
                  </a:lnTo>
                  <a:cubicBezTo>
                    <a:pt x="37205" y="33476"/>
                    <a:pt x="50241" y="4296"/>
                    <a:pt x="71966" y="4296"/>
                  </a:cubicBezTo>
                  <a:cubicBezTo>
                    <a:pt x="82467" y="4296"/>
                    <a:pt x="88803" y="9985"/>
                    <a:pt x="88803" y="2099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96" name="Freeform: Shape 5095">
              <a:extLst>
                <a:ext uri="{FF2B5EF4-FFF2-40B4-BE49-F238E27FC236}">
                  <a16:creationId xmlns:a16="http://schemas.microsoft.com/office/drawing/2014/main" id="{AF96A285-FF5B-2BD4-2C4F-503724B9B741}"/>
                </a:ext>
              </a:extLst>
            </p:cNvPr>
            <p:cNvSpPr/>
            <p:nvPr>
              <p:custDataLst>
                <p:tags r:id="rId28"/>
              </p:custDataLst>
            </p:nvPr>
          </p:nvSpPr>
          <p:spPr>
            <a:xfrm>
              <a:off x="11498531" y="6505138"/>
              <a:ext cx="62352" cy="90441"/>
            </a:xfrm>
            <a:custGeom>
              <a:avLst/>
              <a:gdLst>
                <a:gd name="connsiteX0" fmla="*/ 30417 w 62352"/>
                <a:gd name="connsiteY0" fmla="*/ 3930 h 90441"/>
                <a:gd name="connsiteX1" fmla="*/ 30924 w 62352"/>
                <a:gd name="connsiteY1" fmla="*/ 1875 h 90441"/>
                <a:gd name="connsiteX2" fmla="*/ 28896 w 62352"/>
                <a:gd name="connsiteY2" fmla="*/ 76 h 90441"/>
                <a:gd name="connsiteX3" fmla="*/ 12674 w 62352"/>
                <a:gd name="connsiteY3" fmla="*/ 1361 h 90441"/>
                <a:gd name="connsiteX4" fmla="*/ 9886 w 62352"/>
                <a:gd name="connsiteY4" fmla="*/ 4316 h 90441"/>
                <a:gd name="connsiteX5" fmla="*/ 13181 w 62352"/>
                <a:gd name="connsiteY5" fmla="*/ 6114 h 90441"/>
                <a:gd name="connsiteX6" fmla="*/ 19264 w 62352"/>
                <a:gd name="connsiteY6" fmla="*/ 8041 h 90441"/>
                <a:gd name="connsiteX7" fmla="*/ 18757 w 62352"/>
                <a:gd name="connsiteY7" fmla="*/ 10867 h 90441"/>
                <a:gd name="connsiteX8" fmla="*/ 888 w 62352"/>
                <a:gd name="connsiteY8" fmla="*/ 83580 h 90441"/>
                <a:gd name="connsiteX9" fmla="*/ 255 w 62352"/>
                <a:gd name="connsiteY9" fmla="*/ 86406 h 90441"/>
                <a:gd name="connsiteX10" fmla="*/ 4563 w 62352"/>
                <a:gd name="connsiteY10" fmla="*/ 90517 h 90441"/>
                <a:gd name="connsiteX11" fmla="*/ 10393 w 62352"/>
                <a:gd name="connsiteY11" fmla="*/ 85122 h 90441"/>
                <a:gd name="connsiteX12" fmla="*/ 16603 w 62352"/>
                <a:gd name="connsiteY12" fmla="*/ 60199 h 90441"/>
                <a:gd name="connsiteX13" fmla="*/ 32825 w 62352"/>
                <a:gd name="connsiteY13" fmla="*/ 70733 h 90441"/>
                <a:gd name="connsiteX14" fmla="*/ 32571 w 62352"/>
                <a:gd name="connsiteY14" fmla="*/ 73303 h 90441"/>
                <a:gd name="connsiteX15" fmla="*/ 32064 w 62352"/>
                <a:gd name="connsiteY15" fmla="*/ 77285 h 90441"/>
                <a:gd name="connsiteX16" fmla="*/ 45498 w 62352"/>
                <a:gd name="connsiteY16" fmla="*/ 90517 h 90441"/>
                <a:gd name="connsiteX17" fmla="*/ 61593 w 62352"/>
                <a:gd name="connsiteY17" fmla="*/ 70862 h 90441"/>
                <a:gd name="connsiteX18" fmla="*/ 59565 w 62352"/>
                <a:gd name="connsiteY18" fmla="*/ 69192 h 90441"/>
                <a:gd name="connsiteX19" fmla="*/ 57031 w 62352"/>
                <a:gd name="connsiteY19" fmla="*/ 72275 h 90441"/>
                <a:gd name="connsiteX20" fmla="*/ 45878 w 62352"/>
                <a:gd name="connsiteY20" fmla="*/ 86920 h 90441"/>
                <a:gd name="connsiteX21" fmla="*/ 41442 w 62352"/>
                <a:gd name="connsiteY21" fmla="*/ 80240 h 90441"/>
                <a:gd name="connsiteX22" fmla="*/ 42203 w 62352"/>
                <a:gd name="connsiteY22" fmla="*/ 74459 h 90441"/>
                <a:gd name="connsiteX23" fmla="*/ 42837 w 62352"/>
                <a:gd name="connsiteY23" fmla="*/ 70476 h 90441"/>
                <a:gd name="connsiteX24" fmla="*/ 22306 w 62352"/>
                <a:gd name="connsiteY24" fmla="*/ 56859 h 90441"/>
                <a:gd name="connsiteX25" fmla="*/ 32825 w 62352"/>
                <a:gd name="connsiteY25" fmla="*/ 48380 h 90441"/>
                <a:gd name="connsiteX26" fmla="*/ 52722 w 62352"/>
                <a:gd name="connsiteY26" fmla="*/ 36176 h 90441"/>
                <a:gd name="connsiteX27" fmla="*/ 56904 w 62352"/>
                <a:gd name="connsiteY27" fmla="*/ 37846 h 90441"/>
                <a:gd name="connsiteX28" fmla="*/ 50314 w 62352"/>
                <a:gd name="connsiteY28" fmla="*/ 45040 h 90441"/>
                <a:gd name="connsiteX29" fmla="*/ 55383 w 62352"/>
                <a:gd name="connsiteY29" fmla="*/ 49793 h 90441"/>
                <a:gd name="connsiteX30" fmla="*/ 62607 w 62352"/>
                <a:gd name="connsiteY30" fmla="*/ 41571 h 90441"/>
                <a:gd name="connsiteX31" fmla="*/ 52848 w 62352"/>
                <a:gd name="connsiteY31" fmla="*/ 32578 h 90441"/>
                <a:gd name="connsiteX32" fmla="*/ 32571 w 62352"/>
                <a:gd name="connsiteY32" fmla="*/ 43884 h 90441"/>
                <a:gd name="connsiteX33" fmla="*/ 17870 w 62352"/>
                <a:gd name="connsiteY33" fmla="*/ 55189 h 90441"/>
                <a:gd name="connsiteX34" fmla="*/ 30417 w 62352"/>
                <a:gd name="connsiteY34" fmla="*/ 3930 h 9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2352" h="90441">
                  <a:moveTo>
                    <a:pt x="30417" y="3930"/>
                  </a:moveTo>
                  <a:cubicBezTo>
                    <a:pt x="30544" y="3673"/>
                    <a:pt x="30924" y="2003"/>
                    <a:pt x="30924" y="1875"/>
                  </a:cubicBezTo>
                  <a:cubicBezTo>
                    <a:pt x="30924" y="1232"/>
                    <a:pt x="30417" y="76"/>
                    <a:pt x="28896" y="76"/>
                  </a:cubicBezTo>
                  <a:cubicBezTo>
                    <a:pt x="26361" y="76"/>
                    <a:pt x="15843" y="1104"/>
                    <a:pt x="12674" y="1361"/>
                  </a:cubicBezTo>
                  <a:cubicBezTo>
                    <a:pt x="11660" y="1489"/>
                    <a:pt x="9886" y="1618"/>
                    <a:pt x="9886" y="4316"/>
                  </a:cubicBezTo>
                  <a:cubicBezTo>
                    <a:pt x="9886" y="6114"/>
                    <a:pt x="11660" y="6114"/>
                    <a:pt x="13181" y="6114"/>
                  </a:cubicBezTo>
                  <a:cubicBezTo>
                    <a:pt x="19264" y="6114"/>
                    <a:pt x="19264" y="7013"/>
                    <a:pt x="19264" y="8041"/>
                  </a:cubicBezTo>
                  <a:cubicBezTo>
                    <a:pt x="19264" y="8940"/>
                    <a:pt x="19011" y="9711"/>
                    <a:pt x="18757" y="10867"/>
                  </a:cubicBezTo>
                  <a:lnTo>
                    <a:pt x="888" y="83580"/>
                  </a:lnTo>
                  <a:cubicBezTo>
                    <a:pt x="255" y="85892"/>
                    <a:pt x="255" y="86149"/>
                    <a:pt x="255" y="86406"/>
                  </a:cubicBezTo>
                  <a:cubicBezTo>
                    <a:pt x="255" y="88333"/>
                    <a:pt x="1775" y="90517"/>
                    <a:pt x="4563" y="90517"/>
                  </a:cubicBezTo>
                  <a:cubicBezTo>
                    <a:pt x="7985" y="90517"/>
                    <a:pt x="9633" y="87948"/>
                    <a:pt x="10393" y="85122"/>
                  </a:cubicBezTo>
                  <a:cubicBezTo>
                    <a:pt x="10647" y="84608"/>
                    <a:pt x="16096" y="61998"/>
                    <a:pt x="16603" y="60199"/>
                  </a:cubicBezTo>
                  <a:cubicBezTo>
                    <a:pt x="25601" y="61098"/>
                    <a:pt x="32825" y="64053"/>
                    <a:pt x="32825" y="70733"/>
                  </a:cubicBezTo>
                  <a:cubicBezTo>
                    <a:pt x="32825" y="71376"/>
                    <a:pt x="32825" y="72018"/>
                    <a:pt x="32571" y="73303"/>
                  </a:cubicBezTo>
                  <a:cubicBezTo>
                    <a:pt x="32064" y="75230"/>
                    <a:pt x="32064" y="75872"/>
                    <a:pt x="32064" y="77285"/>
                  </a:cubicBezTo>
                  <a:cubicBezTo>
                    <a:pt x="32064" y="86406"/>
                    <a:pt x="39415" y="90517"/>
                    <a:pt x="45498" y="90517"/>
                  </a:cubicBezTo>
                  <a:cubicBezTo>
                    <a:pt x="57791" y="90517"/>
                    <a:pt x="61593" y="70990"/>
                    <a:pt x="61593" y="70862"/>
                  </a:cubicBezTo>
                  <a:cubicBezTo>
                    <a:pt x="61593" y="69192"/>
                    <a:pt x="59945" y="69192"/>
                    <a:pt x="59565" y="69192"/>
                  </a:cubicBezTo>
                  <a:cubicBezTo>
                    <a:pt x="57791" y="69192"/>
                    <a:pt x="57664" y="69834"/>
                    <a:pt x="57031" y="72275"/>
                  </a:cubicBezTo>
                  <a:cubicBezTo>
                    <a:pt x="55510" y="77799"/>
                    <a:pt x="52088" y="86920"/>
                    <a:pt x="45878" y="86920"/>
                  </a:cubicBezTo>
                  <a:cubicBezTo>
                    <a:pt x="42456" y="86920"/>
                    <a:pt x="41442" y="83709"/>
                    <a:pt x="41442" y="80240"/>
                  </a:cubicBezTo>
                  <a:cubicBezTo>
                    <a:pt x="41442" y="78056"/>
                    <a:pt x="41442" y="77799"/>
                    <a:pt x="42203" y="74459"/>
                  </a:cubicBezTo>
                  <a:cubicBezTo>
                    <a:pt x="42330" y="74073"/>
                    <a:pt x="42837" y="71890"/>
                    <a:pt x="42837" y="70476"/>
                  </a:cubicBezTo>
                  <a:cubicBezTo>
                    <a:pt x="42837" y="59043"/>
                    <a:pt x="27629" y="57244"/>
                    <a:pt x="22306" y="56859"/>
                  </a:cubicBezTo>
                  <a:cubicBezTo>
                    <a:pt x="25981" y="54546"/>
                    <a:pt x="30670" y="50307"/>
                    <a:pt x="32825" y="48380"/>
                  </a:cubicBezTo>
                  <a:cubicBezTo>
                    <a:pt x="39288" y="42214"/>
                    <a:pt x="45625" y="36176"/>
                    <a:pt x="52722" y="36176"/>
                  </a:cubicBezTo>
                  <a:cubicBezTo>
                    <a:pt x="54242" y="36176"/>
                    <a:pt x="55890" y="36561"/>
                    <a:pt x="56904" y="37846"/>
                  </a:cubicBezTo>
                  <a:cubicBezTo>
                    <a:pt x="51454" y="38745"/>
                    <a:pt x="50314" y="43113"/>
                    <a:pt x="50314" y="45040"/>
                  </a:cubicBezTo>
                  <a:cubicBezTo>
                    <a:pt x="50314" y="47866"/>
                    <a:pt x="52468" y="49793"/>
                    <a:pt x="55383" y="49793"/>
                  </a:cubicBezTo>
                  <a:cubicBezTo>
                    <a:pt x="58805" y="49793"/>
                    <a:pt x="62607" y="46967"/>
                    <a:pt x="62607" y="41571"/>
                  </a:cubicBezTo>
                  <a:cubicBezTo>
                    <a:pt x="62607" y="37332"/>
                    <a:pt x="59565" y="32578"/>
                    <a:pt x="52848" y="32578"/>
                  </a:cubicBezTo>
                  <a:cubicBezTo>
                    <a:pt x="45625" y="32578"/>
                    <a:pt x="39035" y="37846"/>
                    <a:pt x="32571" y="43884"/>
                  </a:cubicBezTo>
                  <a:cubicBezTo>
                    <a:pt x="27248" y="49022"/>
                    <a:pt x="23066" y="53005"/>
                    <a:pt x="17870" y="55189"/>
                  </a:cubicBezTo>
                  <a:lnTo>
                    <a:pt x="30417" y="393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97" name="Freeform: Shape 5096">
              <a:extLst>
                <a:ext uri="{FF2B5EF4-FFF2-40B4-BE49-F238E27FC236}">
                  <a16:creationId xmlns:a16="http://schemas.microsoft.com/office/drawing/2014/main" id="{A2ED1546-D63B-772B-402F-87E0FD34D1C6}"/>
                </a:ext>
              </a:extLst>
            </p:cNvPr>
            <p:cNvSpPr/>
            <p:nvPr>
              <p:custDataLst>
                <p:tags r:id="rId29"/>
              </p:custDataLst>
            </p:nvPr>
          </p:nvSpPr>
          <p:spPr>
            <a:xfrm>
              <a:off x="10818484" y="6641371"/>
              <a:ext cx="759618" cy="7340"/>
            </a:xfrm>
            <a:custGeom>
              <a:avLst/>
              <a:gdLst>
                <a:gd name="connsiteX0" fmla="*/ 0 w 759618"/>
                <a:gd name="connsiteY0" fmla="*/ 0 h 7340"/>
                <a:gd name="connsiteX1" fmla="*/ 759619 w 759618"/>
                <a:gd name="connsiteY1" fmla="*/ 0 h 7340"/>
                <a:gd name="connsiteX2" fmla="*/ 759619 w 759618"/>
                <a:gd name="connsiteY2" fmla="*/ 7341 h 7340"/>
                <a:gd name="connsiteX3" fmla="*/ 0 w 759618"/>
                <a:gd name="connsiteY3" fmla="*/ 7341 h 7340"/>
              </a:gdLst>
              <a:ahLst/>
              <a:cxnLst>
                <a:cxn ang="0">
                  <a:pos x="connsiteX0" y="connsiteY0"/>
                </a:cxn>
                <a:cxn ang="0">
                  <a:pos x="connsiteX1" y="connsiteY1"/>
                </a:cxn>
                <a:cxn ang="0">
                  <a:pos x="connsiteX2" y="connsiteY2"/>
                </a:cxn>
                <a:cxn ang="0">
                  <a:pos x="connsiteX3" y="connsiteY3"/>
                </a:cxn>
              </a:cxnLst>
              <a:rect l="l" t="t" r="r" b="b"/>
              <a:pathLst>
                <a:path w="759618" h="7340">
                  <a:moveTo>
                    <a:pt x="0" y="0"/>
                  </a:moveTo>
                  <a:lnTo>
                    <a:pt x="759619" y="0"/>
                  </a:lnTo>
                  <a:lnTo>
                    <a:pt x="759619" y="7341"/>
                  </a:lnTo>
                  <a:lnTo>
                    <a:pt x="0" y="734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98" name="Freeform: Shape 5097">
              <a:extLst>
                <a:ext uri="{FF2B5EF4-FFF2-40B4-BE49-F238E27FC236}">
                  <a16:creationId xmlns:a16="http://schemas.microsoft.com/office/drawing/2014/main" id="{FBC8C7ED-0FAE-94F8-A4BF-FC8239BD0AE2}"/>
                </a:ext>
              </a:extLst>
            </p:cNvPr>
            <p:cNvSpPr/>
            <p:nvPr>
              <p:custDataLst>
                <p:tags r:id="rId30"/>
              </p:custDataLst>
            </p:nvPr>
          </p:nvSpPr>
          <p:spPr>
            <a:xfrm>
              <a:off x="10834476" y="6687426"/>
              <a:ext cx="90341" cy="167007"/>
            </a:xfrm>
            <a:custGeom>
              <a:avLst/>
              <a:gdLst>
                <a:gd name="connsiteX0" fmla="*/ 57066 w 90341"/>
                <a:gd name="connsiteY0" fmla="*/ 56063 h 167007"/>
                <a:gd name="connsiteX1" fmla="*/ 72636 w 90341"/>
                <a:gd name="connsiteY1" fmla="*/ 56063 h 167007"/>
                <a:gd name="connsiteX2" fmla="*/ 78068 w 90341"/>
                <a:gd name="connsiteY2" fmla="*/ 52393 h 167007"/>
                <a:gd name="connsiteX3" fmla="*/ 73180 w 90341"/>
                <a:gd name="connsiteY3" fmla="*/ 50374 h 167007"/>
                <a:gd name="connsiteX4" fmla="*/ 58153 w 90341"/>
                <a:gd name="connsiteY4" fmla="*/ 50374 h 167007"/>
                <a:gd name="connsiteX5" fmla="*/ 61955 w 90341"/>
                <a:gd name="connsiteY5" fmla="*/ 29452 h 167007"/>
                <a:gd name="connsiteX6" fmla="*/ 66300 w 90341"/>
                <a:gd name="connsiteY6" fmla="*/ 10366 h 167007"/>
                <a:gd name="connsiteX7" fmla="*/ 74809 w 90341"/>
                <a:gd name="connsiteY7" fmla="*/ 4126 h 167007"/>
                <a:gd name="connsiteX8" fmla="*/ 83680 w 90341"/>
                <a:gd name="connsiteY8" fmla="*/ 7429 h 167007"/>
                <a:gd name="connsiteX9" fmla="*/ 73904 w 90341"/>
                <a:gd name="connsiteY9" fmla="*/ 17340 h 167007"/>
                <a:gd name="connsiteX10" fmla="*/ 80602 w 90341"/>
                <a:gd name="connsiteY10" fmla="*/ 23763 h 167007"/>
                <a:gd name="connsiteX11" fmla="*/ 90560 w 90341"/>
                <a:gd name="connsiteY11" fmla="*/ 12751 h 167007"/>
                <a:gd name="connsiteX12" fmla="*/ 74809 w 90341"/>
                <a:gd name="connsiteY12" fmla="*/ 88 h 167007"/>
                <a:gd name="connsiteX13" fmla="*/ 51816 w 90341"/>
                <a:gd name="connsiteY13" fmla="*/ 21561 h 167007"/>
                <a:gd name="connsiteX14" fmla="*/ 45842 w 90341"/>
                <a:gd name="connsiteY14" fmla="*/ 50374 h 167007"/>
                <a:gd name="connsiteX15" fmla="*/ 33349 w 90341"/>
                <a:gd name="connsiteY15" fmla="*/ 50374 h 167007"/>
                <a:gd name="connsiteX16" fmla="*/ 27918 w 90341"/>
                <a:gd name="connsiteY16" fmla="*/ 53861 h 167007"/>
                <a:gd name="connsiteX17" fmla="*/ 32987 w 90341"/>
                <a:gd name="connsiteY17" fmla="*/ 56063 h 167007"/>
                <a:gd name="connsiteX18" fmla="*/ 44936 w 90341"/>
                <a:gd name="connsiteY18" fmla="*/ 56063 h 167007"/>
                <a:gd name="connsiteX19" fmla="*/ 31358 w 90341"/>
                <a:gd name="connsiteY19" fmla="*/ 128556 h 167007"/>
                <a:gd name="connsiteX20" fmla="*/ 15607 w 90341"/>
                <a:gd name="connsiteY20" fmla="*/ 163058 h 167007"/>
                <a:gd name="connsiteX21" fmla="*/ 6917 w 90341"/>
                <a:gd name="connsiteY21" fmla="*/ 159755 h 167007"/>
                <a:gd name="connsiteX22" fmla="*/ 16874 w 90341"/>
                <a:gd name="connsiteY22" fmla="*/ 149845 h 167007"/>
                <a:gd name="connsiteX23" fmla="*/ 10176 w 90341"/>
                <a:gd name="connsiteY23" fmla="*/ 143421 h 167007"/>
                <a:gd name="connsiteX24" fmla="*/ 218 w 90341"/>
                <a:gd name="connsiteY24" fmla="*/ 154433 h 167007"/>
                <a:gd name="connsiteX25" fmla="*/ 15607 w 90341"/>
                <a:gd name="connsiteY25" fmla="*/ 167096 h 167007"/>
                <a:gd name="connsiteX26" fmla="*/ 36065 w 90341"/>
                <a:gd name="connsiteY26" fmla="*/ 149294 h 167007"/>
                <a:gd name="connsiteX27" fmla="*/ 46204 w 90341"/>
                <a:gd name="connsiteY27" fmla="*/ 114241 h 167007"/>
                <a:gd name="connsiteX28" fmla="*/ 57066 w 90341"/>
                <a:gd name="connsiteY28" fmla="*/ 56063 h 167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0341" h="167007">
                  <a:moveTo>
                    <a:pt x="57066" y="56063"/>
                  </a:moveTo>
                  <a:lnTo>
                    <a:pt x="72636" y="56063"/>
                  </a:lnTo>
                  <a:cubicBezTo>
                    <a:pt x="76257" y="56063"/>
                    <a:pt x="78068" y="56063"/>
                    <a:pt x="78068" y="52393"/>
                  </a:cubicBezTo>
                  <a:cubicBezTo>
                    <a:pt x="78068" y="50374"/>
                    <a:pt x="76257" y="50374"/>
                    <a:pt x="73180" y="50374"/>
                  </a:cubicBezTo>
                  <a:lnTo>
                    <a:pt x="58153" y="50374"/>
                  </a:lnTo>
                  <a:lnTo>
                    <a:pt x="61955" y="29452"/>
                  </a:lnTo>
                  <a:cubicBezTo>
                    <a:pt x="62679" y="25598"/>
                    <a:pt x="65213" y="12568"/>
                    <a:pt x="66300" y="10366"/>
                  </a:cubicBezTo>
                  <a:cubicBezTo>
                    <a:pt x="67929" y="6879"/>
                    <a:pt x="71007" y="4126"/>
                    <a:pt x="74809" y="4126"/>
                  </a:cubicBezTo>
                  <a:cubicBezTo>
                    <a:pt x="75533" y="4126"/>
                    <a:pt x="80240" y="4126"/>
                    <a:pt x="83680" y="7429"/>
                  </a:cubicBezTo>
                  <a:cubicBezTo>
                    <a:pt x="75714" y="8163"/>
                    <a:pt x="73904" y="14587"/>
                    <a:pt x="73904" y="17340"/>
                  </a:cubicBezTo>
                  <a:cubicBezTo>
                    <a:pt x="73904" y="21561"/>
                    <a:pt x="77163" y="23763"/>
                    <a:pt x="80602" y="23763"/>
                  </a:cubicBezTo>
                  <a:cubicBezTo>
                    <a:pt x="85310" y="23763"/>
                    <a:pt x="90560" y="19725"/>
                    <a:pt x="90560" y="12751"/>
                  </a:cubicBezTo>
                  <a:cubicBezTo>
                    <a:pt x="90560" y="4309"/>
                    <a:pt x="82232" y="88"/>
                    <a:pt x="74809" y="88"/>
                  </a:cubicBezTo>
                  <a:cubicBezTo>
                    <a:pt x="68653" y="88"/>
                    <a:pt x="57247" y="3392"/>
                    <a:pt x="51816" y="21561"/>
                  </a:cubicBezTo>
                  <a:cubicBezTo>
                    <a:pt x="50730" y="25415"/>
                    <a:pt x="50187" y="27250"/>
                    <a:pt x="45842" y="50374"/>
                  </a:cubicBezTo>
                  <a:lnTo>
                    <a:pt x="33349" y="50374"/>
                  </a:lnTo>
                  <a:cubicBezTo>
                    <a:pt x="29910" y="50374"/>
                    <a:pt x="27918" y="50374"/>
                    <a:pt x="27918" y="53861"/>
                  </a:cubicBezTo>
                  <a:cubicBezTo>
                    <a:pt x="27918" y="56063"/>
                    <a:pt x="29547" y="56063"/>
                    <a:pt x="32987" y="56063"/>
                  </a:cubicBezTo>
                  <a:lnTo>
                    <a:pt x="44936" y="56063"/>
                  </a:lnTo>
                  <a:lnTo>
                    <a:pt x="31358" y="128556"/>
                  </a:lnTo>
                  <a:cubicBezTo>
                    <a:pt x="28099" y="146358"/>
                    <a:pt x="25021" y="163058"/>
                    <a:pt x="15607" y="163058"/>
                  </a:cubicBezTo>
                  <a:cubicBezTo>
                    <a:pt x="14883" y="163058"/>
                    <a:pt x="10357" y="163058"/>
                    <a:pt x="6917" y="159755"/>
                  </a:cubicBezTo>
                  <a:cubicBezTo>
                    <a:pt x="15245" y="159204"/>
                    <a:pt x="16874" y="152598"/>
                    <a:pt x="16874" y="149845"/>
                  </a:cubicBezTo>
                  <a:cubicBezTo>
                    <a:pt x="16874" y="145624"/>
                    <a:pt x="13615" y="143421"/>
                    <a:pt x="10176" y="143421"/>
                  </a:cubicBezTo>
                  <a:cubicBezTo>
                    <a:pt x="5468" y="143421"/>
                    <a:pt x="218" y="147459"/>
                    <a:pt x="218" y="154433"/>
                  </a:cubicBezTo>
                  <a:cubicBezTo>
                    <a:pt x="218" y="162691"/>
                    <a:pt x="8184" y="167096"/>
                    <a:pt x="15607" y="167096"/>
                  </a:cubicBezTo>
                  <a:cubicBezTo>
                    <a:pt x="25564" y="167096"/>
                    <a:pt x="32806" y="156268"/>
                    <a:pt x="36065" y="149294"/>
                  </a:cubicBezTo>
                  <a:cubicBezTo>
                    <a:pt x="41859" y="137732"/>
                    <a:pt x="46023" y="115525"/>
                    <a:pt x="46204" y="114241"/>
                  </a:cubicBezTo>
                  <a:lnTo>
                    <a:pt x="57066" y="5606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99" name="Freeform: Shape 5098">
              <a:extLst>
                <a:ext uri="{FF2B5EF4-FFF2-40B4-BE49-F238E27FC236}">
                  <a16:creationId xmlns:a16="http://schemas.microsoft.com/office/drawing/2014/main" id="{0E3D96C0-B61A-5EBD-5EE5-47034CCBEEB2}"/>
                </a:ext>
              </a:extLst>
            </p:cNvPr>
            <p:cNvSpPr/>
            <p:nvPr>
              <p:custDataLst>
                <p:tags r:id="rId31"/>
              </p:custDataLst>
            </p:nvPr>
          </p:nvSpPr>
          <p:spPr>
            <a:xfrm>
              <a:off x="10950929" y="6679167"/>
              <a:ext cx="42002" cy="183525"/>
            </a:xfrm>
            <a:custGeom>
              <a:avLst/>
              <a:gdLst>
                <a:gd name="connsiteX0" fmla="*/ 42227 w 42002"/>
                <a:gd name="connsiteY0" fmla="*/ 181778 h 183525"/>
                <a:gd name="connsiteX1" fmla="*/ 39149 w 42002"/>
                <a:gd name="connsiteY1" fmla="*/ 177740 h 183525"/>
                <a:gd name="connsiteX2" fmla="*/ 10725 w 42002"/>
                <a:gd name="connsiteY2" fmla="*/ 91851 h 183525"/>
                <a:gd name="connsiteX3" fmla="*/ 39873 w 42002"/>
                <a:gd name="connsiteY3" fmla="*/ 5043 h 183525"/>
                <a:gd name="connsiteX4" fmla="*/ 42227 w 42002"/>
                <a:gd name="connsiteY4" fmla="*/ 1924 h 183525"/>
                <a:gd name="connsiteX5" fmla="*/ 40416 w 42002"/>
                <a:gd name="connsiteY5" fmla="*/ 88 h 183525"/>
                <a:gd name="connsiteX6" fmla="*/ 11630 w 42002"/>
                <a:gd name="connsiteY6" fmla="*/ 35876 h 183525"/>
                <a:gd name="connsiteX7" fmla="*/ 224 w 42002"/>
                <a:gd name="connsiteY7" fmla="*/ 91851 h 183525"/>
                <a:gd name="connsiteX8" fmla="*/ 12173 w 42002"/>
                <a:gd name="connsiteY8" fmla="*/ 149111 h 183525"/>
                <a:gd name="connsiteX9" fmla="*/ 40416 w 42002"/>
                <a:gd name="connsiteY9" fmla="*/ 183613 h 183525"/>
                <a:gd name="connsiteX10" fmla="*/ 42227 w 42002"/>
                <a:gd name="connsiteY10" fmla="*/ 181778 h 18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02" h="183525">
                  <a:moveTo>
                    <a:pt x="42227" y="181778"/>
                  </a:moveTo>
                  <a:cubicBezTo>
                    <a:pt x="42227" y="181227"/>
                    <a:pt x="42227" y="180860"/>
                    <a:pt x="39149" y="177740"/>
                  </a:cubicBezTo>
                  <a:cubicBezTo>
                    <a:pt x="16518" y="154616"/>
                    <a:pt x="10725" y="119930"/>
                    <a:pt x="10725" y="91851"/>
                  </a:cubicBezTo>
                  <a:cubicBezTo>
                    <a:pt x="10725" y="59917"/>
                    <a:pt x="17604" y="27984"/>
                    <a:pt x="39873" y="5043"/>
                  </a:cubicBezTo>
                  <a:cubicBezTo>
                    <a:pt x="42227" y="2841"/>
                    <a:pt x="42227" y="2474"/>
                    <a:pt x="42227" y="1924"/>
                  </a:cubicBezTo>
                  <a:cubicBezTo>
                    <a:pt x="42227" y="639"/>
                    <a:pt x="41502" y="88"/>
                    <a:pt x="40416" y="88"/>
                  </a:cubicBezTo>
                  <a:cubicBezTo>
                    <a:pt x="38606" y="88"/>
                    <a:pt x="22312" y="12568"/>
                    <a:pt x="11630" y="35876"/>
                  </a:cubicBezTo>
                  <a:cubicBezTo>
                    <a:pt x="2396" y="56063"/>
                    <a:pt x="224" y="76435"/>
                    <a:pt x="224" y="91851"/>
                  </a:cubicBezTo>
                  <a:cubicBezTo>
                    <a:pt x="224" y="106166"/>
                    <a:pt x="2215" y="128372"/>
                    <a:pt x="12173" y="149111"/>
                  </a:cubicBezTo>
                  <a:cubicBezTo>
                    <a:pt x="23036" y="171684"/>
                    <a:pt x="38606" y="183613"/>
                    <a:pt x="40416" y="183613"/>
                  </a:cubicBezTo>
                  <a:cubicBezTo>
                    <a:pt x="41502" y="183613"/>
                    <a:pt x="42227" y="183063"/>
                    <a:pt x="42227" y="18177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00" name="Freeform: Shape 5099">
              <a:extLst>
                <a:ext uri="{FF2B5EF4-FFF2-40B4-BE49-F238E27FC236}">
                  <a16:creationId xmlns:a16="http://schemas.microsoft.com/office/drawing/2014/main" id="{299132CC-B19B-4A6B-8153-13EE467892C0}"/>
                </a:ext>
              </a:extLst>
            </p:cNvPr>
            <p:cNvSpPr/>
            <p:nvPr>
              <p:custDataLst>
                <p:tags r:id="rId32"/>
              </p:custDataLst>
            </p:nvPr>
          </p:nvSpPr>
          <p:spPr>
            <a:xfrm>
              <a:off x="11008663" y="6735693"/>
              <a:ext cx="84548" cy="120759"/>
            </a:xfrm>
            <a:custGeom>
              <a:avLst/>
              <a:gdLst>
                <a:gd name="connsiteX0" fmla="*/ 83328 w 84548"/>
                <a:gd name="connsiteY0" fmla="*/ 30370 h 120759"/>
                <a:gd name="connsiteX1" fmla="*/ 84776 w 84548"/>
                <a:gd name="connsiteY1" fmla="*/ 19725 h 120759"/>
                <a:gd name="connsiteX2" fmla="*/ 63956 w 84548"/>
                <a:gd name="connsiteY2" fmla="*/ 88 h 120759"/>
                <a:gd name="connsiteX3" fmla="*/ 35894 w 84548"/>
                <a:gd name="connsiteY3" fmla="*/ 16055 h 120759"/>
                <a:gd name="connsiteX4" fmla="*/ 19238 w 84548"/>
                <a:gd name="connsiteY4" fmla="*/ 88 h 120759"/>
                <a:gd name="connsiteX5" fmla="*/ 5840 w 84548"/>
                <a:gd name="connsiteY5" fmla="*/ 10549 h 120759"/>
                <a:gd name="connsiteX6" fmla="*/ 228 w 84548"/>
                <a:gd name="connsiteY6" fmla="*/ 28351 h 120759"/>
                <a:gd name="connsiteX7" fmla="*/ 2400 w 84548"/>
                <a:gd name="connsiteY7" fmla="*/ 30186 h 120759"/>
                <a:gd name="connsiteX8" fmla="*/ 5478 w 84548"/>
                <a:gd name="connsiteY8" fmla="*/ 25965 h 120759"/>
                <a:gd name="connsiteX9" fmla="*/ 18694 w 84548"/>
                <a:gd name="connsiteY9" fmla="*/ 4126 h 120759"/>
                <a:gd name="connsiteX10" fmla="*/ 24307 w 84548"/>
                <a:gd name="connsiteY10" fmla="*/ 12568 h 120759"/>
                <a:gd name="connsiteX11" fmla="*/ 21410 w 84548"/>
                <a:gd name="connsiteY11" fmla="*/ 27984 h 120759"/>
                <a:gd name="connsiteX12" fmla="*/ 10909 w 84548"/>
                <a:gd name="connsiteY12" fmla="*/ 70378 h 120759"/>
                <a:gd name="connsiteX13" fmla="*/ 9280 w 84548"/>
                <a:gd name="connsiteY13" fmla="*/ 78270 h 120759"/>
                <a:gd name="connsiteX14" fmla="*/ 14530 w 84548"/>
                <a:gd name="connsiteY14" fmla="*/ 83225 h 120759"/>
                <a:gd name="connsiteX15" fmla="*/ 21229 w 84548"/>
                <a:gd name="connsiteY15" fmla="*/ 78086 h 120759"/>
                <a:gd name="connsiteX16" fmla="*/ 24669 w 84548"/>
                <a:gd name="connsiteY16" fmla="*/ 64506 h 120759"/>
                <a:gd name="connsiteX17" fmla="*/ 28652 w 84548"/>
                <a:gd name="connsiteY17" fmla="*/ 47988 h 120759"/>
                <a:gd name="connsiteX18" fmla="*/ 31730 w 84548"/>
                <a:gd name="connsiteY18" fmla="*/ 35692 h 120759"/>
                <a:gd name="connsiteX19" fmla="*/ 33721 w 84548"/>
                <a:gd name="connsiteY19" fmla="*/ 27433 h 120759"/>
                <a:gd name="connsiteX20" fmla="*/ 46032 w 84548"/>
                <a:gd name="connsiteY20" fmla="*/ 10549 h 120759"/>
                <a:gd name="connsiteX21" fmla="*/ 63413 w 84548"/>
                <a:gd name="connsiteY21" fmla="*/ 4126 h 120759"/>
                <a:gd name="connsiteX22" fmla="*/ 73189 w 84548"/>
                <a:gd name="connsiteY22" fmla="*/ 16973 h 120759"/>
                <a:gd name="connsiteX23" fmla="*/ 71379 w 84548"/>
                <a:gd name="connsiteY23" fmla="*/ 28535 h 120759"/>
                <a:gd name="connsiteX24" fmla="*/ 50740 w 84548"/>
                <a:gd name="connsiteY24" fmla="*/ 112956 h 120759"/>
                <a:gd name="connsiteX25" fmla="*/ 50196 w 84548"/>
                <a:gd name="connsiteY25" fmla="*/ 115893 h 120759"/>
                <a:gd name="connsiteX26" fmla="*/ 55266 w 84548"/>
                <a:gd name="connsiteY26" fmla="*/ 120848 h 120759"/>
                <a:gd name="connsiteX27" fmla="*/ 62689 w 84548"/>
                <a:gd name="connsiteY27" fmla="*/ 113507 h 120759"/>
                <a:gd name="connsiteX28" fmla="*/ 83328 w 84548"/>
                <a:gd name="connsiteY28" fmla="*/ 30370 h 1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4548" h="120759">
                  <a:moveTo>
                    <a:pt x="83328" y="30370"/>
                  </a:moveTo>
                  <a:cubicBezTo>
                    <a:pt x="84233" y="27066"/>
                    <a:pt x="84776" y="24681"/>
                    <a:pt x="84776" y="19725"/>
                  </a:cubicBezTo>
                  <a:cubicBezTo>
                    <a:pt x="84776" y="7796"/>
                    <a:pt x="77534" y="88"/>
                    <a:pt x="63956" y="88"/>
                  </a:cubicBezTo>
                  <a:cubicBezTo>
                    <a:pt x="49653" y="88"/>
                    <a:pt x="40239" y="9632"/>
                    <a:pt x="35894" y="16055"/>
                  </a:cubicBezTo>
                  <a:cubicBezTo>
                    <a:pt x="34989" y="5594"/>
                    <a:pt x="27385" y="88"/>
                    <a:pt x="19238" y="88"/>
                  </a:cubicBezTo>
                  <a:cubicBezTo>
                    <a:pt x="10909" y="88"/>
                    <a:pt x="7470" y="7246"/>
                    <a:pt x="5840" y="10549"/>
                  </a:cubicBezTo>
                  <a:cubicBezTo>
                    <a:pt x="2581" y="16789"/>
                    <a:pt x="228" y="27801"/>
                    <a:pt x="228" y="28351"/>
                  </a:cubicBezTo>
                  <a:cubicBezTo>
                    <a:pt x="228" y="30186"/>
                    <a:pt x="2038" y="30186"/>
                    <a:pt x="2400" y="30186"/>
                  </a:cubicBezTo>
                  <a:cubicBezTo>
                    <a:pt x="4211" y="30186"/>
                    <a:pt x="4392" y="30003"/>
                    <a:pt x="5478" y="25965"/>
                  </a:cubicBezTo>
                  <a:cubicBezTo>
                    <a:pt x="8556" y="12935"/>
                    <a:pt x="12177" y="4126"/>
                    <a:pt x="18694" y="4126"/>
                  </a:cubicBezTo>
                  <a:cubicBezTo>
                    <a:pt x="21772" y="4126"/>
                    <a:pt x="24307" y="5594"/>
                    <a:pt x="24307" y="12568"/>
                  </a:cubicBezTo>
                  <a:cubicBezTo>
                    <a:pt x="24307" y="16422"/>
                    <a:pt x="23764" y="18441"/>
                    <a:pt x="21410" y="27984"/>
                  </a:cubicBezTo>
                  <a:lnTo>
                    <a:pt x="10909" y="70378"/>
                  </a:lnTo>
                  <a:cubicBezTo>
                    <a:pt x="10366" y="73131"/>
                    <a:pt x="9280" y="77352"/>
                    <a:pt x="9280" y="78270"/>
                  </a:cubicBezTo>
                  <a:cubicBezTo>
                    <a:pt x="9280" y="81573"/>
                    <a:pt x="11815" y="83225"/>
                    <a:pt x="14530" y="83225"/>
                  </a:cubicBezTo>
                  <a:cubicBezTo>
                    <a:pt x="16703" y="83225"/>
                    <a:pt x="19962" y="81757"/>
                    <a:pt x="21229" y="78086"/>
                  </a:cubicBezTo>
                  <a:cubicBezTo>
                    <a:pt x="21410" y="77719"/>
                    <a:pt x="23583" y="69094"/>
                    <a:pt x="24669" y="64506"/>
                  </a:cubicBezTo>
                  <a:lnTo>
                    <a:pt x="28652" y="47988"/>
                  </a:lnTo>
                  <a:cubicBezTo>
                    <a:pt x="29738" y="43951"/>
                    <a:pt x="30825" y="39913"/>
                    <a:pt x="31730" y="35692"/>
                  </a:cubicBezTo>
                  <a:cubicBezTo>
                    <a:pt x="32092" y="34591"/>
                    <a:pt x="33540" y="28535"/>
                    <a:pt x="33721" y="27433"/>
                  </a:cubicBezTo>
                  <a:cubicBezTo>
                    <a:pt x="34264" y="25782"/>
                    <a:pt x="39877" y="15504"/>
                    <a:pt x="46032" y="10549"/>
                  </a:cubicBezTo>
                  <a:cubicBezTo>
                    <a:pt x="50015" y="7613"/>
                    <a:pt x="55628" y="4126"/>
                    <a:pt x="63413" y="4126"/>
                  </a:cubicBezTo>
                  <a:cubicBezTo>
                    <a:pt x="71198" y="4126"/>
                    <a:pt x="73189" y="10366"/>
                    <a:pt x="73189" y="16973"/>
                  </a:cubicBezTo>
                  <a:cubicBezTo>
                    <a:pt x="73189" y="17890"/>
                    <a:pt x="73189" y="21194"/>
                    <a:pt x="71379" y="28535"/>
                  </a:cubicBezTo>
                  <a:lnTo>
                    <a:pt x="50740" y="112956"/>
                  </a:lnTo>
                  <a:cubicBezTo>
                    <a:pt x="50196" y="115158"/>
                    <a:pt x="50196" y="115526"/>
                    <a:pt x="50196" y="115893"/>
                  </a:cubicBezTo>
                  <a:cubicBezTo>
                    <a:pt x="50196" y="118645"/>
                    <a:pt x="52188" y="120848"/>
                    <a:pt x="55266" y="120848"/>
                  </a:cubicBezTo>
                  <a:cubicBezTo>
                    <a:pt x="60878" y="120848"/>
                    <a:pt x="62146" y="115526"/>
                    <a:pt x="62689" y="113507"/>
                  </a:cubicBezTo>
                  <a:lnTo>
                    <a:pt x="83328" y="3037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01" name="Freeform: Shape 5100">
              <a:extLst>
                <a:ext uri="{FF2B5EF4-FFF2-40B4-BE49-F238E27FC236}">
                  <a16:creationId xmlns:a16="http://schemas.microsoft.com/office/drawing/2014/main" id="{8C9242C2-1ADD-85D2-C67D-496D767D0A80}"/>
                </a:ext>
              </a:extLst>
            </p:cNvPr>
            <p:cNvSpPr/>
            <p:nvPr>
              <p:custDataLst>
                <p:tags r:id="rId33"/>
              </p:custDataLst>
            </p:nvPr>
          </p:nvSpPr>
          <p:spPr>
            <a:xfrm>
              <a:off x="11099264" y="6787685"/>
              <a:ext cx="77433" cy="57938"/>
            </a:xfrm>
            <a:custGeom>
              <a:avLst/>
              <a:gdLst>
                <a:gd name="connsiteX0" fmla="*/ 9738 w 77433"/>
                <a:gd name="connsiteY0" fmla="*/ 48650 h 57938"/>
                <a:gd name="connsiteX1" fmla="*/ 8470 w 77433"/>
                <a:gd name="connsiteY1" fmla="*/ 53918 h 57938"/>
                <a:gd name="connsiteX2" fmla="*/ 12779 w 77433"/>
                <a:gd name="connsiteY2" fmla="*/ 58029 h 57938"/>
                <a:gd name="connsiteX3" fmla="*/ 17722 w 77433"/>
                <a:gd name="connsiteY3" fmla="*/ 55202 h 57938"/>
                <a:gd name="connsiteX4" fmla="*/ 20003 w 77433"/>
                <a:gd name="connsiteY4" fmla="*/ 47237 h 57938"/>
                <a:gd name="connsiteX5" fmla="*/ 22791 w 77433"/>
                <a:gd name="connsiteY5" fmla="*/ 35675 h 57938"/>
                <a:gd name="connsiteX6" fmla="*/ 24946 w 77433"/>
                <a:gd name="connsiteY6" fmla="*/ 27068 h 57938"/>
                <a:gd name="connsiteX7" fmla="*/ 30268 w 77433"/>
                <a:gd name="connsiteY7" fmla="*/ 15506 h 57938"/>
                <a:gd name="connsiteX8" fmla="*/ 49278 w 77433"/>
                <a:gd name="connsiteY8" fmla="*/ 3687 h 57938"/>
                <a:gd name="connsiteX9" fmla="*/ 56755 w 77433"/>
                <a:gd name="connsiteY9" fmla="*/ 12680 h 57938"/>
                <a:gd name="connsiteX10" fmla="*/ 49278 w 77433"/>
                <a:gd name="connsiteY10" fmla="*/ 40043 h 57938"/>
                <a:gd name="connsiteX11" fmla="*/ 47377 w 77433"/>
                <a:gd name="connsiteY11" fmla="*/ 46980 h 57938"/>
                <a:gd name="connsiteX12" fmla="*/ 59417 w 77433"/>
                <a:gd name="connsiteY12" fmla="*/ 58029 h 57938"/>
                <a:gd name="connsiteX13" fmla="*/ 77666 w 77433"/>
                <a:gd name="connsiteY13" fmla="*/ 38373 h 57938"/>
                <a:gd name="connsiteX14" fmla="*/ 75638 w 77433"/>
                <a:gd name="connsiteY14" fmla="*/ 36703 h 57938"/>
                <a:gd name="connsiteX15" fmla="*/ 73230 w 77433"/>
                <a:gd name="connsiteY15" fmla="*/ 38887 h 57938"/>
                <a:gd name="connsiteX16" fmla="*/ 59797 w 77433"/>
                <a:gd name="connsiteY16" fmla="*/ 54432 h 57938"/>
                <a:gd name="connsiteX17" fmla="*/ 56629 w 77433"/>
                <a:gd name="connsiteY17" fmla="*/ 49935 h 57938"/>
                <a:gd name="connsiteX18" fmla="*/ 59543 w 77433"/>
                <a:gd name="connsiteY18" fmla="*/ 39529 h 57938"/>
                <a:gd name="connsiteX19" fmla="*/ 66260 w 77433"/>
                <a:gd name="connsiteY19" fmla="*/ 14735 h 57938"/>
                <a:gd name="connsiteX20" fmla="*/ 49785 w 77433"/>
                <a:gd name="connsiteY20" fmla="*/ 90 h 57938"/>
                <a:gd name="connsiteX21" fmla="*/ 28367 w 77433"/>
                <a:gd name="connsiteY21" fmla="*/ 11780 h 57938"/>
                <a:gd name="connsiteX22" fmla="*/ 14807 w 77433"/>
                <a:gd name="connsiteY22" fmla="*/ 90 h 57938"/>
                <a:gd name="connsiteX23" fmla="*/ 4795 w 77433"/>
                <a:gd name="connsiteY23" fmla="*/ 7027 h 57938"/>
                <a:gd name="connsiteX24" fmla="*/ 233 w 77433"/>
                <a:gd name="connsiteY24" fmla="*/ 19745 h 57938"/>
                <a:gd name="connsiteX25" fmla="*/ 2387 w 77433"/>
                <a:gd name="connsiteY25" fmla="*/ 21415 h 57938"/>
                <a:gd name="connsiteX26" fmla="*/ 5175 w 77433"/>
                <a:gd name="connsiteY26" fmla="*/ 17561 h 57938"/>
                <a:gd name="connsiteX27" fmla="*/ 14427 w 77433"/>
                <a:gd name="connsiteY27" fmla="*/ 3687 h 57938"/>
                <a:gd name="connsiteX28" fmla="*/ 18609 w 77433"/>
                <a:gd name="connsiteY28" fmla="*/ 9982 h 57938"/>
                <a:gd name="connsiteX29" fmla="*/ 16581 w 77433"/>
                <a:gd name="connsiteY29" fmla="*/ 20645 h 57938"/>
                <a:gd name="connsiteX30" fmla="*/ 13793 w 77433"/>
                <a:gd name="connsiteY30" fmla="*/ 32207 h 57938"/>
                <a:gd name="connsiteX31" fmla="*/ 9738 w 77433"/>
                <a:gd name="connsiteY31" fmla="*/ 48650 h 57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7433" h="57938">
                  <a:moveTo>
                    <a:pt x="9738" y="48650"/>
                  </a:moveTo>
                  <a:cubicBezTo>
                    <a:pt x="9231" y="50321"/>
                    <a:pt x="8470" y="53532"/>
                    <a:pt x="8470" y="53918"/>
                  </a:cubicBezTo>
                  <a:cubicBezTo>
                    <a:pt x="8470" y="56744"/>
                    <a:pt x="10752" y="58029"/>
                    <a:pt x="12779" y="58029"/>
                  </a:cubicBezTo>
                  <a:cubicBezTo>
                    <a:pt x="15060" y="58029"/>
                    <a:pt x="17088" y="56359"/>
                    <a:pt x="17722" y="55202"/>
                  </a:cubicBezTo>
                  <a:cubicBezTo>
                    <a:pt x="18355" y="54046"/>
                    <a:pt x="19369" y="49935"/>
                    <a:pt x="20003" y="47237"/>
                  </a:cubicBezTo>
                  <a:cubicBezTo>
                    <a:pt x="20637" y="44796"/>
                    <a:pt x="22031" y="38887"/>
                    <a:pt x="22791" y="35675"/>
                  </a:cubicBezTo>
                  <a:cubicBezTo>
                    <a:pt x="23551" y="32849"/>
                    <a:pt x="24312" y="30023"/>
                    <a:pt x="24946" y="27068"/>
                  </a:cubicBezTo>
                  <a:cubicBezTo>
                    <a:pt x="26340" y="21801"/>
                    <a:pt x="26593" y="20773"/>
                    <a:pt x="30268" y="15506"/>
                  </a:cubicBezTo>
                  <a:cubicBezTo>
                    <a:pt x="33817" y="10367"/>
                    <a:pt x="39773" y="3687"/>
                    <a:pt x="49278" y="3687"/>
                  </a:cubicBezTo>
                  <a:cubicBezTo>
                    <a:pt x="56629" y="3687"/>
                    <a:pt x="56755" y="10239"/>
                    <a:pt x="56755" y="12680"/>
                  </a:cubicBezTo>
                  <a:cubicBezTo>
                    <a:pt x="56755" y="20388"/>
                    <a:pt x="51306" y="34648"/>
                    <a:pt x="49278" y="40043"/>
                  </a:cubicBezTo>
                  <a:cubicBezTo>
                    <a:pt x="47884" y="43640"/>
                    <a:pt x="47377" y="44796"/>
                    <a:pt x="47377" y="46980"/>
                  </a:cubicBezTo>
                  <a:cubicBezTo>
                    <a:pt x="47377" y="53789"/>
                    <a:pt x="52953" y="58029"/>
                    <a:pt x="59417" y="58029"/>
                  </a:cubicBezTo>
                  <a:cubicBezTo>
                    <a:pt x="72090" y="58029"/>
                    <a:pt x="77666" y="40300"/>
                    <a:pt x="77666" y="38373"/>
                  </a:cubicBezTo>
                  <a:cubicBezTo>
                    <a:pt x="77666" y="36703"/>
                    <a:pt x="76019" y="36703"/>
                    <a:pt x="75638" y="36703"/>
                  </a:cubicBezTo>
                  <a:cubicBezTo>
                    <a:pt x="73864" y="36703"/>
                    <a:pt x="73737" y="37474"/>
                    <a:pt x="73230" y="38887"/>
                  </a:cubicBezTo>
                  <a:cubicBezTo>
                    <a:pt x="70316" y="49164"/>
                    <a:pt x="64866" y="54432"/>
                    <a:pt x="59797" y="54432"/>
                  </a:cubicBezTo>
                  <a:cubicBezTo>
                    <a:pt x="57136" y="54432"/>
                    <a:pt x="56629" y="52633"/>
                    <a:pt x="56629" y="49935"/>
                  </a:cubicBezTo>
                  <a:cubicBezTo>
                    <a:pt x="56629" y="46980"/>
                    <a:pt x="57262" y="45310"/>
                    <a:pt x="59543" y="39529"/>
                  </a:cubicBezTo>
                  <a:cubicBezTo>
                    <a:pt x="61064" y="35547"/>
                    <a:pt x="66260" y="21929"/>
                    <a:pt x="66260" y="14735"/>
                  </a:cubicBezTo>
                  <a:cubicBezTo>
                    <a:pt x="66260" y="2274"/>
                    <a:pt x="56502" y="90"/>
                    <a:pt x="49785" y="90"/>
                  </a:cubicBezTo>
                  <a:cubicBezTo>
                    <a:pt x="39266" y="90"/>
                    <a:pt x="32169" y="6642"/>
                    <a:pt x="28367" y="11780"/>
                  </a:cubicBezTo>
                  <a:cubicBezTo>
                    <a:pt x="27480" y="2916"/>
                    <a:pt x="20003" y="90"/>
                    <a:pt x="14807" y="90"/>
                  </a:cubicBezTo>
                  <a:cubicBezTo>
                    <a:pt x="9357" y="90"/>
                    <a:pt x="6443" y="4072"/>
                    <a:pt x="4795" y="7027"/>
                  </a:cubicBezTo>
                  <a:cubicBezTo>
                    <a:pt x="2007" y="11780"/>
                    <a:pt x="233" y="19103"/>
                    <a:pt x="233" y="19745"/>
                  </a:cubicBezTo>
                  <a:cubicBezTo>
                    <a:pt x="233" y="21415"/>
                    <a:pt x="2007" y="21415"/>
                    <a:pt x="2387" y="21415"/>
                  </a:cubicBezTo>
                  <a:cubicBezTo>
                    <a:pt x="4161" y="21415"/>
                    <a:pt x="4288" y="21030"/>
                    <a:pt x="5175" y="17561"/>
                  </a:cubicBezTo>
                  <a:cubicBezTo>
                    <a:pt x="7076" y="9982"/>
                    <a:pt x="9484" y="3687"/>
                    <a:pt x="14427" y="3687"/>
                  </a:cubicBezTo>
                  <a:cubicBezTo>
                    <a:pt x="17722" y="3687"/>
                    <a:pt x="18609" y="6513"/>
                    <a:pt x="18609" y="9982"/>
                  </a:cubicBezTo>
                  <a:cubicBezTo>
                    <a:pt x="18609" y="12423"/>
                    <a:pt x="17468" y="17176"/>
                    <a:pt x="16581" y="20645"/>
                  </a:cubicBezTo>
                  <a:cubicBezTo>
                    <a:pt x="15694" y="24113"/>
                    <a:pt x="14427" y="29380"/>
                    <a:pt x="13793" y="32207"/>
                  </a:cubicBezTo>
                  <a:lnTo>
                    <a:pt x="9738" y="4865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02" name="Freeform: Shape 5101">
              <a:extLst>
                <a:ext uri="{FF2B5EF4-FFF2-40B4-BE49-F238E27FC236}">
                  <a16:creationId xmlns:a16="http://schemas.microsoft.com/office/drawing/2014/main" id="{2CA0A86A-3854-8A09-9778-F527C58CAC08}"/>
                </a:ext>
              </a:extLst>
            </p:cNvPr>
            <p:cNvSpPr/>
            <p:nvPr>
              <p:custDataLst>
                <p:tags r:id="rId34"/>
              </p:custDataLst>
            </p:nvPr>
          </p:nvSpPr>
          <p:spPr>
            <a:xfrm>
              <a:off x="11202177" y="6679167"/>
              <a:ext cx="42002" cy="183525"/>
            </a:xfrm>
            <a:custGeom>
              <a:avLst/>
              <a:gdLst>
                <a:gd name="connsiteX0" fmla="*/ 42241 w 42002"/>
                <a:gd name="connsiteY0" fmla="*/ 91851 h 183525"/>
                <a:gd name="connsiteX1" fmla="*/ 30292 w 42002"/>
                <a:gd name="connsiteY1" fmla="*/ 34591 h 183525"/>
                <a:gd name="connsiteX2" fmla="*/ 2049 w 42002"/>
                <a:gd name="connsiteY2" fmla="*/ 88 h 183525"/>
                <a:gd name="connsiteX3" fmla="*/ 238 w 42002"/>
                <a:gd name="connsiteY3" fmla="*/ 1924 h 183525"/>
                <a:gd name="connsiteX4" fmla="*/ 3678 w 42002"/>
                <a:gd name="connsiteY4" fmla="*/ 6145 h 183525"/>
                <a:gd name="connsiteX5" fmla="*/ 31740 w 42002"/>
                <a:gd name="connsiteY5" fmla="*/ 91851 h 183525"/>
                <a:gd name="connsiteX6" fmla="*/ 2592 w 42002"/>
                <a:gd name="connsiteY6" fmla="*/ 178658 h 183525"/>
                <a:gd name="connsiteX7" fmla="*/ 238 w 42002"/>
                <a:gd name="connsiteY7" fmla="*/ 181778 h 183525"/>
                <a:gd name="connsiteX8" fmla="*/ 2049 w 42002"/>
                <a:gd name="connsiteY8" fmla="*/ 183613 h 183525"/>
                <a:gd name="connsiteX9" fmla="*/ 30835 w 42002"/>
                <a:gd name="connsiteY9" fmla="*/ 147826 h 183525"/>
                <a:gd name="connsiteX10" fmla="*/ 42241 w 42002"/>
                <a:gd name="connsiteY10" fmla="*/ 91851 h 18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02" h="183525">
                  <a:moveTo>
                    <a:pt x="42241" y="91851"/>
                  </a:moveTo>
                  <a:cubicBezTo>
                    <a:pt x="42241" y="77536"/>
                    <a:pt x="40249" y="55329"/>
                    <a:pt x="30292" y="34591"/>
                  </a:cubicBezTo>
                  <a:cubicBezTo>
                    <a:pt x="19429" y="12017"/>
                    <a:pt x="3859" y="88"/>
                    <a:pt x="2049" y="88"/>
                  </a:cubicBezTo>
                  <a:cubicBezTo>
                    <a:pt x="962" y="88"/>
                    <a:pt x="238" y="822"/>
                    <a:pt x="238" y="1924"/>
                  </a:cubicBezTo>
                  <a:cubicBezTo>
                    <a:pt x="238" y="2474"/>
                    <a:pt x="238" y="2841"/>
                    <a:pt x="3678" y="6145"/>
                  </a:cubicBezTo>
                  <a:cubicBezTo>
                    <a:pt x="21421" y="24314"/>
                    <a:pt x="31740" y="53494"/>
                    <a:pt x="31740" y="91851"/>
                  </a:cubicBezTo>
                  <a:cubicBezTo>
                    <a:pt x="31740" y="123234"/>
                    <a:pt x="25041" y="155534"/>
                    <a:pt x="2592" y="178658"/>
                  </a:cubicBezTo>
                  <a:cubicBezTo>
                    <a:pt x="238" y="180860"/>
                    <a:pt x="238" y="181227"/>
                    <a:pt x="238" y="181778"/>
                  </a:cubicBezTo>
                  <a:cubicBezTo>
                    <a:pt x="238" y="182879"/>
                    <a:pt x="962" y="183613"/>
                    <a:pt x="2049" y="183613"/>
                  </a:cubicBezTo>
                  <a:cubicBezTo>
                    <a:pt x="3859" y="183613"/>
                    <a:pt x="20153" y="171134"/>
                    <a:pt x="30835" y="147826"/>
                  </a:cubicBezTo>
                  <a:cubicBezTo>
                    <a:pt x="40068" y="127638"/>
                    <a:pt x="42241" y="107267"/>
                    <a:pt x="42241" y="9185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03" name="Freeform: Shape 5102">
              <a:extLst>
                <a:ext uri="{FF2B5EF4-FFF2-40B4-BE49-F238E27FC236}">
                  <a16:creationId xmlns:a16="http://schemas.microsoft.com/office/drawing/2014/main" id="{8185B50E-1E5F-6AE5-04B2-FB30A06C1092}"/>
                </a:ext>
              </a:extLst>
            </p:cNvPr>
            <p:cNvSpPr/>
            <p:nvPr>
              <p:custDataLst>
                <p:tags r:id="rId35"/>
              </p:custDataLst>
            </p:nvPr>
          </p:nvSpPr>
          <p:spPr>
            <a:xfrm>
              <a:off x="11318066" y="6761203"/>
              <a:ext cx="19190" cy="19453"/>
            </a:xfrm>
            <a:custGeom>
              <a:avLst/>
              <a:gdLst>
                <a:gd name="connsiteX0" fmla="*/ 19435 w 19190"/>
                <a:gd name="connsiteY0" fmla="*/ 9815 h 19453"/>
                <a:gd name="connsiteX1" fmla="*/ 9840 w 19190"/>
                <a:gd name="connsiteY1" fmla="*/ 88 h 19453"/>
                <a:gd name="connsiteX2" fmla="*/ 244 w 19190"/>
                <a:gd name="connsiteY2" fmla="*/ 9815 h 19453"/>
                <a:gd name="connsiteX3" fmla="*/ 9840 w 19190"/>
                <a:gd name="connsiteY3" fmla="*/ 19542 h 19453"/>
                <a:gd name="connsiteX4" fmla="*/ 19435 w 19190"/>
                <a:gd name="connsiteY4" fmla="*/ 9815 h 194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90" h="19453">
                  <a:moveTo>
                    <a:pt x="19435" y="9815"/>
                  </a:moveTo>
                  <a:cubicBezTo>
                    <a:pt x="19435" y="4493"/>
                    <a:pt x="15090" y="88"/>
                    <a:pt x="9840" y="88"/>
                  </a:cubicBezTo>
                  <a:cubicBezTo>
                    <a:pt x="4589" y="88"/>
                    <a:pt x="244" y="4493"/>
                    <a:pt x="244" y="9815"/>
                  </a:cubicBezTo>
                  <a:cubicBezTo>
                    <a:pt x="244" y="15137"/>
                    <a:pt x="4589" y="19542"/>
                    <a:pt x="9840" y="19542"/>
                  </a:cubicBezTo>
                  <a:cubicBezTo>
                    <a:pt x="15090" y="19542"/>
                    <a:pt x="19435" y="15137"/>
                    <a:pt x="19435" y="981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04" name="Freeform: Shape 5103">
              <a:extLst>
                <a:ext uri="{FF2B5EF4-FFF2-40B4-BE49-F238E27FC236}">
                  <a16:creationId xmlns:a16="http://schemas.microsoft.com/office/drawing/2014/main" id="{8D510FFA-7A6D-3124-A163-6A436251D91F}"/>
                </a:ext>
              </a:extLst>
            </p:cNvPr>
            <p:cNvSpPr/>
            <p:nvPr>
              <p:custDataLst>
                <p:tags r:id="rId36"/>
              </p:custDataLst>
            </p:nvPr>
          </p:nvSpPr>
          <p:spPr>
            <a:xfrm>
              <a:off x="11398426" y="6687243"/>
              <a:ext cx="98693" cy="165172"/>
            </a:xfrm>
            <a:custGeom>
              <a:avLst/>
              <a:gdLst>
                <a:gd name="connsiteX0" fmla="*/ 98942 w 98693"/>
                <a:gd name="connsiteY0" fmla="*/ 25231 h 165172"/>
                <a:gd name="connsiteX1" fmla="*/ 74320 w 98693"/>
                <a:gd name="connsiteY1" fmla="*/ 88 h 165172"/>
                <a:gd name="connsiteX2" fmla="*/ 52413 w 98693"/>
                <a:gd name="connsiteY2" fmla="*/ 7796 h 165172"/>
                <a:gd name="connsiteX3" fmla="*/ 29059 w 98693"/>
                <a:gd name="connsiteY3" fmla="*/ 46887 h 165172"/>
                <a:gd name="connsiteX4" fmla="*/ 272 w 98693"/>
                <a:gd name="connsiteY4" fmla="*/ 163426 h 165172"/>
                <a:gd name="connsiteX5" fmla="*/ 2445 w 98693"/>
                <a:gd name="connsiteY5" fmla="*/ 165261 h 165172"/>
                <a:gd name="connsiteX6" fmla="*/ 4617 w 98693"/>
                <a:gd name="connsiteY6" fmla="*/ 164343 h 165172"/>
                <a:gd name="connsiteX7" fmla="*/ 17291 w 98693"/>
                <a:gd name="connsiteY7" fmla="*/ 113690 h 165172"/>
                <a:gd name="connsiteX8" fmla="*/ 41913 w 98693"/>
                <a:gd name="connsiteY8" fmla="*/ 131492 h 165172"/>
                <a:gd name="connsiteX9" fmla="*/ 76855 w 98693"/>
                <a:gd name="connsiteY9" fmla="*/ 116994 h 165172"/>
                <a:gd name="connsiteX10" fmla="*/ 91338 w 98693"/>
                <a:gd name="connsiteY10" fmla="*/ 83225 h 165172"/>
                <a:gd name="connsiteX11" fmla="*/ 78122 w 98693"/>
                <a:gd name="connsiteY11" fmla="*/ 55880 h 165172"/>
                <a:gd name="connsiteX12" fmla="*/ 98942 w 98693"/>
                <a:gd name="connsiteY12" fmla="*/ 25231 h 165172"/>
                <a:gd name="connsiteX13" fmla="*/ 66354 w 98693"/>
                <a:gd name="connsiteY13" fmla="*/ 55696 h 165172"/>
                <a:gd name="connsiteX14" fmla="*/ 57664 w 98693"/>
                <a:gd name="connsiteY14" fmla="*/ 56981 h 165172"/>
                <a:gd name="connsiteX15" fmla="*/ 49698 w 98693"/>
                <a:gd name="connsiteY15" fmla="*/ 56247 h 165172"/>
                <a:gd name="connsiteX16" fmla="*/ 58569 w 98693"/>
                <a:gd name="connsiteY16" fmla="*/ 54779 h 165172"/>
                <a:gd name="connsiteX17" fmla="*/ 66354 w 98693"/>
                <a:gd name="connsiteY17" fmla="*/ 55696 h 165172"/>
                <a:gd name="connsiteX18" fmla="*/ 88804 w 98693"/>
                <a:gd name="connsiteY18" fmla="*/ 21010 h 165172"/>
                <a:gd name="connsiteX19" fmla="*/ 72510 w 98693"/>
                <a:gd name="connsiteY19" fmla="*/ 52760 h 165172"/>
                <a:gd name="connsiteX20" fmla="*/ 58569 w 98693"/>
                <a:gd name="connsiteY20" fmla="*/ 50558 h 165172"/>
                <a:gd name="connsiteX21" fmla="*/ 44628 w 98693"/>
                <a:gd name="connsiteY21" fmla="*/ 56430 h 165172"/>
                <a:gd name="connsiteX22" fmla="*/ 57121 w 98693"/>
                <a:gd name="connsiteY22" fmla="*/ 61019 h 165172"/>
                <a:gd name="connsiteX23" fmla="*/ 71966 w 98693"/>
                <a:gd name="connsiteY23" fmla="*/ 58633 h 165172"/>
                <a:gd name="connsiteX24" fmla="*/ 79932 w 98693"/>
                <a:gd name="connsiteY24" fmla="*/ 79371 h 165172"/>
                <a:gd name="connsiteX25" fmla="*/ 70880 w 98693"/>
                <a:gd name="connsiteY25" fmla="*/ 110937 h 165172"/>
                <a:gd name="connsiteX26" fmla="*/ 41370 w 98693"/>
                <a:gd name="connsiteY26" fmla="*/ 127455 h 165172"/>
                <a:gd name="connsiteX27" fmla="*/ 20730 w 98693"/>
                <a:gd name="connsiteY27" fmla="*/ 103780 h 165172"/>
                <a:gd name="connsiteX28" fmla="*/ 21636 w 98693"/>
                <a:gd name="connsiteY28" fmla="*/ 95705 h 165172"/>
                <a:gd name="connsiteX29" fmla="*/ 33223 w 98693"/>
                <a:gd name="connsiteY29" fmla="*/ 49273 h 165172"/>
                <a:gd name="connsiteX30" fmla="*/ 71966 w 98693"/>
                <a:gd name="connsiteY30" fmla="*/ 4309 h 165172"/>
                <a:gd name="connsiteX31" fmla="*/ 88804 w 98693"/>
                <a:gd name="connsiteY31" fmla="*/ 21010 h 16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693" h="165172">
                  <a:moveTo>
                    <a:pt x="98942" y="25231"/>
                  </a:moveTo>
                  <a:cubicBezTo>
                    <a:pt x="98942" y="11467"/>
                    <a:pt x="88985" y="88"/>
                    <a:pt x="74320" y="88"/>
                  </a:cubicBezTo>
                  <a:cubicBezTo>
                    <a:pt x="63819" y="88"/>
                    <a:pt x="58750" y="3025"/>
                    <a:pt x="52413" y="7796"/>
                  </a:cubicBezTo>
                  <a:cubicBezTo>
                    <a:pt x="42456" y="15137"/>
                    <a:pt x="32498" y="32939"/>
                    <a:pt x="29059" y="46887"/>
                  </a:cubicBezTo>
                  <a:lnTo>
                    <a:pt x="272" y="163426"/>
                  </a:lnTo>
                  <a:cubicBezTo>
                    <a:pt x="91" y="164160"/>
                    <a:pt x="996" y="165261"/>
                    <a:pt x="2445" y="165261"/>
                  </a:cubicBezTo>
                  <a:cubicBezTo>
                    <a:pt x="3893" y="165261"/>
                    <a:pt x="4436" y="164894"/>
                    <a:pt x="4617" y="164343"/>
                  </a:cubicBezTo>
                  <a:lnTo>
                    <a:pt x="17291" y="113690"/>
                  </a:lnTo>
                  <a:cubicBezTo>
                    <a:pt x="20730" y="124702"/>
                    <a:pt x="28696" y="131492"/>
                    <a:pt x="41913" y="131492"/>
                  </a:cubicBezTo>
                  <a:cubicBezTo>
                    <a:pt x="55129" y="131492"/>
                    <a:pt x="68708" y="125069"/>
                    <a:pt x="76855" y="116994"/>
                  </a:cubicBezTo>
                  <a:cubicBezTo>
                    <a:pt x="85545" y="108552"/>
                    <a:pt x="91338" y="96806"/>
                    <a:pt x="91338" y="83225"/>
                  </a:cubicBezTo>
                  <a:cubicBezTo>
                    <a:pt x="91338" y="70011"/>
                    <a:pt x="84640" y="60468"/>
                    <a:pt x="78122" y="55880"/>
                  </a:cubicBezTo>
                  <a:cubicBezTo>
                    <a:pt x="88623" y="49824"/>
                    <a:pt x="98942" y="38445"/>
                    <a:pt x="98942" y="25231"/>
                  </a:cubicBezTo>
                  <a:close/>
                  <a:moveTo>
                    <a:pt x="66354" y="55696"/>
                  </a:moveTo>
                  <a:cubicBezTo>
                    <a:pt x="64000" y="56614"/>
                    <a:pt x="62009" y="56981"/>
                    <a:pt x="57664" y="56981"/>
                  </a:cubicBezTo>
                  <a:cubicBezTo>
                    <a:pt x="55129" y="56981"/>
                    <a:pt x="51508" y="57165"/>
                    <a:pt x="49698" y="56247"/>
                  </a:cubicBezTo>
                  <a:cubicBezTo>
                    <a:pt x="50060" y="54412"/>
                    <a:pt x="56577" y="54779"/>
                    <a:pt x="58569" y="54779"/>
                  </a:cubicBezTo>
                  <a:cubicBezTo>
                    <a:pt x="62371" y="54779"/>
                    <a:pt x="64000" y="54779"/>
                    <a:pt x="66354" y="55696"/>
                  </a:cubicBezTo>
                  <a:close/>
                  <a:moveTo>
                    <a:pt x="88804" y="21010"/>
                  </a:moveTo>
                  <a:cubicBezTo>
                    <a:pt x="88804" y="33857"/>
                    <a:pt x="81924" y="47071"/>
                    <a:pt x="72510" y="52760"/>
                  </a:cubicBezTo>
                  <a:cubicBezTo>
                    <a:pt x="67621" y="50925"/>
                    <a:pt x="64000" y="50558"/>
                    <a:pt x="58569" y="50558"/>
                  </a:cubicBezTo>
                  <a:cubicBezTo>
                    <a:pt x="54767" y="50558"/>
                    <a:pt x="44628" y="50374"/>
                    <a:pt x="44628" y="56430"/>
                  </a:cubicBezTo>
                  <a:cubicBezTo>
                    <a:pt x="44447" y="61569"/>
                    <a:pt x="53862" y="61019"/>
                    <a:pt x="57121" y="61019"/>
                  </a:cubicBezTo>
                  <a:cubicBezTo>
                    <a:pt x="63819" y="61019"/>
                    <a:pt x="66535" y="60835"/>
                    <a:pt x="71966" y="58633"/>
                  </a:cubicBezTo>
                  <a:cubicBezTo>
                    <a:pt x="78846" y="65240"/>
                    <a:pt x="79751" y="70929"/>
                    <a:pt x="79932" y="79371"/>
                  </a:cubicBezTo>
                  <a:cubicBezTo>
                    <a:pt x="80295" y="90016"/>
                    <a:pt x="75949" y="103780"/>
                    <a:pt x="70880" y="110937"/>
                  </a:cubicBezTo>
                  <a:cubicBezTo>
                    <a:pt x="63819" y="120848"/>
                    <a:pt x="51689" y="127455"/>
                    <a:pt x="41370" y="127455"/>
                  </a:cubicBezTo>
                  <a:cubicBezTo>
                    <a:pt x="27610" y="127455"/>
                    <a:pt x="20730" y="116810"/>
                    <a:pt x="20730" y="103780"/>
                  </a:cubicBezTo>
                  <a:cubicBezTo>
                    <a:pt x="20730" y="101945"/>
                    <a:pt x="20730" y="99192"/>
                    <a:pt x="21636" y="95705"/>
                  </a:cubicBezTo>
                  <a:lnTo>
                    <a:pt x="33223" y="49273"/>
                  </a:lnTo>
                  <a:cubicBezTo>
                    <a:pt x="37206" y="33490"/>
                    <a:pt x="50241" y="4309"/>
                    <a:pt x="71966" y="4309"/>
                  </a:cubicBezTo>
                  <a:cubicBezTo>
                    <a:pt x="82467" y="4309"/>
                    <a:pt x="88804" y="9999"/>
                    <a:pt x="88804" y="2101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05" name="Freeform: Shape 5104">
              <a:extLst>
                <a:ext uri="{FF2B5EF4-FFF2-40B4-BE49-F238E27FC236}">
                  <a16:creationId xmlns:a16="http://schemas.microsoft.com/office/drawing/2014/main" id="{34523EA9-B9F8-F566-C76D-DB87F6E84612}"/>
                </a:ext>
              </a:extLst>
            </p:cNvPr>
            <p:cNvSpPr/>
            <p:nvPr>
              <p:custDataLst>
                <p:tags r:id="rId37"/>
              </p:custDataLst>
            </p:nvPr>
          </p:nvSpPr>
          <p:spPr>
            <a:xfrm>
              <a:off x="11495422" y="6759166"/>
              <a:ext cx="55635" cy="111381"/>
            </a:xfrm>
            <a:custGeom>
              <a:avLst/>
              <a:gdLst>
                <a:gd name="connsiteX0" fmla="*/ 55890 w 55635"/>
                <a:gd name="connsiteY0" fmla="*/ 4972 h 111381"/>
                <a:gd name="connsiteX1" fmla="*/ 50821 w 55635"/>
                <a:gd name="connsiteY1" fmla="*/ 90 h 111381"/>
                <a:gd name="connsiteX2" fmla="*/ 43724 w 55635"/>
                <a:gd name="connsiteY2" fmla="*/ 7155 h 111381"/>
                <a:gd name="connsiteX3" fmla="*/ 48793 w 55635"/>
                <a:gd name="connsiteY3" fmla="*/ 12037 h 111381"/>
                <a:gd name="connsiteX4" fmla="*/ 55890 w 55635"/>
                <a:gd name="connsiteY4" fmla="*/ 4972 h 111381"/>
                <a:gd name="connsiteX5" fmla="*/ 29023 w 55635"/>
                <a:gd name="connsiteY5" fmla="*/ 91559 h 111381"/>
                <a:gd name="connsiteX6" fmla="*/ 12675 w 55635"/>
                <a:gd name="connsiteY6" fmla="*/ 107874 h 111381"/>
                <a:gd name="connsiteX7" fmla="*/ 8112 w 55635"/>
                <a:gd name="connsiteY7" fmla="*/ 107103 h 111381"/>
                <a:gd name="connsiteX8" fmla="*/ 12421 w 55635"/>
                <a:gd name="connsiteY8" fmla="*/ 100551 h 111381"/>
                <a:gd name="connsiteX9" fmla="*/ 7479 w 55635"/>
                <a:gd name="connsiteY9" fmla="*/ 95798 h 111381"/>
                <a:gd name="connsiteX10" fmla="*/ 255 w 55635"/>
                <a:gd name="connsiteY10" fmla="*/ 103378 h 111381"/>
                <a:gd name="connsiteX11" fmla="*/ 12801 w 55635"/>
                <a:gd name="connsiteY11" fmla="*/ 111471 h 111381"/>
                <a:gd name="connsiteX12" fmla="*/ 39162 w 55635"/>
                <a:gd name="connsiteY12" fmla="*/ 91173 h 111381"/>
                <a:gd name="connsiteX13" fmla="*/ 50568 w 55635"/>
                <a:gd name="connsiteY13" fmla="*/ 45182 h 111381"/>
                <a:gd name="connsiteX14" fmla="*/ 51201 w 55635"/>
                <a:gd name="connsiteY14" fmla="*/ 40685 h 111381"/>
                <a:gd name="connsiteX15" fmla="*/ 37641 w 55635"/>
                <a:gd name="connsiteY15" fmla="*/ 28610 h 111381"/>
                <a:gd name="connsiteX16" fmla="*/ 15463 w 55635"/>
                <a:gd name="connsiteY16" fmla="*/ 48265 h 111381"/>
                <a:gd name="connsiteX17" fmla="*/ 17617 w 55635"/>
                <a:gd name="connsiteY17" fmla="*/ 49935 h 111381"/>
                <a:gd name="connsiteX18" fmla="*/ 20152 w 55635"/>
                <a:gd name="connsiteY18" fmla="*/ 47623 h 111381"/>
                <a:gd name="connsiteX19" fmla="*/ 37261 w 55635"/>
                <a:gd name="connsiteY19" fmla="*/ 32207 h 111381"/>
                <a:gd name="connsiteX20" fmla="*/ 41570 w 55635"/>
                <a:gd name="connsiteY20" fmla="*/ 38502 h 111381"/>
                <a:gd name="connsiteX21" fmla="*/ 41189 w 55635"/>
                <a:gd name="connsiteY21" fmla="*/ 42356 h 111381"/>
                <a:gd name="connsiteX22" fmla="*/ 29023 w 55635"/>
                <a:gd name="connsiteY22" fmla="*/ 91559 h 11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635" h="111381">
                  <a:moveTo>
                    <a:pt x="55890" y="4972"/>
                  </a:moveTo>
                  <a:cubicBezTo>
                    <a:pt x="55890" y="2788"/>
                    <a:pt x="54243" y="90"/>
                    <a:pt x="50821" y="90"/>
                  </a:cubicBezTo>
                  <a:cubicBezTo>
                    <a:pt x="47146" y="90"/>
                    <a:pt x="43724" y="3687"/>
                    <a:pt x="43724" y="7155"/>
                  </a:cubicBezTo>
                  <a:cubicBezTo>
                    <a:pt x="43724" y="9211"/>
                    <a:pt x="45245" y="12037"/>
                    <a:pt x="48793" y="12037"/>
                  </a:cubicBezTo>
                  <a:cubicBezTo>
                    <a:pt x="52215" y="12037"/>
                    <a:pt x="55890" y="8697"/>
                    <a:pt x="55890" y="4972"/>
                  </a:cubicBezTo>
                  <a:close/>
                  <a:moveTo>
                    <a:pt x="29023" y="91559"/>
                  </a:moveTo>
                  <a:cubicBezTo>
                    <a:pt x="26869" y="100423"/>
                    <a:pt x="20152" y="107874"/>
                    <a:pt x="12675" y="107874"/>
                  </a:cubicBezTo>
                  <a:cubicBezTo>
                    <a:pt x="11027" y="107874"/>
                    <a:pt x="9506" y="107617"/>
                    <a:pt x="8112" y="107103"/>
                  </a:cubicBezTo>
                  <a:cubicBezTo>
                    <a:pt x="11407" y="105562"/>
                    <a:pt x="12421" y="102478"/>
                    <a:pt x="12421" y="100551"/>
                  </a:cubicBezTo>
                  <a:cubicBezTo>
                    <a:pt x="12421" y="97468"/>
                    <a:pt x="10013" y="95798"/>
                    <a:pt x="7479" y="95798"/>
                  </a:cubicBezTo>
                  <a:cubicBezTo>
                    <a:pt x="3550" y="95798"/>
                    <a:pt x="255" y="99267"/>
                    <a:pt x="255" y="103378"/>
                  </a:cubicBezTo>
                  <a:cubicBezTo>
                    <a:pt x="255" y="108259"/>
                    <a:pt x="5197" y="111471"/>
                    <a:pt x="12801" y="111471"/>
                  </a:cubicBezTo>
                  <a:cubicBezTo>
                    <a:pt x="20405" y="111471"/>
                    <a:pt x="35233" y="106846"/>
                    <a:pt x="39162" y="91173"/>
                  </a:cubicBezTo>
                  <a:lnTo>
                    <a:pt x="50568" y="45182"/>
                  </a:lnTo>
                  <a:cubicBezTo>
                    <a:pt x="50948" y="43769"/>
                    <a:pt x="51201" y="42612"/>
                    <a:pt x="51201" y="40685"/>
                  </a:cubicBezTo>
                  <a:cubicBezTo>
                    <a:pt x="51201" y="33620"/>
                    <a:pt x="45245" y="28610"/>
                    <a:pt x="37641" y="28610"/>
                  </a:cubicBezTo>
                  <a:cubicBezTo>
                    <a:pt x="23574" y="28610"/>
                    <a:pt x="15463" y="46467"/>
                    <a:pt x="15463" y="48265"/>
                  </a:cubicBezTo>
                  <a:cubicBezTo>
                    <a:pt x="15463" y="49935"/>
                    <a:pt x="17237" y="49935"/>
                    <a:pt x="17617" y="49935"/>
                  </a:cubicBezTo>
                  <a:cubicBezTo>
                    <a:pt x="19138" y="49935"/>
                    <a:pt x="19265" y="49550"/>
                    <a:pt x="20152" y="47623"/>
                  </a:cubicBezTo>
                  <a:cubicBezTo>
                    <a:pt x="23320" y="40172"/>
                    <a:pt x="29910" y="32207"/>
                    <a:pt x="37261" y="32207"/>
                  </a:cubicBezTo>
                  <a:cubicBezTo>
                    <a:pt x="40429" y="32207"/>
                    <a:pt x="41570" y="34391"/>
                    <a:pt x="41570" y="38502"/>
                  </a:cubicBezTo>
                  <a:cubicBezTo>
                    <a:pt x="41570" y="39915"/>
                    <a:pt x="41316" y="41713"/>
                    <a:pt x="41189" y="42356"/>
                  </a:cubicBezTo>
                  <a:lnTo>
                    <a:pt x="29023" y="915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06" name="Freeform: Shape 5105">
              <a:extLst>
                <a:ext uri="{FF2B5EF4-FFF2-40B4-BE49-F238E27FC236}">
                  <a16:creationId xmlns:a16="http://schemas.microsoft.com/office/drawing/2014/main" id="{5B2A6B5E-A144-01A5-2CCA-98C98FC05997}"/>
                </a:ext>
              </a:extLst>
            </p:cNvPr>
            <p:cNvSpPr/>
            <p:nvPr>
              <p:custDataLst>
                <p:tags r:id="rId38"/>
              </p:custDataLst>
            </p:nvPr>
          </p:nvSpPr>
          <p:spPr>
            <a:xfrm>
              <a:off x="11660256" y="6623569"/>
              <a:ext cx="120395" cy="42944"/>
            </a:xfrm>
            <a:custGeom>
              <a:avLst/>
              <a:gdLst>
                <a:gd name="connsiteX0" fmla="*/ 114503 w 120395"/>
                <a:gd name="connsiteY0" fmla="*/ 7422 h 42944"/>
                <a:gd name="connsiteX1" fmla="*/ 120659 w 120395"/>
                <a:gd name="connsiteY1" fmla="*/ 3752 h 42944"/>
                <a:gd name="connsiteX2" fmla="*/ 114684 w 120395"/>
                <a:gd name="connsiteY2" fmla="*/ 81 h 42944"/>
                <a:gd name="connsiteX3" fmla="*/ 6238 w 120395"/>
                <a:gd name="connsiteY3" fmla="*/ 81 h 42944"/>
                <a:gd name="connsiteX4" fmla="*/ 263 w 120395"/>
                <a:gd name="connsiteY4" fmla="*/ 3752 h 42944"/>
                <a:gd name="connsiteX5" fmla="*/ 6419 w 120395"/>
                <a:gd name="connsiteY5" fmla="*/ 7422 h 42944"/>
                <a:gd name="connsiteX6" fmla="*/ 114503 w 120395"/>
                <a:gd name="connsiteY6" fmla="*/ 7422 h 42944"/>
                <a:gd name="connsiteX7" fmla="*/ 114684 w 120395"/>
                <a:gd name="connsiteY7" fmla="*/ 43026 h 42944"/>
                <a:gd name="connsiteX8" fmla="*/ 120659 w 120395"/>
                <a:gd name="connsiteY8" fmla="*/ 39356 h 42944"/>
                <a:gd name="connsiteX9" fmla="*/ 114503 w 120395"/>
                <a:gd name="connsiteY9" fmla="*/ 35685 h 42944"/>
                <a:gd name="connsiteX10" fmla="*/ 6419 w 120395"/>
                <a:gd name="connsiteY10" fmla="*/ 35685 h 42944"/>
                <a:gd name="connsiteX11" fmla="*/ 263 w 120395"/>
                <a:gd name="connsiteY11" fmla="*/ 39356 h 42944"/>
                <a:gd name="connsiteX12" fmla="*/ 6238 w 120395"/>
                <a:gd name="connsiteY12" fmla="*/ 43026 h 42944"/>
                <a:gd name="connsiteX13" fmla="*/ 114684 w 120395"/>
                <a:gd name="connsiteY13" fmla="*/ 43026 h 4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395" h="42944">
                  <a:moveTo>
                    <a:pt x="114503" y="7422"/>
                  </a:moveTo>
                  <a:cubicBezTo>
                    <a:pt x="117219" y="7422"/>
                    <a:pt x="120659" y="7422"/>
                    <a:pt x="120659" y="3752"/>
                  </a:cubicBezTo>
                  <a:cubicBezTo>
                    <a:pt x="120659" y="81"/>
                    <a:pt x="117219" y="81"/>
                    <a:pt x="114684" y="81"/>
                  </a:cubicBezTo>
                  <a:lnTo>
                    <a:pt x="6238" y="81"/>
                  </a:lnTo>
                  <a:cubicBezTo>
                    <a:pt x="3703" y="81"/>
                    <a:pt x="263" y="81"/>
                    <a:pt x="263" y="3752"/>
                  </a:cubicBezTo>
                  <a:cubicBezTo>
                    <a:pt x="263" y="7422"/>
                    <a:pt x="3703" y="7422"/>
                    <a:pt x="6419" y="7422"/>
                  </a:cubicBezTo>
                  <a:lnTo>
                    <a:pt x="114503" y="7422"/>
                  </a:lnTo>
                  <a:close/>
                  <a:moveTo>
                    <a:pt x="114684" y="43026"/>
                  </a:moveTo>
                  <a:cubicBezTo>
                    <a:pt x="117219" y="43026"/>
                    <a:pt x="120659" y="43026"/>
                    <a:pt x="120659" y="39356"/>
                  </a:cubicBezTo>
                  <a:cubicBezTo>
                    <a:pt x="120659" y="35685"/>
                    <a:pt x="117219" y="35685"/>
                    <a:pt x="114503" y="35685"/>
                  </a:cubicBezTo>
                  <a:lnTo>
                    <a:pt x="6419" y="35685"/>
                  </a:lnTo>
                  <a:cubicBezTo>
                    <a:pt x="3703" y="35685"/>
                    <a:pt x="263" y="35685"/>
                    <a:pt x="263" y="39356"/>
                  </a:cubicBezTo>
                  <a:cubicBezTo>
                    <a:pt x="263" y="43026"/>
                    <a:pt x="3703" y="43026"/>
                    <a:pt x="6238" y="43026"/>
                  </a:cubicBezTo>
                  <a:lnTo>
                    <a:pt x="114684" y="4302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07" name="Freeform: Shape 5106">
              <a:extLst>
                <a:ext uri="{FF2B5EF4-FFF2-40B4-BE49-F238E27FC236}">
                  <a16:creationId xmlns:a16="http://schemas.microsoft.com/office/drawing/2014/main" id="{133CC3D9-C446-4108-33C3-177291CF97B3}"/>
                </a:ext>
              </a:extLst>
            </p:cNvPr>
            <p:cNvSpPr/>
            <p:nvPr>
              <p:custDataLst>
                <p:tags r:id="rId39"/>
              </p:custDataLst>
            </p:nvPr>
          </p:nvSpPr>
          <p:spPr>
            <a:xfrm>
              <a:off x="11868355" y="6437198"/>
              <a:ext cx="98693" cy="165172"/>
            </a:xfrm>
            <a:custGeom>
              <a:avLst/>
              <a:gdLst>
                <a:gd name="connsiteX0" fmla="*/ 98968 w 98693"/>
                <a:gd name="connsiteY0" fmla="*/ 25218 h 165172"/>
                <a:gd name="connsiteX1" fmla="*/ 74346 w 98693"/>
                <a:gd name="connsiteY1" fmla="*/ 75 h 165172"/>
                <a:gd name="connsiteX2" fmla="*/ 52439 w 98693"/>
                <a:gd name="connsiteY2" fmla="*/ 7783 h 165172"/>
                <a:gd name="connsiteX3" fmla="*/ 29084 w 98693"/>
                <a:gd name="connsiteY3" fmla="*/ 46874 h 165172"/>
                <a:gd name="connsiteX4" fmla="*/ 298 w 98693"/>
                <a:gd name="connsiteY4" fmla="*/ 163412 h 165172"/>
                <a:gd name="connsiteX5" fmla="*/ 2471 w 98693"/>
                <a:gd name="connsiteY5" fmla="*/ 165247 h 165172"/>
                <a:gd name="connsiteX6" fmla="*/ 4643 w 98693"/>
                <a:gd name="connsiteY6" fmla="*/ 164330 h 165172"/>
                <a:gd name="connsiteX7" fmla="*/ 17316 w 98693"/>
                <a:gd name="connsiteY7" fmla="*/ 113677 h 165172"/>
                <a:gd name="connsiteX8" fmla="*/ 41939 w 98693"/>
                <a:gd name="connsiteY8" fmla="*/ 131479 h 165172"/>
                <a:gd name="connsiteX9" fmla="*/ 76881 w 98693"/>
                <a:gd name="connsiteY9" fmla="*/ 116980 h 165172"/>
                <a:gd name="connsiteX10" fmla="*/ 91364 w 98693"/>
                <a:gd name="connsiteY10" fmla="*/ 83212 h 165172"/>
                <a:gd name="connsiteX11" fmla="*/ 78148 w 98693"/>
                <a:gd name="connsiteY11" fmla="*/ 55866 h 165172"/>
                <a:gd name="connsiteX12" fmla="*/ 98968 w 98693"/>
                <a:gd name="connsiteY12" fmla="*/ 25218 h 165172"/>
                <a:gd name="connsiteX13" fmla="*/ 66380 w 98693"/>
                <a:gd name="connsiteY13" fmla="*/ 55683 h 165172"/>
                <a:gd name="connsiteX14" fmla="*/ 57690 w 98693"/>
                <a:gd name="connsiteY14" fmla="*/ 56967 h 165172"/>
                <a:gd name="connsiteX15" fmla="*/ 49724 w 98693"/>
                <a:gd name="connsiteY15" fmla="*/ 56233 h 165172"/>
                <a:gd name="connsiteX16" fmla="*/ 58595 w 98693"/>
                <a:gd name="connsiteY16" fmla="*/ 54765 h 165172"/>
                <a:gd name="connsiteX17" fmla="*/ 66380 w 98693"/>
                <a:gd name="connsiteY17" fmla="*/ 55683 h 165172"/>
                <a:gd name="connsiteX18" fmla="*/ 88830 w 98693"/>
                <a:gd name="connsiteY18" fmla="*/ 20997 h 165172"/>
                <a:gd name="connsiteX19" fmla="*/ 72535 w 98693"/>
                <a:gd name="connsiteY19" fmla="*/ 52746 h 165172"/>
                <a:gd name="connsiteX20" fmla="*/ 58595 w 98693"/>
                <a:gd name="connsiteY20" fmla="*/ 50544 h 165172"/>
                <a:gd name="connsiteX21" fmla="*/ 44654 w 98693"/>
                <a:gd name="connsiteY21" fmla="*/ 56417 h 165172"/>
                <a:gd name="connsiteX22" fmla="*/ 57146 w 98693"/>
                <a:gd name="connsiteY22" fmla="*/ 61005 h 165172"/>
                <a:gd name="connsiteX23" fmla="*/ 71992 w 98693"/>
                <a:gd name="connsiteY23" fmla="*/ 58619 h 165172"/>
                <a:gd name="connsiteX24" fmla="*/ 79958 w 98693"/>
                <a:gd name="connsiteY24" fmla="*/ 79358 h 165172"/>
                <a:gd name="connsiteX25" fmla="*/ 70906 w 98693"/>
                <a:gd name="connsiteY25" fmla="*/ 110924 h 165172"/>
                <a:gd name="connsiteX26" fmla="*/ 41396 w 98693"/>
                <a:gd name="connsiteY26" fmla="*/ 127441 h 165172"/>
                <a:gd name="connsiteX27" fmla="*/ 20756 w 98693"/>
                <a:gd name="connsiteY27" fmla="*/ 103766 h 165172"/>
                <a:gd name="connsiteX28" fmla="*/ 21661 w 98693"/>
                <a:gd name="connsiteY28" fmla="*/ 95691 h 165172"/>
                <a:gd name="connsiteX29" fmla="*/ 33248 w 98693"/>
                <a:gd name="connsiteY29" fmla="*/ 49259 h 165172"/>
                <a:gd name="connsiteX30" fmla="*/ 71992 w 98693"/>
                <a:gd name="connsiteY30" fmla="*/ 4296 h 165172"/>
                <a:gd name="connsiteX31" fmla="*/ 88830 w 98693"/>
                <a:gd name="connsiteY31" fmla="*/ 20997 h 16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693" h="165172">
                  <a:moveTo>
                    <a:pt x="98968" y="25218"/>
                  </a:moveTo>
                  <a:cubicBezTo>
                    <a:pt x="98968" y="11453"/>
                    <a:pt x="89011" y="75"/>
                    <a:pt x="74346" y="75"/>
                  </a:cubicBezTo>
                  <a:cubicBezTo>
                    <a:pt x="63845" y="75"/>
                    <a:pt x="58776" y="3011"/>
                    <a:pt x="52439" y="7783"/>
                  </a:cubicBezTo>
                  <a:cubicBezTo>
                    <a:pt x="42482" y="15124"/>
                    <a:pt x="32524" y="32926"/>
                    <a:pt x="29084" y="46874"/>
                  </a:cubicBezTo>
                  <a:lnTo>
                    <a:pt x="298" y="163412"/>
                  </a:lnTo>
                  <a:cubicBezTo>
                    <a:pt x="117" y="164146"/>
                    <a:pt x="1022" y="165247"/>
                    <a:pt x="2471" y="165247"/>
                  </a:cubicBezTo>
                  <a:cubicBezTo>
                    <a:pt x="3919" y="165247"/>
                    <a:pt x="4462" y="164880"/>
                    <a:pt x="4643" y="164330"/>
                  </a:cubicBezTo>
                  <a:lnTo>
                    <a:pt x="17316" y="113677"/>
                  </a:lnTo>
                  <a:cubicBezTo>
                    <a:pt x="20756" y="124688"/>
                    <a:pt x="28722" y="131479"/>
                    <a:pt x="41939" y="131479"/>
                  </a:cubicBezTo>
                  <a:cubicBezTo>
                    <a:pt x="55155" y="131479"/>
                    <a:pt x="68733" y="125055"/>
                    <a:pt x="76881" y="116980"/>
                  </a:cubicBezTo>
                  <a:cubicBezTo>
                    <a:pt x="85571" y="108538"/>
                    <a:pt x="91364" y="96792"/>
                    <a:pt x="91364" y="83212"/>
                  </a:cubicBezTo>
                  <a:cubicBezTo>
                    <a:pt x="91364" y="69998"/>
                    <a:pt x="84665" y="60454"/>
                    <a:pt x="78148" y="55866"/>
                  </a:cubicBezTo>
                  <a:cubicBezTo>
                    <a:pt x="88649" y="49810"/>
                    <a:pt x="98968" y="38431"/>
                    <a:pt x="98968" y="25218"/>
                  </a:cubicBezTo>
                  <a:close/>
                  <a:moveTo>
                    <a:pt x="66380" y="55683"/>
                  </a:moveTo>
                  <a:cubicBezTo>
                    <a:pt x="64026" y="56600"/>
                    <a:pt x="62035" y="56967"/>
                    <a:pt x="57690" y="56967"/>
                  </a:cubicBezTo>
                  <a:cubicBezTo>
                    <a:pt x="55155" y="56967"/>
                    <a:pt x="51534" y="57151"/>
                    <a:pt x="49724" y="56233"/>
                  </a:cubicBezTo>
                  <a:cubicBezTo>
                    <a:pt x="50086" y="54398"/>
                    <a:pt x="56603" y="54765"/>
                    <a:pt x="58595" y="54765"/>
                  </a:cubicBezTo>
                  <a:cubicBezTo>
                    <a:pt x="62397" y="54765"/>
                    <a:pt x="64026" y="54765"/>
                    <a:pt x="66380" y="55683"/>
                  </a:cubicBezTo>
                  <a:close/>
                  <a:moveTo>
                    <a:pt x="88830" y="20997"/>
                  </a:moveTo>
                  <a:cubicBezTo>
                    <a:pt x="88830" y="33843"/>
                    <a:pt x="81950" y="47057"/>
                    <a:pt x="72535" y="52746"/>
                  </a:cubicBezTo>
                  <a:cubicBezTo>
                    <a:pt x="67647" y="50911"/>
                    <a:pt x="64026" y="50544"/>
                    <a:pt x="58595" y="50544"/>
                  </a:cubicBezTo>
                  <a:cubicBezTo>
                    <a:pt x="54793" y="50544"/>
                    <a:pt x="44654" y="50361"/>
                    <a:pt x="44654" y="56417"/>
                  </a:cubicBezTo>
                  <a:cubicBezTo>
                    <a:pt x="44473" y="61556"/>
                    <a:pt x="53888" y="61005"/>
                    <a:pt x="57146" y="61005"/>
                  </a:cubicBezTo>
                  <a:cubicBezTo>
                    <a:pt x="63845" y="61005"/>
                    <a:pt x="66561" y="60821"/>
                    <a:pt x="71992" y="58619"/>
                  </a:cubicBezTo>
                  <a:cubicBezTo>
                    <a:pt x="78872" y="65226"/>
                    <a:pt x="79777" y="70915"/>
                    <a:pt x="79958" y="79358"/>
                  </a:cubicBezTo>
                  <a:cubicBezTo>
                    <a:pt x="80320" y="90002"/>
                    <a:pt x="75975" y="103766"/>
                    <a:pt x="70906" y="110924"/>
                  </a:cubicBezTo>
                  <a:cubicBezTo>
                    <a:pt x="63845" y="120834"/>
                    <a:pt x="51715" y="127441"/>
                    <a:pt x="41396" y="127441"/>
                  </a:cubicBezTo>
                  <a:cubicBezTo>
                    <a:pt x="27636" y="127441"/>
                    <a:pt x="20756" y="116797"/>
                    <a:pt x="20756" y="103766"/>
                  </a:cubicBezTo>
                  <a:cubicBezTo>
                    <a:pt x="20756" y="101931"/>
                    <a:pt x="20756" y="99178"/>
                    <a:pt x="21661" y="95691"/>
                  </a:cubicBezTo>
                  <a:lnTo>
                    <a:pt x="33248" y="49259"/>
                  </a:lnTo>
                  <a:cubicBezTo>
                    <a:pt x="37231" y="33476"/>
                    <a:pt x="50267" y="4296"/>
                    <a:pt x="71992" y="4296"/>
                  </a:cubicBezTo>
                  <a:cubicBezTo>
                    <a:pt x="82493" y="4296"/>
                    <a:pt x="88830" y="9985"/>
                    <a:pt x="88830" y="2099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08" name="Freeform: Shape 5107">
              <a:extLst>
                <a:ext uri="{FF2B5EF4-FFF2-40B4-BE49-F238E27FC236}">
                  <a16:creationId xmlns:a16="http://schemas.microsoft.com/office/drawing/2014/main" id="{FEB2B72F-28D7-4D45-1FE6-60784A098EB0}"/>
                </a:ext>
              </a:extLst>
            </p:cNvPr>
            <p:cNvSpPr/>
            <p:nvPr>
              <p:custDataLst>
                <p:tags r:id="rId40"/>
              </p:custDataLst>
            </p:nvPr>
          </p:nvSpPr>
          <p:spPr>
            <a:xfrm>
              <a:off x="11974856" y="6505138"/>
              <a:ext cx="62352" cy="90441"/>
            </a:xfrm>
            <a:custGeom>
              <a:avLst/>
              <a:gdLst>
                <a:gd name="connsiteX0" fmla="*/ 30443 w 62352"/>
                <a:gd name="connsiteY0" fmla="*/ 3930 h 90441"/>
                <a:gd name="connsiteX1" fmla="*/ 30950 w 62352"/>
                <a:gd name="connsiteY1" fmla="*/ 1875 h 90441"/>
                <a:gd name="connsiteX2" fmla="*/ 28922 w 62352"/>
                <a:gd name="connsiteY2" fmla="*/ 76 h 90441"/>
                <a:gd name="connsiteX3" fmla="*/ 12700 w 62352"/>
                <a:gd name="connsiteY3" fmla="*/ 1361 h 90441"/>
                <a:gd name="connsiteX4" fmla="*/ 9912 w 62352"/>
                <a:gd name="connsiteY4" fmla="*/ 4316 h 90441"/>
                <a:gd name="connsiteX5" fmla="*/ 13207 w 62352"/>
                <a:gd name="connsiteY5" fmla="*/ 6114 h 90441"/>
                <a:gd name="connsiteX6" fmla="*/ 19291 w 62352"/>
                <a:gd name="connsiteY6" fmla="*/ 8041 h 90441"/>
                <a:gd name="connsiteX7" fmla="*/ 18784 w 62352"/>
                <a:gd name="connsiteY7" fmla="*/ 10867 h 90441"/>
                <a:gd name="connsiteX8" fmla="*/ 914 w 62352"/>
                <a:gd name="connsiteY8" fmla="*/ 83580 h 90441"/>
                <a:gd name="connsiteX9" fmla="*/ 281 w 62352"/>
                <a:gd name="connsiteY9" fmla="*/ 86406 h 90441"/>
                <a:gd name="connsiteX10" fmla="*/ 4590 w 62352"/>
                <a:gd name="connsiteY10" fmla="*/ 90517 h 90441"/>
                <a:gd name="connsiteX11" fmla="*/ 10419 w 62352"/>
                <a:gd name="connsiteY11" fmla="*/ 85122 h 90441"/>
                <a:gd name="connsiteX12" fmla="*/ 16629 w 62352"/>
                <a:gd name="connsiteY12" fmla="*/ 60199 h 90441"/>
                <a:gd name="connsiteX13" fmla="*/ 32851 w 62352"/>
                <a:gd name="connsiteY13" fmla="*/ 70733 h 90441"/>
                <a:gd name="connsiteX14" fmla="*/ 32597 w 62352"/>
                <a:gd name="connsiteY14" fmla="*/ 73303 h 90441"/>
                <a:gd name="connsiteX15" fmla="*/ 32090 w 62352"/>
                <a:gd name="connsiteY15" fmla="*/ 77285 h 90441"/>
                <a:gd name="connsiteX16" fmla="*/ 45524 w 62352"/>
                <a:gd name="connsiteY16" fmla="*/ 90517 h 90441"/>
                <a:gd name="connsiteX17" fmla="*/ 61619 w 62352"/>
                <a:gd name="connsiteY17" fmla="*/ 70862 h 90441"/>
                <a:gd name="connsiteX18" fmla="*/ 59591 w 62352"/>
                <a:gd name="connsiteY18" fmla="*/ 69192 h 90441"/>
                <a:gd name="connsiteX19" fmla="*/ 57057 w 62352"/>
                <a:gd name="connsiteY19" fmla="*/ 72275 h 90441"/>
                <a:gd name="connsiteX20" fmla="*/ 45904 w 62352"/>
                <a:gd name="connsiteY20" fmla="*/ 86920 h 90441"/>
                <a:gd name="connsiteX21" fmla="*/ 41469 w 62352"/>
                <a:gd name="connsiteY21" fmla="*/ 80240 h 90441"/>
                <a:gd name="connsiteX22" fmla="*/ 42229 w 62352"/>
                <a:gd name="connsiteY22" fmla="*/ 74459 h 90441"/>
                <a:gd name="connsiteX23" fmla="*/ 42863 w 62352"/>
                <a:gd name="connsiteY23" fmla="*/ 70476 h 90441"/>
                <a:gd name="connsiteX24" fmla="*/ 22332 w 62352"/>
                <a:gd name="connsiteY24" fmla="*/ 56859 h 90441"/>
                <a:gd name="connsiteX25" fmla="*/ 32851 w 62352"/>
                <a:gd name="connsiteY25" fmla="*/ 48380 h 90441"/>
                <a:gd name="connsiteX26" fmla="*/ 52748 w 62352"/>
                <a:gd name="connsiteY26" fmla="*/ 36176 h 90441"/>
                <a:gd name="connsiteX27" fmla="*/ 56930 w 62352"/>
                <a:gd name="connsiteY27" fmla="*/ 37846 h 90441"/>
                <a:gd name="connsiteX28" fmla="*/ 50340 w 62352"/>
                <a:gd name="connsiteY28" fmla="*/ 45040 h 90441"/>
                <a:gd name="connsiteX29" fmla="*/ 55409 w 62352"/>
                <a:gd name="connsiteY29" fmla="*/ 49793 h 90441"/>
                <a:gd name="connsiteX30" fmla="*/ 62633 w 62352"/>
                <a:gd name="connsiteY30" fmla="*/ 41571 h 90441"/>
                <a:gd name="connsiteX31" fmla="*/ 52875 w 62352"/>
                <a:gd name="connsiteY31" fmla="*/ 32578 h 90441"/>
                <a:gd name="connsiteX32" fmla="*/ 32597 w 62352"/>
                <a:gd name="connsiteY32" fmla="*/ 43884 h 90441"/>
                <a:gd name="connsiteX33" fmla="*/ 17896 w 62352"/>
                <a:gd name="connsiteY33" fmla="*/ 55189 h 90441"/>
                <a:gd name="connsiteX34" fmla="*/ 30443 w 62352"/>
                <a:gd name="connsiteY34" fmla="*/ 3930 h 9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2352" h="90441">
                  <a:moveTo>
                    <a:pt x="30443" y="3930"/>
                  </a:moveTo>
                  <a:cubicBezTo>
                    <a:pt x="30570" y="3673"/>
                    <a:pt x="30950" y="2003"/>
                    <a:pt x="30950" y="1875"/>
                  </a:cubicBezTo>
                  <a:cubicBezTo>
                    <a:pt x="30950" y="1232"/>
                    <a:pt x="30443" y="76"/>
                    <a:pt x="28922" y="76"/>
                  </a:cubicBezTo>
                  <a:cubicBezTo>
                    <a:pt x="26388" y="76"/>
                    <a:pt x="15869" y="1104"/>
                    <a:pt x="12700" y="1361"/>
                  </a:cubicBezTo>
                  <a:cubicBezTo>
                    <a:pt x="11687" y="1489"/>
                    <a:pt x="9912" y="1618"/>
                    <a:pt x="9912" y="4316"/>
                  </a:cubicBezTo>
                  <a:cubicBezTo>
                    <a:pt x="9912" y="6114"/>
                    <a:pt x="11687" y="6114"/>
                    <a:pt x="13207" y="6114"/>
                  </a:cubicBezTo>
                  <a:cubicBezTo>
                    <a:pt x="19291" y="6114"/>
                    <a:pt x="19291" y="7013"/>
                    <a:pt x="19291" y="8041"/>
                  </a:cubicBezTo>
                  <a:cubicBezTo>
                    <a:pt x="19291" y="8940"/>
                    <a:pt x="19037" y="9711"/>
                    <a:pt x="18784" y="10867"/>
                  </a:cubicBezTo>
                  <a:lnTo>
                    <a:pt x="914" y="83580"/>
                  </a:lnTo>
                  <a:cubicBezTo>
                    <a:pt x="281" y="85892"/>
                    <a:pt x="281" y="86149"/>
                    <a:pt x="281" y="86406"/>
                  </a:cubicBezTo>
                  <a:cubicBezTo>
                    <a:pt x="281" y="88333"/>
                    <a:pt x="1802" y="90517"/>
                    <a:pt x="4590" y="90517"/>
                  </a:cubicBezTo>
                  <a:cubicBezTo>
                    <a:pt x="8011" y="90517"/>
                    <a:pt x="9659" y="87948"/>
                    <a:pt x="10419" y="85122"/>
                  </a:cubicBezTo>
                  <a:cubicBezTo>
                    <a:pt x="10673" y="84608"/>
                    <a:pt x="16122" y="61998"/>
                    <a:pt x="16629" y="60199"/>
                  </a:cubicBezTo>
                  <a:cubicBezTo>
                    <a:pt x="25627" y="61098"/>
                    <a:pt x="32851" y="64053"/>
                    <a:pt x="32851" y="70733"/>
                  </a:cubicBezTo>
                  <a:cubicBezTo>
                    <a:pt x="32851" y="71376"/>
                    <a:pt x="32851" y="72018"/>
                    <a:pt x="32597" y="73303"/>
                  </a:cubicBezTo>
                  <a:cubicBezTo>
                    <a:pt x="32090" y="75230"/>
                    <a:pt x="32090" y="75872"/>
                    <a:pt x="32090" y="77285"/>
                  </a:cubicBezTo>
                  <a:cubicBezTo>
                    <a:pt x="32090" y="86406"/>
                    <a:pt x="39441" y="90517"/>
                    <a:pt x="45524" y="90517"/>
                  </a:cubicBezTo>
                  <a:cubicBezTo>
                    <a:pt x="57817" y="90517"/>
                    <a:pt x="61619" y="70990"/>
                    <a:pt x="61619" y="70862"/>
                  </a:cubicBezTo>
                  <a:cubicBezTo>
                    <a:pt x="61619" y="69192"/>
                    <a:pt x="59972" y="69192"/>
                    <a:pt x="59591" y="69192"/>
                  </a:cubicBezTo>
                  <a:cubicBezTo>
                    <a:pt x="57817" y="69192"/>
                    <a:pt x="57690" y="69834"/>
                    <a:pt x="57057" y="72275"/>
                  </a:cubicBezTo>
                  <a:cubicBezTo>
                    <a:pt x="55536" y="77799"/>
                    <a:pt x="52114" y="86920"/>
                    <a:pt x="45904" y="86920"/>
                  </a:cubicBezTo>
                  <a:cubicBezTo>
                    <a:pt x="42483" y="86920"/>
                    <a:pt x="41469" y="83709"/>
                    <a:pt x="41469" y="80240"/>
                  </a:cubicBezTo>
                  <a:cubicBezTo>
                    <a:pt x="41469" y="78056"/>
                    <a:pt x="41469" y="77799"/>
                    <a:pt x="42229" y="74459"/>
                  </a:cubicBezTo>
                  <a:cubicBezTo>
                    <a:pt x="42356" y="74073"/>
                    <a:pt x="42863" y="71890"/>
                    <a:pt x="42863" y="70476"/>
                  </a:cubicBezTo>
                  <a:cubicBezTo>
                    <a:pt x="42863" y="59043"/>
                    <a:pt x="27655" y="57244"/>
                    <a:pt x="22332" y="56859"/>
                  </a:cubicBezTo>
                  <a:cubicBezTo>
                    <a:pt x="26007" y="54546"/>
                    <a:pt x="30696" y="50307"/>
                    <a:pt x="32851" y="48380"/>
                  </a:cubicBezTo>
                  <a:cubicBezTo>
                    <a:pt x="39314" y="42214"/>
                    <a:pt x="45651" y="36176"/>
                    <a:pt x="52748" y="36176"/>
                  </a:cubicBezTo>
                  <a:cubicBezTo>
                    <a:pt x="54269" y="36176"/>
                    <a:pt x="55916" y="36561"/>
                    <a:pt x="56930" y="37846"/>
                  </a:cubicBezTo>
                  <a:cubicBezTo>
                    <a:pt x="51481" y="38745"/>
                    <a:pt x="50340" y="43113"/>
                    <a:pt x="50340" y="45040"/>
                  </a:cubicBezTo>
                  <a:cubicBezTo>
                    <a:pt x="50340" y="47866"/>
                    <a:pt x="52494" y="49793"/>
                    <a:pt x="55409" y="49793"/>
                  </a:cubicBezTo>
                  <a:cubicBezTo>
                    <a:pt x="58831" y="49793"/>
                    <a:pt x="62633" y="46967"/>
                    <a:pt x="62633" y="41571"/>
                  </a:cubicBezTo>
                  <a:cubicBezTo>
                    <a:pt x="62633" y="37332"/>
                    <a:pt x="59591" y="32578"/>
                    <a:pt x="52875" y="32578"/>
                  </a:cubicBezTo>
                  <a:cubicBezTo>
                    <a:pt x="45651" y="32578"/>
                    <a:pt x="39061" y="37846"/>
                    <a:pt x="32597" y="43884"/>
                  </a:cubicBezTo>
                  <a:cubicBezTo>
                    <a:pt x="27275" y="49022"/>
                    <a:pt x="23093" y="53005"/>
                    <a:pt x="17896" y="55189"/>
                  </a:cubicBezTo>
                  <a:lnTo>
                    <a:pt x="30443" y="393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09" name="Freeform: Shape 5108">
              <a:extLst>
                <a:ext uri="{FF2B5EF4-FFF2-40B4-BE49-F238E27FC236}">
                  <a16:creationId xmlns:a16="http://schemas.microsoft.com/office/drawing/2014/main" id="{5E0E42A0-B571-99D9-B4D8-4B5F0F4EDD9B}"/>
                </a:ext>
              </a:extLst>
            </p:cNvPr>
            <p:cNvSpPr/>
            <p:nvPr>
              <p:custDataLst>
                <p:tags r:id="rId41"/>
              </p:custDataLst>
            </p:nvPr>
          </p:nvSpPr>
          <p:spPr>
            <a:xfrm>
              <a:off x="11862946" y="6641371"/>
              <a:ext cx="191481" cy="7340"/>
            </a:xfrm>
            <a:custGeom>
              <a:avLst/>
              <a:gdLst>
                <a:gd name="connsiteX0" fmla="*/ 0 w 191481"/>
                <a:gd name="connsiteY0" fmla="*/ 0 h 7340"/>
                <a:gd name="connsiteX1" fmla="*/ 191482 w 191481"/>
                <a:gd name="connsiteY1" fmla="*/ 0 h 7340"/>
                <a:gd name="connsiteX2" fmla="*/ 191482 w 191481"/>
                <a:gd name="connsiteY2" fmla="*/ 7341 h 7340"/>
                <a:gd name="connsiteX3" fmla="*/ 0 w 191481"/>
                <a:gd name="connsiteY3" fmla="*/ 7341 h 7340"/>
              </a:gdLst>
              <a:ahLst/>
              <a:cxnLst>
                <a:cxn ang="0">
                  <a:pos x="connsiteX0" y="connsiteY0"/>
                </a:cxn>
                <a:cxn ang="0">
                  <a:pos x="connsiteX1" y="connsiteY1"/>
                </a:cxn>
                <a:cxn ang="0">
                  <a:pos x="connsiteX2" y="connsiteY2"/>
                </a:cxn>
                <a:cxn ang="0">
                  <a:pos x="connsiteX3" y="connsiteY3"/>
                </a:cxn>
              </a:cxnLst>
              <a:rect l="l" t="t" r="r" b="b"/>
              <a:pathLst>
                <a:path w="191481" h="7340">
                  <a:moveTo>
                    <a:pt x="0" y="0"/>
                  </a:moveTo>
                  <a:lnTo>
                    <a:pt x="191482" y="0"/>
                  </a:lnTo>
                  <a:lnTo>
                    <a:pt x="191482" y="7341"/>
                  </a:lnTo>
                  <a:lnTo>
                    <a:pt x="0" y="734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10" name="Freeform: Shape 5109">
              <a:extLst>
                <a:ext uri="{FF2B5EF4-FFF2-40B4-BE49-F238E27FC236}">
                  <a16:creationId xmlns:a16="http://schemas.microsoft.com/office/drawing/2014/main" id="{C579EC35-A02E-F4B0-28F6-2AD21E00364C}"/>
                </a:ext>
              </a:extLst>
            </p:cNvPr>
            <p:cNvSpPr/>
            <p:nvPr>
              <p:custDataLst>
                <p:tags r:id="rId42"/>
              </p:custDataLst>
            </p:nvPr>
          </p:nvSpPr>
          <p:spPr>
            <a:xfrm>
              <a:off x="11874751" y="6687243"/>
              <a:ext cx="98693" cy="165172"/>
            </a:xfrm>
            <a:custGeom>
              <a:avLst/>
              <a:gdLst>
                <a:gd name="connsiteX0" fmla="*/ 98968 w 98693"/>
                <a:gd name="connsiteY0" fmla="*/ 25231 h 165172"/>
                <a:gd name="connsiteX1" fmla="*/ 74346 w 98693"/>
                <a:gd name="connsiteY1" fmla="*/ 88 h 165172"/>
                <a:gd name="connsiteX2" fmla="*/ 52440 w 98693"/>
                <a:gd name="connsiteY2" fmla="*/ 7796 h 165172"/>
                <a:gd name="connsiteX3" fmla="*/ 29085 w 98693"/>
                <a:gd name="connsiteY3" fmla="*/ 46887 h 165172"/>
                <a:gd name="connsiteX4" fmla="*/ 298 w 98693"/>
                <a:gd name="connsiteY4" fmla="*/ 163426 h 165172"/>
                <a:gd name="connsiteX5" fmla="*/ 2471 w 98693"/>
                <a:gd name="connsiteY5" fmla="*/ 165261 h 165172"/>
                <a:gd name="connsiteX6" fmla="*/ 4644 w 98693"/>
                <a:gd name="connsiteY6" fmla="*/ 164343 h 165172"/>
                <a:gd name="connsiteX7" fmla="*/ 17317 w 98693"/>
                <a:gd name="connsiteY7" fmla="*/ 113690 h 165172"/>
                <a:gd name="connsiteX8" fmla="*/ 41939 w 98693"/>
                <a:gd name="connsiteY8" fmla="*/ 131492 h 165172"/>
                <a:gd name="connsiteX9" fmla="*/ 76881 w 98693"/>
                <a:gd name="connsiteY9" fmla="*/ 116994 h 165172"/>
                <a:gd name="connsiteX10" fmla="*/ 91365 w 98693"/>
                <a:gd name="connsiteY10" fmla="*/ 83225 h 165172"/>
                <a:gd name="connsiteX11" fmla="*/ 78148 w 98693"/>
                <a:gd name="connsiteY11" fmla="*/ 55880 h 165172"/>
                <a:gd name="connsiteX12" fmla="*/ 98968 w 98693"/>
                <a:gd name="connsiteY12" fmla="*/ 25231 h 165172"/>
                <a:gd name="connsiteX13" fmla="*/ 66380 w 98693"/>
                <a:gd name="connsiteY13" fmla="*/ 55696 h 165172"/>
                <a:gd name="connsiteX14" fmla="*/ 57690 w 98693"/>
                <a:gd name="connsiteY14" fmla="*/ 56981 h 165172"/>
                <a:gd name="connsiteX15" fmla="*/ 49724 w 98693"/>
                <a:gd name="connsiteY15" fmla="*/ 56247 h 165172"/>
                <a:gd name="connsiteX16" fmla="*/ 58595 w 98693"/>
                <a:gd name="connsiteY16" fmla="*/ 54779 h 165172"/>
                <a:gd name="connsiteX17" fmla="*/ 66380 w 98693"/>
                <a:gd name="connsiteY17" fmla="*/ 55696 h 165172"/>
                <a:gd name="connsiteX18" fmla="*/ 88830 w 98693"/>
                <a:gd name="connsiteY18" fmla="*/ 21010 h 165172"/>
                <a:gd name="connsiteX19" fmla="*/ 72536 w 98693"/>
                <a:gd name="connsiteY19" fmla="*/ 52760 h 165172"/>
                <a:gd name="connsiteX20" fmla="*/ 58595 w 98693"/>
                <a:gd name="connsiteY20" fmla="*/ 50558 h 165172"/>
                <a:gd name="connsiteX21" fmla="*/ 44655 w 98693"/>
                <a:gd name="connsiteY21" fmla="*/ 56430 h 165172"/>
                <a:gd name="connsiteX22" fmla="*/ 57147 w 98693"/>
                <a:gd name="connsiteY22" fmla="*/ 61019 h 165172"/>
                <a:gd name="connsiteX23" fmla="*/ 71993 w 98693"/>
                <a:gd name="connsiteY23" fmla="*/ 58633 h 165172"/>
                <a:gd name="connsiteX24" fmla="*/ 79959 w 98693"/>
                <a:gd name="connsiteY24" fmla="*/ 79371 h 165172"/>
                <a:gd name="connsiteX25" fmla="*/ 70906 w 98693"/>
                <a:gd name="connsiteY25" fmla="*/ 110937 h 165172"/>
                <a:gd name="connsiteX26" fmla="*/ 41396 w 98693"/>
                <a:gd name="connsiteY26" fmla="*/ 127455 h 165172"/>
                <a:gd name="connsiteX27" fmla="*/ 20757 w 98693"/>
                <a:gd name="connsiteY27" fmla="*/ 103780 h 165172"/>
                <a:gd name="connsiteX28" fmla="*/ 21662 w 98693"/>
                <a:gd name="connsiteY28" fmla="*/ 95705 h 165172"/>
                <a:gd name="connsiteX29" fmla="*/ 33249 w 98693"/>
                <a:gd name="connsiteY29" fmla="*/ 49273 h 165172"/>
                <a:gd name="connsiteX30" fmla="*/ 71993 w 98693"/>
                <a:gd name="connsiteY30" fmla="*/ 4309 h 165172"/>
                <a:gd name="connsiteX31" fmla="*/ 88830 w 98693"/>
                <a:gd name="connsiteY31" fmla="*/ 21010 h 16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693" h="165172">
                  <a:moveTo>
                    <a:pt x="98968" y="25231"/>
                  </a:moveTo>
                  <a:cubicBezTo>
                    <a:pt x="98968" y="11467"/>
                    <a:pt x="89011" y="88"/>
                    <a:pt x="74346" y="88"/>
                  </a:cubicBezTo>
                  <a:cubicBezTo>
                    <a:pt x="63846" y="88"/>
                    <a:pt x="58776" y="3025"/>
                    <a:pt x="52440" y="7796"/>
                  </a:cubicBezTo>
                  <a:cubicBezTo>
                    <a:pt x="42482" y="15137"/>
                    <a:pt x="32525" y="32939"/>
                    <a:pt x="29085" y="46887"/>
                  </a:cubicBezTo>
                  <a:lnTo>
                    <a:pt x="298" y="163426"/>
                  </a:lnTo>
                  <a:cubicBezTo>
                    <a:pt x="117" y="164160"/>
                    <a:pt x="1023" y="165261"/>
                    <a:pt x="2471" y="165261"/>
                  </a:cubicBezTo>
                  <a:cubicBezTo>
                    <a:pt x="3919" y="165261"/>
                    <a:pt x="4462" y="164894"/>
                    <a:pt x="4644" y="164343"/>
                  </a:cubicBezTo>
                  <a:lnTo>
                    <a:pt x="17317" y="113690"/>
                  </a:lnTo>
                  <a:cubicBezTo>
                    <a:pt x="20757" y="124702"/>
                    <a:pt x="28723" y="131492"/>
                    <a:pt x="41939" y="131492"/>
                  </a:cubicBezTo>
                  <a:cubicBezTo>
                    <a:pt x="55155" y="131492"/>
                    <a:pt x="68734" y="125069"/>
                    <a:pt x="76881" y="116994"/>
                  </a:cubicBezTo>
                  <a:cubicBezTo>
                    <a:pt x="85571" y="108552"/>
                    <a:pt x="91365" y="96806"/>
                    <a:pt x="91365" y="83225"/>
                  </a:cubicBezTo>
                  <a:cubicBezTo>
                    <a:pt x="91365" y="70011"/>
                    <a:pt x="84666" y="60468"/>
                    <a:pt x="78148" y="55880"/>
                  </a:cubicBezTo>
                  <a:cubicBezTo>
                    <a:pt x="88649" y="49824"/>
                    <a:pt x="98968" y="38445"/>
                    <a:pt x="98968" y="25231"/>
                  </a:cubicBezTo>
                  <a:close/>
                  <a:moveTo>
                    <a:pt x="66380" y="55696"/>
                  </a:moveTo>
                  <a:cubicBezTo>
                    <a:pt x="64027" y="56614"/>
                    <a:pt x="62035" y="56981"/>
                    <a:pt x="57690" y="56981"/>
                  </a:cubicBezTo>
                  <a:cubicBezTo>
                    <a:pt x="55155" y="56981"/>
                    <a:pt x="51534" y="57165"/>
                    <a:pt x="49724" y="56247"/>
                  </a:cubicBezTo>
                  <a:cubicBezTo>
                    <a:pt x="50086" y="54412"/>
                    <a:pt x="56604" y="54779"/>
                    <a:pt x="58595" y="54779"/>
                  </a:cubicBezTo>
                  <a:cubicBezTo>
                    <a:pt x="62397" y="54779"/>
                    <a:pt x="64027" y="54779"/>
                    <a:pt x="66380" y="55696"/>
                  </a:cubicBezTo>
                  <a:close/>
                  <a:moveTo>
                    <a:pt x="88830" y="21010"/>
                  </a:moveTo>
                  <a:cubicBezTo>
                    <a:pt x="88830" y="33857"/>
                    <a:pt x="81950" y="47071"/>
                    <a:pt x="72536" y="52760"/>
                  </a:cubicBezTo>
                  <a:cubicBezTo>
                    <a:pt x="67648" y="50925"/>
                    <a:pt x="64027" y="50558"/>
                    <a:pt x="58595" y="50558"/>
                  </a:cubicBezTo>
                  <a:cubicBezTo>
                    <a:pt x="54793" y="50558"/>
                    <a:pt x="44655" y="50374"/>
                    <a:pt x="44655" y="56430"/>
                  </a:cubicBezTo>
                  <a:cubicBezTo>
                    <a:pt x="44474" y="61569"/>
                    <a:pt x="53888" y="61019"/>
                    <a:pt x="57147" y="61019"/>
                  </a:cubicBezTo>
                  <a:cubicBezTo>
                    <a:pt x="63846" y="61019"/>
                    <a:pt x="66561" y="60835"/>
                    <a:pt x="71993" y="58633"/>
                  </a:cubicBezTo>
                  <a:cubicBezTo>
                    <a:pt x="78872" y="65240"/>
                    <a:pt x="79778" y="70929"/>
                    <a:pt x="79959" y="79371"/>
                  </a:cubicBezTo>
                  <a:cubicBezTo>
                    <a:pt x="80321" y="90016"/>
                    <a:pt x="75976" y="103780"/>
                    <a:pt x="70906" y="110937"/>
                  </a:cubicBezTo>
                  <a:cubicBezTo>
                    <a:pt x="63846" y="120848"/>
                    <a:pt x="51715" y="127455"/>
                    <a:pt x="41396" y="127455"/>
                  </a:cubicBezTo>
                  <a:cubicBezTo>
                    <a:pt x="27636" y="127455"/>
                    <a:pt x="20757" y="116810"/>
                    <a:pt x="20757" y="103780"/>
                  </a:cubicBezTo>
                  <a:cubicBezTo>
                    <a:pt x="20757" y="101945"/>
                    <a:pt x="20757" y="99192"/>
                    <a:pt x="21662" y="95705"/>
                  </a:cubicBezTo>
                  <a:lnTo>
                    <a:pt x="33249" y="49273"/>
                  </a:lnTo>
                  <a:cubicBezTo>
                    <a:pt x="37232" y="33490"/>
                    <a:pt x="50267" y="4309"/>
                    <a:pt x="71993" y="4309"/>
                  </a:cubicBezTo>
                  <a:cubicBezTo>
                    <a:pt x="82493" y="4309"/>
                    <a:pt x="88830" y="9999"/>
                    <a:pt x="88830" y="2101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11" name="Freeform: Shape 5110">
              <a:extLst>
                <a:ext uri="{FF2B5EF4-FFF2-40B4-BE49-F238E27FC236}">
                  <a16:creationId xmlns:a16="http://schemas.microsoft.com/office/drawing/2014/main" id="{27B783AD-CF1B-BE15-69F0-0C5453AE65A3}"/>
                </a:ext>
              </a:extLst>
            </p:cNvPr>
            <p:cNvSpPr/>
            <p:nvPr>
              <p:custDataLst>
                <p:tags r:id="rId43"/>
              </p:custDataLst>
            </p:nvPr>
          </p:nvSpPr>
          <p:spPr>
            <a:xfrm>
              <a:off x="11971747" y="6759166"/>
              <a:ext cx="55635" cy="111381"/>
            </a:xfrm>
            <a:custGeom>
              <a:avLst/>
              <a:gdLst>
                <a:gd name="connsiteX0" fmla="*/ 55917 w 55635"/>
                <a:gd name="connsiteY0" fmla="*/ 4972 h 111381"/>
                <a:gd name="connsiteX1" fmla="*/ 50847 w 55635"/>
                <a:gd name="connsiteY1" fmla="*/ 90 h 111381"/>
                <a:gd name="connsiteX2" fmla="*/ 43750 w 55635"/>
                <a:gd name="connsiteY2" fmla="*/ 7155 h 111381"/>
                <a:gd name="connsiteX3" fmla="*/ 48820 w 55635"/>
                <a:gd name="connsiteY3" fmla="*/ 12037 h 111381"/>
                <a:gd name="connsiteX4" fmla="*/ 55917 w 55635"/>
                <a:gd name="connsiteY4" fmla="*/ 4972 h 111381"/>
                <a:gd name="connsiteX5" fmla="*/ 29049 w 55635"/>
                <a:gd name="connsiteY5" fmla="*/ 91559 h 111381"/>
                <a:gd name="connsiteX6" fmla="*/ 12701 w 55635"/>
                <a:gd name="connsiteY6" fmla="*/ 107874 h 111381"/>
                <a:gd name="connsiteX7" fmla="*/ 8138 w 55635"/>
                <a:gd name="connsiteY7" fmla="*/ 107103 h 111381"/>
                <a:gd name="connsiteX8" fmla="*/ 12447 w 55635"/>
                <a:gd name="connsiteY8" fmla="*/ 100551 h 111381"/>
                <a:gd name="connsiteX9" fmla="*/ 7505 w 55635"/>
                <a:gd name="connsiteY9" fmla="*/ 95798 h 111381"/>
                <a:gd name="connsiteX10" fmla="*/ 281 w 55635"/>
                <a:gd name="connsiteY10" fmla="*/ 103378 h 111381"/>
                <a:gd name="connsiteX11" fmla="*/ 12828 w 55635"/>
                <a:gd name="connsiteY11" fmla="*/ 111471 h 111381"/>
                <a:gd name="connsiteX12" fmla="*/ 39188 w 55635"/>
                <a:gd name="connsiteY12" fmla="*/ 91173 h 111381"/>
                <a:gd name="connsiteX13" fmla="*/ 50594 w 55635"/>
                <a:gd name="connsiteY13" fmla="*/ 45182 h 111381"/>
                <a:gd name="connsiteX14" fmla="*/ 51227 w 55635"/>
                <a:gd name="connsiteY14" fmla="*/ 40685 h 111381"/>
                <a:gd name="connsiteX15" fmla="*/ 37667 w 55635"/>
                <a:gd name="connsiteY15" fmla="*/ 28610 h 111381"/>
                <a:gd name="connsiteX16" fmla="*/ 15489 w 55635"/>
                <a:gd name="connsiteY16" fmla="*/ 48265 h 111381"/>
                <a:gd name="connsiteX17" fmla="*/ 17643 w 55635"/>
                <a:gd name="connsiteY17" fmla="*/ 49935 h 111381"/>
                <a:gd name="connsiteX18" fmla="*/ 20178 w 55635"/>
                <a:gd name="connsiteY18" fmla="*/ 47623 h 111381"/>
                <a:gd name="connsiteX19" fmla="*/ 37287 w 55635"/>
                <a:gd name="connsiteY19" fmla="*/ 32207 h 111381"/>
                <a:gd name="connsiteX20" fmla="*/ 41596 w 55635"/>
                <a:gd name="connsiteY20" fmla="*/ 38502 h 111381"/>
                <a:gd name="connsiteX21" fmla="*/ 41216 w 55635"/>
                <a:gd name="connsiteY21" fmla="*/ 42356 h 111381"/>
                <a:gd name="connsiteX22" fmla="*/ 29049 w 55635"/>
                <a:gd name="connsiteY22" fmla="*/ 91559 h 11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635" h="111381">
                  <a:moveTo>
                    <a:pt x="55917" y="4972"/>
                  </a:moveTo>
                  <a:cubicBezTo>
                    <a:pt x="55917" y="2788"/>
                    <a:pt x="54269" y="90"/>
                    <a:pt x="50847" y="90"/>
                  </a:cubicBezTo>
                  <a:cubicBezTo>
                    <a:pt x="47172" y="90"/>
                    <a:pt x="43750" y="3687"/>
                    <a:pt x="43750" y="7155"/>
                  </a:cubicBezTo>
                  <a:cubicBezTo>
                    <a:pt x="43750" y="9211"/>
                    <a:pt x="45271" y="12037"/>
                    <a:pt x="48820" y="12037"/>
                  </a:cubicBezTo>
                  <a:cubicBezTo>
                    <a:pt x="52241" y="12037"/>
                    <a:pt x="55917" y="8697"/>
                    <a:pt x="55917" y="4972"/>
                  </a:cubicBezTo>
                  <a:close/>
                  <a:moveTo>
                    <a:pt x="29049" y="91559"/>
                  </a:moveTo>
                  <a:cubicBezTo>
                    <a:pt x="26895" y="100423"/>
                    <a:pt x="20178" y="107874"/>
                    <a:pt x="12701" y="107874"/>
                  </a:cubicBezTo>
                  <a:cubicBezTo>
                    <a:pt x="11053" y="107874"/>
                    <a:pt x="9533" y="107617"/>
                    <a:pt x="8138" y="107103"/>
                  </a:cubicBezTo>
                  <a:cubicBezTo>
                    <a:pt x="11434" y="105562"/>
                    <a:pt x="12447" y="102478"/>
                    <a:pt x="12447" y="100551"/>
                  </a:cubicBezTo>
                  <a:cubicBezTo>
                    <a:pt x="12447" y="97468"/>
                    <a:pt x="10039" y="95798"/>
                    <a:pt x="7505" y="95798"/>
                  </a:cubicBezTo>
                  <a:cubicBezTo>
                    <a:pt x="3576" y="95798"/>
                    <a:pt x="281" y="99267"/>
                    <a:pt x="281" y="103378"/>
                  </a:cubicBezTo>
                  <a:cubicBezTo>
                    <a:pt x="281" y="108259"/>
                    <a:pt x="5224" y="111471"/>
                    <a:pt x="12828" y="111471"/>
                  </a:cubicBezTo>
                  <a:cubicBezTo>
                    <a:pt x="20432" y="111471"/>
                    <a:pt x="35259" y="106846"/>
                    <a:pt x="39188" y="91173"/>
                  </a:cubicBezTo>
                  <a:lnTo>
                    <a:pt x="50594" y="45182"/>
                  </a:lnTo>
                  <a:cubicBezTo>
                    <a:pt x="50974" y="43769"/>
                    <a:pt x="51227" y="42612"/>
                    <a:pt x="51227" y="40685"/>
                  </a:cubicBezTo>
                  <a:cubicBezTo>
                    <a:pt x="51227" y="33620"/>
                    <a:pt x="45271" y="28610"/>
                    <a:pt x="37667" y="28610"/>
                  </a:cubicBezTo>
                  <a:cubicBezTo>
                    <a:pt x="23600" y="28610"/>
                    <a:pt x="15489" y="46467"/>
                    <a:pt x="15489" y="48265"/>
                  </a:cubicBezTo>
                  <a:cubicBezTo>
                    <a:pt x="15489" y="49935"/>
                    <a:pt x="17263" y="49935"/>
                    <a:pt x="17643" y="49935"/>
                  </a:cubicBezTo>
                  <a:cubicBezTo>
                    <a:pt x="19164" y="49935"/>
                    <a:pt x="19291" y="49550"/>
                    <a:pt x="20178" y="47623"/>
                  </a:cubicBezTo>
                  <a:cubicBezTo>
                    <a:pt x="23346" y="40172"/>
                    <a:pt x="29936" y="32207"/>
                    <a:pt x="37287" y="32207"/>
                  </a:cubicBezTo>
                  <a:cubicBezTo>
                    <a:pt x="40455" y="32207"/>
                    <a:pt x="41596" y="34391"/>
                    <a:pt x="41596" y="38502"/>
                  </a:cubicBezTo>
                  <a:cubicBezTo>
                    <a:pt x="41596" y="39915"/>
                    <a:pt x="41342" y="41713"/>
                    <a:pt x="41216" y="42356"/>
                  </a:cubicBezTo>
                  <a:lnTo>
                    <a:pt x="29049" y="915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5112" name="TextBox 5111">
            <a:extLst>
              <a:ext uri="{FF2B5EF4-FFF2-40B4-BE49-F238E27FC236}">
                <a16:creationId xmlns:a16="http://schemas.microsoft.com/office/drawing/2014/main" id="{3AC712D9-50D0-A776-EB5B-07F0942A2A9D}"/>
              </a:ext>
            </a:extLst>
          </p:cNvPr>
          <p:cNvSpPr txBox="1"/>
          <p:nvPr/>
        </p:nvSpPr>
        <p:spPr>
          <a:xfrm>
            <a:off x="1029534" y="5165464"/>
            <a:ext cx="5243386" cy="523220"/>
          </a:xfrm>
          <a:prstGeom prst="rect">
            <a:avLst/>
          </a:prstGeom>
          <a:noFill/>
        </p:spPr>
        <p:txBody>
          <a:bodyPr wrap="square">
            <a:spAutoFit/>
          </a:bodyPr>
          <a:lstStyle>
            <a:defPPr>
              <a:defRPr lang="en-US"/>
            </a:defPPr>
            <a:lvl1pPr>
              <a:defRPr sz="1400" b="1">
                <a:highlight>
                  <a:srgbClr val="FFC000"/>
                </a:highligh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Then The ratio is </a:t>
            </a: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independent of the specific values of the covariates for observation </a:t>
            </a:r>
            <a:r>
              <a:rPr kumimoji="0" lang="en-US" sz="1400" b="1" i="1"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n</a:t>
            </a:r>
            <a:r>
              <a:rPr kumimoji="0" lang="en-GB"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 :</a:t>
            </a:r>
          </a:p>
        </p:txBody>
      </p:sp>
    </p:spTree>
    <p:extLst>
      <p:ext uri="{BB962C8B-B14F-4D97-AF65-F5344CB8AC3E}">
        <p14:creationId xmlns:p14="http://schemas.microsoft.com/office/powerpoint/2010/main" val="22530984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52"/>
                                        </p:tgtEl>
                                        <p:attrNameLst>
                                          <p:attrName>style.visibility</p:attrName>
                                        </p:attrNameLst>
                                      </p:cBhvr>
                                      <p:to>
                                        <p:strVal val="visible"/>
                                      </p:to>
                                    </p:set>
                                    <p:animEffect transition="in" filter="fade">
                                      <p:cBhvr>
                                        <p:cTn id="7" dur="500"/>
                                        <p:tgtEl>
                                          <p:spTgt spid="495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990"/>
                                        </p:tgtEl>
                                        <p:attrNameLst>
                                          <p:attrName>style.visibility</p:attrName>
                                        </p:attrNameLst>
                                      </p:cBhvr>
                                      <p:to>
                                        <p:strVal val="visible"/>
                                      </p:to>
                                    </p:set>
                                    <p:animEffect transition="in" filter="fade">
                                      <p:cBhvr>
                                        <p:cTn id="10" dur="500"/>
                                        <p:tgtEl>
                                          <p:spTgt spid="4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2" grpId="0" animBg="1"/>
      <p:bldP spid="499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9D3F7-0BF9-B729-8244-EAC52DB35FCD}"/>
            </a:ext>
          </a:extLst>
        </p:cNvPr>
        <p:cNvGrpSpPr/>
        <p:nvPr/>
      </p:nvGrpSpPr>
      <p:grpSpPr>
        <a:xfrm>
          <a:off x="0" y="0"/>
          <a:ext cx="0" cy="0"/>
          <a:chOff x="0" y="0"/>
          <a:chExt cx="0" cy="0"/>
        </a:xfrm>
      </p:grpSpPr>
      <p:pic>
        <p:nvPicPr>
          <p:cNvPr id="91" name="Picture 90">
            <a:extLst>
              <a:ext uri="{FF2B5EF4-FFF2-40B4-BE49-F238E27FC236}">
                <a16:creationId xmlns:a16="http://schemas.microsoft.com/office/drawing/2014/main" id="{D30EC727-A52E-4467-84A2-F3A5B0A3CFC4}"/>
              </a:ext>
            </a:extLst>
          </p:cNvPr>
          <p:cNvPicPr>
            <a:picLocks noChangeAspect="1"/>
          </p:cNvPicPr>
          <p:nvPr/>
        </p:nvPicPr>
        <p:blipFill>
          <a:blip r:embed="rId65">
            <a:clrChange>
              <a:clrFrom>
                <a:srgbClr val="FFFFFF"/>
              </a:clrFrom>
              <a:clrTo>
                <a:srgbClr val="FFFFFF">
                  <a:alpha val="0"/>
                </a:srgbClr>
              </a:clrTo>
            </a:clrChange>
          </a:blip>
          <a:stretch>
            <a:fillRect/>
          </a:stretch>
        </p:blipFill>
        <p:spPr>
          <a:xfrm>
            <a:off x="1216031" y="1424775"/>
            <a:ext cx="5386589" cy="4931573"/>
          </a:xfrm>
          <a:prstGeom prst="rect">
            <a:avLst/>
          </a:prstGeom>
        </p:spPr>
      </p:pic>
      <p:sp>
        <p:nvSpPr>
          <p:cNvPr id="5" name="Slide Number Placeholder 2">
            <a:extLst>
              <a:ext uri="{FF2B5EF4-FFF2-40B4-BE49-F238E27FC236}">
                <a16:creationId xmlns:a16="http://schemas.microsoft.com/office/drawing/2014/main" id="{FD4412E5-678A-0AE6-DFF1-BDC3D1B7F2DF}"/>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A00BAF7E-44DE-0E1D-E82C-AC29F25CC05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8EB59D62-BC2C-6D36-DA92-ABB6DBB5A44C}"/>
              </a:ext>
            </a:extLst>
          </p:cNvPr>
          <p:cNvSpPr txBox="1">
            <a:spLocks/>
          </p:cNvSpPr>
          <p:nvPr/>
        </p:nvSpPr>
        <p:spPr>
          <a:xfrm>
            <a:off x="891589" y="501651"/>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Binomial</a:t>
            </a:r>
            <a:br>
              <a:rPr lang="en-GB" sz="3200" b="1">
                <a:solidFill>
                  <a:srgbClr val="FF0000"/>
                </a:solidFill>
                <a:latin typeface="Aptos SemiBold" panose="020F0502020204030204" pitchFamily="34" charset="0"/>
              </a:rPr>
            </a:br>
            <a:r>
              <a:rPr lang="en-GB" sz="3200" b="1">
                <a:solidFill>
                  <a:srgbClr val="FF0000"/>
                </a:solidFill>
                <a:latin typeface="Aptos SemiBold" panose="020F0502020204030204" pitchFamily="34" charset="0"/>
              </a:rPr>
              <a:t>Models</a:t>
            </a:r>
          </a:p>
        </p:txBody>
      </p:sp>
      <p:sp>
        <p:nvSpPr>
          <p:cNvPr id="10" name="Date Placeholder 3 2">
            <a:extLst>
              <a:ext uri="{FF2B5EF4-FFF2-40B4-BE49-F238E27FC236}">
                <a16:creationId xmlns:a16="http://schemas.microsoft.com/office/drawing/2014/main" id="{FCD83405-3BEC-2D22-E4C9-5AB873EBC47B}"/>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grpSp>
        <p:nvGrpSpPr>
          <p:cNvPr id="58" name="Group 57" descr="\documentclass{article}&#10;\usepackage{amsmath}&#10;\usepackage{amsfonts}&#10;\pagestyle{empty}&#10;\begin{document}&#10;&#10;&#10;\[&#10;p_i = \Pr(y_i = 1 \mid x_i) = \frac{e^{\beta_0 + \beta_1 x_i}}{1 + e^{\beta_0 + \beta_1 x_i}}&#10;\]&#10;&#10;&#10;&#10;&#10;&#10;\end{document}" title="IguanaTex Shape Display">
            <a:extLst>
              <a:ext uri="{FF2B5EF4-FFF2-40B4-BE49-F238E27FC236}">
                <a16:creationId xmlns:a16="http://schemas.microsoft.com/office/drawing/2014/main" id="{FD3F224E-738F-F093-7F58-BD7B836B93DF}"/>
              </a:ext>
            </a:extLst>
          </p:cNvPr>
          <p:cNvGrpSpPr>
            <a:grpSpLocks noChangeAspect="1"/>
          </p:cNvGrpSpPr>
          <p:nvPr>
            <p:custDataLst>
              <p:tags r:id="rId1"/>
            </p:custDataLst>
          </p:nvPr>
        </p:nvGrpSpPr>
        <p:grpSpPr>
          <a:xfrm>
            <a:off x="7006282" y="2607012"/>
            <a:ext cx="3599824" cy="531241"/>
            <a:chOff x="11578300" y="5021895"/>
            <a:chExt cx="3599824" cy="531241"/>
          </a:xfrm>
        </p:grpSpPr>
        <p:sp>
          <p:nvSpPr>
            <p:cNvPr id="23" name="Freeform: Shape 22">
              <a:extLst>
                <a:ext uri="{FF2B5EF4-FFF2-40B4-BE49-F238E27FC236}">
                  <a16:creationId xmlns:a16="http://schemas.microsoft.com/office/drawing/2014/main" id="{82ADE195-0B68-2E61-0C32-5317AA911A51}"/>
                </a:ext>
              </a:extLst>
            </p:cNvPr>
            <p:cNvSpPr/>
            <p:nvPr>
              <p:custDataLst>
                <p:tags r:id="rId29"/>
              </p:custDataLst>
            </p:nvPr>
          </p:nvSpPr>
          <p:spPr>
            <a:xfrm>
              <a:off x="11578300" y="5273662"/>
              <a:ext cx="123556" cy="146781"/>
            </a:xfrm>
            <a:custGeom>
              <a:avLst/>
              <a:gdLst>
                <a:gd name="connsiteX0" fmla="*/ 18383 w 123556"/>
                <a:gd name="connsiteY0" fmla="*/ 130244 h 146781"/>
                <a:gd name="connsiteX1" fmla="*/ 5601 w 123556"/>
                <a:gd name="connsiteY1" fmla="*/ 139706 h 146781"/>
                <a:gd name="connsiteX2" fmla="*/ 157 w 123556"/>
                <a:gd name="connsiteY2" fmla="*/ 144091 h 146781"/>
                <a:gd name="connsiteX3" fmla="*/ 3235 w 123556"/>
                <a:gd name="connsiteY3" fmla="*/ 146861 h 146781"/>
                <a:gd name="connsiteX4" fmla="*/ 23117 w 123556"/>
                <a:gd name="connsiteY4" fmla="*/ 146168 h 146781"/>
                <a:gd name="connsiteX5" fmla="*/ 46550 w 123556"/>
                <a:gd name="connsiteY5" fmla="*/ 146861 h 146781"/>
                <a:gd name="connsiteX6" fmla="*/ 50811 w 123556"/>
                <a:gd name="connsiteY6" fmla="*/ 142245 h 146781"/>
                <a:gd name="connsiteX7" fmla="*/ 45130 w 123556"/>
                <a:gd name="connsiteY7" fmla="*/ 139706 h 146781"/>
                <a:gd name="connsiteX8" fmla="*/ 33295 w 123556"/>
                <a:gd name="connsiteY8" fmla="*/ 136014 h 146781"/>
                <a:gd name="connsiteX9" fmla="*/ 44893 w 123556"/>
                <a:gd name="connsiteY9" fmla="*/ 89856 h 146781"/>
                <a:gd name="connsiteX10" fmla="*/ 66670 w 123556"/>
                <a:gd name="connsiteY10" fmla="*/ 104626 h 146781"/>
                <a:gd name="connsiteX11" fmla="*/ 123714 w 123556"/>
                <a:gd name="connsiteY11" fmla="*/ 37005 h 146781"/>
                <a:gd name="connsiteX12" fmla="*/ 92233 w 123556"/>
                <a:gd name="connsiteY12" fmla="*/ 79 h 146781"/>
                <a:gd name="connsiteX13" fmla="*/ 61226 w 123556"/>
                <a:gd name="connsiteY13" fmla="*/ 17388 h 146781"/>
                <a:gd name="connsiteX14" fmla="*/ 39923 w 123556"/>
                <a:gd name="connsiteY14" fmla="*/ 79 h 146781"/>
                <a:gd name="connsiteX15" fmla="*/ 22407 w 123556"/>
                <a:gd name="connsiteY15" fmla="*/ 13234 h 146781"/>
                <a:gd name="connsiteX16" fmla="*/ 15069 w 123556"/>
                <a:gd name="connsiteY16" fmla="*/ 35620 h 146781"/>
                <a:gd name="connsiteX17" fmla="*/ 17910 w 123556"/>
                <a:gd name="connsiteY17" fmla="*/ 37928 h 146781"/>
                <a:gd name="connsiteX18" fmla="*/ 21934 w 123556"/>
                <a:gd name="connsiteY18" fmla="*/ 32620 h 146781"/>
                <a:gd name="connsiteX19" fmla="*/ 39213 w 123556"/>
                <a:gd name="connsiteY19" fmla="*/ 5156 h 146781"/>
                <a:gd name="connsiteX20" fmla="*/ 46550 w 123556"/>
                <a:gd name="connsiteY20" fmla="*/ 15773 h 146781"/>
                <a:gd name="connsiteX21" fmla="*/ 44893 w 123556"/>
                <a:gd name="connsiteY21" fmla="*/ 27543 h 146781"/>
                <a:gd name="connsiteX22" fmla="*/ 18383 w 123556"/>
                <a:gd name="connsiteY22" fmla="*/ 130244 h 146781"/>
                <a:gd name="connsiteX23" fmla="*/ 60042 w 123556"/>
                <a:gd name="connsiteY23" fmla="*/ 30082 h 146781"/>
                <a:gd name="connsiteX24" fmla="*/ 72351 w 123556"/>
                <a:gd name="connsiteY24" fmla="*/ 13926 h 146781"/>
                <a:gd name="connsiteX25" fmla="*/ 91523 w 123556"/>
                <a:gd name="connsiteY25" fmla="*/ 5156 h 146781"/>
                <a:gd name="connsiteX26" fmla="*/ 106672 w 123556"/>
                <a:gd name="connsiteY26" fmla="*/ 26850 h 146781"/>
                <a:gd name="connsiteX27" fmla="*/ 94600 w 123556"/>
                <a:gd name="connsiteY27" fmla="*/ 75778 h 146781"/>
                <a:gd name="connsiteX28" fmla="*/ 66433 w 123556"/>
                <a:gd name="connsiteY28" fmla="*/ 99549 h 146781"/>
                <a:gd name="connsiteX29" fmla="*/ 47734 w 123556"/>
                <a:gd name="connsiteY29" fmla="*/ 79009 h 146781"/>
                <a:gd name="connsiteX30" fmla="*/ 48444 w 123556"/>
                <a:gd name="connsiteY30" fmla="*/ 75316 h 146781"/>
                <a:gd name="connsiteX31" fmla="*/ 60042 w 123556"/>
                <a:gd name="connsiteY31" fmla="*/ 30082 h 14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556" h="146781">
                  <a:moveTo>
                    <a:pt x="18383" y="130244"/>
                  </a:moveTo>
                  <a:cubicBezTo>
                    <a:pt x="16490" y="138091"/>
                    <a:pt x="16016" y="139706"/>
                    <a:pt x="5601" y="139706"/>
                  </a:cubicBezTo>
                  <a:cubicBezTo>
                    <a:pt x="2761" y="139706"/>
                    <a:pt x="157" y="139706"/>
                    <a:pt x="157" y="144091"/>
                  </a:cubicBezTo>
                  <a:cubicBezTo>
                    <a:pt x="157" y="145938"/>
                    <a:pt x="1341" y="146861"/>
                    <a:pt x="3235" y="146861"/>
                  </a:cubicBezTo>
                  <a:cubicBezTo>
                    <a:pt x="9625" y="146861"/>
                    <a:pt x="16490" y="146168"/>
                    <a:pt x="23117" y="146168"/>
                  </a:cubicBezTo>
                  <a:cubicBezTo>
                    <a:pt x="30928" y="146168"/>
                    <a:pt x="38976" y="146861"/>
                    <a:pt x="46550" y="146861"/>
                  </a:cubicBezTo>
                  <a:cubicBezTo>
                    <a:pt x="47734" y="146861"/>
                    <a:pt x="50811" y="146861"/>
                    <a:pt x="50811" y="142245"/>
                  </a:cubicBezTo>
                  <a:cubicBezTo>
                    <a:pt x="50811" y="139706"/>
                    <a:pt x="48444" y="139706"/>
                    <a:pt x="45130" y="139706"/>
                  </a:cubicBezTo>
                  <a:cubicBezTo>
                    <a:pt x="33295" y="139706"/>
                    <a:pt x="33295" y="138091"/>
                    <a:pt x="33295" y="136014"/>
                  </a:cubicBezTo>
                  <a:cubicBezTo>
                    <a:pt x="33295" y="133244"/>
                    <a:pt x="43237" y="95626"/>
                    <a:pt x="44893" y="89856"/>
                  </a:cubicBezTo>
                  <a:cubicBezTo>
                    <a:pt x="47971" y="96549"/>
                    <a:pt x="54598" y="104626"/>
                    <a:pt x="66670" y="104626"/>
                  </a:cubicBezTo>
                  <a:cubicBezTo>
                    <a:pt x="94127" y="104626"/>
                    <a:pt x="123714" y="70931"/>
                    <a:pt x="123714" y="37005"/>
                  </a:cubicBezTo>
                  <a:cubicBezTo>
                    <a:pt x="123714" y="15311"/>
                    <a:pt x="110222" y="79"/>
                    <a:pt x="92233" y="79"/>
                  </a:cubicBezTo>
                  <a:cubicBezTo>
                    <a:pt x="80398" y="79"/>
                    <a:pt x="69037" y="8387"/>
                    <a:pt x="61226" y="17388"/>
                  </a:cubicBezTo>
                  <a:cubicBezTo>
                    <a:pt x="58859" y="4926"/>
                    <a:pt x="48681" y="79"/>
                    <a:pt x="39923" y="79"/>
                  </a:cubicBezTo>
                  <a:cubicBezTo>
                    <a:pt x="29035" y="79"/>
                    <a:pt x="24537" y="9080"/>
                    <a:pt x="22407" y="13234"/>
                  </a:cubicBezTo>
                  <a:cubicBezTo>
                    <a:pt x="18147" y="21081"/>
                    <a:pt x="15069" y="34928"/>
                    <a:pt x="15069" y="35620"/>
                  </a:cubicBezTo>
                  <a:cubicBezTo>
                    <a:pt x="15069" y="37928"/>
                    <a:pt x="17436" y="37928"/>
                    <a:pt x="17910" y="37928"/>
                  </a:cubicBezTo>
                  <a:cubicBezTo>
                    <a:pt x="20277" y="37928"/>
                    <a:pt x="20514" y="37698"/>
                    <a:pt x="21934" y="32620"/>
                  </a:cubicBezTo>
                  <a:cubicBezTo>
                    <a:pt x="25958" y="16234"/>
                    <a:pt x="30692" y="5156"/>
                    <a:pt x="39213" y="5156"/>
                  </a:cubicBezTo>
                  <a:cubicBezTo>
                    <a:pt x="43237" y="5156"/>
                    <a:pt x="46550" y="7003"/>
                    <a:pt x="46550" y="15773"/>
                  </a:cubicBezTo>
                  <a:cubicBezTo>
                    <a:pt x="46550" y="21081"/>
                    <a:pt x="45840" y="23619"/>
                    <a:pt x="44893" y="27543"/>
                  </a:cubicBezTo>
                  <a:lnTo>
                    <a:pt x="18383" y="130244"/>
                  </a:lnTo>
                  <a:close/>
                  <a:moveTo>
                    <a:pt x="60042" y="30082"/>
                  </a:moveTo>
                  <a:cubicBezTo>
                    <a:pt x="61699" y="23850"/>
                    <a:pt x="68090" y="17388"/>
                    <a:pt x="72351" y="13926"/>
                  </a:cubicBezTo>
                  <a:cubicBezTo>
                    <a:pt x="80635" y="6772"/>
                    <a:pt x="87499" y="5156"/>
                    <a:pt x="91523" y="5156"/>
                  </a:cubicBezTo>
                  <a:cubicBezTo>
                    <a:pt x="100991" y="5156"/>
                    <a:pt x="106672" y="13234"/>
                    <a:pt x="106672" y="26850"/>
                  </a:cubicBezTo>
                  <a:cubicBezTo>
                    <a:pt x="106672" y="40467"/>
                    <a:pt x="98861" y="67008"/>
                    <a:pt x="94600" y="75778"/>
                  </a:cubicBezTo>
                  <a:cubicBezTo>
                    <a:pt x="86553" y="91933"/>
                    <a:pt x="75191" y="99549"/>
                    <a:pt x="66433" y="99549"/>
                  </a:cubicBezTo>
                  <a:cubicBezTo>
                    <a:pt x="50811" y="99549"/>
                    <a:pt x="47734" y="80394"/>
                    <a:pt x="47734" y="79009"/>
                  </a:cubicBezTo>
                  <a:cubicBezTo>
                    <a:pt x="47734" y="78547"/>
                    <a:pt x="47734" y="78086"/>
                    <a:pt x="48444" y="75316"/>
                  </a:cubicBezTo>
                  <a:lnTo>
                    <a:pt x="60042" y="3008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4" name="Freeform: Shape 23">
              <a:extLst>
                <a:ext uri="{FF2B5EF4-FFF2-40B4-BE49-F238E27FC236}">
                  <a16:creationId xmlns:a16="http://schemas.microsoft.com/office/drawing/2014/main" id="{8EDB9D2A-C2E5-65B7-0BCA-047A662CC984}"/>
                </a:ext>
              </a:extLst>
            </p:cNvPr>
            <p:cNvSpPr/>
            <p:nvPr>
              <p:custDataLst>
                <p:tags r:id="rId30"/>
              </p:custDataLst>
            </p:nvPr>
          </p:nvSpPr>
          <p:spPr>
            <a:xfrm>
              <a:off x="11712751" y="5303180"/>
              <a:ext cx="50203" cy="108724"/>
            </a:xfrm>
            <a:custGeom>
              <a:avLst/>
              <a:gdLst>
                <a:gd name="connsiteX0" fmla="*/ 46058 w 50203"/>
                <a:gd name="connsiteY0" fmla="*/ 6219 h 108724"/>
                <a:gd name="connsiteX1" fmla="*/ 39431 w 50203"/>
                <a:gd name="connsiteY1" fmla="*/ 80 h 108724"/>
                <a:gd name="connsiteX2" fmla="*/ 30152 w 50203"/>
                <a:gd name="connsiteY2" fmla="*/ 8966 h 108724"/>
                <a:gd name="connsiteX3" fmla="*/ 36780 w 50203"/>
                <a:gd name="connsiteY3" fmla="*/ 15105 h 108724"/>
                <a:gd name="connsiteX4" fmla="*/ 46058 w 50203"/>
                <a:gd name="connsiteY4" fmla="*/ 6219 h 108724"/>
                <a:gd name="connsiteX5" fmla="*/ 12258 w 50203"/>
                <a:gd name="connsiteY5" fmla="*/ 88288 h 108724"/>
                <a:gd name="connsiteX6" fmla="*/ 10767 w 50203"/>
                <a:gd name="connsiteY6" fmla="*/ 95073 h 108724"/>
                <a:gd name="connsiteX7" fmla="*/ 26507 w 50203"/>
                <a:gd name="connsiteY7" fmla="*/ 108805 h 108724"/>
                <a:gd name="connsiteX8" fmla="*/ 50366 w 50203"/>
                <a:gd name="connsiteY8" fmla="*/ 84088 h 108724"/>
                <a:gd name="connsiteX9" fmla="*/ 47715 w 50203"/>
                <a:gd name="connsiteY9" fmla="*/ 81987 h 108724"/>
                <a:gd name="connsiteX10" fmla="*/ 44567 w 50203"/>
                <a:gd name="connsiteY10" fmla="*/ 84734 h 108724"/>
                <a:gd name="connsiteX11" fmla="*/ 27004 w 50203"/>
                <a:gd name="connsiteY11" fmla="*/ 104282 h 108724"/>
                <a:gd name="connsiteX12" fmla="*/ 22862 w 50203"/>
                <a:gd name="connsiteY12" fmla="*/ 98627 h 108724"/>
                <a:gd name="connsiteX13" fmla="*/ 25513 w 50203"/>
                <a:gd name="connsiteY13" fmla="*/ 88288 h 108724"/>
                <a:gd name="connsiteX14" fmla="*/ 30815 w 50203"/>
                <a:gd name="connsiteY14" fmla="*/ 75364 h 108724"/>
                <a:gd name="connsiteX15" fmla="*/ 38934 w 50203"/>
                <a:gd name="connsiteY15" fmla="*/ 54847 h 108724"/>
                <a:gd name="connsiteX16" fmla="*/ 39928 w 50203"/>
                <a:gd name="connsiteY16" fmla="*/ 49677 h 108724"/>
                <a:gd name="connsiteX17" fmla="*/ 24187 w 50203"/>
                <a:gd name="connsiteY17" fmla="*/ 35945 h 108724"/>
                <a:gd name="connsiteX18" fmla="*/ 162 w 50203"/>
                <a:gd name="connsiteY18" fmla="*/ 60663 h 108724"/>
                <a:gd name="connsiteX19" fmla="*/ 2979 w 50203"/>
                <a:gd name="connsiteY19" fmla="*/ 62763 h 108724"/>
                <a:gd name="connsiteX20" fmla="*/ 5962 w 50203"/>
                <a:gd name="connsiteY20" fmla="*/ 60178 h 108724"/>
                <a:gd name="connsiteX21" fmla="*/ 23690 w 50203"/>
                <a:gd name="connsiteY21" fmla="*/ 40469 h 108724"/>
                <a:gd name="connsiteX22" fmla="*/ 27833 w 50203"/>
                <a:gd name="connsiteY22" fmla="*/ 46123 h 108724"/>
                <a:gd name="connsiteX23" fmla="*/ 22696 w 50203"/>
                <a:gd name="connsiteY23" fmla="*/ 62278 h 108724"/>
                <a:gd name="connsiteX24" fmla="*/ 12258 w 50203"/>
                <a:gd name="connsiteY24" fmla="*/ 88288 h 108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3" h="108724">
                  <a:moveTo>
                    <a:pt x="46058" y="6219"/>
                  </a:moveTo>
                  <a:cubicBezTo>
                    <a:pt x="46058" y="3635"/>
                    <a:pt x="44070" y="80"/>
                    <a:pt x="39431" y="80"/>
                  </a:cubicBezTo>
                  <a:cubicBezTo>
                    <a:pt x="34957" y="80"/>
                    <a:pt x="30152" y="4281"/>
                    <a:pt x="30152" y="8966"/>
                  </a:cubicBezTo>
                  <a:cubicBezTo>
                    <a:pt x="30152" y="11712"/>
                    <a:pt x="32306" y="15105"/>
                    <a:pt x="36780" y="15105"/>
                  </a:cubicBezTo>
                  <a:cubicBezTo>
                    <a:pt x="41585" y="15105"/>
                    <a:pt x="46058" y="10581"/>
                    <a:pt x="46058" y="6219"/>
                  </a:cubicBezTo>
                  <a:close/>
                  <a:moveTo>
                    <a:pt x="12258" y="88288"/>
                  </a:moveTo>
                  <a:cubicBezTo>
                    <a:pt x="11595" y="90388"/>
                    <a:pt x="10767" y="92327"/>
                    <a:pt x="10767" y="95073"/>
                  </a:cubicBezTo>
                  <a:cubicBezTo>
                    <a:pt x="10767" y="102666"/>
                    <a:pt x="17394" y="108805"/>
                    <a:pt x="26507" y="108805"/>
                  </a:cubicBezTo>
                  <a:cubicBezTo>
                    <a:pt x="43076" y="108805"/>
                    <a:pt x="50366" y="86511"/>
                    <a:pt x="50366" y="84088"/>
                  </a:cubicBezTo>
                  <a:cubicBezTo>
                    <a:pt x="50366" y="81987"/>
                    <a:pt x="48212" y="81987"/>
                    <a:pt x="47715" y="81987"/>
                  </a:cubicBezTo>
                  <a:cubicBezTo>
                    <a:pt x="45396" y="81987"/>
                    <a:pt x="45230" y="82957"/>
                    <a:pt x="44567" y="84734"/>
                  </a:cubicBezTo>
                  <a:cubicBezTo>
                    <a:pt x="40756" y="97658"/>
                    <a:pt x="33466" y="104282"/>
                    <a:pt x="27004" y="104282"/>
                  </a:cubicBezTo>
                  <a:cubicBezTo>
                    <a:pt x="23690" y="104282"/>
                    <a:pt x="22862" y="102181"/>
                    <a:pt x="22862" y="98627"/>
                  </a:cubicBezTo>
                  <a:cubicBezTo>
                    <a:pt x="22862" y="94912"/>
                    <a:pt x="24022" y="91842"/>
                    <a:pt x="25513" y="88288"/>
                  </a:cubicBezTo>
                  <a:cubicBezTo>
                    <a:pt x="27170" y="83926"/>
                    <a:pt x="28992" y="79564"/>
                    <a:pt x="30815" y="75364"/>
                  </a:cubicBezTo>
                  <a:cubicBezTo>
                    <a:pt x="32306" y="71487"/>
                    <a:pt x="38271" y="56785"/>
                    <a:pt x="38934" y="54847"/>
                  </a:cubicBezTo>
                  <a:cubicBezTo>
                    <a:pt x="39431" y="53231"/>
                    <a:pt x="39928" y="51293"/>
                    <a:pt x="39928" y="49677"/>
                  </a:cubicBezTo>
                  <a:cubicBezTo>
                    <a:pt x="39928" y="42084"/>
                    <a:pt x="33300" y="35945"/>
                    <a:pt x="24187" y="35945"/>
                  </a:cubicBezTo>
                  <a:cubicBezTo>
                    <a:pt x="7784" y="35945"/>
                    <a:pt x="162" y="57916"/>
                    <a:pt x="162" y="60663"/>
                  </a:cubicBezTo>
                  <a:cubicBezTo>
                    <a:pt x="162" y="62763"/>
                    <a:pt x="2482" y="62763"/>
                    <a:pt x="2979" y="62763"/>
                  </a:cubicBezTo>
                  <a:cubicBezTo>
                    <a:pt x="5299" y="62763"/>
                    <a:pt x="5464" y="61955"/>
                    <a:pt x="5962" y="60178"/>
                  </a:cubicBezTo>
                  <a:cubicBezTo>
                    <a:pt x="10269" y="46284"/>
                    <a:pt x="17560" y="40469"/>
                    <a:pt x="23690" y="40469"/>
                  </a:cubicBezTo>
                  <a:cubicBezTo>
                    <a:pt x="26341" y="40469"/>
                    <a:pt x="27833" y="41761"/>
                    <a:pt x="27833" y="46123"/>
                  </a:cubicBezTo>
                  <a:cubicBezTo>
                    <a:pt x="27833" y="49839"/>
                    <a:pt x="26838" y="52262"/>
                    <a:pt x="22696" y="62278"/>
                  </a:cubicBezTo>
                  <a:lnTo>
                    <a:pt x="12258" y="8828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 name="Freeform: Shape 24">
              <a:extLst>
                <a:ext uri="{FF2B5EF4-FFF2-40B4-BE49-F238E27FC236}">
                  <a16:creationId xmlns:a16="http://schemas.microsoft.com/office/drawing/2014/main" id="{AB2B1D1F-A294-2908-FA9D-F2432D8959F9}"/>
                </a:ext>
              </a:extLst>
            </p:cNvPr>
            <p:cNvSpPr/>
            <p:nvPr>
              <p:custDataLst>
                <p:tags r:id="rId31"/>
              </p:custDataLst>
            </p:nvPr>
          </p:nvSpPr>
          <p:spPr>
            <a:xfrm>
              <a:off x="11862771" y="5290972"/>
              <a:ext cx="157404" cy="54004"/>
            </a:xfrm>
            <a:custGeom>
              <a:avLst/>
              <a:gdLst>
                <a:gd name="connsiteX0" fmla="*/ 149526 w 157404"/>
                <a:gd name="connsiteY0" fmla="*/ 9311 h 54004"/>
                <a:gd name="connsiteX1" fmla="*/ 157573 w 157404"/>
                <a:gd name="connsiteY1" fmla="*/ 4695 h 54004"/>
                <a:gd name="connsiteX2" fmla="*/ 149762 w 157404"/>
                <a:gd name="connsiteY2" fmla="*/ 79 h 54004"/>
                <a:gd name="connsiteX3" fmla="*/ 7980 w 157404"/>
                <a:gd name="connsiteY3" fmla="*/ 79 h 54004"/>
                <a:gd name="connsiteX4" fmla="*/ 169 w 157404"/>
                <a:gd name="connsiteY4" fmla="*/ 4695 h 54004"/>
                <a:gd name="connsiteX5" fmla="*/ 8216 w 157404"/>
                <a:gd name="connsiteY5" fmla="*/ 9311 h 54004"/>
                <a:gd name="connsiteX6" fmla="*/ 149526 w 157404"/>
                <a:gd name="connsiteY6" fmla="*/ 9311 h 54004"/>
                <a:gd name="connsiteX7" fmla="*/ 149762 w 157404"/>
                <a:gd name="connsiteY7" fmla="*/ 54084 h 54004"/>
                <a:gd name="connsiteX8" fmla="*/ 157573 w 157404"/>
                <a:gd name="connsiteY8" fmla="*/ 49468 h 54004"/>
                <a:gd name="connsiteX9" fmla="*/ 149526 w 157404"/>
                <a:gd name="connsiteY9" fmla="*/ 44852 h 54004"/>
                <a:gd name="connsiteX10" fmla="*/ 8216 w 157404"/>
                <a:gd name="connsiteY10" fmla="*/ 44852 h 54004"/>
                <a:gd name="connsiteX11" fmla="*/ 169 w 157404"/>
                <a:gd name="connsiteY11" fmla="*/ 49468 h 54004"/>
                <a:gd name="connsiteX12" fmla="*/ 7980 w 157404"/>
                <a:gd name="connsiteY12" fmla="*/ 54084 h 54004"/>
                <a:gd name="connsiteX13" fmla="*/ 149762 w 157404"/>
                <a:gd name="connsiteY13" fmla="*/ 54084 h 5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404" h="54004">
                  <a:moveTo>
                    <a:pt x="149526" y="9311"/>
                  </a:moveTo>
                  <a:cubicBezTo>
                    <a:pt x="153076" y="9311"/>
                    <a:pt x="157573" y="9311"/>
                    <a:pt x="157573" y="4695"/>
                  </a:cubicBezTo>
                  <a:cubicBezTo>
                    <a:pt x="157573" y="79"/>
                    <a:pt x="153076" y="79"/>
                    <a:pt x="149762" y="79"/>
                  </a:cubicBezTo>
                  <a:lnTo>
                    <a:pt x="7980" y="79"/>
                  </a:lnTo>
                  <a:cubicBezTo>
                    <a:pt x="4666" y="79"/>
                    <a:pt x="169" y="79"/>
                    <a:pt x="169" y="4695"/>
                  </a:cubicBezTo>
                  <a:cubicBezTo>
                    <a:pt x="169" y="9311"/>
                    <a:pt x="4666" y="9311"/>
                    <a:pt x="8216" y="9311"/>
                  </a:cubicBezTo>
                  <a:lnTo>
                    <a:pt x="149526" y="9311"/>
                  </a:lnTo>
                  <a:close/>
                  <a:moveTo>
                    <a:pt x="149762" y="54084"/>
                  </a:moveTo>
                  <a:cubicBezTo>
                    <a:pt x="153076" y="54084"/>
                    <a:pt x="157573" y="54084"/>
                    <a:pt x="157573" y="49468"/>
                  </a:cubicBezTo>
                  <a:cubicBezTo>
                    <a:pt x="157573" y="44852"/>
                    <a:pt x="153076" y="44852"/>
                    <a:pt x="149526" y="44852"/>
                  </a:cubicBezTo>
                  <a:lnTo>
                    <a:pt x="8216" y="44852"/>
                  </a:lnTo>
                  <a:cubicBezTo>
                    <a:pt x="4666" y="44852"/>
                    <a:pt x="169" y="44852"/>
                    <a:pt x="169" y="49468"/>
                  </a:cubicBezTo>
                  <a:cubicBezTo>
                    <a:pt x="169" y="54084"/>
                    <a:pt x="4666" y="54084"/>
                    <a:pt x="7980" y="54084"/>
                  </a:cubicBezTo>
                  <a:lnTo>
                    <a:pt x="149762" y="5408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 name="Freeform: Shape 25">
              <a:extLst>
                <a:ext uri="{FF2B5EF4-FFF2-40B4-BE49-F238E27FC236}">
                  <a16:creationId xmlns:a16="http://schemas.microsoft.com/office/drawing/2014/main" id="{DBB9A875-77C3-97F5-3E48-6D601856B404}"/>
                </a:ext>
              </a:extLst>
            </p:cNvPr>
            <p:cNvSpPr/>
            <p:nvPr>
              <p:custDataLst>
                <p:tags r:id="rId32"/>
              </p:custDataLst>
            </p:nvPr>
          </p:nvSpPr>
          <p:spPr>
            <a:xfrm>
              <a:off x="12107648" y="5218042"/>
              <a:ext cx="139415" cy="157628"/>
            </a:xfrm>
            <a:custGeom>
              <a:avLst/>
              <a:gdLst>
                <a:gd name="connsiteX0" fmla="*/ 45625 w 139415"/>
                <a:gd name="connsiteY0" fmla="*/ 84778 h 157628"/>
                <a:gd name="connsiteX1" fmla="*/ 85627 w 139415"/>
                <a:gd name="connsiteY1" fmla="*/ 84778 h 157628"/>
                <a:gd name="connsiteX2" fmla="*/ 139595 w 139415"/>
                <a:gd name="connsiteY2" fmla="*/ 43006 h 157628"/>
                <a:gd name="connsiteX3" fmla="*/ 83734 w 139415"/>
                <a:gd name="connsiteY3" fmla="*/ 79 h 157628"/>
                <a:gd name="connsiteX4" fmla="*/ 179 w 139415"/>
                <a:gd name="connsiteY4" fmla="*/ 79 h 157628"/>
                <a:gd name="connsiteX5" fmla="*/ 179 w 139415"/>
                <a:gd name="connsiteY5" fmla="*/ 7233 h 157628"/>
                <a:gd name="connsiteX6" fmla="*/ 5860 w 139415"/>
                <a:gd name="connsiteY6" fmla="*/ 7233 h 157628"/>
                <a:gd name="connsiteX7" fmla="*/ 24559 w 139415"/>
                <a:gd name="connsiteY7" fmla="*/ 18080 h 157628"/>
                <a:gd name="connsiteX8" fmla="*/ 24559 w 139415"/>
                <a:gd name="connsiteY8" fmla="*/ 139706 h 157628"/>
                <a:gd name="connsiteX9" fmla="*/ 5860 w 139415"/>
                <a:gd name="connsiteY9" fmla="*/ 150553 h 157628"/>
                <a:gd name="connsiteX10" fmla="*/ 179 w 139415"/>
                <a:gd name="connsiteY10" fmla="*/ 150553 h 157628"/>
                <a:gd name="connsiteX11" fmla="*/ 179 w 139415"/>
                <a:gd name="connsiteY11" fmla="*/ 157708 h 157628"/>
                <a:gd name="connsiteX12" fmla="*/ 34974 w 139415"/>
                <a:gd name="connsiteY12" fmla="*/ 157015 h 157628"/>
                <a:gd name="connsiteX13" fmla="*/ 70005 w 139415"/>
                <a:gd name="connsiteY13" fmla="*/ 157708 h 157628"/>
                <a:gd name="connsiteX14" fmla="*/ 70005 w 139415"/>
                <a:gd name="connsiteY14" fmla="*/ 150553 h 157628"/>
                <a:gd name="connsiteX15" fmla="*/ 64324 w 139415"/>
                <a:gd name="connsiteY15" fmla="*/ 150553 h 157628"/>
                <a:gd name="connsiteX16" fmla="*/ 45625 w 139415"/>
                <a:gd name="connsiteY16" fmla="*/ 139706 h 157628"/>
                <a:gd name="connsiteX17" fmla="*/ 45625 w 139415"/>
                <a:gd name="connsiteY17" fmla="*/ 84778 h 157628"/>
                <a:gd name="connsiteX18" fmla="*/ 44915 w 139415"/>
                <a:gd name="connsiteY18" fmla="*/ 78778 h 157628"/>
                <a:gd name="connsiteX19" fmla="*/ 44915 w 139415"/>
                <a:gd name="connsiteY19" fmla="*/ 16465 h 157628"/>
                <a:gd name="connsiteX20" fmla="*/ 56513 w 139415"/>
                <a:gd name="connsiteY20" fmla="*/ 7233 h 157628"/>
                <a:gd name="connsiteX21" fmla="*/ 77580 w 139415"/>
                <a:gd name="connsiteY21" fmla="*/ 7233 h 157628"/>
                <a:gd name="connsiteX22" fmla="*/ 115215 w 139415"/>
                <a:gd name="connsiteY22" fmla="*/ 43006 h 157628"/>
                <a:gd name="connsiteX23" fmla="*/ 77580 w 139415"/>
                <a:gd name="connsiteY23" fmla="*/ 78778 h 157628"/>
                <a:gd name="connsiteX24" fmla="*/ 44915 w 139415"/>
                <a:gd name="connsiteY24" fmla="*/ 78778 h 157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9415" h="157628">
                  <a:moveTo>
                    <a:pt x="45625" y="84778"/>
                  </a:moveTo>
                  <a:lnTo>
                    <a:pt x="85627" y="84778"/>
                  </a:lnTo>
                  <a:cubicBezTo>
                    <a:pt x="114031" y="84778"/>
                    <a:pt x="139595" y="66085"/>
                    <a:pt x="139595" y="43006"/>
                  </a:cubicBezTo>
                  <a:cubicBezTo>
                    <a:pt x="139595" y="20388"/>
                    <a:pt x="116161" y="79"/>
                    <a:pt x="83734" y="79"/>
                  </a:cubicBezTo>
                  <a:lnTo>
                    <a:pt x="179" y="79"/>
                  </a:lnTo>
                  <a:lnTo>
                    <a:pt x="179" y="7233"/>
                  </a:lnTo>
                  <a:lnTo>
                    <a:pt x="5860" y="7233"/>
                  </a:lnTo>
                  <a:cubicBezTo>
                    <a:pt x="24086" y="7233"/>
                    <a:pt x="24559" y="9772"/>
                    <a:pt x="24559" y="18080"/>
                  </a:cubicBezTo>
                  <a:lnTo>
                    <a:pt x="24559" y="139706"/>
                  </a:lnTo>
                  <a:cubicBezTo>
                    <a:pt x="24559" y="148015"/>
                    <a:pt x="24086" y="150553"/>
                    <a:pt x="5860" y="150553"/>
                  </a:cubicBezTo>
                  <a:lnTo>
                    <a:pt x="179" y="150553"/>
                  </a:lnTo>
                  <a:lnTo>
                    <a:pt x="179" y="157708"/>
                  </a:lnTo>
                  <a:cubicBezTo>
                    <a:pt x="8464" y="157015"/>
                    <a:pt x="25979" y="157015"/>
                    <a:pt x="34974" y="157015"/>
                  </a:cubicBezTo>
                  <a:cubicBezTo>
                    <a:pt x="43968" y="157015"/>
                    <a:pt x="61721" y="157015"/>
                    <a:pt x="70005" y="157708"/>
                  </a:cubicBezTo>
                  <a:lnTo>
                    <a:pt x="70005" y="150553"/>
                  </a:lnTo>
                  <a:lnTo>
                    <a:pt x="64324" y="150553"/>
                  </a:lnTo>
                  <a:cubicBezTo>
                    <a:pt x="46099" y="150553"/>
                    <a:pt x="45625" y="148015"/>
                    <a:pt x="45625" y="139706"/>
                  </a:cubicBezTo>
                  <a:lnTo>
                    <a:pt x="45625" y="84778"/>
                  </a:lnTo>
                  <a:close/>
                  <a:moveTo>
                    <a:pt x="44915" y="78778"/>
                  </a:moveTo>
                  <a:lnTo>
                    <a:pt x="44915" y="16465"/>
                  </a:lnTo>
                  <a:cubicBezTo>
                    <a:pt x="44915" y="8849"/>
                    <a:pt x="45389" y="7233"/>
                    <a:pt x="56513" y="7233"/>
                  </a:cubicBezTo>
                  <a:lnTo>
                    <a:pt x="77580" y="7233"/>
                  </a:lnTo>
                  <a:cubicBezTo>
                    <a:pt x="115215" y="7233"/>
                    <a:pt x="115215" y="31697"/>
                    <a:pt x="115215" y="43006"/>
                  </a:cubicBezTo>
                  <a:cubicBezTo>
                    <a:pt x="115215" y="53853"/>
                    <a:pt x="115215" y="78778"/>
                    <a:pt x="77580" y="78778"/>
                  </a:cubicBezTo>
                  <a:lnTo>
                    <a:pt x="44915" y="7877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 name="Freeform: Shape 26">
              <a:extLst>
                <a:ext uri="{FF2B5EF4-FFF2-40B4-BE49-F238E27FC236}">
                  <a16:creationId xmlns:a16="http://schemas.microsoft.com/office/drawing/2014/main" id="{0EC5DFBE-8661-E93B-A03E-BA654263A0FE}"/>
                </a:ext>
              </a:extLst>
            </p:cNvPr>
            <p:cNvSpPr/>
            <p:nvPr>
              <p:custDataLst>
                <p:tags r:id="rId33"/>
              </p:custDataLst>
            </p:nvPr>
          </p:nvSpPr>
          <p:spPr>
            <a:xfrm>
              <a:off x="12267079" y="5273662"/>
              <a:ext cx="79530" cy="102008"/>
            </a:xfrm>
            <a:custGeom>
              <a:avLst/>
              <a:gdLst>
                <a:gd name="connsiteX0" fmla="*/ 33087 w 79530"/>
                <a:gd name="connsiteY0" fmla="*/ 25466 h 102008"/>
                <a:gd name="connsiteX1" fmla="*/ 33087 w 79530"/>
                <a:gd name="connsiteY1" fmla="*/ 79 h 102008"/>
                <a:gd name="connsiteX2" fmla="*/ 186 w 79530"/>
                <a:gd name="connsiteY2" fmla="*/ 2618 h 102008"/>
                <a:gd name="connsiteX3" fmla="*/ 186 w 79530"/>
                <a:gd name="connsiteY3" fmla="*/ 9772 h 102008"/>
                <a:gd name="connsiteX4" fmla="*/ 18648 w 79530"/>
                <a:gd name="connsiteY4" fmla="*/ 22696 h 102008"/>
                <a:gd name="connsiteX5" fmla="*/ 18648 w 79530"/>
                <a:gd name="connsiteY5" fmla="*/ 84548 h 102008"/>
                <a:gd name="connsiteX6" fmla="*/ 186 w 79530"/>
                <a:gd name="connsiteY6" fmla="*/ 94933 h 102008"/>
                <a:gd name="connsiteX7" fmla="*/ 186 w 79530"/>
                <a:gd name="connsiteY7" fmla="*/ 102088 h 102008"/>
                <a:gd name="connsiteX8" fmla="*/ 27169 w 79530"/>
                <a:gd name="connsiteY8" fmla="*/ 101395 h 102008"/>
                <a:gd name="connsiteX9" fmla="*/ 57230 w 79530"/>
                <a:gd name="connsiteY9" fmla="*/ 102088 h 102008"/>
                <a:gd name="connsiteX10" fmla="*/ 57230 w 79530"/>
                <a:gd name="connsiteY10" fmla="*/ 94933 h 102008"/>
                <a:gd name="connsiteX11" fmla="*/ 52260 w 79530"/>
                <a:gd name="connsiteY11" fmla="*/ 94933 h 102008"/>
                <a:gd name="connsiteX12" fmla="*/ 34270 w 79530"/>
                <a:gd name="connsiteY12" fmla="*/ 84086 h 102008"/>
                <a:gd name="connsiteX13" fmla="*/ 34270 w 79530"/>
                <a:gd name="connsiteY13" fmla="*/ 48545 h 102008"/>
                <a:gd name="connsiteX14" fmla="*/ 62201 w 79530"/>
                <a:gd name="connsiteY14" fmla="*/ 5156 h 102008"/>
                <a:gd name="connsiteX15" fmla="*/ 64805 w 79530"/>
                <a:gd name="connsiteY15" fmla="*/ 5387 h 102008"/>
                <a:gd name="connsiteX16" fmla="*/ 59361 w 79530"/>
                <a:gd name="connsiteY16" fmla="*/ 14388 h 102008"/>
                <a:gd name="connsiteX17" fmla="*/ 69539 w 79530"/>
                <a:gd name="connsiteY17" fmla="*/ 24312 h 102008"/>
                <a:gd name="connsiteX18" fmla="*/ 79717 w 79530"/>
                <a:gd name="connsiteY18" fmla="*/ 14157 h 102008"/>
                <a:gd name="connsiteX19" fmla="*/ 62201 w 79530"/>
                <a:gd name="connsiteY19" fmla="*/ 79 h 102008"/>
                <a:gd name="connsiteX20" fmla="*/ 33087 w 79530"/>
                <a:gd name="connsiteY20" fmla="*/ 25466 h 102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530" h="102008">
                  <a:moveTo>
                    <a:pt x="33087" y="25466"/>
                  </a:moveTo>
                  <a:lnTo>
                    <a:pt x="33087" y="79"/>
                  </a:lnTo>
                  <a:lnTo>
                    <a:pt x="186" y="2618"/>
                  </a:lnTo>
                  <a:lnTo>
                    <a:pt x="186" y="9772"/>
                  </a:lnTo>
                  <a:cubicBezTo>
                    <a:pt x="16755" y="9772"/>
                    <a:pt x="18648" y="11388"/>
                    <a:pt x="18648" y="22696"/>
                  </a:cubicBezTo>
                  <a:lnTo>
                    <a:pt x="18648" y="84548"/>
                  </a:lnTo>
                  <a:cubicBezTo>
                    <a:pt x="18648" y="94933"/>
                    <a:pt x="16045" y="94933"/>
                    <a:pt x="186" y="94933"/>
                  </a:cubicBezTo>
                  <a:lnTo>
                    <a:pt x="186" y="102088"/>
                  </a:lnTo>
                  <a:cubicBezTo>
                    <a:pt x="9417" y="101857"/>
                    <a:pt x="20542" y="101395"/>
                    <a:pt x="27169" y="101395"/>
                  </a:cubicBezTo>
                  <a:cubicBezTo>
                    <a:pt x="36637" y="101395"/>
                    <a:pt x="47762" y="101395"/>
                    <a:pt x="57230" y="102088"/>
                  </a:cubicBezTo>
                  <a:lnTo>
                    <a:pt x="57230" y="94933"/>
                  </a:lnTo>
                  <a:lnTo>
                    <a:pt x="52260" y="94933"/>
                  </a:lnTo>
                  <a:cubicBezTo>
                    <a:pt x="34744" y="94933"/>
                    <a:pt x="34270" y="92395"/>
                    <a:pt x="34270" y="84086"/>
                  </a:cubicBezTo>
                  <a:lnTo>
                    <a:pt x="34270" y="48545"/>
                  </a:lnTo>
                  <a:cubicBezTo>
                    <a:pt x="34270" y="25697"/>
                    <a:pt x="44212" y="5156"/>
                    <a:pt x="62201" y="5156"/>
                  </a:cubicBezTo>
                  <a:cubicBezTo>
                    <a:pt x="63858" y="5156"/>
                    <a:pt x="64331" y="5156"/>
                    <a:pt x="64805" y="5387"/>
                  </a:cubicBezTo>
                  <a:cubicBezTo>
                    <a:pt x="64095" y="5618"/>
                    <a:pt x="59361" y="8387"/>
                    <a:pt x="59361" y="14388"/>
                  </a:cubicBezTo>
                  <a:cubicBezTo>
                    <a:pt x="59361" y="20850"/>
                    <a:pt x="64331" y="24312"/>
                    <a:pt x="69539" y="24312"/>
                  </a:cubicBezTo>
                  <a:cubicBezTo>
                    <a:pt x="73799" y="24312"/>
                    <a:pt x="79717" y="21542"/>
                    <a:pt x="79717" y="14157"/>
                  </a:cubicBezTo>
                  <a:cubicBezTo>
                    <a:pt x="79717" y="6772"/>
                    <a:pt x="72379" y="79"/>
                    <a:pt x="62201" y="79"/>
                  </a:cubicBezTo>
                  <a:cubicBezTo>
                    <a:pt x="44922" y="79"/>
                    <a:pt x="36401" y="15542"/>
                    <a:pt x="33087" y="2546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 name="Freeform: Shape 27">
              <a:extLst>
                <a:ext uri="{FF2B5EF4-FFF2-40B4-BE49-F238E27FC236}">
                  <a16:creationId xmlns:a16="http://schemas.microsoft.com/office/drawing/2014/main" id="{A8CEF9F5-64CE-2BAF-BF38-EBF8ED849F1A}"/>
                </a:ext>
              </a:extLst>
            </p:cNvPr>
            <p:cNvSpPr/>
            <p:nvPr>
              <p:custDataLst>
                <p:tags r:id="rId34"/>
              </p:custDataLst>
            </p:nvPr>
          </p:nvSpPr>
          <p:spPr>
            <a:xfrm>
              <a:off x="12376591" y="5202579"/>
              <a:ext cx="54914" cy="230788"/>
            </a:xfrm>
            <a:custGeom>
              <a:avLst/>
              <a:gdLst>
                <a:gd name="connsiteX0" fmla="*/ 55104 w 54914"/>
                <a:gd name="connsiteY0" fmla="*/ 228560 h 230788"/>
                <a:gd name="connsiteX1" fmla="*/ 51080 w 54914"/>
                <a:gd name="connsiteY1" fmla="*/ 223483 h 230788"/>
                <a:gd name="connsiteX2" fmla="*/ 13918 w 54914"/>
                <a:gd name="connsiteY2" fmla="*/ 115473 h 230788"/>
                <a:gd name="connsiteX3" fmla="*/ 52027 w 54914"/>
                <a:gd name="connsiteY3" fmla="*/ 6310 h 230788"/>
                <a:gd name="connsiteX4" fmla="*/ 55104 w 54914"/>
                <a:gd name="connsiteY4" fmla="*/ 2387 h 230788"/>
                <a:gd name="connsiteX5" fmla="*/ 52737 w 54914"/>
                <a:gd name="connsiteY5" fmla="*/ 79 h 230788"/>
                <a:gd name="connsiteX6" fmla="*/ 15102 w 54914"/>
                <a:gd name="connsiteY6" fmla="*/ 45083 h 230788"/>
                <a:gd name="connsiteX7" fmla="*/ 190 w 54914"/>
                <a:gd name="connsiteY7" fmla="*/ 115473 h 230788"/>
                <a:gd name="connsiteX8" fmla="*/ 15812 w 54914"/>
                <a:gd name="connsiteY8" fmla="*/ 187480 h 230788"/>
                <a:gd name="connsiteX9" fmla="*/ 52737 w 54914"/>
                <a:gd name="connsiteY9" fmla="*/ 230868 h 230788"/>
                <a:gd name="connsiteX10" fmla="*/ 55104 w 54914"/>
                <a:gd name="connsiteY10" fmla="*/ 228560 h 230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4" h="230788">
                  <a:moveTo>
                    <a:pt x="55104" y="228560"/>
                  </a:moveTo>
                  <a:cubicBezTo>
                    <a:pt x="55104" y="227868"/>
                    <a:pt x="55104" y="227406"/>
                    <a:pt x="51080" y="223483"/>
                  </a:cubicBezTo>
                  <a:cubicBezTo>
                    <a:pt x="21493" y="194403"/>
                    <a:pt x="13918" y="150784"/>
                    <a:pt x="13918" y="115473"/>
                  </a:cubicBezTo>
                  <a:cubicBezTo>
                    <a:pt x="13918" y="75316"/>
                    <a:pt x="22913" y="35159"/>
                    <a:pt x="52027" y="6310"/>
                  </a:cubicBezTo>
                  <a:cubicBezTo>
                    <a:pt x="55104" y="3541"/>
                    <a:pt x="55104" y="3079"/>
                    <a:pt x="55104" y="2387"/>
                  </a:cubicBezTo>
                  <a:cubicBezTo>
                    <a:pt x="55104" y="771"/>
                    <a:pt x="54157" y="79"/>
                    <a:pt x="52737" y="79"/>
                  </a:cubicBezTo>
                  <a:cubicBezTo>
                    <a:pt x="50370" y="79"/>
                    <a:pt x="29067" y="15773"/>
                    <a:pt x="15102" y="45083"/>
                  </a:cubicBezTo>
                  <a:cubicBezTo>
                    <a:pt x="3030" y="70470"/>
                    <a:pt x="190" y="96087"/>
                    <a:pt x="190" y="115473"/>
                  </a:cubicBezTo>
                  <a:cubicBezTo>
                    <a:pt x="190" y="133475"/>
                    <a:pt x="2793" y="161400"/>
                    <a:pt x="15812" y="187480"/>
                  </a:cubicBezTo>
                  <a:cubicBezTo>
                    <a:pt x="30014" y="215867"/>
                    <a:pt x="50370" y="230868"/>
                    <a:pt x="52737" y="230868"/>
                  </a:cubicBezTo>
                  <a:cubicBezTo>
                    <a:pt x="54157" y="230868"/>
                    <a:pt x="55104" y="230175"/>
                    <a:pt x="55104" y="22856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 name="Freeform: Shape 28">
              <a:extLst>
                <a:ext uri="{FF2B5EF4-FFF2-40B4-BE49-F238E27FC236}">
                  <a16:creationId xmlns:a16="http://schemas.microsoft.com/office/drawing/2014/main" id="{7FCF0A50-75BA-0A2B-B585-9854752DA5F4}"/>
                </a:ext>
              </a:extLst>
            </p:cNvPr>
            <p:cNvSpPr/>
            <p:nvPr>
              <p:custDataLst>
                <p:tags r:id="rId35"/>
              </p:custDataLst>
            </p:nvPr>
          </p:nvSpPr>
          <p:spPr>
            <a:xfrm>
              <a:off x="12452072" y="5273662"/>
              <a:ext cx="109118" cy="149320"/>
            </a:xfrm>
            <a:custGeom>
              <a:avLst/>
              <a:gdLst>
                <a:gd name="connsiteX0" fmla="*/ 108365 w 109118"/>
                <a:gd name="connsiteY0" fmla="*/ 14157 h 149320"/>
                <a:gd name="connsiteX1" fmla="*/ 109312 w 109118"/>
                <a:gd name="connsiteY1" fmla="*/ 8849 h 149320"/>
                <a:gd name="connsiteX2" fmla="*/ 102447 w 109118"/>
                <a:gd name="connsiteY2" fmla="*/ 2618 h 149320"/>
                <a:gd name="connsiteX3" fmla="*/ 94163 w 109118"/>
                <a:gd name="connsiteY3" fmla="*/ 7464 h 149320"/>
                <a:gd name="connsiteX4" fmla="*/ 90849 w 109118"/>
                <a:gd name="connsiteY4" fmla="*/ 19927 h 149320"/>
                <a:gd name="connsiteX5" fmla="*/ 86115 w 109118"/>
                <a:gd name="connsiteY5" fmla="*/ 38390 h 149320"/>
                <a:gd name="connsiteX6" fmla="*/ 75464 w 109118"/>
                <a:gd name="connsiteY6" fmla="*/ 79932 h 149320"/>
                <a:gd name="connsiteX7" fmla="*/ 48717 w 109118"/>
                <a:gd name="connsiteY7" fmla="*/ 99549 h 149320"/>
                <a:gd name="connsiteX8" fmla="*/ 34042 w 109118"/>
                <a:gd name="connsiteY8" fmla="*/ 80855 h 149320"/>
                <a:gd name="connsiteX9" fmla="*/ 46113 w 109118"/>
                <a:gd name="connsiteY9" fmla="*/ 35620 h 149320"/>
                <a:gd name="connsiteX10" fmla="*/ 50847 w 109118"/>
                <a:gd name="connsiteY10" fmla="*/ 19004 h 149320"/>
                <a:gd name="connsiteX11" fmla="*/ 31438 w 109118"/>
                <a:gd name="connsiteY11" fmla="*/ 79 h 149320"/>
                <a:gd name="connsiteX12" fmla="*/ 194 w 109118"/>
                <a:gd name="connsiteY12" fmla="*/ 35620 h 149320"/>
                <a:gd name="connsiteX13" fmla="*/ 3034 w 109118"/>
                <a:gd name="connsiteY13" fmla="*/ 37928 h 149320"/>
                <a:gd name="connsiteX14" fmla="*/ 6821 w 109118"/>
                <a:gd name="connsiteY14" fmla="*/ 33774 h 149320"/>
                <a:gd name="connsiteX15" fmla="*/ 30728 w 109118"/>
                <a:gd name="connsiteY15" fmla="*/ 5156 h 149320"/>
                <a:gd name="connsiteX16" fmla="*/ 36645 w 109118"/>
                <a:gd name="connsiteY16" fmla="*/ 12542 h 149320"/>
                <a:gd name="connsiteX17" fmla="*/ 32621 w 109118"/>
                <a:gd name="connsiteY17" fmla="*/ 28697 h 149320"/>
                <a:gd name="connsiteX18" fmla="*/ 18893 w 109118"/>
                <a:gd name="connsiteY18" fmla="*/ 77162 h 149320"/>
                <a:gd name="connsiteX19" fmla="*/ 47770 w 109118"/>
                <a:gd name="connsiteY19" fmla="*/ 104626 h 149320"/>
                <a:gd name="connsiteX20" fmla="*/ 71677 w 109118"/>
                <a:gd name="connsiteY20" fmla="*/ 94241 h 149320"/>
                <a:gd name="connsiteX21" fmla="*/ 56291 w 109118"/>
                <a:gd name="connsiteY21" fmla="*/ 129782 h 149320"/>
                <a:gd name="connsiteX22" fmla="*/ 30254 w 109118"/>
                <a:gd name="connsiteY22" fmla="*/ 144322 h 149320"/>
                <a:gd name="connsiteX23" fmla="*/ 12265 w 109118"/>
                <a:gd name="connsiteY23" fmla="*/ 134629 h 149320"/>
                <a:gd name="connsiteX24" fmla="*/ 22443 w 109118"/>
                <a:gd name="connsiteY24" fmla="*/ 131859 h 149320"/>
                <a:gd name="connsiteX25" fmla="*/ 27177 w 109118"/>
                <a:gd name="connsiteY25" fmla="*/ 122397 h 149320"/>
                <a:gd name="connsiteX26" fmla="*/ 18419 w 109118"/>
                <a:gd name="connsiteY26" fmla="*/ 114319 h 149320"/>
                <a:gd name="connsiteX27" fmla="*/ 5164 w 109118"/>
                <a:gd name="connsiteY27" fmla="*/ 129321 h 149320"/>
                <a:gd name="connsiteX28" fmla="*/ 30254 w 109118"/>
                <a:gd name="connsiteY28" fmla="*/ 149399 h 149320"/>
                <a:gd name="connsiteX29" fmla="*/ 85642 w 109118"/>
                <a:gd name="connsiteY29" fmla="*/ 102318 h 149320"/>
                <a:gd name="connsiteX30" fmla="*/ 108365 w 109118"/>
                <a:gd name="connsiteY30" fmla="*/ 14157 h 149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118" h="149320">
                  <a:moveTo>
                    <a:pt x="108365" y="14157"/>
                  </a:moveTo>
                  <a:cubicBezTo>
                    <a:pt x="109312" y="10926"/>
                    <a:pt x="109312" y="10464"/>
                    <a:pt x="109312" y="8849"/>
                  </a:cubicBezTo>
                  <a:cubicBezTo>
                    <a:pt x="109312" y="4695"/>
                    <a:pt x="105998" y="2618"/>
                    <a:pt x="102447" y="2618"/>
                  </a:cubicBezTo>
                  <a:cubicBezTo>
                    <a:pt x="100081" y="2618"/>
                    <a:pt x="96293" y="4002"/>
                    <a:pt x="94163" y="7464"/>
                  </a:cubicBezTo>
                  <a:cubicBezTo>
                    <a:pt x="93690" y="8618"/>
                    <a:pt x="91796" y="15773"/>
                    <a:pt x="90849" y="19927"/>
                  </a:cubicBezTo>
                  <a:cubicBezTo>
                    <a:pt x="89192" y="25927"/>
                    <a:pt x="87535" y="32159"/>
                    <a:pt x="86115" y="38390"/>
                  </a:cubicBezTo>
                  <a:lnTo>
                    <a:pt x="75464" y="79932"/>
                  </a:lnTo>
                  <a:cubicBezTo>
                    <a:pt x="74517" y="83394"/>
                    <a:pt x="64339" y="99549"/>
                    <a:pt x="48717" y="99549"/>
                  </a:cubicBezTo>
                  <a:cubicBezTo>
                    <a:pt x="36645" y="99549"/>
                    <a:pt x="34042" y="89394"/>
                    <a:pt x="34042" y="80855"/>
                  </a:cubicBezTo>
                  <a:cubicBezTo>
                    <a:pt x="34042" y="70239"/>
                    <a:pt x="38065" y="55930"/>
                    <a:pt x="46113" y="35620"/>
                  </a:cubicBezTo>
                  <a:cubicBezTo>
                    <a:pt x="49900" y="26158"/>
                    <a:pt x="50847" y="23619"/>
                    <a:pt x="50847" y="19004"/>
                  </a:cubicBezTo>
                  <a:cubicBezTo>
                    <a:pt x="50847" y="8618"/>
                    <a:pt x="43273" y="79"/>
                    <a:pt x="31438" y="79"/>
                  </a:cubicBezTo>
                  <a:cubicBezTo>
                    <a:pt x="8951" y="79"/>
                    <a:pt x="194" y="33543"/>
                    <a:pt x="194" y="35620"/>
                  </a:cubicBezTo>
                  <a:cubicBezTo>
                    <a:pt x="194" y="37928"/>
                    <a:pt x="2561" y="37928"/>
                    <a:pt x="3034" y="37928"/>
                  </a:cubicBezTo>
                  <a:cubicBezTo>
                    <a:pt x="5401" y="37928"/>
                    <a:pt x="5638" y="37467"/>
                    <a:pt x="6821" y="33774"/>
                  </a:cubicBezTo>
                  <a:cubicBezTo>
                    <a:pt x="13212" y="12080"/>
                    <a:pt x="22680" y="5156"/>
                    <a:pt x="30728" y="5156"/>
                  </a:cubicBezTo>
                  <a:cubicBezTo>
                    <a:pt x="32621" y="5156"/>
                    <a:pt x="36645" y="5156"/>
                    <a:pt x="36645" y="12542"/>
                  </a:cubicBezTo>
                  <a:cubicBezTo>
                    <a:pt x="36645" y="18311"/>
                    <a:pt x="34278" y="24312"/>
                    <a:pt x="32621" y="28697"/>
                  </a:cubicBezTo>
                  <a:cubicBezTo>
                    <a:pt x="23153" y="53160"/>
                    <a:pt x="18893" y="66315"/>
                    <a:pt x="18893" y="77162"/>
                  </a:cubicBezTo>
                  <a:cubicBezTo>
                    <a:pt x="18893" y="97703"/>
                    <a:pt x="33805" y="104626"/>
                    <a:pt x="47770" y="104626"/>
                  </a:cubicBezTo>
                  <a:cubicBezTo>
                    <a:pt x="57001" y="104626"/>
                    <a:pt x="65049" y="100703"/>
                    <a:pt x="71677" y="94241"/>
                  </a:cubicBezTo>
                  <a:cubicBezTo>
                    <a:pt x="68600" y="106242"/>
                    <a:pt x="65759" y="117551"/>
                    <a:pt x="56291" y="129782"/>
                  </a:cubicBezTo>
                  <a:cubicBezTo>
                    <a:pt x="50137" y="137629"/>
                    <a:pt x="41142" y="144322"/>
                    <a:pt x="30254" y="144322"/>
                  </a:cubicBezTo>
                  <a:cubicBezTo>
                    <a:pt x="26941" y="144322"/>
                    <a:pt x="16289" y="143630"/>
                    <a:pt x="12265" y="134629"/>
                  </a:cubicBezTo>
                  <a:cubicBezTo>
                    <a:pt x="16052" y="134629"/>
                    <a:pt x="19130" y="134629"/>
                    <a:pt x="22443" y="131859"/>
                  </a:cubicBezTo>
                  <a:cubicBezTo>
                    <a:pt x="24810" y="129782"/>
                    <a:pt x="27177" y="126782"/>
                    <a:pt x="27177" y="122397"/>
                  </a:cubicBezTo>
                  <a:cubicBezTo>
                    <a:pt x="27177" y="115243"/>
                    <a:pt x="20786" y="114319"/>
                    <a:pt x="18419" y="114319"/>
                  </a:cubicBezTo>
                  <a:cubicBezTo>
                    <a:pt x="12975" y="114319"/>
                    <a:pt x="5164" y="118012"/>
                    <a:pt x="5164" y="129321"/>
                  </a:cubicBezTo>
                  <a:cubicBezTo>
                    <a:pt x="5164" y="140860"/>
                    <a:pt x="15579" y="149399"/>
                    <a:pt x="30254" y="149399"/>
                  </a:cubicBezTo>
                  <a:cubicBezTo>
                    <a:pt x="54634" y="149399"/>
                    <a:pt x="79014" y="128398"/>
                    <a:pt x="85642" y="102318"/>
                  </a:cubicBezTo>
                  <a:lnTo>
                    <a:pt x="108365" y="1415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 name="Freeform: Shape 29">
              <a:extLst>
                <a:ext uri="{FF2B5EF4-FFF2-40B4-BE49-F238E27FC236}">
                  <a16:creationId xmlns:a16="http://schemas.microsoft.com/office/drawing/2014/main" id="{EA265BD0-8BA5-0348-8AFA-170E40595664}"/>
                </a:ext>
              </a:extLst>
            </p:cNvPr>
            <p:cNvSpPr/>
            <p:nvPr>
              <p:custDataLst>
                <p:tags r:id="rId36"/>
              </p:custDataLst>
            </p:nvPr>
          </p:nvSpPr>
          <p:spPr>
            <a:xfrm>
              <a:off x="12569045" y="5303180"/>
              <a:ext cx="50203" cy="108724"/>
            </a:xfrm>
            <a:custGeom>
              <a:avLst/>
              <a:gdLst>
                <a:gd name="connsiteX0" fmla="*/ 46094 w 50203"/>
                <a:gd name="connsiteY0" fmla="*/ 6219 h 108724"/>
                <a:gd name="connsiteX1" fmla="*/ 39467 w 50203"/>
                <a:gd name="connsiteY1" fmla="*/ 80 h 108724"/>
                <a:gd name="connsiteX2" fmla="*/ 30188 w 50203"/>
                <a:gd name="connsiteY2" fmla="*/ 8966 h 108724"/>
                <a:gd name="connsiteX3" fmla="*/ 36816 w 50203"/>
                <a:gd name="connsiteY3" fmla="*/ 15105 h 108724"/>
                <a:gd name="connsiteX4" fmla="*/ 46094 w 50203"/>
                <a:gd name="connsiteY4" fmla="*/ 6219 h 108724"/>
                <a:gd name="connsiteX5" fmla="*/ 12294 w 50203"/>
                <a:gd name="connsiteY5" fmla="*/ 88288 h 108724"/>
                <a:gd name="connsiteX6" fmla="*/ 10803 w 50203"/>
                <a:gd name="connsiteY6" fmla="*/ 95073 h 108724"/>
                <a:gd name="connsiteX7" fmla="*/ 26543 w 50203"/>
                <a:gd name="connsiteY7" fmla="*/ 108805 h 108724"/>
                <a:gd name="connsiteX8" fmla="*/ 50402 w 50203"/>
                <a:gd name="connsiteY8" fmla="*/ 84088 h 108724"/>
                <a:gd name="connsiteX9" fmla="*/ 47751 w 50203"/>
                <a:gd name="connsiteY9" fmla="*/ 81987 h 108724"/>
                <a:gd name="connsiteX10" fmla="*/ 44603 w 50203"/>
                <a:gd name="connsiteY10" fmla="*/ 84734 h 108724"/>
                <a:gd name="connsiteX11" fmla="*/ 27040 w 50203"/>
                <a:gd name="connsiteY11" fmla="*/ 104282 h 108724"/>
                <a:gd name="connsiteX12" fmla="*/ 22898 w 50203"/>
                <a:gd name="connsiteY12" fmla="*/ 98627 h 108724"/>
                <a:gd name="connsiteX13" fmla="*/ 25549 w 50203"/>
                <a:gd name="connsiteY13" fmla="*/ 88288 h 108724"/>
                <a:gd name="connsiteX14" fmla="*/ 30851 w 50203"/>
                <a:gd name="connsiteY14" fmla="*/ 75364 h 108724"/>
                <a:gd name="connsiteX15" fmla="*/ 38970 w 50203"/>
                <a:gd name="connsiteY15" fmla="*/ 54847 h 108724"/>
                <a:gd name="connsiteX16" fmla="*/ 39964 w 50203"/>
                <a:gd name="connsiteY16" fmla="*/ 49677 h 108724"/>
                <a:gd name="connsiteX17" fmla="*/ 24223 w 50203"/>
                <a:gd name="connsiteY17" fmla="*/ 35945 h 108724"/>
                <a:gd name="connsiteX18" fmla="*/ 198 w 50203"/>
                <a:gd name="connsiteY18" fmla="*/ 60663 h 108724"/>
                <a:gd name="connsiteX19" fmla="*/ 3015 w 50203"/>
                <a:gd name="connsiteY19" fmla="*/ 62763 h 108724"/>
                <a:gd name="connsiteX20" fmla="*/ 5998 w 50203"/>
                <a:gd name="connsiteY20" fmla="*/ 60178 h 108724"/>
                <a:gd name="connsiteX21" fmla="*/ 23726 w 50203"/>
                <a:gd name="connsiteY21" fmla="*/ 40469 h 108724"/>
                <a:gd name="connsiteX22" fmla="*/ 27869 w 50203"/>
                <a:gd name="connsiteY22" fmla="*/ 46123 h 108724"/>
                <a:gd name="connsiteX23" fmla="*/ 22732 w 50203"/>
                <a:gd name="connsiteY23" fmla="*/ 62278 h 108724"/>
                <a:gd name="connsiteX24" fmla="*/ 12294 w 50203"/>
                <a:gd name="connsiteY24" fmla="*/ 88288 h 108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3" h="108724">
                  <a:moveTo>
                    <a:pt x="46094" y="6219"/>
                  </a:moveTo>
                  <a:cubicBezTo>
                    <a:pt x="46094" y="3635"/>
                    <a:pt x="44106" y="80"/>
                    <a:pt x="39467" y="80"/>
                  </a:cubicBezTo>
                  <a:cubicBezTo>
                    <a:pt x="34993" y="80"/>
                    <a:pt x="30188" y="4281"/>
                    <a:pt x="30188" y="8966"/>
                  </a:cubicBezTo>
                  <a:cubicBezTo>
                    <a:pt x="30188" y="11712"/>
                    <a:pt x="32342" y="15105"/>
                    <a:pt x="36816" y="15105"/>
                  </a:cubicBezTo>
                  <a:cubicBezTo>
                    <a:pt x="41621" y="15105"/>
                    <a:pt x="46094" y="10581"/>
                    <a:pt x="46094" y="6219"/>
                  </a:cubicBezTo>
                  <a:close/>
                  <a:moveTo>
                    <a:pt x="12294" y="88288"/>
                  </a:moveTo>
                  <a:cubicBezTo>
                    <a:pt x="11631" y="90388"/>
                    <a:pt x="10803" y="92327"/>
                    <a:pt x="10803" y="95073"/>
                  </a:cubicBezTo>
                  <a:cubicBezTo>
                    <a:pt x="10803" y="102666"/>
                    <a:pt x="17430" y="108805"/>
                    <a:pt x="26543" y="108805"/>
                  </a:cubicBezTo>
                  <a:cubicBezTo>
                    <a:pt x="43112" y="108805"/>
                    <a:pt x="50402" y="86511"/>
                    <a:pt x="50402" y="84088"/>
                  </a:cubicBezTo>
                  <a:cubicBezTo>
                    <a:pt x="50402" y="81987"/>
                    <a:pt x="48248" y="81987"/>
                    <a:pt x="47751" y="81987"/>
                  </a:cubicBezTo>
                  <a:cubicBezTo>
                    <a:pt x="45432" y="81987"/>
                    <a:pt x="45266" y="82957"/>
                    <a:pt x="44603" y="84734"/>
                  </a:cubicBezTo>
                  <a:cubicBezTo>
                    <a:pt x="40792" y="97658"/>
                    <a:pt x="33502" y="104282"/>
                    <a:pt x="27040" y="104282"/>
                  </a:cubicBezTo>
                  <a:cubicBezTo>
                    <a:pt x="23726" y="104282"/>
                    <a:pt x="22898" y="102181"/>
                    <a:pt x="22898" y="98627"/>
                  </a:cubicBezTo>
                  <a:cubicBezTo>
                    <a:pt x="22898" y="94912"/>
                    <a:pt x="24058" y="91842"/>
                    <a:pt x="25549" y="88288"/>
                  </a:cubicBezTo>
                  <a:cubicBezTo>
                    <a:pt x="27206" y="83926"/>
                    <a:pt x="29028" y="79564"/>
                    <a:pt x="30851" y="75364"/>
                  </a:cubicBezTo>
                  <a:cubicBezTo>
                    <a:pt x="32342" y="71487"/>
                    <a:pt x="38307" y="56785"/>
                    <a:pt x="38970" y="54847"/>
                  </a:cubicBezTo>
                  <a:cubicBezTo>
                    <a:pt x="39467" y="53231"/>
                    <a:pt x="39964" y="51293"/>
                    <a:pt x="39964" y="49677"/>
                  </a:cubicBezTo>
                  <a:cubicBezTo>
                    <a:pt x="39964" y="42084"/>
                    <a:pt x="33336" y="35945"/>
                    <a:pt x="24223" y="35945"/>
                  </a:cubicBezTo>
                  <a:cubicBezTo>
                    <a:pt x="7820" y="35945"/>
                    <a:pt x="198" y="57916"/>
                    <a:pt x="198" y="60663"/>
                  </a:cubicBezTo>
                  <a:cubicBezTo>
                    <a:pt x="198" y="62763"/>
                    <a:pt x="2518" y="62763"/>
                    <a:pt x="3015" y="62763"/>
                  </a:cubicBezTo>
                  <a:cubicBezTo>
                    <a:pt x="5335" y="62763"/>
                    <a:pt x="5501" y="61955"/>
                    <a:pt x="5998" y="60178"/>
                  </a:cubicBezTo>
                  <a:cubicBezTo>
                    <a:pt x="10306" y="46284"/>
                    <a:pt x="17596" y="40469"/>
                    <a:pt x="23726" y="40469"/>
                  </a:cubicBezTo>
                  <a:cubicBezTo>
                    <a:pt x="26377" y="40469"/>
                    <a:pt x="27869" y="41761"/>
                    <a:pt x="27869" y="46123"/>
                  </a:cubicBezTo>
                  <a:cubicBezTo>
                    <a:pt x="27869" y="49839"/>
                    <a:pt x="26874" y="52262"/>
                    <a:pt x="22732" y="62278"/>
                  </a:cubicBezTo>
                  <a:lnTo>
                    <a:pt x="12294" y="8828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 name="Freeform: Shape 30">
              <a:extLst>
                <a:ext uri="{FF2B5EF4-FFF2-40B4-BE49-F238E27FC236}">
                  <a16:creationId xmlns:a16="http://schemas.microsoft.com/office/drawing/2014/main" id="{8CB5BDA1-82BC-6CC7-F8D4-9E140FBE7702}"/>
                </a:ext>
              </a:extLst>
            </p:cNvPr>
            <p:cNvSpPr/>
            <p:nvPr>
              <p:custDataLst>
                <p:tags r:id="rId37"/>
              </p:custDataLst>
            </p:nvPr>
          </p:nvSpPr>
          <p:spPr>
            <a:xfrm>
              <a:off x="12719064" y="5290972"/>
              <a:ext cx="157404" cy="54004"/>
            </a:xfrm>
            <a:custGeom>
              <a:avLst/>
              <a:gdLst>
                <a:gd name="connsiteX0" fmla="*/ 149562 w 157404"/>
                <a:gd name="connsiteY0" fmla="*/ 9311 h 54004"/>
                <a:gd name="connsiteX1" fmla="*/ 157609 w 157404"/>
                <a:gd name="connsiteY1" fmla="*/ 4695 h 54004"/>
                <a:gd name="connsiteX2" fmla="*/ 149798 w 157404"/>
                <a:gd name="connsiteY2" fmla="*/ 79 h 54004"/>
                <a:gd name="connsiteX3" fmla="*/ 8016 w 157404"/>
                <a:gd name="connsiteY3" fmla="*/ 79 h 54004"/>
                <a:gd name="connsiteX4" fmla="*/ 205 w 157404"/>
                <a:gd name="connsiteY4" fmla="*/ 4695 h 54004"/>
                <a:gd name="connsiteX5" fmla="*/ 8252 w 157404"/>
                <a:gd name="connsiteY5" fmla="*/ 9311 h 54004"/>
                <a:gd name="connsiteX6" fmla="*/ 149562 w 157404"/>
                <a:gd name="connsiteY6" fmla="*/ 9311 h 54004"/>
                <a:gd name="connsiteX7" fmla="*/ 149798 w 157404"/>
                <a:gd name="connsiteY7" fmla="*/ 54084 h 54004"/>
                <a:gd name="connsiteX8" fmla="*/ 157609 w 157404"/>
                <a:gd name="connsiteY8" fmla="*/ 49468 h 54004"/>
                <a:gd name="connsiteX9" fmla="*/ 149562 w 157404"/>
                <a:gd name="connsiteY9" fmla="*/ 44852 h 54004"/>
                <a:gd name="connsiteX10" fmla="*/ 8252 w 157404"/>
                <a:gd name="connsiteY10" fmla="*/ 44852 h 54004"/>
                <a:gd name="connsiteX11" fmla="*/ 205 w 157404"/>
                <a:gd name="connsiteY11" fmla="*/ 49468 h 54004"/>
                <a:gd name="connsiteX12" fmla="*/ 8016 w 157404"/>
                <a:gd name="connsiteY12" fmla="*/ 54084 h 54004"/>
                <a:gd name="connsiteX13" fmla="*/ 149798 w 157404"/>
                <a:gd name="connsiteY13" fmla="*/ 54084 h 5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404" h="54004">
                  <a:moveTo>
                    <a:pt x="149562" y="9311"/>
                  </a:moveTo>
                  <a:cubicBezTo>
                    <a:pt x="153112" y="9311"/>
                    <a:pt x="157609" y="9311"/>
                    <a:pt x="157609" y="4695"/>
                  </a:cubicBezTo>
                  <a:cubicBezTo>
                    <a:pt x="157609" y="79"/>
                    <a:pt x="153112" y="79"/>
                    <a:pt x="149798" y="79"/>
                  </a:cubicBezTo>
                  <a:lnTo>
                    <a:pt x="8016" y="79"/>
                  </a:lnTo>
                  <a:cubicBezTo>
                    <a:pt x="4702" y="79"/>
                    <a:pt x="205" y="79"/>
                    <a:pt x="205" y="4695"/>
                  </a:cubicBezTo>
                  <a:cubicBezTo>
                    <a:pt x="205" y="9311"/>
                    <a:pt x="4702" y="9311"/>
                    <a:pt x="8252" y="9311"/>
                  </a:cubicBezTo>
                  <a:lnTo>
                    <a:pt x="149562" y="9311"/>
                  </a:lnTo>
                  <a:close/>
                  <a:moveTo>
                    <a:pt x="149798" y="54084"/>
                  </a:moveTo>
                  <a:cubicBezTo>
                    <a:pt x="153112" y="54084"/>
                    <a:pt x="157609" y="54084"/>
                    <a:pt x="157609" y="49468"/>
                  </a:cubicBezTo>
                  <a:cubicBezTo>
                    <a:pt x="157609" y="44852"/>
                    <a:pt x="153112" y="44852"/>
                    <a:pt x="149562" y="44852"/>
                  </a:cubicBezTo>
                  <a:lnTo>
                    <a:pt x="8252" y="44852"/>
                  </a:lnTo>
                  <a:cubicBezTo>
                    <a:pt x="4702" y="44852"/>
                    <a:pt x="205" y="44852"/>
                    <a:pt x="205" y="49468"/>
                  </a:cubicBezTo>
                  <a:cubicBezTo>
                    <a:pt x="205" y="54084"/>
                    <a:pt x="4702" y="54084"/>
                    <a:pt x="8016" y="54084"/>
                  </a:cubicBezTo>
                  <a:lnTo>
                    <a:pt x="149798" y="5408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 name="Freeform: Shape 31">
              <a:extLst>
                <a:ext uri="{FF2B5EF4-FFF2-40B4-BE49-F238E27FC236}">
                  <a16:creationId xmlns:a16="http://schemas.microsoft.com/office/drawing/2014/main" id="{0316CBE3-6BFF-1BBA-B906-2CC73E59591B}"/>
                </a:ext>
              </a:extLst>
            </p:cNvPr>
            <p:cNvSpPr/>
            <p:nvPr>
              <p:custDataLst>
                <p:tags r:id="rId38"/>
              </p:custDataLst>
            </p:nvPr>
          </p:nvSpPr>
          <p:spPr>
            <a:xfrm>
              <a:off x="12976723" y="5221966"/>
              <a:ext cx="78110" cy="153705"/>
            </a:xfrm>
            <a:custGeom>
              <a:avLst/>
              <a:gdLst>
                <a:gd name="connsiteX0" fmla="*/ 48738 w 78110"/>
                <a:gd name="connsiteY0" fmla="*/ 6079 h 153705"/>
                <a:gd name="connsiteX1" fmla="*/ 43294 w 78110"/>
                <a:gd name="connsiteY1" fmla="*/ 79 h 153705"/>
                <a:gd name="connsiteX2" fmla="*/ 215 w 78110"/>
                <a:gd name="connsiteY2" fmla="*/ 14849 h 153705"/>
                <a:gd name="connsiteX3" fmla="*/ 215 w 78110"/>
                <a:gd name="connsiteY3" fmla="*/ 22004 h 153705"/>
                <a:gd name="connsiteX4" fmla="*/ 31223 w 78110"/>
                <a:gd name="connsiteY4" fmla="*/ 16003 h 153705"/>
                <a:gd name="connsiteX5" fmla="*/ 31223 w 78110"/>
                <a:gd name="connsiteY5" fmla="*/ 135552 h 153705"/>
                <a:gd name="connsiteX6" fmla="*/ 9210 w 78110"/>
                <a:gd name="connsiteY6" fmla="*/ 146630 h 153705"/>
                <a:gd name="connsiteX7" fmla="*/ 1635 w 78110"/>
                <a:gd name="connsiteY7" fmla="*/ 146630 h 153705"/>
                <a:gd name="connsiteX8" fmla="*/ 1635 w 78110"/>
                <a:gd name="connsiteY8" fmla="*/ 153784 h 153705"/>
                <a:gd name="connsiteX9" fmla="*/ 39981 w 78110"/>
                <a:gd name="connsiteY9" fmla="*/ 153092 h 153705"/>
                <a:gd name="connsiteX10" fmla="*/ 78326 w 78110"/>
                <a:gd name="connsiteY10" fmla="*/ 153784 h 153705"/>
                <a:gd name="connsiteX11" fmla="*/ 78326 w 78110"/>
                <a:gd name="connsiteY11" fmla="*/ 146630 h 153705"/>
                <a:gd name="connsiteX12" fmla="*/ 70751 w 78110"/>
                <a:gd name="connsiteY12" fmla="*/ 146630 h 153705"/>
                <a:gd name="connsiteX13" fmla="*/ 48738 w 78110"/>
                <a:gd name="connsiteY13" fmla="*/ 135552 h 153705"/>
                <a:gd name="connsiteX14" fmla="*/ 48738 w 78110"/>
                <a:gd name="connsiteY14" fmla="*/ 6079 h 153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8110" h="153705">
                  <a:moveTo>
                    <a:pt x="48738" y="6079"/>
                  </a:moveTo>
                  <a:cubicBezTo>
                    <a:pt x="48738" y="541"/>
                    <a:pt x="48738" y="79"/>
                    <a:pt x="43294" y="79"/>
                  </a:cubicBezTo>
                  <a:cubicBezTo>
                    <a:pt x="28619" y="14849"/>
                    <a:pt x="7789" y="14849"/>
                    <a:pt x="215" y="14849"/>
                  </a:cubicBezTo>
                  <a:lnTo>
                    <a:pt x="215" y="22004"/>
                  </a:lnTo>
                  <a:cubicBezTo>
                    <a:pt x="4949" y="22004"/>
                    <a:pt x="18914" y="22004"/>
                    <a:pt x="31223" y="16003"/>
                  </a:cubicBezTo>
                  <a:lnTo>
                    <a:pt x="31223" y="135552"/>
                  </a:lnTo>
                  <a:cubicBezTo>
                    <a:pt x="31223" y="143860"/>
                    <a:pt x="30513" y="146630"/>
                    <a:pt x="9210" y="146630"/>
                  </a:cubicBezTo>
                  <a:lnTo>
                    <a:pt x="1635" y="146630"/>
                  </a:lnTo>
                  <a:lnTo>
                    <a:pt x="1635" y="153784"/>
                  </a:lnTo>
                  <a:cubicBezTo>
                    <a:pt x="9920" y="153092"/>
                    <a:pt x="30513" y="153092"/>
                    <a:pt x="39981" y="153092"/>
                  </a:cubicBezTo>
                  <a:cubicBezTo>
                    <a:pt x="49448" y="153092"/>
                    <a:pt x="70041" y="153092"/>
                    <a:pt x="78326" y="153784"/>
                  </a:cubicBezTo>
                  <a:lnTo>
                    <a:pt x="78326" y="146630"/>
                  </a:lnTo>
                  <a:lnTo>
                    <a:pt x="70751" y="146630"/>
                  </a:lnTo>
                  <a:cubicBezTo>
                    <a:pt x="49448" y="146630"/>
                    <a:pt x="48738" y="144091"/>
                    <a:pt x="48738" y="135552"/>
                  </a:cubicBezTo>
                  <a:lnTo>
                    <a:pt x="48738" y="607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 name="Freeform: Shape 32">
              <a:extLst>
                <a:ext uri="{FF2B5EF4-FFF2-40B4-BE49-F238E27FC236}">
                  <a16:creationId xmlns:a16="http://schemas.microsoft.com/office/drawing/2014/main" id="{E57994E5-EFB3-5C9C-EFEC-F85FCB507038}"/>
                </a:ext>
              </a:extLst>
            </p:cNvPr>
            <p:cNvSpPr/>
            <p:nvPr>
              <p:custDataLst>
                <p:tags r:id="rId39"/>
              </p:custDataLst>
            </p:nvPr>
          </p:nvSpPr>
          <p:spPr>
            <a:xfrm>
              <a:off x="13167922" y="5202579"/>
              <a:ext cx="9467" cy="230788"/>
            </a:xfrm>
            <a:custGeom>
              <a:avLst/>
              <a:gdLst>
                <a:gd name="connsiteX0" fmla="*/ 9691 w 9467"/>
                <a:gd name="connsiteY0" fmla="*/ 8387 h 230788"/>
                <a:gd name="connsiteX1" fmla="*/ 4957 w 9467"/>
                <a:gd name="connsiteY1" fmla="*/ 79 h 230788"/>
                <a:gd name="connsiteX2" fmla="*/ 223 w 9467"/>
                <a:gd name="connsiteY2" fmla="*/ 8387 h 230788"/>
                <a:gd name="connsiteX3" fmla="*/ 223 w 9467"/>
                <a:gd name="connsiteY3" fmla="*/ 222559 h 230788"/>
                <a:gd name="connsiteX4" fmla="*/ 4957 w 9467"/>
                <a:gd name="connsiteY4" fmla="*/ 230868 h 230788"/>
                <a:gd name="connsiteX5" fmla="*/ 9691 w 9467"/>
                <a:gd name="connsiteY5" fmla="*/ 222559 h 230788"/>
                <a:gd name="connsiteX6" fmla="*/ 9691 w 9467"/>
                <a:gd name="connsiteY6" fmla="*/ 8387 h 230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67" h="230788">
                  <a:moveTo>
                    <a:pt x="9691" y="8387"/>
                  </a:moveTo>
                  <a:cubicBezTo>
                    <a:pt x="9691" y="4233"/>
                    <a:pt x="9691" y="79"/>
                    <a:pt x="4957" y="79"/>
                  </a:cubicBezTo>
                  <a:cubicBezTo>
                    <a:pt x="223" y="79"/>
                    <a:pt x="223" y="4233"/>
                    <a:pt x="223" y="8387"/>
                  </a:cubicBezTo>
                  <a:lnTo>
                    <a:pt x="223" y="222559"/>
                  </a:lnTo>
                  <a:cubicBezTo>
                    <a:pt x="223" y="226714"/>
                    <a:pt x="223" y="230868"/>
                    <a:pt x="4957" y="230868"/>
                  </a:cubicBezTo>
                  <a:cubicBezTo>
                    <a:pt x="9691" y="230868"/>
                    <a:pt x="9691" y="226714"/>
                    <a:pt x="9691" y="222559"/>
                  </a:cubicBezTo>
                  <a:lnTo>
                    <a:pt x="9691" y="838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 name="Freeform: Shape 33">
              <a:extLst>
                <a:ext uri="{FF2B5EF4-FFF2-40B4-BE49-F238E27FC236}">
                  <a16:creationId xmlns:a16="http://schemas.microsoft.com/office/drawing/2014/main" id="{3812C829-BDB1-509F-DF12-007F399CF4E3}"/>
                </a:ext>
              </a:extLst>
            </p:cNvPr>
            <p:cNvSpPr/>
            <p:nvPr>
              <p:custDataLst>
                <p:tags r:id="rId40"/>
              </p:custDataLst>
            </p:nvPr>
          </p:nvSpPr>
          <p:spPr>
            <a:xfrm>
              <a:off x="13278117" y="5273662"/>
              <a:ext cx="117876" cy="104547"/>
            </a:xfrm>
            <a:custGeom>
              <a:avLst/>
              <a:gdLst>
                <a:gd name="connsiteX0" fmla="*/ 72422 w 117876"/>
                <a:gd name="connsiteY0" fmla="*/ 32389 h 104547"/>
                <a:gd name="connsiteX1" fmla="*/ 95855 w 117876"/>
                <a:gd name="connsiteY1" fmla="*/ 5156 h 104547"/>
                <a:gd name="connsiteX2" fmla="*/ 107690 w 117876"/>
                <a:gd name="connsiteY2" fmla="*/ 8157 h 104547"/>
                <a:gd name="connsiteX3" fmla="*/ 96328 w 117876"/>
                <a:gd name="connsiteY3" fmla="*/ 20619 h 104547"/>
                <a:gd name="connsiteX4" fmla="*/ 105323 w 117876"/>
                <a:gd name="connsiteY4" fmla="*/ 28697 h 104547"/>
                <a:gd name="connsiteX5" fmla="*/ 118104 w 117876"/>
                <a:gd name="connsiteY5" fmla="*/ 15311 h 104547"/>
                <a:gd name="connsiteX6" fmla="*/ 96091 w 117876"/>
                <a:gd name="connsiteY6" fmla="*/ 79 h 104547"/>
                <a:gd name="connsiteX7" fmla="*/ 71238 w 117876"/>
                <a:gd name="connsiteY7" fmla="*/ 17619 h 104547"/>
                <a:gd name="connsiteX8" fmla="*/ 45675 w 117876"/>
                <a:gd name="connsiteY8" fmla="*/ 79 h 104547"/>
                <a:gd name="connsiteX9" fmla="*/ 7566 w 117876"/>
                <a:gd name="connsiteY9" fmla="*/ 35620 h 104547"/>
                <a:gd name="connsiteX10" fmla="*/ 10406 w 117876"/>
                <a:gd name="connsiteY10" fmla="*/ 37928 h 104547"/>
                <a:gd name="connsiteX11" fmla="*/ 13483 w 117876"/>
                <a:gd name="connsiteY11" fmla="*/ 35390 h 104547"/>
                <a:gd name="connsiteX12" fmla="*/ 45201 w 117876"/>
                <a:gd name="connsiteY12" fmla="*/ 5156 h 104547"/>
                <a:gd name="connsiteX13" fmla="*/ 57983 w 117876"/>
                <a:gd name="connsiteY13" fmla="*/ 20619 h 104547"/>
                <a:gd name="connsiteX14" fmla="*/ 45201 w 117876"/>
                <a:gd name="connsiteY14" fmla="*/ 75547 h 104547"/>
                <a:gd name="connsiteX15" fmla="*/ 22715 w 117876"/>
                <a:gd name="connsiteY15" fmla="*/ 99549 h 104547"/>
                <a:gd name="connsiteX16" fmla="*/ 10880 w 117876"/>
                <a:gd name="connsiteY16" fmla="*/ 96549 h 104547"/>
                <a:gd name="connsiteX17" fmla="*/ 22005 w 117876"/>
                <a:gd name="connsiteY17" fmla="*/ 84086 h 104547"/>
                <a:gd name="connsiteX18" fmla="*/ 13247 w 117876"/>
                <a:gd name="connsiteY18" fmla="*/ 76009 h 104547"/>
                <a:gd name="connsiteX19" fmla="*/ 228 w 117876"/>
                <a:gd name="connsiteY19" fmla="*/ 89394 h 104547"/>
                <a:gd name="connsiteX20" fmla="*/ 22478 w 117876"/>
                <a:gd name="connsiteY20" fmla="*/ 104626 h 104547"/>
                <a:gd name="connsiteX21" fmla="*/ 47331 w 117876"/>
                <a:gd name="connsiteY21" fmla="*/ 87086 h 104547"/>
                <a:gd name="connsiteX22" fmla="*/ 72895 w 117876"/>
                <a:gd name="connsiteY22" fmla="*/ 104626 h 104547"/>
                <a:gd name="connsiteX23" fmla="*/ 110767 w 117876"/>
                <a:gd name="connsiteY23" fmla="*/ 69085 h 104547"/>
                <a:gd name="connsiteX24" fmla="*/ 107926 w 117876"/>
                <a:gd name="connsiteY24" fmla="*/ 66777 h 104547"/>
                <a:gd name="connsiteX25" fmla="*/ 104849 w 117876"/>
                <a:gd name="connsiteY25" fmla="*/ 69316 h 104547"/>
                <a:gd name="connsiteX26" fmla="*/ 73368 w 117876"/>
                <a:gd name="connsiteY26" fmla="*/ 99549 h 104547"/>
                <a:gd name="connsiteX27" fmla="*/ 60350 w 117876"/>
                <a:gd name="connsiteY27" fmla="*/ 84317 h 104547"/>
                <a:gd name="connsiteX28" fmla="*/ 64374 w 117876"/>
                <a:gd name="connsiteY28" fmla="*/ 64007 h 104547"/>
                <a:gd name="connsiteX29" fmla="*/ 72422 w 117876"/>
                <a:gd name="connsiteY29" fmla="*/ 32389 h 104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876" h="104547">
                  <a:moveTo>
                    <a:pt x="72422" y="32389"/>
                  </a:moveTo>
                  <a:cubicBezTo>
                    <a:pt x="73842" y="26389"/>
                    <a:pt x="79286" y="5156"/>
                    <a:pt x="95855" y="5156"/>
                  </a:cubicBezTo>
                  <a:cubicBezTo>
                    <a:pt x="97038" y="5156"/>
                    <a:pt x="102719" y="5156"/>
                    <a:pt x="107690" y="8157"/>
                  </a:cubicBezTo>
                  <a:cubicBezTo>
                    <a:pt x="101062" y="9311"/>
                    <a:pt x="96328" y="15080"/>
                    <a:pt x="96328" y="20619"/>
                  </a:cubicBezTo>
                  <a:cubicBezTo>
                    <a:pt x="96328" y="24312"/>
                    <a:pt x="98932" y="28697"/>
                    <a:pt x="105323" y="28697"/>
                  </a:cubicBezTo>
                  <a:cubicBezTo>
                    <a:pt x="110530" y="28697"/>
                    <a:pt x="118104" y="24543"/>
                    <a:pt x="118104" y="15311"/>
                  </a:cubicBezTo>
                  <a:cubicBezTo>
                    <a:pt x="118104" y="3310"/>
                    <a:pt x="104139" y="79"/>
                    <a:pt x="96091" y="79"/>
                  </a:cubicBezTo>
                  <a:cubicBezTo>
                    <a:pt x="82363" y="79"/>
                    <a:pt x="74078" y="12311"/>
                    <a:pt x="71238" y="17619"/>
                  </a:cubicBezTo>
                  <a:cubicBezTo>
                    <a:pt x="65321" y="2387"/>
                    <a:pt x="52539" y="79"/>
                    <a:pt x="45675" y="79"/>
                  </a:cubicBezTo>
                  <a:cubicBezTo>
                    <a:pt x="21058" y="79"/>
                    <a:pt x="7566" y="29851"/>
                    <a:pt x="7566" y="35620"/>
                  </a:cubicBezTo>
                  <a:cubicBezTo>
                    <a:pt x="7566" y="37928"/>
                    <a:pt x="9933" y="37928"/>
                    <a:pt x="10406" y="37928"/>
                  </a:cubicBezTo>
                  <a:cubicBezTo>
                    <a:pt x="12300" y="37928"/>
                    <a:pt x="13010" y="37467"/>
                    <a:pt x="13483" y="35390"/>
                  </a:cubicBezTo>
                  <a:cubicBezTo>
                    <a:pt x="21531" y="10926"/>
                    <a:pt x="37153" y="5156"/>
                    <a:pt x="45201" y="5156"/>
                  </a:cubicBezTo>
                  <a:cubicBezTo>
                    <a:pt x="49698" y="5156"/>
                    <a:pt x="57983" y="7233"/>
                    <a:pt x="57983" y="20619"/>
                  </a:cubicBezTo>
                  <a:cubicBezTo>
                    <a:pt x="57983" y="27774"/>
                    <a:pt x="53959" y="43236"/>
                    <a:pt x="45201" y="75547"/>
                  </a:cubicBezTo>
                  <a:cubicBezTo>
                    <a:pt x="41414" y="89856"/>
                    <a:pt x="33130" y="99549"/>
                    <a:pt x="22715" y="99549"/>
                  </a:cubicBezTo>
                  <a:cubicBezTo>
                    <a:pt x="21295" y="99549"/>
                    <a:pt x="15850" y="99549"/>
                    <a:pt x="10880" y="96549"/>
                  </a:cubicBezTo>
                  <a:cubicBezTo>
                    <a:pt x="16797" y="95395"/>
                    <a:pt x="22005" y="90548"/>
                    <a:pt x="22005" y="84086"/>
                  </a:cubicBezTo>
                  <a:cubicBezTo>
                    <a:pt x="22005" y="77855"/>
                    <a:pt x="16797" y="76009"/>
                    <a:pt x="13247" y="76009"/>
                  </a:cubicBezTo>
                  <a:cubicBezTo>
                    <a:pt x="6146" y="76009"/>
                    <a:pt x="228" y="82009"/>
                    <a:pt x="228" y="89394"/>
                  </a:cubicBezTo>
                  <a:cubicBezTo>
                    <a:pt x="228" y="100011"/>
                    <a:pt x="12063" y="104626"/>
                    <a:pt x="22478" y="104626"/>
                  </a:cubicBezTo>
                  <a:cubicBezTo>
                    <a:pt x="38100" y="104626"/>
                    <a:pt x="46621" y="88471"/>
                    <a:pt x="47331" y="87086"/>
                  </a:cubicBezTo>
                  <a:cubicBezTo>
                    <a:pt x="50172" y="95626"/>
                    <a:pt x="58693" y="104626"/>
                    <a:pt x="72895" y="104626"/>
                  </a:cubicBezTo>
                  <a:cubicBezTo>
                    <a:pt x="97275" y="104626"/>
                    <a:pt x="110767" y="74855"/>
                    <a:pt x="110767" y="69085"/>
                  </a:cubicBezTo>
                  <a:cubicBezTo>
                    <a:pt x="110767" y="66777"/>
                    <a:pt x="108636" y="66777"/>
                    <a:pt x="107926" y="66777"/>
                  </a:cubicBezTo>
                  <a:cubicBezTo>
                    <a:pt x="105796" y="66777"/>
                    <a:pt x="105323" y="67700"/>
                    <a:pt x="104849" y="69316"/>
                  </a:cubicBezTo>
                  <a:cubicBezTo>
                    <a:pt x="97038" y="94010"/>
                    <a:pt x="80943" y="99549"/>
                    <a:pt x="73368" y="99549"/>
                  </a:cubicBezTo>
                  <a:cubicBezTo>
                    <a:pt x="64137" y="99549"/>
                    <a:pt x="60350" y="92164"/>
                    <a:pt x="60350" y="84317"/>
                  </a:cubicBezTo>
                  <a:cubicBezTo>
                    <a:pt x="60350" y="79240"/>
                    <a:pt x="61770" y="74162"/>
                    <a:pt x="64374" y="64007"/>
                  </a:cubicBezTo>
                  <a:lnTo>
                    <a:pt x="72422" y="3238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 name="Freeform: Shape 34">
              <a:extLst>
                <a:ext uri="{FF2B5EF4-FFF2-40B4-BE49-F238E27FC236}">
                  <a16:creationId xmlns:a16="http://schemas.microsoft.com/office/drawing/2014/main" id="{B1FF6B93-08B9-9F58-42B1-E7EC489D58DB}"/>
                </a:ext>
              </a:extLst>
            </p:cNvPr>
            <p:cNvSpPr/>
            <p:nvPr>
              <p:custDataLst>
                <p:tags r:id="rId41"/>
              </p:custDataLst>
            </p:nvPr>
          </p:nvSpPr>
          <p:spPr>
            <a:xfrm>
              <a:off x="13414320" y="5303180"/>
              <a:ext cx="50203" cy="108724"/>
            </a:xfrm>
            <a:custGeom>
              <a:avLst/>
              <a:gdLst>
                <a:gd name="connsiteX0" fmla="*/ 46130 w 50203"/>
                <a:gd name="connsiteY0" fmla="*/ 6219 h 108724"/>
                <a:gd name="connsiteX1" fmla="*/ 39502 w 50203"/>
                <a:gd name="connsiteY1" fmla="*/ 80 h 108724"/>
                <a:gd name="connsiteX2" fmla="*/ 30224 w 50203"/>
                <a:gd name="connsiteY2" fmla="*/ 8966 h 108724"/>
                <a:gd name="connsiteX3" fmla="*/ 36851 w 50203"/>
                <a:gd name="connsiteY3" fmla="*/ 15105 h 108724"/>
                <a:gd name="connsiteX4" fmla="*/ 46130 w 50203"/>
                <a:gd name="connsiteY4" fmla="*/ 6219 h 108724"/>
                <a:gd name="connsiteX5" fmla="*/ 12329 w 50203"/>
                <a:gd name="connsiteY5" fmla="*/ 88288 h 108724"/>
                <a:gd name="connsiteX6" fmla="*/ 10838 w 50203"/>
                <a:gd name="connsiteY6" fmla="*/ 95073 h 108724"/>
                <a:gd name="connsiteX7" fmla="*/ 26579 w 50203"/>
                <a:gd name="connsiteY7" fmla="*/ 108805 h 108724"/>
                <a:gd name="connsiteX8" fmla="*/ 50438 w 50203"/>
                <a:gd name="connsiteY8" fmla="*/ 84088 h 108724"/>
                <a:gd name="connsiteX9" fmla="*/ 47787 w 50203"/>
                <a:gd name="connsiteY9" fmla="*/ 81987 h 108724"/>
                <a:gd name="connsiteX10" fmla="*/ 44639 w 50203"/>
                <a:gd name="connsiteY10" fmla="*/ 84734 h 108724"/>
                <a:gd name="connsiteX11" fmla="*/ 27076 w 50203"/>
                <a:gd name="connsiteY11" fmla="*/ 104282 h 108724"/>
                <a:gd name="connsiteX12" fmla="*/ 22933 w 50203"/>
                <a:gd name="connsiteY12" fmla="*/ 98627 h 108724"/>
                <a:gd name="connsiteX13" fmla="*/ 25585 w 50203"/>
                <a:gd name="connsiteY13" fmla="*/ 88288 h 108724"/>
                <a:gd name="connsiteX14" fmla="*/ 30887 w 50203"/>
                <a:gd name="connsiteY14" fmla="*/ 75364 h 108724"/>
                <a:gd name="connsiteX15" fmla="*/ 39005 w 50203"/>
                <a:gd name="connsiteY15" fmla="*/ 54847 h 108724"/>
                <a:gd name="connsiteX16" fmla="*/ 39999 w 50203"/>
                <a:gd name="connsiteY16" fmla="*/ 49677 h 108724"/>
                <a:gd name="connsiteX17" fmla="*/ 24259 w 50203"/>
                <a:gd name="connsiteY17" fmla="*/ 35945 h 108724"/>
                <a:gd name="connsiteX18" fmla="*/ 234 w 50203"/>
                <a:gd name="connsiteY18" fmla="*/ 60663 h 108724"/>
                <a:gd name="connsiteX19" fmla="*/ 3051 w 50203"/>
                <a:gd name="connsiteY19" fmla="*/ 62763 h 108724"/>
                <a:gd name="connsiteX20" fmla="*/ 6033 w 50203"/>
                <a:gd name="connsiteY20" fmla="*/ 60178 h 108724"/>
                <a:gd name="connsiteX21" fmla="*/ 23762 w 50203"/>
                <a:gd name="connsiteY21" fmla="*/ 40469 h 108724"/>
                <a:gd name="connsiteX22" fmla="*/ 27904 w 50203"/>
                <a:gd name="connsiteY22" fmla="*/ 46123 h 108724"/>
                <a:gd name="connsiteX23" fmla="*/ 22768 w 50203"/>
                <a:gd name="connsiteY23" fmla="*/ 62278 h 108724"/>
                <a:gd name="connsiteX24" fmla="*/ 12329 w 50203"/>
                <a:gd name="connsiteY24" fmla="*/ 88288 h 108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3" h="108724">
                  <a:moveTo>
                    <a:pt x="46130" y="6219"/>
                  </a:moveTo>
                  <a:cubicBezTo>
                    <a:pt x="46130" y="3635"/>
                    <a:pt x="44142" y="80"/>
                    <a:pt x="39502" y="80"/>
                  </a:cubicBezTo>
                  <a:cubicBezTo>
                    <a:pt x="35029" y="80"/>
                    <a:pt x="30224" y="4281"/>
                    <a:pt x="30224" y="8966"/>
                  </a:cubicBezTo>
                  <a:cubicBezTo>
                    <a:pt x="30224" y="11712"/>
                    <a:pt x="32378" y="15105"/>
                    <a:pt x="36851" y="15105"/>
                  </a:cubicBezTo>
                  <a:cubicBezTo>
                    <a:pt x="41656" y="15105"/>
                    <a:pt x="46130" y="10581"/>
                    <a:pt x="46130" y="6219"/>
                  </a:cubicBezTo>
                  <a:close/>
                  <a:moveTo>
                    <a:pt x="12329" y="88288"/>
                  </a:moveTo>
                  <a:cubicBezTo>
                    <a:pt x="11667" y="90388"/>
                    <a:pt x="10838" y="92327"/>
                    <a:pt x="10838" y="95073"/>
                  </a:cubicBezTo>
                  <a:cubicBezTo>
                    <a:pt x="10838" y="102666"/>
                    <a:pt x="17466" y="108805"/>
                    <a:pt x="26579" y="108805"/>
                  </a:cubicBezTo>
                  <a:cubicBezTo>
                    <a:pt x="43148" y="108805"/>
                    <a:pt x="50438" y="86511"/>
                    <a:pt x="50438" y="84088"/>
                  </a:cubicBezTo>
                  <a:cubicBezTo>
                    <a:pt x="50438" y="81987"/>
                    <a:pt x="48284" y="81987"/>
                    <a:pt x="47787" y="81987"/>
                  </a:cubicBezTo>
                  <a:cubicBezTo>
                    <a:pt x="45467" y="81987"/>
                    <a:pt x="45302" y="82957"/>
                    <a:pt x="44639" y="84734"/>
                  </a:cubicBezTo>
                  <a:cubicBezTo>
                    <a:pt x="40828" y="97658"/>
                    <a:pt x="33538" y="104282"/>
                    <a:pt x="27076" y="104282"/>
                  </a:cubicBezTo>
                  <a:cubicBezTo>
                    <a:pt x="23762" y="104282"/>
                    <a:pt x="22933" y="102181"/>
                    <a:pt x="22933" y="98627"/>
                  </a:cubicBezTo>
                  <a:cubicBezTo>
                    <a:pt x="22933" y="94912"/>
                    <a:pt x="24093" y="91842"/>
                    <a:pt x="25585" y="88288"/>
                  </a:cubicBezTo>
                  <a:cubicBezTo>
                    <a:pt x="27241" y="83926"/>
                    <a:pt x="29064" y="79564"/>
                    <a:pt x="30887" y="75364"/>
                  </a:cubicBezTo>
                  <a:cubicBezTo>
                    <a:pt x="32378" y="71487"/>
                    <a:pt x="38343" y="56785"/>
                    <a:pt x="39005" y="54847"/>
                  </a:cubicBezTo>
                  <a:cubicBezTo>
                    <a:pt x="39502" y="53231"/>
                    <a:pt x="39999" y="51293"/>
                    <a:pt x="39999" y="49677"/>
                  </a:cubicBezTo>
                  <a:cubicBezTo>
                    <a:pt x="39999" y="42084"/>
                    <a:pt x="33372" y="35945"/>
                    <a:pt x="24259" y="35945"/>
                  </a:cubicBezTo>
                  <a:cubicBezTo>
                    <a:pt x="7856" y="35945"/>
                    <a:pt x="234" y="57916"/>
                    <a:pt x="234" y="60663"/>
                  </a:cubicBezTo>
                  <a:cubicBezTo>
                    <a:pt x="234" y="62763"/>
                    <a:pt x="2554" y="62763"/>
                    <a:pt x="3051" y="62763"/>
                  </a:cubicBezTo>
                  <a:cubicBezTo>
                    <a:pt x="5370" y="62763"/>
                    <a:pt x="5536" y="61955"/>
                    <a:pt x="6033" y="60178"/>
                  </a:cubicBezTo>
                  <a:cubicBezTo>
                    <a:pt x="10341" y="46284"/>
                    <a:pt x="17631" y="40469"/>
                    <a:pt x="23762" y="40469"/>
                  </a:cubicBezTo>
                  <a:cubicBezTo>
                    <a:pt x="26413" y="40469"/>
                    <a:pt x="27904" y="41761"/>
                    <a:pt x="27904" y="46123"/>
                  </a:cubicBezTo>
                  <a:cubicBezTo>
                    <a:pt x="27904" y="49839"/>
                    <a:pt x="26910" y="52262"/>
                    <a:pt x="22768" y="62278"/>
                  </a:cubicBezTo>
                  <a:lnTo>
                    <a:pt x="12329" y="8828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 name="Freeform: Shape 36">
              <a:extLst>
                <a:ext uri="{FF2B5EF4-FFF2-40B4-BE49-F238E27FC236}">
                  <a16:creationId xmlns:a16="http://schemas.microsoft.com/office/drawing/2014/main" id="{C0A6CF7F-C95A-8500-82F8-23026749E84B}"/>
                </a:ext>
              </a:extLst>
            </p:cNvPr>
            <p:cNvSpPr/>
            <p:nvPr>
              <p:custDataLst>
                <p:tags r:id="rId42"/>
              </p:custDataLst>
            </p:nvPr>
          </p:nvSpPr>
          <p:spPr>
            <a:xfrm>
              <a:off x="13498829" y="5202579"/>
              <a:ext cx="54914" cy="230788"/>
            </a:xfrm>
            <a:custGeom>
              <a:avLst/>
              <a:gdLst>
                <a:gd name="connsiteX0" fmla="*/ 55152 w 54914"/>
                <a:gd name="connsiteY0" fmla="*/ 115473 h 230788"/>
                <a:gd name="connsiteX1" fmla="*/ 39529 w 54914"/>
                <a:gd name="connsiteY1" fmla="*/ 43467 h 230788"/>
                <a:gd name="connsiteX2" fmla="*/ 2604 w 54914"/>
                <a:gd name="connsiteY2" fmla="*/ 79 h 230788"/>
                <a:gd name="connsiteX3" fmla="*/ 237 w 54914"/>
                <a:gd name="connsiteY3" fmla="*/ 2387 h 230788"/>
                <a:gd name="connsiteX4" fmla="*/ 4735 w 54914"/>
                <a:gd name="connsiteY4" fmla="*/ 7695 h 230788"/>
                <a:gd name="connsiteX5" fmla="*/ 41423 w 54914"/>
                <a:gd name="connsiteY5" fmla="*/ 115473 h 230788"/>
                <a:gd name="connsiteX6" fmla="*/ 3314 w 54914"/>
                <a:gd name="connsiteY6" fmla="*/ 224637 h 230788"/>
                <a:gd name="connsiteX7" fmla="*/ 237 w 54914"/>
                <a:gd name="connsiteY7" fmla="*/ 228560 h 230788"/>
                <a:gd name="connsiteX8" fmla="*/ 2604 w 54914"/>
                <a:gd name="connsiteY8" fmla="*/ 230868 h 230788"/>
                <a:gd name="connsiteX9" fmla="*/ 40240 w 54914"/>
                <a:gd name="connsiteY9" fmla="*/ 185864 h 230788"/>
                <a:gd name="connsiteX10" fmla="*/ 55152 w 54914"/>
                <a:gd name="connsiteY10" fmla="*/ 115473 h 230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4" h="230788">
                  <a:moveTo>
                    <a:pt x="55152" y="115473"/>
                  </a:moveTo>
                  <a:cubicBezTo>
                    <a:pt x="55152" y="97472"/>
                    <a:pt x="52548" y="69546"/>
                    <a:pt x="39529" y="43467"/>
                  </a:cubicBezTo>
                  <a:cubicBezTo>
                    <a:pt x="25327" y="15080"/>
                    <a:pt x="4971" y="79"/>
                    <a:pt x="2604" y="79"/>
                  </a:cubicBezTo>
                  <a:cubicBezTo>
                    <a:pt x="1184" y="79"/>
                    <a:pt x="237" y="1002"/>
                    <a:pt x="237" y="2387"/>
                  </a:cubicBezTo>
                  <a:cubicBezTo>
                    <a:pt x="237" y="3079"/>
                    <a:pt x="237" y="3541"/>
                    <a:pt x="4735" y="7695"/>
                  </a:cubicBezTo>
                  <a:cubicBezTo>
                    <a:pt x="27931" y="30543"/>
                    <a:pt x="41423" y="67239"/>
                    <a:pt x="41423" y="115473"/>
                  </a:cubicBezTo>
                  <a:cubicBezTo>
                    <a:pt x="41423" y="154938"/>
                    <a:pt x="32665" y="195557"/>
                    <a:pt x="3314" y="224637"/>
                  </a:cubicBezTo>
                  <a:cubicBezTo>
                    <a:pt x="237" y="227406"/>
                    <a:pt x="237" y="227868"/>
                    <a:pt x="237" y="228560"/>
                  </a:cubicBezTo>
                  <a:cubicBezTo>
                    <a:pt x="237" y="229945"/>
                    <a:pt x="1184" y="230868"/>
                    <a:pt x="2604" y="230868"/>
                  </a:cubicBezTo>
                  <a:cubicBezTo>
                    <a:pt x="4971" y="230868"/>
                    <a:pt x="26274" y="215174"/>
                    <a:pt x="40240" y="185864"/>
                  </a:cubicBezTo>
                  <a:cubicBezTo>
                    <a:pt x="52311" y="160477"/>
                    <a:pt x="55152" y="134860"/>
                    <a:pt x="55152" y="11547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 name="Freeform: Shape 37">
              <a:extLst>
                <a:ext uri="{FF2B5EF4-FFF2-40B4-BE49-F238E27FC236}">
                  <a16:creationId xmlns:a16="http://schemas.microsoft.com/office/drawing/2014/main" id="{6E61D5F0-6BFD-A17B-8005-ABCBBC43684E}"/>
                </a:ext>
              </a:extLst>
            </p:cNvPr>
            <p:cNvSpPr/>
            <p:nvPr>
              <p:custDataLst>
                <p:tags r:id="rId43"/>
              </p:custDataLst>
            </p:nvPr>
          </p:nvSpPr>
          <p:spPr>
            <a:xfrm>
              <a:off x="13656390" y="5290972"/>
              <a:ext cx="157404" cy="54004"/>
            </a:xfrm>
            <a:custGeom>
              <a:avLst/>
              <a:gdLst>
                <a:gd name="connsiteX0" fmla="*/ 149601 w 157404"/>
                <a:gd name="connsiteY0" fmla="*/ 9311 h 54004"/>
                <a:gd name="connsiteX1" fmla="*/ 157649 w 157404"/>
                <a:gd name="connsiteY1" fmla="*/ 4695 h 54004"/>
                <a:gd name="connsiteX2" fmla="*/ 149838 w 157404"/>
                <a:gd name="connsiteY2" fmla="*/ 79 h 54004"/>
                <a:gd name="connsiteX3" fmla="*/ 8055 w 157404"/>
                <a:gd name="connsiteY3" fmla="*/ 79 h 54004"/>
                <a:gd name="connsiteX4" fmla="*/ 244 w 157404"/>
                <a:gd name="connsiteY4" fmla="*/ 4695 h 54004"/>
                <a:gd name="connsiteX5" fmla="*/ 8292 w 157404"/>
                <a:gd name="connsiteY5" fmla="*/ 9311 h 54004"/>
                <a:gd name="connsiteX6" fmla="*/ 149601 w 157404"/>
                <a:gd name="connsiteY6" fmla="*/ 9311 h 54004"/>
                <a:gd name="connsiteX7" fmla="*/ 149838 w 157404"/>
                <a:gd name="connsiteY7" fmla="*/ 54084 h 54004"/>
                <a:gd name="connsiteX8" fmla="*/ 157649 w 157404"/>
                <a:gd name="connsiteY8" fmla="*/ 49468 h 54004"/>
                <a:gd name="connsiteX9" fmla="*/ 149601 w 157404"/>
                <a:gd name="connsiteY9" fmla="*/ 44852 h 54004"/>
                <a:gd name="connsiteX10" fmla="*/ 8292 w 157404"/>
                <a:gd name="connsiteY10" fmla="*/ 44852 h 54004"/>
                <a:gd name="connsiteX11" fmla="*/ 244 w 157404"/>
                <a:gd name="connsiteY11" fmla="*/ 49468 h 54004"/>
                <a:gd name="connsiteX12" fmla="*/ 8055 w 157404"/>
                <a:gd name="connsiteY12" fmla="*/ 54084 h 54004"/>
                <a:gd name="connsiteX13" fmla="*/ 149838 w 157404"/>
                <a:gd name="connsiteY13" fmla="*/ 54084 h 5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404" h="54004">
                  <a:moveTo>
                    <a:pt x="149601" y="9311"/>
                  </a:moveTo>
                  <a:cubicBezTo>
                    <a:pt x="153151" y="9311"/>
                    <a:pt x="157649" y="9311"/>
                    <a:pt x="157649" y="4695"/>
                  </a:cubicBezTo>
                  <a:cubicBezTo>
                    <a:pt x="157649" y="79"/>
                    <a:pt x="153151" y="79"/>
                    <a:pt x="149838" y="79"/>
                  </a:cubicBezTo>
                  <a:lnTo>
                    <a:pt x="8055" y="79"/>
                  </a:lnTo>
                  <a:cubicBezTo>
                    <a:pt x="4741" y="79"/>
                    <a:pt x="244" y="79"/>
                    <a:pt x="244" y="4695"/>
                  </a:cubicBezTo>
                  <a:cubicBezTo>
                    <a:pt x="244" y="9311"/>
                    <a:pt x="4741" y="9311"/>
                    <a:pt x="8292" y="9311"/>
                  </a:cubicBezTo>
                  <a:lnTo>
                    <a:pt x="149601" y="9311"/>
                  </a:lnTo>
                  <a:close/>
                  <a:moveTo>
                    <a:pt x="149838" y="54084"/>
                  </a:moveTo>
                  <a:cubicBezTo>
                    <a:pt x="153151" y="54084"/>
                    <a:pt x="157649" y="54084"/>
                    <a:pt x="157649" y="49468"/>
                  </a:cubicBezTo>
                  <a:cubicBezTo>
                    <a:pt x="157649" y="44852"/>
                    <a:pt x="153151" y="44852"/>
                    <a:pt x="149601" y="44852"/>
                  </a:cubicBezTo>
                  <a:lnTo>
                    <a:pt x="8292" y="44852"/>
                  </a:lnTo>
                  <a:cubicBezTo>
                    <a:pt x="4741" y="44852"/>
                    <a:pt x="244" y="44852"/>
                    <a:pt x="244" y="49468"/>
                  </a:cubicBezTo>
                  <a:cubicBezTo>
                    <a:pt x="244" y="54084"/>
                    <a:pt x="4741" y="54084"/>
                    <a:pt x="8055" y="54084"/>
                  </a:cubicBezTo>
                  <a:lnTo>
                    <a:pt x="149838" y="5408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 name="Freeform: Shape 38">
              <a:extLst>
                <a:ext uri="{FF2B5EF4-FFF2-40B4-BE49-F238E27FC236}">
                  <a16:creationId xmlns:a16="http://schemas.microsoft.com/office/drawing/2014/main" id="{FBBE03DE-E822-A8B2-86E5-16356890ED58}"/>
                </a:ext>
              </a:extLst>
            </p:cNvPr>
            <p:cNvSpPr/>
            <p:nvPr>
              <p:custDataLst>
                <p:tags r:id="rId44"/>
              </p:custDataLst>
            </p:nvPr>
          </p:nvSpPr>
          <p:spPr>
            <a:xfrm>
              <a:off x="14136098" y="5117532"/>
              <a:ext cx="90892" cy="104547"/>
            </a:xfrm>
            <a:custGeom>
              <a:avLst/>
              <a:gdLst>
                <a:gd name="connsiteX0" fmla="*/ 33639 w 90892"/>
                <a:gd name="connsiteY0" fmla="*/ 48769 h 104547"/>
                <a:gd name="connsiteX1" fmla="*/ 69854 w 90892"/>
                <a:gd name="connsiteY1" fmla="*/ 43461 h 104547"/>
                <a:gd name="connsiteX2" fmla="*/ 87606 w 90892"/>
                <a:gd name="connsiteY2" fmla="*/ 19689 h 104547"/>
                <a:gd name="connsiteX3" fmla="*/ 62279 w 90892"/>
                <a:gd name="connsiteY3" fmla="*/ 72 h 104547"/>
                <a:gd name="connsiteX4" fmla="*/ 264 w 90892"/>
                <a:gd name="connsiteY4" fmla="*/ 62847 h 104547"/>
                <a:gd name="connsiteX5" fmla="*/ 37426 w 90892"/>
                <a:gd name="connsiteY5" fmla="*/ 104620 h 104547"/>
                <a:gd name="connsiteX6" fmla="*/ 91157 w 90892"/>
                <a:gd name="connsiteY6" fmla="*/ 77387 h 104547"/>
                <a:gd name="connsiteX7" fmla="*/ 88316 w 90892"/>
                <a:gd name="connsiteY7" fmla="*/ 74386 h 104547"/>
                <a:gd name="connsiteX8" fmla="*/ 85239 w 90892"/>
                <a:gd name="connsiteY8" fmla="*/ 76694 h 104547"/>
                <a:gd name="connsiteX9" fmla="*/ 37899 w 90892"/>
                <a:gd name="connsiteY9" fmla="*/ 99542 h 104547"/>
                <a:gd name="connsiteX10" fmla="*/ 17307 w 90892"/>
                <a:gd name="connsiteY10" fmla="*/ 72771 h 104547"/>
                <a:gd name="connsiteX11" fmla="*/ 21094 w 90892"/>
                <a:gd name="connsiteY11" fmla="*/ 48769 h 104547"/>
                <a:gd name="connsiteX12" fmla="*/ 33639 w 90892"/>
                <a:gd name="connsiteY12" fmla="*/ 48769 h 104547"/>
                <a:gd name="connsiteX13" fmla="*/ 22514 w 90892"/>
                <a:gd name="connsiteY13" fmla="*/ 43691 h 104547"/>
                <a:gd name="connsiteX14" fmla="*/ 62279 w 90892"/>
                <a:gd name="connsiteY14" fmla="*/ 5150 h 104547"/>
                <a:gd name="connsiteX15" fmla="*/ 79795 w 90892"/>
                <a:gd name="connsiteY15" fmla="*/ 19689 h 104547"/>
                <a:gd name="connsiteX16" fmla="*/ 32219 w 90892"/>
                <a:gd name="connsiteY16" fmla="*/ 43691 h 104547"/>
                <a:gd name="connsiteX17" fmla="*/ 22514 w 90892"/>
                <a:gd name="connsiteY17" fmla="*/ 43691 h 104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892" h="104547">
                  <a:moveTo>
                    <a:pt x="33639" y="48769"/>
                  </a:moveTo>
                  <a:cubicBezTo>
                    <a:pt x="40503" y="48769"/>
                    <a:pt x="58019" y="48307"/>
                    <a:pt x="69854" y="43461"/>
                  </a:cubicBezTo>
                  <a:cubicBezTo>
                    <a:pt x="86423" y="36537"/>
                    <a:pt x="87606" y="22920"/>
                    <a:pt x="87606" y="19689"/>
                  </a:cubicBezTo>
                  <a:cubicBezTo>
                    <a:pt x="87606" y="9535"/>
                    <a:pt x="78612" y="72"/>
                    <a:pt x="62279" y="72"/>
                  </a:cubicBezTo>
                  <a:cubicBezTo>
                    <a:pt x="36006" y="72"/>
                    <a:pt x="264" y="22459"/>
                    <a:pt x="264" y="62847"/>
                  </a:cubicBezTo>
                  <a:cubicBezTo>
                    <a:pt x="264" y="86387"/>
                    <a:pt x="14230" y="104620"/>
                    <a:pt x="37426" y="104620"/>
                  </a:cubicBezTo>
                  <a:cubicBezTo>
                    <a:pt x="71274" y="104620"/>
                    <a:pt x="91157" y="80156"/>
                    <a:pt x="91157" y="77387"/>
                  </a:cubicBezTo>
                  <a:cubicBezTo>
                    <a:pt x="91157" y="76002"/>
                    <a:pt x="89736" y="74386"/>
                    <a:pt x="88316" y="74386"/>
                  </a:cubicBezTo>
                  <a:cubicBezTo>
                    <a:pt x="87133" y="74386"/>
                    <a:pt x="86659" y="74848"/>
                    <a:pt x="85239" y="76694"/>
                  </a:cubicBezTo>
                  <a:cubicBezTo>
                    <a:pt x="66540" y="99542"/>
                    <a:pt x="40740" y="99542"/>
                    <a:pt x="37899" y="99542"/>
                  </a:cubicBezTo>
                  <a:cubicBezTo>
                    <a:pt x="19437" y="99542"/>
                    <a:pt x="17307" y="80156"/>
                    <a:pt x="17307" y="72771"/>
                  </a:cubicBezTo>
                  <a:cubicBezTo>
                    <a:pt x="17307" y="70001"/>
                    <a:pt x="17543" y="62847"/>
                    <a:pt x="21094" y="48769"/>
                  </a:cubicBezTo>
                  <a:lnTo>
                    <a:pt x="33639" y="48769"/>
                  </a:lnTo>
                  <a:close/>
                  <a:moveTo>
                    <a:pt x="22514" y="43691"/>
                  </a:moveTo>
                  <a:cubicBezTo>
                    <a:pt x="31745" y="8611"/>
                    <a:pt x="56125" y="5150"/>
                    <a:pt x="62279" y="5150"/>
                  </a:cubicBezTo>
                  <a:cubicBezTo>
                    <a:pt x="73404" y="5150"/>
                    <a:pt x="79795" y="11842"/>
                    <a:pt x="79795" y="19689"/>
                  </a:cubicBezTo>
                  <a:cubicBezTo>
                    <a:pt x="79795" y="43691"/>
                    <a:pt x="41923" y="43691"/>
                    <a:pt x="32219" y="43691"/>
                  </a:cubicBezTo>
                  <a:lnTo>
                    <a:pt x="22514" y="4369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 name="Freeform: Shape 39">
              <a:extLst>
                <a:ext uri="{FF2B5EF4-FFF2-40B4-BE49-F238E27FC236}">
                  <a16:creationId xmlns:a16="http://schemas.microsoft.com/office/drawing/2014/main" id="{02677EE5-F5BF-92F2-D3CA-2001AC1D37BA}"/>
                </a:ext>
              </a:extLst>
            </p:cNvPr>
            <p:cNvSpPr/>
            <p:nvPr>
              <p:custDataLst>
                <p:tags r:id="rId45"/>
              </p:custDataLst>
            </p:nvPr>
          </p:nvSpPr>
          <p:spPr>
            <a:xfrm>
              <a:off x="14243499" y="5021895"/>
              <a:ext cx="96805" cy="145235"/>
            </a:xfrm>
            <a:custGeom>
              <a:avLst/>
              <a:gdLst>
                <a:gd name="connsiteX0" fmla="*/ 97075 w 96805"/>
                <a:gd name="connsiteY0" fmla="*/ 22524 h 145235"/>
                <a:gd name="connsiteX1" fmla="*/ 69902 w 96805"/>
                <a:gd name="connsiteY1" fmla="*/ 69 h 145235"/>
                <a:gd name="connsiteX2" fmla="*/ 26325 w 96805"/>
                <a:gd name="connsiteY2" fmla="*/ 41588 h 145235"/>
                <a:gd name="connsiteX3" fmla="*/ 312 w 96805"/>
                <a:gd name="connsiteY3" fmla="*/ 143365 h 145235"/>
                <a:gd name="connsiteX4" fmla="*/ 2632 w 96805"/>
                <a:gd name="connsiteY4" fmla="*/ 145304 h 145235"/>
                <a:gd name="connsiteX5" fmla="*/ 5780 w 96805"/>
                <a:gd name="connsiteY5" fmla="*/ 144173 h 145235"/>
                <a:gd name="connsiteX6" fmla="*/ 16881 w 96805"/>
                <a:gd name="connsiteY6" fmla="*/ 101039 h 145235"/>
                <a:gd name="connsiteX7" fmla="*/ 41734 w 96805"/>
                <a:gd name="connsiteY7" fmla="*/ 115417 h 145235"/>
                <a:gd name="connsiteX8" fmla="*/ 91110 w 96805"/>
                <a:gd name="connsiteY8" fmla="*/ 74383 h 145235"/>
                <a:gd name="connsiteX9" fmla="*/ 78186 w 96805"/>
                <a:gd name="connsiteY9" fmla="*/ 49827 h 145235"/>
                <a:gd name="connsiteX10" fmla="*/ 97075 w 96805"/>
                <a:gd name="connsiteY10" fmla="*/ 22524 h 145235"/>
                <a:gd name="connsiteX11" fmla="*/ 64268 w 96805"/>
                <a:gd name="connsiteY11" fmla="*/ 49665 h 145235"/>
                <a:gd name="connsiteX12" fmla="*/ 55818 w 96805"/>
                <a:gd name="connsiteY12" fmla="*/ 50796 h 145235"/>
                <a:gd name="connsiteX13" fmla="*/ 48031 w 96805"/>
                <a:gd name="connsiteY13" fmla="*/ 49988 h 145235"/>
                <a:gd name="connsiteX14" fmla="*/ 55818 w 96805"/>
                <a:gd name="connsiteY14" fmla="*/ 48857 h 145235"/>
                <a:gd name="connsiteX15" fmla="*/ 64268 w 96805"/>
                <a:gd name="connsiteY15" fmla="*/ 49665 h 145235"/>
                <a:gd name="connsiteX16" fmla="*/ 86139 w 96805"/>
                <a:gd name="connsiteY16" fmla="*/ 19616 h 145235"/>
                <a:gd name="connsiteX17" fmla="*/ 71558 w 96805"/>
                <a:gd name="connsiteY17" fmla="*/ 46434 h 145235"/>
                <a:gd name="connsiteX18" fmla="*/ 55984 w 96805"/>
                <a:gd name="connsiteY18" fmla="*/ 44334 h 145235"/>
                <a:gd name="connsiteX19" fmla="*/ 41900 w 96805"/>
                <a:gd name="connsiteY19" fmla="*/ 50473 h 145235"/>
                <a:gd name="connsiteX20" fmla="*/ 55487 w 96805"/>
                <a:gd name="connsiteY20" fmla="*/ 55158 h 145235"/>
                <a:gd name="connsiteX21" fmla="*/ 71227 w 96805"/>
                <a:gd name="connsiteY21" fmla="*/ 52896 h 145235"/>
                <a:gd name="connsiteX22" fmla="*/ 78849 w 96805"/>
                <a:gd name="connsiteY22" fmla="*/ 70021 h 145235"/>
                <a:gd name="connsiteX23" fmla="*/ 42231 w 96805"/>
                <a:gd name="connsiteY23" fmla="*/ 110893 h 145235"/>
                <a:gd name="connsiteX24" fmla="*/ 20360 w 96805"/>
                <a:gd name="connsiteY24" fmla="*/ 90538 h 145235"/>
                <a:gd name="connsiteX25" fmla="*/ 20858 w 96805"/>
                <a:gd name="connsiteY25" fmla="*/ 85853 h 145235"/>
                <a:gd name="connsiteX26" fmla="*/ 31793 w 96805"/>
                <a:gd name="connsiteY26" fmla="*/ 42880 h 145235"/>
                <a:gd name="connsiteX27" fmla="*/ 69570 w 96805"/>
                <a:gd name="connsiteY27" fmla="*/ 4592 h 145235"/>
                <a:gd name="connsiteX28" fmla="*/ 86139 w 96805"/>
                <a:gd name="connsiteY28" fmla="*/ 19616 h 14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6805" h="145235">
                  <a:moveTo>
                    <a:pt x="97075" y="22524"/>
                  </a:moveTo>
                  <a:cubicBezTo>
                    <a:pt x="97075" y="8308"/>
                    <a:pt x="84482" y="69"/>
                    <a:pt x="69902" y="69"/>
                  </a:cubicBezTo>
                  <a:cubicBezTo>
                    <a:pt x="47202" y="69"/>
                    <a:pt x="30467" y="25271"/>
                    <a:pt x="26325" y="41588"/>
                  </a:cubicBezTo>
                  <a:lnTo>
                    <a:pt x="312" y="143365"/>
                  </a:lnTo>
                  <a:cubicBezTo>
                    <a:pt x="-19" y="144496"/>
                    <a:pt x="1638" y="145304"/>
                    <a:pt x="2632" y="145304"/>
                  </a:cubicBezTo>
                  <a:cubicBezTo>
                    <a:pt x="4123" y="145304"/>
                    <a:pt x="5448" y="145143"/>
                    <a:pt x="5780" y="144173"/>
                  </a:cubicBezTo>
                  <a:lnTo>
                    <a:pt x="16881" y="101039"/>
                  </a:lnTo>
                  <a:cubicBezTo>
                    <a:pt x="20360" y="108470"/>
                    <a:pt x="28314" y="115417"/>
                    <a:pt x="41734" y="115417"/>
                  </a:cubicBezTo>
                  <a:cubicBezTo>
                    <a:pt x="64931" y="115417"/>
                    <a:pt x="91110" y="99100"/>
                    <a:pt x="91110" y="74383"/>
                  </a:cubicBezTo>
                  <a:cubicBezTo>
                    <a:pt x="91110" y="64851"/>
                    <a:pt x="86636" y="55158"/>
                    <a:pt x="78186" y="49827"/>
                  </a:cubicBezTo>
                  <a:cubicBezTo>
                    <a:pt x="86305" y="44819"/>
                    <a:pt x="97075" y="35610"/>
                    <a:pt x="97075" y="22524"/>
                  </a:cubicBezTo>
                  <a:close/>
                  <a:moveTo>
                    <a:pt x="64268" y="49665"/>
                  </a:moveTo>
                  <a:cubicBezTo>
                    <a:pt x="61783" y="50150"/>
                    <a:pt x="60623" y="50796"/>
                    <a:pt x="55818" y="50796"/>
                  </a:cubicBezTo>
                  <a:cubicBezTo>
                    <a:pt x="53167" y="50796"/>
                    <a:pt x="49190" y="50634"/>
                    <a:pt x="48031" y="49988"/>
                  </a:cubicBezTo>
                  <a:cubicBezTo>
                    <a:pt x="49687" y="49019"/>
                    <a:pt x="54327" y="48857"/>
                    <a:pt x="55818" y="48857"/>
                  </a:cubicBezTo>
                  <a:cubicBezTo>
                    <a:pt x="58303" y="48857"/>
                    <a:pt x="61948" y="49019"/>
                    <a:pt x="64268" y="49665"/>
                  </a:cubicBezTo>
                  <a:close/>
                  <a:moveTo>
                    <a:pt x="86139" y="19616"/>
                  </a:moveTo>
                  <a:cubicBezTo>
                    <a:pt x="86139" y="28179"/>
                    <a:pt x="81831" y="40780"/>
                    <a:pt x="71558" y="46434"/>
                  </a:cubicBezTo>
                  <a:cubicBezTo>
                    <a:pt x="68410" y="45465"/>
                    <a:pt x="65262" y="44334"/>
                    <a:pt x="55984" y="44334"/>
                  </a:cubicBezTo>
                  <a:cubicBezTo>
                    <a:pt x="50184" y="44334"/>
                    <a:pt x="41900" y="44657"/>
                    <a:pt x="41900" y="50473"/>
                  </a:cubicBezTo>
                  <a:cubicBezTo>
                    <a:pt x="41900" y="54512"/>
                    <a:pt x="47036" y="55158"/>
                    <a:pt x="55487" y="55158"/>
                  </a:cubicBezTo>
                  <a:cubicBezTo>
                    <a:pt x="61120" y="55158"/>
                    <a:pt x="66091" y="54350"/>
                    <a:pt x="71227" y="52896"/>
                  </a:cubicBezTo>
                  <a:cubicBezTo>
                    <a:pt x="76198" y="56289"/>
                    <a:pt x="78849" y="62912"/>
                    <a:pt x="78849" y="70021"/>
                  </a:cubicBezTo>
                  <a:cubicBezTo>
                    <a:pt x="78849" y="93446"/>
                    <a:pt x="62446" y="110893"/>
                    <a:pt x="42231" y="110893"/>
                  </a:cubicBezTo>
                  <a:cubicBezTo>
                    <a:pt x="29473" y="110893"/>
                    <a:pt x="20360" y="103300"/>
                    <a:pt x="20360" y="90538"/>
                  </a:cubicBezTo>
                  <a:cubicBezTo>
                    <a:pt x="20360" y="88922"/>
                    <a:pt x="20526" y="87307"/>
                    <a:pt x="20858" y="85853"/>
                  </a:cubicBezTo>
                  <a:lnTo>
                    <a:pt x="31793" y="42880"/>
                  </a:lnTo>
                  <a:cubicBezTo>
                    <a:pt x="35770" y="27532"/>
                    <a:pt x="50350" y="4592"/>
                    <a:pt x="69570" y="4592"/>
                  </a:cubicBezTo>
                  <a:cubicBezTo>
                    <a:pt x="79346" y="4592"/>
                    <a:pt x="86139" y="9762"/>
                    <a:pt x="86139" y="1961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 name="Freeform: Shape 40">
              <a:extLst>
                <a:ext uri="{FF2B5EF4-FFF2-40B4-BE49-F238E27FC236}">
                  <a16:creationId xmlns:a16="http://schemas.microsoft.com/office/drawing/2014/main" id="{71B89A59-FEC8-63D5-D8BA-8BECEBD02A6A}"/>
                </a:ext>
              </a:extLst>
            </p:cNvPr>
            <p:cNvSpPr/>
            <p:nvPr>
              <p:custDataLst>
                <p:tags r:id="rId46"/>
              </p:custDataLst>
            </p:nvPr>
          </p:nvSpPr>
          <p:spPr>
            <a:xfrm>
              <a:off x="14352102" y="5082015"/>
              <a:ext cx="61778" cy="79391"/>
            </a:xfrm>
            <a:custGeom>
              <a:avLst/>
              <a:gdLst>
                <a:gd name="connsiteX0" fmla="*/ 62052 w 61778"/>
                <a:gd name="connsiteY0" fmla="*/ 39996 h 79391"/>
                <a:gd name="connsiteX1" fmla="*/ 31163 w 61778"/>
                <a:gd name="connsiteY1" fmla="*/ 70 h 79391"/>
                <a:gd name="connsiteX2" fmla="*/ 273 w 61778"/>
                <a:gd name="connsiteY2" fmla="*/ 39996 h 79391"/>
                <a:gd name="connsiteX3" fmla="*/ 31163 w 61778"/>
                <a:gd name="connsiteY3" fmla="*/ 79461 h 79391"/>
                <a:gd name="connsiteX4" fmla="*/ 62052 w 61778"/>
                <a:gd name="connsiteY4" fmla="*/ 39996 h 79391"/>
                <a:gd name="connsiteX5" fmla="*/ 31163 w 61778"/>
                <a:gd name="connsiteY5" fmla="*/ 75653 h 79391"/>
                <a:gd name="connsiteX6" fmla="*/ 13884 w 61778"/>
                <a:gd name="connsiteY6" fmla="*/ 62498 h 79391"/>
                <a:gd name="connsiteX7" fmla="*/ 12108 w 61778"/>
                <a:gd name="connsiteY7" fmla="*/ 38611 h 79391"/>
                <a:gd name="connsiteX8" fmla="*/ 14002 w 61778"/>
                <a:gd name="connsiteY8" fmla="*/ 15532 h 79391"/>
                <a:gd name="connsiteX9" fmla="*/ 31163 w 61778"/>
                <a:gd name="connsiteY9" fmla="*/ 3878 h 79391"/>
                <a:gd name="connsiteX10" fmla="*/ 48560 w 61778"/>
                <a:gd name="connsiteY10" fmla="*/ 16340 h 79391"/>
                <a:gd name="connsiteX11" fmla="*/ 50217 w 61778"/>
                <a:gd name="connsiteY11" fmla="*/ 38611 h 79391"/>
                <a:gd name="connsiteX12" fmla="*/ 48442 w 61778"/>
                <a:gd name="connsiteY12" fmla="*/ 62729 h 79391"/>
                <a:gd name="connsiteX13" fmla="*/ 31163 w 61778"/>
                <a:gd name="connsiteY13" fmla="*/ 75653 h 79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778" h="79391">
                  <a:moveTo>
                    <a:pt x="62052" y="39996"/>
                  </a:moveTo>
                  <a:cubicBezTo>
                    <a:pt x="62052" y="31688"/>
                    <a:pt x="62052" y="70"/>
                    <a:pt x="31163" y="70"/>
                  </a:cubicBezTo>
                  <a:cubicBezTo>
                    <a:pt x="273" y="70"/>
                    <a:pt x="273" y="31688"/>
                    <a:pt x="273" y="39996"/>
                  </a:cubicBezTo>
                  <a:cubicBezTo>
                    <a:pt x="273" y="48420"/>
                    <a:pt x="273" y="79461"/>
                    <a:pt x="31163" y="79461"/>
                  </a:cubicBezTo>
                  <a:cubicBezTo>
                    <a:pt x="62052" y="79461"/>
                    <a:pt x="62052" y="48420"/>
                    <a:pt x="62052" y="39996"/>
                  </a:cubicBezTo>
                  <a:close/>
                  <a:moveTo>
                    <a:pt x="31163" y="75653"/>
                  </a:moveTo>
                  <a:cubicBezTo>
                    <a:pt x="26784" y="75653"/>
                    <a:pt x="16842" y="74153"/>
                    <a:pt x="13884" y="62498"/>
                  </a:cubicBezTo>
                  <a:cubicBezTo>
                    <a:pt x="12227" y="56267"/>
                    <a:pt x="12108" y="48074"/>
                    <a:pt x="12108" y="38611"/>
                  </a:cubicBezTo>
                  <a:cubicBezTo>
                    <a:pt x="12108" y="30072"/>
                    <a:pt x="12108" y="22110"/>
                    <a:pt x="14002" y="15532"/>
                  </a:cubicBezTo>
                  <a:cubicBezTo>
                    <a:pt x="16961" y="5839"/>
                    <a:pt x="26074" y="3878"/>
                    <a:pt x="31163" y="3878"/>
                  </a:cubicBezTo>
                  <a:cubicBezTo>
                    <a:pt x="39921" y="3878"/>
                    <a:pt x="46193" y="8263"/>
                    <a:pt x="48560" y="16340"/>
                  </a:cubicBezTo>
                  <a:cubicBezTo>
                    <a:pt x="50217" y="22225"/>
                    <a:pt x="50217" y="31803"/>
                    <a:pt x="50217" y="38611"/>
                  </a:cubicBezTo>
                  <a:cubicBezTo>
                    <a:pt x="50217" y="46458"/>
                    <a:pt x="50217" y="55805"/>
                    <a:pt x="48442" y="62729"/>
                  </a:cubicBezTo>
                  <a:cubicBezTo>
                    <a:pt x="45365" y="73922"/>
                    <a:pt x="35897" y="75653"/>
                    <a:pt x="31163" y="7565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 name="Freeform: Shape 41">
              <a:extLst>
                <a:ext uri="{FF2B5EF4-FFF2-40B4-BE49-F238E27FC236}">
                  <a16:creationId xmlns:a16="http://schemas.microsoft.com/office/drawing/2014/main" id="{69D32BCD-6837-F7EA-D417-C9E4EB22C1A9}"/>
                </a:ext>
              </a:extLst>
            </p:cNvPr>
            <p:cNvSpPr/>
            <p:nvPr>
              <p:custDataLst>
                <p:tags r:id="rId47"/>
              </p:custDataLst>
            </p:nvPr>
          </p:nvSpPr>
          <p:spPr>
            <a:xfrm>
              <a:off x="14446730" y="5035788"/>
              <a:ext cx="121947" cy="119063"/>
            </a:xfrm>
            <a:custGeom>
              <a:avLst/>
              <a:gdLst>
                <a:gd name="connsiteX0" fmla="*/ 65393 w 121947"/>
                <a:gd name="connsiteY0" fmla="*/ 63559 h 119063"/>
                <a:gd name="connsiteX1" fmla="*/ 116094 w 121947"/>
                <a:gd name="connsiteY1" fmla="*/ 63559 h 119063"/>
                <a:gd name="connsiteX2" fmla="*/ 122225 w 121947"/>
                <a:gd name="connsiteY2" fmla="*/ 59681 h 119063"/>
                <a:gd name="connsiteX3" fmla="*/ 116094 w 121947"/>
                <a:gd name="connsiteY3" fmla="*/ 55643 h 119063"/>
                <a:gd name="connsiteX4" fmla="*/ 65393 w 121947"/>
                <a:gd name="connsiteY4" fmla="*/ 55643 h 119063"/>
                <a:gd name="connsiteX5" fmla="*/ 65393 w 121947"/>
                <a:gd name="connsiteY5" fmla="*/ 6046 h 119063"/>
                <a:gd name="connsiteX6" fmla="*/ 61417 w 121947"/>
                <a:gd name="connsiteY6" fmla="*/ 69 h 119063"/>
                <a:gd name="connsiteX7" fmla="*/ 57274 w 121947"/>
                <a:gd name="connsiteY7" fmla="*/ 6046 h 119063"/>
                <a:gd name="connsiteX8" fmla="*/ 57274 w 121947"/>
                <a:gd name="connsiteY8" fmla="*/ 55643 h 119063"/>
                <a:gd name="connsiteX9" fmla="*/ 6408 w 121947"/>
                <a:gd name="connsiteY9" fmla="*/ 55643 h 119063"/>
                <a:gd name="connsiteX10" fmla="*/ 277 w 121947"/>
                <a:gd name="connsiteY10" fmla="*/ 59520 h 119063"/>
                <a:gd name="connsiteX11" fmla="*/ 6408 w 121947"/>
                <a:gd name="connsiteY11" fmla="*/ 63559 h 119063"/>
                <a:gd name="connsiteX12" fmla="*/ 57274 w 121947"/>
                <a:gd name="connsiteY12" fmla="*/ 63559 h 119063"/>
                <a:gd name="connsiteX13" fmla="*/ 57274 w 121947"/>
                <a:gd name="connsiteY13" fmla="*/ 113155 h 119063"/>
                <a:gd name="connsiteX14" fmla="*/ 61251 w 121947"/>
                <a:gd name="connsiteY14" fmla="*/ 119133 h 119063"/>
                <a:gd name="connsiteX15" fmla="*/ 65393 w 121947"/>
                <a:gd name="connsiteY15" fmla="*/ 113155 h 119063"/>
                <a:gd name="connsiteX16" fmla="*/ 65393 w 121947"/>
                <a:gd name="connsiteY16" fmla="*/ 63559 h 119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47" h="119063">
                  <a:moveTo>
                    <a:pt x="65393" y="63559"/>
                  </a:moveTo>
                  <a:lnTo>
                    <a:pt x="116094" y="63559"/>
                  </a:lnTo>
                  <a:cubicBezTo>
                    <a:pt x="118248" y="63559"/>
                    <a:pt x="122225" y="63559"/>
                    <a:pt x="122225" y="59681"/>
                  </a:cubicBezTo>
                  <a:cubicBezTo>
                    <a:pt x="122225" y="55643"/>
                    <a:pt x="118414" y="55643"/>
                    <a:pt x="116094" y="55643"/>
                  </a:cubicBezTo>
                  <a:lnTo>
                    <a:pt x="65393" y="55643"/>
                  </a:lnTo>
                  <a:lnTo>
                    <a:pt x="65393" y="6046"/>
                  </a:lnTo>
                  <a:cubicBezTo>
                    <a:pt x="65393" y="3946"/>
                    <a:pt x="65393" y="69"/>
                    <a:pt x="61417" y="69"/>
                  </a:cubicBezTo>
                  <a:cubicBezTo>
                    <a:pt x="57274" y="69"/>
                    <a:pt x="57274" y="3784"/>
                    <a:pt x="57274" y="6046"/>
                  </a:cubicBezTo>
                  <a:lnTo>
                    <a:pt x="57274" y="55643"/>
                  </a:lnTo>
                  <a:lnTo>
                    <a:pt x="6408" y="55643"/>
                  </a:lnTo>
                  <a:cubicBezTo>
                    <a:pt x="4254" y="55643"/>
                    <a:pt x="277" y="55643"/>
                    <a:pt x="277" y="59520"/>
                  </a:cubicBezTo>
                  <a:cubicBezTo>
                    <a:pt x="277" y="63559"/>
                    <a:pt x="4088" y="63559"/>
                    <a:pt x="6408" y="63559"/>
                  </a:cubicBezTo>
                  <a:lnTo>
                    <a:pt x="57274" y="63559"/>
                  </a:lnTo>
                  <a:lnTo>
                    <a:pt x="57274" y="113155"/>
                  </a:lnTo>
                  <a:cubicBezTo>
                    <a:pt x="57274" y="115255"/>
                    <a:pt x="57274" y="119133"/>
                    <a:pt x="61251" y="119133"/>
                  </a:cubicBezTo>
                  <a:cubicBezTo>
                    <a:pt x="65393" y="119133"/>
                    <a:pt x="65393" y="115417"/>
                    <a:pt x="65393" y="113155"/>
                  </a:cubicBezTo>
                  <a:lnTo>
                    <a:pt x="65393" y="635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Freeform: Shape 42">
              <a:extLst>
                <a:ext uri="{FF2B5EF4-FFF2-40B4-BE49-F238E27FC236}">
                  <a16:creationId xmlns:a16="http://schemas.microsoft.com/office/drawing/2014/main" id="{6B5E6182-23ED-9C87-F81A-17F737E6463E}"/>
                </a:ext>
              </a:extLst>
            </p:cNvPr>
            <p:cNvSpPr/>
            <p:nvPr>
              <p:custDataLst>
                <p:tags r:id="rId48"/>
              </p:custDataLst>
            </p:nvPr>
          </p:nvSpPr>
          <p:spPr>
            <a:xfrm>
              <a:off x="14588515" y="5021895"/>
              <a:ext cx="96805" cy="145235"/>
            </a:xfrm>
            <a:custGeom>
              <a:avLst/>
              <a:gdLst>
                <a:gd name="connsiteX0" fmla="*/ 97089 w 96805"/>
                <a:gd name="connsiteY0" fmla="*/ 22524 h 145235"/>
                <a:gd name="connsiteX1" fmla="*/ 69916 w 96805"/>
                <a:gd name="connsiteY1" fmla="*/ 69 h 145235"/>
                <a:gd name="connsiteX2" fmla="*/ 26340 w 96805"/>
                <a:gd name="connsiteY2" fmla="*/ 41588 h 145235"/>
                <a:gd name="connsiteX3" fmla="*/ 327 w 96805"/>
                <a:gd name="connsiteY3" fmla="*/ 143365 h 145235"/>
                <a:gd name="connsiteX4" fmla="*/ 2646 w 96805"/>
                <a:gd name="connsiteY4" fmla="*/ 145304 h 145235"/>
                <a:gd name="connsiteX5" fmla="*/ 5794 w 96805"/>
                <a:gd name="connsiteY5" fmla="*/ 144173 h 145235"/>
                <a:gd name="connsiteX6" fmla="*/ 16895 w 96805"/>
                <a:gd name="connsiteY6" fmla="*/ 101039 h 145235"/>
                <a:gd name="connsiteX7" fmla="*/ 41749 w 96805"/>
                <a:gd name="connsiteY7" fmla="*/ 115417 h 145235"/>
                <a:gd name="connsiteX8" fmla="*/ 91124 w 96805"/>
                <a:gd name="connsiteY8" fmla="*/ 74383 h 145235"/>
                <a:gd name="connsiteX9" fmla="*/ 78200 w 96805"/>
                <a:gd name="connsiteY9" fmla="*/ 49827 h 145235"/>
                <a:gd name="connsiteX10" fmla="*/ 97089 w 96805"/>
                <a:gd name="connsiteY10" fmla="*/ 22524 h 145235"/>
                <a:gd name="connsiteX11" fmla="*/ 64283 w 96805"/>
                <a:gd name="connsiteY11" fmla="*/ 49665 h 145235"/>
                <a:gd name="connsiteX12" fmla="*/ 55832 w 96805"/>
                <a:gd name="connsiteY12" fmla="*/ 50796 h 145235"/>
                <a:gd name="connsiteX13" fmla="*/ 48045 w 96805"/>
                <a:gd name="connsiteY13" fmla="*/ 49988 h 145235"/>
                <a:gd name="connsiteX14" fmla="*/ 55832 w 96805"/>
                <a:gd name="connsiteY14" fmla="*/ 48857 h 145235"/>
                <a:gd name="connsiteX15" fmla="*/ 64283 w 96805"/>
                <a:gd name="connsiteY15" fmla="*/ 49665 h 145235"/>
                <a:gd name="connsiteX16" fmla="*/ 86154 w 96805"/>
                <a:gd name="connsiteY16" fmla="*/ 19616 h 145235"/>
                <a:gd name="connsiteX17" fmla="*/ 71573 w 96805"/>
                <a:gd name="connsiteY17" fmla="*/ 46434 h 145235"/>
                <a:gd name="connsiteX18" fmla="*/ 55998 w 96805"/>
                <a:gd name="connsiteY18" fmla="*/ 44334 h 145235"/>
                <a:gd name="connsiteX19" fmla="*/ 41915 w 96805"/>
                <a:gd name="connsiteY19" fmla="*/ 50473 h 145235"/>
                <a:gd name="connsiteX20" fmla="*/ 55501 w 96805"/>
                <a:gd name="connsiteY20" fmla="*/ 55158 h 145235"/>
                <a:gd name="connsiteX21" fmla="*/ 71242 w 96805"/>
                <a:gd name="connsiteY21" fmla="*/ 52896 h 145235"/>
                <a:gd name="connsiteX22" fmla="*/ 78863 w 96805"/>
                <a:gd name="connsiteY22" fmla="*/ 70021 h 145235"/>
                <a:gd name="connsiteX23" fmla="*/ 42246 w 96805"/>
                <a:gd name="connsiteY23" fmla="*/ 110893 h 145235"/>
                <a:gd name="connsiteX24" fmla="*/ 20375 w 96805"/>
                <a:gd name="connsiteY24" fmla="*/ 90538 h 145235"/>
                <a:gd name="connsiteX25" fmla="*/ 20872 w 96805"/>
                <a:gd name="connsiteY25" fmla="*/ 85853 h 145235"/>
                <a:gd name="connsiteX26" fmla="*/ 31808 w 96805"/>
                <a:gd name="connsiteY26" fmla="*/ 42880 h 145235"/>
                <a:gd name="connsiteX27" fmla="*/ 69585 w 96805"/>
                <a:gd name="connsiteY27" fmla="*/ 4592 h 145235"/>
                <a:gd name="connsiteX28" fmla="*/ 86154 w 96805"/>
                <a:gd name="connsiteY28" fmla="*/ 19616 h 14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6805" h="145235">
                  <a:moveTo>
                    <a:pt x="97089" y="22524"/>
                  </a:moveTo>
                  <a:cubicBezTo>
                    <a:pt x="97089" y="8308"/>
                    <a:pt x="84497" y="69"/>
                    <a:pt x="69916" y="69"/>
                  </a:cubicBezTo>
                  <a:cubicBezTo>
                    <a:pt x="47217" y="69"/>
                    <a:pt x="30482" y="25271"/>
                    <a:pt x="26340" y="41588"/>
                  </a:cubicBezTo>
                  <a:lnTo>
                    <a:pt x="327" y="143365"/>
                  </a:lnTo>
                  <a:cubicBezTo>
                    <a:pt x="-5" y="144496"/>
                    <a:pt x="1652" y="145304"/>
                    <a:pt x="2646" y="145304"/>
                  </a:cubicBezTo>
                  <a:cubicBezTo>
                    <a:pt x="4137" y="145304"/>
                    <a:pt x="5463" y="145143"/>
                    <a:pt x="5794" y="144173"/>
                  </a:cubicBezTo>
                  <a:lnTo>
                    <a:pt x="16895" y="101039"/>
                  </a:lnTo>
                  <a:cubicBezTo>
                    <a:pt x="20375" y="108470"/>
                    <a:pt x="28328" y="115417"/>
                    <a:pt x="41749" y="115417"/>
                  </a:cubicBezTo>
                  <a:cubicBezTo>
                    <a:pt x="64945" y="115417"/>
                    <a:pt x="91124" y="99100"/>
                    <a:pt x="91124" y="74383"/>
                  </a:cubicBezTo>
                  <a:cubicBezTo>
                    <a:pt x="91124" y="64851"/>
                    <a:pt x="86651" y="55158"/>
                    <a:pt x="78200" y="49827"/>
                  </a:cubicBezTo>
                  <a:cubicBezTo>
                    <a:pt x="86319" y="44819"/>
                    <a:pt x="97089" y="35610"/>
                    <a:pt x="97089" y="22524"/>
                  </a:cubicBezTo>
                  <a:close/>
                  <a:moveTo>
                    <a:pt x="64283" y="49665"/>
                  </a:moveTo>
                  <a:cubicBezTo>
                    <a:pt x="61797" y="50150"/>
                    <a:pt x="60637" y="50796"/>
                    <a:pt x="55832" y="50796"/>
                  </a:cubicBezTo>
                  <a:cubicBezTo>
                    <a:pt x="53181" y="50796"/>
                    <a:pt x="49205" y="50634"/>
                    <a:pt x="48045" y="49988"/>
                  </a:cubicBezTo>
                  <a:cubicBezTo>
                    <a:pt x="49702" y="49019"/>
                    <a:pt x="54341" y="48857"/>
                    <a:pt x="55832" y="48857"/>
                  </a:cubicBezTo>
                  <a:cubicBezTo>
                    <a:pt x="58318" y="48857"/>
                    <a:pt x="61963" y="49019"/>
                    <a:pt x="64283" y="49665"/>
                  </a:cubicBezTo>
                  <a:close/>
                  <a:moveTo>
                    <a:pt x="86154" y="19616"/>
                  </a:moveTo>
                  <a:cubicBezTo>
                    <a:pt x="86154" y="28179"/>
                    <a:pt x="81846" y="40780"/>
                    <a:pt x="71573" y="46434"/>
                  </a:cubicBezTo>
                  <a:cubicBezTo>
                    <a:pt x="68425" y="45465"/>
                    <a:pt x="65277" y="44334"/>
                    <a:pt x="55998" y="44334"/>
                  </a:cubicBezTo>
                  <a:cubicBezTo>
                    <a:pt x="50199" y="44334"/>
                    <a:pt x="41915" y="44657"/>
                    <a:pt x="41915" y="50473"/>
                  </a:cubicBezTo>
                  <a:cubicBezTo>
                    <a:pt x="41915" y="54512"/>
                    <a:pt x="47051" y="55158"/>
                    <a:pt x="55501" y="55158"/>
                  </a:cubicBezTo>
                  <a:cubicBezTo>
                    <a:pt x="61135" y="55158"/>
                    <a:pt x="66105" y="54350"/>
                    <a:pt x="71242" y="52896"/>
                  </a:cubicBezTo>
                  <a:cubicBezTo>
                    <a:pt x="76212" y="56289"/>
                    <a:pt x="78863" y="62912"/>
                    <a:pt x="78863" y="70021"/>
                  </a:cubicBezTo>
                  <a:cubicBezTo>
                    <a:pt x="78863" y="93446"/>
                    <a:pt x="62460" y="110893"/>
                    <a:pt x="42246" y="110893"/>
                  </a:cubicBezTo>
                  <a:cubicBezTo>
                    <a:pt x="29488" y="110893"/>
                    <a:pt x="20375" y="103300"/>
                    <a:pt x="20375" y="90538"/>
                  </a:cubicBezTo>
                  <a:cubicBezTo>
                    <a:pt x="20375" y="88922"/>
                    <a:pt x="20541" y="87307"/>
                    <a:pt x="20872" y="85853"/>
                  </a:cubicBezTo>
                  <a:lnTo>
                    <a:pt x="31808" y="42880"/>
                  </a:lnTo>
                  <a:cubicBezTo>
                    <a:pt x="35784" y="27532"/>
                    <a:pt x="50365" y="4592"/>
                    <a:pt x="69585" y="4592"/>
                  </a:cubicBezTo>
                  <a:cubicBezTo>
                    <a:pt x="79360" y="4592"/>
                    <a:pt x="86154" y="9762"/>
                    <a:pt x="86154" y="1961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4" name="Freeform: Shape 43">
              <a:extLst>
                <a:ext uri="{FF2B5EF4-FFF2-40B4-BE49-F238E27FC236}">
                  <a16:creationId xmlns:a16="http://schemas.microsoft.com/office/drawing/2014/main" id="{F4FE575E-471F-A8C8-94EE-A640DBA27780}"/>
                </a:ext>
              </a:extLst>
            </p:cNvPr>
            <p:cNvSpPr/>
            <p:nvPr>
              <p:custDataLst>
                <p:tags r:id="rId49"/>
              </p:custDataLst>
            </p:nvPr>
          </p:nvSpPr>
          <p:spPr>
            <a:xfrm>
              <a:off x="14704692" y="5082015"/>
              <a:ext cx="48641" cy="76852"/>
            </a:xfrm>
            <a:custGeom>
              <a:avLst/>
              <a:gdLst>
                <a:gd name="connsiteX0" fmla="*/ 30467 w 48641"/>
                <a:gd name="connsiteY0" fmla="*/ 3531 h 76852"/>
                <a:gd name="connsiteX1" fmla="*/ 26207 w 48641"/>
                <a:gd name="connsiteY1" fmla="*/ 70 h 76852"/>
                <a:gd name="connsiteX2" fmla="*/ 2300 w 48641"/>
                <a:gd name="connsiteY2" fmla="*/ 7455 h 76852"/>
                <a:gd name="connsiteX3" fmla="*/ 288 w 48641"/>
                <a:gd name="connsiteY3" fmla="*/ 7455 h 76852"/>
                <a:gd name="connsiteX4" fmla="*/ 288 w 48641"/>
                <a:gd name="connsiteY4" fmla="*/ 12532 h 76852"/>
                <a:gd name="connsiteX5" fmla="*/ 2300 w 48641"/>
                <a:gd name="connsiteY5" fmla="*/ 12532 h 76852"/>
                <a:gd name="connsiteX6" fmla="*/ 19579 w 48641"/>
                <a:gd name="connsiteY6" fmla="*/ 9301 h 76852"/>
                <a:gd name="connsiteX7" fmla="*/ 19579 w 48641"/>
                <a:gd name="connsiteY7" fmla="*/ 66998 h 76852"/>
                <a:gd name="connsiteX8" fmla="*/ 7034 w 48641"/>
                <a:gd name="connsiteY8" fmla="*/ 71845 h 76852"/>
                <a:gd name="connsiteX9" fmla="*/ 1116 w 48641"/>
                <a:gd name="connsiteY9" fmla="*/ 71845 h 76852"/>
                <a:gd name="connsiteX10" fmla="*/ 1116 w 48641"/>
                <a:gd name="connsiteY10" fmla="*/ 76922 h 76852"/>
                <a:gd name="connsiteX11" fmla="*/ 25023 w 48641"/>
                <a:gd name="connsiteY11" fmla="*/ 76461 h 76852"/>
                <a:gd name="connsiteX12" fmla="*/ 48930 w 48641"/>
                <a:gd name="connsiteY12" fmla="*/ 76922 h 76852"/>
                <a:gd name="connsiteX13" fmla="*/ 48930 w 48641"/>
                <a:gd name="connsiteY13" fmla="*/ 71845 h 76852"/>
                <a:gd name="connsiteX14" fmla="*/ 43012 w 48641"/>
                <a:gd name="connsiteY14" fmla="*/ 71845 h 76852"/>
                <a:gd name="connsiteX15" fmla="*/ 30467 w 48641"/>
                <a:gd name="connsiteY15" fmla="*/ 66998 h 76852"/>
                <a:gd name="connsiteX16" fmla="*/ 30467 w 48641"/>
                <a:gd name="connsiteY16" fmla="*/ 3531 h 7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641" h="76852">
                  <a:moveTo>
                    <a:pt x="30467" y="3531"/>
                  </a:moveTo>
                  <a:cubicBezTo>
                    <a:pt x="30467" y="70"/>
                    <a:pt x="30112" y="70"/>
                    <a:pt x="26207" y="70"/>
                  </a:cubicBezTo>
                  <a:cubicBezTo>
                    <a:pt x="17804" y="7455"/>
                    <a:pt x="4667" y="7455"/>
                    <a:pt x="2300" y="7455"/>
                  </a:cubicBezTo>
                  <a:lnTo>
                    <a:pt x="288" y="7455"/>
                  </a:lnTo>
                  <a:lnTo>
                    <a:pt x="288" y="12532"/>
                  </a:lnTo>
                  <a:lnTo>
                    <a:pt x="2300" y="12532"/>
                  </a:lnTo>
                  <a:cubicBezTo>
                    <a:pt x="5022" y="12532"/>
                    <a:pt x="12715" y="12186"/>
                    <a:pt x="19579" y="9301"/>
                  </a:cubicBezTo>
                  <a:lnTo>
                    <a:pt x="19579" y="66998"/>
                  </a:lnTo>
                  <a:cubicBezTo>
                    <a:pt x="19579" y="70576"/>
                    <a:pt x="19579" y="71845"/>
                    <a:pt x="7034" y="71845"/>
                  </a:cubicBezTo>
                  <a:lnTo>
                    <a:pt x="1116" y="71845"/>
                  </a:lnTo>
                  <a:lnTo>
                    <a:pt x="1116" y="76922"/>
                  </a:lnTo>
                  <a:cubicBezTo>
                    <a:pt x="7626" y="76461"/>
                    <a:pt x="18159" y="76461"/>
                    <a:pt x="25023" y="76461"/>
                  </a:cubicBezTo>
                  <a:cubicBezTo>
                    <a:pt x="31887" y="76461"/>
                    <a:pt x="42420" y="76461"/>
                    <a:pt x="48930" y="76922"/>
                  </a:cubicBezTo>
                  <a:lnTo>
                    <a:pt x="48930" y="71845"/>
                  </a:lnTo>
                  <a:lnTo>
                    <a:pt x="43012" y="71845"/>
                  </a:lnTo>
                  <a:cubicBezTo>
                    <a:pt x="30467" y="71845"/>
                    <a:pt x="30467" y="70576"/>
                    <a:pt x="30467" y="66998"/>
                  </a:cubicBezTo>
                  <a:lnTo>
                    <a:pt x="30467" y="353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5" name="Freeform: Shape 44">
              <a:extLst>
                <a:ext uri="{FF2B5EF4-FFF2-40B4-BE49-F238E27FC236}">
                  <a16:creationId xmlns:a16="http://schemas.microsoft.com/office/drawing/2014/main" id="{F58C09F2-7A53-708E-57D6-7A8A9BDFE2FA}"/>
                </a:ext>
              </a:extLst>
            </p:cNvPr>
            <p:cNvSpPr/>
            <p:nvPr>
              <p:custDataLst>
                <p:tags r:id="rId50"/>
              </p:custDataLst>
            </p:nvPr>
          </p:nvSpPr>
          <p:spPr>
            <a:xfrm>
              <a:off x="14788101" y="5064545"/>
              <a:ext cx="88643" cy="72860"/>
            </a:xfrm>
            <a:custGeom>
              <a:avLst/>
              <a:gdLst>
                <a:gd name="connsiteX0" fmla="*/ 33595 w 88643"/>
                <a:gd name="connsiteY0" fmla="*/ 54189 h 72860"/>
                <a:gd name="connsiteX1" fmla="*/ 18021 w 88643"/>
                <a:gd name="connsiteY1" fmla="*/ 68405 h 72860"/>
                <a:gd name="connsiteX2" fmla="*/ 9073 w 88643"/>
                <a:gd name="connsiteY2" fmla="*/ 66143 h 72860"/>
                <a:gd name="connsiteX3" fmla="*/ 16364 w 88643"/>
                <a:gd name="connsiteY3" fmla="*/ 57258 h 72860"/>
                <a:gd name="connsiteX4" fmla="*/ 9736 w 88643"/>
                <a:gd name="connsiteY4" fmla="*/ 51281 h 72860"/>
                <a:gd name="connsiteX5" fmla="*/ 292 w 88643"/>
                <a:gd name="connsiteY5" fmla="*/ 61135 h 72860"/>
                <a:gd name="connsiteX6" fmla="*/ 17689 w 88643"/>
                <a:gd name="connsiteY6" fmla="*/ 72929 h 72860"/>
                <a:gd name="connsiteX7" fmla="*/ 36246 w 88643"/>
                <a:gd name="connsiteY7" fmla="*/ 61458 h 72860"/>
                <a:gd name="connsiteX8" fmla="*/ 55963 w 88643"/>
                <a:gd name="connsiteY8" fmla="*/ 72929 h 72860"/>
                <a:gd name="connsiteX9" fmla="*/ 85125 w 88643"/>
                <a:gd name="connsiteY9" fmla="*/ 48211 h 72860"/>
                <a:gd name="connsiteX10" fmla="*/ 82474 w 88643"/>
                <a:gd name="connsiteY10" fmla="*/ 46111 h 72860"/>
                <a:gd name="connsiteX11" fmla="*/ 79326 w 88643"/>
                <a:gd name="connsiteY11" fmla="*/ 48857 h 72860"/>
                <a:gd name="connsiteX12" fmla="*/ 56626 w 88643"/>
                <a:gd name="connsiteY12" fmla="*/ 68405 h 72860"/>
                <a:gd name="connsiteX13" fmla="*/ 46519 w 88643"/>
                <a:gd name="connsiteY13" fmla="*/ 57904 h 72860"/>
                <a:gd name="connsiteX14" fmla="*/ 55135 w 88643"/>
                <a:gd name="connsiteY14" fmla="*/ 21070 h 72860"/>
                <a:gd name="connsiteX15" fmla="*/ 71373 w 88643"/>
                <a:gd name="connsiteY15" fmla="*/ 4592 h 72860"/>
                <a:gd name="connsiteX16" fmla="*/ 80320 w 88643"/>
                <a:gd name="connsiteY16" fmla="*/ 6854 h 72860"/>
                <a:gd name="connsiteX17" fmla="*/ 73029 w 88643"/>
                <a:gd name="connsiteY17" fmla="*/ 15739 h 72860"/>
                <a:gd name="connsiteX18" fmla="*/ 79657 w 88643"/>
                <a:gd name="connsiteY18" fmla="*/ 21717 h 72860"/>
                <a:gd name="connsiteX19" fmla="*/ 88936 w 88643"/>
                <a:gd name="connsiteY19" fmla="*/ 11862 h 72860"/>
                <a:gd name="connsiteX20" fmla="*/ 71704 w 88643"/>
                <a:gd name="connsiteY20" fmla="*/ 69 h 72860"/>
                <a:gd name="connsiteX21" fmla="*/ 53147 w 88643"/>
                <a:gd name="connsiteY21" fmla="*/ 11539 h 72860"/>
                <a:gd name="connsiteX22" fmla="*/ 33264 w 88643"/>
                <a:gd name="connsiteY22" fmla="*/ 69 h 72860"/>
                <a:gd name="connsiteX23" fmla="*/ 4103 w 88643"/>
                <a:gd name="connsiteY23" fmla="*/ 24786 h 72860"/>
                <a:gd name="connsiteX24" fmla="*/ 6919 w 88643"/>
                <a:gd name="connsiteY24" fmla="*/ 26886 h 72860"/>
                <a:gd name="connsiteX25" fmla="*/ 10068 w 88643"/>
                <a:gd name="connsiteY25" fmla="*/ 24140 h 72860"/>
                <a:gd name="connsiteX26" fmla="*/ 32767 w 88643"/>
                <a:gd name="connsiteY26" fmla="*/ 4592 h 72860"/>
                <a:gd name="connsiteX27" fmla="*/ 42708 w 88643"/>
                <a:gd name="connsiteY27" fmla="*/ 15255 h 72860"/>
                <a:gd name="connsiteX28" fmla="*/ 39229 w 88643"/>
                <a:gd name="connsiteY28" fmla="*/ 32056 h 72860"/>
                <a:gd name="connsiteX29" fmla="*/ 33595 w 88643"/>
                <a:gd name="connsiteY29" fmla="*/ 54189 h 7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8643" h="72860">
                  <a:moveTo>
                    <a:pt x="33595" y="54189"/>
                  </a:moveTo>
                  <a:cubicBezTo>
                    <a:pt x="31939" y="59681"/>
                    <a:pt x="26471" y="68405"/>
                    <a:pt x="18021" y="68405"/>
                  </a:cubicBezTo>
                  <a:cubicBezTo>
                    <a:pt x="17524" y="68405"/>
                    <a:pt x="12553" y="68405"/>
                    <a:pt x="9073" y="66143"/>
                  </a:cubicBezTo>
                  <a:cubicBezTo>
                    <a:pt x="15867" y="64043"/>
                    <a:pt x="16364" y="58227"/>
                    <a:pt x="16364" y="57258"/>
                  </a:cubicBezTo>
                  <a:cubicBezTo>
                    <a:pt x="16364" y="53704"/>
                    <a:pt x="13547" y="51281"/>
                    <a:pt x="9736" y="51281"/>
                  </a:cubicBezTo>
                  <a:cubicBezTo>
                    <a:pt x="5097" y="51281"/>
                    <a:pt x="292" y="55158"/>
                    <a:pt x="292" y="61135"/>
                  </a:cubicBezTo>
                  <a:cubicBezTo>
                    <a:pt x="292" y="69213"/>
                    <a:pt x="9570" y="72929"/>
                    <a:pt x="17689" y="72929"/>
                  </a:cubicBezTo>
                  <a:cubicBezTo>
                    <a:pt x="25311" y="72929"/>
                    <a:pt x="32104" y="68244"/>
                    <a:pt x="36246" y="61458"/>
                  </a:cubicBezTo>
                  <a:cubicBezTo>
                    <a:pt x="40223" y="70021"/>
                    <a:pt x="49336" y="72929"/>
                    <a:pt x="55963" y="72929"/>
                  </a:cubicBezTo>
                  <a:cubicBezTo>
                    <a:pt x="75018" y="72929"/>
                    <a:pt x="85125" y="52735"/>
                    <a:pt x="85125" y="48211"/>
                  </a:cubicBezTo>
                  <a:cubicBezTo>
                    <a:pt x="85125" y="46111"/>
                    <a:pt x="82971" y="46111"/>
                    <a:pt x="82474" y="46111"/>
                  </a:cubicBezTo>
                  <a:cubicBezTo>
                    <a:pt x="80154" y="46111"/>
                    <a:pt x="79988" y="46919"/>
                    <a:pt x="79326" y="48857"/>
                  </a:cubicBezTo>
                  <a:cubicBezTo>
                    <a:pt x="75846" y="60004"/>
                    <a:pt x="65905" y="68405"/>
                    <a:pt x="56626" y="68405"/>
                  </a:cubicBezTo>
                  <a:cubicBezTo>
                    <a:pt x="49999" y="68405"/>
                    <a:pt x="46519" y="64043"/>
                    <a:pt x="46519" y="57904"/>
                  </a:cubicBezTo>
                  <a:cubicBezTo>
                    <a:pt x="46519" y="53704"/>
                    <a:pt x="50496" y="39003"/>
                    <a:pt x="55135" y="21070"/>
                  </a:cubicBezTo>
                  <a:cubicBezTo>
                    <a:pt x="58449" y="8631"/>
                    <a:pt x="65905" y="4592"/>
                    <a:pt x="71373" y="4592"/>
                  </a:cubicBezTo>
                  <a:cubicBezTo>
                    <a:pt x="71704" y="4592"/>
                    <a:pt x="76840" y="4592"/>
                    <a:pt x="80320" y="6854"/>
                  </a:cubicBezTo>
                  <a:cubicBezTo>
                    <a:pt x="75018" y="8308"/>
                    <a:pt x="73029" y="12831"/>
                    <a:pt x="73029" y="15739"/>
                  </a:cubicBezTo>
                  <a:cubicBezTo>
                    <a:pt x="73029" y="19293"/>
                    <a:pt x="75846" y="21717"/>
                    <a:pt x="79657" y="21717"/>
                  </a:cubicBezTo>
                  <a:cubicBezTo>
                    <a:pt x="83468" y="21717"/>
                    <a:pt x="88936" y="18647"/>
                    <a:pt x="88936" y="11862"/>
                  </a:cubicBezTo>
                  <a:cubicBezTo>
                    <a:pt x="88936" y="2815"/>
                    <a:pt x="78331" y="69"/>
                    <a:pt x="71704" y="69"/>
                  </a:cubicBezTo>
                  <a:cubicBezTo>
                    <a:pt x="63419" y="69"/>
                    <a:pt x="56792" y="5400"/>
                    <a:pt x="53147" y="11539"/>
                  </a:cubicBezTo>
                  <a:cubicBezTo>
                    <a:pt x="50164" y="4915"/>
                    <a:pt x="42543" y="69"/>
                    <a:pt x="33264" y="69"/>
                  </a:cubicBezTo>
                  <a:cubicBezTo>
                    <a:pt x="14707" y="69"/>
                    <a:pt x="4103" y="19940"/>
                    <a:pt x="4103" y="24786"/>
                  </a:cubicBezTo>
                  <a:cubicBezTo>
                    <a:pt x="4103" y="26886"/>
                    <a:pt x="6422" y="26886"/>
                    <a:pt x="6919" y="26886"/>
                  </a:cubicBezTo>
                  <a:cubicBezTo>
                    <a:pt x="9073" y="26886"/>
                    <a:pt x="9239" y="26240"/>
                    <a:pt x="10068" y="24140"/>
                  </a:cubicBezTo>
                  <a:cubicBezTo>
                    <a:pt x="14210" y="11539"/>
                    <a:pt x="24648" y="4592"/>
                    <a:pt x="32767" y="4592"/>
                  </a:cubicBezTo>
                  <a:cubicBezTo>
                    <a:pt x="38235" y="4592"/>
                    <a:pt x="42708" y="7500"/>
                    <a:pt x="42708" y="15255"/>
                  </a:cubicBezTo>
                  <a:cubicBezTo>
                    <a:pt x="42708" y="18486"/>
                    <a:pt x="40720" y="26563"/>
                    <a:pt x="39229" y="32056"/>
                  </a:cubicBezTo>
                  <a:lnTo>
                    <a:pt x="33595" y="5418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 name="Freeform: Shape 45">
              <a:extLst>
                <a:ext uri="{FF2B5EF4-FFF2-40B4-BE49-F238E27FC236}">
                  <a16:creationId xmlns:a16="http://schemas.microsoft.com/office/drawing/2014/main" id="{763D486E-DE04-D491-9E55-94D8C16BE84B}"/>
                </a:ext>
              </a:extLst>
            </p:cNvPr>
            <p:cNvSpPr/>
            <p:nvPr>
              <p:custDataLst>
                <p:tags r:id="rId51"/>
              </p:custDataLst>
            </p:nvPr>
          </p:nvSpPr>
          <p:spPr>
            <a:xfrm>
              <a:off x="14898254" y="5081900"/>
              <a:ext cx="41659" cy="78237"/>
            </a:xfrm>
            <a:custGeom>
              <a:avLst/>
              <a:gdLst>
                <a:gd name="connsiteX0" fmla="*/ 36393 w 41659"/>
                <a:gd name="connsiteY0" fmla="*/ 5032 h 78237"/>
                <a:gd name="connsiteX1" fmla="*/ 31186 w 41659"/>
                <a:gd name="connsiteY1" fmla="*/ 70 h 78237"/>
                <a:gd name="connsiteX2" fmla="*/ 23966 w 41659"/>
                <a:gd name="connsiteY2" fmla="*/ 6993 h 78237"/>
                <a:gd name="connsiteX3" fmla="*/ 29055 w 41659"/>
                <a:gd name="connsiteY3" fmla="*/ 11955 h 78237"/>
                <a:gd name="connsiteX4" fmla="*/ 36393 w 41659"/>
                <a:gd name="connsiteY4" fmla="*/ 5032 h 78237"/>
                <a:gd name="connsiteX5" fmla="*/ 41955 w 41659"/>
                <a:gd name="connsiteY5" fmla="*/ 60421 h 78237"/>
                <a:gd name="connsiteX6" fmla="*/ 39470 w 41659"/>
                <a:gd name="connsiteY6" fmla="*/ 58805 h 78237"/>
                <a:gd name="connsiteX7" fmla="*/ 36630 w 41659"/>
                <a:gd name="connsiteY7" fmla="*/ 61459 h 78237"/>
                <a:gd name="connsiteX8" fmla="*/ 23375 w 41659"/>
                <a:gd name="connsiteY8" fmla="*/ 74384 h 78237"/>
                <a:gd name="connsiteX9" fmla="*/ 19824 w 41659"/>
                <a:gd name="connsiteY9" fmla="*/ 69999 h 78237"/>
                <a:gd name="connsiteX10" fmla="*/ 21363 w 41659"/>
                <a:gd name="connsiteY10" fmla="*/ 64114 h 78237"/>
                <a:gd name="connsiteX11" fmla="*/ 23848 w 41659"/>
                <a:gd name="connsiteY11" fmla="*/ 57882 h 78237"/>
                <a:gd name="connsiteX12" fmla="*/ 30594 w 41659"/>
                <a:gd name="connsiteY12" fmla="*/ 41958 h 78237"/>
                <a:gd name="connsiteX13" fmla="*/ 32251 w 41659"/>
                <a:gd name="connsiteY13" fmla="*/ 36188 h 78237"/>
                <a:gd name="connsiteX14" fmla="*/ 19351 w 41659"/>
                <a:gd name="connsiteY14" fmla="*/ 26033 h 78237"/>
                <a:gd name="connsiteX15" fmla="*/ 296 w 41659"/>
                <a:gd name="connsiteY15" fmla="*/ 43919 h 78237"/>
                <a:gd name="connsiteX16" fmla="*/ 2782 w 41659"/>
                <a:gd name="connsiteY16" fmla="*/ 45535 h 78237"/>
                <a:gd name="connsiteX17" fmla="*/ 5504 w 41659"/>
                <a:gd name="connsiteY17" fmla="*/ 43227 h 78237"/>
                <a:gd name="connsiteX18" fmla="*/ 18877 w 41659"/>
                <a:gd name="connsiteY18" fmla="*/ 29957 h 78237"/>
                <a:gd name="connsiteX19" fmla="*/ 22428 w 41659"/>
                <a:gd name="connsiteY19" fmla="*/ 34342 h 78237"/>
                <a:gd name="connsiteX20" fmla="*/ 21718 w 41659"/>
                <a:gd name="connsiteY20" fmla="*/ 38496 h 78237"/>
                <a:gd name="connsiteX21" fmla="*/ 13907 w 41659"/>
                <a:gd name="connsiteY21" fmla="*/ 56844 h 78237"/>
                <a:gd name="connsiteX22" fmla="*/ 11303 w 41659"/>
                <a:gd name="connsiteY22" fmla="*/ 62960 h 78237"/>
                <a:gd name="connsiteX23" fmla="*/ 10001 w 41659"/>
                <a:gd name="connsiteY23" fmla="*/ 68152 h 78237"/>
                <a:gd name="connsiteX24" fmla="*/ 22901 w 41659"/>
                <a:gd name="connsiteY24" fmla="*/ 78307 h 78237"/>
                <a:gd name="connsiteX25" fmla="*/ 41955 w 41659"/>
                <a:gd name="connsiteY25" fmla="*/ 60421 h 7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1659" h="78237">
                  <a:moveTo>
                    <a:pt x="36393" y="5032"/>
                  </a:moveTo>
                  <a:cubicBezTo>
                    <a:pt x="36393" y="2262"/>
                    <a:pt x="34263" y="70"/>
                    <a:pt x="31186" y="70"/>
                  </a:cubicBezTo>
                  <a:cubicBezTo>
                    <a:pt x="27872" y="70"/>
                    <a:pt x="23966" y="3185"/>
                    <a:pt x="23966" y="6993"/>
                  </a:cubicBezTo>
                  <a:cubicBezTo>
                    <a:pt x="23966" y="10224"/>
                    <a:pt x="26570" y="11955"/>
                    <a:pt x="29055" y="11955"/>
                  </a:cubicBezTo>
                  <a:cubicBezTo>
                    <a:pt x="32961" y="11955"/>
                    <a:pt x="36393" y="8493"/>
                    <a:pt x="36393" y="5032"/>
                  </a:cubicBezTo>
                  <a:close/>
                  <a:moveTo>
                    <a:pt x="41955" y="60421"/>
                  </a:moveTo>
                  <a:cubicBezTo>
                    <a:pt x="41955" y="58805"/>
                    <a:pt x="39943" y="58805"/>
                    <a:pt x="39470" y="58805"/>
                  </a:cubicBezTo>
                  <a:cubicBezTo>
                    <a:pt x="37458" y="58805"/>
                    <a:pt x="37340" y="59267"/>
                    <a:pt x="36630" y="61459"/>
                  </a:cubicBezTo>
                  <a:cubicBezTo>
                    <a:pt x="34618" y="67806"/>
                    <a:pt x="29292" y="74384"/>
                    <a:pt x="23375" y="74384"/>
                  </a:cubicBezTo>
                  <a:cubicBezTo>
                    <a:pt x="20652" y="74384"/>
                    <a:pt x="19824" y="72537"/>
                    <a:pt x="19824" y="69999"/>
                  </a:cubicBezTo>
                  <a:cubicBezTo>
                    <a:pt x="19824" y="67575"/>
                    <a:pt x="20416" y="66306"/>
                    <a:pt x="21363" y="64114"/>
                  </a:cubicBezTo>
                  <a:cubicBezTo>
                    <a:pt x="22309" y="61806"/>
                    <a:pt x="23256" y="59498"/>
                    <a:pt x="23848" y="57882"/>
                  </a:cubicBezTo>
                  <a:cubicBezTo>
                    <a:pt x="24321" y="56844"/>
                    <a:pt x="28937" y="46112"/>
                    <a:pt x="30594" y="41958"/>
                  </a:cubicBezTo>
                  <a:cubicBezTo>
                    <a:pt x="31541" y="39650"/>
                    <a:pt x="32251" y="38150"/>
                    <a:pt x="32251" y="36188"/>
                  </a:cubicBezTo>
                  <a:cubicBezTo>
                    <a:pt x="32251" y="30649"/>
                    <a:pt x="26807" y="26033"/>
                    <a:pt x="19351" y="26033"/>
                  </a:cubicBezTo>
                  <a:cubicBezTo>
                    <a:pt x="6924" y="26033"/>
                    <a:pt x="296" y="40804"/>
                    <a:pt x="296" y="43919"/>
                  </a:cubicBezTo>
                  <a:cubicBezTo>
                    <a:pt x="296" y="45535"/>
                    <a:pt x="2190" y="45535"/>
                    <a:pt x="2782" y="45535"/>
                  </a:cubicBezTo>
                  <a:cubicBezTo>
                    <a:pt x="4794" y="45535"/>
                    <a:pt x="4912" y="44958"/>
                    <a:pt x="5504" y="43227"/>
                  </a:cubicBezTo>
                  <a:cubicBezTo>
                    <a:pt x="8107" y="35034"/>
                    <a:pt x="13788" y="29957"/>
                    <a:pt x="18877" y="29957"/>
                  </a:cubicBezTo>
                  <a:cubicBezTo>
                    <a:pt x="21126" y="29957"/>
                    <a:pt x="22428" y="31226"/>
                    <a:pt x="22428" y="34342"/>
                  </a:cubicBezTo>
                  <a:cubicBezTo>
                    <a:pt x="22428" y="34803"/>
                    <a:pt x="22428" y="36303"/>
                    <a:pt x="21718" y="38496"/>
                  </a:cubicBezTo>
                  <a:cubicBezTo>
                    <a:pt x="20889" y="40573"/>
                    <a:pt x="15563" y="52920"/>
                    <a:pt x="13907" y="56844"/>
                  </a:cubicBezTo>
                  <a:cubicBezTo>
                    <a:pt x="13078" y="58805"/>
                    <a:pt x="13078" y="59036"/>
                    <a:pt x="11303" y="62960"/>
                  </a:cubicBezTo>
                  <a:cubicBezTo>
                    <a:pt x="10711" y="64575"/>
                    <a:pt x="10001" y="66191"/>
                    <a:pt x="10001" y="68152"/>
                  </a:cubicBezTo>
                  <a:cubicBezTo>
                    <a:pt x="10001" y="74153"/>
                    <a:pt x="15800" y="78307"/>
                    <a:pt x="22901" y="78307"/>
                  </a:cubicBezTo>
                  <a:cubicBezTo>
                    <a:pt x="35328" y="78307"/>
                    <a:pt x="41955" y="63306"/>
                    <a:pt x="41955" y="6042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 name="Freeform: Shape 46">
              <a:extLst>
                <a:ext uri="{FF2B5EF4-FFF2-40B4-BE49-F238E27FC236}">
                  <a16:creationId xmlns:a16="http://schemas.microsoft.com/office/drawing/2014/main" id="{EB470E8A-75E7-D314-75D4-6705A285E8F5}"/>
                </a:ext>
              </a:extLst>
            </p:cNvPr>
            <p:cNvSpPr/>
            <p:nvPr>
              <p:custDataLst>
                <p:tags r:id="rId52"/>
              </p:custDataLst>
            </p:nvPr>
          </p:nvSpPr>
          <p:spPr>
            <a:xfrm>
              <a:off x="13921386" y="5313358"/>
              <a:ext cx="1256738" cy="9231"/>
            </a:xfrm>
            <a:custGeom>
              <a:avLst/>
              <a:gdLst>
                <a:gd name="connsiteX0" fmla="*/ 0 w 1256738"/>
                <a:gd name="connsiteY0" fmla="*/ 0 h 9231"/>
                <a:gd name="connsiteX1" fmla="*/ 1256738 w 1256738"/>
                <a:gd name="connsiteY1" fmla="*/ 0 h 9231"/>
                <a:gd name="connsiteX2" fmla="*/ 1256738 w 1256738"/>
                <a:gd name="connsiteY2" fmla="*/ 9231 h 9231"/>
                <a:gd name="connsiteX3" fmla="*/ 0 w 1256738"/>
                <a:gd name="connsiteY3" fmla="*/ 9231 h 9231"/>
              </a:gdLst>
              <a:ahLst/>
              <a:cxnLst>
                <a:cxn ang="0">
                  <a:pos x="connsiteX0" y="connsiteY0"/>
                </a:cxn>
                <a:cxn ang="0">
                  <a:pos x="connsiteX1" y="connsiteY1"/>
                </a:cxn>
                <a:cxn ang="0">
                  <a:pos x="connsiteX2" y="connsiteY2"/>
                </a:cxn>
                <a:cxn ang="0">
                  <a:pos x="connsiteX3" y="connsiteY3"/>
                </a:cxn>
              </a:cxnLst>
              <a:rect l="l" t="t" r="r" b="b"/>
              <a:pathLst>
                <a:path w="1256738" h="9231">
                  <a:moveTo>
                    <a:pt x="0" y="0"/>
                  </a:moveTo>
                  <a:lnTo>
                    <a:pt x="1256738" y="0"/>
                  </a:lnTo>
                  <a:lnTo>
                    <a:pt x="1256738" y="9231"/>
                  </a:lnTo>
                  <a:lnTo>
                    <a:pt x="0" y="923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Freeform: Shape 47">
              <a:extLst>
                <a:ext uri="{FF2B5EF4-FFF2-40B4-BE49-F238E27FC236}">
                  <a16:creationId xmlns:a16="http://schemas.microsoft.com/office/drawing/2014/main" id="{81472F09-FEF5-6071-9D81-FA305C0610FC}"/>
                </a:ext>
              </a:extLst>
            </p:cNvPr>
            <p:cNvSpPr/>
            <p:nvPr>
              <p:custDataLst>
                <p:tags r:id="rId53"/>
              </p:custDataLst>
            </p:nvPr>
          </p:nvSpPr>
          <p:spPr>
            <a:xfrm>
              <a:off x="13942453" y="5380275"/>
              <a:ext cx="78110" cy="153705"/>
            </a:xfrm>
            <a:custGeom>
              <a:avLst/>
              <a:gdLst>
                <a:gd name="connsiteX0" fmla="*/ 48779 w 78110"/>
                <a:gd name="connsiteY0" fmla="*/ 6086 h 153705"/>
                <a:gd name="connsiteX1" fmla="*/ 43335 w 78110"/>
                <a:gd name="connsiteY1" fmla="*/ 86 h 153705"/>
                <a:gd name="connsiteX2" fmla="*/ 256 w 78110"/>
                <a:gd name="connsiteY2" fmla="*/ 14856 h 153705"/>
                <a:gd name="connsiteX3" fmla="*/ 256 w 78110"/>
                <a:gd name="connsiteY3" fmla="*/ 22011 h 153705"/>
                <a:gd name="connsiteX4" fmla="*/ 31263 w 78110"/>
                <a:gd name="connsiteY4" fmla="*/ 16010 h 153705"/>
                <a:gd name="connsiteX5" fmla="*/ 31263 w 78110"/>
                <a:gd name="connsiteY5" fmla="*/ 135559 h 153705"/>
                <a:gd name="connsiteX6" fmla="*/ 9250 w 78110"/>
                <a:gd name="connsiteY6" fmla="*/ 146637 h 153705"/>
                <a:gd name="connsiteX7" fmla="*/ 1676 w 78110"/>
                <a:gd name="connsiteY7" fmla="*/ 146637 h 153705"/>
                <a:gd name="connsiteX8" fmla="*/ 1676 w 78110"/>
                <a:gd name="connsiteY8" fmla="*/ 153791 h 153705"/>
                <a:gd name="connsiteX9" fmla="*/ 40021 w 78110"/>
                <a:gd name="connsiteY9" fmla="*/ 153099 h 153705"/>
                <a:gd name="connsiteX10" fmla="*/ 78366 w 78110"/>
                <a:gd name="connsiteY10" fmla="*/ 153791 h 153705"/>
                <a:gd name="connsiteX11" fmla="*/ 78366 w 78110"/>
                <a:gd name="connsiteY11" fmla="*/ 146637 h 153705"/>
                <a:gd name="connsiteX12" fmla="*/ 70792 w 78110"/>
                <a:gd name="connsiteY12" fmla="*/ 146637 h 153705"/>
                <a:gd name="connsiteX13" fmla="*/ 48779 w 78110"/>
                <a:gd name="connsiteY13" fmla="*/ 135559 h 153705"/>
                <a:gd name="connsiteX14" fmla="*/ 48779 w 78110"/>
                <a:gd name="connsiteY14" fmla="*/ 6086 h 153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8110" h="153705">
                  <a:moveTo>
                    <a:pt x="48779" y="6086"/>
                  </a:moveTo>
                  <a:cubicBezTo>
                    <a:pt x="48779" y="547"/>
                    <a:pt x="48779" y="86"/>
                    <a:pt x="43335" y="86"/>
                  </a:cubicBezTo>
                  <a:cubicBezTo>
                    <a:pt x="28660" y="14856"/>
                    <a:pt x="7830" y="14856"/>
                    <a:pt x="256" y="14856"/>
                  </a:cubicBezTo>
                  <a:lnTo>
                    <a:pt x="256" y="22011"/>
                  </a:lnTo>
                  <a:cubicBezTo>
                    <a:pt x="4990" y="22011"/>
                    <a:pt x="18955" y="22011"/>
                    <a:pt x="31263" y="16010"/>
                  </a:cubicBezTo>
                  <a:lnTo>
                    <a:pt x="31263" y="135559"/>
                  </a:lnTo>
                  <a:cubicBezTo>
                    <a:pt x="31263" y="143867"/>
                    <a:pt x="30553" y="146637"/>
                    <a:pt x="9250" y="146637"/>
                  </a:cubicBezTo>
                  <a:lnTo>
                    <a:pt x="1676" y="146637"/>
                  </a:lnTo>
                  <a:lnTo>
                    <a:pt x="1676" y="153791"/>
                  </a:lnTo>
                  <a:cubicBezTo>
                    <a:pt x="9960" y="153099"/>
                    <a:pt x="30553" y="153099"/>
                    <a:pt x="40021" y="153099"/>
                  </a:cubicBezTo>
                  <a:cubicBezTo>
                    <a:pt x="49489" y="153099"/>
                    <a:pt x="70082" y="153099"/>
                    <a:pt x="78366" y="153791"/>
                  </a:cubicBezTo>
                  <a:lnTo>
                    <a:pt x="78366" y="146637"/>
                  </a:lnTo>
                  <a:lnTo>
                    <a:pt x="70792" y="146637"/>
                  </a:lnTo>
                  <a:cubicBezTo>
                    <a:pt x="49489" y="146637"/>
                    <a:pt x="48779" y="144098"/>
                    <a:pt x="48779" y="135559"/>
                  </a:cubicBezTo>
                  <a:lnTo>
                    <a:pt x="48779" y="608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 name="Freeform: Shape 48">
              <a:extLst>
                <a:ext uri="{FF2B5EF4-FFF2-40B4-BE49-F238E27FC236}">
                  <a16:creationId xmlns:a16="http://schemas.microsoft.com/office/drawing/2014/main" id="{998C0A6D-76D6-01DB-FE13-2FED8C339FF8}"/>
                </a:ext>
              </a:extLst>
            </p:cNvPr>
            <p:cNvSpPr/>
            <p:nvPr>
              <p:custDataLst>
                <p:tags r:id="rId54"/>
              </p:custDataLst>
            </p:nvPr>
          </p:nvSpPr>
          <p:spPr>
            <a:xfrm>
              <a:off x="14105590" y="5399431"/>
              <a:ext cx="157404" cy="153705"/>
            </a:xfrm>
            <a:custGeom>
              <a:avLst/>
              <a:gdLst>
                <a:gd name="connsiteX0" fmla="*/ 83818 w 157404"/>
                <a:gd name="connsiteY0" fmla="*/ 81554 h 153705"/>
                <a:gd name="connsiteX1" fmla="*/ 149857 w 157404"/>
                <a:gd name="connsiteY1" fmla="*/ 81554 h 153705"/>
                <a:gd name="connsiteX2" fmla="*/ 157668 w 157404"/>
                <a:gd name="connsiteY2" fmla="*/ 76938 h 153705"/>
                <a:gd name="connsiteX3" fmla="*/ 149857 w 157404"/>
                <a:gd name="connsiteY3" fmla="*/ 72323 h 153705"/>
                <a:gd name="connsiteX4" fmla="*/ 83818 w 157404"/>
                <a:gd name="connsiteY4" fmla="*/ 72323 h 153705"/>
                <a:gd name="connsiteX5" fmla="*/ 83818 w 157404"/>
                <a:gd name="connsiteY5" fmla="*/ 7702 h 153705"/>
                <a:gd name="connsiteX6" fmla="*/ 79084 w 157404"/>
                <a:gd name="connsiteY6" fmla="*/ 86 h 153705"/>
                <a:gd name="connsiteX7" fmla="*/ 74350 w 157404"/>
                <a:gd name="connsiteY7" fmla="*/ 7702 h 153705"/>
                <a:gd name="connsiteX8" fmla="*/ 74350 w 157404"/>
                <a:gd name="connsiteY8" fmla="*/ 72323 h 153705"/>
                <a:gd name="connsiteX9" fmla="*/ 8074 w 157404"/>
                <a:gd name="connsiteY9" fmla="*/ 72323 h 153705"/>
                <a:gd name="connsiteX10" fmla="*/ 263 w 157404"/>
                <a:gd name="connsiteY10" fmla="*/ 76938 h 153705"/>
                <a:gd name="connsiteX11" fmla="*/ 8074 w 157404"/>
                <a:gd name="connsiteY11" fmla="*/ 81554 h 153705"/>
                <a:gd name="connsiteX12" fmla="*/ 74350 w 157404"/>
                <a:gd name="connsiteY12" fmla="*/ 81554 h 153705"/>
                <a:gd name="connsiteX13" fmla="*/ 74350 w 157404"/>
                <a:gd name="connsiteY13" fmla="*/ 146175 h 153705"/>
                <a:gd name="connsiteX14" fmla="*/ 79084 w 157404"/>
                <a:gd name="connsiteY14" fmla="*/ 153791 h 153705"/>
                <a:gd name="connsiteX15" fmla="*/ 83818 w 157404"/>
                <a:gd name="connsiteY15" fmla="*/ 146175 h 153705"/>
                <a:gd name="connsiteX16" fmla="*/ 83818 w 157404"/>
                <a:gd name="connsiteY16" fmla="*/ 81554 h 153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404" h="153705">
                  <a:moveTo>
                    <a:pt x="83818" y="81554"/>
                  </a:moveTo>
                  <a:lnTo>
                    <a:pt x="149857" y="81554"/>
                  </a:lnTo>
                  <a:cubicBezTo>
                    <a:pt x="153170" y="81554"/>
                    <a:pt x="157668" y="81554"/>
                    <a:pt x="157668" y="76938"/>
                  </a:cubicBezTo>
                  <a:cubicBezTo>
                    <a:pt x="157668" y="72323"/>
                    <a:pt x="153170" y="72323"/>
                    <a:pt x="149857" y="72323"/>
                  </a:cubicBezTo>
                  <a:lnTo>
                    <a:pt x="83818" y="72323"/>
                  </a:lnTo>
                  <a:lnTo>
                    <a:pt x="83818" y="7702"/>
                  </a:lnTo>
                  <a:cubicBezTo>
                    <a:pt x="83818" y="4471"/>
                    <a:pt x="83818" y="86"/>
                    <a:pt x="79084" y="86"/>
                  </a:cubicBezTo>
                  <a:cubicBezTo>
                    <a:pt x="74350" y="86"/>
                    <a:pt x="74350" y="4471"/>
                    <a:pt x="74350" y="7702"/>
                  </a:cubicBezTo>
                  <a:lnTo>
                    <a:pt x="74350" y="72323"/>
                  </a:lnTo>
                  <a:lnTo>
                    <a:pt x="8074" y="72323"/>
                  </a:lnTo>
                  <a:cubicBezTo>
                    <a:pt x="4760" y="72323"/>
                    <a:pt x="263" y="72323"/>
                    <a:pt x="263" y="76938"/>
                  </a:cubicBezTo>
                  <a:cubicBezTo>
                    <a:pt x="263" y="81554"/>
                    <a:pt x="4760" y="81554"/>
                    <a:pt x="8074" y="81554"/>
                  </a:cubicBezTo>
                  <a:lnTo>
                    <a:pt x="74350" y="81554"/>
                  </a:lnTo>
                  <a:lnTo>
                    <a:pt x="74350" y="146175"/>
                  </a:lnTo>
                  <a:cubicBezTo>
                    <a:pt x="74350" y="149406"/>
                    <a:pt x="74350" y="153791"/>
                    <a:pt x="79084" y="153791"/>
                  </a:cubicBezTo>
                  <a:cubicBezTo>
                    <a:pt x="83818" y="153791"/>
                    <a:pt x="83818" y="149406"/>
                    <a:pt x="83818" y="146175"/>
                  </a:cubicBezTo>
                  <a:lnTo>
                    <a:pt x="83818" y="8155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 name="Freeform: Shape 49">
              <a:extLst>
                <a:ext uri="{FF2B5EF4-FFF2-40B4-BE49-F238E27FC236}">
                  <a16:creationId xmlns:a16="http://schemas.microsoft.com/office/drawing/2014/main" id="{D4732FFB-DCA5-0618-A8F2-5CF6AC9DAA48}"/>
                </a:ext>
              </a:extLst>
            </p:cNvPr>
            <p:cNvSpPr/>
            <p:nvPr>
              <p:custDataLst>
                <p:tags r:id="rId55"/>
              </p:custDataLst>
            </p:nvPr>
          </p:nvSpPr>
          <p:spPr>
            <a:xfrm>
              <a:off x="14339921" y="5431972"/>
              <a:ext cx="90892" cy="104547"/>
            </a:xfrm>
            <a:custGeom>
              <a:avLst/>
              <a:gdLst>
                <a:gd name="connsiteX0" fmla="*/ 33647 w 90892"/>
                <a:gd name="connsiteY0" fmla="*/ 48782 h 104547"/>
                <a:gd name="connsiteX1" fmla="*/ 69862 w 90892"/>
                <a:gd name="connsiteY1" fmla="*/ 43474 h 104547"/>
                <a:gd name="connsiteX2" fmla="*/ 87615 w 90892"/>
                <a:gd name="connsiteY2" fmla="*/ 19703 h 104547"/>
                <a:gd name="connsiteX3" fmla="*/ 62288 w 90892"/>
                <a:gd name="connsiteY3" fmla="*/ 86 h 104547"/>
                <a:gd name="connsiteX4" fmla="*/ 273 w 90892"/>
                <a:gd name="connsiteY4" fmla="*/ 62860 h 104547"/>
                <a:gd name="connsiteX5" fmla="*/ 37435 w 90892"/>
                <a:gd name="connsiteY5" fmla="*/ 104633 h 104547"/>
                <a:gd name="connsiteX6" fmla="*/ 91165 w 90892"/>
                <a:gd name="connsiteY6" fmla="*/ 77400 h 104547"/>
                <a:gd name="connsiteX7" fmla="*/ 88325 w 90892"/>
                <a:gd name="connsiteY7" fmla="*/ 74400 h 104547"/>
                <a:gd name="connsiteX8" fmla="*/ 85248 w 90892"/>
                <a:gd name="connsiteY8" fmla="*/ 76708 h 104547"/>
                <a:gd name="connsiteX9" fmla="*/ 37908 w 90892"/>
                <a:gd name="connsiteY9" fmla="*/ 99556 h 104547"/>
                <a:gd name="connsiteX10" fmla="*/ 17315 w 90892"/>
                <a:gd name="connsiteY10" fmla="*/ 72784 h 104547"/>
                <a:gd name="connsiteX11" fmla="*/ 21102 w 90892"/>
                <a:gd name="connsiteY11" fmla="*/ 48782 h 104547"/>
                <a:gd name="connsiteX12" fmla="*/ 33647 w 90892"/>
                <a:gd name="connsiteY12" fmla="*/ 48782 h 104547"/>
                <a:gd name="connsiteX13" fmla="*/ 22523 w 90892"/>
                <a:gd name="connsiteY13" fmla="*/ 43705 h 104547"/>
                <a:gd name="connsiteX14" fmla="*/ 62288 w 90892"/>
                <a:gd name="connsiteY14" fmla="*/ 5163 h 104547"/>
                <a:gd name="connsiteX15" fmla="*/ 79804 w 90892"/>
                <a:gd name="connsiteY15" fmla="*/ 19703 h 104547"/>
                <a:gd name="connsiteX16" fmla="*/ 32227 w 90892"/>
                <a:gd name="connsiteY16" fmla="*/ 43705 h 104547"/>
                <a:gd name="connsiteX17" fmla="*/ 22523 w 90892"/>
                <a:gd name="connsiteY17" fmla="*/ 43705 h 104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892" h="104547">
                  <a:moveTo>
                    <a:pt x="33647" y="48782"/>
                  </a:moveTo>
                  <a:cubicBezTo>
                    <a:pt x="40512" y="48782"/>
                    <a:pt x="58027" y="48321"/>
                    <a:pt x="69862" y="43474"/>
                  </a:cubicBezTo>
                  <a:cubicBezTo>
                    <a:pt x="86431" y="36550"/>
                    <a:pt x="87615" y="22934"/>
                    <a:pt x="87615" y="19703"/>
                  </a:cubicBezTo>
                  <a:cubicBezTo>
                    <a:pt x="87615" y="9548"/>
                    <a:pt x="78620" y="86"/>
                    <a:pt x="62288" y="86"/>
                  </a:cubicBezTo>
                  <a:cubicBezTo>
                    <a:pt x="36014" y="86"/>
                    <a:pt x="273" y="22472"/>
                    <a:pt x="273" y="62860"/>
                  </a:cubicBezTo>
                  <a:cubicBezTo>
                    <a:pt x="273" y="86401"/>
                    <a:pt x="14238" y="104633"/>
                    <a:pt x="37435" y="104633"/>
                  </a:cubicBezTo>
                  <a:cubicBezTo>
                    <a:pt x="71283" y="104633"/>
                    <a:pt x="91165" y="80170"/>
                    <a:pt x="91165" y="77400"/>
                  </a:cubicBezTo>
                  <a:cubicBezTo>
                    <a:pt x="91165" y="76015"/>
                    <a:pt x="89745" y="74400"/>
                    <a:pt x="88325" y="74400"/>
                  </a:cubicBezTo>
                  <a:cubicBezTo>
                    <a:pt x="87141" y="74400"/>
                    <a:pt x="86668" y="74861"/>
                    <a:pt x="85248" y="76708"/>
                  </a:cubicBezTo>
                  <a:cubicBezTo>
                    <a:pt x="66549" y="99556"/>
                    <a:pt x="40748" y="99556"/>
                    <a:pt x="37908" y="99556"/>
                  </a:cubicBezTo>
                  <a:cubicBezTo>
                    <a:pt x="19445" y="99556"/>
                    <a:pt x="17315" y="80170"/>
                    <a:pt x="17315" y="72784"/>
                  </a:cubicBezTo>
                  <a:cubicBezTo>
                    <a:pt x="17315" y="70015"/>
                    <a:pt x="17552" y="62860"/>
                    <a:pt x="21102" y="48782"/>
                  </a:cubicBezTo>
                  <a:lnTo>
                    <a:pt x="33647" y="48782"/>
                  </a:lnTo>
                  <a:close/>
                  <a:moveTo>
                    <a:pt x="22523" y="43705"/>
                  </a:moveTo>
                  <a:cubicBezTo>
                    <a:pt x="31754" y="8625"/>
                    <a:pt x="56134" y="5163"/>
                    <a:pt x="62288" y="5163"/>
                  </a:cubicBezTo>
                  <a:cubicBezTo>
                    <a:pt x="73413" y="5163"/>
                    <a:pt x="79804" y="11856"/>
                    <a:pt x="79804" y="19703"/>
                  </a:cubicBezTo>
                  <a:cubicBezTo>
                    <a:pt x="79804" y="43705"/>
                    <a:pt x="41932" y="43705"/>
                    <a:pt x="32227" y="43705"/>
                  </a:cubicBezTo>
                  <a:lnTo>
                    <a:pt x="22523" y="4370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 name="Freeform: Shape 50">
              <a:extLst>
                <a:ext uri="{FF2B5EF4-FFF2-40B4-BE49-F238E27FC236}">
                  <a16:creationId xmlns:a16="http://schemas.microsoft.com/office/drawing/2014/main" id="{128EDE02-BDE4-3C98-32FD-C179EBCDDFD6}"/>
                </a:ext>
              </a:extLst>
            </p:cNvPr>
            <p:cNvSpPr/>
            <p:nvPr>
              <p:custDataLst>
                <p:tags r:id="rId56"/>
              </p:custDataLst>
            </p:nvPr>
          </p:nvSpPr>
          <p:spPr>
            <a:xfrm>
              <a:off x="14447322" y="5353414"/>
              <a:ext cx="96805" cy="145235"/>
            </a:xfrm>
            <a:custGeom>
              <a:avLst/>
              <a:gdLst>
                <a:gd name="connsiteX0" fmla="*/ 97083 w 96805"/>
                <a:gd name="connsiteY0" fmla="*/ 22539 h 145235"/>
                <a:gd name="connsiteX1" fmla="*/ 69910 w 96805"/>
                <a:gd name="connsiteY1" fmla="*/ 83 h 145235"/>
                <a:gd name="connsiteX2" fmla="*/ 26334 w 96805"/>
                <a:gd name="connsiteY2" fmla="*/ 41602 h 145235"/>
                <a:gd name="connsiteX3" fmla="*/ 321 w 96805"/>
                <a:gd name="connsiteY3" fmla="*/ 143380 h 145235"/>
                <a:gd name="connsiteX4" fmla="*/ 2640 w 96805"/>
                <a:gd name="connsiteY4" fmla="*/ 145318 h 145235"/>
                <a:gd name="connsiteX5" fmla="*/ 5788 w 96805"/>
                <a:gd name="connsiteY5" fmla="*/ 144188 h 145235"/>
                <a:gd name="connsiteX6" fmla="*/ 16890 w 96805"/>
                <a:gd name="connsiteY6" fmla="*/ 101053 h 145235"/>
                <a:gd name="connsiteX7" fmla="*/ 41743 w 96805"/>
                <a:gd name="connsiteY7" fmla="*/ 115431 h 145235"/>
                <a:gd name="connsiteX8" fmla="*/ 91118 w 96805"/>
                <a:gd name="connsiteY8" fmla="*/ 74397 h 145235"/>
                <a:gd name="connsiteX9" fmla="*/ 78195 w 96805"/>
                <a:gd name="connsiteY9" fmla="*/ 49841 h 145235"/>
                <a:gd name="connsiteX10" fmla="*/ 97083 w 96805"/>
                <a:gd name="connsiteY10" fmla="*/ 22539 h 145235"/>
                <a:gd name="connsiteX11" fmla="*/ 64277 w 96805"/>
                <a:gd name="connsiteY11" fmla="*/ 49679 h 145235"/>
                <a:gd name="connsiteX12" fmla="*/ 55827 w 96805"/>
                <a:gd name="connsiteY12" fmla="*/ 50810 h 145235"/>
                <a:gd name="connsiteX13" fmla="*/ 48039 w 96805"/>
                <a:gd name="connsiteY13" fmla="*/ 50003 h 145235"/>
                <a:gd name="connsiteX14" fmla="*/ 55827 w 96805"/>
                <a:gd name="connsiteY14" fmla="*/ 48872 h 145235"/>
                <a:gd name="connsiteX15" fmla="*/ 64277 w 96805"/>
                <a:gd name="connsiteY15" fmla="*/ 49679 h 145235"/>
                <a:gd name="connsiteX16" fmla="*/ 86148 w 96805"/>
                <a:gd name="connsiteY16" fmla="*/ 19631 h 145235"/>
                <a:gd name="connsiteX17" fmla="*/ 71567 w 96805"/>
                <a:gd name="connsiteY17" fmla="*/ 46448 h 145235"/>
                <a:gd name="connsiteX18" fmla="*/ 55992 w 96805"/>
                <a:gd name="connsiteY18" fmla="*/ 44348 h 145235"/>
                <a:gd name="connsiteX19" fmla="*/ 41909 w 96805"/>
                <a:gd name="connsiteY19" fmla="*/ 50487 h 145235"/>
                <a:gd name="connsiteX20" fmla="*/ 55495 w 96805"/>
                <a:gd name="connsiteY20" fmla="*/ 55172 h 145235"/>
                <a:gd name="connsiteX21" fmla="*/ 71236 w 96805"/>
                <a:gd name="connsiteY21" fmla="*/ 52910 h 145235"/>
                <a:gd name="connsiteX22" fmla="*/ 78857 w 96805"/>
                <a:gd name="connsiteY22" fmla="*/ 70035 h 145235"/>
                <a:gd name="connsiteX23" fmla="*/ 42240 w 96805"/>
                <a:gd name="connsiteY23" fmla="*/ 110908 h 145235"/>
                <a:gd name="connsiteX24" fmla="*/ 20369 w 96805"/>
                <a:gd name="connsiteY24" fmla="*/ 90552 h 145235"/>
                <a:gd name="connsiteX25" fmla="*/ 20866 w 96805"/>
                <a:gd name="connsiteY25" fmla="*/ 85867 h 145235"/>
                <a:gd name="connsiteX26" fmla="*/ 31802 w 96805"/>
                <a:gd name="connsiteY26" fmla="*/ 42894 h 145235"/>
                <a:gd name="connsiteX27" fmla="*/ 69579 w 96805"/>
                <a:gd name="connsiteY27" fmla="*/ 4606 h 145235"/>
                <a:gd name="connsiteX28" fmla="*/ 86148 w 96805"/>
                <a:gd name="connsiteY28" fmla="*/ 19631 h 14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6805" h="145235">
                  <a:moveTo>
                    <a:pt x="97083" y="22539"/>
                  </a:moveTo>
                  <a:cubicBezTo>
                    <a:pt x="97083" y="8322"/>
                    <a:pt x="84491" y="83"/>
                    <a:pt x="69910" y="83"/>
                  </a:cubicBezTo>
                  <a:cubicBezTo>
                    <a:pt x="47211" y="83"/>
                    <a:pt x="30476" y="25285"/>
                    <a:pt x="26334" y="41602"/>
                  </a:cubicBezTo>
                  <a:lnTo>
                    <a:pt x="321" y="143380"/>
                  </a:lnTo>
                  <a:cubicBezTo>
                    <a:pt x="-11" y="144511"/>
                    <a:pt x="1646" y="145318"/>
                    <a:pt x="2640" y="145318"/>
                  </a:cubicBezTo>
                  <a:cubicBezTo>
                    <a:pt x="4131" y="145318"/>
                    <a:pt x="5457" y="145157"/>
                    <a:pt x="5788" y="144188"/>
                  </a:cubicBezTo>
                  <a:lnTo>
                    <a:pt x="16890" y="101053"/>
                  </a:lnTo>
                  <a:cubicBezTo>
                    <a:pt x="20369" y="108484"/>
                    <a:pt x="28322" y="115431"/>
                    <a:pt x="41743" y="115431"/>
                  </a:cubicBezTo>
                  <a:cubicBezTo>
                    <a:pt x="64939" y="115431"/>
                    <a:pt x="91118" y="99114"/>
                    <a:pt x="91118" y="74397"/>
                  </a:cubicBezTo>
                  <a:cubicBezTo>
                    <a:pt x="91118" y="64865"/>
                    <a:pt x="86645" y="55172"/>
                    <a:pt x="78195" y="49841"/>
                  </a:cubicBezTo>
                  <a:cubicBezTo>
                    <a:pt x="86313" y="44833"/>
                    <a:pt x="97083" y="35624"/>
                    <a:pt x="97083" y="22539"/>
                  </a:cubicBezTo>
                  <a:close/>
                  <a:moveTo>
                    <a:pt x="64277" y="49679"/>
                  </a:moveTo>
                  <a:cubicBezTo>
                    <a:pt x="61791" y="50164"/>
                    <a:pt x="60631" y="50810"/>
                    <a:pt x="55827" y="50810"/>
                  </a:cubicBezTo>
                  <a:cubicBezTo>
                    <a:pt x="53175" y="50810"/>
                    <a:pt x="49199" y="50649"/>
                    <a:pt x="48039" y="50003"/>
                  </a:cubicBezTo>
                  <a:cubicBezTo>
                    <a:pt x="49696" y="49033"/>
                    <a:pt x="54335" y="48872"/>
                    <a:pt x="55827" y="48872"/>
                  </a:cubicBezTo>
                  <a:cubicBezTo>
                    <a:pt x="58312" y="48872"/>
                    <a:pt x="61957" y="49033"/>
                    <a:pt x="64277" y="49679"/>
                  </a:cubicBezTo>
                  <a:close/>
                  <a:moveTo>
                    <a:pt x="86148" y="19631"/>
                  </a:moveTo>
                  <a:cubicBezTo>
                    <a:pt x="86148" y="28193"/>
                    <a:pt x="81840" y="40794"/>
                    <a:pt x="71567" y="46448"/>
                  </a:cubicBezTo>
                  <a:cubicBezTo>
                    <a:pt x="68419" y="45479"/>
                    <a:pt x="65271" y="44348"/>
                    <a:pt x="55992" y="44348"/>
                  </a:cubicBezTo>
                  <a:cubicBezTo>
                    <a:pt x="50193" y="44348"/>
                    <a:pt x="41909" y="44671"/>
                    <a:pt x="41909" y="50487"/>
                  </a:cubicBezTo>
                  <a:cubicBezTo>
                    <a:pt x="41909" y="54526"/>
                    <a:pt x="47045" y="55172"/>
                    <a:pt x="55495" y="55172"/>
                  </a:cubicBezTo>
                  <a:cubicBezTo>
                    <a:pt x="61129" y="55172"/>
                    <a:pt x="66099" y="54364"/>
                    <a:pt x="71236" y="52910"/>
                  </a:cubicBezTo>
                  <a:cubicBezTo>
                    <a:pt x="76206" y="56303"/>
                    <a:pt x="78857" y="62927"/>
                    <a:pt x="78857" y="70035"/>
                  </a:cubicBezTo>
                  <a:cubicBezTo>
                    <a:pt x="78857" y="93460"/>
                    <a:pt x="62454" y="110908"/>
                    <a:pt x="42240" y="110908"/>
                  </a:cubicBezTo>
                  <a:cubicBezTo>
                    <a:pt x="29482" y="110908"/>
                    <a:pt x="20369" y="103315"/>
                    <a:pt x="20369" y="90552"/>
                  </a:cubicBezTo>
                  <a:cubicBezTo>
                    <a:pt x="20369" y="88937"/>
                    <a:pt x="20535" y="87321"/>
                    <a:pt x="20866" y="85867"/>
                  </a:cubicBezTo>
                  <a:lnTo>
                    <a:pt x="31802" y="42894"/>
                  </a:lnTo>
                  <a:cubicBezTo>
                    <a:pt x="35778" y="27547"/>
                    <a:pt x="50359" y="4606"/>
                    <a:pt x="69579" y="4606"/>
                  </a:cubicBezTo>
                  <a:cubicBezTo>
                    <a:pt x="79354" y="4606"/>
                    <a:pt x="86148" y="9776"/>
                    <a:pt x="86148" y="1963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 name="Freeform: Shape 51">
              <a:extLst>
                <a:ext uri="{FF2B5EF4-FFF2-40B4-BE49-F238E27FC236}">
                  <a16:creationId xmlns:a16="http://schemas.microsoft.com/office/drawing/2014/main" id="{3ABE6BA9-85EE-CA1A-28FE-7A7A7C06813F}"/>
                </a:ext>
              </a:extLst>
            </p:cNvPr>
            <p:cNvSpPr/>
            <p:nvPr>
              <p:custDataLst>
                <p:tags r:id="rId57"/>
              </p:custDataLst>
            </p:nvPr>
          </p:nvSpPr>
          <p:spPr>
            <a:xfrm>
              <a:off x="14555925" y="5413535"/>
              <a:ext cx="61778" cy="79391"/>
            </a:xfrm>
            <a:custGeom>
              <a:avLst/>
              <a:gdLst>
                <a:gd name="connsiteX0" fmla="*/ 62060 w 61778"/>
                <a:gd name="connsiteY0" fmla="*/ 40010 h 79391"/>
                <a:gd name="connsiteX1" fmla="*/ 31171 w 61778"/>
                <a:gd name="connsiteY1" fmla="*/ 84 h 79391"/>
                <a:gd name="connsiteX2" fmla="*/ 282 w 61778"/>
                <a:gd name="connsiteY2" fmla="*/ 40010 h 79391"/>
                <a:gd name="connsiteX3" fmla="*/ 31171 w 61778"/>
                <a:gd name="connsiteY3" fmla="*/ 79475 h 79391"/>
                <a:gd name="connsiteX4" fmla="*/ 62060 w 61778"/>
                <a:gd name="connsiteY4" fmla="*/ 40010 h 79391"/>
                <a:gd name="connsiteX5" fmla="*/ 31171 w 61778"/>
                <a:gd name="connsiteY5" fmla="*/ 75667 h 79391"/>
                <a:gd name="connsiteX6" fmla="*/ 13892 w 61778"/>
                <a:gd name="connsiteY6" fmla="*/ 62512 h 79391"/>
                <a:gd name="connsiteX7" fmla="*/ 12117 w 61778"/>
                <a:gd name="connsiteY7" fmla="*/ 38626 h 79391"/>
                <a:gd name="connsiteX8" fmla="*/ 14011 w 61778"/>
                <a:gd name="connsiteY8" fmla="*/ 15547 h 79391"/>
                <a:gd name="connsiteX9" fmla="*/ 31171 w 61778"/>
                <a:gd name="connsiteY9" fmla="*/ 3892 h 79391"/>
                <a:gd name="connsiteX10" fmla="*/ 48569 w 61778"/>
                <a:gd name="connsiteY10" fmla="*/ 16355 h 79391"/>
                <a:gd name="connsiteX11" fmla="*/ 50226 w 61778"/>
                <a:gd name="connsiteY11" fmla="*/ 38626 h 79391"/>
                <a:gd name="connsiteX12" fmla="*/ 48450 w 61778"/>
                <a:gd name="connsiteY12" fmla="*/ 62743 h 79391"/>
                <a:gd name="connsiteX13" fmla="*/ 31171 w 61778"/>
                <a:gd name="connsiteY13" fmla="*/ 75667 h 79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778" h="79391">
                  <a:moveTo>
                    <a:pt x="62060" y="40010"/>
                  </a:moveTo>
                  <a:cubicBezTo>
                    <a:pt x="62060" y="31702"/>
                    <a:pt x="62060" y="84"/>
                    <a:pt x="31171" y="84"/>
                  </a:cubicBezTo>
                  <a:cubicBezTo>
                    <a:pt x="282" y="84"/>
                    <a:pt x="282" y="31702"/>
                    <a:pt x="282" y="40010"/>
                  </a:cubicBezTo>
                  <a:cubicBezTo>
                    <a:pt x="282" y="48434"/>
                    <a:pt x="282" y="79475"/>
                    <a:pt x="31171" y="79475"/>
                  </a:cubicBezTo>
                  <a:cubicBezTo>
                    <a:pt x="62060" y="79475"/>
                    <a:pt x="62060" y="48434"/>
                    <a:pt x="62060" y="40010"/>
                  </a:cubicBezTo>
                  <a:close/>
                  <a:moveTo>
                    <a:pt x="31171" y="75667"/>
                  </a:moveTo>
                  <a:cubicBezTo>
                    <a:pt x="26792" y="75667"/>
                    <a:pt x="16851" y="74167"/>
                    <a:pt x="13892" y="62512"/>
                  </a:cubicBezTo>
                  <a:cubicBezTo>
                    <a:pt x="12235" y="56281"/>
                    <a:pt x="12117" y="48088"/>
                    <a:pt x="12117" y="38626"/>
                  </a:cubicBezTo>
                  <a:cubicBezTo>
                    <a:pt x="12117" y="30086"/>
                    <a:pt x="12117" y="22124"/>
                    <a:pt x="14011" y="15547"/>
                  </a:cubicBezTo>
                  <a:cubicBezTo>
                    <a:pt x="16969" y="5854"/>
                    <a:pt x="26082" y="3892"/>
                    <a:pt x="31171" y="3892"/>
                  </a:cubicBezTo>
                  <a:cubicBezTo>
                    <a:pt x="39929" y="3892"/>
                    <a:pt x="46202" y="8277"/>
                    <a:pt x="48569" y="16355"/>
                  </a:cubicBezTo>
                  <a:cubicBezTo>
                    <a:pt x="50226" y="22240"/>
                    <a:pt x="50226" y="31817"/>
                    <a:pt x="50226" y="38626"/>
                  </a:cubicBezTo>
                  <a:cubicBezTo>
                    <a:pt x="50226" y="46472"/>
                    <a:pt x="50226" y="55819"/>
                    <a:pt x="48450" y="62743"/>
                  </a:cubicBezTo>
                  <a:cubicBezTo>
                    <a:pt x="45373" y="73936"/>
                    <a:pt x="35905" y="75667"/>
                    <a:pt x="31171" y="7566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 name="Freeform: Shape 52">
              <a:extLst>
                <a:ext uri="{FF2B5EF4-FFF2-40B4-BE49-F238E27FC236}">
                  <a16:creationId xmlns:a16="http://schemas.microsoft.com/office/drawing/2014/main" id="{A669EC87-BD42-D403-957F-E6813B5E0056}"/>
                </a:ext>
              </a:extLst>
            </p:cNvPr>
            <p:cNvSpPr/>
            <p:nvPr>
              <p:custDataLst>
                <p:tags r:id="rId58"/>
              </p:custDataLst>
            </p:nvPr>
          </p:nvSpPr>
          <p:spPr>
            <a:xfrm>
              <a:off x="14650553" y="5367308"/>
              <a:ext cx="121947" cy="119063"/>
            </a:xfrm>
            <a:custGeom>
              <a:avLst/>
              <a:gdLst>
                <a:gd name="connsiteX0" fmla="*/ 65402 w 121947"/>
                <a:gd name="connsiteY0" fmla="*/ 63573 h 119063"/>
                <a:gd name="connsiteX1" fmla="*/ 116103 w 121947"/>
                <a:gd name="connsiteY1" fmla="*/ 63573 h 119063"/>
                <a:gd name="connsiteX2" fmla="*/ 122233 w 121947"/>
                <a:gd name="connsiteY2" fmla="*/ 59696 h 119063"/>
                <a:gd name="connsiteX3" fmla="*/ 116103 w 121947"/>
                <a:gd name="connsiteY3" fmla="*/ 55657 h 119063"/>
                <a:gd name="connsiteX4" fmla="*/ 65402 w 121947"/>
                <a:gd name="connsiteY4" fmla="*/ 55657 h 119063"/>
                <a:gd name="connsiteX5" fmla="*/ 65402 w 121947"/>
                <a:gd name="connsiteY5" fmla="*/ 6060 h 119063"/>
                <a:gd name="connsiteX6" fmla="*/ 61425 w 121947"/>
                <a:gd name="connsiteY6" fmla="*/ 83 h 119063"/>
                <a:gd name="connsiteX7" fmla="*/ 57283 w 121947"/>
                <a:gd name="connsiteY7" fmla="*/ 6060 h 119063"/>
                <a:gd name="connsiteX8" fmla="*/ 57283 w 121947"/>
                <a:gd name="connsiteY8" fmla="*/ 55657 h 119063"/>
                <a:gd name="connsiteX9" fmla="*/ 6416 w 121947"/>
                <a:gd name="connsiteY9" fmla="*/ 55657 h 119063"/>
                <a:gd name="connsiteX10" fmla="*/ 286 w 121947"/>
                <a:gd name="connsiteY10" fmla="*/ 59534 h 119063"/>
                <a:gd name="connsiteX11" fmla="*/ 6416 w 121947"/>
                <a:gd name="connsiteY11" fmla="*/ 63573 h 119063"/>
                <a:gd name="connsiteX12" fmla="*/ 57283 w 121947"/>
                <a:gd name="connsiteY12" fmla="*/ 63573 h 119063"/>
                <a:gd name="connsiteX13" fmla="*/ 57283 w 121947"/>
                <a:gd name="connsiteY13" fmla="*/ 113169 h 119063"/>
                <a:gd name="connsiteX14" fmla="*/ 61260 w 121947"/>
                <a:gd name="connsiteY14" fmla="*/ 119147 h 119063"/>
                <a:gd name="connsiteX15" fmla="*/ 65402 w 121947"/>
                <a:gd name="connsiteY15" fmla="*/ 113169 h 119063"/>
                <a:gd name="connsiteX16" fmla="*/ 65402 w 121947"/>
                <a:gd name="connsiteY16" fmla="*/ 63573 h 119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47" h="119063">
                  <a:moveTo>
                    <a:pt x="65402" y="63573"/>
                  </a:moveTo>
                  <a:lnTo>
                    <a:pt x="116103" y="63573"/>
                  </a:lnTo>
                  <a:cubicBezTo>
                    <a:pt x="118257" y="63573"/>
                    <a:pt x="122233" y="63573"/>
                    <a:pt x="122233" y="59696"/>
                  </a:cubicBezTo>
                  <a:cubicBezTo>
                    <a:pt x="122233" y="55657"/>
                    <a:pt x="118422" y="55657"/>
                    <a:pt x="116103" y="55657"/>
                  </a:cubicBezTo>
                  <a:lnTo>
                    <a:pt x="65402" y="55657"/>
                  </a:lnTo>
                  <a:lnTo>
                    <a:pt x="65402" y="6060"/>
                  </a:lnTo>
                  <a:cubicBezTo>
                    <a:pt x="65402" y="3960"/>
                    <a:pt x="65402" y="83"/>
                    <a:pt x="61425" y="83"/>
                  </a:cubicBezTo>
                  <a:cubicBezTo>
                    <a:pt x="57283" y="83"/>
                    <a:pt x="57283" y="3799"/>
                    <a:pt x="57283" y="6060"/>
                  </a:cubicBezTo>
                  <a:lnTo>
                    <a:pt x="57283" y="55657"/>
                  </a:lnTo>
                  <a:lnTo>
                    <a:pt x="6416" y="55657"/>
                  </a:lnTo>
                  <a:cubicBezTo>
                    <a:pt x="4262" y="55657"/>
                    <a:pt x="286" y="55657"/>
                    <a:pt x="286" y="59534"/>
                  </a:cubicBezTo>
                  <a:cubicBezTo>
                    <a:pt x="286" y="63573"/>
                    <a:pt x="4097" y="63573"/>
                    <a:pt x="6416" y="63573"/>
                  </a:cubicBezTo>
                  <a:lnTo>
                    <a:pt x="57283" y="63573"/>
                  </a:lnTo>
                  <a:lnTo>
                    <a:pt x="57283" y="113169"/>
                  </a:lnTo>
                  <a:cubicBezTo>
                    <a:pt x="57283" y="115270"/>
                    <a:pt x="57283" y="119147"/>
                    <a:pt x="61260" y="119147"/>
                  </a:cubicBezTo>
                  <a:cubicBezTo>
                    <a:pt x="65402" y="119147"/>
                    <a:pt x="65402" y="115431"/>
                    <a:pt x="65402" y="113169"/>
                  </a:cubicBezTo>
                  <a:lnTo>
                    <a:pt x="65402" y="6357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 name="Freeform: Shape 53">
              <a:extLst>
                <a:ext uri="{FF2B5EF4-FFF2-40B4-BE49-F238E27FC236}">
                  <a16:creationId xmlns:a16="http://schemas.microsoft.com/office/drawing/2014/main" id="{1E5A6B23-5E98-5B83-ADD0-BB700E23179B}"/>
                </a:ext>
              </a:extLst>
            </p:cNvPr>
            <p:cNvSpPr/>
            <p:nvPr>
              <p:custDataLst>
                <p:tags r:id="rId59"/>
              </p:custDataLst>
            </p:nvPr>
          </p:nvSpPr>
          <p:spPr>
            <a:xfrm>
              <a:off x="14792338" y="5353414"/>
              <a:ext cx="96805" cy="145235"/>
            </a:xfrm>
            <a:custGeom>
              <a:avLst/>
              <a:gdLst>
                <a:gd name="connsiteX0" fmla="*/ 97098 w 96805"/>
                <a:gd name="connsiteY0" fmla="*/ 22539 h 145235"/>
                <a:gd name="connsiteX1" fmla="*/ 69925 w 96805"/>
                <a:gd name="connsiteY1" fmla="*/ 83 h 145235"/>
                <a:gd name="connsiteX2" fmla="*/ 26348 w 96805"/>
                <a:gd name="connsiteY2" fmla="*/ 41602 h 145235"/>
                <a:gd name="connsiteX3" fmla="*/ 335 w 96805"/>
                <a:gd name="connsiteY3" fmla="*/ 143380 h 145235"/>
                <a:gd name="connsiteX4" fmla="*/ 2655 w 96805"/>
                <a:gd name="connsiteY4" fmla="*/ 145318 h 145235"/>
                <a:gd name="connsiteX5" fmla="*/ 5803 w 96805"/>
                <a:gd name="connsiteY5" fmla="*/ 144188 h 145235"/>
                <a:gd name="connsiteX6" fmla="*/ 16904 w 96805"/>
                <a:gd name="connsiteY6" fmla="*/ 101053 h 145235"/>
                <a:gd name="connsiteX7" fmla="*/ 41757 w 96805"/>
                <a:gd name="connsiteY7" fmla="*/ 115431 h 145235"/>
                <a:gd name="connsiteX8" fmla="*/ 91133 w 96805"/>
                <a:gd name="connsiteY8" fmla="*/ 74397 h 145235"/>
                <a:gd name="connsiteX9" fmla="*/ 78209 w 96805"/>
                <a:gd name="connsiteY9" fmla="*/ 49841 h 145235"/>
                <a:gd name="connsiteX10" fmla="*/ 97098 w 96805"/>
                <a:gd name="connsiteY10" fmla="*/ 22539 h 145235"/>
                <a:gd name="connsiteX11" fmla="*/ 64291 w 96805"/>
                <a:gd name="connsiteY11" fmla="*/ 49679 h 145235"/>
                <a:gd name="connsiteX12" fmla="*/ 55841 w 96805"/>
                <a:gd name="connsiteY12" fmla="*/ 50810 h 145235"/>
                <a:gd name="connsiteX13" fmla="*/ 48054 w 96805"/>
                <a:gd name="connsiteY13" fmla="*/ 50003 h 145235"/>
                <a:gd name="connsiteX14" fmla="*/ 55841 w 96805"/>
                <a:gd name="connsiteY14" fmla="*/ 48872 h 145235"/>
                <a:gd name="connsiteX15" fmla="*/ 64291 w 96805"/>
                <a:gd name="connsiteY15" fmla="*/ 49679 h 145235"/>
                <a:gd name="connsiteX16" fmla="*/ 86162 w 96805"/>
                <a:gd name="connsiteY16" fmla="*/ 19631 h 145235"/>
                <a:gd name="connsiteX17" fmla="*/ 71581 w 96805"/>
                <a:gd name="connsiteY17" fmla="*/ 46448 h 145235"/>
                <a:gd name="connsiteX18" fmla="*/ 56007 w 96805"/>
                <a:gd name="connsiteY18" fmla="*/ 44348 h 145235"/>
                <a:gd name="connsiteX19" fmla="*/ 41923 w 96805"/>
                <a:gd name="connsiteY19" fmla="*/ 50487 h 145235"/>
                <a:gd name="connsiteX20" fmla="*/ 55510 w 96805"/>
                <a:gd name="connsiteY20" fmla="*/ 55172 h 145235"/>
                <a:gd name="connsiteX21" fmla="*/ 71250 w 96805"/>
                <a:gd name="connsiteY21" fmla="*/ 52910 h 145235"/>
                <a:gd name="connsiteX22" fmla="*/ 78872 w 96805"/>
                <a:gd name="connsiteY22" fmla="*/ 70035 h 145235"/>
                <a:gd name="connsiteX23" fmla="*/ 42255 w 96805"/>
                <a:gd name="connsiteY23" fmla="*/ 110908 h 145235"/>
                <a:gd name="connsiteX24" fmla="*/ 20384 w 96805"/>
                <a:gd name="connsiteY24" fmla="*/ 90552 h 145235"/>
                <a:gd name="connsiteX25" fmla="*/ 20881 w 96805"/>
                <a:gd name="connsiteY25" fmla="*/ 85867 h 145235"/>
                <a:gd name="connsiteX26" fmla="*/ 31816 w 96805"/>
                <a:gd name="connsiteY26" fmla="*/ 42894 h 145235"/>
                <a:gd name="connsiteX27" fmla="*/ 69593 w 96805"/>
                <a:gd name="connsiteY27" fmla="*/ 4606 h 145235"/>
                <a:gd name="connsiteX28" fmla="*/ 86162 w 96805"/>
                <a:gd name="connsiteY28" fmla="*/ 19631 h 14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6805" h="145235">
                  <a:moveTo>
                    <a:pt x="97098" y="22539"/>
                  </a:moveTo>
                  <a:cubicBezTo>
                    <a:pt x="97098" y="8322"/>
                    <a:pt x="84505" y="83"/>
                    <a:pt x="69925" y="83"/>
                  </a:cubicBezTo>
                  <a:cubicBezTo>
                    <a:pt x="47225" y="83"/>
                    <a:pt x="30491" y="25285"/>
                    <a:pt x="26348" y="41602"/>
                  </a:cubicBezTo>
                  <a:lnTo>
                    <a:pt x="335" y="143380"/>
                  </a:lnTo>
                  <a:cubicBezTo>
                    <a:pt x="4" y="144511"/>
                    <a:pt x="1661" y="145318"/>
                    <a:pt x="2655" y="145318"/>
                  </a:cubicBezTo>
                  <a:cubicBezTo>
                    <a:pt x="4146" y="145318"/>
                    <a:pt x="5472" y="145157"/>
                    <a:pt x="5803" y="144188"/>
                  </a:cubicBezTo>
                  <a:lnTo>
                    <a:pt x="16904" y="101053"/>
                  </a:lnTo>
                  <a:cubicBezTo>
                    <a:pt x="20384" y="108484"/>
                    <a:pt x="28337" y="115431"/>
                    <a:pt x="41757" y="115431"/>
                  </a:cubicBezTo>
                  <a:cubicBezTo>
                    <a:pt x="64954" y="115431"/>
                    <a:pt x="91133" y="99114"/>
                    <a:pt x="91133" y="74397"/>
                  </a:cubicBezTo>
                  <a:cubicBezTo>
                    <a:pt x="91133" y="64865"/>
                    <a:pt x="86659" y="55172"/>
                    <a:pt x="78209" y="49841"/>
                  </a:cubicBezTo>
                  <a:cubicBezTo>
                    <a:pt x="86328" y="44833"/>
                    <a:pt x="97098" y="35624"/>
                    <a:pt x="97098" y="22539"/>
                  </a:cubicBezTo>
                  <a:close/>
                  <a:moveTo>
                    <a:pt x="64291" y="49679"/>
                  </a:moveTo>
                  <a:cubicBezTo>
                    <a:pt x="61806" y="50164"/>
                    <a:pt x="60646" y="50810"/>
                    <a:pt x="55841" y="50810"/>
                  </a:cubicBezTo>
                  <a:cubicBezTo>
                    <a:pt x="53190" y="50810"/>
                    <a:pt x="49213" y="50649"/>
                    <a:pt x="48054" y="50003"/>
                  </a:cubicBezTo>
                  <a:cubicBezTo>
                    <a:pt x="49711" y="49033"/>
                    <a:pt x="54350" y="48872"/>
                    <a:pt x="55841" y="48872"/>
                  </a:cubicBezTo>
                  <a:cubicBezTo>
                    <a:pt x="58326" y="48872"/>
                    <a:pt x="61972" y="49033"/>
                    <a:pt x="64291" y="49679"/>
                  </a:cubicBezTo>
                  <a:close/>
                  <a:moveTo>
                    <a:pt x="86162" y="19631"/>
                  </a:moveTo>
                  <a:cubicBezTo>
                    <a:pt x="86162" y="28193"/>
                    <a:pt x="81854" y="40794"/>
                    <a:pt x="71581" y="46448"/>
                  </a:cubicBezTo>
                  <a:cubicBezTo>
                    <a:pt x="68433" y="45479"/>
                    <a:pt x="65285" y="44348"/>
                    <a:pt x="56007" y="44348"/>
                  </a:cubicBezTo>
                  <a:cubicBezTo>
                    <a:pt x="50208" y="44348"/>
                    <a:pt x="41923" y="44671"/>
                    <a:pt x="41923" y="50487"/>
                  </a:cubicBezTo>
                  <a:cubicBezTo>
                    <a:pt x="41923" y="54526"/>
                    <a:pt x="47060" y="55172"/>
                    <a:pt x="55510" y="55172"/>
                  </a:cubicBezTo>
                  <a:cubicBezTo>
                    <a:pt x="61143" y="55172"/>
                    <a:pt x="66114" y="54364"/>
                    <a:pt x="71250" y="52910"/>
                  </a:cubicBezTo>
                  <a:cubicBezTo>
                    <a:pt x="76221" y="56303"/>
                    <a:pt x="78872" y="62927"/>
                    <a:pt x="78872" y="70035"/>
                  </a:cubicBezTo>
                  <a:cubicBezTo>
                    <a:pt x="78872" y="93460"/>
                    <a:pt x="62469" y="110908"/>
                    <a:pt x="42255" y="110908"/>
                  </a:cubicBezTo>
                  <a:cubicBezTo>
                    <a:pt x="29496" y="110908"/>
                    <a:pt x="20384" y="103315"/>
                    <a:pt x="20384" y="90552"/>
                  </a:cubicBezTo>
                  <a:cubicBezTo>
                    <a:pt x="20384" y="88937"/>
                    <a:pt x="20549" y="87321"/>
                    <a:pt x="20881" y="85867"/>
                  </a:cubicBezTo>
                  <a:lnTo>
                    <a:pt x="31816" y="42894"/>
                  </a:lnTo>
                  <a:cubicBezTo>
                    <a:pt x="35793" y="27547"/>
                    <a:pt x="50373" y="4606"/>
                    <a:pt x="69593" y="4606"/>
                  </a:cubicBezTo>
                  <a:cubicBezTo>
                    <a:pt x="79369" y="4606"/>
                    <a:pt x="86162" y="9776"/>
                    <a:pt x="86162" y="1963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 name="Freeform: Shape 54">
              <a:extLst>
                <a:ext uri="{FF2B5EF4-FFF2-40B4-BE49-F238E27FC236}">
                  <a16:creationId xmlns:a16="http://schemas.microsoft.com/office/drawing/2014/main" id="{FFCD6324-C5DD-1E29-9CE0-DB037503D60A}"/>
                </a:ext>
              </a:extLst>
            </p:cNvPr>
            <p:cNvSpPr/>
            <p:nvPr>
              <p:custDataLst>
                <p:tags r:id="rId60"/>
              </p:custDataLst>
            </p:nvPr>
          </p:nvSpPr>
          <p:spPr>
            <a:xfrm>
              <a:off x="14908515" y="5413535"/>
              <a:ext cx="48641" cy="76852"/>
            </a:xfrm>
            <a:custGeom>
              <a:avLst/>
              <a:gdLst>
                <a:gd name="connsiteX0" fmla="*/ 30476 w 48641"/>
                <a:gd name="connsiteY0" fmla="*/ 3546 h 76852"/>
                <a:gd name="connsiteX1" fmla="*/ 26215 w 48641"/>
                <a:gd name="connsiteY1" fmla="*/ 84 h 76852"/>
                <a:gd name="connsiteX2" fmla="*/ 2308 w 48641"/>
                <a:gd name="connsiteY2" fmla="*/ 7469 h 76852"/>
                <a:gd name="connsiteX3" fmla="*/ 297 w 48641"/>
                <a:gd name="connsiteY3" fmla="*/ 7469 h 76852"/>
                <a:gd name="connsiteX4" fmla="*/ 297 w 48641"/>
                <a:gd name="connsiteY4" fmla="*/ 12546 h 76852"/>
                <a:gd name="connsiteX5" fmla="*/ 2308 w 48641"/>
                <a:gd name="connsiteY5" fmla="*/ 12546 h 76852"/>
                <a:gd name="connsiteX6" fmla="*/ 19588 w 48641"/>
                <a:gd name="connsiteY6" fmla="*/ 9315 h 76852"/>
                <a:gd name="connsiteX7" fmla="*/ 19588 w 48641"/>
                <a:gd name="connsiteY7" fmla="*/ 67013 h 76852"/>
                <a:gd name="connsiteX8" fmla="*/ 7042 w 48641"/>
                <a:gd name="connsiteY8" fmla="*/ 71859 h 76852"/>
                <a:gd name="connsiteX9" fmla="*/ 1125 w 48641"/>
                <a:gd name="connsiteY9" fmla="*/ 71859 h 76852"/>
                <a:gd name="connsiteX10" fmla="*/ 1125 w 48641"/>
                <a:gd name="connsiteY10" fmla="*/ 76937 h 76852"/>
                <a:gd name="connsiteX11" fmla="*/ 25032 w 48641"/>
                <a:gd name="connsiteY11" fmla="*/ 76475 h 76852"/>
                <a:gd name="connsiteX12" fmla="*/ 48938 w 48641"/>
                <a:gd name="connsiteY12" fmla="*/ 76937 h 76852"/>
                <a:gd name="connsiteX13" fmla="*/ 48938 w 48641"/>
                <a:gd name="connsiteY13" fmla="*/ 71859 h 76852"/>
                <a:gd name="connsiteX14" fmla="*/ 43021 w 48641"/>
                <a:gd name="connsiteY14" fmla="*/ 71859 h 76852"/>
                <a:gd name="connsiteX15" fmla="*/ 30476 w 48641"/>
                <a:gd name="connsiteY15" fmla="*/ 67013 h 76852"/>
                <a:gd name="connsiteX16" fmla="*/ 30476 w 48641"/>
                <a:gd name="connsiteY16" fmla="*/ 3546 h 7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641" h="76852">
                  <a:moveTo>
                    <a:pt x="30476" y="3546"/>
                  </a:moveTo>
                  <a:cubicBezTo>
                    <a:pt x="30476" y="84"/>
                    <a:pt x="30121" y="84"/>
                    <a:pt x="26215" y="84"/>
                  </a:cubicBezTo>
                  <a:cubicBezTo>
                    <a:pt x="17812" y="7469"/>
                    <a:pt x="4675" y="7469"/>
                    <a:pt x="2308" y="7469"/>
                  </a:cubicBezTo>
                  <a:lnTo>
                    <a:pt x="297" y="7469"/>
                  </a:lnTo>
                  <a:lnTo>
                    <a:pt x="297" y="12546"/>
                  </a:lnTo>
                  <a:lnTo>
                    <a:pt x="2308" y="12546"/>
                  </a:lnTo>
                  <a:cubicBezTo>
                    <a:pt x="5031" y="12546"/>
                    <a:pt x="12723" y="12200"/>
                    <a:pt x="19588" y="9315"/>
                  </a:cubicBezTo>
                  <a:lnTo>
                    <a:pt x="19588" y="67013"/>
                  </a:lnTo>
                  <a:cubicBezTo>
                    <a:pt x="19588" y="70590"/>
                    <a:pt x="19588" y="71859"/>
                    <a:pt x="7042" y="71859"/>
                  </a:cubicBezTo>
                  <a:lnTo>
                    <a:pt x="1125" y="71859"/>
                  </a:lnTo>
                  <a:lnTo>
                    <a:pt x="1125" y="76937"/>
                  </a:lnTo>
                  <a:cubicBezTo>
                    <a:pt x="7634" y="76475"/>
                    <a:pt x="18167" y="76475"/>
                    <a:pt x="25032" y="76475"/>
                  </a:cubicBezTo>
                  <a:cubicBezTo>
                    <a:pt x="31896" y="76475"/>
                    <a:pt x="42429" y="76475"/>
                    <a:pt x="48938" y="76937"/>
                  </a:cubicBezTo>
                  <a:lnTo>
                    <a:pt x="48938" y="71859"/>
                  </a:lnTo>
                  <a:lnTo>
                    <a:pt x="43021" y="71859"/>
                  </a:lnTo>
                  <a:cubicBezTo>
                    <a:pt x="30476" y="71859"/>
                    <a:pt x="30476" y="70590"/>
                    <a:pt x="30476" y="67013"/>
                  </a:cubicBezTo>
                  <a:lnTo>
                    <a:pt x="30476" y="354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 name="Freeform: Shape 55">
              <a:extLst>
                <a:ext uri="{FF2B5EF4-FFF2-40B4-BE49-F238E27FC236}">
                  <a16:creationId xmlns:a16="http://schemas.microsoft.com/office/drawing/2014/main" id="{55CA761C-F2D5-6B09-B45B-E15423164162}"/>
                </a:ext>
              </a:extLst>
            </p:cNvPr>
            <p:cNvSpPr/>
            <p:nvPr>
              <p:custDataLst>
                <p:tags r:id="rId61"/>
              </p:custDataLst>
            </p:nvPr>
          </p:nvSpPr>
          <p:spPr>
            <a:xfrm>
              <a:off x="14991924" y="5396064"/>
              <a:ext cx="88643" cy="72860"/>
            </a:xfrm>
            <a:custGeom>
              <a:avLst/>
              <a:gdLst>
                <a:gd name="connsiteX0" fmla="*/ 33604 w 88643"/>
                <a:gd name="connsiteY0" fmla="*/ 54203 h 72860"/>
                <a:gd name="connsiteX1" fmla="*/ 18029 w 88643"/>
                <a:gd name="connsiteY1" fmla="*/ 68420 h 72860"/>
                <a:gd name="connsiteX2" fmla="*/ 9082 w 88643"/>
                <a:gd name="connsiteY2" fmla="*/ 66158 h 72860"/>
                <a:gd name="connsiteX3" fmla="*/ 16372 w 88643"/>
                <a:gd name="connsiteY3" fmla="*/ 57272 h 72860"/>
                <a:gd name="connsiteX4" fmla="*/ 9745 w 88643"/>
                <a:gd name="connsiteY4" fmla="*/ 51295 h 72860"/>
                <a:gd name="connsiteX5" fmla="*/ 300 w 88643"/>
                <a:gd name="connsiteY5" fmla="*/ 61150 h 72860"/>
                <a:gd name="connsiteX6" fmla="*/ 17698 w 88643"/>
                <a:gd name="connsiteY6" fmla="*/ 72943 h 72860"/>
                <a:gd name="connsiteX7" fmla="*/ 36255 w 88643"/>
                <a:gd name="connsiteY7" fmla="*/ 61473 h 72860"/>
                <a:gd name="connsiteX8" fmla="*/ 55972 w 88643"/>
                <a:gd name="connsiteY8" fmla="*/ 72943 h 72860"/>
                <a:gd name="connsiteX9" fmla="*/ 85133 w 88643"/>
                <a:gd name="connsiteY9" fmla="*/ 48225 h 72860"/>
                <a:gd name="connsiteX10" fmla="*/ 82482 w 88643"/>
                <a:gd name="connsiteY10" fmla="*/ 46125 h 72860"/>
                <a:gd name="connsiteX11" fmla="*/ 79334 w 88643"/>
                <a:gd name="connsiteY11" fmla="*/ 48872 h 72860"/>
                <a:gd name="connsiteX12" fmla="*/ 56635 w 88643"/>
                <a:gd name="connsiteY12" fmla="*/ 68420 h 72860"/>
                <a:gd name="connsiteX13" fmla="*/ 46528 w 88643"/>
                <a:gd name="connsiteY13" fmla="*/ 57919 h 72860"/>
                <a:gd name="connsiteX14" fmla="*/ 55144 w 88643"/>
                <a:gd name="connsiteY14" fmla="*/ 21085 h 72860"/>
                <a:gd name="connsiteX15" fmla="*/ 71381 w 88643"/>
                <a:gd name="connsiteY15" fmla="*/ 4606 h 72860"/>
                <a:gd name="connsiteX16" fmla="*/ 80328 w 88643"/>
                <a:gd name="connsiteY16" fmla="*/ 6868 h 72860"/>
                <a:gd name="connsiteX17" fmla="*/ 73038 w 88643"/>
                <a:gd name="connsiteY17" fmla="*/ 15753 h 72860"/>
                <a:gd name="connsiteX18" fmla="*/ 79666 w 88643"/>
                <a:gd name="connsiteY18" fmla="*/ 21731 h 72860"/>
                <a:gd name="connsiteX19" fmla="*/ 88944 w 88643"/>
                <a:gd name="connsiteY19" fmla="*/ 11876 h 72860"/>
                <a:gd name="connsiteX20" fmla="*/ 71712 w 88643"/>
                <a:gd name="connsiteY20" fmla="*/ 83 h 72860"/>
                <a:gd name="connsiteX21" fmla="*/ 53155 w 88643"/>
                <a:gd name="connsiteY21" fmla="*/ 11553 h 72860"/>
                <a:gd name="connsiteX22" fmla="*/ 33273 w 88643"/>
                <a:gd name="connsiteY22" fmla="*/ 83 h 72860"/>
                <a:gd name="connsiteX23" fmla="*/ 4111 w 88643"/>
                <a:gd name="connsiteY23" fmla="*/ 24800 h 72860"/>
                <a:gd name="connsiteX24" fmla="*/ 6928 w 88643"/>
                <a:gd name="connsiteY24" fmla="*/ 26901 h 72860"/>
                <a:gd name="connsiteX25" fmla="*/ 10076 w 88643"/>
                <a:gd name="connsiteY25" fmla="*/ 24154 h 72860"/>
                <a:gd name="connsiteX26" fmla="*/ 32776 w 88643"/>
                <a:gd name="connsiteY26" fmla="*/ 4606 h 72860"/>
                <a:gd name="connsiteX27" fmla="*/ 42717 w 88643"/>
                <a:gd name="connsiteY27" fmla="*/ 15269 h 72860"/>
                <a:gd name="connsiteX28" fmla="*/ 39237 w 88643"/>
                <a:gd name="connsiteY28" fmla="*/ 32070 h 72860"/>
                <a:gd name="connsiteX29" fmla="*/ 33604 w 88643"/>
                <a:gd name="connsiteY29" fmla="*/ 54203 h 7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8643" h="72860">
                  <a:moveTo>
                    <a:pt x="33604" y="54203"/>
                  </a:moveTo>
                  <a:cubicBezTo>
                    <a:pt x="31947" y="59696"/>
                    <a:pt x="26479" y="68420"/>
                    <a:pt x="18029" y="68420"/>
                  </a:cubicBezTo>
                  <a:cubicBezTo>
                    <a:pt x="17532" y="68420"/>
                    <a:pt x="12561" y="68420"/>
                    <a:pt x="9082" y="66158"/>
                  </a:cubicBezTo>
                  <a:cubicBezTo>
                    <a:pt x="15875" y="64058"/>
                    <a:pt x="16372" y="58242"/>
                    <a:pt x="16372" y="57272"/>
                  </a:cubicBezTo>
                  <a:cubicBezTo>
                    <a:pt x="16372" y="53718"/>
                    <a:pt x="13556" y="51295"/>
                    <a:pt x="9745" y="51295"/>
                  </a:cubicBezTo>
                  <a:cubicBezTo>
                    <a:pt x="5105" y="51295"/>
                    <a:pt x="300" y="55172"/>
                    <a:pt x="300" y="61150"/>
                  </a:cubicBezTo>
                  <a:cubicBezTo>
                    <a:pt x="300" y="69227"/>
                    <a:pt x="9579" y="72943"/>
                    <a:pt x="17698" y="72943"/>
                  </a:cubicBezTo>
                  <a:cubicBezTo>
                    <a:pt x="25320" y="72943"/>
                    <a:pt x="32113" y="68258"/>
                    <a:pt x="36255" y="61473"/>
                  </a:cubicBezTo>
                  <a:cubicBezTo>
                    <a:pt x="40232" y="70035"/>
                    <a:pt x="49344" y="72943"/>
                    <a:pt x="55972" y="72943"/>
                  </a:cubicBezTo>
                  <a:cubicBezTo>
                    <a:pt x="75026" y="72943"/>
                    <a:pt x="85133" y="52749"/>
                    <a:pt x="85133" y="48225"/>
                  </a:cubicBezTo>
                  <a:cubicBezTo>
                    <a:pt x="85133" y="46125"/>
                    <a:pt x="82979" y="46125"/>
                    <a:pt x="82482" y="46125"/>
                  </a:cubicBezTo>
                  <a:cubicBezTo>
                    <a:pt x="80163" y="46125"/>
                    <a:pt x="79997" y="46933"/>
                    <a:pt x="79334" y="48872"/>
                  </a:cubicBezTo>
                  <a:cubicBezTo>
                    <a:pt x="75855" y="60019"/>
                    <a:pt x="65913" y="68420"/>
                    <a:pt x="56635" y="68420"/>
                  </a:cubicBezTo>
                  <a:cubicBezTo>
                    <a:pt x="50007" y="68420"/>
                    <a:pt x="46528" y="64058"/>
                    <a:pt x="46528" y="57919"/>
                  </a:cubicBezTo>
                  <a:cubicBezTo>
                    <a:pt x="46528" y="53718"/>
                    <a:pt x="50504" y="39017"/>
                    <a:pt x="55144" y="21085"/>
                  </a:cubicBezTo>
                  <a:cubicBezTo>
                    <a:pt x="58457" y="8645"/>
                    <a:pt x="65913" y="4606"/>
                    <a:pt x="71381" y="4606"/>
                  </a:cubicBezTo>
                  <a:cubicBezTo>
                    <a:pt x="71712" y="4606"/>
                    <a:pt x="76849" y="4606"/>
                    <a:pt x="80328" y="6868"/>
                  </a:cubicBezTo>
                  <a:cubicBezTo>
                    <a:pt x="75026" y="8322"/>
                    <a:pt x="73038" y="12846"/>
                    <a:pt x="73038" y="15753"/>
                  </a:cubicBezTo>
                  <a:cubicBezTo>
                    <a:pt x="73038" y="19308"/>
                    <a:pt x="75855" y="21731"/>
                    <a:pt x="79666" y="21731"/>
                  </a:cubicBezTo>
                  <a:cubicBezTo>
                    <a:pt x="83476" y="21731"/>
                    <a:pt x="88944" y="18661"/>
                    <a:pt x="88944" y="11876"/>
                  </a:cubicBezTo>
                  <a:cubicBezTo>
                    <a:pt x="88944" y="2829"/>
                    <a:pt x="78340" y="83"/>
                    <a:pt x="71712" y="83"/>
                  </a:cubicBezTo>
                  <a:cubicBezTo>
                    <a:pt x="63428" y="83"/>
                    <a:pt x="56800" y="5414"/>
                    <a:pt x="53155" y="11553"/>
                  </a:cubicBezTo>
                  <a:cubicBezTo>
                    <a:pt x="50173" y="4929"/>
                    <a:pt x="42551" y="83"/>
                    <a:pt x="33273" y="83"/>
                  </a:cubicBezTo>
                  <a:cubicBezTo>
                    <a:pt x="14715" y="83"/>
                    <a:pt x="4111" y="19954"/>
                    <a:pt x="4111" y="24800"/>
                  </a:cubicBezTo>
                  <a:cubicBezTo>
                    <a:pt x="4111" y="26901"/>
                    <a:pt x="6431" y="26901"/>
                    <a:pt x="6928" y="26901"/>
                  </a:cubicBezTo>
                  <a:cubicBezTo>
                    <a:pt x="9082" y="26901"/>
                    <a:pt x="9248" y="26254"/>
                    <a:pt x="10076" y="24154"/>
                  </a:cubicBezTo>
                  <a:cubicBezTo>
                    <a:pt x="14218" y="11553"/>
                    <a:pt x="24657" y="4606"/>
                    <a:pt x="32776" y="4606"/>
                  </a:cubicBezTo>
                  <a:cubicBezTo>
                    <a:pt x="38243" y="4606"/>
                    <a:pt x="42717" y="7514"/>
                    <a:pt x="42717" y="15269"/>
                  </a:cubicBezTo>
                  <a:cubicBezTo>
                    <a:pt x="42717" y="18500"/>
                    <a:pt x="40729" y="26577"/>
                    <a:pt x="39237" y="32070"/>
                  </a:cubicBezTo>
                  <a:lnTo>
                    <a:pt x="33604" y="5420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 name="Freeform: Shape 56">
              <a:extLst>
                <a:ext uri="{FF2B5EF4-FFF2-40B4-BE49-F238E27FC236}">
                  <a16:creationId xmlns:a16="http://schemas.microsoft.com/office/drawing/2014/main" id="{14A0EE60-8967-2EA8-435B-0521233BDA47}"/>
                </a:ext>
              </a:extLst>
            </p:cNvPr>
            <p:cNvSpPr/>
            <p:nvPr>
              <p:custDataLst>
                <p:tags r:id="rId62"/>
              </p:custDataLst>
            </p:nvPr>
          </p:nvSpPr>
          <p:spPr>
            <a:xfrm>
              <a:off x="15102078" y="5413419"/>
              <a:ext cx="41659" cy="78237"/>
            </a:xfrm>
            <a:custGeom>
              <a:avLst/>
              <a:gdLst>
                <a:gd name="connsiteX0" fmla="*/ 36402 w 41659"/>
                <a:gd name="connsiteY0" fmla="*/ 5046 h 78237"/>
                <a:gd name="connsiteX1" fmla="*/ 31194 w 41659"/>
                <a:gd name="connsiteY1" fmla="*/ 84 h 78237"/>
                <a:gd name="connsiteX2" fmla="*/ 23975 w 41659"/>
                <a:gd name="connsiteY2" fmla="*/ 7008 h 78237"/>
                <a:gd name="connsiteX3" fmla="*/ 29064 w 41659"/>
                <a:gd name="connsiteY3" fmla="*/ 11970 h 78237"/>
                <a:gd name="connsiteX4" fmla="*/ 36402 w 41659"/>
                <a:gd name="connsiteY4" fmla="*/ 5046 h 78237"/>
                <a:gd name="connsiteX5" fmla="*/ 41964 w 41659"/>
                <a:gd name="connsiteY5" fmla="*/ 60435 h 78237"/>
                <a:gd name="connsiteX6" fmla="*/ 39479 w 41659"/>
                <a:gd name="connsiteY6" fmla="*/ 58820 h 78237"/>
                <a:gd name="connsiteX7" fmla="*/ 36638 w 41659"/>
                <a:gd name="connsiteY7" fmla="*/ 61474 h 78237"/>
                <a:gd name="connsiteX8" fmla="*/ 23383 w 41659"/>
                <a:gd name="connsiteY8" fmla="*/ 74398 h 78237"/>
                <a:gd name="connsiteX9" fmla="*/ 19833 w 41659"/>
                <a:gd name="connsiteY9" fmla="*/ 70013 h 78237"/>
                <a:gd name="connsiteX10" fmla="*/ 21371 w 41659"/>
                <a:gd name="connsiteY10" fmla="*/ 64128 h 78237"/>
                <a:gd name="connsiteX11" fmla="*/ 23857 w 41659"/>
                <a:gd name="connsiteY11" fmla="*/ 57897 h 78237"/>
                <a:gd name="connsiteX12" fmla="*/ 30602 w 41659"/>
                <a:gd name="connsiteY12" fmla="*/ 41972 h 78237"/>
                <a:gd name="connsiteX13" fmla="*/ 32259 w 41659"/>
                <a:gd name="connsiteY13" fmla="*/ 36202 h 78237"/>
                <a:gd name="connsiteX14" fmla="*/ 19359 w 41659"/>
                <a:gd name="connsiteY14" fmla="*/ 26048 h 78237"/>
                <a:gd name="connsiteX15" fmla="*/ 305 w 41659"/>
                <a:gd name="connsiteY15" fmla="*/ 43934 h 78237"/>
                <a:gd name="connsiteX16" fmla="*/ 2790 w 41659"/>
                <a:gd name="connsiteY16" fmla="*/ 45549 h 78237"/>
                <a:gd name="connsiteX17" fmla="*/ 5512 w 41659"/>
                <a:gd name="connsiteY17" fmla="*/ 43241 h 78237"/>
                <a:gd name="connsiteX18" fmla="*/ 18886 w 41659"/>
                <a:gd name="connsiteY18" fmla="*/ 29971 h 78237"/>
                <a:gd name="connsiteX19" fmla="*/ 22436 w 41659"/>
                <a:gd name="connsiteY19" fmla="*/ 34356 h 78237"/>
                <a:gd name="connsiteX20" fmla="*/ 21726 w 41659"/>
                <a:gd name="connsiteY20" fmla="*/ 38510 h 78237"/>
                <a:gd name="connsiteX21" fmla="*/ 13915 w 41659"/>
                <a:gd name="connsiteY21" fmla="*/ 56858 h 78237"/>
                <a:gd name="connsiteX22" fmla="*/ 11311 w 41659"/>
                <a:gd name="connsiteY22" fmla="*/ 62974 h 78237"/>
                <a:gd name="connsiteX23" fmla="*/ 10010 w 41659"/>
                <a:gd name="connsiteY23" fmla="*/ 68167 h 78237"/>
                <a:gd name="connsiteX24" fmla="*/ 22910 w 41659"/>
                <a:gd name="connsiteY24" fmla="*/ 78321 h 78237"/>
                <a:gd name="connsiteX25" fmla="*/ 41964 w 41659"/>
                <a:gd name="connsiteY25" fmla="*/ 60435 h 7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1659" h="78237">
                  <a:moveTo>
                    <a:pt x="36402" y="5046"/>
                  </a:moveTo>
                  <a:cubicBezTo>
                    <a:pt x="36402" y="2276"/>
                    <a:pt x="34271" y="84"/>
                    <a:pt x="31194" y="84"/>
                  </a:cubicBezTo>
                  <a:cubicBezTo>
                    <a:pt x="27880" y="84"/>
                    <a:pt x="23975" y="3200"/>
                    <a:pt x="23975" y="7008"/>
                  </a:cubicBezTo>
                  <a:cubicBezTo>
                    <a:pt x="23975" y="10239"/>
                    <a:pt x="26579" y="11970"/>
                    <a:pt x="29064" y="11970"/>
                  </a:cubicBezTo>
                  <a:cubicBezTo>
                    <a:pt x="32969" y="11970"/>
                    <a:pt x="36402" y="8508"/>
                    <a:pt x="36402" y="5046"/>
                  </a:cubicBezTo>
                  <a:close/>
                  <a:moveTo>
                    <a:pt x="41964" y="60435"/>
                  </a:moveTo>
                  <a:cubicBezTo>
                    <a:pt x="41964" y="58820"/>
                    <a:pt x="39952" y="58820"/>
                    <a:pt x="39479" y="58820"/>
                  </a:cubicBezTo>
                  <a:cubicBezTo>
                    <a:pt x="37467" y="58820"/>
                    <a:pt x="37348" y="59281"/>
                    <a:pt x="36638" y="61474"/>
                  </a:cubicBezTo>
                  <a:cubicBezTo>
                    <a:pt x="34626" y="67820"/>
                    <a:pt x="29301" y="74398"/>
                    <a:pt x="23383" y="74398"/>
                  </a:cubicBezTo>
                  <a:cubicBezTo>
                    <a:pt x="20661" y="74398"/>
                    <a:pt x="19833" y="72552"/>
                    <a:pt x="19833" y="70013"/>
                  </a:cubicBezTo>
                  <a:cubicBezTo>
                    <a:pt x="19833" y="67590"/>
                    <a:pt x="20424" y="66320"/>
                    <a:pt x="21371" y="64128"/>
                  </a:cubicBezTo>
                  <a:cubicBezTo>
                    <a:pt x="22318" y="61820"/>
                    <a:pt x="23265" y="59512"/>
                    <a:pt x="23857" y="57897"/>
                  </a:cubicBezTo>
                  <a:cubicBezTo>
                    <a:pt x="24330" y="56858"/>
                    <a:pt x="28946" y="46126"/>
                    <a:pt x="30602" y="41972"/>
                  </a:cubicBezTo>
                  <a:cubicBezTo>
                    <a:pt x="31549" y="39664"/>
                    <a:pt x="32259" y="38164"/>
                    <a:pt x="32259" y="36202"/>
                  </a:cubicBezTo>
                  <a:cubicBezTo>
                    <a:pt x="32259" y="30663"/>
                    <a:pt x="26815" y="26048"/>
                    <a:pt x="19359" y="26048"/>
                  </a:cubicBezTo>
                  <a:cubicBezTo>
                    <a:pt x="6933" y="26048"/>
                    <a:pt x="305" y="40818"/>
                    <a:pt x="305" y="43934"/>
                  </a:cubicBezTo>
                  <a:cubicBezTo>
                    <a:pt x="305" y="45549"/>
                    <a:pt x="2199" y="45549"/>
                    <a:pt x="2790" y="45549"/>
                  </a:cubicBezTo>
                  <a:cubicBezTo>
                    <a:pt x="4802" y="45549"/>
                    <a:pt x="4921" y="44972"/>
                    <a:pt x="5512" y="43241"/>
                  </a:cubicBezTo>
                  <a:cubicBezTo>
                    <a:pt x="8116" y="35048"/>
                    <a:pt x="13797" y="29971"/>
                    <a:pt x="18886" y="29971"/>
                  </a:cubicBezTo>
                  <a:cubicBezTo>
                    <a:pt x="21134" y="29971"/>
                    <a:pt x="22436" y="31240"/>
                    <a:pt x="22436" y="34356"/>
                  </a:cubicBezTo>
                  <a:cubicBezTo>
                    <a:pt x="22436" y="34818"/>
                    <a:pt x="22436" y="36318"/>
                    <a:pt x="21726" y="38510"/>
                  </a:cubicBezTo>
                  <a:cubicBezTo>
                    <a:pt x="20898" y="40587"/>
                    <a:pt x="15572" y="52935"/>
                    <a:pt x="13915" y="56858"/>
                  </a:cubicBezTo>
                  <a:cubicBezTo>
                    <a:pt x="13087" y="58820"/>
                    <a:pt x="13087" y="59050"/>
                    <a:pt x="11311" y="62974"/>
                  </a:cubicBezTo>
                  <a:cubicBezTo>
                    <a:pt x="10720" y="64589"/>
                    <a:pt x="10010" y="66205"/>
                    <a:pt x="10010" y="68167"/>
                  </a:cubicBezTo>
                  <a:cubicBezTo>
                    <a:pt x="10010" y="74167"/>
                    <a:pt x="15809" y="78321"/>
                    <a:pt x="22910" y="78321"/>
                  </a:cubicBezTo>
                  <a:cubicBezTo>
                    <a:pt x="35336" y="78321"/>
                    <a:pt x="41964" y="63320"/>
                    <a:pt x="41964" y="6043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127" name="Group 126" descr="\documentclass{article}&#10;\usepackage{amsmath}&#10;\usepackage{amsfonts}&#10;\pagestyle{empty}&#10;\begin{document}&#10;&#10;&#10;\[&#10;p_i = \Pr(y_i = 1 \mid x_i) = \phi(\beta_0 + \beta_1 x_i)&#10;\]&#10;&#10;&#10;&#10;&#10;&#10;\end{document}" title="IguanaTex Shape Display">
            <a:extLst>
              <a:ext uri="{FF2B5EF4-FFF2-40B4-BE49-F238E27FC236}">
                <a16:creationId xmlns:a16="http://schemas.microsoft.com/office/drawing/2014/main" id="{5B888004-EAC9-61C0-212E-D554A0C03811}"/>
              </a:ext>
            </a:extLst>
          </p:cNvPr>
          <p:cNvGrpSpPr>
            <a:grpSpLocks noChangeAspect="1"/>
          </p:cNvGrpSpPr>
          <p:nvPr>
            <p:custDataLst>
              <p:tags r:id="rId2"/>
            </p:custDataLst>
          </p:nvPr>
        </p:nvGrpSpPr>
        <p:grpSpPr>
          <a:xfrm>
            <a:off x="7012395" y="3817426"/>
            <a:ext cx="3593711" cy="230019"/>
            <a:chOff x="10091629" y="4765730"/>
            <a:chExt cx="3593711" cy="230019"/>
          </a:xfrm>
        </p:grpSpPr>
        <p:sp>
          <p:nvSpPr>
            <p:cNvPr id="102" name="Freeform: Shape 101">
              <a:extLst>
                <a:ext uri="{FF2B5EF4-FFF2-40B4-BE49-F238E27FC236}">
                  <a16:creationId xmlns:a16="http://schemas.microsoft.com/office/drawing/2014/main" id="{16FFFEC5-872F-6530-FA6D-E3706974F196}"/>
                </a:ext>
              </a:extLst>
            </p:cNvPr>
            <p:cNvSpPr/>
            <p:nvPr>
              <p:custDataLst>
                <p:tags r:id="rId4"/>
              </p:custDataLst>
            </p:nvPr>
          </p:nvSpPr>
          <p:spPr>
            <a:xfrm>
              <a:off x="10091629" y="4836576"/>
              <a:ext cx="123351" cy="146292"/>
            </a:xfrm>
            <a:custGeom>
              <a:avLst/>
              <a:gdLst>
                <a:gd name="connsiteX0" fmla="*/ 18353 w 123351"/>
                <a:gd name="connsiteY0" fmla="*/ 129806 h 146292"/>
                <a:gd name="connsiteX1" fmla="*/ 5593 w 123351"/>
                <a:gd name="connsiteY1" fmla="*/ 139236 h 146292"/>
                <a:gd name="connsiteX2" fmla="*/ 158 w 123351"/>
                <a:gd name="connsiteY2" fmla="*/ 143607 h 146292"/>
                <a:gd name="connsiteX3" fmla="*/ 3229 w 123351"/>
                <a:gd name="connsiteY3" fmla="*/ 146367 h 146292"/>
                <a:gd name="connsiteX4" fmla="*/ 23079 w 123351"/>
                <a:gd name="connsiteY4" fmla="*/ 145677 h 146292"/>
                <a:gd name="connsiteX5" fmla="*/ 46473 w 123351"/>
                <a:gd name="connsiteY5" fmla="*/ 146367 h 146292"/>
                <a:gd name="connsiteX6" fmla="*/ 50727 w 123351"/>
                <a:gd name="connsiteY6" fmla="*/ 141767 h 146292"/>
                <a:gd name="connsiteX7" fmla="*/ 45056 w 123351"/>
                <a:gd name="connsiteY7" fmla="*/ 139236 h 146292"/>
                <a:gd name="connsiteX8" fmla="*/ 33240 w 123351"/>
                <a:gd name="connsiteY8" fmla="*/ 135556 h 146292"/>
                <a:gd name="connsiteX9" fmla="*/ 44819 w 123351"/>
                <a:gd name="connsiteY9" fmla="*/ 89552 h 146292"/>
                <a:gd name="connsiteX10" fmla="*/ 66559 w 123351"/>
                <a:gd name="connsiteY10" fmla="*/ 104274 h 146292"/>
                <a:gd name="connsiteX11" fmla="*/ 123509 w 123351"/>
                <a:gd name="connsiteY11" fmla="*/ 36878 h 146292"/>
                <a:gd name="connsiteX12" fmla="*/ 92080 w 123351"/>
                <a:gd name="connsiteY12" fmla="*/ 75 h 146292"/>
                <a:gd name="connsiteX13" fmla="*/ 61124 w 123351"/>
                <a:gd name="connsiteY13" fmla="*/ 17326 h 146292"/>
                <a:gd name="connsiteX14" fmla="*/ 39857 w 123351"/>
                <a:gd name="connsiteY14" fmla="*/ 75 h 146292"/>
                <a:gd name="connsiteX15" fmla="*/ 22370 w 123351"/>
                <a:gd name="connsiteY15" fmla="*/ 13186 h 146292"/>
                <a:gd name="connsiteX16" fmla="*/ 15045 w 123351"/>
                <a:gd name="connsiteY16" fmla="*/ 35498 h 146292"/>
                <a:gd name="connsiteX17" fmla="*/ 17880 w 123351"/>
                <a:gd name="connsiteY17" fmla="*/ 37798 h 146292"/>
                <a:gd name="connsiteX18" fmla="*/ 21898 w 123351"/>
                <a:gd name="connsiteY18" fmla="*/ 32507 h 146292"/>
                <a:gd name="connsiteX19" fmla="*/ 39148 w 123351"/>
                <a:gd name="connsiteY19" fmla="*/ 5135 h 146292"/>
                <a:gd name="connsiteX20" fmla="*/ 46473 w 123351"/>
                <a:gd name="connsiteY20" fmla="*/ 15716 h 146292"/>
                <a:gd name="connsiteX21" fmla="*/ 44819 w 123351"/>
                <a:gd name="connsiteY21" fmla="*/ 27447 h 146292"/>
                <a:gd name="connsiteX22" fmla="*/ 18353 w 123351"/>
                <a:gd name="connsiteY22" fmla="*/ 129806 h 146292"/>
                <a:gd name="connsiteX23" fmla="*/ 59943 w 123351"/>
                <a:gd name="connsiteY23" fmla="*/ 29977 h 146292"/>
                <a:gd name="connsiteX24" fmla="*/ 72231 w 123351"/>
                <a:gd name="connsiteY24" fmla="*/ 13876 h 146292"/>
                <a:gd name="connsiteX25" fmla="*/ 91372 w 123351"/>
                <a:gd name="connsiteY25" fmla="*/ 5135 h 146292"/>
                <a:gd name="connsiteX26" fmla="*/ 106495 w 123351"/>
                <a:gd name="connsiteY26" fmla="*/ 26757 h 146292"/>
                <a:gd name="connsiteX27" fmla="*/ 94443 w 123351"/>
                <a:gd name="connsiteY27" fmla="*/ 75521 h 146292"/>
                <a:gd name="connsiteX28" fmla="*/ 66323 w 123351"/>
                <a:gd name="connsiteY28" fmla="*/ 99213 h 146292"/>
                <a:gd name="connsiteX29" fmla="*/ 47655 w 123351"/>
                <a:gd name="connsiteY29" fmla="*/ 78741 h 146292"/>
                <a:gd name="connsiteX30" fmla="*/ 48364 w 123351"/>
                <a:gd name="connsiteY30" fmla="*/ 75061 h 146292"/>
                <a:gd name="connsiteX31" fmla="*/ 59943 w 123351"/>
                <a:gd name="connsiteY31" fmla="*/ 29977 h 146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351" h="146292">
                  <a:moveTo>
                    <a:pt x="18353" y="129806"/>
                  </a:moveTo>
                  <a:cubicBezTo>
                    <a:pt x="16463" y="137626"/>
                    <a:pt x="15990" y="139236"/>
                    <a:pt x="5593" y="139236"/>
                  </a:cubicBezTo>
                  <a:cubicBezTo>
                    <a:pt x="2757" y="139236"/>
                    <a:pt x="158" y="139236"/>
                    <a:pt x="158" y="143607"/>
                  </a:cubicBezTo>
                  <a:cubicBezTo>
                    <a:pt x="158" y="145447"/>
                    <a:pt x="1339" y="146367"/>
                    <a:pt x="3229" y="146367"/>
                  </a:cubicBezTo>
                  <a:cubicBezTo>
                    <a:pt x="9610" y="146367"/>
                    <a:pt x="16463" y="145677"/>
                    <a:pt x="23079" y="145677"/>
                  </a:cubicBezTo>
                  <a:cubicBezTo>
                    <a:pt x="30877" y="145677"/>
                    <a:pt x="38912" y="146367"/>
                    <a:pt x="46473" y="146367"/>
                  </a:cubicBezTo>
                  <a:cubicBezTo>
                    <a:pt x="47655" y="146367"/>
                    <a:pt x="50727" y="146367"/>
                    <a:pt x="50727" y="141767"/>
                  </a:cubicBezTo>
                  <a:cubicBezTo>
                    <a:pt x="50727" y="139236"/>
                    <a:pt x="48364" y="139236"/>
                    <a:pt x="45056" y="139236"/>
                  </a:cubicBezTo>
                  <a:cubicBezTo>
                    <a:pt x="33240" y="139236"/>
                    <a:pt x="33240" y="137626"/>
                    <a:pt x="33240" y="135556"/>
                  </a:cubicBezTo>
                  <a:cubicBezTo>
                    <a:pt x="33240" y="132796"/>
                    <a:pt x="43165" y="95303"/>
                    <a:pt x="44819" y="89552"/>
                  </a:cubicBezTo>
                  <a:cubicBezTo>
                    <a:pt x="47891" y="96223"/>
                    <a:pt x="54508" y="104274"/>
                    <a:pt x="66559" y="104274"/>
                  </a:cubicBezTo>
                  <a:cubicBezTo>
                    <a:pt x="93971" y="104274"/>
                    <a:pt x="123509" y="70691"/>
                    <a:pt x="123509" y="36878"/>
                  </a:cubicBezTo>
                  <a:cubicBezTo>
                    <a:pt x="123509" y="15256"/>
                    <a:pt x="110040" y="75"/>
                    <a:pt x="92080" y="75"/>
                  </a:cubicBezTo>
                  <a:cubicBezTo>
                    <a:pt x="80265" y="75"/>
                    <a:pt x="68922" y="8355"/>
                    <a:pt x="61124" y="17326"/>
                  </a:cubicBezTo>
                  <a:cubicBezTo>
                    <a:pt x="58761" y="4905"/>
                    <a:pt x="48600" y="75"/>
                    <a:pt x="39857" y="75"/>
                  </a:cubicBezTo>
                  <a:cubicBezTo>
                    <a:pt x="28987" y="75"/>
                    <a:pt x="24497" y="9045"/>
                    <a:pt x="22370" y="13186"/>
                  </a:cubicBezTo>
                  <a:cubicBezTo>
                    <a:pt x="18117" y="21006"/>
                    <a:pt x="15045" y="34808"/>
                    <a:pt x="15045" y="35498"/>
                  </a:cubicBezTo>
                  <a:cubicBezTo>
                    <a:pt x="15045" y="37798"/>
                    <a:pt x="17408" y="37798"/>
                    <a:pt x="17880" y="37798"/>
                  </a:cubicBezTo>
                  <a:cubicBezTo>
                    <a:pt x="20244" y="37798"/>
                    <a:pt x="20480" y="37568"/>
                    <a:pt x="21898" y="32507"/>
                  </a:cubicBezTo>
                  <a:cubicBezTo>
                    <a:pt x="25915" y="16176"/>
                    <a:pt x="30641" y="5135"/>
                    <a:pt x="39148" y="5135"/>
                  </a:cubicBezTo>
                  <a:cubicBezTo>
                    <a:pt x="43165" y="5135"/>
                    <a:pt x="46473" y="6975"/>
                    <a:pt x="46473" y="15716"/>
                  </a:cubicBezTo>
                  <a:cubicBezTo>
                    <a:pt x="46473" y="21006"/>
                    <a:pt x="45765" y="23537"/>
                    <a:pt x="44819" y="27447"/>
                  </a:cubicBezTo>
                  <a:lnTo>
                    <a:pt x="18353" y="129806"/>
                  </a:lnTo>
                  <a:close/>
                  <a:moveTo>
                    <a:pt x="59943" y="29977"/>
                  </a:moveTo>
                  <a:cubicBezTo>
                    <a:pt x="61597" y="23767"/>
                    <a:pt x="67977" y="17326"/>
                    <a:pt x="72231" y="13876"/>
                  </a:cubicBezTo>
                  <a:cubicBezTo>
                    <a:pt x="80501" y="6745"/>
                    <a:pt x="87354" y="5135"/>
                    <a:pt x="91372" y="5135"/>
                  </a:cubicBezTo>
                  <a:cubicBezTo>
                    <a:pt x="100824" y="5135"/>
                    <a:pt x="106495" y="13186"/>
                    <a:pt x="106495" y="26757"/>
                  </a:cubicBezTo>
                  <a:cubicBezTo>
                    <a:pt x="106495" y="40328"/>
                    <a:pt x="98697" y="66780"/>
                    <a:pt x="94443" y="75521"/>
                  </a:cubicBezTo>
                  <a:cubicBezTo>
                    <a:pt x="86409" y="91622"/>
                    <a:pt x="75066" y="99213"/>
                    <a:pt x="66323" y="99213"/>
                  </a:cubicBezTo>
                  <a:cubicBezTo>
                    <a:pt x="50727" y="99213"/>
                    <a:pt x="47655" y="80121"/>
                    <a:pt x="47655" y="78741"/>
                  </a:cubicBezTo>
                  <a:cubicBezTo>
                    <a:pt x="47655" y="78281"/>
                    <a:pt x="47655" y="77821"/>
                    <a:pt x="48364" y="75061"/>
                  </a:cubicBezTo>
                  <a:lnTo>
                    <a:pt x="59943" y="299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3" name="Freeform: Shape 102">
              <a:extLst>
                <a:ext uri="{FF2B5EF4-FFF2-40B4-BE49-F238E27FC236}">
                  <a16:creationId xmlns:a16="http://schemas.microsoft.com/office/drawing/2014/main" id="{029CBC43-4406-8F48-E577-BF5D7557157E}"/>
                </a:ext>
              </a:extLst>
            </p:cNvPr>
            <p:cNvSpPr/>
            <p:nvPr>
              <p:custDataLst>
                <p:tags r:id="rId5"/>
              </p:custDataLst>
            </p:nvPr>
          </p:nvSpPr>
          <p:spPr>
            <a:xfrm>
              <a:off x="10225857" y="4865995"/>
              <a:ext cx="50120" cy="108362"/>
            </a:xfrm>
            <a:custGeom>
              <a:avLst/>
              <a:gdLst>
                <a:gd name="connsiteX0" fmla="*/ 45982 w 50120"/>
                <a:gd name="connsiteY0" fmla="*/ 6195 h 108362"/>
                <a:gd name="connsiteX1" fmla="*/ 39366 w 50120"/>
                <a:gd name="connsiteY1" fmla="*/ 76 h 108362"/>
                <a:gd name="connsiteX2" fmla="*/ 30102 w 50120"/>
                <a:gd name="connsiteY2" fmla="*/ 8932 h 108362"/>
                <a:gd name="connsiteX3" fmla="*/ 36719 w 50120"/>
                <a:gd name="connsiteY3" fmla="*/ 15050 h 108362"/>
                <a:gd name="connsiteX4" fmla="*/ 45982 w 50120"/>
                <a:gd name="connsiteY4" fmla="*/ 6195 h 108362"/>
                <a:gd name="connsiteX5" fmla="*/ 12238 w 50120"/>
                <a:gd name="connsiteY5" fmla="*/ 87990 h 108362"/>
                <a:gd name="connsiteX6" fmla="*/ 10749 w 50120"/>
                <a:gd name="connsiteY6" fmla="*/ 94752 h 108362"/>
                <a:gd name="connsiteX7" fmla="*/ 26463 w 50120"/>
                <a:gd name="connsiteY7" fmla="*/ 108438 h 108362"/>
                <a:gd name="connsiteX8" fmla="*/ 50283 w 50120"/>
                <a:gd name="connsiteY8" fmla="*/ 83803 h 108362"/>
                <a:gd name="connsiteX9" fmla="*/ 47636 w 50120"/>
                <a:gd name="connsiteY9" fmla="*/ 81710 h 108362"/>
                <a:gd name="connsiteX10" fmla="*/ 44493 w 50120"/>
                <a:gd name="connsiteY10" fmla="*/ 84447 h 108362"/>
                <a:gd name="connsiteX11" fmla="*/ 26960 w 50120"/>
                <a:gd name="connsiteY11" fmla="*/ 103930 h 108362"/>
                <a:gd name="connsiteX12" fmla="*/ 22824 w 50120"/>
                <a:gd name="connsiteY12" fmla="*/ 98295 h 108362"/>
                <a:gd name="connsiteX13" fmla="*/ 25471 w 50120"/>
                <a:gd name="connsiteY13" fmla="*/ 87990 h 108362"/>
                <a:gd name="connsiteX14" fmla="*/ 30764 w 50120"/>
                <a:gd name="connsiteY14" fmla="*/ 75109 h 108362"/>
                <a:gd name="connsiteX15" fmla="*/ 38869 w 50120"/>
                <a:gd name="connsiteY15" fmla="*/ 54660 h 108362"/>
                <a:gd name="connsiteX16" fmla="*/ 39862 w 50120"/>
                <a:gd name="connsiteY16" fmla="*/ 49507 h 108362"/>
                <a:gd name="connsiteX17" fmla="*/ 24148 w 50120"/>
                <a:gd name="connsiteY17" fmla="*/ 35821 h 108362"/>
                <a:gd name="connsiteX18" fmla="*/ 163 w 50120"/>
                <a:gd name="connsiteY18" fmla="*/ 60456 h 108362"/>
                <a:gd name="connsiteX19" fmla="*/ 2975 w 50120"/>
                <a:gd name="connsiteY19" fmla="*/ 62549 h 108362"/>
                <a:gd name="connsiteX20" fmla="*/ 5952 w 50120"/>
                <a:gd name="connsiteY20" fmla="*/ 59973 h 108362"/>
                <a:gd name="connsiteX21" fmla="*/ 23651 w 50120"/>
                <a:gd name="connsiteY21" fmla="*/ 40330 h 108362"/>
                <a:gd name="connsiteX22" fmla="*/ 27787 w 50120"/>
                <a:gd name="connsiteY22" fmla="*/ 45965 h 108362"/>
                <a:gd name="connsiteX23" fmla="*/ 22659 w 50120"/>
                <a:gd name="connsiteY23" fmla="*/ 62066 h 108362"/>
                <a:gd name="connsiteX24" fmla="*/ 12238 w 50120"/>
                <a:gd name="connsiteY24" fmla="*/ 87990 h 10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120" h="108362">
                  <a:moveTo>
                    <a:pt x="45982" y="6195"/>
                  </a:moveTo>
                  <a:cubicBezTo>
                    <a:pt x="45982" y="3619"/>
                    <a:pt x="43997" y="76"/>
                    <a:pt x="39366" y="76"/>
                  </a:cubicBezTo>
                  <a:cubicBezTo>
                    <a:pt x="34899" y="76"/>
                    <a:pt x="30102" y="4263"/>
                    <a:pt x="30102" y="8932"/>
                  </a:cubicBezTo>
                  <a:cubicBezTo>
                    <a:pt x="30102" y="11669"/>
                    <a:pt x="32253" y="15050"/>
                    <a:pt x="36719" y="15050"/>
                  </a:cubicBezTo>
                  <a:cubicBezTo>
                    <a:pt x="41516" y="15050"/>
                    <a:pt x="45982" y="10542"/>
                    <a:pt x="45982" y="6195"/>
                  </a:cubicBezTo>
                  <a:close/>
                  <a:moveTo>
                    <a:pt x="12238" y="87990"/>
                  </a:moveTo>
                  <a:cubicBezTo>
                    <a:pt x="11576" y="90083"/>
                    <a:pt x="10749" y="92015"/>
                    <a:pt x="10749" y="94752"/>
                  </a:cubicBezTo>
                  <a:cubicBezTo>
                    <a:pt x="10749" y="102320"/>
                    <a:pt x="17366" y="108438"/>
                    <a:pt x="26463" y="108438"/>
                  </a:cubicBezTo>
                  <a:cubicBezTo>
                    <a:pt x="43005" y="108438"/>
                    <a:pt x="50283" y="86218"/>
                    <a:pt x="50283" y="83803"/>
                  </a:cubicBezTo>
                  <a:cubicBezTo>
                    <a:pt x="50283" y="81710"/>
                    <a:pt x="48133" y="81710"/>
                    <a:pt x="47636" y="81710"/>
                  </a:cubicBezTo>
                  <a:cubicBezTo>
                    <a:pt x="45321" y="81710"/>
                    <a:pt x="45155" y="82676"/>
                    <a:pt x="44493" y="84447"/>
                  </a:cubicBezTo>
                  <a:cubicBezTo>
                    <a:pt x="40689" y="97328"/>
                    <a:pt x="33411" y="103930"/>
                    <a:pt x="26960" y="103930"/>
                  </a:cubicBezTo>
                  <a:cubicBezTo>
                    <a:pt x="23651" y="103930"/>
                    <a:pt x="22824" y="101837"/>
                    <a:pt x="22824" y="98295"/>
                  </a:cubicBezTo>
                  <a:cubicBezTo>
                    <a:pt x="22824" y="94591"/>
                    <a:pt x="23982" y="91532"/>
                    <a:pt x="25471" y="87990"/>
                  </a:cubicBezTo>
                  <a:cubicBezTo>
                    <a:pt x="27125" y="83642"/>
                    <a:pt x="28945" y="79295"/>
                    <a:pt x="30764" y="75109"/>
                  </a:cubicBezTo>
                  <a:cubicBezTo>
                    <a:pt x="32253" y="71244"/>
                    <a:pt x="38208" y="56592"/>
                    <a:pt x="38869" y="54660"/>
                  </a:cubicBezTo>
                  <a:cubicBezTo>
                    <a:pt x="39366" y="53050"/>
                    <a:pt x="39862" y="51118"/>
                    <a:pt x="39862" y="49507"/>
                  </a:cubicBezTo>
                  <a:cubicBezTo>
                    <a:pt x="39862" y="41940"/>
                    <a:pt x="33245" y="35821"/>
                    <a:pt x="24148" y="35821"/>
                  </a:cubicBezTo>
                  <a:cubicBezTo>
                    <a:pt x="7772" y="35821"/>
                    <a:pt x="163" y="57719"/>
                    <a:pt x="163" y="60456"/>
                  </a:cubicBezTo>
                  <a:cubicBezTo>
                    <a:pt x="163" y="62549"/>
                    <a:pt x="2478" y="62549"/>
                    <a:pt x="2975" y="62549"/>
                  </a:cubicBezTo>
                  <a:cubicBezTo>
                    <a:pt x="5290" y="62549"/>
                    <a:pt x="5456" y="61744"/>
                    <a:pt x="5952" y="59973"/>
                  </a:cubicBezTo>
                  <a:cubicBezTo>
                    <a:pt x="10253" y="46126"/>
                    <a:pt x="17531" y="40330"/>
                    <a:pt x="23651" y="40330"/>
                  </a:cubicBezTo>
                  <a:cubicBezTo>
                    <a:pt x="26298" y="40330"/>
                    <a:pt x="27787" y="41618"/>
                    <a:pt x="27787" y="45965"/>
                  </a:cubicBezTo>
                  <a:cubicBezTo>
                    <a:pt x="27787" y="49668"/>
                    <a:pt x="26794" y="52084"/>
                    <a:pt x="22659" y="62066"/>
                  </a:cubicBezTo>
                  <a:lnTo>
                    <a:pt x="12238" y="8799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4" name="Freeform: Shape 103">
              <a:extLst>
                <a:ext uri="{FF2B5EF4-FFF2-40B4-BE49-F238E27FC236}">
                  <a16:creationId xmlns:a16="http://schemas.microsoft.com/office/drawing/2014/main" id="{CECEFF43-0BCB-48DE-79B5-4D3D08B5CD5A}"/>
                </a:ext>
              </a:extLst>
            </p:cNvPr>
            <p:cNvSpPr/>
            <p:nvPr>
              <p:custDataLst>
                <p:tags r:id="rId6"/>
              </p:custDataLst>
            </p:nvPr>
          </p:nvSpPr>
          <p:spPr>
            <a:xfrm>
              <a:off x="10375628" y="4853827"/>
              <a:ext cx="157143" cy="53824"/>
            </a:xfrm>
            <a:custGeom>
              <a:avLst/>
              <a:gdLst>
                <a:gd name="connsiteX0" fmla="*/ 149278 w 157143"/>
                <a:gd name="connsiteY0" fmla="*/ 9276 h 53824"/>
                <a:gd name="connsiteX1" fmla="*/ 157312 w 157143"/>
                <a:gd name="connsiteY1" fmla="*/ 4675 h 53824"/>
                <a:gd name="connsiteX2" fmla="*/ 149514 w 157143"/>
                <a:gd name="connsiteY2" fmla="*/ 75 h 53824"/>
                <a:gd name="connsiteX3" fmla="*/ 7967 w 157143"/>
                <a:gd name="connsiteY3" fmla="*/ 75 h 53824"/>
                <a:gd name="connsiteX4" fmla="*/ 169 w 157143"/>
                <a:gd name="connsiteY4" fmla="*/ 4675 h 53824"/>
                <a:gd name="connsiteX5" fmla="*/ 8203 w 157143"/>
                <a:gd name="connsiteY5" fmla="*/ 9276 h 53824"/>
                <a:gd name="connsiteX6" fmla="*/ 149278 w 157143"/>
                <a:gd name="connsiteY6" fmla="*/ 9276 h 53824"/>
                <a:gd name="connsiteX7" fmla="*/ 149514 w 157143"/>
                <a:gd name="connsiteY7" fmla="*/ 53899 h 53824"/>
                <a:gd name="connsiteX8" fmla="*/ 157312 w 157143"/>
                <a:gd name="connsiteY8" fmla="*/ 49299 h 53824"/>
                <a:gd name="connsiteX9" fmla="*/ 149278 w 157143"/>
                <a:gd name="connsiteY9" fmla="*/ 44698 h 53824"/>
                <a:gd name="connsiteX10" fmla="*/ 8203 w 157143"/>
                <a:gd name="connsiteY10" fmla="*/ 44698 h 53824"/>
                <a:gd name="connsiteX11" fmla="*/ 169 w 157143"/>
                <a:gd name="connsiteY11" fmla="*/ 49299 h 53824"/>
                <a:gd name="connsiteX12" fmla="*/ 7967 w 157143"/>
                <a:gd name="connsiteY12" fmla="*/ 53899 h 53824"/>
                <a:gd name="connsiteX13" fmla="*/ 149514 w 157143"/>
                <a:gd name="connsiteY13" fmla="*/ 53899 h 5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143" h="53824">
                  <a:moveTo>
                    <a:pt x="149278" y="9276"/>
                  </a:moveTo>
                  <a:cubicBezTo>
                    <a:pt x="152822" y="9276"/>
                    <a:pt x="157312" y="9276"/>
                    <a:pt x="157312" y="4675"/>
                  </a:cubicBezTo>
                  <a:cubicBezTo>
                    <a:pt x="157312" y="75"/>
                    <a:pt x="152822" y="75"/>
                    <a:pt x="149514" y="75"/>
                  </a:cubicBezTo>
                  <a:lnTo>
                    <a:pt x="7967" y="75"/>
                  </a:lnTo>
                  <a:cubicBezTo>
                    <a:pt x="4658" y="75"/>
                    <a:pt x="169" y="75"/>
                    <a:pt x="169" y="4675"/>
                  </a:cubicBezTo>
                  <a:cubicBezTo>
                    <a:pt x="169" y="9276"/>
                    <a:pt x="4658" y="9276"/>
                    <a:pt x="8203" y="9276"/>
                  </a:cubicBezTo>
                  <a:lnTo>
                    <a:pt x="149278" y="9276"/>
                  </a:lnTo>
                  <a:close/>
                  <a:moveTo>
                    <a:pt x="149514" y="53899"/>
                  </a:moveTo>
                  <a:cubicBezTo>
                    <a:pt x="152822" y="53899"/>
                    <a:pt x="157312" y="53899"/>
                    <a:pt x="157312" y="49299"/>
                  </a:cubicBezTo>
                  <a:cubicBezTo>
                    <a:pt x="157312" y="44698"/>
                    <a:pt x="152822" y="44698"/>
                    <a:pt x="149278" y="44698"/>
                  </a:cubicBezTo>
                  <a:lnTo>
                    <a:pt x="8203" y="44698"/>
                  </a:lnTo>
                  <a:cubicBezTo>
                    <a:pt x="4658" y="44698"/>
                    <a:pt x="169" y="44698"/>
                    <a:pt x="169" y="49299"/>
                  </a:cubicBezTo>
                  <a:cubicBezTo>
                    <a:pt x="169" y="53899"/>
                    <a:pt x="4658" y="53899"/>
                    <a:pt x="7967" y="53899"/>
                  </a:cubicBezTo>
                  <a:lnTo>
                    <a:pt x="149514" y="5389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5" name="Freeform: Shape 104">
              <a:extLst>
                <a:ext uri="{FF2B5EF4-FFF2-40B4-BE49-F238E27FC236}">
                  <a16:creationId xmlns:a16="http://schemas.microsoft.com/office/drawing/2014/main" id="{4C97217F-6188-3FC5-826F-CA3C9C161B20}"/>
                </a:ext>
              </a:extLst>
            </p:cNvPr>
            <p:cNvSpPr/>
            <p:nvPr>
              <p:custDataLst>
                <p:tags r:id="rId7"/>
              </p:custDataLst>
            </p:nvPr>
          </p:nvSpPr>
          <p:spPr>
            <a:xfrm>
              <a:off x="10620098" y="4781141"/>
              <a:ext cx="139184" cy="157103"/>
            </a:xfrm>
            <a:custGeom>
              <a:avLst/>
              <a:gdLst>
                <a:gd name="connsiteX0" fmla="*/ 45550 w 139184"/>
                <a:gd name="connsiteY0" fmla="*/ 84492 h 157103"/>
                <a:gd name="connsiteX1" fmla="*/ 85486 w 139184"/>
                <a:gd name="connsiteY1" fmla="*/ 84492 h 157103"/>
                <a:gd name="connsiteX2" fmla="*/ 139363 w 139184"/>
                <a:gd name="connsiteY2" fmla="*/ 42858 h 157103"/>
                <a:gd name="connsiteX3" fmla="*/ 83595 w 139184"/>
                <a:gd name="connsiteY3" fmla="*/ 75 h 157103"/>
                <a:gd name="connsiteX4" fmla="*/ 179 w 139184"/>
                <a:gd name="connsiteY4" fmla="*/ 75 h 157103"/>
                <a:gd name="connsiteX5" fmla="*/ 179 w 139184"/>
                <a:gd name="connsiteY5" fmla="*/ 7205 h 157103"/>
                <a:gd name="connsiteX6" fmla="*/ 5850 w 139184"/>
                <a:gd name="connsiteY6" fmla="*/ 7205 h 157103"/>
                <a:gd name="connsiteX7" fmla="*/ 24519 w 139184"/>
                <a:gd name="connsiteY7" fmla="*/ 18016 h 157103"/>
                <a:gd name="connsiteX8" fmla="*/ 24519 w 139184"/>
                <a:gd name="connsiteY8" fmla="*/ 139236 h 157103"/>
                <a:gd name="connsiteX9" fmla="*/ 5850 w 139184"/>
                <a:gd name="connsiteY9" fmla="*/ 150047 h 157103"/>
                <a:gd name="connsiteX10" fmla="*/ 179 w 139184"/>
                <a:gd name="connsiteY10" fmla="*/ 150047 h 157103"/>
                <a:gd name="connsiteX11" fmla="*/ 179 w 139184"/>
                <a:gd name="connsiteY11" fmla="*/ 157178 h 157103"/>
                <a:gd name="connsiteX12" fmla="*/ 34916 w 139184"/>
                <a:gd name="connsiteY12" fmla="*/ 156488 h 157103"/>
                <a:gd name="connsiteX13" fmla="*/ 69889 w 139184"/>
                <a:gd name="connsiteY13" fmla="*/ 157178 h 157103"/>
                <a:gd name="connsiteX14" fmla="*/ 69889 w 139184"/>
                <a:gd name="connsiteY14" fmla="*/ 150047 h 157103"/>
                <a:gd name="connsiteX15" fmla="*/ 64218 w 139184"/>
                <a:gd name="connsiteY15" fmla="*/ 150047 h 157103"/>
                <a:gd name="connsiteX16" fmla="*/ 45550 w 139184"/>
                <a:gd name="connsiteY16" fmla="*/ 139236 h 157103"/>
                <a:gd name="connsiteX17" fmla="*/ 45550 w 139184"/>
                <a:gd name="connsiteY17" fmla="*/ 84492 h 157103"/>
                <a:gd name="connsiteX18" fmla="*/ 44841 w 139184"/>
                <a:gd name="connsiteY18" fmla="*/ 78511 h 157103"/>
                <a:gd name="connsiteX19" fmla="*/ 44841 w 139184"/>
                <a:gd name="connsiteY19" fmla="*/ 16406 h 157103"/>
                <a:gd name="connsiteX20" fmla="*/ 56420 w 139184"/>
                <a:gd name="connsiteY20" fmla="*/ 7205 h 157103"/>
                <a:gd name="connsiteX21" fmla="*/ 77451 w 139184"/>
                <a:gd name="connsiteY21" fmla="*/ 7205 h 157103"/>
                <a:gd name="connsiteX22" fmla="*/ 115024 w 139184"/>
                <a:gd name="connsiteY22" fmla="*/ 42858 h 157103"/>
                <a:gd name="connsiteX23" fmla="*/ 77451 w 139184"/>
                <a:gd name="connsiteY23" fmla="*/ 78511 h 157103"/>
                <a:gd name="connsiteX24" fmla="*/ 44841 w 139184"/>
                <a:gd name="connsiteY24" fmla="*/ 78511 h 157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9184" h="157103">
                  <a:moveTo>
                    <a:pt x="45550" y="84492"/>
                  </a:moveTo>
                  <a:lnTo>
                    <a:pt x="85486" y="84492"/>
                  </a:lnTo>
                  <a:cubicBezTo>
                    <a:pt x="113842" y="84492"/>
                    <a:pt x="139363" y="65860"/>
                    <a:pt x="139363" y="42858"/>
                  </a:cubicBezTo>
                  <a:cubicBezTo>
                    <a:pt x="139363" y="20316"/>
                    <a:pt x="115969" y="75"/>
                    <a:pt x="83595" y="75"/>
                  </a:cubicBezTo>
                  <a:lnTo>
                    <a:pt x="179" y="75"/>
                  </a:lnTo>
                  <a:lnTo>
                    <a:pt x="179" y="7205"/>
                  </a:lnTo>
                  <a:lnTo>
                    <a:pt x="5850" y="7205"/>
                  </a:lnTo>
                  <a:cubicBezTo>
                    <a:pt x="24046" y="7205"/>
                    <a:pt x="24519" y="9736"/>
                    <a:pt x="24519" y="18016"/>
                  </a:cubicBezTo>
                  <a:lnTo>
                    <a:pt x="24519" y="139236"/>
                  </a:lnTo>
                  <a:cubicBezTo>
                    <a:pt x="24519" y="147517"/>
                    <a:pt x="24046" y="150047"/>
                    <a:pt x="5850" y="150047"/>
                  </a:cubicBezTo>
                  <a:lnTo>
                    <a:pt x="179" y="150047"/>
                  </a:lnTo>
                  <a:lnTo>
                    <a:pt x="179" y="157178"/>
                  </a:lnTo>
                  <a:cubicBezTo>
                    <a:pt x="8450" y="156488"/>
                    <a:pt x="25936" y="156488"/>
                    <a:pt x="34916" y="156488"/>
                  </a:cubicBezTo>
                  <a:cubicBezTo>
                    <a:pt x="43896" y="156488"/>
                    <a:pt x="61619" y="156488"/>
                    <a:pt x="69889" y="157178"/>
                  </a:cubicBezTo>
                  <a:lnTo>
                    <a:pt x="69889" y="150047"/>
                  </a:lnTo>
                  <a:lnTo>
                    <a:pt x="64218" y="150047"/>
                  </a:lnTo>
                  <a:cubicBezTo>
                    <a:pt x="46022" y="150047"/>
                    <a:pt x="45550" y="147517"/>
                    <a:pt x="45550" y="139236"/>
                  </a:cubicBezTo>
                  <a:lnTo>
                    <a:pt x="45550" y="84492"/>
                  </a:lnTo>
                  <a:close/>
                  <a:moveTo>
                    <a:pt x="44841" y="78511"/>
                  </a:moveTo>
                  <a:lnTo>
                    <a:pt x="44841" y="16406"/>
                  </a:lnTo>
                  <a:cubicBezTo>
                    <a:pt x="44841" y="8815"/>
                    <a:pt x="45314" y="7205"/>
                    <a:pt x="56420" y="7205"/>
                  </a:cubicBezTo>
                  <a:lnTo>
                    <a:pt x="77451" y="7205"/>
                  </a:lnTo>
                  <a:cubicBezTo>
                    <a:pt x="115024" y="7205"/>
                    <a:pt x="115024" y="31587"/>
                    <a:pt x="115024" y="42858"/>
                  </a:cubicBezTo>
                  <a:cubicBezTo>
                    <a:pt x="115024" y="53669"/>
                    <a:pt x="115024" y="78511"/>
                    <a:pt x="77451" y="78511"/>
                  </a:cubicBezTo>
                  <a:lnTo>
                    <a:pt x="44841" y="7851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6" name="Freeform: Shape 105">
              <a:extLst>
                <a:ext uri="{FF2B5EF4-FFF2-40B4-BE49-F238E27FC236}">
                  <a16:creationId xmlns:a16="http://schemas.microsoft.com/office/drawing/2014/main" id="{C2890625-24DD-B7D6-3342-00BBFC5A8A81}"/>
                </a:ext>
              </a:extLst>
            </p:cNvPr>
            <p:cNvSpPr/>
            <p:nvPr>
              <p:custDataLst>
                <p:tags r:id="rId8"/>
              </p:custDataLst>
            </p:nvPr>
          </p:nvSpPr>
          <p:spPr>
            <a:xfrm>
              <a:off x="10779263" y="4836576"/>
              <a:ext cx="79398" cy="101668"/>
            </a:xfrm>
            <a:custGeom>
              <a:avLst/>
              <a:gdLst>
                <a:gd name="connsiteX0" fmla="*/ 33032 w 79398"/>
                <a:gd name="connsiteY0" fmla="*/ 25377 h 101668"/>
                <a:gd name="connsiteX1" fmla="*/ 33032 w 79398"/>
                <a:gd name="connsiteY1" fmla="*/ 75 h 101668"/>
                <a:gd name="connsiteX2" fmla="*/ 186 w 79398"/>
                <a:gd name="connsiteY2" fmla="*/ 2605 h 101668"/>
                <a:gd name="connsiteX3" fmla="*/ 186 w 79398"/>
                <a:gd name="connsiteY3" fmla="*/ 9736 h 101668"/>
                <a:gd name="connsiteX4" fmla="*/ 18618 w 79398"/>
                <a:gd name="connsiteY4" fmla="*/ 22617 h 101668"/>
                <a:gd name="connsiteX5" fmla="*/ 18618 w 79398"/>
                <a:gd name="connsiteY5" fmla="*/ 84262 h 101668"/>
                <a:gd name="connsiteX6" fmla="*/ 186 w 79398"/>
                <a:gd name="connsiteY6" fmla="*/ 94613 h 101668"/>
                <a:gd name="connsiteX7" fmla="*/ 186 w 79398"/>
                <a:gd name="connsiteY7" fmla="*/ 101743 h 101668"/>
                <a:gd name="connsiteX8" fmla="*/ 27125 w 79398"/>
                <a:gd name="connsiteY8" fmla="*/ 101053 h 101668"/>
                <a:gd name="connsiteX9" fmla="*/ 57136 w 79398"/>
                <a:gd name="connsiteY9" fmla="*/ 101743 h 101668"/>
                <a:gd name="connsiteX10" fmla="*/ 57136 w 79398"/>
                <a:gd name="connsiteY10" fmla="*/ 94613 h 101668"/>
                <a:gd name="connsiteX11" fmla="*/ 52173 w 79398"/>
                <a:gd name="connsiteY11" fmla="*/ 94613 h 101668"/>
                <a:gd name="connsiteX12" fmla="*/ 34214 w 79398"/>
                <a:gd name="connsiteY12" fmla="*/ 83802 h 101668"/>
                <a:gd name="connsiteX13" fmla="*/ 34214 w 79398"/>
                <a:gd name="connsiteY13" fmla="*/ 48379 h 101668"/>
                <a:gd name="connsiteX14" fmla="*/ 62098 w 79398"/>
                <a:gd name="connsiteY14" fmla="*/ 5135 h 101668"/>
                <a:gd name="connsiteX15" fmla="*/ 64697 w 79398"/>
                <a:gd name="connsiteY15" fmla="*/ 5365 h 101668"/>
                <a:gd name="connsiteX16" fmla="*/ 59262 w 79398"/>
                <a:gd name="connsiteY16" fmla="*/ 14336 h 101668"/>
                <a:gd name="connsiteX17" fmla="*/ 69423 w 79398"/>
                <a:gd name="connsiteY17" fmla="*/ 24227 h 101668"/>
                <a:gd name="connsiteX18" fmla="*/ 79585 w 79398"/>
                <a:gd name="connsiteY18" fmla="*/ 14106 h 101668"/>
                <a:gd name="connsiteX19" fmla="*/ 62098 w 79398"/>
                <a:gd name="connsiteY19" fmla="*/ 75 h 101668"/>
                <a:gd name="connsiteX20" fmla="*/ 33032 w 79398"/>
                <a:gd name="connsiteY20" fmla="*/ 25377 h 101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398" h="101668">
                  <a:moveTo>
                    <a:pt x="33032" y="25377"/>
                  </a:moveTo>
                  <a:lnTo>
                    <a:pt x="33032" y="75"/>
                  </a:lnTo>
                  <a:lnTo>
                    <a:pt x="186" y="2605"/>
                  </a:lnTo>
                  <a:lnTo>
                    <a:pt x="186" y="9736"/>
                  </a:lnTo>
                  <a:cubicBezTo>
                    <a:pt x="16727" y="9736"/>
                    <a:pt x="18618" y="11346"/>
                    <a:pt x="18618" y="22617"/>
                  </a:cubicBezTo>
                  <a:lnTo>
                    <a:pt x="18618" y="84262"/>
                  </a:lnTo>
                  <a:cubicBezTo>
                    <a:pt x="18618" y="94613"/>
                    <a:pt x="16018" y="94613"/>
                    <a:pt x="186" y="94613"/>
                  </a:cubicBezTo>
                  <a:lnTo>
                    <a:pt x="186" y="101743"/>
                  </a:lnTo>
                  <a:cubicBezTo>
                    <a:pt x="9402" y="101513"/>
                    <a:pt x="20508" y="101053"/>
                    <a:pt x="27125" y="101053"/>
                  </a:cubicBezTo>
                  <a:cubicBezTo>
                    <a:pt x="36577" y="101053"/>
                    <a:pt x="47683" y="101053"/>
                    <a:pt x="57136" y="101743"/>
                  </a:cubicBezTo>
                  <a:lnTo>
                    <a:pt x="57136" y="94613"/>
                  </a:lnTo>
                  <a:lnTo>
                    <a:pt x="52173" y="94613"/>
                  </a:lnTo>
                  <a:cubicBezTo>
                    <a:pt x="34687" y="94613"/>
                    <a:pt x="34214" y="92082"/>
                    <a:pt x="34214" y="83802"/>
                  </a:cubicBezTo>
                  <a:lnTo>
                    <a:pt x="34214" y="48379"/>
                  </a:lnTo>
                  <a:cubicBezTo>
                    <a:pt x="34214" y="25607"/>
                    <a:pt x="44139" y="5135"/>
                    <a:pt x="62098" y="5135"/>
                  </a:cubicBezTo>
                  <a:cubicBezTo>
                    <a:pt x="63752" y="5135"/>
                    <a:pt x="64225" y="5135"/>
                    <a:pt x="64697" y="5365"/>
                  </a:cubicBezTo>
                  <a:cubicBezTo>
                    <a:pt x="63988" y="5595"/>
                    <a:pt x="59262" y="8355"/>
                    <a:pt x="59262" y="14336"/>
                  </a:cubicBezTo>
                  <a:cubicBezTo>
                    <a:pt x="59262" y="20776"/>
                    <a:pt x="64225" y="24227"/>
                    <a:pt x="69423" y="24227"/>
                  </a:cubicBezTo>
                  <a:cubicBezTo>
                    <a:pt x="73677" y="24227"/>
                    <a:pt x="79585" y="21467"/>
                    <a:pt x="79585" y="14106"/>
                  </a:cubicBezTo>
                  <a:cubicBezTo>
                    <a:pt x="79585" y="6745"/>
                    <a:pt x="72259" y="75"/>
                    <a:pt x="62098" y="75"/>
                  </a:cubicBezTo>
                  <a:cubicBezTo>
                    <a:pt x="44848" y="75"/>
                    <a:pt x="36341" y="15486"/>
                    <a:pt x="33032" y="2537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7" name="Freeform: Shape 106">
              <a:extLst>
                <a:ext uri="{FF2B5EF4-FFF2-40B4-BE49-F238E27FC236}">
                  <a16:creationId xmlns:a16="http://schemas.microsoft.com/office/drawing/2014/main" id="{BE79DE6C-5431-1299-4C24-26D6BA0C7E21}"/>
                </a:ext>
              </a:extLst>
            </p:cNvPr>
            <p:cNvSpPr/>
            <p:nvPr>
              <p:custDataLst>
                <p:tags r:id="rId9"/>
              </p:custDataLst>
            </p:nvPr>
          </p:nvSpPr>
          <p:spPr>
            <a:xfrm>
              <a:off x="10888594" y="4765730"/>
              <a:ext cx="54822" cy="230019"/>
            </a:xfrm>
            <a:custGeom>
              <a:avLst/>
              <a:gdLst>
                <a:gd name="connsiteX0" fmla="*/ 55013 w 54822"/>
                <a:gd name="connsiteY0" fmla="*/ 227794 h 230019"/>
                <a:gd name="connsiteX1" fmla="*/ 50996 w 54822"/>
                <a:gd name="connsiteY1" fmla="*/ 222734 h 230019"/>
                <a:gd name="connsiteX2" fmla="*/ 13896 w 54822"/>
                <a:gd name="connsiteY2" fmla="*/ 115084 h 230019"/>
                <a:gd name="connsiteX3" fmla="*/ 51941 w 54822"/>
                <a:gd name="connsiteY3" fmla="*/ 6285 h 230019"/>
                <a:gd name="connsiteX4" fmla="*/ 55013 w 54822"/>
                <a:gd name="connsiteY4" fmla="*/ 2375 h 230019"/>
                <a:gd name="connsiteX5" fmla="*/ 52650 w 54822"/>
                <a:gd name="connsiteY5" fmla="*/ 75 h 230019"/>
                <a:gd name="connsiteX6" fmla="*/ 15077 w 54822"/>
                <a:gd name="connsiteY6" fmla="*/ 44929 h 230019"/>
                <a:gd name="connsiteX7" fmla="*/ 190 w 54822"/>
                <a:gd name="connsiteY7" fmla="*/ 115084 h 230019"/>
                <a:gd name="connsiteX8" fmla="*/ 15786 w 54822"/>
                <a:gd name="connsiteY8" fmla="*/ 186851 h 230019"/>
                <a:gd name="connsiteX9" fmla="*/ 52650 w 54822"/>
                <a:gd name="connsiteY9" fmla="*/ 230094 h 230019"/>
                <a:gd name="connsiteX10" fmla="*/ 55013 w 54822"/>
                <a:gd name="connsiteY10" fmla="*/ 227794 h 23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22" h="230019">
                  <a:moveTo>
                    <a:pt x="55013" y="227794"/>
                  </a:moveTo>
                  <a:cubicBezTo>
                    <a:pt x="55013" y="227104"/>
                    <a:pt x="55013" y="226644"/>
                    <a:pt x="50996" y="222734"/>
                  </a:cubicBezTo>
                  <a:cubicBezTo>
                    <a:pt x="21457" y="193751"/>
                    <a:pt x="13896" y="150277"/>
                    <a:pt x="13896" y="115084"/>
                  </a:cubicBezTo>
                  <a:cubicBezTo>
                    <a:pt x="13896" y="75061"/>
                    <a:pt x="22875" y="35038"/>
                    <a:pt x="51941" y="6285"/>
                  </a:cubicBezTo>
                  <a:cubicBezTo>
                    <a:pt x="55013" y="3525"/>
                    <a:pt x="55013" y="3065"/>
                    <a:pt x="55013" y="2375"/>
                  </a:cubicBezTo>
                  <a:cubicBezTo>
                    <a:pt x="55013" y="765"/>
                    <a:pt x="54068" y="75"/>
                    <a:pt x="52650" y="75"/>
                  </a:cubicBezTo>
                  <a:cubicBezTo>
                    <a:pt x="50287" y="75"/>
                    <a:pt x="29019" y="15716"/>
                    <a:pt x="15077" y="44929"/>
                  </a:cubicBezTo>
                  <a:cubicBezTo>
                    <a:pt x="3026" y="70231"/>
                    <a:pt x="190" y="95763"/>
                    <a:pt x="190" y="115084"/>
                  </a:cubicBezTo>
                  <a:cubicBezTo>
                    <a:pt x="190" y="133026"/>
                    <a:pt x="2789" y="160858"/>
                    <a:pt x="15786" y="186851"/>
                  </a:cubicBezTo>
                  <a:cubicBezTo>
                    <a:pt x="29964" y="215143"/>
                    <a:pt x="50287" y="230094"/>
                    <a:pt x="52650" y="230094"/>
                  </a:cubicBezTo>
                  <a:cubicBezTo>
                    <a:pt x="54068" y="230094"/>
                    <a:pt x="55013" y="229404"/>
                    <a:pt x="55013" y="22779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8" name="Freeform: Shape 107">
              <a:extLst>
                <a:ext uri="{FF2B5EF4-FFF2-40B4-BE49-F238E27FC236}">
                  <a16:creationId xmlns:a16="http://schemas.microsoft.com/office/drawing/2014/main" id="{7C4E66BF-2642-7577-2F0A-77AC09B56A6B}"/>
                </a:ext>
              </a:extLst>
            </p:cNvPr>
            <p:cNvSpPr/>
            <p:nvPr>
              <p:custDataLst>
                <p:tags r:id="rId10"/>
              </p:custDataLst>
            </p:nvPr>
          </p:nvSpPr>
          <p:spPr>
            <a:xfrm>
              <a:off x="10963950" y="4836576"/>
              <a:ext cx="108936" cy="148822"/>
            </a:xfrm>
            <a:custGeom>
              <a:avLst/>
              <a:gdLst>
                <a:gd name="connsiteX0" fmla="*/ 108185 w 108936"/>
                <a:gd name="connsiteY0" fmla="*/ 14106 h 148822"/>
                <a:gd name="connsiteX1" fmla="*/ 109131 w 108936"/>
                <a:gd name="connsiteY1" fmla="*/ 8815 h 148822"/>
                <a:gd name="connsiteX2" fmla="*/ 102278 w 108936"/>
                <a:gd name="connsiteY2" fmla="*/ 2605 h 148822"/>
                <a:gd name="connsiteX3" fmla="*/ 94007 w 108936"/>
                <a:gd name="connsiteY3" fmla="*/ 7435 h 148822"/>
                <a:gd name="connsiteX4" fmla="*/ 90699 w 108936"/>
                <a:gd name="connsiteY4" fmla="*/ 19856 h 148822"/>
                <a:gd name="connsiteX5" fmla="*/ 85973 w 108936"/>
                <a:gd name="connsiteY5" fmla="*/ 38258 h 148822"/>
                <a:gd name="connsiteX6" fmla="*/ 75339 w 108936"/>
                <a:gd name="connsiteY6" fmla="*/ 79661 h 148822"/>
                <a:gd name="connsiteX7" fmla="*/ 48636 w 108936"/>
                <a:gd name="connsiteY7" fmla="*/ 99213 h 148822"/>
                <a:gd name="connsiteX8" fmla="*/ 33985 w 108936"/>
                <a:gd name="connsiteY8" fmla="*/ 80582 h 148822"/>
                <a:gd name="connsiteX9" fmla="*/ 46037 w 108936"/>
                <a:gd name="connsiteY9" fmla="*/ 35498 h 148822"/>
                <a:gd name="connsiteX10" fmla="*/ 50763 w 108936"/>
                <a:gd name="connsiteY10" fmla="*/ 18936 h 148822"/>
                <a:gd name="connsiteX11" fmla="*/ 31386 w 108936"/>
                <a:gd name="connsiteY11" fmla="*/ 75 h 148822"/>
                <a:gd name="connsiteX12" fmla="*/ 194 w 108936"/>
                <a:gd name="connsiteY12" fmla="*/ 35498 h 148822"/>
                <a:gd name="connsiteX13" fmla="*/ 3029 w 108936"/>
                <a:gd name="connsiteY13" fmla="*/ 37798 h 148822"/>
                <a:gd name="connsiteX14" fmla="*/ 6810 w 108936"/>
                <a:gd name="connsiteY14" fmla="*/ 33658 h 148822"/>
                <a:gd name="connsiteX15" fmla="*/ 30677 w 108936"/>
                <a:gd name="connsiteY15" fmla="*/ 5135 h 148822"/>
                <a:gd name="connsiteX16" fmla="*/ 36585 w 108936"/>
                <a:gd name="connsiteY16" fmla="*/ 12496 h 148822"/>
                <a:gd name="connsiteX17" fmla="*/ 32568 w 108936"/>
                <a:gd name="connsiteY17" fmla="*/ 28597 h 148822"/>
                <a:gd name="connsiteX18" fmla="*/ 18862 w 108936"/>
                <a:gd name="connsiteY18" fmla="*/ 76901 h 148822"/>
                <a:gd name="connsiteX19" fmla="*/ 47691 w 108936"/>
                <a:gd name="connsiteY19" fmla="*/ 104274 h 148822"/>
                <a:gd name="connsiteX20" fmla="*/ 71558 w 108936"/>
                <a:gd name="connsiteY20" fmla="*/ 93923 h 148822"/>
                <a:gd name="connsiteX21" fmla="*/ 56198 w 108936"/>
                <a:gd name="connsiteY21" fmla="*/ 129346 h 148822"/>
                <a:gd name="connsiteX22" fmla="*/ 30205 w 108936"/>
                <a:gd name="connsiteY22" fmla="*/ 143837 h 148822"/>
                <a:gd name="connsiteX23" fmla="*/ 12245 w 108936"/>
                <a:gd name="connsiteY23" fmla="*/ 134176 h 148822"/>
                <a:gd name="connsiteX24" fmla="*/ 22406 w 108936"/>
                <a:gd name="connsiteY24" fmla="*/ 131416 h 148822"/>
                <a:gd name="connsiteX25" fmla="*/ 27133 w 108936"/>
                <a:gd name="connsiteY25" fmla="*/ 121985 h 148822"/>
                <a:gd name="connsiteX26" fmla="*/ 18389 w 108936"/>
                <a:gd name="connsiteY26" fmla="*/ 113934 h 148822"/>
                <a:gd name="connsiteX27" fmla="*/ 5156 w 108936"/>
                <a:gd name="connsiteY27" fmla="*/ 128886 h 148822"/>
                <a:gd name="connsiteX28" fmla="*/ 30205 w 108936"/>
                <a:gd name="connsiteY28" fmla="*/ 148897 h 148822"/>
                <a:gd name="connsiteX29" fmla="*/ 85500 w 108936"/>
                <a:gd name="connsiteY29" fmla="*/ 101973 h 148822"/>
                <a:gd name="connsiteX30" fmla="*/ 108185 w 108936"/>
                <a:gd name="connsiteY30" fmla="*/ 14106 h 14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936" h="148822">
                  <a:moveTo>
                    <a:pt x="108185" y="14106"/>
                  </a:moveTo>
                  <a:cubicBezTo>
                    <a:pt x="109131" y="10886"/>
                    <a:pt x="109131" y="10426"/>
                    <a:pt x="109131" y="8815"/>
                  </a:cubicBezTo>
                  <a:cubicBezTo>
                    <a:pt x="109131" y="4675"/>
                    <a:pt x="105822" y="2605"/>
                    <a:pt x="102278" y="2605"/>
                  </a:cubicBezTo>
                  <a:cubicBezTo>
                    <a:pt x="99915" y="2605"/>
                    <a:pt x="96134" y="3985"/>
                    <a:pt x="94007" y="7435"/>
                  </a:cubicBezTo>
                  <a:cubicBezTo>
                    <a:pt x="93534" y="8585"/>
                    <a:pt x="91644" y="15716"/>
                    <a:pt x="90699" y="19856"/>
                  </a:cubicBezTo>
                  <a:cubicBezTo>
                    <a:pt x="89045" y="25837"/>
                    <a:pt x="87391" y="32047"/>
                    <a:pt x="85973" y="38258"/>
                  </a:cubicBezTo>
                  <a:lnTo>
                    <a:pt x="75339" y="79661"/>
                  </a:lnTo>
                  <a:cubicBezTo>
                    <a:pt x="74394" y="83112"/>
                    <a:pt x="64233" y="99213"/>
                    <a:pt x="48636" y="99213"/>
                  </a:cubicBezTo>
                  <a:cubicBezTo>
                    <a:pt x="36585" y="99213"/>
                    <a:pt x="33985" y="89092"/>
                    <a:pt x="33985" y="80582"/>
                  </a:cubicBezTo>
                  <a:cubicBezTo>
                    <a:pt x="33985" y="70001"/>
                    <a:pt x="38003" y="55739"/>
                    <a:pt x="46037" y="35498"/>
                  </a:cubicBezTo>
                  <a:cubicBezTo>
                    <a:pt x="49818" y="26067"/>
                    <a:pt x="50763" y="23537"/>
                    <a:pt x="50763" y="18936"/>
                  </a:cubicBezTo>
                  <a:cubicBezTo>
                    <a:pt x="50763" y="8585"/>
                    <a:pt x="43201" y="75"/>
                    <a:pt x="31386" y="75"/>
                  </a:cubicBezTo>
                  <a:cubicBezTo>
                    <a:pt x="8937" y="75"/>
                    <a:pt x="194" y="33428"/>
                    <a:pt x="194" y="35498"/>
                  </a:cubicBezTo>
                  <a:cubicBezTo>
                    <a:pt x="194" y="37798"/>
                    <a:pt x="2557" y="37798"/>
                    <a:pt x="3029" y="37798"/>
                  </a:cubicBezTo>
                  <a:cubicBezTo>
                    <a:pt x="5392" y="37798"/>
                    <a:pt x="5629" y="37338"/>
                    <a:pt x="6810" y="33658"/>
                  </a:cubicBezTo>
                  <a:cubicBezTo>
                    <a:pt x="13191" y="12036"/>
                    <a:pt x="22643" y="5135"/>
                    <a:pt x="30677" y="5135"/>
                  </a:cubicBezTo>
                  <a:cubicBezTo>
                    <a:pt x="32568" y="5135"/>
                    <a:pt x="36585" y="5135"/>
                    <a:pt x="36585" y="12496"/>
                  </a:cubicBezTo>
                  <a:cubicBezTo>
                    <a:pt x="36585" y="18246"/>
                    <a:pt x="34222" y="24227"/>
                    <a:pt x="32568" y="28597"/>
                  </a:cubicBezTo>
                  <a:cubicBezTo>
                    <a:pt x="23115" y="52979"/>
                    <a:pt x="18862" y="66090"/>
                    <a:pt x="18862" y="76901"/>
                  </a:cubicBezTo>
                  <a:cubicBezTo>
                    <a:pt x="18862" y="97373"/>
                    <a:pt x="33749" y="104274"/>
                    <a:pt x="47691" y="104274"/>
                  </a:cubicBezTo>
                  <a:cubicBezTo>
                    <a:pt x="56907" y="104274"/>
                    <a:pt x="64941" y="100363"/>
                    <a:pt x="71558" y="93923"/>
                  </a:cubicBezTo>
                  <a:cubicBezTo>
                    <a:pt x="68486" y="105884"/>
                    <a:pt x="65650" y="117155"/>
                    <a:pt x="56198" y="129346"/>
                  </a:cubicBezTo>
                  <a:cubicBezTo>
                    <a:pt x="50054" y="137166"/>
                    <a:pt x="41075" y="143837"/>
                    <a:pt x="30205" y="143837"/>
                  </a:cubicBezTo>
                  <a:cubicBezTo>
                    <a:pt x="26896" y="143837"/>
                    <a:pt x="16262" y="143147"/>
                    <a:pt x="12245" y="134176"/>
                  </a:cubicBezTo>
                  <a:cubicBezTo>
                    <a:pt x="16026" y="134176"/>
                    <a:pt x="19098" y="134176"/>
                    <a:pt x="22406" y="131416"/>
                  </a:cubicBezTo>
                  <a:cubicBezTo>
                    <a:pt x="24769" y="129346"/>
                    <a:pt x="27133" y="126355"/>
                    <a:pt x="27133" y="121985"/>
                  </a:cubicBezTo>
                  <a:cubicBezTo>
                    <a:pt x="27133" y="114854"/>
                    <a:pt x="20752" y="113934"/>
                    <a:pt x="18389" y="113934"/>
                  </a:cubicBezTo>
                  <a:cubicBezTo>
                    <a:pt x="12954" y="113934"/>
                    <a:pt x="5156" y="117615"/>
                    <a:pt x="5156" y="128886"/>
                  </a:cubicBezTo>
                  <a:cubicBezTo>
                    <a:pt x="5156" y="140387"/>
                    <a:pt x="15554" y="148897"/>
                    <a:pt x="30205" y="148897"/>
                  </a:cubicBezTo>
                  <a:cubicBezTo>
                    <a:pt x="54544" y="148897"/>
                    <a:pt x="78883" y="127966"/>
                    <a:pt x="85500" y="101973"/>
                  </a:cubicBezTo>
                  <a:lnTo>
                    <a:pt x="108185" y="1410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9" name="Freeform: Shape 108">
              <a:extLst>
                <a:ext uri="{FF2B5EF4-FFF2-40B4-BE49-F238E27FC236}">
                  <a16:creationId xmlns:a16="http://schemas.microsoft.com/office/drawing/2014/main" id="{C280842C-2773-E66C-E67E-7EB971606718}"/>
                </a:ext>
              </a:extLst>
            </p:cNvPr>
            <p:cNvSpPr/>
            <p:nvPr>
              <p:custDataLst>
                <p:tags r:id="rId11"/>
              </p:custDataLst>
            </p:nvPr>
          </p:nvSpPr>
          <p:spPr>
            <a:xfrm>
              <a:off x="11080728" y="4865995"/>
              <a:ext cx="50120" cy="108362"/>
            </a:xfrm>
            <a:custGeom>
              <a:avLst/>
              <a:gdLst>
                <a:gd name="connsiteX0" fmla="*/ 46018 w 50120"/>
                <a:gd name="connsiteY0" fmla="*/ 6195 h 108362"/>
                <a:gd name="connsiteX1" fmla="*/ 39402 w 50120"/>
                <a:gd name="connsiteY1" fmla="*/ 76 h 108362"/>
                <a:gd name="connsiteX2" fmla="*/ 30139 w 50120"/>
                <a:gd name="connsiteY2" fmla="*/ 8932 h 108362"/>
                <a:gd name="connsiteX3" fmla="*/ 36755 w 50120"/>
                <a:gd name="connsiteY3" fmla="*/ 15050 h 108362"/>
                <a:gd name="connsiteX4" fmla="*/ 46018 w 50120"/>
                <a:gd name="connsiteY4" fmla="*/ 6195 h 108362"/>
                <a:gd name="connsiteX5" fmla="*/ 12274 w 50120"/>
                <a:gd name="connsiteY5" fmla="*/ 87990 h 108362"/>
                <a:gd name="connsiteX6" fmla="*/ 10785 w 50120"/>
                <a:gd name="connsiteY6" fmla="*/ 94752 h 108362"/>
                <a:gd name="connsiteX7" fmla="*/ 26499 w 50120"/>
                <a:gd name="connsiteY7" fmla="*/ 108438 h 108362"/>
                <a:gd name="connsiteX8" fmla="*/ 50319 w 50120"/>
                <a:gd name="connsiteY8" fmla="*/ 83803 h 108362"/>
                <a:gd name="connsiteX9" fmla="*/ 47672 w 50120"/>
                <a:gd name="connsiteY9" fmla="*/ 81710 h 108362"/>
                <a:gd name="connsiteX10" fmla="*/ 44530 w 50120"/>
                <a:gd name="connsiteY10" fmla="*/ 84447 h 108362"/>
                <a:gd name="connsiteX11" fmla="*/ 26996 w 50120"/>
                <a:gd name="connsiteY11" fmla="*/ 103930 h 108362"/>
                <a:gd name="connsiteX12" fmla="*/ 22860 w 50120"/>
                <a:gd name="connsiteY12" fmla="*/ 98295 h 108362"/>
                <a:gd name="connsiteX13" fmla="*/ 25507 w 50120"/>
                <a:gd name="connsiteY13" fmla="*/ 87990 h 108362"/>
                <a:gd name="connsiteX14" fmla="*/ 30800 w 50120"/>
                <a:gd name="connsiteY14" fmla="*/ 75109 h 108362"/>
                <a:gd name="connsiteX15" fmla="*/ 38905 w 50120"/>
                <a:gd name="connsiteY15" fmla="*/ 54660 h 108362"/>
                <a:gd name="connsiteX16" fmla="*/ 39898 w 50120"/>
                <a:gd name="connsiteY16" fmla="*/ 49507 h 108362"/>
                <a:gd name="connsiteX17" fmla="*/ 24184 w 50120"/>
                <a:gd name="connsiteY17" fmla="*/ 35821 h 108362"/>
                <a:gd name="connsiteX18" fmla="*/ 199 w 50120"/>
                <a:gd name="connsiteY18" fmla="*/ 60456 h 108362"/>
                <a:gd name="connsiteX19" fmla="*/ 3011 w 50120"/>
                <a:gd name="connsiteY19" fmla="*/ 62549 h 108362"/>
                <a:gd name="connsiteX20" fmla="*/ 5988 w 50120"/>
                <a:gd name="connsiteY20" fmla="*/ 59973 h 108362"/>
                <a:gd name="connsiteX21" fmla="*/ 23687 w 50120"/>
                <a:gd name="connsiteY21" fmla="*/ 40330 h 108362"/>
                <a:gd name="connsiteX22" fmla="*/ 27823 w 50120"/>
                <a:gd name="connsiteY22" fmla="*/ 45965 h 108362"/>
                <a:gd name="connsiteX23" fmla="*/ 22695 w 50120"/>
                <a:gd name="connsiteY23" fmla="*/ 62066 h 108362"/>
                <a:gd name="connsiteX24" fmla="*/ 12274 w 50120"/>
                <a:gd name="connsiteY24" fmla="*/ 87990 h 10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120" h="108362">
                  <a:moveTo>
                    <a:pt x="46018" y="6195"/>
                  </a:moveTo>
                  <a:cubicBezTo>
                    <a:pt x="46018" y="3619"/>
                    <a:pt x="44033" y="76"/>
                    <a:pt x="39402" y="76"/>
                  </a:cubicBezTo>
                  <a:cubicBezTo>
                    <a:pt x="34936" y="76"/>
                    <a:pt x="30139" y="4263"/>
                    <a:pt x="30139" y="8932"/>
                  </a:cubicBezTo>
                  <a:cubicBezTo>
                    <a:pt x="30139" y="11669"/>
                    <a:pt x="32289" y="15050"/>
                    <a:pt x="36755" y="15050"/>
                  </a:cubicBezTo>
                  <a:cubicBezTo>
                    <a:pt x="41552" y="15050"/>
                    <a:pt x="46018" y="10542"/>
                    <a:pt x="46018" y="6195"/>
                  </a:cubicBezTo>
                  <a:close/>
                  <a:moveTo>
                    <a:pt x="12274" y="87990"/>
                  </a:moveTo>
                  <a:cubicBezTo>
                    <a:pt x="11612" y="90083"/>
                    <a:pt x="10785" y="92015"/>
                    <a:pt x="10785" y="94752"/>
                  </a:cubicBezTo>
                  <a:cubicBezTo>
                    <a:pt x="10785" y="102320"/>
                    <a:pt x="17402" y="108438"/>
                    <a:pt x="26499" y="108438"/>
                  </a:cubicBezTo>
                  <a:cubicBezTo>
                    <a:pt x="43041" y="108438"/>
                    <a:pt x="50319" y="86218"/>
                    <a:pt x="50319" y="83803"/>
                  </a:cubicBezTo>
                  <a:cubicBezTo>
                    <a:pt x="50319" y="81710"/>
                    <a:pt x="48169" y="81710"/>
                    <a:pt x="47672" y="81710"/>
                  </a:cubicBezTo>
                  <a:cubicBezTo>
                    <a:pt x="45357" y="81710"/>
                    <a:pt x="45191" y="82676"/>
                    <a:pt x="44530" y="84447"/>
                  </a:cubicBezTo>
                  <a:cubicBezTo>
                    <a:pt x="40725" y="97328"/>
                    <a:pt x="33447" y="103930"/>
                    <a:pt x="26996" y="103930"/>
                  </a:cubicBezTo>
                  <a:cubicBezTo>
                    <a:pt x="23687" y="103930"/>
                    <a:pt x="22860" y="101837"/>
                    <a:pt x="22860" y="98295"/>
                  </a:cubicBezTo>
                  <a:cubicBezTo>
                    <a:pt x="22860" y="94591"/>
                    <a:pt x="24018" y="91532"/>
                    <a:pt x="25507" y="87990"/>
                  </a:cubicBezTo>
                  <a:cubicBezTo>
                    <a:pt x="27161" y="83642"/>
                    <a:pt x="28981" y="79295"/>
                    <a:pt x="30800" y="75109"/>
                  </a:cubicBezTo>
                  <a:cubicBezTo>
                    <a:pt x="32289" y="71244"/>
                    <a:pt x="38244" y="56592"/>
                    <a:pt x="38905" y="54660"/>
                  </a:cubicBezTo>
                  <a:cubicBezTo>
                    <a:pt x="39402" y="53050"/>
                    <a:pt x="39898" y="51118"/>
                    <a:pt x="39898" y="49507"/>
                  </a:cubicBezTo>
                  <a:cubicBezTo>
                    <a:pt x="39898" y="41940"/>
                    <a:pt x="33281" y="35821"/>
                    <a:pt x="24184" y="35821"/>
                  </a:cubicBezTo>
                  <a:cubicBezTo>
                    <a:pt x="7808" y="35821"/>
                    <a:pt x="199" y="57719"/>
                    <a:pt x="199" y="60456"/>
                  </a:cubicBezTo>
                  <a:cubicBezTo>
                    <a:pt x="199" y="62549"/>
                    <a:pt x="2514" y="62549"/>
                    <a:pt x="3011" y="62549"/>
                  </a:cubicBezTo>
                  <a:cubicBezTo>
                    <a:pt x="5326" y="62549"/>
                    <a:pt x="5492" y="61744"/>
                    <a:pt x="5988" y="59973"/>
                  </a:cubicBezTo>
                  <a:cubicBezTo>
                    <a:pt x="10289" y="46126"/>
                    <a:pt x="17567" y="40330"/>
                    <a:pt x="23687" y="40330"/>
                  </a:cubicBezTo>
                  <a:cubicBezTo>
                    <a:pt x="26334" y="40330"/>
                    <a:pt x="27823" y="41618"/>
                    <a:pt x="27823" y="45965"/>
                  </a:cubicBezTo>
                  <a:cubicBezTo>
                    <a:pt x="27823" y="49668"/>
                    <a:pt x="26830" y="52084"/>
                    <a:pt x="22695" y="62066"/>
                  </a:cubicBezTo>
                  <a:lnTo>
                    <a:pt x="12274" y="8799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0" name="Freeform: Shape 109">
              <a:extLst>
                <a:ext uri="{FF2B5EF4-FFF2-40B4-BE49-F238E27FC236}">
                  <a16:creationId xmlns:a16="http://schemas.microsoft.com/office/drawing/2014/main" id="{EEFC28BA-D0CF-C946-39BE-B22E12CF3FE0}"/>
                </a:ext>
              </a:extLst>
            </p:cNvPr>
            <p:cNvSpPr/>
            <p:nvPr>
              <p:custDataLst>
                <p:tags r:id="rId12"/>
              </p:custDataLst>
            </p:nvPr>
          </p:nvSpPr>
          <p:spPr>
            <a:xfrm>
              <a:off x="11230498" y="4853827"/>
              <a:ext cx="157143" cy="53824"/>
            </a:xfrm>
            <a:custGeom>
              <a:avLst/>
              <a:gdLst>
                <a:gd name="connsiteX0" fmla="*/ 149314 w 157143"/>
                <a:gd name="connsiteY0" fmla="*/ 9276 h 53824"/>
                <a:gd name="connsiteX1" fmla="*/ 157348 w 157143"/>
                <a:gd name="connsiteY1" fmla="*/ 4675 h 53824"/>
                <a:gd name="connsiteX2" fmla="*/ 149550 w 157143"/>
                <a:gd name="connsiteY2" fmla="*/ 75 h 53824"/>
                <a:gd name="connsiteX3" fmla="*/ 8003 w 157143"/>
                <a:gd name="connsiteY3" fmla="*/ 75 h 53824"/>
                <a:gd name="connsiteX4" fmla="*/ 205 w 157143"/>
                <a:gd name="connsiteY4" fmla="*/ 4675 h 53824"/>
                <a:gd name="connsiteX5" fmla="*/ 8239 w 157143"/>
                <a:gd name="connsiteY5" fmla="*/ 9276 h 53824"/>
                <a:gd name="connsiteX6" fmla="*/ 149314 w 157143"/>
                <a:gd name="connsiteY6" fmla="*/ 9276 h 53824"/>
                <a:gd name="connsiteX7" fmla="*/ 149550 w 157143"/>
                <a:gd name="connsiteY7" fmla="*/ 53899 h 53824"/>
                <a:gd name="connsiteX8" fmla="*/ 157348 w 157143"/>
                <a:gd name="connsiteY8" fmla="*/ 49299 h 53824"/>
                <a:gd name="connsiteX9" fmla="*/ 149314 w 157143"/>
                <a:gd name="connsiteY9" fmla="*/ 44698 h 53824"/>
                <a:gd name="connsiteX10" fmla="*/ 8239 w 157143"/>
                <a:gd name="connsiteY10" fmla="*/ 44698 h 53824"/>
                <a:gd name="connsiteX11" fmla="*/ 205 w 157143"/>
                <a:gd name="connsiteY11" fmla="*/ 49299 h 53824"/>
                <a:gd name="connsiteX12" fmla="*/ 8003 w 157143"/>
                <a:gd name="connsiteY12" fmla="*/ 53899 h 53824"/>
                <a:gd name="connsiteX13" fmla="*/ 149550 w 157143"/>
                <a:gd name="connsiteY13" fmla="*/ 53899 h 5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143" h="53824">
                  <a:moveTo>
                    <a:pt x="149314" y="9276"/>
                  </a:moveTo>
                  <a:cubicBezTo>
                    <a:pt x="152858" y="9276"/>
                    <a:pt x="157348" y="9276"/>
                    <a:pt x="157348" y="4675"/>
                  </a:cubicBezTo>
                  <a:cubicBezTo>
                    <a:pt x="157348" y="75"/>
                    <a:pt x="152858" y="75"/>
                    <a:pt x="149550" y="75"/>
                  </a:cubicBezTo>
                  <a:lnTo>
                    <a:pt x="8003" y="75"/>
                  </a:lnTo>
                  <a:cubicBezTo>
                    <a:pt x="4694" y="75"/>
                    <a:pt x="205" y="75"/>
                    <a:pt x="205" y="4675"/>
                  </a:cubicBezTo>
                  <a:cubicBezTo>
                    <a:pt x="205" y="9276"/>
                    <a:pt x="4694" y="9276"/>
                    <a:pt x="8239" y="9276"/>
                  </a:cubicBezTo>
                  <a:lnTo>
                    <a:pt x="149314" y="9276"/>
                  </a:lnTo>
                  <a:close/>
                  <a:moveTo>
                    <a:pt x="149550" y="53899"/>
                  </a:moveTo>
                  <a:cubicBezTo>
                    <a:pt x="152858" y="53899"/>
                    <a:pt x="157348" y="53899"/>
                    <a:pt x="157348" y="49299"/>
                  </a:cubicBezTo>
                  <a:cubicBezTo>
                    <a:pt x="157348" y="44698"/>
                    <a:pt x="152858" y="44698"/>
                    <a:pt x="149314" y="44698"/>
                  </a:cubicBezTo>
                  <a:lnTo>
                    <a:pt x="8239" y="44698"/>
                  </a:lnTo>
                  <a:cubicBezTo>
                    <a:pt x="4694" y="44698"/>
                    <a:pt x="205" y="44698"/>
                    <a:pt x="205" y="49299"/>
                  </a:cubicBezTo>
                  <a:cubicBezTo>
                    <a:pt x="205" y="53899"/>
                    <a:pt x="4694" y="53899"/>
                    <a:pt x="8003" y="53899"/>
                  </a:cubicBezTo>
                  <a:lnTo>
                    <a:pt x="149550" y="5389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1" name="Freeform: Shape 110">
              <a:extLst>
                <a:ext uri="{FF2B5EF4-FFF2-40B4-BE49-F238E27FC236}">
                  <a16:creationId xmlns:a16="http://schemas.microsoft.com/office/drawing/2014/main" id="{6FB1ECB1-F711-BAEA-D0DF-44FF47E097B1}"/>
                </a:ext>
              </a:extLst>
            </p:cNvPr>
            <p:cNvSpPr/>
            <p:nvPr>
              <p:custDataLst>
                <p:tags r:id="rId13"/>
              </p:custDataLst>
            </p:nvPr>
          </p:nvSpPr>
          <p:spPr>
            <a:xfrm>
              <a:off x="11487729" y="4785051"/>
              <a:ext cx="77980" cy="153192"/>
            </a:xfrm>
            <a:custGeom>
              <a:avLst/>
              <a:gdLst>
                <a:gd name="connsiteX0" fmla="*/ 48658 w 77980"/>
                <a:gd name="connsiteY0" fmla="*/ 6055 h 153192"/>
                <a:gd name="connsiteX1" fmla="*/ 43223 w 77980"/>
                <a:gd name="connsiteY1" fmla="*/ 75 h 153192"/>
                <a:gd name="connsiteX2" fmla="*/ 215 w 77980"/>
                <a:gd name="connsiteY2" fmla="*/ 14796 h 153192"/>
                <a:gd name="connsiteX3" fmla="*/ 215 w 77980"/>
                <a:gd name="connsiteY3" fmla="*/ 21927 h 153192"/>
                <a:gd name="connsiteX4" fmla="*/ 31171 w 77980"/>
                <a:gd name="connsiteY4" fmla="*/ 15946 h 153192"/>
                <a:gd name="connsiteX5" fmla="*/ 31171 w 77980"/>
                <a:gd name="connsiteY5" fmla="*/ 135096 h 153192"/>
                <a:gd name="connsiteX6" fmla="*/ 9195 w 77980"/>
                <a:gd name="connsiteY6" fmla="*/ 146137 h 153192"/>
                <a:gd name="connsiteX7" fmla="*/ 1633 w 77980"/>
                <a:gd name="connsiteY7" fmla="*/ 146137 h 153192"/>
                <a:gd name="connsiteX8" fmla="*/ 1633 w 77980"/>
                <a:gd name="connsiteY8" fmla="*/ 153268 h 153192"/>
                <a:gd name="connsiteX9" fmla="*/ 39915 w 77980"/>
                <a:gd name="connsiteY9" fmla="*/ 152578 h 153192"/>
                <a:gd name="connsiteX10" fmla="*/ 78196 w 77980"/>
                <a:gd name="connsiteY10" fmla="*/ 153268 h 153192"/>
                <a:gd name="connsiteX11" fmla="*/ 78196 w 77980"/>
                <a:gd name="connsiteY11" fmla="*/ 146137 h 153192"/>
                <a:gd name="connsiteX12" fmla="*/ 70634 w 77980"/>
                <a:gd name="connsiteY12" fmla="*/ 146137 h 153192"/>
                <a:gd name="connsiteX13" fmla="*/ 48658 w 77980"/>
                <a:gd name="connsiteY13" fmla="*/ 135096 h 153192"/>
                <a:gd name="connsiteX14" fmla="*/ 48658 w 77980"/>
                <a:gd name="connsiteY14" fmla="*/ 6055 h 15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80" h="153192">
                  <a:moveTo>
                    <a:pt x="48658" y="6055"/>
                  </a:moveTo>
                  <a:cubicBezTo>
                    <a:pt x="48658" y="535"/>
                    <a:pt x="48658" y="75"/>
                    <a:pt x="43223" y="75"/>
                  </a:cubicBezTo>
                  <a:cubicBezTo>
                    <a:pt x="28572" y="14796"/>
                    <a:pt x="7777" y="14796"/>
                    <a:pt x="215" y="14796"/>
                  </a:cubicBezTo>
                  <a:lnTo>
                    <a:pt x="215" y="21927"/>
                  </a:lnTo>
                  <a:cubicBezTo>
                    <a:pt x="4941" y="21927"/>
                    <a:pt x="18883" y="21927"/>
                    <a:pt x="31171" y="15946"/>
                  </a:cubicBezTo>
                  <a:lnTo>
                    <a:pt x="31171" y="135096"/>
                  </a:lnTo>
                  <a:cubicBezTo>
                    <a:pt x="31171" y="143377"/>
                    <a:pt x="30462" y="146137"/>
                    <a:pt x="9195" y="146137"/>
                  </a:cubicBezTo>
                  <a:lnTo>
                    <a:pt x="1633" y="146137"/>
                  </a:lnTo>
                  <a:lnTo>
                    <a:pt x="1633" y="153268"/>
                  </a:lnTo>
                  <a:cubicBezTo>
                    <a:pt x="9904" y="152578"/>
                    <a:pt x="30462" y="152578"/>
                    <a:pt x="39915" y="152578"/>
                  </a:cubicBezTo>
                  <a:cubicBezTo>
                    <a:pt x="49367" y="152578"/>
                    <a:pt x="69925" y="152578"/>
                    <a:pt x="78196" y="153268"/>
                  </a:cubicBezTo>
                  <a:lnTo>
                    <a:pt x="78196" y="146137"/>
                  </a:lnTo>
                  <a:lnTo>
                    <a:pt x="70634" y="146137"/>
                  </a:lnTo>
                  <a:cubicBezTo>
                    <a:pt x="49367" y="146137"/>
                    <a:pt x="48658" y="143607"/>
                    <a:pt x="48658" y="135096"/>
                  </a:cubicBezTo>
                  <a:lnTo>
                    <a:pt x="48658" y="60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2" name="Freeform: Shape 111">
              <a:extLst>
                <a:ext uri="{FF2B5EF4-FFF2-40B4-BE49-F238E27FC236}">
                  <a16:creationId xmlns:a16="http://schemas.microsoft.com/office/drawing/2014/main" id="{CB5E48EE-4E43-6DF0-8EDD-96CD6B650EA3}"/>
                </a:ext>
              </a:extLst>
            </p:cNvPr>
            <p:cNvSpPr/>
            <p:nvPr>
              <p:custDataLst>
                <p:tags r:id="rId14"/>
              </p:custDataLst>
            </p:nvPr>
          </p:nvSpPr>
          <p:spPr>
            <a:xfrm>
              <a:off x="11678611" y="4765730"/>
              <a:ext cx="9452" cy="230019"/>
            </a:xfrm>
            <a:custGeom>
              <a:avLst/>
              <a:gdLst>
                <a:gd name="connsiteX0" fmla="*/ 9675 w 9452"/>
                <a:gd name="connsiteY0" fmla="*/ 8355 h 230019"/>
                <a:gd name="connsiteX1" fmla="*/ 4949 w 9452"/>
                <a:gd name="connsiteY1" fmla="*/ 75 h 230019"/>
                <a:gd name="connsiteX2" fmla="*/ 223 w 9452"/>
                <a:gd name="connsiteY2" fmla="*/ 8355 h 230019"/>
                <a:gd name="connsiteX3" fmla="*/ 223 w 9452"/>
                <a:gd name="connsiteY3" fmla="*/ 221813 h 230019"/>
                <a:gd name="connsiteX4" fmla="*/ 4949 w 9452"/>
                <a:gd name="connsiteY4" fmla="*/ 230094 h 230019"/>
                <a:gd name="connsiteX5" fmla="*/ 9675 w 9452"/>
                <a:gd name="connsiteY5" fmla="*/ 221813 h 230019"/>
                <a:gd name="connsiteX6" fmla="*/ 9675 w 9452"/>
                <a:gd name="connsiteY6" fmla="*/ 8355 h 23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52" h="230019">
                  <a:moveTo>
                    <a:pt x="9675" y="8355"/>
                  </a:moveTo>
                  <a:cubicBezTo>
                    <a:pt x="9675" y="4215"/>
                    <a:pt x="9675" y="75"/>
                    <a:pt x="4949" y="75"/>
                  </a:cubicBezTo>
                  <a:cubicBezTo>
                    <a:pt x="223" y="75"/>
                    <a:pt x="223" y="4215"/>
                    <a:pt x="223" y="8355"/>
                  </a:cubicBezTo>
                  <a:lnTo>
                    <a:pt x="223" y="221813"/>
                  </a:lnTo>
                  <a:cubicBezTo>
                    <a:pt x="223" y="225954"/>
                    <a:pt x="223" y="230094"/>
                    <a:pt x="4949" y="230094"/>
                  </a:cubicBezTo>
                  <a:cubicBezTo>
                    <a:pt x="9675" y="230094"/>
                    <a:pt x="9675" y="225954"/>
                    <a:pt x="9675" y="221813"/>
                  </a:cubicBezTo>
                  <a:lnTo>
                    <a:pt x="9675" y="83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3" name="Freeform: Shape 112">
              <a:extLst>
                <a:ext uri="{FF2B5EF4-FFF2-40B4-BE49-F238E27FC236}">
                  <a16:creationId xmlns:a16="http://schemas.microsoft.com/office/drawing/2014/main" id="{B71AB700-61DB-33C3-D55B-9B5D8D940B3C}"/>
                </a:ext>
              </a:extLst>
            </p:cNvPr>
            <p:cNvSpPr/>
            <p:nvPr>
              <p:custDataLst>
                <p:tags r:id="rId15"/>
              </p:custDataLst>
            </p:nvPr>
          </p:nvSpPr>
          <p:spPr>
            <a:xfrm>
              <a:off x="11788623" y="4836576"/>
              <a:ext cx="117680" cy="104198"/>
            </a:xfrm>
            <a:custGeom>
              <a:avLst/>
              <a:gdLst>
                <a:gd name="connsiteX0" fmla="*/ 72302 w 117680"/>
                <a:gd name="connsiteY0" fmla="*/ 32277 h 104198"/>
                <a:gd name="connsiteX1" fmla="*/ 95696 w 117680"/>
                <a:gd name="connsiteY1" fmla="*/ 5135 h 104198"/>
                <a:gd name="connsiteX2" fmla="*/ 107511 w 117680"/>
                <a:gd name="connsiteY2" fmla="*/ 8125 h 104198"/>
                <a:gd name="connsiteX3" fmla="*/ 96169 w 117680"/>
                <a:gd name="connsiteY3" fmla="*/ 20546 h 104198"/>
                <a:gd name="connsiteX4" fmla="*/ 105148 w 117680"/>
                <a:gd name="connsiteY4" fmla="*/ 28597 h 104198"/>
                <a:gd name="connsiteX5" fmla="*/ 117909 w 117680"/>
                <a:gd name="connsiteY5" fmla="*/ 15256 h 104198"/>
                <a:gd name="connsiteX6" fmla="*/ 95932 w 117680"/>
                <a:gd name="connsiteY6" fmla="*/ 75 h 104198"/>
                <a:gd name="connsiteX7" fmla="*/ 71120 w 117680"/>
                <a:gd name="connsiteY7" fmla="*/ 17556 h 104198"/>
                <a:gd name="connsiteX8" fmla="*/ 45599 w 117680"/>
                <a:gd name="connsiteY8" fmla="*/ 75 h 104198"/>
                <a:gd name="connsiteX9" fmla="*/ 7554 w 117680"/>
                <a:gd name="connsiteY9" fmla="*/ 35498 h 104198"/>
                <a:gd name="connsiteX10" fmla="*/ 10390 w 117680"/>
                <a:gd name="connsiteY10" fmla="*/ 37798 h 104198"/>
                <a:gd name="connsiteX11" fmla="*/ 13462 w 117680"/>
                <a:gd name="connsiteY11" fmla="*/ 35268 h 104198"/>
                <a:gd name="connsiteX12" fmla="*/ 45127 w 117680"/>
                <a:gd name="connsiteY12" fmla="*/ 5135 h 104198"/>
                <a:gd name="connsiteX13" fmla="*/ 57887 w 117680"/>
                <a:gd name="connsiteY13" fmla="*/ 20546 h 104198"/>
                <a:gd name="connsiteX14" fmla="*/ 45127 w 117680"/>
                <a:gd name="connsiteY14" fmla="*/ 75291 h 104198"/>
                <a:gd name="connsiteX15" fmla="*/ 22677 w 117680"/>
                <a:gd name="connsiteY15" fmla="*/ 99213 h 104198"/>
                <a:gd name="connsiteX16" fmla="*/ 10862 w 117680"/>
                <a:gd name="connsiteY16" fmla="*/ 96223 h 104198"/>
                <a:gd name="connsiteX17" fmla="*/ 21969 w 117680"/>
                <a:gd name="connsiteY17" fmla="*/ 83802 h 104198"/>
                <a:gd name="connsiteX18" fmla="*/ 13225 w 117680"/>
                <a:gd name="connsiteY18" fmla="*/ 75751 h 104198"/>
                <a:gd name="connsiteX19" fmla="*/ 228 w 117680"/>
                <a:gd name="connsiteY19" fmla="*/ 89092 h 104198"/>
                <a:gd name="connsiteX20" fmla="*/ 22441 w 117680"/>
                <a:gd name="connsiteY20" fmla="*/ 104274 h 104198"/>
                <a:gd name="connsiteX21" fmla="*/ 47253 w 117680"/>
                <a:gd name="connsiteY21" fmla="*/ 86792 h 104198"/>
                <a:gd name="connsiteX22" fmla="*/ 72774 w 117680"/>
                <a:gd name="connsiteY22" fmla="*/ 104274 h 104198"/>
                <a:gd name="connsiteX23" fmla="*/ 110583 w 117680"/>
                <a:gd name="connsiteY23" fmla="*/ 68851 h 104198"/>
                <a:gd name="connsiteX24" fmla="*/ 107748 w 117680"/>
                <a:gd name="connsiteY24" fmla="*/ 66550 h 104198"/>
                <a:gd name="connsiteX25" fmla="*/ 104676 w 117680"/>
                <a:gd name="connsiteY25" fmla="*/ 69081 h 104198"/>
                <a:gd name="connsiteX26" fmla="*/ 73247 w 117680"/>
                <a:gd name="connsiteY26" fmla="*/ 99213 h 104198"/>
                <a:gd name="connsiteX27" fmla="*/ 60250 w 117680"/>
                <a:gd name="connsiteY27" fmla="*/ 84032 h 104198"/>
                <a:gd name="connsiteX28" fmla="*/ 64267 w 117680"/>
                <a:gd name="connsiteY28" fmla="*/ 63790 h 104198"/>
                <a:gd name="connsiteX29" fmla="*/ 72302 w 117680"/>
                <a:gd name="connsiteY29" fmla="*/ 32277 h 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680" h="104198">
                  <a:moveTo>
                    <a:pt x="72302" y="32277"/>
                  </a:moveTo>
                  <a:cubicBezTo>
                    <a:pt x="73720" y="26297"/>
                    <a:pt x="79155" y="5135"/>
                    <a:pt x="95696" y="5135"/>
                  </a:cubicBezTo>
                  <a:cubicBezTo>
                    <a:pt x="96877" y="5135"/>
                    <a:pt x="102549" y="5135"/>
                    <a:pt x="107511" y="8125"/>
                  </a:cubicBezTo>
                  <a:cubicBezTo>
                    <a:pt x="100895" y="9276"/>
                    <a:pt x="96169" y="15026"/>
                    <a:pt x="96169" y="20546"/>
                  </a:cubicBezTo>
                  <a:cubicBezTo>
                    <a:pt x="96169" y="24227"/>
                    <a:pt x="98768" y="28597"/>
                    <a:pt x="105148" y="28597"/>
                  </a:cubicBezTo>
                  <a:cubicBezTo>
                    <a:pt x="110347" y="28597"/>
                    <a:pt x="117909" y="24457"/>
                    <a:pt x="117909" y="15256"/>
                  </a:cubicBezTo>
                  <a:cubicBezTo>
                    <a:pt x="117909" y="3295"/>
                    <a:pt x="103967" y="75"/>
                    <a:pt x="95932" y="75"/>
                  </a:cubicBezTo>
                  <a:cubicBezTo>
                    <a:pt x="82227" y="75"/>
                    <a:pt x="73956" y="12266"/>
                    <a:pt x="71120" y="17556"/>
                  </a:cubicBezTo>
                  <a:cubicBezTo>
                    <a:pt x="65213" y="2375"/>
                    <a:pt x="52452" y="75"/>
                    <a:pt x="45599" y="75"/>
                  </a:cubicBezTo>
                  <a:cubicBezTo>
                    <a:pt x="21023" y="75"/>
                    <a:pt x="7554" y="29747"/>
                    <a:pt x="7554" y="35498"/>
                  </a:cubicBezTo>
                  <a:cubicBezTo>
                    <a:pt x="7554" y="37798"/>
                    <a:pt x="9917" y="37798"/>
                    <a:pt x="10390" y="37798"/>
                  </a:cubicBezTo>
                  <a:cubicBezTo>
                    <a:pt x="12280" y="37798"/>
                    <a:pt x="12989" y="37338"/>
                    <a:pt x="13462" y="35268"/>
                  </a:cubicBezTo>
                  <a:cubicBezTo>
                    <a:pt x="21496" y="10886"/>
                    <a:pt x="37092" y="5135"/>
                    <a:pt x="45127" y="5135"/>
                  </a:cubicBezTo>
                  <a:cubicBezTo>
                    <a:pt x="49616" y="5135"/>
                    <a:pt x="57887" y="7205"/>
                    <a:pt x="57887" y="20546"/>
                  </a:cubicBezTo>
                  <a:cubicBezTo>
                    <a:pt x="57887" y="27677"/>
                    <a:pt x="53870" y="43088"/>
                    <a:pt x="45127" y="75291"/>
                  </a:cubicBezTo>
                  <a:cubicBezTo>
                    <a:pt x="41346" y="89552"/>
                    <a:pt x="33075" y="99213"/>
                    <a:pt x="22677" y="99213"/>
                  </a:cubicBezTo>
                  <a:cubicBezTo>
                    <a:pt x="21260" y="99213"/>
                    <a:pt x="15825" y="99213"/>
                    <a:pt x="10862" y="96223"/>
                  </a:cubicBezTo>
                  <a:cubicBezTo>
                    <a:pt x="16770" y="95073"/>
                    <a:pt x="21969" y="90242"/>
                    <a:pt x="21969" y="83802"/>
                  </a:cubicBezTo>
                  <a:cubicBezTo>
                    <a:pt x="21969" y="77591"/>
                    <a:pt x="16770" y="75751"/>
                    <a:pt x="13225" y="75751"/>
                  </a:cubicBezTo>
                  <a:cubicBezTo>
                    <a:pt x="6136" y="75751"/>
                    <a:pt x="228" y="81732"/>
                    <a:pt x="228" y="89092"/>
                  </a:cubicBezTo>
                  <a:cubicBezTo>
                    <a:pt x="228" y="99673"/>
                    <a:pt x="12044" y="104274"/>
                    <a:pt x="22441" y="104274"/>
                  </a:cubicBezTo>
                  <a:cubicBezTo>
                    <a:pt x="38037" y="104274"/>
                    <a:pt x="46544" y="88172"/>
                    <a:pt x="47253" y="86792"/>
                  </a:cubicBezTo>
                  <a:cubicBezTo>
                    <a:pt x="50089" y="95303"/>
                    <a:pt x="58596" y="104274"/>
                    <a:pt x="72774" y="104274"/>
                  </a:cubicBezTo>
                  <a:cubicBezTo>
                    <a:pt x="97114" y="104274"/>
                    <a:pt x="110583" y="74601"/>
                    <a:pt x="110583" y="68851"/>
                  </a:cubicBezTo>
                  <a:cubicBezTo>
                    <a:pt x="110583" y="66550"/>
                    <a:pt x="108456" y="66550"/>
                    <a:pt x="107748" y="66550"/>
                  </a:cubicBezTo>
                  <a:cubicBezTo>
                    <a:pt x="105621" y="66550"/>
                    <a:pt x="105148" y="67470"/>
                    <a:pt x="104676" y="69081"/>
                  </a:cubicBezTo>
                  <a:cubicBezTo>
                    <a:pt x="96877" y="93693"/>
                    <a:pt x="80809" y="99213"/>
                    <a:pt x="73247" y="99213"/>
                  </a:cubicBezTo>
                  <a:cubicBezTo>
                    <a:pt x="64031" y="99213"/>
                    <a:pt x="60250" y="91852"/>
                    <a:pt x="60250" y="84032"/>
                  </a:cubicBezTo>
                  <a:cubicBezTo>
                    <a:pt x="60250" y="78971"/>
                    <a:pt x="61668" y="73911"/>
                    <a:pt x="64267" y="63790"/>
                  </a:cubicBezTo>
                  <a:lnTo>
                    <a:pt x="72302" y="322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4" name="Freeform: Shape 113">
              <a:extLst>
                <a:ext uri="{FF2B5EF4-FFF2-40B4-BE49-F238E27FC236}">
                  <a16:creationId xmlns:a16="http://schemas.microsoft.com/office/drawing/2014/main" id="{611FF352-C358-E7F5-65A7-D97CCAD9FF6A}"/>
                </a:ext>
              </a:extLst>
            </p:cNvPr>
            <p:cNvSpPr/>
            <p:nvPr>
              <p:custDataLst>
                <p:tags r:id="rId16"/>
              </p:custDataLst>
            </p:nvPr>
          </p:nvSpPr>
          <p:spPr>
            <a:xfrm>
              <a:off x="11924600" y="4865995"/>
              <a:ext cx="50120" cy="108362"/>
            </a:xfrm>
            <a:custGeom>
              <a:avLst/>
              <a:gdLst>
                <a:gd name="connsiteX0" fmla="*/ 46054 w 50120"/>
                <a:gd name="connsiteY0" fmla="*/ 6195 h 108362"/>
                <a:gd name="connsiteX1" fmla="*/ 39437 w 50120"/>
                <a:gd name="connsiteY1" fmla="*/ 76 h 108362"/>
                <a:gd name="connsiteX2" fmla="*/ 30174 w 50120"/>
                <a:gd name="connsiteY2" fmla="*/ 8932 h 108362"/>
                <a:gd name="connsiteX3" fmla="*/ 36791 w 50120"/>
                <a:gd name="connsiteY3" fmla="*/ 15050 h 108362"/>
                <a:gd name="connsiteX4" fmla="*/ 46054 w 50120"/>
                <a:gd name="connsiteY4" fmla="*/ 6195 h 108362"/>
                <a:gd name="connsiteX5" fmla="*/ 12309 w 50120"/>
                <a:gd name="connsiteY5" fmla="*/ 87990 h 108362"/>
                <a:gd name="connsiteX6" fmla="*/ 10821 w 50120"/>
                <a:gd name="connsiteY6" fmla="*/ 94752 h 108362"/>
                <a:gd name="connsiteX7" fmla="*/ 26535 w 50120"/>
                <a:gd name="connsiteY7" fmla="*/ 108438 h 108362"/>
                <a:gd name="connsiteX8" fmla="*/ 50355 w 50120"/>
                <a:gd name="connsiteY8" fmla="*/ 83803 h 108362"/>
                <a:gd name="connsiteX9" fmla="*/ 47708 w 50120"/>
                <a:gd name="connsiteY9" fmla="*/ 81710 h 108362"/>
                <a:gd name="connsiteX10" fmla="*/ 44565 w 50120"/>
                <a:gd name="connsiteY10" fmla="*/ 84447 h 108362"/>
                <a:gd name="connsiteX11" fmla="*/ 27031 w 50120"/>
                <a:gd name="connsiteY11" fmla="*/ 103930 h 108362"/>
                <a:gd name="connsiteX12" fmla="*/ 22896 w 50120"/>
                <a:gd name="connsiteY12" fmla="*/ 98295 h 108362"/>
                <a:gd name="connsiteX13" fmla="*/ 25543 w 50120"/>
                <a:gd name="connsiteY13" fmla="*/ 87990 h 108362"/>
                <a:gd name="connsiteX14" fmla="*/ 30836 w 50120"/>
                <a:gd name="connsiteY14" fmla="*/ 75109 h 108362"/>
                <a:gd name="connsiteX15" fmla="*/ 38941 w 50120"/>
                <a:gd name="connsiteY15" fmla="*/ 54660 h 108362"/>
                <a:gd name="connsiteX16" fmla="*/ 39934 w 50120"/>
                <a:gd name="connsiteY16" fmla="*/ 49507 h 108362"/>
                <a:gd name="connsiteX17" fmla="*/ 24219 w 50120"/>
                <a:gd name="connsiteY17" fmla="*/ 35821 h 108362"/>
                <a:gd name="connsiteX18" fmla="*/ 234 w 50120"/>
                <a:gd name="connsiteY18" fmla="*/ 60456 h 108362"/>
                <a:gd name="connsiteX19" fmla="*/ 3046 w 50120"/>
                <a:gd name="connsiteY19" fmla="*/ 62549 h 108362"/>
                <a:gd name="connsiteX20" fmla="*/ 6024 w 50120"/>
                <a:gd name="connsiteY20" fmla="*/ 59973 h 108362"/>
                <a:gd name="connsiteX21" fmla="*/ 23723 w 50120"/>
                <a:gd name="connsiteY21" fmla="*/ 40330 h 108362"/>
                <a:gd name="connsiteX22" fmla="*/ 27858 w 50120"/>
                <a:gd name="connsiteY22" fmla="*/ 45965 h 108362"/>
                <a:gd name="connsiteX23" fmla="*/ 22730 w 50120"/>
                <a:gd name="connsiteY23" fmla="*/ 62066 h 108362"/>
                <a:gd name="connsiteX24" fmla="*/ 12309 w 50120"/>
                <a:gd name="connsiteY24" fmla="*/ 87990 h 10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120" h="108362">
                  <a:moveTo>
                    <a:pt x="46054" y="6195"/>
                  </a:moveTo>
                  <a:cubicBezTo>
                    <a:pt x="46054" y="3619"/>
                    <a:pt x="44069" y="76"/>
                    <a:pt x="39437" y="76"/>
                  </a:cubicBezTo>
                  <a:cubicBezTo>
                    <a:pt x="34971" y="76"/>
                    <a:pt x="30174" y="4263"/>
                    <a:pt x="30174" y="8932"/>
                  </a:cubicBezTo>
                  <a:cubicBezTo>
                    <a:pt x="30174" y="11669"/>
                    <a:pt x="32324" y="15050"/>
                    <a:pt x="36791" y="15050"/>
                  </a:cubicBezTo>
                  <a:cubicBezTo>
                    <a:pt x="41588" y="15050"/>
                    <a:pt x="46054" y="10542"/>
                    <a:pt x="46054" y="6195"/>
                  </a:cubicBezTo>
                  <a:close/>
                  <a:moveTo>
                    <a:pt x="12309" y="87990"/>
                  </a:moveTo>
                  <a:cubicBezTo>
                    <a:pt x="11648" y="90083"/>
                    <a:pt x="10821" y="92015"/>
                    <a:pt x="10821" y="94752"/>
                  </a:cubicBezTo>
                  <a:cubicBezTo>
                    <a:pt x="10821" y="102320"/>
                    <a:pt x="17437" y="108438"/>
                    <a:pt x="26535" y="108438"/>
                  </a:cubicBezTo>
                  <a:cubicBezTo>
                    <a:pt x="43076" y="108438"/>
                    <a:pt x="50355" y="86218"/>
                    <a:pt x="50355" y="83803"/>
                  </a:cubicBezTo>
                  <a:cubicBezTo>
                    <a:pt x="50355" y="81710"/>
                    <a:pt x="48204" y="81710"/>
                    <a:pt x="47708" y="81710"/>
                  </a:cubicBezTo>
                  <a:cubicBezTo>
                    <a:pt x="45392" y="81710"/>
                    <a:pt x="45227" y="82676"/>
                    <a:pt x="44565" y="84447"/>
                  </a:cubicBezTo>
                  <a:cubicBezTo>
                    <a:pt x="40761" y="97328"/>
                    <a:pt x="33482" y="103930"/>
                    <a:pt x="27031" y="103930"/>
                  </a:cubicBezTo>
                  <a:cubicBezTo>
                    <a:pt x="23723" y="103930"/>
                    <a:pt x="22896" y="101837"/>
                    <a:pt x="22896" y="98295"/>
                  </a:cubicBezTo>
                  <a:cubicBezTo>
                    <a:pt x="22896" y="94591"/>
                    <a:pt x="24054" y="91532"/>
                    <a:pt x="25543" y="87990"/>
                  </a:cubicBezTo>
                  <a:cubicBezTo>
                    <a:pt x="27197" y="83642"/>
                    <a:pt x="29016" y="79295"/>
                    <a:pt x="30836" y="75109"/>
                  </a:cubicBezTo>
                  <a:cubicBezTo>
                    <a:pt x="32324" y="71244"/>
                    <a:pt x="38279" y="56592"/>
                    <a:pt x="38941" y="54660"/>
                  </a:cubicBezTo>
                  <a:cubicBezTo>
                    <a:pt x="39437" y="53050"/>
                    <a:pt x="39934" y="51118"/>
                    <a:pt x="39934" y="49507"/>
                  </a:cubicBezTo>
                  <a:cubicBezTo>
                    <a:pt x="39934" y="41940"/>
                    <a:pt x="33317" y="35821"/>
                    <a:pt x="24219" y="35821"/>
                  </a:cubicBezTo>
                  <a:cubicBezTo>
                    <a:pt x="7843" y="35821"/>
                    <a:pt x="234" y="57719"/>
                    <a:pt x="234" y="60456"/>
                  </a:cubicBezTo>
                  <a:cubicBezTo>
                    <a:pt x="234" y="62549"/>
                    <a:pt x="2550" y="62549"/>
                    <a:pt x="3046" y="62549"/>
                  </a:cubicBezTo>
                  <a:cubicBezTo>
                    <a:pt x="5362" y="62549"/>
                    <a:pt x="5527" y="61744"/>
                    <a:pt x="6024" y="59973"/>
                  </a:cubicBezTo>
                  <a:cubicBezTo>
                    <a:pt x="10324" y="46126"/>
                    <a:pt x="17603" y="40330"/>
                    <a:pt x="23723" y="40330"/>
                  </a:cubicBezTo>
                  <a:cubicBezTo>
                    <a:pt x="26370" y="40330"/>
                    <a:pt x="27858" y="41618"/>
                    <a:pt x="27858" y="45965"/>
                  </a:cubicBezTo>
                  <a:cubicBezTo>
                    <a:pt x="27858" y="49668"/>
                    <a:pt x="26866" y="52084"/>
                    <a:pt x="22730" y="62066"/>
                  </a:cubicBezTo>
                  <a:lnTo>
                    <a:pt x="12309" y="8799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5" name="Freeform: Shape 114">
              <a:extLst>
                <a:ext uri="{FF2B5EF4-FFF2-40B4-BE49-F238E27FC236}">
                  <a16:creationId xmlns:a16="http://schemas.microsoft.com/office/drawing/2014/main" id="{E639708C-6F19-5C71-7CE0-3FBABCE37477}"/>
                </a:ext>
              </a:extLst>
            </p:cNvPr>
            <p:cNvSpPr/>
            <p:nvPr>
              <p:custDataLst>
                <p:tags r:id="rId17"/>
              </p:custDataLst>
            </p:nvPr>
          </p:nvSpPr>
          <p:spPr>
            <a:xfrm>
              <a:off x="12008967" y="4765730"/>
              <a:ext cx="54822" cy="230019"/>
            </a:xfrm>
            <a:custGeom>
              <a:avLst/>
              <a:gdLst>
                <a:gd name="connsiteX0" fmla="*/ 55060 w 54822"/>
                <a:gd name="connsiteY0" fmla="*/ 115084 h 230019"/>
                <a:gd name="connsiteX1" fmla="*/ 39464 w 54822"/>
                <a:gd name="connsiteY1" fmla="*/ 43318 h 230019"/>
                <a:gd name="connsiteX2" fmla="*/ 2601 w 54822"/>
                <a:gd name="connsiteY2" fmla="*/ 75 h 230019"/>
                <a:gd name="connsiteX3" fmla="*/ 237 w 54822"/>
                <a:gd name="connsiteY3" fmla="*/ 2375 h 230019"/>
                <a:gd name="connsiteX4" fmla="*/ 4727 w 54822"/>
                <a:gd name="connsiteY4" fmla="*/ 7665 h 230019"/>
                <a:gd name="connsiteX5" fmla="*/ 41355 w 54822"/>
                <a:gd name="connsiteY5" fmla="*/ 115084 h 230019"/>
                <a:gd name="connsiteX6" fmla="*/ 3309 w 54822"/>
                <a:gd name="connsiteY6" fmla="*/ 223884 h 230019"/>
                <a:gd name="connsiteX7" fmla="*/ 237 w 54822"/>
                <a:gd name="connsiteY7" fmla="*/ 227794 h 230019"/>
                <a:gd name="connsiteX8" fmla="*/ 2601 w 54822"/>
                <a:gd name="connsiteY8" fmla="*/ 230094 h 230019"/>
                <a:gd name="connsiteX9" fmla="*/ 40173 w 54822"/>
                <a:gd name="connsiteY9" fmla="*/ 185240 h 230019"/>
                <a:gd name="connsiteX10" fmla="*/ 55060 w 54822"/>
                <a:gd name="connsiteY10" fmla="*/ 115084 h 23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22" h="230019">
                  <a:moveTo>
                    <a:pt x="55060" y="115084"/>
                  </a:moveTo>
                  <a:cubicBezTo>
                    <a:pt x="55060" y="97143"/>
                    <a:pt x="52461" y="69311"/>
                    <a:pt x="39464" y="43318"/>
                  </a:cubicBezTo>
                  <a:cubicBezTo>
                    <a:pt x="25286" y="15026"/>
                    <a:pt x="4964" y="75"/>
                    <a:pt x="2601" y="75"/>
                  </a:cubicBezTo>
                  <a:cubicBezTo>
                    <a:pt x="1183" y="75"/>
                    <a:pt x="237" y="995"/>
                    <a:pt x="237" y="2375"/>
                  </a:cubicBezTo>
                  <a:cubicBezTo>
                    <a:pt x="237" y="3065"/>
                    <a:pt x="237" y="3525"/>
                    <a:pt x="4727" y="7665"/>
                  </a:cubicBezTo>
                  <a:cubicBezTo>
                    <a:pt x="27885" y="30437"/>
                    <a:pt x="41355" y="67010"/>
                    <a:pt x="41355" y="115084"/>
                  </a:cubicBezTo>
                  <a:cubicBezTo>
                    <a:pt x="41355" y="154418"/>
                    <a:pt x="32611" y="194901"/>
                    <a:pt x="3309" y="223884"/>
                  </a:cubicBezTo>
                  <a:cubicBezTo>
                    <a:pt x="237" y="226644"/>
                    <a:pt x="237" y="227104"/>
                    <a:pt x="237" y="227794"/>
                  </a:cubicBezTo>
                  <a:cubicBezTo>
                    <a:pt x="237" y="229174"/>
                    <a:pt x="1183" y="230094"/>
                    <a:pt x="2601" y="230094"/>
                  </a:cubicBezTo>
                  <a:cubicBezTo>
                    <a:pt x="4964" y="230094"/>
                    <a:pt x="26231" y="214453"/>
                    <a:pt x="40173" y="185240"/>
                  </a:cubicBezTo>
                  <a:cubicBezTo>
                    <a:pt x="52225" y="159938"/>
                    <a:pt x="55060" y="134406"/>
                    <a:pt x="55060" y="11508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6" name="Freeform: Shape 115">
              <a:extLst>
                <a:ext uri="{FF2B5EF4-FFF2-40B4-BE49-F238E27FC236}">
                  <a16:creationId xmlns:a16="http://schemas.microsoft.com/office/drawing/2014/main" id="{2854D077-15CD-F9E4-DCE0-EC606F333784}"/>
                </a:ext>
              </a:extLst>
            </p:cNvPr>
            <p:cNvSpPr/>
            <p:nvPr>
              <p:custDataLst>
                <p:tags r:id="rId18"/>
              </p:custDataLst>
            </p:nvPr>
          </p:nvSpPr>
          <p:spPr>
            <a:xfrm>
              <a:off x="12166267" y="4853827"/>
              <a:ext cx="157143" cy="53824"/>
            </a:xfrm>
            <a:custGeom>
              <a:avLst/>
              <a:gdLst>
                <a:gd name="connsiteX0" fmla="*/ 149353 w 157143"/>
                <a:gd name="connsiteY0" fmla="*/ 9276 h 53824"/>
                <a:gd name="connsiteX1" fmla="*/ 157387 w 157143"/>
                <a:gd name="connsiteY1" fmla="*/ 4675 h 53824"/>
                <a:gd name="connsiteX2" fmla="*/ 149589 w 157143"/>
                <a:gd name="connsiteY2" fmla="*/ 75 h 53824"/>
                <a:gd name="connsiteX3" fmla="*/ 8042 w 157143"/>
                <a:gd name="connsiteY3" fmla="*/ 75 h 53824"/>
                <a:gd name="connsiteX4" fmla="*/ 244 w 157143"/>
                <a:gd name="connsiteY4" fmla="*/ 4675 h 53824"/>
                <a:gd name="connsiteX5" fmla="*/ 8279 w 157143"/>
                <a:gd name="connsiteY5" fmla="*/ 9276 h 53824"/>
                <a:gd name="connsiteX6" fmla="*/ 149353 w 157143"/>
                <a:gd name="connsiteY6" fmla="*/ 9276 h 53824"/>
                <a:gd name="connsiteX7" fmla="*/ 149589 w 157143"/>
                <a:gd name="connsiteY7" fmla="*/ 53899 h 53824"/>
                <a:gd name="connsiteX8" fmla="*/ 157387 w 157143"/>
                <a:gd name="connsiteY8" fmla="*/ 49299 h 53824"/>
                <a:gd name="connsiteX9" fmla="*/ 149353 w 157143"/>
                <a:gd name="connsiteY9" fmla="*/ 44698 h 53824"/>
                <a:gd name="connsiteX10" fmla="*/ 8279 w 157143"/>
                <a:gd name="connsiteY10" fmla="*/ 44698 h 53824"/>
                <a:gd name="connsiteX11" fmla="*/ 244 w 157143"/>
                <a:gd name="connsiteY11" fmla="*/ 49299 h 53824"/>
                <a:gd name="connsiteX12" fmla="*/ 8042 w 157143"/>
                <a:gd name="connsiteY12" fmla="*/ 53899 h 53824"/>
                <a:gd name="connsiteX13" fmla="*/ 149589 w 157143"/>
                <a:gd name="connsiteY13" fmla="*/ 53899 h 5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143" h="53824">
                  <a:moveTo>
                    <a:pt x="149353" y="9276"/>
                  </a:moveTo>
                  <a:cubicBezTo>
                    <a:pt x="152898" y="9276"/>
                    <a:pt x="157387" y="9276"/>
                    <a:pt x="157387" y="4675"/>
                  </a:cubicBezTo>
                  <a:cubicBezTo>
                    <a:pt x="157387" y="75"/>
                    <a:pt x="152898" y="75"/>
                    <a:pt x="149589" y="75"/>
                  </a:cubicBezTo>
                  <a:lnTo>
                    <a:pt x="8042" y="75"/>
                  </a:lnTo>
                  <a:cubicBezTo>
                    <a:pt x="4734" y="75"/>
                    <a:pt x="244" y="75"/>
                    <a:pt x="244" y="4675"/>
                  </a:cubicBezTo>
                  <a:cubicBezTo>
                    <a:pt x="244" y="9276"/>
                    <a:pt x="4734" y="9276"/>
                    <a:pt x="8279" y="9276"/>
                  </a:cubicBezTo>
                  <a:lnTo>
                    <a:pt x="149353" y="9276"/>
                  </a:lnTo>
                  <a:close/>
                  <a:moveTo>
                    <a:pt x="149589" y="53899"/>
                  </a:moveTo>
                  <a:cubicBezTo>
                    <a:pt x="152898" y="53899"/>
                    <a:pt x="157387" y="53899"/>
                    <a:pt x="157387" y="49299"/>
                  </a:cubicBezTo>
                  <a:cubicBezTo>
                    <a:pt x="157387" y="44698"/>
                    <a:pt x="152898" y="44698"/>
                    <a:pt x="149353" y="44698"/>
                  </a:cubicBezTo>
                  <a:lnTo>
                    <a:pt x="8279" y="44698"/>
                  </a:lnTo>
                  <a:cubicBezTo>
                    <a:pt x="4734" y="44698"/>
                    <a:pt x="244" y="44698"/>
                    <a:pt x="244" y="49299"/>
                  </a:cubicBezTo>
                  <a:cubicBezTo>
                    <a:pt x="244" y="53899"/>
                    <a:pt x="4734" y="53899"/>
                    <a:pt x="8042" y="53899"/>
                  </a:cubicBezTo>
                  <a:lnTo>
                    <a:pt x="149589" y="5389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7" name="Freeform: Shape 116">
              <a:extLst>
                <a:ext uri="{FF2B5EF4-FFF2-40B4-BE49-F238E27FC236}">
                  <a16:creationId xmlns:a16="http://schemas.microsoft.com/office/drawing/2014/main" id="{2328AC26-A0F4-8BE2-D38A-F1DFE2E5ACF7}"/>
                </a:ext>
              </a:extLst>
            </p:cNvPr>
            <p:cNvSpPr/>
            <p:nvPr>
              <p:custDataLst>
                <p:tags r:id="rId19"/>
              </p:custDataLst>
            </p:nvPr>
          </p:nvSpPr>
          <p:spPr>
            <a:xfrm>
              <a:off x="12414046" y="4778611"/>
              <a:ext cx="123824" cy="206787"/>
            </a:xfrm>
            <a:custGeom>
              <a:avLst/>
              <a:gdLst>
                <a:gd name="connsiteX0" fmla="*/ 91941 w 123824"/>
                <a:gd name="connsiteY0" fmla="*/ 5595 h 206787"/>
                <a:gd name="connsiteX1" fmla="*/ 92650 w 123824"/>
                <a:gd name="connsiteY1" fmla="*/ 2375 h 206787"/>
                <a:gd name="connsiteX2" fmla="*/ 89815 w 123824"/>
                <a:gd name="connsiteY2" fmla="*/ 75 h 206787"/>
                <a:gd name="connsiteX3" fmla="*/ 86270 w 123824"/>
                <a:gd name="connsiteY3" fmla="*/ 4675 h 206787"/>
                <a:gd name="connsiteX4" fmla="*/ 72564 w 123824"/>
                <a:gd name="connsiteY4" fmla="*/ 57810 h 206787"/>
                <a:gd name="connsiteX5" fmla="*/ 255 w 123824"/>
                <a:gd name="connsiteY5" fmla="*/ 120835 h 206787"/>
                <a:gd name="connsiteX6" fmla="*/ 45625 w 123824"/>
                <a:gd name="connsiteY6" fmla="*/ 162468 h 206787"/>
                <a:gd name="connsiteX7" fmla="*/ 40190 w 123824"/>
                <a:gd name="connsiteY7" fmla="*/ 184090 h 206787"/>
                <a:gd name="connsiteX8" fmla="*/ 34992 w 123824"/>
                <a:gd name="connsiteY8" fmla="*/ 204332 h 206787"/>
                <a:gd name="connsiteX9" fmla="*/ 37827 w 123824"/>
                <a:gd name="connsiteY9" fmla="*/ 206862 h 206787"/>
                <a:gd name="connsiteX10" fmla="*/ 40190 w 123824"/>
                <a:gd name="connsiteY10" fmla="*/ 205942 h 206787"/>
                <a:gd name="connsiteX11" fmla="*/ 42790 w 123824"/>
                <a:gd name="connsiteY11" fmla="*/ 196741 h 206787"/>
                <a:gd name="connsiteX12" fmla="*/ 51769 w 123824"/>
                <a:gd name="connsiteY12" fmla="*/ 162468 h 206787"/>
                <a:gd name="connsiteX13" fmla="*/ 124079 w 123824"/>
                <a:gd name="connsiteY13" fmla="*/ 99443 h 206787"/>
                <a:gd name="connsiteX14" fmla="*/ 78708 w 123824"/>
                <a:gd name="connsiteY14" fmla="*/ 57810 h 206787"/>
                <a:gd name="connsiteX15" fmla="*/ 91941 w 123824"/>
                <a:gd name="connsiteY15" fmla="*/ 5595 h 206787"/>
                <a:gd name="connsiteX16" fmla="*/ 46807 w 123824"/>
                <a:gd name="connsiteY16" fmla="*/ 157408 h 206787"/>
                <a:gd name="connsiteX17" fmla="*/ 15615 w 123824"/>
                <a:gd name="connsiteY17" fmla="*/ 125665 h 206787"/>
                <a:gd name="connsiteX18" fmla="*/ 71146 w 123824"/>
                <a:gd name="connsiteY18" fmla="*/ 62870 h 206787"/>
                <a:gd name="connsiteX19" fmla="*/ 46807 w 123824"/>
                <a:gd name="connsiteY19" fmla="*/ 157408 h 206787"/>
                <a:gd name="connsiteX20" fmla="*/ 77290 w 123824"/>
                <a:gd name="connsiteY20" fmla="*/ 62870 h 206787"/>
                <a:gd name="connsiteX21" fmla="*/ 108719 w 123824"/>
                <a:gd name="connsiteY21" fmla="*/ 94613 h 206787"/>
                <a:gd name="connsiteX22" fmla="*/ 52951 w 123824"/>
                <a:gd name="connsiteY22" fmla="*/ 157408 h 206787"/>
                <a:gd name="connsiteX23" fmla="*/ 77290 w 123824"/>
                <a:gd name="connsiteY23" fmla="*/ 62870 h 206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3824" h="206787">
                  <a:moveTo>
                    <a:pt x="91941" y="5595"/>
                  </a:moveTo>
                  <a:cubicBezTo>
                    <a:pt x="91941" y="5135"/>
                    <a:pt x="92650" y="2605"/>
                    <a:pt x="92650" y="2375"/>
                  </a:cubicBezTo>
                  <a:cubicBezTo>
                    <a:pt x="92650" y="2145"/>
                    <a:pt x="92650" y="75"/>
                    <a:pt x="89815" y="75"/>
                  </a:cubicBezTo>
                  <a:cubicBezTo>
                    <a:pt x="87451" y="75"/>
                    <a:pt x="87215" y="765"/>
                    <a:pt x="86270" y="4675"/>
                  </a:cubicBezTo>
                  <a:lnTo>
                    <a:pt x="72564" y="57810"/>
                  </a:lnTo>
                  <a:cubicBezTo>
                    <a:pt x="34992" y="58960"/>
                    <a:pt x="255" y="89552"/>
                    <a:pt x="255" y="120835"/>
                  </a:cubicBezTo>
                  <a:cubicBezTo>
                    <a:pt x="255" y="142687"/>
                    <a:pt x="16796" y="160858"/>
                    <a:pt x="45625" y="162468"/>
                  </a:cubicBezTo>
                  <a:cubicBezTo>
                    <a:pt x="43735" y="169599"/>
                    <a:pt x="42081" y="176960"/>
                    <a:pt x="40190" y="184090"/>
                  </a:cubicBezTo>
                  <a:cubicBezTo>
                    <a:pt x="37355" y="194901"/>
                    <a:pt x="34992" y="203642"/>
                    <a:pt x="34992" y="204332"/>
                  </a:cubicBezTo>
                  <a:cubicBezTo>
                    <a:pt x="34992" y="206632"/>
                    <a:pt x="36646" y="206862"/>
                    <a:pt x="37827" y="206862"/>
                  </a:cubicBezTo>
                  <a:cubicBezTo>
                    <a:pt x="39009" y="206862"/>
                    <a:pt x="39481" y="206632"/>
                    <a:pt x="40190" y="205942"/>
                  </a:cubicBezTo>
                  <a:cubicBezTo>
                    <a:pt x="40663" y="205482"/>
                    <a:pt x="42081" y="199962"/>
                    <a:pt x="42790" y="196741"/>
                  </a:cubicBezTo>
                  <a:lnTo>
                    <a:pt x="51769" y="162468"/>
                  </a:lnTo>
                  <a:cubicBezTo>
                    <a:pt x="89815" y="161318"/>
                    <a:pt x="124079" y="130266"/>
                    <a:pt x="124079" y="99443"/>
                  </a:cubicBezTo>
                  <a:cubicBezTo>
                    <a:pt x="124079" y="81272"/>
                    <a:pt x="111555" y="60110"/>
                    <a:pt x="78708" y="57810"/>
                  </a:cubicBezTo>
                  <a:lnTo>
                    <a:pt x="91941" y="5595"/>
                  </a:lnTo>
                  <a:close/>
                  <a:moveTo>
                    <a:pt x="46807" y="157408"/>
                  </a:moveTo>
                  <a:cubicBezTo>
                    <a:pt x="32629" y="156718"/>
                    <a:pt x="15615" y="148667"/>
                    <a:pt x="15615" y="125665"/>
                  </a:cubicBezTo>
                  <a:cubicBezTo>
                    <a:pt x="15615" y="98063"/>
                    <a:pt x="35937" y="65860"/>
                    <a:pt x="71146" y="62870"/>
                  </a:cubicBezTo>
                  <a:lnTo>
                    <a:pt x="46807" y="157408"/>
                  </a:lnTo>
                  <a:close/>
                  <a:moveTo>
                    <a:pt x="77290" y="62870"/>
                  </a:moveTo>
                  <a:cubicBezTo>
                    <a:pt x="95250" y="63790"/>
                    <a:pt x="108719" y="74371"/>
                    <a:pt x="108719" y="94613"/>
                  </a:cubicBezTo>
                  <a:cubicBezTo>
                    <a:pt x="108719" y="121755"/>
                    <a:pt x="88397" y="154648"/>
                    <a:pt x="52951" y="157408"/>
                  </a:cubicBezTo>
                  <a:lnTo>
                    <a:pt x="77290" y="6287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8" name="Freeform: Shape 117">
              <a:extLst>
                <a:ext uri="{FF2B5EF4-FFF2-40B4-BE49-F238E27FC236}">
                  <a16:creationId xmlns:a16="http://schemas.microsoft.com/office/drawing/2014/main" id="{AEA3CA85-4257-0FD5-29C6-9F2237B0B5C9}"/>
                </a:ext>
              </a:extLst>
            </p:cNvPr>
            <p:cNvSpPr/>
            <p:nvPr>
              <p:custDataLst>
                <p:tags r:id="rId20"/>
              </p:custDataLst>
            </p:nvPr>
          </p:nvSpPr>
          <p:spPr>
            <a:xfrm>
              <a:off x="12566660" y="4765730"/>
              <a:ext cx="54822" cy="230019"/>
            </a:xfrm>
            <a:custGeom>
              <a:avLst/>
              <a:gdLst>
                <a:gd name="connsiteX0" fmla="*/ 55084 w 54822"/>
                <a:gd name="connsiteY0" fmla="*/ 227794 h 230019"/>
                <a:gd name="connsiteX1" fmla="*/ 51066 w 54822"/>
                <a:gd name="connsiteY1" fmla="*/ 222734 h 230019"/>
                <a:gd name="connsiteX2" fmla="*/ 13966 w 54822"/>
                <a:gd name="connsiteY2" fmla="*/ 115084 h 230019"/>
                <a:gd name="connsiteX3" fmla="*/ 52012 w 54822"/>
                <a:gd name="connsiteY3" fmla="*/ 6285 h 230019"/>
                <a:gd name="connsiteX4" fmla="*/ 55084 w 54822"/>
                <a:gd name="connsiteY4" fmla="*/ 2375 h 230019"/>
                <a:gd name="connsiteX5" fmla="*/ 52720 w 54822"/>
                <a:gd name="connsiteY5" fmla="*/ 75 h 230019"/>
                <a:gd name="connsiteX6" fmla="*/ 15148 w 54822"/>
                <a:gd name="connsiteY6" fmla="*/ 44929 h 230019"/>
                <a:gd name="connsiteX7" fmla="*/ 261 w 54822"/>
                <a:gd name="connsiteY7" fmla="*/ 115084 h 230019"/>
                <a:gd name="connsiteX8" fmla="*/ 15857 w 54822"/>
                <a:gd name="connsiteY8" fmla="*/ 186851 h 230019"/>
                <a:gd name="connsiteX9" fmla="*/ 52720 w 54822"/>
                <a:gd name="connsiteY9" fmla="*/ 230094 h 230019"/>
                <a:gd name="connsiteX10" fmla="*/ 55084 w 54822"/>
                <a:gd name="connsiteY10" fmla="*/ 227794 h 23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22" h="230019">
                  <a:moveTo>
                    <a:pt x="55084" y="227794"/>
                  </a:moveTo>
                  <a:cubicBezTo>
                    <a:pt x="55084" y="227104"/>
                    <a:pt x="55084" y="226644"/>
                    <a:pt x="51066" y="222734"/>
                  </a:cubicBezTo>
                  <a:cubicBezTo>
                    <a:pt x="21528" y="193751"/>
                    <a:pt x="13966" y="150277"/>
                    <a:pt x="13966" y="115084"/>
                  </a:cubicBezTo>
                  <a:cubicBezTo>
                    <a:pt x="13966" y="75061"/>
                    <a:pt x="22946" y="35038"/>
                    <a:pt x="52012" y="6285"/>
                  </a:cubicBezTo>
                  <a:cubicBezTo>
                    <a:pt x="55084" y="3525"/>
                    <a:pt x="55084" y="3065"/>
                    <a:pt x="55084" y="2375"/>
                  </a:cubicBezTo>
                  <a:cubicBezTo>
                    <a:pt x="55084" y="765"/>
                    <a:pt x="54138" y="75"/>
                    <a:pt x="52720" y="75"/>
                  </a:cubicBezTo>
                  <a:cubicBezTo>
                    <a:pt x="50357" y="75"/>
                    <a:pt x="29090" y="15716"/>
                    <a:pt x="15148" y="44929"/>
                  </a:cubicBezTo>
                  <a:cubicBezTo>
                    <a:pt x="3096" y="70231"/>
                    <a:pt x="261" y="95763"/>
                    <a:pt x="261" y="115084"/>
                  </a:cubicBezTo>
                  <a:cubicBezTo>
                    <a:pt x="261" y="133026"/>
                    <a:pt x="2860" y="160858"/>
                    <a:pt x="15857" y="186851"/>
                  </a:cubicBezTo>
                  <a:cubicBezTo>
                    <a:pt x="30035" y="215143"/>
                    <a:pt x="50357" y="230094"/>
                    <a:pt x="52720" y="230094"/>
                  </a:cubicBezTo>
                  <a:cubicBezTo>
                    <a:pt x="54138" y="230094"/>
                    <a:pt x="55084" y="229404"/>
                    <a:pt x="55084" y="22779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9" name="Freeform: Shape 118">
              <a:extLst>
                <a:ext uri="{FF2B5EF4-FFF2-40B4-BE49-F238E27FC236}">
                  <a16:creationId xmlns:a16="http://schemas.microsoft.com/office/drawing/2014/main" id="{C2269174-28A9-CFAF-72B1-959B9BDA0874}"/>
                </a:ext>
              </a:extLst>
            </p:cNvPr>
            <p:cNvSpPr/>
            <p:nvPr>
              <p:custDataLst>
                <p:tags r:id="rId21"/>
              </p:custDataLst>
            </p:nvPr>
          </p:nvSpPr>
          <p:spPr>
            <a:xfrm>
              <a:off x="12642222" y="4775850"/>
              <a:ext cx="128816" cy="207017"/>
            </a:xfrm>
            <a:custGeom>
              <a:avLst/>
              <a:gdLst>
                <a:gd name="connsiteX0" fmla="*/ 129081 w 128816"/>
                <a:gd name="connsiteY0" fmla="*/ 31587 h 207017"/>
                <a:gd name="connsiteX1" fmla="*/ 96943 w 128816"/>
                <a:gd name="connsiteY1" fmla="*/ 75 h 207017"/>
                <a:gd name="connsiteX2" fmla="*/ 68350 w 128816"/>
                <a:gd name="connsiteY2" fmla="*/ 9736 h 207017"/>
                <a:gd name="connsiteX3" fmla="*/ 37867 w 128816"/>
                <a:gd name="connsiteY3" fmla="*/ 58730 h 207017"/>
                <a:gd name="connsiteX4" fmla="*/ 294 w 128816"/>
                <a:gd name="connsiteY4" fmla="*/ 204792 h 207017"/>
                <a:gd name="connsiteX5" fmla="*/ 3130 w 128816"/>
                <a:gd name="connsiteY5" fmla="*/ 207092 h 207017"/>
                <a:gd name="connsiteX6" fmla="*/ 5966 w 128816"/>
                <a:gd name="connsiteY6" fmla="*/ 205942 h 207017"/>
                <a:gd name="connsiteX7" fmla="*/ 22507 w 128816"/>
                <a:gd name="connsiteY7" fmla="*/ 142457 h 207017"/>
                <a:gd name="connsiteX8" fmla="*/ 54645 w 128816"/>
                <a:gd name="connsiteY8" fmla="*/ 164769 h 207017"/>
                <a:gd name="connsiteX9" fmla="*/ 100252 w 128816"/>
                <a:gd name="connsiteY9" fmla="*/ 146597 h 207017"/>
                <a:gd name="connsiteX10" fmla="*/ 119156 w 128816"/>
                <a:gd name="connsiteY10" fmla="*/ 104274 h 207017"/>
                <a:gd name="connsiteX11" fmla="*/ 101906 w 128816"/>
                <a:gd name="connsiteY11" fmla="*/ 70001 h 207017"/>
                <a:gd name="connsiteX12" fmla="*/ 129081 w 128816"/>
                <a:gd name="connsiteY12" fmla="*/ 31587 h 207017"/>
                <a:gd name="connsiteX13" fmla="*/ 86546 w 128816"/>
                <a:gd name="connsiteY13" fmla="*/ 69771 h 207017"/>
                <a:gd name="connsiteX14" fmla="*/ 75203 w 128816"/>
                <a:gd name="connsiteY14" fmla="*/ 71381 h 207017"/>
                <a:gd name="connsiteX15" fmla="*/ 64806 w 128816"/>
                <a:gd name="connsiteY15" fmla="*/ 70461 h 207017"/>
                <a:gd name="connsiteX16" fmla="*/ 76385 w 128816"/>
                <a:gd name="connsiteY16" fmla="*/ 68621 h 207017"/>
                <a:gd name="connsiteX17" fmla="*/ 86546 w 128816"/>
                <a:gd name="connsiteY17" fmla="*/ 69771 h 207017"/>
                <a:gd name="connsiteX18" fmla="*/ 115848 w 128816"/>
                <a:gd name="connsiteY18" fmla="*/ 26297 h 207017"/>
                <a:gd name="connsiteX19" fmla="*/ 94580 w 128816"/>
                <a:gd name="connsiteY19" fmla="*/ 66090 h 207017"/>
                <a:gd name="connsiteX20" fmla="*/ 76385 w 128816"/>
                <a:gd name="connsiteY20" fmla="*/ 63330 h 207017"/>
                <a:gd name="connsiteX21" fmla="*/ 58189 w 128816"/>
                <a:gd name="connsiteY21" fmla="*/ 70691 h 207017"/>
                <a:gd name="connsiteX22" fmla="*/ 74494 w 128816"/>
                <a:gd name="connsiteY22" fmla="*/ 76441 h 207017"/>
                <a:gd name="connsiteX23" fmla="*/ 93871 w 128816"/>
                <a:gd name="connsiteY23" fmla="*/ 73451 h 207017"/>
                <a:gd name="connsiteX24" fmla="*/ 104269 w 128816"/>
                <a:gd name="connsiteY24" fmla="*/ 99443 h 207017"/>
                <a:gd name="connsiteX25" fmla="*/ 92454 w 128816"/>
                <a:gd name="connsiteY25" fmla="*/ 139006 h 207017"/>
                <a:gd name="connsiteX26" fmla="*/ 53936 w 128816"/>
                <a:gd name="connsiteY26" fmla="*/ 159708 h 207017"/>
                <a:gd name="connsiteX27" fmla="*/ 26997 w 128816"/>
                <a:gd name="connsiteY27" fmla="*/ 130036 h 207017"/>
                <a:gd name="connsiteX28" fmla="*/ 28178 w 128816"/>
                <a:gd name="connsiteY28" fmla="*/ 119915 h 207017"/>
                <a:gd name="connsiteX29" fmla="*/ 43302 w 128816"/>
                <a:gd name="connsiteY29" fmla="*/ 61720 h 207017"/>
                <a:gd name="connsiteX30" fmla="*/ 93871 w 128816"/>
                <a:gd name="connsiteY30" fmla="*/ 5365 h 207017"/>
                <a:gd name="connsiteX31" fmla="*/ 115848 w 128816"/>
                <a:gd name="connsiteY31" fmla="*/ 26297 h 207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8816" h="207017">
                  <a:moveTo>
                    <a:pt x="129081" y="31587"/>
                  </a:moveTo>
                  <a:cubicBezTo>
                    <a:pt x="129081" y="14336"/>
                    <a:pt x="116084" y="75"/>
                    <a:pt x="96943" y="75"/>
                  </a:cubicBezTo>
                  <a:cubicBezTo>
                    <a:pt x="83238" y="75"/>
                    <a:pt x="76621" y="3755"/>
                    <a:pt x="68350" y="9736"/>
                  </a:cubicBezTo>
                  <a:cubicBezTo>
                    <a:pt x="55354" y="18936"/>
                    <a:pt x="42357" y="41248"/>
                    <a:pt x="37867" y="58730"/>
                  </a:cubicBezTo>
                  <a:lnTo>
                    <a:pt x="294" y="204792"/>
                  </a:lnTo>
                  <a:cubicBezTo>
                    <a:pt x="58" y="205712"/>
                    <a:pt x="1240" y="207092"/>
                    <a:pt x="3130" y="207092"/>
                  </a:cubicBezTo>
                  <a:cubicBezTo>
                    <a:pt x="5021" y="207092"/>
                    <a:pt x="5729" y="206632"/>
                    <a:pt x="5966" y="205942"/>
                  </a:cubicBezTo>
                  <a:lnTo>
                    <a:pt x="22507" y="142457"/>
                  </a:lnTo>
                  <a:cubicBezTo>
                    <a:pt x="26997" y="156258"/>
                    <a:pt x="37394" y="164769"/>
                    <a:pt x="54645" y="164769"/>
                  </a:cubicBezTo>
                  <a:cubicBezTo>
                    <a:pt x="71895" y="164769"/>
                    <a:pt x="89618" y="156718"/>
                    <a:pt x="100252" y="146597"/>
                  </a:cubicBezTo>
                  <a:cubicBezTo>
                    <a:pt x="111594" y="136016"/>
                    <a:pt x="119156" y="121295"/>
                    <a:pt x="119156" y="104274"/>
                  </a:cubicBezTo>
                  <a:cubicBezTo>
                    <a:pt x="119156" y="87712"/>
                    <a:pt x="110413" y="75751"/>
                    <a:pt x="101906" y="70001"/>
                  </a:cubicBezTo>
                  <a:cubicBezTo>
                    <a:pt x="115612" y="62410"/>
                    <a:pt x="129081" y="48149"/>
                    <a:pt x="129081" y="31587"/>
                  </a:cubicBezTo>
                  <a:close/>
                  <a:moveTo>
                    <a:pt x="86546" y="69771"/>
                  </a:moveTo>
                  <a:cubicBezTo>
                    <a:pt x="83474" y="70921"/>
                    <a:pt x="80875" y="71381"/>
                    <a:pt x="75203" y="71381"/>
                  </a:cubicBezTo>
                  <a:cubicBezTo>
                    <a:pt x="71895" y="71381"/>
                    <a:pt x="67169" y="71611"/>
                    <a:pt x="64806" y="70461"/>
                  </a:cubicBezTo>
                  <a:cubicBezTo>
                    <a:pt x="65278" y="68160"/>
                    <a:pt x="73785" y="68621"/>
                    <a:pt x="76385" y="68621"/>
                  </a:cubicBezTo>
                  <a:cubicBezTo>
                    <a:pt x="81347" y="68621"/>
                    <a:pt x="83474" y="68621"/>
                    <a:pt x="86546" y="69771"/>
                  </a:cubicBezTo>
                  <a:close/>
                  <a:moveTo>
                    <a:pt x="115848" y="26297"/>
                  </a:moveTo>
                  <a:cubicBezTo>
                    <a:pt x="115848" y="42398"/>
                    <a:pt x="106868" y="58960"/>
                    <a:pt x="94580" y="66090"/>
                  </a:cubicBezTo>
                  <a:cubicBezTo>
                    <a:pt x="88200" y="63790"/>
                    <a:pt x="83474" y="63330"/>
                    <a:pt x="76385" y="63330"/>
                  </a:cubicBezTo>
                  <a:cubicBezTo>
                    <a:pt x="71422" y="63330"/>
                    <a:pt x="58189" y="63100"/>
                    <a:pt x="58189" y="70691"/>
                  </a:cubicBezTo>
                  <a:cubicBezTo>
                    <a:pt x="57953" y="77131"/>
                    <a:pt x="70241" y="76441"/>
                    <a:pt x="74494" y="76441"/>
                  </a:cubicBezTo>
                  <a:cubicBezTo>
                    <a:pt x="83238" y="76441"/>
                    <a:pt x="86782" y="76211"/>
                    <a:pt x="93871" y="73451"/>
                  </a:cubicBezTo>
                  <a:cubicBezTo>
                    <a:pt x="102851" y="81732"/>
                    <a:pt x="104033" y="88862"/>
                    <a:pt x="104269" y="99443"/>
                  </a:cubicBezTo>
                  <a:cubicBezTo>
                    <a:pt x="104742" y="112784"/>
                    <a:pt x="99070" y="130036"/>
                    <a:pt x="92454" y="139006"/>
                  </a:cubicBezTo>
                  <a:cubicBezTo>
                    <a:pt x="83238" y="151428"/>
                    <a:pt x="67405" y="159708"/>
                    <a:pt x="53936" y="159708"/>
                  </a:cubicBezTo>
                  <a:cubicBezTo>
                    <a:pt x="35977" y="159708"/>
                    <a:pt x="26997" y="146367"/>
                    <a:pt x="26997" y="130036"/>
                  </a:cubicBezTo>
                  <a:cubicBezTo>
                    <a:pt x="26997" y="127736"/>
                    <a:pt x="26997" y="124285"/>
                    <a:pt x="28178" y="119915"/>
                  </a:cubicBezTo>
                  <a:lnTo>
                    <a:pt x="43302" y="61720"/>
                  </a:lnTo>
                  <a:cubicBezTo>
                    <a:pt x="48501" y="41938"/>
                    <a:pt x="65515" y="5365"/>
                    <a:pt x="93871" y="5365"/>
                  </a:cubicBezTo>
                  <a:cubicBezTo>
                    <a:pt x="107577" y="5365"/>
                    <a:pt x="115848" y="12496"/>
                    <a:pt x="115848" y="2629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0" name="Freeform: Shape 119">
              <a:extLst>
                <a:ext uri="{FF2B5EF4-FFF2-40B4-BE49-F238E27FC236}">
                  <a16:creationId xmlns:a16="http://schemas.microsoft.com/office/drawing/2014/main" id="{52E94449-700B-9591-F591-190AB8155CFA}"/>
                </a:ext>
              </a:extLst>
            </p:cNvPr>
            <p:cNvSpPr/>
            <p:nvPr>
              <p:custDataLst>
                <p:tags r:id="rId22"/>
              </p:custDataLst>
            </p:nvPr>
          </p:nvSpPr>
          <p:spPr>
            <a:xfrm>
              <a:off x="12777425" y="4865834"/>
              <a:ext cx="76752" cy="110133"/>
            </a:xfrm>
            <a:custGeom>
              <a:avLst/>
              <a:gdLst>
                <a:gd name="connsiteX0" fmla="*/ 77022 w 76752"/>
                <a:gd name="connsiteY0" fmla="*/ 55626 h 110133"/>
                <a:gd name="connsiteX1" fmla="*/ 67263 w 76752"/>
                <a:gd name="connsiteY1" fmla="*/ 13923 h 110133"/>
                <a:gd name="connsiteX2" fmla="*/ 38646 w 76752"/>
                <a:gd name="connsiteY2" fmla="*/ 76 h 110133"/>
                <a:gd name="connsiteX3" fmla="*/ 270 w 76752"/>
                <a:gd name="connsiteY3" fmla="*/ 55626 h 110133"/>
                <a:gd name="connsiteX4" fmla="*/ 38646 w 76752"/>
                <a:gd name="connsiteY4" fmla="*/ 110210 h 110133"/>
                <a:gd name="connsiteX5" fmla="*/ 77022 w 76752"/>
                <a:gd name="connsiteY5" fmla="*/ 55626 h 110133"/>
                <a:gd name="connsiteX6" fmla="*/ 38646 w 76752"/>
                <a:gd name="connsiteY6" fmla="*/ 105701 h 110133"/>
                <a:gd name="connsiteX7" fmla="*/ 17639 w 76752"/>
                <a:gd name="connsiteY7" fmla="*/ 88151 h 110133"/>
                <a:gd name="connsiteX8" fmla="*/ 15323 w 76752"/>
                <a:gd name="connsiteY8" fmla="*/ 53533 h 110133"/>
                <a:gd name="connsiteX9" fmla="*/ 17804 w 76752"/>
                <a:gd name="connsiteY9" fmla="*/ 20686 h 110133"/>
                <a:gd name="connsiteX10" fmla="*/ 38646 w 76752"/>
                <a:gd name="connsiteY10" fmla="*/ 4585 h 110133"/>
                <a:gd name="connsiteX11" fmla="*/ 59157 w 76752"/>
                <a:gd name="connsiteY11" fmla="*/ 19237 h 110133"/>
                <a:gd name="connsiteX12" fmla="*/ 61969 w 76752"/>
                <a:gd name="connsiteY12" fmla="*/ 53533 h 110133"/>
                <a:gd name="connsiteX13" fmla="*/ 59819 w 76752"/>
                <a:gd name="connsiteY13" fmla="*/ 87507 h 110133"/>
                <a:gd name="connsiteX14" fmla="*/ 38646 w 76752"/>
                <a:gd name="connsiteY14" fmla="*/ 105701 h 110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6752" h="110133">
                  <a:moveTo>
                    <a:pt x="77022" y="55626"/>
                  </a:moveTo>
                  <a:cubicBezTo>
                    <a:pt x="77022" y="37914"/>
                    <a:pt x="74872" y="25194"/>
                    <a:pt x="67263" y="13923"/>
                  </a:cubicBezTo>
                  <a:cubicBezTo>
                    <a:pt x="62135" y="6517"/>
                    <a:pt x="51879" y="76"/>
                    <a:pt x="38646" y="76"/>
                  </a:cubicBezTo>
                  <a:cubicBezTo>
                    <a:pt x="270" y="76"/>
                    <a:pt x="270" y="44033"/>
                    <a:pt x="270" y="55626"/>
                  </a:cubicBezTo>
                  <a:cubicBezTo>
                    <a:pt x="270" y="67219"/>
                    <a:pt x="270" y="110210"/>
                    <a:pt x="38646" y="110210"/>
                  </a:cubicBezTo>
                  <a:cubicBezTo>
                    <a:pt x="77022" y="110210"/>
                    <a:pt x="77022" y="67219"/>
                    <a:pt x="77022" y="55626"/>
                  </a:cubicBezTo>
                  <a:close/>
                  <a:moveTo>
                    <a:pt x="38646" y="105701"/>
                  </a:moveTo>
                  <a:cubicBezTo>
                    <a:pt x="31037" y="105701"/>
                    <a:pt x="20947" y="101354"/>
                    <a:pt x="17639" y="88151"/>
                  </a:cubicBezTo>
                  <a:cubicBezTo>
                    <a:pt x="15323" y="78651"/>
                    <a:pt x="15323" y="65448"/>
                    <a:pt x="15323" y="53533"/>
                  </a:cubicBezTo>
                  <a:cubicBezTo>
                    <a:pt x="15323" y="41779"/>
                    <a:pt x="15323" y="29542"/>
                    <a:pt x="17804" y="20686"/>
                  </a:cubicBezTo>
                  <a:cubicBezTo>
                    <a:pt x="21278" y="7966"/>
                    <a:pt x="31864" y="4585"/>
                    <a:pt x="38646" y="4585"/>
                  </a:cubicBezTo>
                  <a:cubicBezTo>
                    <a:pt x="47578" y="4585"/>
                    <a:pt x="56180" y="9898"/>
                    <a:pt x="59157" y="19237"/>
                  </a:cubicBezTo>
                  <a:cubicBezTo>
                    <a:pt x="61804" y="27932"/>
                    <a:pt x="61969" y="39525"/>
                    <a:pt x="61969" y="53533"/>
                  </a:cubicBezTo>
                  <a:cubicBezTo>
                    <a:pt x="61969" y="65448"/>
                    <a:pt x="61969" y="77363"/>
                    <a:pt x="59819" y="87507"/>
                  </a:cubicBezTo>
                  <a:cubicBezTo>
                    <a:pt x="56511" y="102159"/>
                    <a:pt x="45263" y="105701"/>
                    <a:pt x="38646" y="10570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1" name="Freeform: Shape 120">
              <a:extLst>
                <a:ext uri="{FF2B5EF4-FFF2-40B4-BE49-F238E27FC236}">
                  <a16:creationId xmlns:a16="http://schemas.microsoft.com/office/drawing/2014/main" id="{EBE254BD-1B26-D971-41E5-ACC9659D289D}"/>
                </a:ext>
              </a:extLst>
            </p:cNvPr>
            <p:cNvSpPr/>
            <p:nvPr>
              <p:custDataLst>
                <p:tags r:id="rId23"/>
              </p:custDataLst>
            </p:nvPr>
          </p:nvSpPr>
          <p:spPr>
            <a:xfrm>
              <a:off x="12940578" y="4804143"/>
              <a:ext cx="157143" cy="153192"/>
            </a:xfrm>
            <a:custGeom>
              <a:avLst/>
              <a:gdLst>
                <a:gd name="connsiteX0" fmla="*/ 83693 w 157143"/>
                <a:gd name="connsiteY0" fmla="*/ 81272 h 153192"/>
                <a:gd name="connsiteX1" fmla="*/ 149622 w 157143"/>
                <a:gd name="connsiteY1" fmla="*/ 81272 h 153192"/>
                <a:gd name="connsiteX2" fmla="*/ 157420 w 157143"/>
                <a:gd name="connsiteY2" fmla="*/ 76671 h 153192"/>
                <a:gd name="connsiteX3" fmla="*/ 149622 w 157143"/>
                <a:gd name="connsiteY3" fmla="*/ 72071 h 153192"/>
                <a:gd name="connsiteX4" fmla="*/ 83693 w 157143"/>
                <a:gd name="connsiteY4" fmla="*/ 72071 h 153192"/>
                <a:gd name="connsiteX5" fmla="*/ 83693 w 157143"/>
                <a:gd name="connsiteY5" fmla="*/ 7665 h 153192"/>
                <a:gd name="connsiteX6" fmla="*/ 78967 w 157143"/>
                <a:gd name="connsiteY6" fmla="*/ 75 h 153192"/>
                <a:gd name="connsiteX7" fmla="*/ 74240 w 157143"/>
                <a:gd name="connsiteY7" fmla="*/ 7665 h 153192"/>
                <a:gd name="connsiteX8" fmla="*/ 74240 w 157143"/>
                <a:gd name="connsiteY8" fmla="*/ 72071 h 153192"/>
                <a:gd name="connsiteX9" fmla="*/ 8075 w 157143"/>
                <a:gd name="connsiteY9" fmla="*/ 72071 h 153192"/>
                <a:gd name="connsiteX10" fmla="*/ 277 w 157143"/>
                <a:gd name="connsiteY10" fmla="*/ 76671 h 153192"/>
                <a:gd name="connsiteX11" fmla="*/ 8075 w 157143"/>
                <a:gd name="connsiteY11" fmla="*/ 81272 h 153192"/>
                <a:gd name="connsiteX12" fmla="*/ 74240 w 157143"/>
                <a:gd name="connsiteY12" fmla="*/ 81272 h 153192"/>
                <a:gd name="connsiteX13" fmla="*/ 74240 w 157143"/>
                <a:gd name="connsiteY13" fmla="*/ 145677 h 153192"/>
                <a:gd name="connsiteX14" fmla="*/ 78967 w 157143"/>
                <a:gd name="connsiteY14" fmla="*/ 153268 h 153192"/>
                <a:gd name="connsiteX15" fmla="*/ 83693 w 157143"/>
                <a:gd name="connsiteY15" fmla="*/ 145677 h 153192"/>
                <a:gd name="connsiteX16" fmla="*/ 83693 w 157143"/>
                <a:gd name="connsiteY16" fmla="*/ 81272 h 15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143" h="153192">
                  <a:moveTo>
                    <a:pt x="83693" y="81272"/>
                  </a:moveTo>
                  <a:lnTo>
                    <a:pt x="149622" y="81272"/>
                  </a:lnTo>
                  <a:cubicBezTo>
                    <a:pt x="152930" y="81272"/>
                    <a:pt x="157420" y="81272"/>
                    <a:pt x="157420" y="76671"/>
                  </a:cubicBezTo>
                  <a:cubicBezTo>
                    <a:pt x="157420" y="72071"/>
                    <a:pt x="152930" y="72071"/>
                    <a:pt x="149622" y="72071"/>
                  </a:cubicBezTo>
                  <a:lnTo>
                    <a:pt x="83693" y="72071"/>
                  </a:lnTo>
                  <a:lnTo>
                    <a:pt x="83693" y="7665"/>
                  </a:lnTo>
                  <a:cubicBezTo>
                    <a:pt x="83693" y="4445"/>
                    <a:pt x="83693" y="75"/>
                    <a:pt x="78967" y="75"/>
                  </a:cubicBezTo>
                  <a:cubicBezTo>
                    <a:pt x="74240" y="75"/>
                    <a:pt x="74240" y="4445"/>
                    <a:pt x="74240" y="7665"/>
                  </a:cubicBezTo>
                  <a:lnTo>
                    <a:pt x="74240" y="72071"/>
                  </a:lnTo>
                  <a:lnTo>
                    <a:pt x="8075" y="72071"/>
                  </a:lnTo>
                  <a:cubicBezTo>
                    <a:pt x="4767" y="72071"/>
                    <a:pt x="277" y="72071"/>
                    <a:pt x="277" y="76671"/>
                  </a:cubicBezTo>
                  <a:cubicBezTo>
                    <a:pt x="277" y="81272"/>
                    <a:pt x="4767" y="81272"/>
                    <a:pt x="8075" y="81272"/>
                  </a:cubicBezTo>
                  <a:lnTo>
                    <a:pt x="74240" y="81272"/>
                  </a:lnTo>
                  <a:lnTo>
                    <a:pt x="74240" y="145677"/>
                  </a:lnTo>
                  <a:cubicBezTo>
                    <a:pt x="74240" y="148897"/>
                    <a:pt x="74240" y="153268"/>
                    <a:pt x="78967" y="153268"/>
                  </a:cubicBezTo>
                  <a:cubicBezTo>
                    <a:pt x="83693" y="153268"/>
                    <a:pt x="83693" y="148897"/>
                    <a:pt x="83693" y="145677"/>
                  </a:cubicBezTo>
                  <a:lnTo>
                    <a:pt x="83693" y="8127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2" name="Freeform: Shape 121">
              <a:extLst>
                <a:ext uri="{FF2B5EF4-FFF2-40B4-BE49-F238E27FC236}">
                  <a16:creationId xmlns:a16="http://schemas.microsoft.com/office/drawing/2014/main" id="{080F7D09-0B23-E2B0-92B5-3481F4B98404}"/>
                </a:ext>
              </a:extLst>
            </p:cNvPr>
            <p:cNvSpPr/>
            <p:nvPr>
              <p:custDataLst>
                <p:tags r:id="rId24"/>
              </p:custDataLst>
            </p:nvPr>
          </p:nvSpPr>
          <p:spPr>
            <a:xfrm>
              <a:off x="13170709" y="4775850"/>
              <a:ext cx="128816" cy="207017"/>
            </a:xfrm>
            <a:custGeom>
              <a:avLst/>
              <a:gdLst>
                <a:gd name="connsiteX0" fmla="*/ 129103 w 128816"/>
                <a:gd name="connsiteY0" fmla="*/ 31587 h 207017"/>
                <a:gd name="connsiteX1" fmla="*/ 96966 w 128816"/>
                <a:gd name="connsiteY1" fmla="*/ 75 h 207017"/>
                <a:gd name="connsiteX2" fmla="*/ 68373 w 128816"/>
                <a:gd name="connsiteY2" fmla="*/ 9736 h 207017"/>
                <a:gd name="connsiteX3" fmla="*/ 37889 w 128816"/>
                <a:gd name="connsiteY3" fmla="*/ 58730 h 207017"/>
                <a:gd name="connsiteX4" fmla="*/ 317 w 128816"/>
                <a:gd name="connsiteY4" fmla="*/ 204792 h 207017"/>
                <a:gd name="connsiteX5" fmla="*/ 3152 w 128816"/>
                <a:gd name="connsiteY5" fmla="*/ 207092 h 207017"/>
                <a:gd name="connsiteX6" fmla="*/ 5988 w 128816"/>
                <a:gd name="connsiteY6" fmla="*/ 205942 h 207017"/>
                <a:gd name="connsiteX7" fmla="*/ 22529 w 128816"/>
                <a:gd name="connsiteY7" fmla="*/ 142457 h 207017"/>
                <a:gd name="connsiteX8" fmla="*/ 54667 w 128816"/>
                <a:gd name="connsiteY8" fmla="*/ 164769 h 207017"/>
                <a:gd name="connsiteX9" fmla="*/ 100274 w 128816"/>
                <a:gd name="connsiteY9" fmla="*/ 146597 h 207017"/>
                <a:gd name="connsiteX10" fmla="*/ 119178 w 128816"/>
                <a:gd name="connsiteY10" fmla="*/ 104274 h 207017"/>
                <a:gd name="connsiteX11" fmla="*/ 101928 w 128816"/>
                <a:gd name="connsiteY11" fmla="*/ 70001 h 207017"/>
                <a:gd name="connsiteX12" fmla="*/ 129103 w 128816"/>
                <a:gd name="connsiteY12" fmla="*/ 31587 h 207017"/>
                <a:gd name="connsiteX13" fmla="*/ 86568 w 128816"/>
                <a:gd name="connsiteY13" fmla="*/ 69771 h 207017"/>
                <a:gd name="connsiteX14" fmla="*/ 75226 w 128816"/>
                <a:gd name="connsiteY14" fmla="*/ 71381 h 207017"/>
                <a:gd name="connsiteX15" fmla="*/ 64828 w 128816"/>
                <a:gd name="connsiteY15" fmla="*/ 70461 h 207017"/>
                <a:gd name="connsiteX16" fmla="*/ 76407 w 128816"/>
                <a:gd name="connsiteY16" fmla="*/ 68621 h 207017"/>
                <a:gd name="connsiteX17" fmla="*/ 86568 w 128816"/>
                <a:gd name="connsiteY17" fmla="*/ 69771 h 207017"/>
                <a:gd name="connsiteX18" fmla="*/ 115870 w 128816"/>
                <a:gd name="connsiteY18" fmla="*/ 26297 h 207017"/>
                <a:gd name="connsiteX19" fmla="*/ 94603 w 128816"/>
                <a:gd name="connsiteY19" fmla="*/ 66090 h 207017"/>
                <a:gd name="connsiteX20" fmla="*/ 76407 w 128816"/>
                <a:gd name="connsiteY20" fmla="*/ 63330 h 207017"/>
                <a:gd name="connsiteX21" fmla="*/ 58212 w 128816"/>
                <a:gd name="connsiteY21" fmla="*/ 70691 h 207017"/>
                <a:gd name="connsiteX22" fmla="*/ 74517 w 128816"/>
                <a:gd name="connsiteY22" fmla="*/ 76441 h 207017"/>
                <a:gd name="connsiteX23" fmla="*/ 93894 w 128816"/>
                <a:gd name="connsiteY23" fmla="*/ 73451 h 207017"/>
                <a:gd name="connsiteX24" fmla="*/ 104291 w 128816"/>
                <a:gd name="connsiteY24" fmla="*/ 99443 h 207017"/>
                <a:gd name="connsiteX25" fmla="*/ 92476 w 128816"/>
                <a:gd name="connsiteY25" fmla="*/ 139006 h 207017"/>
                <a:gd name="connsiteX26" fmla="*/ 53958 w 128816"/>
                <a:gd name="connsiteY26" fmla="*/ 159708 h 207017"/>
                <a:gd name="connsiteX27" fmla="*/ 27019 w 128816"/>
                <a:gd name="connsiteY27" fmla="*/ 130036 h 207017"/>
                <a:gd name="connsiteX28" fmla="*/ 28201 w 128816"/>
                <a:gd name="connsiteY28" fmla="*/ 119915 h 207017"/>
                <a:gd name="connsiteX29" fmla="*/ 43324 w 128816"/>
                <a:gd name="connsiteY29" fmla="*/ 61720 h 207017"/>
                <a:gd name="connsiteX30" fmla="*/ 93894 w 128816"/>
                <a:gd name="connsiteY30" fmla="*/ 5365 h 207017"/>
                <a:gd name="connsiteX31" fmla="*/ 115870 w 128816"/>
                <a:gd name="connsiteY31" fmla="*/ 26297 h 207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8816" h="207017">
                  <a:moveTo>
                    <a:pt x="129103" y="31587"/>
                  </a:moveTo>
                  <a:cubicBezTo>
                    <a:pt x="129103" y="14336"/>
                    <a:pt x="116106" y="75"/>
                    <a:pt x="96966" y="75"/>
                  </a:cubicBezTo>
                  <a:cubicBezTo>
                    <a:pt x="83260" y="75"/>
                    <a:pt x="76643" y="3755"/>
                    <a:pt x="68373" y="9736"/>
                  </a:cubicBezTo>
                  <a:cubicBezTo>
                    <a:pt x="55376" y="18936"/>
                    <a:pt x="42379" y="41248"/>
                    <a:pt x="37889" y="58730"/>
                  </a:cubicBezTo>
                  <a:lnTo>
                    <a:pt x="317" y="204792"/>
                  </a:lnTo>
                  <a:cubicBezTo>
                    <a:pt x="80" y="205712"/>
                    <a:pt x="1262" y="207092"/>
                    <a:pt x="3152" y="207092"/>
                  </a:cubicBezTo>
                  <a:cubicBezTo>
                    <a:pt x="5043" y="207092"/>
                    <a:pt x="5752" y="206632"/>
                    <a:pt x="5988" y="205942"/>
                  </a:cubicBezTo>
                  <a:lnTo>
                    <a:pt x="22529" y="142457"/>
                  </a:lnTo>
                  <a:cubicBezTo>
                    <a:pt x="27019" y="156258"/>
                    <a:pt x="37417" y="164769"/>
                    <a:pt x="54667" y="164769"/>
                  </a:cubicBezTo>
                  <a:cubicBezTo>
                    <a:pt x="71917" y="164769"/>
                    <a:pt x="89640" y="156718"/>
                    <a:pt x="100274" y="146597"/>
                  </a:cubicBezTo>
                  <a:cubicBezTo>
                    <a:pt x="111617" y="136016"/>
                    <a:pt x="119178" y="121295"/>
                    <a:pt x="119178" y="104274"/>
                  </a:cubicBezTo>
                  <a:cubicBezTo>
                    <a:pt x="119178" y="87712"/>
                    <a:pt x="110435" y="75751"/>
                    <a:pt x="101928" y="70001"/>
                  </a:cubicBezTo>
                  <a:cubicBezTo>
                    <a:pt x="115634" y="62410"/>
                    <a:pt x="129103" y="48149"/>
                    <a:pt x="129103" y="31587"/>
                  </a:cubicBezTo>
                  <a:close/>
                  <a:moveTo>
                    <a:pt x="86568" y="69771"/>
                  </a:moveTo>
                  <a:cubicBezTo>
                    <a:pt x="83496" y="70921"/>
                    <a:pt x="80897" y="71381"/>
                    <a:pt x="75226" y="71381"/>
                  </a:cubicBezTo>
                  <a:cubicBezTo>
                    <a:pt x="71917" y="71381"/>
                    <a:pt x="67191" y="71611"/>
                    <a:pt x="64828" y="70461"/>
                  </a:cubicBezTo>
                  <a:cubicBezTo>
                    <a:pt x="65301" y="68160"/>
                    <a:pt x="73808" y="68621"/>
                    <a:pt x="76407" y="68621"/>
                  </a:cubicBezTo>
                  <a:cubicBezTo>
                    <a:pt x="81370" y="68621"/>
                    <a:pt x="83496" y="68621"/>
                    <a:pt x="86568" y="69771"/>
                  </a:cubicBezTo>
                  <a:close/>
                  <a:moveTo>
                    <a:pt x="115870" y="26297"/>
                  </a:moveTo>
                  <a:cubicBezTo>
                    <a:pt x="115870" y="42398"/>
                    <a:pt x="106891" y="58960"/>
                    <a:pt x="94603" y="66090"/>
                  </a:cubicBezTo>
                  <a:cubicBezTo>
                    <a:pt x="88222" y="63790"/>
                    <a:pt x="83496" y="63330"/>
                    <a:pt x="76407" y="63330"/>
                  </a:cubicBezTo>
                  <a:cubicBezTo>
                    <a:pt x="71445" y="63330"/>
                    <a:pt x="58212" y="63100"/>
                    <a:pt x="58212" y="70691"/>
                  </a:cubicBezTo>
                  <a:cubicBezTo>
                    <a:pt x="57975" y="77131"/>
                    <a:pt x="70263" y="76441"/>
                    <a:pt x="74517" y="76441"/>
                  </a:cubicBezTo>
                  <a:cubicBezTo>
                    <a:pt x="83260" y="76441"/>
                    <a:pt x="86805" y="76211"/>
                    <a:pt x="93894" y="73451"/>
                  </a:cubicBezTo>
                  <a:cubicBezTo>
                    <a:pt x="102873" y="81732"/>
                    <a:pt x="104055" y="88862"/>
                    <a:pt x="104291" y="99443"/>
                  </a:cubicBezTo>
                  <a:cubicBezTo>
                    <a:pt x="104764" y="112784"/>
                    <a:pt x="99092" y="130036"/>
                    <a:pt x="92476" y="139006"/>
                  </a:cubicBezTo>
                  <a:cubicBezTo>
                    <a:pt x="83260" y="151428"/>
                    <a:pt x="67428" y="159708"/>
                    <a:pt x="53958" y="159708"/>
                  </a:cubicBezTo>
                  <a:cubicBezTo>
                    <a:pt x="35999" y="159708"/>
                    <a:pt x="27019" y="146367"/>
                    <a:pt x="27019" y="130036"/>
                  </a:cubicBezTo>
                  <a:cubicBezTo>
                    <a:pt x="27019" y="127736"/>
                    <a:pt x="27019" y="124285"/>
                    <a:pt x="28201" y="119915"/>
                  </a:cubicBezTo>
                  <a:lnTo>
                    <a:pt x="43324" y="61720"/>
                  </a:lnTo>
                  <a:cubicBezTo>
                    <a:pt x="48523" y="41938"/>
                    <a:pt x="65537" y="5365"/>
                    <a:pt x="93894" y="5365"/>
                  </a:cubicBezTo>
                  <a:cubicBezTo>
                    <a:pt x="107599" y="5365"/>
                    <a:pt x="115870" y="12496"/>
                    <a:pt x="115870" y="2629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3" name="Freeform: Shape 122">
              <a:extLst>
                <a:ext uri="{FF2B5EF4-FFF2-40B4-BE49-F238E27FC236}">
                  <a16:creationId xmlns:a16="http://schemas.microsoft.com/office/drawing/2014/main" id="{588730FC-3E36-4548-1D95-8AB749D0680D}"/>
                </a:ext>
              </a:extLst>
            </p:cNvPr>
            <p:cNvSpPr/>
            <p:nvPr>
              <p:custDataLst>
                <p:tags r:id="rId25"/>
              </p:custDataLst>
            </p:nvPr>
          </p:nvSpPr>
          <p:spPr>
            <a:xfrm>
              <a:off x="13315340" y="4865834"/>
              <a:ext cx="60210" cy="106913"/>
            </a:xfrm>
            <a:custGeom>
              <a:avLst/>
              <a:gdLst>
                <a:gd name="connsiteX0" fmla="*/ 37676 w 60210"/>
                <a:gd name="connsiteY0" fmla="*/ 4585 h 106913"/>
                <a:gd name="connsiteX1" fmla="*/ 32714 w 60210"/>
                <a:gd name="connsiteY1" fmla="*/ 76 h 106913"/>
                <a:gd name="connsiteX2" fmla="*/ 292 w 60210"/>
                <a:gd name="connsiteY2" fmla="*/ 10381 h 106913"/>
                <a:gd name="connsiteX3" fmla="*/ 292 w 60210"/>
                <a:gd name="connsiteY3" fmla="*/ 16178 h 106913"/>
                <a:gd name="connsiteX4" fmla="*/ 24277 w 60210"/>
                <a:gd name="connsiteY4" fmla="*/ 11669 h 106913"/>
                <a:gd name="connsiteX5" fmla="*/ 24277 w 60210"/>
                <a:gd name="connsiteY5" fmla="*/ 93786 h 106913"/>
                <a:gd name="connsiteX6" fmla="*/ 7736 w 60210"/>
                <a:gd name="connsiteY6" fmla="*/ 101193 h 106913"/>
                <a:gd name="connsiteX7" fmla="*/ 1450 w 60210"/>
                <a:gd name="connsiteY7" fmla="*/ 101193 h 106913"/>
                <a:gd name="connsiteX8" fmla="*/ 1450 w 60210"/>
                <a:gd name="connsiteY8" fmla="*/ 106989 h 106913"/>
                <a:gd name="connsiteX9" fmla="*/ 30894 w 60210"/>
                <a:gd name="connsiteY9" fmla="*/ 106345 h 106913"/>
                <a:gd name="connsiteX10" fmla="*/ 60503 w 60210"/>
                <a:gd name="connsiteY10" fmla="*/ 106989 h 106913"/>
                <a:gd name="connsiteX11" fmla="*/ 60503 w 60210"/>
                <a:gd name="connsiteY11" fmla="*/ 101193 h 106913"/>
                <a:gd name="connsiteX12" fmla="*/ 54217 w 60210"/>
                <a:gd name="connsiteY12" fmla="*/ 101193 h 106913"/>
                <a:gd name="connsiteX13" fmla="*/ 37676 w 60210"/>
                <a:gd name="connsiteY13" fmla="*/ 93786 h 106913"/>
                <a:gd name="connsiteX14" fmla="*/ 37676 w 60210"/>
                <a:gd name="connsiteY14" fmla="*/ 4585 h 106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210" h="106913">
                  <a:moveTo>
                    <a:pt x="37676" y="4585"/>
                  </a:moveTo>
                  <a:cubicBezTo>
                    <a:pt x="37676" y="237"/>
                    <a:pt x="37345" y="76"/>
                    <a:pt x="32714" y="76"/>
                  </a:cubicBezTo>
                  <a:cubicBezTo>
                    <a:pt x="22127" y="10220"/>
                    <a:pt x="7074" y="10381"/>
                    <a:pt x="292" y="10381"/>
                  </a:cubicBezTo>
                  <a:lnTo>
                    <a:pt x="292" y="16178"/>
                  </a:lnTo>
                  <a:cubicBezTo>
                    <a:pt x="4262" y="16178"/>
                    <a:pt x="15180" y="16178"/>
                    <a:pt x="24277" y="11669"/>
                  </a:cubicBezTo>
                  <a:lnTo>
                    <a:pt x="24277" y="93786"/>
                  </a:lnTo>
                  <a:cubicBezTo>
                    <a:pt x="24277" y="99100"/>
                    <a:pt x="24277" y="101193"/>
                    <a:pt x="7736" y="101193"/>
                  </a:cubicBezTo>
                  <a:lnTo>
                    <a:pt x="1450" y="101193"/>
                  </a:lnTo>
                  <a:lnTo>
                    <a:pt x="1450" y="106989"/>
                  </a:lnTo>
                  <a:cubicBezTo>
                    <a:pt x="4428" y="106828"/>
                    <a:pt x="24774" y="106345"/>
                    <a:pt x="30894" y="106345"/>
                  </a:cubicBezTo>
                  <a:cubicBezTo>
                    <a:pt x="36022" y="106345"/>
                    <a:pt x="56864" y="106828"/>
                    <a:pt x="60503" y="106989"/>
                  </a:cubicBezTo>
                  <a:lnTo>
                    <a:pt x="60503" y="101193"/>
                  </a:lnTo>
                  <a:lnTo>
                    <a:pt x="54217" y="101193"/>
                  </a:lnTo>
                  <a:cubicBezTo>
                    <a:pt x="37676" y="101193"/>
                    <a:pt x="37676" y="99100"/>
                    <a:pt x="37676" y="93786"/>
                  </a:cubicBezTo>
                  <a:lnTo>
                    <a:pt x="37676" y="458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4" name="Freeform: Shape 123">
              <a:extLst>
                <a:ext uri="{FF2B5EF4-FFF2-40B4-BE49-F238E27FC236}">
                  <a16:creationId xmlns:a16="http://schemas.microsoft.com/office/drawing/2014/main" id="{4D446298-F2B5-95C4-ECCF-484D0A6C4BF4}"/>
                </a:ext>
              </a:extLst>
            </p:cNvPr>
            <p:cNvSpPr/>
            <p:nvPr>
              <p:custDataLst>
                <p:tags r:id="rId26"/>
              </p:custDataLst>
            </p:nvPr>
          </p:nvSpPr>
          <p:spPr>
            <a:xfrm>
              <a:off x="13410173" y="4836576"/>
              <a:ext cx="117680" cy="104198"/>
            </a:xfrm>
            <a:custGeom>
              <a:avLst/>
              <a:gdLst>
                <a:gd name="connsiteX0" fmla="*/ 72370 w 117680"/>
                <a:gd name="connsiteY0" fmla="*/ 32277 h 104198"/>
                <a:gd name="connsiteX1" fmla="*/ 95764 w 117680"/>
                <a:gd name="connsiteY1" fmla="*/ 5135 h 104198"/>
                <a:gd name="connsiteX2" fmla="*/ 107580 w 117680"/>
                <a:gd name="connsiteY2" fmla="*/ 8125 h 104198"/>
                <a:gd name="connsiteX3" fmla="*/ 96237 w 117680"/>
                <a:gd name="connsiteY3" fmla="*/ 20546 h 104198"/>
                <a:gd name="connsiteX4" fmla="*/ 105217 w 117680"/>
                <a:gd name="connsiteY4" fmla="*/ 28597 h 104198"/>
                <a:gd name="connsiteX5" fmla="*/ 117977 w 117680"/>
                <a:gd name="connsiteY5" fmla="*/ 15256 h 104198"/>
                <a:gd name="connsiteX6" fmla="*/ 96001 w 117680"/>
                <a:gd name="connsiteY6" fmla="*/ 75 h 104198"/>
                <a:gd name="connsiteX7" fmla="*/ 71189 w 117680"/>
                <a:gd name="connsiteY7" fmla="*/ 17556 h 104198"/>
                <a:gd name="connsiteX8" fmla="*/ 45668 w 117680"/>
                <a:gd name="connsiteY8" fmla="*/ 75 h 104198"/>
                <a:gd name="connsiteX9" fmla="*/ 7622 w 117680"/>
                <a:gd name="connsiteY9" fmla="*/ 35498 h 104198"/>
                <a:gd name="connsiteX10" fmla="*/ 10458 w 117680"/>
                <a:gd name="connsiteY10" fmla="*/ 37798 h 104198"/>
                <a:gd name="connsiteX11" fmla="*/ 13530 w 117680"/>
                <a:gd name="connsiteY11" fmla="*/ 35268 h 104198"/>
                <a:gd name="connsiteX12" fmla="*/ 45195 w 117680"/>
                <a:gd name="connsiteY12" fmla="*/ 5135 h 104198"/>
                <a:gd name="connsiteX13" fmla="*/ 57955 w 117680"/>
                <a:gd name="connsiteY13" fmla="*/ 20546 h 104198"/>
                <a:gd name="connsiteX14" fmla="*/ 45195 w 117680"/>
                <a:gd name="connsiteY14" fmla="*/ 75291 h 104198"/>
                <a:gd name="connsiteX15" fmla="*/ 22746 w 117680"/>
                <a:gd name="connsiteY15" fmla="*/ 99213 h 104198"/>
                <a:gd name="connsiteX16" fmla="*/ 10931 w 117680"/>
                <a:gd name="connsiteY16" fmla="*/ 96223 h 104198"/>
                <a:gd name="connsiteX17" fmla="*/ 22037 w 117680"/>
                <a:gd name="connsiteY17" fmla="*/ 83802 h 104198"/>
                <a:gd name="connsiteX18" fmla="*/ 13294 w 117680"/>
                <a:gd name="connsiteY18" fmla="*/ 75751 h 104198"/>
                <a:gd name="connsiteX19" fmla="*/ 297 w 117680"/>
                <a:gd name="connsiteY19" fmla="*/ 89092 h 104198"/>
                <a:gd name="connsiteX20" fmla="*/ 22510 w 117680"/>
                <a:gd name="connsiteY20" fmla="*/ 104274 h 104198"/>
                <a:gd name="connsiteX21" fmla="*/ 47322 w 117680"/>
                <a:gd name="connsiteY21" fmla="*/ 86792 h 104198"/>
                <a:gd name="connsiteX22" fmla="*/ 72843 w 117680"/>
                <a:gd name="connsiteY22" fmla="*/ 104274 h 104198"/>
                <a:gd name="connsiteX23" fmla="*/ 110652 w 117680"/>
                <a:gd name="connsiteY23" fmla="*/ 68851 h 104198"/>
                <a:gd name="connsiteX24" fmla="*/ 107816 w 117680"/>
                <a:gd name="connsiteY24" fmla="*/ 66550 h 104198"/>
                <a:gd name="connsiteX25" fmla="*/ 104744 w 117680"/>
                <a:gd name="connsiteY25" fmla="*/ 69081 h 104198"/>
                <a:gd name="connsiteX26" fmla="*/ 73315 w 117680"/>
                <a:gd name="connsiteY26" fmla="*/ 99213 h 104198"/>
                <a:gd name="connsiteX27" fmla="*/ 60318 w 117680"/>
                <a:gd name="connsiteY27" fmla="*/ 84032 h 104198"/>
                <a:gd name="connsiteX28" fmla="*/ 64336 w 117680"/>
                <a:gd name="connsiteY28" fmla="*/ 63790 h 104198"/>
                <a:gd name="connsiteX29" fmla="*/ 72370 w 117680"/>
                <a:gd name="connsiteY29" fmla="*/ 32277 h 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680" h="104198">
                  <a:moveTo>
                    <a:pt x="72370" y="32277"/>
                  </a:moveTo>
                  <a:cubicBezTo>
                    <a:pt x="73788" y="26297"/>
                    <a:pt x="79223" y="5135"/>
                    <a:pt x="95764" y="5135"/>
                  </a:cubicBezTo>
                  <a:cubicBezTo>
                    <a:pt x="96946" y="5135"/>
                    <a:pt x="102617" y="5135"/>
                    <a:pt x="107580" y="8125"/>
                  </a:cubicBezTo>
                  <a:cubicBezTo>
                    <a:pt x="100963" y="9276"/>
                    <a:pt x="96237" y="15026"/>
                    <a:pt x="96237" y="20546"/>
                  </a:cubicBezTo>
                  <a:cubicBezTo>
                    <a:pt x="96237" y="24227"/>
                    <a:pt x="98836" y="28597"/>
                    <a:pt x="105217" y="28597"/>
                  </a:cubicBezTo>
                  <a:cubicBezTo>
                    <a:pt x="110415" y="28597"/>
                    <a:pt x="117977" y="24457"/>
                    <a:pt x="117977" y="15256"/>
                  </a:cubicBezTo>
                  <a:cubicBezTo>
                    <a:pt x="117977" y="3295"/>
                    <a:pt x="104035" y="75"/>
                    <a:pt x="96001" y="75"/>
                  </a:cubicBezTo>
                  <a:cubicBezTo>
                    <a:pt x="82295" y="75"/>
                    <a:pt x="74024" y="12266"/>
                    <a:pt x="71189" y="17556"/>
                  </a:cubicBezTo>
                  <a:cubicBezTo>
                    <a:pt x="65281" y="2375"/>
                    <a:pt x="52520" y="75"/>
                    <a:pt x="45668" y="75"/>
                  </a:cubicBezTo>
                  <a:cubicBezTo>
                    <a:pt x="21092" y="75"/>
                    <a:pt x="7622" y="29747"/>
                    <a:pt x="7622" y="35498"/>
                  </a:cubicBezTo>
                  <a:cubicBezTo>
                    <a:pt x="7622" y="37798"/>
                    <a:pt x="9985" y="37798"/>
                    <a:pt x="10458" y="37798"/>
                  </a:cubicBezTo>
                  <a:cubicBezTo>
                    <a:pt x="12348" y="37798"/>
                    <a:pt x="13057" y="37338"/>
                    <a:pt x="13530" y="35268"/>
                  </a:cubicBezTo>
                  <a:cubicBezTo>
                    <a:pt x="21564" y="10886"/>
                    <a:pt x="37161" y="5135"/>
                    <a:pt x="45195" y="5135"/>
                  </a:cubicBezTo>
                  <a:cubicBezTo>
                    <a:pt x="49685" y="5135"/>
                    <a:pt x="57955" y="7205"/>
                    <a:pt x="57955" y="20546"/>
                  </a:cubicBezTo>
                  <a:cubicBezTo>
                    <a:pt x="57955" y="27677"/>
                    <a:pt x="53938" y="43088"/>
                    <a:pt x="45195" y="75291"/>
                  </a:cubicBezTo>
                  <a:cubicBezTo>
                    <a:pt x="41414" y="89552"/>
                    <a:pt x="33143" y="99213"/>
                    <a:pt x="22746" y="99213"/>
                  </a:cubicBezTo>
                  <a:cubicBezTo>
                    <a:pt x="21328" y="99213"/>
                    <a:pt x="15893" y="99213"/>
                    <a:pt x="10931" y="96223"/>
                  </a:cubicBezTo>
                  <a:cubicBezTo>
                    <a:pt x="16838" y="95073"/>
                    <a:pt x="22037" y="90242"/>
                    <a:pt x="22037" y="83802"/>
                  </a:cubicBezTo>
                  <a:cubicBezTo>
                    <a:pt x="22037" y="77591"/>
                    <a:pt x="16838" y="75751"/>
                    <a:pt x="13294" y="75751"/>
                  </a:cubicBezTo>
                  <a:cubicBezTo>
                    <a:pt x="6204" y="75751"/>
                    <a:pt x="297" y="81732"/>
                    <a:pt x="297" y="89092"/>
                  </a:cubicBezTo>
                  <a:cubicBezTo>
                    <a:pt x="297" y="99673"/>
                    <a:pt x="12112" y="104274"/>
                    <a:pt x="22510" y="104274"/>
                  </a:cubicBezTo>
                  <a:cubicBezTo>
                    <a:pt x="38106" y="104274"/>
                    <a:pt x="46613" y="88172"/>
                    <a:pt x="47322" y="86792"/>
                  </a:cubicBezTo>
                  <a:cubicBezTo>
                    <a:pt x="50157" y="95303"/>
                    <a:pt x="58664" y="104274"/>
                    <a:pt x="72843" y="104274"/>
                  </a:cubicBezTo>
                  <a:cubicBezTo>
                    <a:pt x="97182" y="104274"/>
                    <a:pt x="110652" y="74601"/>
                    <a:pt x="110652" y="68851"/>
                  </a:cubicBezTo>
                  <a:cubicBezTo>
                    <a:pt x="110652" y="66550"/>
                    <a:pt x="108525" y="66550"/>
                    <a:pt x="107816" y="66550"/>
                  </a:cubicBezTo>
                  <a:cubicBezTo>
                    <a:pt x="105689" y="66550"/>
                    <a:pt x="105217" y="67470"/>
                    <a:pt x="104744" y="69081"/>
                  </a:cubicBezTo>
                  <a:cubicBezTo>
                    <a:pt x="96946" y="93693"/>
                    <a:pt x="80877" y="99213"/>
                    <a:pt x="73315" y="99213"/>
                  </a:cubicBezTo>
                  <a:cubicBezTo>
                    <a:pt x="64099" y="99213"/>
                    <a:pt x="60318" y="91852"/>
                    <a:pt x="60318" y="84032"/>
                  </a:cubicBezTo>
                  <a:cubicBezTo>
                    <a:pt x="60318" y="78971"/>
                    <a:pt x="61736" y="73911"/>
                    <a:pt x="64336" y="63790"/>
                  </a:cubicBezTo>
                  <a:lnTo>
                    <a:pt x="72370" y="322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5" name="Freeform: Shape 124">
              <a:extLst>
                <a:ext uri="{FF2B5EF4-FFF2-40B4-BE49-F238E27FC236}">
                  <a16:creationId xmlns:a16="http://schemas.microsoft.com/office/drawing/2014/main" id="{32C6131D-1397-0B3D-F6B1-59DC422CFA01}"/>
                </a:ext>
              </a:extLst>
            </p:cNvPr>
            <p:cNvSpPr/>
            <p:nvPr>
              <p:custDataLst>
                <p:tags r:id="rId27"/>
              </p:custDataLst>
            </p:nvPr>
          </p:nvSpPr>
          <p:spPr>
            <a:xfrm>
              <a:off x="13546150" y="4865995"/>
              <a:ext cx="50120" cy="108362"/>
            </a:xfrm>
            <a:custGeom>
              <a:avLst/>
              <a:gdLst>
                <a:gd name="connsiteX0" fmla="*/ 46122 w 50120"/>
                <a:gd name="connsiteY0" fmla="*/ 6195 h 108362"/>
                <a:gd name="connsiteX1" fmla="*/ 39506 w 50120"/>
                <a:gd name="connsiteY1" fmla="*/ 76 h 108362"/>
                <a:gd name="connsiteX2" fmla="*/ 30242 w 50120"/>
                <a:gd name="connsiteY2" fmla="*/ 8932 h 108362"/>
                <a:gd name="connsiteX3" fmla="*/ 36859 w 50120"/>
                <a:gd name="connsiteY3" fmla="*/ 15050 h 108362"/>
                <a:gd name="connsiteX4" fmla="*/ 46122 w 50120"/>
                <a:gd name="connsiteY4" fmla="*/ 6195 h 108362"/>
                <a:gd name="connsiteX5" fmla="*/ 12378 w 50120"/>
                <a:gd name="connsiteY5" fmla="*/ 87990 h 108362"/>
                <a:gd name="connsiteX6" fmla="*/ 10889 w 50120"/>
                <a:gd name="connsiteY6" fmla="*/ 94752 h 108362"/>
                <a:gd name="connsiteX7" fmla="*/ 26603 w 50120"/>
                <a:gd name="connsiteY7" fmla="*/ 108438 h 108362"/>
                <a:gd name="connsiteX8" fmla="*/ 50423 w 50120"/>
                <a:gd name="connsiteY8" fmla="*/ 83803 h 108362"/>
                <a:gd name="connsiteX9" fmla="*/ 47776 w 50120"/>
                <a:gd name="connsiteY9" fmla="*/ 81710 h 108362"/>
                <a:gd name="connsiteX10" fmla="*/ 44633 w 50120"/>
                <a:gd name="connsiteY10" fmla="*/ 84447 h 108362"/>
                <a:gd name="connsiteX11" fmla="*/ 27100 w 50120"/>
                <a:gd name="connsiteY11" fmla="*/ 103930 h 108362"/>
                <a:gd name="connsiteX12" fmla="*/ 22964 w 50120"/>
                <a:gd name="connsiteY12" fmla="*/ 98295 h 108362"/>
                <a:gd name="connsiteX13" fmla="*/ 25611 w 50120"/>
                <a:gd name="connsiteY13" fmla="*/ 87990 h 108362"/>
                <a:gd name="connsiteX14" fmla="*/ 30904 w 50120"/>
                <a:gd name="connsiteY14" fmla="*/ 75109 h 108362"/>
                <a:gd name="connsiteX15" fmla="*/ 39009 w 50120"/>
                <a:gd name="connsiteY15" fmla="*/ 54660 h 108362"/>
                <a:gd name="connsiteX16" fmla="*/ 40002 w 50120"/>
                <a:gd name="connsiteY16" fmla="*/ 49507 h 108362"/>
                <a:gd name="connsiteX17" fmla="*/ 24288 w 50120"/>
                <a:gd name="connsiteY17" fmla="*/ 35821 h 108362"/>
                <a:gd name="connsiteX18" fmla="*/ 303 w 50120"/>
                <a:gd name="connsiteY18" fmla="*/ 60456 h 108362"/>
                <a:gd name="connsiteX19" fmla="*/ 3115 w 50120"/>
                <a:gd name="connsiteY19" fmla="*/ 62549 h 108362"/>
                <a:gd name="connsiteX20" fmla="*/ 6092 w 50120"/>
                <a:gd name="connsiteY20" fmla="*/ 59973 h 108362"/>
                <a:gd name="connsiteX21" fmla="*/ 23791 w 50120"/>
                <a:gd name="connsiteY21" fmla="*/ 40330 h 108362"/>
                <a:gd name="connsiteX22" fmla="*/ 27927 w 50120"/>
                <a:gd name="connsiteY22" fmla="*/ 45965 h 108362"/>
                <a:gd name="connsiteX23" fmla="*/ 22799 w 50120"/>
                <a:gd name="connsiteY23" fmla="*/ 62066 h 108362"/>
                <a:gd name="connsiteX24" fmla="*/ 12378 w 50120"/>
                <a:gd name="connsiteY24" fmla="*/ 87990 h 10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120" h="108362">
                  <a:moveTo>
                    <a:pt x="46122" y="6195"/>
                  </a:moveTo>
                  <a:cubicBezTo>
                    <a:pt x="46122" y="3619"/>
                    <a:pt x="44137" y="76"/>
                    <a:pt x="39506" y="76"/>
                  </a:cubicBezTo>
                  <a:cubicBezTo>
                    <a:pt x="35039" y="76"/>
                    <a:pt x="30242" y="4263"/>
                    <a:pt x="30242" y="8932"/>
                  </a:cubicBezTo>
                  <a:cubicBezTo>
                    <a:pt x="30242" y="11669"/>
                    <a:pt x="32393" y="15050"/>
                    <a:pt x="36859" y="15050"/>
                  </a:cubicBezTo>
                  <a:cubicBezTo>
                    <a:pt x="41656" y="15050"/>
                    <a:pt x="46122" y="10542"/>
                    <a:pt x="46122" y="6195"/>
                  </a:cubicBezTo>
                  <a:close/>
                  <a:moveTo>
                    <a:pt x="12378" y="87990"/>
                  </a:moveTo>
                  <a:cubicBezTo>
                    <a:pt x="11716" y="90083"/>
                    <a:pt x="10889" y="92015"/>
                    <a:pt x="10889" y="94752"/>
                  </a:cubicBezTo>
                  <a:cubicBezTo>
                    <a:pt x="10889" y="102320"/>
                    <a:pt x="17506" y="108438"/>
                    <a:pt x="26603" y="108438"/>
                  </a:cubicBezTo>
                  <a:cubicBezTo>
                    <a:pt x="43145" y="108438"/>
                    <a:pt x="50423" y="86218"/>
                    <a:pt x="50423" y="83803"/>
                  </a:cubicBezTo>
                  <a:cubicBezTo>
                    <a:pt x="50423" y="81710"/>
                    <a:pt x="48273" y="81710"/>
                    <a:pt x="47776" y="81710"/>
                  </a:cubicBezTo>
                  <a:cubicBezTo>
                    <a:pt x="45461" y="81710"/>
                    <a:pt x="45295" y="82676"/>
                    <a:pt x="44633" y="84447"/>
                  </a:cubicBezTo>
                  <a:cubicBezTo>
                    <a:pt x="40829" y="97328"/>
                    <a:pt x="33551" y="103930"/>
                    <a:pt x="27100" y="103930"/>
                  </a:cubicBezTo>
                  <a:cubicBezTo>
                    <a:pt x="23791" y="103930"/>
                    <a:pt x="22964" y="101837"/>
                    <a:pt x="22964" y="98295"/>
                  </a:cubicBezTo>
                  <a:cubicBezTo>
                    <a:pt x="22964" y="94591"/>
                    <a:pt x="24122" y="91532"/>
                    <a:pt x="25611" y="87990"/>
                  </a:cubicBezTo>
                  <a:cubicBezTo>
                    <a:pt x="27265" y="83642"/>
                    <a:pt x="29085" y="79295"/>
                    <a:pt x="30904" y="75109"/>
                  </a:cubicBezTo>
                  <a:cubicBezTo>
                    <a:pt x="32393" y="71244"/>
                    <a:pt x="38348" y="56592"/>
                    <a:pt x="39009" y="54660"/>
                  </a:cubicBezTo>
                  <a:cubicBezTo>
                    <a:pt x="39506" y="53050"/>
                    <a:pt x="40002" y="51118"/>
                    <a:pt x="40002" y="49507"/>
                  </a:cubicBezTo>
                  <a:cubicBezTo>
                    <a:pt x="40002" y="41940"/>
                    <a:pt x="33385" y="35821"/>
                    <a:pt x="24288" y="35821"/>
                  </a:cubicBezTo>
                  <a:cubicBezTo>
                    <a:pt x="7912" y="35821"/>
                    <a:pt x="303" y="57719"/>
                    <a:pt x="303" y="60456"/>
                  </a:cubicBezTo>
                  <a:cubicBezTo>
                    <a:pt x="303" y="62549"/>
                    <a:pt x="2618" y="62549"/>
                    <a:pt x="3115" y="62549"/>
                  </a:cubicBezTo>
                  <a:cubicBezTo>
                    <a:pt x="5430" y="62549"/>
                    <a:pt x="5596" y="61744"/>
                    <a:pt x="6092" y="59973"/>
                  </a:cubicBezTo>
                  <a:cubicBezTo>
                    <a:pt x="10393" y="46126"/>
                    <a:pt x="17671" y="40330"/>
                    <a:pt x="23791" y="40330"/>
                  </a:cubicBezTo>
                  <a:cubicBezTo>
                    <a:pt x="26438" y="40330"/>
                    <a:pt x="27927" y="41618"/>
                    <a:pt x="27927" y="45965"/>
                  </a:cubicBezTo>
                  <a:cubicBezTo>
                    <a:pt x="27927" y="49668"/>
                    <a:pt x="26934" y="52084"/>
                    <a:pt x="22799" y="62066"/>
                  </a:cubicBezTo>
                  <a:lnTo>
                    <a:pt x="12378" y="8799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6" name="Freeform: Shape 125">
              <a:extLst>
                <a:ext uri="{FF2B5EF4-FFF2-40B4-BE49-F238E27FC236}">
                  <a16:creationId xmlns:a16="http://schemas.microsoft.com/office/drawing/2014/main" id="{D3DC5B10-9DB6-D493-8E4A-584C72573747}"/>
                </a:ext>
              </a:extLst>
            </p:cNvPr>
            <p:cNvSpPr/>
            <p:nvPr>
              <p:custDataLst>
                <p:tags r:id="rId28"/>
              </p:custDataLst>
            </p:nvPr>
          </p:nvSpPr>
          <p:spPr>
            <a:xfrm>
              <a:off x="13630518" y="4765730"/>
              <a:ext cx="54822" cy="230019"/>
            </a:xfrm>
            <a:custGeom>
              <a:avLst/>
              <a:gdLst>
                <a:gd name="connsiteX0" fmla="*/ 55129 w 54822"/>
                <a:gd name="connsiteY0" fmla="*/ 115084 h 230019"/>
                <a:gd name="connsiteX1" fmla="*/ 39533 w 54822"/>
                <a:gd name="connsiteY1" fmla="*/ 43318 h 230019"/>
                <a:gd name="connsiteX2" fmla="*/ 2669 w 54822"/>
                <a:gd name="connsiteY2" fmla="*/ 75 h 230019"/>
                <a:gd name="connsiteX3" fmla="*/ 306 w 54822"/>
                <a:gd name="connsiteY3" fmla="*/ 2375 h 230019"/>
                <a:gd name="connsiteX4" fmla="*/ 4796 w 54822"/>
                <a:gd name="connsiteY4" fmla="*/ 7665 h 230019"/>
                <a:gd name="connsiteX5" fmla="*/ 41423 w 54822"/>
                <a:gd name="connsiteY5" fmla="*/ 115084 h 230019"/>
                <a:gd name="connsiteX6" fmla="*/ 3378 w 54822"/>
                <a:gd name="connsiteY6" fmla="*/ 223884 h 230019"/>
                <a:gd name="connsiteX7" fmla="*/ 306 w 54822"/>
                <a:gd name="connsiteY7" fmla="*/ 227794 h 230019"/>
                <a:gd name="connsiteX8" fmla="*/ 2669 w 54822"/>
                <a:gd name="connsiteY8" fmla="*/ 230094 h 230019"/>
                <a:gd name="connsiteX9" fmla="*/ 40242 w 54822"/>
                <a:gd name="connsiteY9" fmla="*/ 185240 h 230019"/>
                <a:gd name="connsiteX10" fmla="*/ 55129 w 54822"/>
                <a:gd name="connsiteY10" fmla="*/ 115084 h 23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22" h="230019">
                  <a:moveTo>
                    <a:pt x="55129" y="115084"/>
                  </a:moveTo>
                  <a:cubicBezTo>
                    <a:pt x="55129" y="97143"/>
                    <a:pt x="52529" y="69311"/>
                    <a:pt x="39533" y="43318"/>
                  </a:cubicBezTo>
                  <a:cubicBezTo>
                    <a:pt x="25354" y="15026"/>
                    <a:pt x="5032" y="75"/>
                    <a:pt x="2669" y="75"/>
                  </a:cubicBezTo>
                  <a:cubicBezTo>
                    <a:pt x="1251" y="75"/>
                    <a:pt x="306" y="995"/>
                    <a:pt x="306" y="2375"/>
                  </a:cubicBezTo>
                  <a:cubicBezTo>
                    <a:pt x="306" y="3065"/>
                    <a:pt x="306" y="3525"/>
                    <a:pt x="4796" y="7665"/>
                  </a:cubicBezTo>
                  <a:cubicBezTo>
                    <a:pt x="27954" y="30437"/>
                    <a:pt x="41423" y="67010"/>
                    <a:pt x="41423" y="115084"/>
                  </a:cubicBezTo>
                  <a:cubicBezTo>
                    <a:pt x="41423" y="154418"/>
                    <a:pt x="32680" y="194901"/>
                    <a:pt x="3378" y="223884"/>
                  </a:cubicBezTo>
                  <a:cubicBezTo>
                    <a:pt x="306" y="226644"/>
                    <a:pt x="306" y="227104"/>
                    <a:pt x="306" y="227794"/>
                  </a:cubicBezTo>
                  <a:cubicBezTo>
                    <a:pt x="306" y="229174"/>
                    <a:pt x="1251" y="230094"/>
                    <a:pt x="2669" y="230094"/>
                  </a:cubicBezTo>
                  <a:cubicBezTo>
                    <a:pt x="5032" y="230094"/>
                    <a:pt x="26299" y="214453"/>
                    <a:pt x="40242" y="185240"/>
                  </a:cubicBezTo>
                  <a:cubicBezTo>
                    <a:pt x="52293" y="159938"/>
                    <a:pt x="55129" y="134406"/>
                    <a:pt x="55129" y="11508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pic>
        <p:nvPicPr>
          <p:cNvPr id="5009" name="Picture 5008" descr="\documentclass{article}&#10;\usepackage{amsmath}&#10;\pagestyle{empty}&#10;\begin{document}&#10;&#10;&#10;\[&#10;p_i = \Pr(y_i = 1 \mid x_i) = \beta_0 + \beta_1 x_i&#10;\]&#10;&#10;\end{document}" title="IguanaTex Picture Display">
            <a:extLst>
              <a:ext uri="{FF2B5EF4-FFF2-40B4-BE49-F238E27FC236}">
                <a16:creationId xmlns:a16="http://schemas.microsoft.com/office/drawing/2014/main" id="{7888A65F-7C90-8052-92F5-91CD2B99F7E1}"/>
              </a:ext>
            </a:extLst>
          </p:cNvPr>
          <p:cNvPicPr>
            <a:picLocks noChangeAspect="1"/>
          </p:cNvPicPr>
          <p:nvPr>
            <p:custDataLst>
              <p:tags r:id="rId3"/>
            </p:custDataLst>
          </p:nvPr>
        </p:nvPicPr>
        <p:blipFill>
          <a:blip r:embed="rId66" cstate="print">
            <a:extLst>
              <a:ext uri="{28A0092B-C50C-407E-A947-70E740481C1C}">
                <a14:useLocalDpi xmlns:a14="http://schemas.microsoft.com/office/drawing/2010/main" val="0"/>
              </a:ext>
            </a:extLst>
          </a:blip>
          <a:stretch>
            <a:fillRect/>
          </a:stretch>
        </p:blipFill>
        <p:spPr>
          <a:xfrm>
            <a:off x="7013418" y="4843914"/>
            <a:ext cx="3503238" cy="254476"/>
          </a:xfrm>
          <a:prstGeom prst="rect">
            <a:avLst/>
          </a:prstGeom>
        </p:spPr>
      </p:pic>
      <p:sp>
        <p:nvSpPr>
          <p:cNvPr id="5013" name="TextBox 5012">
            <a:extLst>
              <a:ext uri="{FF2B5EF4-FFF2-40B4-BE49-F238E27FC236}">
                <a16:creationId xmlns:a16="http://schemas.microsoft.com/office/drawing/2014/main" id="{6F1C6AC7-28AE-2731-F6C2-2EA3A12F37E3}"/>
              </a:ext>
            </a:extLst>
          </p:cNvPr>
          <p:cNvSpPr txBox="1"/>
          <p:nvPr/>
        </p:nvSpPr>
        <p:spPr>
          <a:xfrm>
            <a:off x="6870355" y="2179740"/>
            <a:ext cx="2481143" cy="369332"/>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cap="none" spc="0" normalizeH="0" baseline="0">
                <a:ln>
                  <a:noFill/>
                </a:ln>
                <a:solidFill>
                  <a:prstClr val="black"/>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0000"/>
                </a:solidFill>
                <a:effectLst/>
                <a:uLnTx/>
                <a:uFillTx/>
                <a:latin typeface="Aptos" panose="020B0004020202020204"/>
                <a:ea typeface="+mn-ea"/>
                <a:cs typeface="+mn-cs"/>
              </a:rPr>
              <a:t>Logit</a:t>
            </a:r>
          </a:p>
        </p:txBody>
      </p:sp>
      <p:sp>
        <p:nvSpPr>
          <p:cNvPr id="5015" name="TextBox 5014">
            <a:extLst>
              <a:ext uri="{FF2B5EF4-FFF2-40B4-BE49-F238E27FC236}">
                <a16:creationId xmlns:a16="http://schemas.microsoft.com/office/drawing/2014/main" id="{43DF179F-76FD-0BF2-2241-7C8C7ABDE513}"/>
              </a:ext>
            </a:extLst>
          </p:cNvPr>
          <p:cNvSpPr txBox="1"/>
          <p:nvPr/>
        </p:nvSpPr>
        <p:spPr>
          <a:xfrm>
            <a:off x="6876577" y="3272820"/>
            <a:ext cx="27146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0000"/>
                </a:solidFill>
                <a:effectLst/>
                <a:uLnTx/>
                <a:uFillTx/>
                <a:latin typeface="Aptos" panose="020B0004020202020204"/>
                <a:ea typeface="+mn-ea"/>
                <a:cs typeface="+mn-cs"/>
              </a:rPr>
              <a:t>Probit</a:t>
            </a: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16" name="TextBox 5015">
            <a:extLst>
              <a:ext uri="{FF2B5EF4-FFF2-40B4-BE49-F238E27FC236}">
                <a16:creationId xmlns:a16="http://schemas.microsoft.com/office/drawing/2014/main" id="{715AF99D-5742-F6CF-EE92-4CC00A5D9B64}"/>
              </a:ext>
            </a:extLst>
          </p:cNvPr>
          <p:cNvSpPr txBox="1"/>
          <p:nvPr/>
        </p:nvSpPr>
        <p:spPr>
          <a:xfrm>
            <a:off x="6876577" y="4314512"/>
            <a:ext cx="27146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0000"/>
                </a:solidFill>
                <a:effectLst/>
                <a:uLnTx/>
                <a:uFillTx/>
                <a:latin typeface="Aptos" panose="020B0004020202020204"/>
                <a:ea typeface="+mn-ea"/>
                <a:cs typeface="+mn-cs"/>
              </a:rPr>
              <a:t>Linear probability</a:t>
            </a: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 name="TextBox 1">
            <a:extLst>
              <a:ext uri="{FF2B5EF4-FFF2-40B4-BE49-F238E27FC236}">
                <a16:creationId xmlns:a16="http://schemas.microsoft.com/office/drawing/2014/main" id="{4BDBDB65-4B6F-A962-5BAC-C05D27CCDADC}"/>
              </a:ext>
            </a:extLst>
          </p:cNvPr>
          <p:cNvSpPr txBox="1"/>
          <p:nvPr/>
        </p:nvSpPr>
        <p:spPr>
          <a:xfrm>
            <a:off x="3271678" y="5837932"/>
            <a:ext cx="1734662" cy="215444"/>
          </a:xfrm>
          <a:prstGeom prst="rect">
            <a:avLst/>
          </a:prstGeom>
          <a:solidFill>
            <a:schemeClr val="bg1"/>
          </a:solidFill>
        </p:spPr>
        <p:txBody>
          <a:bodyPr wrap="square">
            <a:spAutoFit/>
          </a:bodyPr>
          <a:lstStyle/>
          <a:p>
            <a:pPr lvl="0" algn="ctr">
              <a:defRPr/>
            </a:pPr>
            <a:r>
              <a:rPr kumimoji="0" lang="en-US" sz="800" b="1" strike="noStrike" kern="1200" cap="none" spc="0" normalizeH="0" baseline="0" noProof="0">
                <a:ln>
                  <a:noFill/>
                </a:ln>
                <a:solidFill>
                  <a:prstClr val="black"/>
                </a:solidFill>
                <a:effectLst/>
                <a:uLnTx/>
                <a:uFillTx/>
                <a:latin typeface="Aptos" panose="020B0004020202020204"/>
              </a:rPr>
              <a:t>Income (in logarithms) </a:t>
            </a:r>
            <a:endParaRPr kumimoji="0" lang="en-GB" sz="600" b="1" strike="noStrike" kern="1200" cap="none" spc="0" normalizeH="0" baseline="0" noProof="0">
              <a:ln>
                <a:noFill/>
              </a:ln>
              <a:solidFill>
                <a:prstClr val="black"/>
              </a:solidFill>
              <a:effectLst/>
              <a:uLnTx/>
              <a:uFillTx/>
              <a:latin typeface="Aptos" panose="020B0004020202020204"/>
            </a:endParaRPr>
          </a:p>
        </p:txBody>
      </p:sp>
      <p:sp>
        <p:nvSpPr>
          <p:cNvPr id="11" name="TextBox 10">
            <a:extLst>
              <a:ext uri="{FF2B5EF4-FFF2-40B4-BE49-F238E27FC236}">
                <a16:creationId xmlns:a16="http://schemas.microsoft.com/office/drawing/2014/main" id="{4B273E32-7588-11B8-C916-8CE696873788}"/>
              </a:ext>
            </a:extLst>
          </p:cNvPr>
          <p:cNvSpPr txBox="1"/>
          <p:nvPr/>
        </p:nvSpPr>
        <p:spPr>
          <a:xfrm>
            <a:off x="1532536" y="1356608"/>
            <a:ext cx="3184244" cy="415498"/>
          </a:xfrm>
          <a:prstGeom prst="rect">
            <a:avLst/>
          </a:prstGeom>
          <a:solidFill>
            <a:schemeClr val="bg1"/>
          </a:solidFill>
        </p:spPr>
        <p:txBody>
          <a:bodyPr wrap="square">
            <a:spAutoFit/>
          </a:bodyPr>
          <a:lstStyle>
            <a:defPPr>
              <a:defRPr lang="en-US"/>
            </a:defPPr>
            <a:lvl1pPr lvl="0" algn="ctr">
              <a:defRPr kumimoji="0" sz="800" b="1" strike="noStrike" cap="none" spc="0" normalizeH="0" baseline="0">
                <a:ln>
                  <a:noFill/>
                </a:ln>
                <a:solidFill>
                  <a:prstClr val="black"/>
                </a:solidFill>
                <a:effectLst/>
                <a:uLnTx/>
                <a:uFillTx/>
                <a:latin typeface="Aptos" panose="020B0004020202020204"/>
              </a:defRPr>
            </a:lvl1pPr>
          </a:lstStyle>
          <a:p>
            <a:pPr lvl="0" algn="l">
              <a:defRPr/>
            </a:pPr>
            <a:r>
              <a:rPr lang="en-US" sz="1050"/>
              <a:t>Predicted probability to partake in the </a:t>
            </a:r>
            <a:r>
              <a:rPr lang="en-US" sz="1050" i="1"/>
              <a:t>Familias in acción </a:t>
            </a:r>
            <a:r>
              <a:rPr lang="en-US" sz="1050"/>
              <a:t>conditional over income levels</a:t>
            </a:r>
            <a:endParaRPr lang="en-GB" sz="900"/>
          </a:p>
        </p:txBody>
      </p:sp>
      <p:sp>
        <p:nvSpPr>
          <p:cNvPr id="12" name="TextBox 11">
            <a:extLst>
              <a:ext uri="{FF2B5EF4-FFF2-40B4-BE49-F238E27FC236}">
                <a16:creationId xmlns:a16="http://schemas.microsoft.com/office/drawing/2014/main" id="{33277FEA-A610-27E6-4623-DB2DFB36B21A}"/>
              </a:ext>
            </a:extLst>
          </p:cNvPr>
          <p:cNvSpPr txBox="1"/>
          <p:nvPr/>
        </p:nvSpPr>
        <p:spPr>
          <a:xfrm rot="16200000">
            <a:off x="444624" y="3729025"/>
            <a:ext cx="1734662" cy="215444"/>
          </a:xfrm>
          <a:prstGeom prst="rect">
            <a:avLst/>
          </a:prstGeom>
          <a:solidFill>
            <a:schemeClr val="bg1"/>
          </a:solidFill>
        </p:spPr>
        <p:txBody>
          <a:bodyPr wrap="square">
            <a:spAutoFit/>
          </a:bodyPr>
          <a:lstStyle/>
          <a:p>
            <a:pPr lvl="0" algn="ctr">
              <a:defRPr/>
            </a:pPr>
            <a:r>
              <a:rPr kumimoji="0" lang="en-US" sz="800" b="1" strike="noStrike" kern="1200" cap="none" spc="0" normalizeH="0" baseline="0" noProof="0">
                <a:ln>
                  <a:noFill/>
                </a:ln>
                <a:solidFill>
                  <a:prstClr val="black"/>
                </a:solidFill>
                <a:effectLst/>
                <a:uLnTx/>
                <a:uFillTx/>
                <a:latin typeface="Aptos" panose="020B0004020202020204"/>
              </a:rPr>
              <a:t>Predicted probabilities</a:t>
            </a:r>
            <a:endParaRPr kumimoji="0" lang="en-GB" sz="600" b="1" strike="noStrike" kern="1200" cap="none" spc="0" normalizeH="0" baseline="0" noProof="0">
              <a:ln>
                <a:noFill/>
              </a:ln>
              <a:solidFill>
                <a:prstClr val="black"/>
              </a:solidFill>
              <a:effectLst/>
              <a:uLnTx/>
              <a:uFillTx/>
              <a:latin typeface="Aptos" panose="020B0004020202020204"/>
            </a:endParaRPr>
          </a:p>
        </p:txBody>
      </p:sp>
    </p:spTree>
    <p:extLst>
      <p:ext uri="{BB962C8B-B14F-4D97-AF65-F5344CB8AC3E}">
        <p14:creationId xmlns:p14="http://schemas.microsoft.com/office/powerpoint/2010/main" val="1637060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13"/>
                                        </p:tgtEl>
                                        <p:attrNameLst>
                                          <p:attrName>style.visibility</p:attrName>
                                        </p:attrNameLst>
                                      </p:cBhvr>
                                      <p:to>
                                        <p:strVal val="visible"/>
                                      </p:to>
                                    </p:set>
                                    <p:animEffect transition="in" filter="fade">
                                      <p:cBhvr>
                                        <p:cTn id="7" dur="500"/>
                                        <p:tgtEl>
                                          <p:spTgt spid="5013"/>
                                        </p:tgtEl>
                                      </p:cBhvr>
                                    </p:animEffect>
                                  </p:childTnLst>
                                </p:cTn>
                              </p:par>
                              <p:par>
                                <p:cTn id="8" presetID="10" presetClass="entr" presetSubtype="0" fill="hold"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015"/>
                                        </p:tgtEl>
                                        <p:attrNameLst>
                                          <p:attrName>style.visibility</p:attrName>
                                        </p:attrNameLst>
                                      </p:cBhvr>
                                      <p:to>
                                        <p:strVal val="visible"/>
                                      </p:to>
                                    </p:set>
                                    <p:animEffect transition="in" filter="fade">
                                      <p:cBhvr>
                                        <p:cTn id="15" dur="500"/>
                                        <p:tgtEl>
                                          <p:spTgt spid="5015"/>
                                        </p:tgtEl>
                                      </p:cBhvr>
                                    </p:animEffect>
                                  </p:childTnLst>
                                </p:cTn>
                              </p:par>
                              <p:par>
                                <p:cTn id="16" presetID="10" presetClass="entr" presetSubtype="0" fill="hold" nodeType="withEffect">
                                  <p:stCondLst>
                                    <p:cond delay="0"/>
                                  </p:stCondLst>
                                  <p:childTnLst>
                                    <p:set>
                                      <p:cBhvr>
                                        <p:cTn id="17" dur="1" fill="hold">
                                          <p:stCondLst>
                                            <p:cond delay="0"/>
                                          </p:stCondLst>
                                        </p:cTn>
                                        <p:tgtEl>
                                          <p:spTgt spid="127"/>
                                        </p:tgtEl>
                                        <p:attrNameLst>
                                          <p:attrName>style.visibility</p:attrName>
                                        </p:attrNameLst>
                                      </p:cBhvr>
                                      <p:to>
                                        <p:strVal val="visible"/>
                                      </p:to>
                                    </p:set>
                                    <p:animEffect transition="in" filter="fade">
                                      <p:cBhvr>
                                        <p:cTn id="18" dur="500"/>
                                        <p:tgtEl>
                                          <p:spTgt spid="1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016"/>
                                        </p:tgtEl>
                                        <p:attrNameLst>
                                          <p:attrName>style.visibility</p:attrName>
                                        </p:attrNameLst>
                                      </p:cBhvr>
                                      <p:to>
                                        <p:strVal val="visible"/>
                                      </p:to>
                                    </p:set>
                                    <p:animEffect transition="in" filter="fade">
                                      <p:cBhvr>
                                        <p:cTn id="23" dur="500"/>
                                        <p:tgtEl>
                                          <p:spTgt spid="5016"/>
                                        </p:tgtEl>
                                      </p:cBhvr>
                                    </p:animEffect>
                                  </p:childTnLst>
                                </p:cTn>
                              </p:par>
                              <p:par>
                                <p:cTn id="24" presetID="10" presetClass="entr" presetSubtype="0" fill="hold" nodeType="withEffect">
                                  <p:stCondLst>
                                    <p:cond delay="0"/>
                                  </p:stCondLst>
                                  <p:childTnLst>
                                    <p:set>
                                      <p:cBhvr>
                                        <p:cTn id="25" dur="1" fill="hold">
                                          <p:stCondLst>
                                            <p:cond delay="0"/>
                                          </p:stCondLst>
                                        </p:cTn>
                                        <p:tgtEl>
                                          <p:spTgt spid="5009"/>
                                        </p:tgtEl>
                                        <p:attrNameLst>
                                          <p:attrName>style.visibility</p:attrName>
                                        </p:attrNameLst>
                                      </p:cBhvr>
                                      <p:to>
                                        <p:strVal val="visible"/>
                                      </p:to>
                                    </p:set>
                                    <p:animEffect transition="in" filter="fade">
                                      <p:cBhvr>
                                        <p:cTn id="26" dur="500"/>
                                        <p:tgtEl>
                                          <p:spTgt spid="5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3" grpId="0"/>
      <p:bldP spid="5015" grpId="0"/>
      <p:bldP spid="5016"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FF982B2F-334A-9A71-367A-F1EABDD4997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Date Placeholder 3">
            <a:extLst>
              <a:ext uri="{FF2B5EF4-FFF2-40B4-BE49-F238E27FC236}">
                <a16:creationId xmlns:a16="http://schemas.microsoft.com/office/drawing/2014/main" id="{E21635F4-97DA-588C-F2E6-A18325B041C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GB" sz="1200" b="0" i="0" u="none" strike="noStrike" kern="1200" cap="none" spc="0" normalizeH="0" baseline="0" noProof="0" smtClean="0">
                <a:ln>
                  <a:noFill/>
                </a:ln>
                <a:solidFill>
                  <a:schemeClr val="bg1"/>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schemeClr val="bg1"/>
              </a:solidFill>
              <a:effectLst/>
              <a:uLnTx/>
              <a:uFillTx/>
              <a:latin typeface="Aptos" panose="020B0004020202020204"/>
              <a:ea typeface="+mn-ea"/>
              <a:cs typeface="+mn-cs"/>
            </a:endParaRPr>
          </a:p>
        </p:txBody>
      </p:sp>
      <p:sp>
        <p:nvSpPr>
          <p:cNvPr id="12" name="Footer Placeholder 1 2">
            <a:extLst>
              <a:ext uri="{FF2B5EF4-FFF2-40B4-BE49-F238E27FC236}">
                <a16:creationId xmlns:a16="http://schemas.microsoft.com/office/drawing/2014/main" id="{8F0F281B-CB48-D6DD-9FD3-DBC5C8BF39FD}"/>
              </a:ext>
            </a:extLst>
          </p:cNvPr>
          <p:cNvSpPr>
            <a:spLocks noGrp="1"/>
          </p:cNvSpPr>
          <p:nvPr>
            <p:ph type="ftr" sz="quarter" idx="4294967295"/>
          </p:nvPr>
        </p:nvSpPr>
        <p:spPr>
          <a:xfrm>
            <a:off x="0" y="6356350"/>
            <a:ext cx="2219325"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white"/>
                </a:solidFill>
                <a:effectLst/>
                <a:uLnTx/>
                <a:uFillTx/>
                <a:latin typeface="Aptos" panose="020B0004020202020204"/>
                <a:ea typeface="+mn-ea"/>
                <a:cs typeface="+mn-cs"/>
              </a:rPr>
              <a:t>Análisis</a:t>
            </a:r>
            <a:r>
              <a:rPr kumimoji="0" lang="en-GB" sz="1200" b="0" i="0" u="none" strike="noStrike" kern="1200" cap="none" spc="0" normalizeH="0" baseline="0" noProof="0">
                <a:ln>
                  <a:noFill/>
                </a:ln>
                <a:solidFill>
                  <a:prstClr val="white"/>
                </a:solidFill>
                <a:effectLst/>
                <a:uLnTx/>
                <a:uFillTx/>
                <a:latin typeface="Aptos" panose="020B0004020202020204"/>
                <a:ea typeface="+mn-ea"/>
                <a:cs typeface="+mn-cs"/>
              </a:rPr>
              <a:t> de </a:t>
            </a:r>
            <a:r>
              <a:rPr kumimoji="0" lang="en-GB" sz="1200" b="0" i="0" u="none" strike="noStrike" kern="1200" cap="none" spc="0" normalizeH="0" baseline="0" noProof="0" err="1">
                <a:ln>
                  <a:noFill/>
                </a:ln>
                <a:solidFill>
                  <a:prstClr val="white"/>
                </a:solidFill>
                <a:effectLst/>
                <a:uLnTx/>
                <a:uFillTx/>
                <a:latin typeface="Aptos" panose="020B0004020202020204"/>
                <a:ea typeface="+mn-ea"/>
                <a:cs typeface="+mn-cs"/>
              </a:rPr>
              <a:t>datos</a:t>
            </a:r>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Footer Placeholder 1 1">
            <a:extLst>
              <a:ext uri="{FF2B5EF4-FFF2-40B4-BE49-F238E27FC236}">
                <a16:creationId xmlns:a16="http://schemas.microsoft.com/office/drawing/2014/main" id="{8331FDE4-0DF6-6C23-7637-DBFCE5FFB003}"/>
              </a:ext>
            </a:extLst>
          </p:cNvPr>
          <p:cNvSpPr txBox="1">
            <a:spLocks/>
          </p:cNvSpPr>
          <p:nvPr/>
        </p:nvSpPr>
        <p:spPr>
          <a:xfrm>
            <a:off x="2021680" y="6356350"/>
            <a:ext cx="221932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white">
                    <a:lumMod val="65000"/>
                  </a:prstClr>
                </a:solidFill>
                <a:effectLst/>
                <a:uLnTx/>
                <a:uFillTx/>
                <a:latin typeface="Aptos" panose="020B0004020202020204"/>
                <a:ea typeface="+mn-ea"/>
                <a:cs typeface="+mn-cs"/>
              </a:rPr>
              <a:t>Métodos</a:t>
            </a:r>
            <a:r>
              <a:rPr kumimoji="0" lang="en-GB" sz="1200" b="0" i="0" u="none" strike="noStrike" kern="1200" cap="none" spc="0" normalizeH="0" baseline="0" noProof="0">
                <a:ln>
                  <a:noFill/>
                </a:ln>
                <a:solidFill>
                  <a:prstClr val="white">
                    <a:lumMod val="65000"/>
                  </a:prstClr>
                </a:solidFill>
                <a:effectLst/>
                <a:uLnTx/>
                <a:uFillTx/>
                <a:latin typeface="Aptos" panose="020B0004020202020204"/>
                <a:ea typeface="+mn-ea"/>
                <a:cs typeface="+mn-cs"/>
              </a:rPr>
              <a:t> </a:t>
            </a:r>
            <a:r>
              <a:rPr kumimoji="0" lang="en-GB" sz="1200" b="0" i="0" u="none" strike="noStrike" kern="1200" cap="none" spc="0" normalizeH="0" baseline="0" noProof="0" err="1">
                <a:ln>
                  <a:noFill/>
                </a:ln>
                <a:solidFill>
                  <a:prstClr val="white">
                    <a:lumMod val="65000"/>
                  </a:prstClr>
                </a:solidFill>
                <a:effectLst/>
                <a:uLnTx/>
                <a:uFillTx/>
                <a:latin typeface="Aptos" panose="020B0004020202020204"/>
                <a:ea typeface="+mn-ea"/>
                <a:cs typeface="+mn-cs"/>
              </a:rPr>
              <a:t>cuantitativos</a:t>
            </a:r>
            <a:endParaRPr kumimoji="0" lang="en-GB" sz="1200" b="0" i="0" u="none" strike="noStrike" kern="1200" cap="none" spc="0" normalizeH="0" baseline="0" noProof="0">
              <a:ln>
                <a:noFill/>
              </a:ln>
              <a:solidFill>
                <a:prstClr val="white">
                  <a:lumMod val="65000"/>
                </a:prstClr>
              </a:solidFill>
              <a:effectLst/>
              <a:uLnTx/>
              <a:uFillTx/>
              <a:latin typeface="Aptos" panose="020B0004020202020204"/>
              <a:ea typeface="+mn-ea"/>
              <a:cs typeface="+mn-cs"/>
            </a:endParaRPr>
          </a:p>
        </p:txBody>
      </p:sp>
      <p:pic>
        <p:nvPicPr>
          <p:cNvPr id="2" name="Picture 1">
            <a:extLst>
              <a:ext uri="{FF2B5EF4-FFF2-40B4-BE49-F238E27FC236}">
                <a16:creationId xmlns:a16="http://schemas.microsoft.com/office/drawing/2014/main" id="{CB953A91-EAE6-E30A-240A-D17F1C6F1550}"/>
              </a:ext>
            </a:extLst>
          </p:cNvPr>
          <p:cNvPicPr>
            <a:picLocks noChangeAspect="1"/>
          </p:cNvPicPr>
          <p:nvPr/>
        </p:nvPicPr>
        <p:blipFill>
          <a:blip r:embed="rId166"/>
          <a:stretch>
            <a:fillRect/>
          </a:stretch>
        </p:blipFill>
        <p:spPr>
          <a:xfrm>
            <a:off x="143080" y="6102984"/>
            <a:ext cx="5249008" cy="609685"/>
          </a:xfrm>
          <a:prstGeom prst="rect">
            <a:avLst/>
          </a:prstGeom>
        </p:spPr>
      </p:pic>
      <p:pic>
        <p:nvPicPr>
          <p:cNvPr id="3" name="Picture 2 1">
            <a:extLst>
              <a:ext uri="{FF2B5EF4-FFF2-40B4-BE49-F238E27FC236}">
                <a16:creationId xmlns:a16="http://schemas.microsoft.com/office/drawing/2014/main" id="{ACF4DABE-FB0D-2AE2-363B-63A1E49BDF13}"/>
              </a:ext>
            </a:extLst>
          </p:cNvPr>
          <p:cNvPicPr>
            <a:picLocks noChangeAspect="1"/>
          </p:cNvPicPr>
          <p:nvPr/>
        </p:nvPicPr>
        <p:blipFill>
          <a:blip r:embed="rId166"/>
          <a:stretch>
            <a:fillRect/>
          </a:stretch>
        </p:blipFill>
        <p:spPr>
          <a:xfrm>
            <a:off x="70821" y="6078270"/>
            <a:ext cx="5321267" cy="609685"/>
          </a:xfrm>
          <a:prstGeom prst="rect">
            <a:avLst/>
          </a:prstGeom>
        </p:spPr>
      </p:pic>
      <p:pic>
        <p:nvPicPr>
          <p:cNvPr id="7" name="Picture 6">
            <a:extLst>
              <a:ext uri="{FF2B5EF4-FFF2-40B4-BE49-F238E27FC236}">
                <a16:creationId xmlns:a16="http://schemas.microsoft.com/office/drawing/2014/main" id="{3F6BE0CB-E8B5-6DAA-4C30-958457EC3DB2}"/>
              </a:ext>
            </a:extLst>
          </p:cNvPr>
          <p:cNvPicPr>
            <a:picLocks noChangeAspect="1"/>
          </p:cNvPicPr>
          <p:nvPr/>
        </p:nvPicPr>
        <p:blipFill>
          <a:blip r:embed="rId166"/>
          <a:stretch>
            <a:fillRect/>
          </a:stretch>
        </p:blipFill>
        <p:spPr>
          <a:xfrm>
            <a:off x="295480" y="6230670"/>
            <a:ext cx="5249008" cy="609685"/>
          </a:xfrm>
          <a:prstGeom prst="rect">
            <a:avLst/>
          </a:prstGeom>
        </p:spPr>
      </p:pic>
      <p:grpSp>
        <p:nvGrpSpPr>
          <p:cNvPr id="8" name="Group 7">
            <a:extLst>
              <a:ext uri="{FF2B5EF4-FFF2-40B4-BE49-F238E27FC236}">
                <a16:creationId xmlns:a16="http://schemas.microsoft.com/office/drawing/2014/main" id="{E78CD909-B812-8454-1B29-B59148D6A5FC}"/>
              </a:ext>
            </a:extLst>
          </p:cNvPr>
          <p:cNvGrpSpPr/>
          <p:nvPr/>
        </p:nvGrpSpPr>
        <p:grpSpPr>
          <a:xfrm>
            <a:off x="988507" y="6356348"/>
            <a:ext cx="2526218" cy="385624"/>
            <a:chOff x="2471736" y="4828853"/>
            <a:chExt cx="7323962" cy="1117993"/>
          </a:xfrm>
        </p:grpSpPr>
        <p:pic>
          <p:nvPicPr>
            <p:cNvPr id="9" name="Picture 2 2" descr="Foro Enseñanza e Investigación de las Políticas Públicas en Colombia – En  homenaje a Luis Fernando Aguilar Villanueva –">
              <a:extLst>
                <a:ext uri="{FF2B5EF4-FFF2-40B4-BE49-F238E27FC236}">
                  <a16:creationId xmlns:a16="http://schemas.microsoft.com/office/drawing/2014/main" id="{BAC18BD1-047A-44D1-F976-EF1610A83123}"/>
                </a:ext>
              </a:extLst>
            </p:cNvPr>
            <p:cNvPicPr>
              <a:picLocks noChangeAspect="1" noChangeArrowheads="1"/>
            </p:cNvPicPr>
            <p:nvPr/>
          </p:nvPicPr>
          <p:blipFill rotWithShape="1">
            <a:blip r:embed="rId167" cstate="print">
              <a:biLevel thresh="25000"/>
              <a:extLst>
                <a:ext uri="{BEBA8EAE-BF5A-486C-A8C5-ECC9F3942E4B}">
                  <a14:imgProps xmlns:a14="http://schemas.microsoft.com/office/drawing/2010/main">
                    <a14:imgLayer r:embed="rId168">
                      <a14:imgEffect>
                        <a14:sharpenSoften amount="50000"/>
                      </a14:imgEffect>
                      <a14:imgEffect>
                        <a14:colorTemperature colorTemp="1500"/>
                      </a14:imgEffect>
                      <a14:imgEffect>
                        <a14:saturation sat="0"/>
                      </a14:imgEffect>
                    </a14:imgLayer>
                  </a14:imgProps>
                </a:ext>
                <a:ext uri="{28A0092B-C50C-407E-A947-70E740481C1C}">
                  <a14:useLocalDpi xmlns:a14="http://schemas.microsoft.com/office/drawing/2010/main" val="0"/>
                </a:ext>
              </a:extLst>
            </a:blip>
            <a:srcRect b="39150"/>
            <a:stretch/>
          </p:blipFill>
          <p:spPr bwMode="auto">
            <a:xfrm>
              <a:off x="2471736" y="4828853"/>
              <a:ext cx="3093245" cy="101767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3" descr="Foro Enseñanza e Investigación de las Políticas Públicas en Colombia – En  homenaje a Luis Fernando Aguilar Villanueva –">
              <a:extLst>
                <a:ext uri="{FF2B5EF4-FFF2-40B4-BE49-F238E27FC236}">
                  <a16:creationId xmlns:a16="http://schemas.microsoft.com/office/drawing/2014/main" id="{6BDFDE51-4E36-8304-D577-9B0FA8E124CA}"/>
                </a:ext>
              </a:extLst>
            </p:cNvPr>
            <p:cNvPicPr>
              <a:picLocks noChangeAspect="1" noChangeArrowheads="1"/>
            </p:cNvPicPr>
            <p:nvPr/>
          </p:nvPicPr>
          <p:blipFill rotWithShape="1">
            <a:blip r:embed="rId169" cstate="print">
              <a:biLevel thresh="25000"/>
              <a:extLst>
                <a:ext uri="{BEBA8EAE-BF5A-486C-A8C5-ECC9F3942E4B}">
                  <a14:imgProps xmlns:a14="http://schemas.microsoft.com/office/drawing/2010/main">
                    <a14:imgLayer r:embed="rId170">
                      <a14:imgEffect>
                        <a14:sharpenSoften amount="50000"/>
                      </a14:imgEffect>
                      <a14:imgEffect>
                        <a14:colorTemperature colorTemp="1500"/>
                      </a14:imgEffect>
                      <a14:imgEffect>
                        <a14:saturation sat="0"/>
                      </a14:imgEffect>
                    </a14:imgLayer>
                  </a14:imgProps>
                </a:ext>
                <a:ext uri="{28A0092B-C50C-407E-A947-70E740481C1C}">
                  <a14:useLocalDpi xmlns:a14="http://schemas.microsoft.com/office/drawing/2010/main" val="0"/>
                </a:ext>
              </a:extLst>
            </a:blip>
            <a:srcRect t="65285"/>
            <a:stretch/>
          </p:blipFill>
          <p:spPr bwMode="auto">
            <a:xfrm>
              <a:off x="5369718" y="5116118"/>
              <a:ext cx="4425980" cy="830728"/>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35574020-6A24-9F5A-F340-CF135FF4EE91}"/>
                </a:ext>
              </a:extLst>
            </p:cNvPr>
            <p:cNvCxnSpPr>
              <a:cxnSpLocks/>
            </p:cNvCxnSpPr>
            <p:nvPr/>
          </p:nvCxnSpPr>
          <p:spPr>
            <a:xfrm flipV="1">
              <a:off x="5479261" y="5057775"/>
              <a:ext cx="0" cy="735249"/>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13" name="Título 1">
            <a:extLst>
              <a:ext uri="{FF2B5EF4-FFF2-40B4-BE49-F238E27FC236}">
                <a16:creationId xmlns:a16="http://schemas.microsoft.com/office/drawing/2014/main" id="{22EC06DC-F4C2-88E3-AE70-E16C0383EA21}"/>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Common models to study binary outcome variables</a:t>
            </a:r>
          </a:p>
        </p:txBody>
      </p:sp>
      <p:grpSp>
        <p:nvGrpSpPr>
          <p:cNvPr id="924" name="Group 923" descr="\documentclass{article}&#10;\usepackage{amsmath}&#10;\pagestyle{empty}&#10;\begin{document}&#10;&#10;\begin{table}[ht]&#10;\centering&#10;\begin{tabular}{|l|c|c|}&#10;\hline&#10;\textbf{Model} &amp; \textbf{Probability \( p = \Pr[y = 1 \mid \mathbf{x}] \)} &amp; \textbf{Marginal Effect\( \frac{\partial p}{\partial x_j} \)} \\&#10;\hline&#10;Logit &amp; \( \Lambda(\mathbf{x}'\boldsymbol{\beta}) = \frac{e^{\mathbf{x}'\boldsymbol{\beta}}}{1 + e^{\mathbf{x}'\boldsymbol{\beta}}} \) &amp; \( \Lambda(\mathbf{x}'\boldsymbol{\beta})[1 - \Lambda(\mathbf{x}'\boldsymbol{\beta})]\boldsymbol{\beta}_j \) \\&#10;\hline&#10;Probit &amp; \( \Phi(\mathbf{x}'\boldsymbol{\beta}) = \int_{-\infty}^{\mathbf{x}'\boldsymbol{\beta}} \phi(z)\,dz \) &amp; \( \phi(\mathbf{x}'\boldsymbol{\beta})\boldsymbol{\beta}_j \) \\&#10;\hline&#10;Lineal Probability &amp; \( \mathbf{x}'\boldsymbol{\beta} \) &amp; \( \boldsymbol{\beta}_j \) \\&#10;\hline&#10;\end{tabular}&#10;\end{table}&#10;&#10;&#10;\end{document}" title="IguanaTex Shape Display">
            <a:extLst>
              <a:ext uri="{FF2B5EF4-FFF2-40B4-BE49-F238E27FC236}">
                <a16:creationId xmlns:a16="http://schemas.microsoft.com/office/drawing/2014/main" id="{328675E4-86EE-9548-E919-27A1FB9FB0C1}"/>
              </a:ext>
            </a:extLst>
          </p:cNvPr>
          <p:cNvGrpSpPr>
            <a:grpSpLocks noChangeAspect="1"/>
          </p:cNvGrpSpPr>
          <p:nvPr>
            <p:custDataLst>
              <p:tags r:id="rId1"/>
            </p:custDataLst>
          </p:nvPr>
        </p:nvGrpSpPr>
        <p:grpSpPr>
          <a:xfrm>
            <a:off x="1447800" y="2882900"/>
            <a:ext cx="8694488" cy="1572851"/>
            <a:chOff x="3036111" y="4232414"/>
            <a:chExt cx="8694488" cy="1572851"/>
          </a:xfrm>
        </p:grpSpPr>
        <p:sp>
          <p:nvSpPr>
            <p:cNvPr id="16" name="Rectangle 15">
              <a:extLst>
                <a:ext uri="{FF2B5EF4-FFF2-40B4-BE49-F238E27FC236}">
                  <a16:creationId xmlns:a16="http://schemas.microsoft.com/office/drawing/2014/main" id="{E7E8E07B-BFEC-0393-5BD2-F238C420425C}"/>
                </a:ext>
              </a:extLst>
            </p:cNvPr>
            <p:cNvSpPr/>
            <p:nvPr>
              <p:custDataLst>
                <p:tags r:id="rId2"/>
              </p:custDataLst>
            </p:nvPr>
          </p:nvSpPr>
          <p:spPr>
            <a:xfrm>
              <a:off x="3041172" y="4232414"/>
              <a:ext cx="8684365" cy="10204"/>
            </a:xfrm>
            <a:prstGeom prst="rect">
              <a:avLst/>
            </a:prstGeom>
            <a:solidFill>
              <a:schemeClr val="bg1"/>
            </a:solidFill>
            <a:ln w="25432" cap="flat">
              <a:noFill/>
              <a:prstDash val="solid"/>
              <a:miter/>
            </a:ln>
          </p:spPr>
          <p:txBody>
            <a:bodyPr/>
            <a:lstStyle/>
            <a:p>
              <a:endParaRPr lang="en-US"/>
            </a:p>
          </p:txBody>
        </p:sp>
        <p:sp>
          <p:nvSpPr>
            <p:cNvPr id="17" name="Rectangle 16">
              <a:extLst>
                <a:ext uri="{FF2B5EF4-FFF2-40B4-BE49-F238E27FC236}">
                  <a16:creationId xmlns:a16="http://schemas.microsoft.com/office/drawing/2014/main" id="{48F4FE0E-467A-78A4-1B2A-A4437A7AED97}"/>
                </a:ext>
              </a:extLst>
            </p:cNvPr>
            <p:cNvSpPr/>
            <p:nvPr>
              <p:custDataLst>
                <p:tags r:id="rId3"/>
              </p:custDataLst>
            </p:nvPr>
          </p:nvSpPr>
          <p:spPr>
            <a:xfrm>
              <a:off x="3036111" y="4242619"/>
              <a:ext cx="10121" cy="376125"/>
            </a:xfrm>
            <a:prstGeom prst="rect">
              <a:avLst/>
            </a:prstGeom>
            <a:solidFill>
              <a:schemeClr val="bg1"/>
            </a:solidFill>
            <a:ln w="25432" cap="flat">
              <a:noFill/>
              <a:prstDash val="solid"/>
              <a:miter/>
            </a:ln>
          </p:spPr>
          <p:txBody>
            <a:bodyPr/>
            <a:lstStyle/>
            <a:p>
              <a:endParaRPr lang="en-US"/>
            </a:p>
          </p:txBody>
        </p:sp>
        <p:sp>
          <p:nvSpPr>
            <p:cNvPr id="18" name="Freeform: Shape 17">
              <a:extLst>
                <a:ext uri="{FF2B5EF4-FFF2-40B4-BE49-F238E27FC236}">
                  <a16:creationId xmlns:a16="http://schemas.microsoft.com/office/drawing/2014/main" id="{9C45728A-9287-6962-B429-3A8A611CC3D0}"/>
                </a:ext>
              </a:extLst>
            </p:cNvPr>
            <p:cNvSpPr/>
            <p:nvPr>
              <p:custDataLst>
                <p:tags r:id="rId4"/>
              </p:custDataLst>
            </p:nvPr>
          </p:nvSpPr>
          <p:spPr>
            <a:xfrm>
              <a:off x="3203125" y="4305435"/>
              <a:ext cx="255834" cy="175015"/>
            </a:xfrm>
            <a:custGeom>
              <a:avLst/>
              <a:gdLst>
                <a:gd name="csX0" fmla="*/ 128112 w 255834"/>
                <a:gd name="csY0" fmla="*/ 141402 h 175015"/>
                <a:gd name="csX1" fmla="*/ 67380 w 255834"/>
                <a:gd name="csY1" fmla="*/ 6441 h 175015"/>
                <a:gd name="csX2" fmla="*/ 56246 w 255834"/>
                <a:gd name="csY2" fmla="*/ 62 h 175015"/>
                <a:gd name="csX3" fmla="*/ 69 w 255834"/>
                <a:gd name="csY3" fmla="*/ 62 h 175015"/>
                <a:gd name="csX4" fmla="*/ 69 w 255834"/>
                <a:gd name="csY4" fmla="*/ 12053 h 175015"/>
                <a:gd name="csX5" fmla="*/ 27398 w 255834"/>
                <a:gd name="csY5" fmla="*/ 12053 h 175015"/>
                <a:gd name="csX6" fmla="*/ 27398 w 255834"/>
                <a:gd name="csY6" fmla="*/ 155689 h 175015"/>
                <a:gd name="csX7" fmla="*/ 20060 w 255834"/>
                <a:gd name="csY7" fmla="*/ 162322 h 175015"/>
                <a:gd name="csX8" fmla="*/ 6395 w 255834"/>
                <a:gd name="csY8" fmla="*/ 163088 h 175015"/>
                <a:gd name="csX9" fmla="*/ 69 w 255834"/>
                <a:gd name="csY9" fmla="*/ 163088 h 175015"/>
                <a:gd name="csX10" fmla="*/ 69 w 255834"/>
                <a:gd name="csY10" fmla="*/ 175078 h 175015"/>
                <a:gd name="csX11" fmla="*/ 33977 w 255834"/>
                <a:gd name="csY11" fmla="*/ 174313 h 175015"/>
                <a:gd name="csX12" fmla="*/ 68139 w 255834"/>
                <a:gd name="csY12" fmla="*/ 175078 h 175015"/>
                <a:gd name="csX13" fmla="*/ 68139 w 255834"/>
                <a:gd name="csY13" fmla="*/ 163088 h 175015"/>
                <a:gd name="csX14" fmla="*/ 61813 w 255834"/>
                <a:gd name="csY14" fmla="*/ 163088 h 175015"/>
                <a:gd name="csX15" fmla="*/ 48401 w 255834"/>
                <a:gd name="csY15" fmla="*/ 162322 h 175015"/>
                <a:gd name="csX16" fmla="*/ 40810 w 255834"/>
                <a:gd name="csY16" fmla="*/ 155689 h 175015"/>
                <a:gd name="csX17" fmla="*/ 40810 w 255834"/>
                <a:gd name="csY17" fmla="*/ 15370 h 175015"/>
                <a:gd name="csX18" fmla="*/ 41063 w 255834"/>
                <a:gd name="csY18" fmla="*/ 15370 h 175015"/>
                <a:gd name="csX19" fmla="*/ 109893 w 255834"/>
                <a:gd name="csY19" fmla="*/ 168700 h 175015"/>
                <a:gd name="csX20" fmla="*/ 117990 w 255834"/>
                <a:gd name="csY20" fmla="*/ 175078 h 175015"/>
                <a:gd name="csX21" fmla="*/ 126088 w 255834"/>
                <a:gd name="csY21" fmla="*/ 168955 h 175015"/>
                <a:gd name="csX22" fmla="*/ 196689 w 255834"/>
                <a:gd name="csY22" fmla="*/ 12053 h 175015"/>
                <a:gd name="csX23" fmla="*/ 196942 w 255834"/>
                <a:gd name="csY23" fmla="*/ 12053 h 175015"/>
                <a:gd name="csX24" fmla="*/ 196942 w 255834"/>
                <a:gd name="csY24" fmla="*/ 163088 h 175015"/>
                <a:gd name="csX25" fmla="*/ 169613 w 255834"/>
                <a:gd name="csY25" fmla="*/ 163088 h 175015"/>
                <a:gd name="csX26" fmla="*/ 169613 w 255834"/>
                <a:gd name="csY26" fmla="*/ 175078 h 175015"/>
                <a:gd name="csX27" fmla="*/ 212631 w 255834"/>
                <a:gd name="csY27" fmla="*/ 174313 h 175015"/>
                <a:gd name="csX28" fmla="*/ 255903 w 255834"/>
                <a:gd name="csY28" fmla="*/ 175078 h 175015"/>
                <a:gd name="csX29" fmla="*/ 255903 w 255834"/>
                <a:gd name="csY29" fmla="*/ 163088 h 175015"/>
                <a:gd name="csX30" fmla="*/ 228574 w 255834"/>
                <a:gd name="csY30" fmla="*/ 163088 h 175015"/>
                <a:gd name="csX31" fmla="*/ 228574 w 255834"/>
                <a:gd name="csY31" fmla="*/ 12053 h 175015"/>
                <a:gd name="csX32" fmla="*/ 255903 w 255834"/>
                <a:gd name="csY32" fmla="*/ 12053 h 175015"/>
                <a:gd name="csX33" fmla="*/ 255903 w 255834"/>
                <a:gd name="csY33" fmla="*/ 62 h 175015"/>
                <a:gd name="csX34" fmla="*/ 199979 w 255834"/>
                <a:gd name="csY34" fmla="*/ 62 h 175015"/>
                <a:gd name="csX35" fmla="*/ 188845 w 255834"/>
                <a:gd name="csY35" fmla="*/ 6441 h 175015"/>
                <a:gd name="csX36" fmla="*/ 128112 w 255834"/>
                <a:gd name="csY36" fmla="*/ 141402 h 175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55834" h="175015">
                  <a:moveTo>
                    <a:pt x="128112" y="141402"/>
                  </a:moveTo>
                  <a:lnTo>
                    <a:pt x="67380" y="6441"/>
                  </a:lnTo>
                  <a:cubicBezTo>
                    <a:pt x="64597" y="62"/>
                    <a:pt x="61813" y="62"/>
                    <a:pt x="56246" y="62"/>
                  </a:cubicBezTo>
                  <a:lnTo>
                    <a:pt x="69" y="62"/>
                  </a:lnTo>
                  <a:lnTo>
                    <a:pt x="69" y="12053"/>
                  </a:lnTo>
                  <a:lnTo>
                    <a:pt x="27398" y="12053"/>
                  </a:lnTo>
                  <a:lnTo>
                    <a:pt x="27398" y="155689"/>
                  </a:lnTo>
                  <a:cubicBezTo>
                    <a:pt x="27398" y="161302"/>
                    <a:pt x="27145" y="161557"/>
                    <a:pt x="20060" y="162322"/>
                  </a:cubicBezTo>
                  <a:cubicBezTo>
                    <a:pt x="13986" y="163088"/>
                    <a:pt x="13480" y="163088"/>
                    <a:pt x="6395" y="163088"/>
                  </a:cubicBezTo>
                  <a:lnTo>
                    <a:pt x="69" y="163088"/>
                  </a:lnTo>
                  <a:lnTo>
                    <a:pt x="69" y="175078"/>
                  </a:lnTo>
                  <a:cubicBezTo>
                    <a:pt x="9685" y="174313"/>
                    <a:pt x="24108" y="174313"/>
                    <a:pt x="33977" y="174313"/>
                  </a:cubicBezTo>
                  <a:cubicBezTo>
                    <a:pt x="44606" y="174313"/>
                    <a:pt x="57764" y="174313"/>
                    <a:pt x="68139" y="175078"/>
                  </a:cubicBezTo>
                  <a:lnTo>
                    <a:pt x="68139" y="163088"/>
                  </a:lnTo>
                  <a:lnTo>
                    <a:pt x="61813" y="163088"/>
                  </a:lnTo>
                  <a:cubicBezTo>
                    <a:pt x="57258" y="163088"/>
                    <a:pt x="52956" y="162832"/>
                    <a:pt x="48401" y="162322"/>
                  </a:cubicBezTo>
                  <a:cubicBezTo>
                    <a:pt x="41063" y="161557"/>
                    <a:pt x="40810" y="161302"/>
                    <a:pt x="40810" y="155689"/>
                  </a:cubicBezTo>
                  <a:lnTo>
                    <a:pt x="40810" y="15370"/>
                  </a:lnTo>
                  <a:lnTo>
                    <a:pt x="41063" y="15370"/>
                  </a:lnTo>
                  <a:lnTo>
                    <a:pt x="109893" y="168700"/>
                  </a:lnTo>
                  <a:cubicBezTo>
                    <a:pt x="112170" y="173803"/>
                    <a:pt x="115207" y="175078"/>
                    <a:pt x="117990" y="175078"/>
                  </a:cubicBezTo>
                  <a:cubicBezTo>
                    <a:pt x="123051" y="175078"/>
                    <a:pt x="125076" y="171252"/>
                    <a:pt x="126088" y="168955"/>
                  </a:cubicBezTo>
                  <a:lnTo>
                    <a:pt x="196689" y="12053"/>
                  </a:lnTo>
                  <a:lnTo>
                    <a:pt x="196942" y="12053"/>
                  </a:lnTo>
                  <a:lnTo>
                    <a:pt x="196942" y="163088"/>
                  </a:lnTo>
                  <a:lnTo>
                    <a:pt x="169613" y="163088"/>
                  </a:lnTo>
                  <a:lnTo>
                    <a:pt x="169613" y="175078"/>
                  </a:lnTo>
                  <a:cubicBezTo>
                    <a:pt x="178723" y="174313"/>
                    <a:pt x="202256" y="174313"/>
                    <a:pt x="212631" y="174313"/>
                  </a:cubicBezTo>
                  <a:cubicBezTo>
                    <a:pt x="223007" y="174313"/>
                    <a:pt x="246793" y="174313"/>
                    <a:pt x="255903" y="175078"/>
                  </a:cubicBezTo>
                  <a:lnTo>
                    <a:pt x="255903" y="163088"/>
                  </a:lnTo>
                  <a:lnTo>
                    <a:pt x="228574" y="163088"/>
                  </a:lnTo>
                  <a:lnTo>
                    <a:pt x="228574" y="12053"/>
                  </a:lnTo>
                  <a:lnTo>
                    <a:pt x="255903" y="12053"/>
                  </a:lnTo>
                  <a:lnTo>
                    <a:pt x="255903" y="62"/>
                  </a:lnTo>
                  <a:lnTo>
                    <a:pt x="199979" y="62"/>
                  </a:lnTo>
                  <a:cubicBezTo>
                    <a:pt x="194412" y="62"/>
                    <a:pt x="191628" y="62"/>
                    <a:pt x="188845" y="6441"/>
                  </a:cubicBezTo>
                  <a:lnTo>
                    <a:pt x="128112" y="141402"/>
                  </a:lnTo>
                  <a:close/>
                </a:path>
              </a:pathLst>
            </a:custGeom>
            <a:solidFill>
              <a:schemeClr val="bg1"/>
            </a:solidFill>
            <a:ln w="25432" cap="flat">
              <a:noFill/>
              <a:prstDash val="solid"/>
              <a:miter/>
            </a:ln>
          </p:spPr>
          <p:txBody>
            <a:bodyPr/>
            <a:lstStyle/>
            <a:p>
              <a:endParaRPr lang="en-US"/>
            </a:p>
          </p:txBody>
        </p:sp>
        <p:sp>
          <p:nvSpPr>
            <p:cNvPr id="19" name="Freeform: Shape 18">
              <a:extLst>
                <a:ext uri="{FF2B5EF4-FFF2-40B4-BE49-F238E27FC236}">
                  <a16:creationId xmlns:a16="http://schemas.microsoft.com/office/drawing/2014/main" id="{03E86CBF-4C55-0C2A-FA24-9938053B5D48}"/>
                </a:ext>
              </a:extLst>
            </p:cNvPr>
            <p:cNvSpPr/>
            <p:nvPr>
              <p:custDataLst>
                <p:tags r:id="rId5"/>
              </p:custDataLst>
            </p:nvPr>
          </p:nvSpPr>
          <p:spPr>
            <a:xfrm>
              <a:off x="3477346" y="4364880"/>
              <a:ext cx="129056" cy="117102"/>
            </a:xfrm>
            <a:custGeom>
              <a:avLst/>
              <a:gdLst>
                <a:gd name="csX0" fmla="*/ 129136 w 129056"/>
                <a:gd name="csY0" fmla="*/ 60017 h 117102"/>
                <a:gd name="csX1" fmla="*/ 64608 w 129056"/>
                <a:gd name="csY1" fmla="*/ 62 h 117102"/>
                <a:gd name="csX2" fmla="*/ 80 w 129056"/>
                <a:gd name="csY2" fmla="*/ 60017 h 117102"/>
                <a:gd name="csX3" fmla="*/ 64608 w 129056"/>
                <a:gd name="csY3" fmla="*/ 117165 h 117102"/>
                <a:gd name="csX4" fmla="*/ 129136 w 129056"/>
                <a:gd name="csY4" fmla="*/ 60017 h 117102"/>
                <a:gd name="csX5" fmla="*/ 64608 w 129056"/>
                <a:gd name="csY5" fmla="*/ 106960 h 117102"/>
                <a:gd name="csX6" fmla="*/ 32470 w 129056"/>
                <a:gd name="csY6" fmla="*/ 57211 h 117102"/>
                <a:gd name="csX7" fmla="*/ 36772 w 129056"/>
                <a:gd name="csY7" fmla="*/ 24044 h 117102"/>
                <a:gd name="csX8" fmla="*/ 64608 w 129056"/>
                <a:gd name="csY8" fmla="*/ 9247 h 117102"/>
                <a:gd name="csX9" fmla="*/ 91431 w 129056"/>
                <a:gd name="csY9" fmla="*/ 22258 h 117102"/>
                <a:gd name="csX10" fmla="*/ 96745 w 129056"/>
                <a:gd name="csY10" fmla="*/ 57211 h 117102"/>
                <a:gd name="csX11" fmla="*/ 64608 w 129056"/>
                <a:gd name="csY11" fmla="*/ 106960 h 117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9056" h="117102">
                  <a:moveTo>
                    <a:pt x="129136" y="60017"/>
                  </a:moveTo>
                  <a:cubicBezTo>
                    <a:pt x="129136" y="25830"/>
                    <a:pt x="105855" y="62"/>
                    <a:pt x="64608" y="62"/>
                  </a:cubicBezTo>
                  <a:cubicBezTo>
                    <a:pt x="23107" y="62"/>
                    <a:pt x="80" y="26085"/>
                    <a:pt x="80" y="60017"/>
                  </a:cubicBezTo>
                  <a:cubicBezTo>
                    <a:pt x="80" y="91652"/>
                    <a:pt x="22348" y="117165"/>
                    <a:pt x="64608" y="117165"/>
                  </a:cubicBezTo>
                  <a:cubicBezTo>
                    <a:pt x="107120" y="117165"/>
                    <a:pt x="129136" y="91397"/>
                    <a:pt x="129136" y="60017"/>
                  </a:cubicBezTo>
                  <a:close/>
                  <a:moveTo>
                    <a:pt x="64608" y="106960"/>
                  </a:moveTo>
                  <a:cubicBezTo>
                    <a:pt x="32470" y="106960"/>
                    <a:pt x="32470" y="79406"/>
                    <a:pt x="32470" y="57211"/>
                  </a:cubicBezTo>
                  <a:cubicBezTo>
                    <a:pt x="32470" y="45730"/>
                    <a:pt x="32470" y="32719"/>
                    <a:pt x="36772" y="24044"/>
                  </a:cubicBezTo>
                  <a:cubicBezTo>
                    <a:pt x="41580" y="14605"/>
                    <a:pt x="52208" y="9247"/>
                    <a:pt x="64608" y="9247"/>
                  </a:cubicBezTo>
                  <a:cubicBezTo>
                    <a:pt x="75236" y="9247"/>
                    <a:pt x="85864" y="13329"/>
                    <a:pt x="91431" y="22258"/>
                  </a:cubicBezTo>
                  <a:cubicBezTo>
                    <a:pt x="96745" y="30933"/>
                    <a:pt x="96745" y="44965"/>
                    <a:pt x="96745" y="57211"/>
                  </a:cubicBezTo>
                  <a:cubicBezTo>
                    <a:pt x="96745" y="79406"/>
                    <a:pt x="96745" y="106960"/>
                    <a:pt x="64608" y="106960"/>
                  </a:cubicBezTo>
                  <a:close/>
                </a:path>
              </a:pathLst>
            </a:custGeom>
            <a:solidFill>
              <a:schemeClr val="bg1"/>
            </a:solidFill>
            <a:ln w="25432" cap="flat">
              <a:noFill/>
              <a:prstDash val="solid"/>
              <a:miter/>
            </a:ln>
          </p:spPr>
          <p:txBody>
            <a:bodyPr/>
            <a:lstStyle/>
            <a:p>
              <a:endParaRPr lang="en-US"/>
            </a:p>
          </p:txBody>
        </p:sp>
        <p:sp>
          <p:nvSpPr>
            <p:cNvPr id="20" name="Freeform: Shape 19">
              <a:extLst>
                <a:ext uri="{FF2B5EF4-FFF2-40B4-BE49-F238E27FC236}">
                  <a16:creationId xmlns:a16="http://schemas.microsoft.com/office/drawing/2014/main" id="{A8D42121-5AB8-B02B-BCC8-DB9391BA3129}"/>
                </a:ext>
              </a:extLst>
            </p:cNvPr>
            <p:cNvSpPr/>
            <p:nvPr>
              <p:custDataLst>
                <p:tags r:id="rId6"/>
              </p:custDataLst>
            </p:nvPr>
          </p:nvSpPr>
          <p:spPr>
            <a:xfrm>
              <a:off x="3632452" y="4303394"/>
              <a:ext cx="142467" cy="178587"/>
            </a:xfrm>
            <a:custGeom>
              <a:avLst/>
              <a:gdLst>
                <a:gd name="csX0" fmla="*/ 96245 w 142467"/>
                <a:gd name="csY0" fmla="*/ 166149 h 178587"/>
                <a:gd name="csX1" fmla="*/ 96245 w 142467"/>
                <a:gd name="csY1" fmla="*/ 178650 h 178587"/>
                <a:gd name="csX2" fmla="*/ 142553 w 142467"/>
                <a:gd name="csY2" fmla="*/ 177119 h 178587"/>
                <a:gd name="csX3" fmla="*/ 142553 w 142467"/>
                <a:gd name="csY3" fmla="*/ 165129 h 178587"/>
                <a:gd name="csX4" fmla="*/ 125093 w 142467"/>
                <a:gd name="csY4" fmla="*/ 155179 h 178587"/>
                <a:gd name="csX5" fmla="*/ 125093 w 142467"/>
                <a:gd name="csY5" fmla="*/ 62 h 178587"/>
                <a:gd name="csX6" fmla="*/ 80303 w 142467"/>
                <a:gd name="csY6" fmla="*/ 2103 h 178587"/>
                <a:gd name="csX7" fmla="*/ 80303 w 142467"/>
                <a:gd name="csY7" fmla="*/ 14094 h 178587"/>
                <a:gd name="csX8" fmla="*/ 97763 w 142467"/>
                <a:gd name="csY8" fmla="*/ 24044 h 178587"/>
                <a:gd name="csX9" fmla="*/ 97763 w 142467"/>
                <a:gd name="csY9" fmla="*/ 73794 h 178587"/>
                <a:gd name="csX10" fmla="*/ 63601 w 142467"/>
                <a:gd name="csY10" fmla="*/ 62313 h 178587"/>
                <a:gd name="csX11" fmla="*/ 86 w 142467"/>
                <a:gd name="csY11" fmla="*/ 120737 h 178587"/>
                <a:gd name="csX12" fmla="*/ 60818 w 142467"/>
                <a:gd name="csY12" fmla="*/ 178650 h 178587"/>
                <a:gd name="csX13" fmla="*/ 96245 w 142467"/>
                <a:gd name="csY13" fmla="*/ 166149 h 178587"/>
                <a:gd name="csX14" fmla="*/ 96245 w 142467"/>
                <a:gd name="csY14" fmla="*/ 87060 h 178587"/>
                <a:gd name="csX15" fmla="*/ 96245 w 142467"/>
                <a:gd name="csY15" fmla="*/ 150842 h 178587"/>
                <a:gd name="csX16" fmla="*/ 63348 w 142467"/>
                <a:gd name="csY16" fmla="*/ 169466 h 178587"/>
                <a:gd name="csX17" fmla="*/ 32476 w 142467"/>
                <a:gd name="csY17" fmla="*/ 120737 h 178587"/>
                <a:gd name="csX18" fmla="*/ 39055 w 142467"/>
                <a:gd name="csY18" fmla="*/ 84764 h 178587"/>
                <a:gd name="csX19" fmla="*/ 66132 w 142467"/>
                <a:gd name="csY19" fmla="*/ 71498 h 178587"/>
                <a:gd name="csX20" fmla="*/ 96245 w 142467"/>
                <a:gd name="csY20" fmla="*/ 87060 h 178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42467" h="178587">
                  <a:moveTo>
                    <a:pt x="96245" y="166149"/>
                  </a:moveTo>
                  <a:lnTo>
                    <a:pt x="96245" y="178650"/>
                  </a:lnTo>
                  <a:lnTo>
                    <a:pt x="142553" y="177119"/>
                  </a:lnTo>
                  <a:lnTo>
                    <a:pt x="142553" y="165129"/>
                  </a:lnTo>
                  <a:cubicBezTo>
                    <a:pt x="126864" y="165129"/>
                    <a:pt x="125093" y="165129"/>
                    <a:pt x="125093" y="155179"/>
                  </a:cubicBezTo>
                  <a:lnTo>
                    <a:pt x="125093" y="62"/>
                  </a:lnTo>
                  <a:lnTo>
                    <a:pt x="80303" y="2103"/>
                  </a:lnTo>
                  <a:lnTo>
                    <a:pt x="80303" y="14094"/>
                  </a:lnTo>
                  <a:cubicBezTo>
                    <a:pt x="95992" y="14094"/>
                    <a:pt x="97763" y="14094"/>
                    <a:pt x="97763" y="24044"/>
                  </a:cubicBezTo>
                  <a:lnTo>
                    <a:pt x="97763" y="73794"/>
                  </a:lnTo>
                  <a:cubicBezTo>
                    <a:pt x="85111" y="63844"/>
                    <a:pt x="71952" y="62313"/>
                    <a:pt x="63601" y="62313"/>
                  </a:cubicBezTo>
                  <a:cubicBezTo>
                    <a:pt x="26656" y="62313"/>
                    <a:pt x="86" y="84764"/>
                    <a:pt x="86" y="120737"/>
                  </a:cubicBezTo>
                  <a:cubicBezTo>
                    <a:pt x="86" y="154413"/>
                    <a:pt x="23366" y="178650"/>
                    <a:pt x="60818" y="178650"/>
                  </a:cubicBezTo>
                  <a:cubicBezTo>
                    <a:pt x="76254" y="178650"/>
                    <a:pt x="88400" y="172527"/>
                    <a:pt x="96245" y="166149"/>
                  </a:cubicBezTo>
                  <a:close/>
                  <a:moveTo>
                    <a:pt x="96245" y="87060"/>
                  </a:moveTo>
                  <a:lnTo>
                    <a:pt x="96245" y="150842"/>
                  </a:lnTo>
                  <a:cubicBezTo>
                    <a:pt x="92955" y="155434"/>
                    <a:pt x="82580" y="169466"/>
                    <a:pt x="63348" y="169466"/>
                  </a:cubicBezTo>
                  <a:cubicBezTo>
                    <a:pt x="32476" y="169466"/>
                    <a:pt x="32476" y="138595"/>
                    <a:pt x="32476" y="120737"/>
                  </a:cubicBezTo>
                  <a:cubicBezTo>
                    <a:pt x="32476" y="108491"/>
                    <a:pt x="32476" y="94714"/>
                    <a:pt x="39055" y="84764"/>
                  </a:cubicBezTo>
                  <a:cubicBezTo>
                    <a:pt x="46394" y="74049"/>
                    <a:pt x="58287" y="71498"/>
                    <a:pt x="66132" y="71498"/>
                  </a:cubicBezTo>
                  <a:cubicBezTo>
                    <a:pt x="80556" y="71498"/>
                    <a:pt x="90678" y="79662"/>
                    <a:pt x="96245" y="87060"/>
                  </a:cubicBezTo>
                  <a:close/>
                </a:path>
              </a:pathLst>
            </a:custGeom>
            <a:solidFill>
              <a:schemeClr val="bg1"/>
            </a:solidFill>
            <a:ln w="25432" cap="flat">
              <a:noFill/>
              <a:prstDash val="solid"/>
              <a:miter/>
            </a:ln>
          </p:spPr>
          <p:txBody>
            <a:bodyPr/>
            <a:lstStyle/>
            <a:p>
              <a:endParaRPr lang="en-US"/>
            </a:p>
          </p:txBody>
        </p:sp>
        <p:sp>
          <p:nvSpPr>
            <p:cNvPr id="21" name="Freeform: Shape 20">
              <a:extLst>
                <a:ext uri="{FF2B5EF4-FFF2-40B4-BE49-F238E27FC236}">
                  <a16:creationId xmlns:a16="http://schemas.microsoft.com/office/drawing/2014/main" id="{F74B0BC3-3A25-C31D-FF48-5A96E05110E0}"/>
                </a:ext>
              </a:extLst>
            </p:cNvPr>
            <p:cNvSpPr/>
            <p:nvPr>
              <p:custDataLst>
                <p:tags r:id="rId7"/>
              </p:custDataLst>
            </p:nvPr>
          </p:nvSpPr>
          <p:spPr>
            <a:xfrm>
              <a:off x="3792604" y="4364880"/>
              <a:ext cx="116909" cy="117102"/>
            </a:xfrm>
            <a:custGeom>
              <a:avLst/>
              <a:gdLst>
                <a:gd name="csX0" fmla="*/ 108904 w 116909"/>
                <a:gd name="csY0" fmla="*/ 60017 h 117102"/>
                <a:gd name="csX1" fmla="*/ 117002 w 116909"/>
                <a:gd name="csY1" fmla="*/ 53129 h 117102"/>
                <a:gd name="csX2" fmla="*/ 102831 w 116909"/>
                <a:gd name="csY2" fmla="*/ 13839 h 117102"/>
                <a:gd name="csX3" fmla="*/ 62596 w 116909"/>
                <a:gd name="csY3" fmla="*/ 62 h 117102"/>
                <a:gd name="csX4" fmla="*/ 92 w 116909"/>
                <a:gd name="csY4" fmla="*/ 58231 h 117102"/>
                <a:gd name="csX5" fmla="*/ 66138 w 116909"/>
                <a:gd name="csY5" fmla="*/ 117165 h 117102"/>
                <a:gd name="csX6" fmla="*/ 117002 w 116909"/>
                <a:gd name="csY6" fmla="*/ 85785 h 117102"/>
                <a:gd name="csX7" fmla="*/ 110928 w 116909"/>
                <a:gd name="csY7" fmla="*/ 81192 h 117102"/>
                <a:gd name="csX8" fmla="*/ 104602 w 116909"/>
                <a:gd name="csY8" fmla="*/ 86550 h 117102"/>
                <a:gd name="csX9" fmla="*/ 68416 w 116909"/>
                <a:gd name="csY9" fmla="*/ 106960 h 117102"/>
                <a:gd name="csX10" fmla="*/ 32482 w 116909"/>
                <a:gd name="csY10" fmla="*/ 60017 h 117102"/>
                <a:gd name="csX11" fmla="*/ 108904 w 116909"/>
                <a:gd name="csY11" fmla="*/ 60017 h 117102"/>
                <a:gd name="csX12" fmla="*/ 32482 w 116909"/>
                <a:gd name="csY12" fmla="*/ 51598 h 117102"/>
                <a:gd name="csX13" fmla="*/ 38556 w 116909"/>
                <a:gd name="csY13" fmla="*/ 22513 h 117102"/>
                <a:gd name="csX14" fmla="*/ 62596 w 116909"/>
                <a:gd name="csY14" fmla="*/ 9247 h 117102"/>
                <a:gd name="csX15" fmla="*/ 92962 w 116909"/>
                <a:gd name="csY15" fmla="*/ 51598 h 117102"/>
                <a:gd name="csX16" fmla="*/ 32482 w 116909"/>
                <a:gd name="csY16" fmla="*/ 51598 h 117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16909" h="117102">
                  <a:moveTo>
                    <a:pt x="108904" y="60017"/>
                  </a:moveTo>
                  <a:cubicBezTo>
                    <a:pt x="114471" y="60017"/>
                    <a:pt x="117002" y="60017"/>
                    <a:pt x="117002" y="53129"/>
                  </a:cubicBezTo>
                  <a:cubicBezTo>
                    <a:pt x="117002" y="45220"/>
                    <a:pt x="115483" y="26596"/>
                    <a:pt x="102831" y="13839"/>
                  </a:cubicBezTo>
                  <a:cubicBezTo>
                    <a:pt x="93468" y="4655"/>
                    <a:pt x="80056" y="62"/>
                    <a:pt x="62596" y="62"/>
                  </a:cubicBezTo>
                  <a:cubicBezTo>
                    <a:pt x="22107" y="62"/>
                    <a:pt x="92" y="26340"/>
                    <a:pt x="92" y="58231"/>
                  </a:cubicBezTo>
                  <a:cubicBezTo>
                    <a:pt x="92" y="92418"/>
                    <a:pt x="25397" y="117165"/>
                    <a:pt x="66138" y="117165"/>
                  </a:cubicBezTo>
                  <a:cubicBezTo>
                    <a:pt x="106120" y="117165"/>
                    <a:pt x="117002" y="90122"/>
                    <a:pt x="117002" y="85785"/>
                  </a:cubicBezTo>
                  <a:cubicBezTo>
                    <a:pt x="117002" y="81192"/>
                    <a:pt x="112194" y="81192"/>
                    <a:pt x="110928" y="81192"/>
                  </a:cubicBezTo>
                  <a:cubicBezTo>
                    <a:pt x="106626" y="81192"/>
                    <a:pt x="106120" y="82468"/>
                    <a:pt x="104602" y="86550"/>
                  </a:cubicBezTo>
                  <a:cubicBezTo>
                    <a:pt x="99288" y="98796"/>
                    <a:pt x="84864" y="106960"/>
                    <a:pt x="68416" y="106960"/>
                  </a:cubicBezTo>
                  <a:cubicBezTo>
                    <a:pt x="32736" y="106960"/>
                    <a:pt x="32482" y="73028"/>
                    <a:pt x="32482" y="60017"/>
                  </a:cubicBezTo>
                  <a:lnTo>
                    <a:pt x="108904" y="60017"/>
                  </a:lnTo>
                  <a:close/>
                  <a:moveTo>
                    <a:pt x="32482" y="51598"/>
                  </a:moveTo>
                  <a:cubicBezTo>
                    <a:pt x="32989" y="41648"/>
                    <a:pt x="33242" y="30933"/>
                    <a:pt x="38556" y="22513"/>
                  </a:cubicBezTo>
                  <a:cubicBezTo>
                    <a:pt x="45135" y="12308"/>
                    <a:pt x="55257" y="9247"/>
                    <a:pt x="62596" y="9247"/>
                  </a:cubicBezTo>
                  <a:cubicBezTo>
                    <a:pt x="92203" y="9247"/>
                    <a:pt x="92709" y="42668"/>
                    <a:pt x="92962" y="51598"/>
                  </a:cubicBezTo>
                  <a:lnTo>
                    <a:pt x="32482" y="51598"/>
                  </a:lnTo>
                  <a:close/>
                </a:path>
              </a:pathLst>
            </a:custGeom>
            <a:solidFill>
              <a:schemeClr val="bg1"/>
            </a:solidFill>
            <a:ln w="25432" cap="flat">
              <a:noFill/>
              <a:prstDash val="solid"/>
              <a:miter/>
            </a:ln>
          </p:spPr>
          <p:txBody>
            <a:bodyPr/>
            <a:lstStyle/>
            <a:p>
              <a:endParaRPr lang="en-US"/>
            </a:p>
          </p:txBody>
        </p:sp>
        <p:sp>
          <p:nvSpPr>
            <p:cNvPr id="22" name="Freeform: Shape 21">
              <a:extLst>
                <a:ext uri="{FF2B5EF4-FFF2-40B4-BE49-F238E27FC236}">
                  <a16:creationId xmlns:a16="http://schemas.microsoft.com/office/drawing/2014/main" id="{4D25BB4E-1FEF-A29E-BE36-15D1B2C01878}"/>
                </a:ext>
              </a:extLst>
            </p:cNvPr>
            <p:cNvSpPr/>
            <p:nvPr>
              <p:custDataLst>
                <p:tags r:id="rId8"/>
              </p:custDataLst>
            </p:nvPr>
          </p:nvSpPr>
          <p:spPr>
            <a:xfrm>
              <a:off x="3929778" y="4303394"/>
              <a:ext cx="62250" cy="177056"/>
            </a:xfrm>
            <a:custGeom>
              <a:avLst/>
              <a:gdLst>
                <a:gd name="csX0" fmla="*/ 44887 w 62250"/>
                <a:gd name="csY0" fmla="*/ 62 h 177056"/>
                <a:gd name="csX1" fmla="*/ 97 w 62250"/>
                <a:gd name="csY1" fmla="*/ 2103 h 177056"/>
                <a:gd name="csX2" fmla="*/ 97 w 62250"/>
                <a:gd name="csY2" fmla="*/ 14094 h 177056"/>
                <a:gd name="csX3" fmla="*/ 17558 w 62250"/>
                <a:gd name="csY3" fmla="*/ 24044 h 177056"/>
                <a:gd name="csX4" fmla="*/ 17558 w 62250"/>
                <a:gd name="csY4" fmla="*/ 165129 h 177056"/>
                <a:gd name="csX5" fmla="*/ 97 w 62250"/>
                <a:gd name="csY5" fmla="*/ 165129 h 177056"/>
                <a:gd name="csX6" fmla="*/ 97 w 62250"/>
                <a:gd name="csY6" fmla="*/ 177119 h 177056"/>
                <a:gd name="csX7" fmla="*/ 31222 w 62250"/>
                <a:gd name="csY7" fmla="*/ 176354 h 177056"/>
                <a:gd name="csX8" fmla="*/ 62348 w 62250"/>
                <a:gd name="csY8" fmla="*/ 177119 h 177056"/>
                <a:gd name="csX9" fmla="*/ 62348 w 62250"/>
                <a:gd name="csY9" fmla="*/ 165129 h 177056"/>
                <a:gd name="csX10" fmla="*/ 44887 w 62250"/>
                <a:gd name="csY10" fmla="*/ 165129 h 177056"/>
                <a:gd name="csX11" fmla="*/ 44887 w 62250"/>
                <a:gd name="csY11" fmla="*/ 62 h 177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2250" h="177056">
                  <a:moveTo>
                    <a:pt x="44887" y="62"/>
                  </a:moveTo>
                  <a:lnTo>
                    <a:pt x="97" y="2103"/>
                  </a:lnTo>
                  <a:lnTo>
                    <a:pt x="97" y="14094"/>
                  </a:lnTo>
                  <a:cubicBezTo>
                    <a:pt x="15786" y="14094"/>
                    <a:pt x="17558" y="14094"/>
                    <a:pt x="17558" y="24044"/>
                  </a:cubicBezTo>
                  <a:lnTo>
                    <a:pt x="17558" y="165129"/>
                  </a:lnTo>
                  <a:lnTo>
                    <a:pt x="97" y="165129"/>
                  </a:lnTo>
                  <a:lnTo>
                    <a:pt x="97" y="177119"/>
                  </a:lnTo>
                  <a:cubicBezTo>
                    <a:pt x="8195" y="176864"/>
                    <a:pt x="20341" y="176354"/>
                    <a:pt x="31222" y="176354"/>
                  </a:cubicBezTo>
                  <a:cubicBezTo>
                    <a:pt x="42104" y="176354"/>
                    <a:pt x="53744" y="176864"/>
                    <a:pt x="62348" y="177119"/>
                  </a:cubicBezTo>
                  <a:lnTo>
                    <a:pt x="62348" y="165129"/>
                  </a:lnTo>
                  <a:lnTo>
                    <a:pt x="44887" y="165129"/>
                  </a:lnTo>
                  <a:lnTo>
                    <a:pt x="44887" y="62"/>
                  </a:lnTo>
                  <a:close/>
                </a:path>
              </a:pathLst>
            </a:custGeom>
            <a:solidFill>
              <a:schemeClr val="bg1"/>
            </a:solidFill>
            <a:ln w="25432" cap="flat">
              <a:noFill/>
              <a:prstDash val="solid"/>
              <a:miter/>
            </a:ln>
          </p:spPr>
          <p:txBody>
            <a:bodyPr/>
            <a:lstStyle/>
            <a:p>
              <a:endParaRPr lang="en-US"/>
            </a:p>
          </p:txBody>
        </p:sp>
        <p:sp>
          <p:nvSpPr>
            <p:cNvPr id="23" name="Rectangle 22">
              <a:extLst>
                <a:ext uri="{FF2B5EF4-FFF2-40B4-BE49-F238E27FC236}">
                  <a16:creationId xmlns:a16="http://schemas.microsoft.com/office/drawing/2014/main" id="{92516383-CAF7-912E-7B8E-46184AADB213}"/>
                </a:ext>
              </a:extLst>
            </p:cNvPr>
            <p:cNvSpPr/>
            <p:nvPr>
              <p:custDataLst>
                <p:tags r:id="rId9"/>
              </p:custDataLst>
            </p:nvPr>
          </p:nvSpPr>
          <p:spPr>
            <a:xfrm>
              <a:off x="5343801" y="4242619"/>
              <a:ext cx="10121" cy="376125"/>
            </a:xfrm>
            <a:prstGeom prst="rect">
              <a:avLst/>
            </a:prstGeom>
            <a:solidFill>
              <a:schemeClr val="bg1"/>
            </a:solidFill>
            <a:ln w="25432" cap="flat">
              <a:noFill/>
              <a:prstDash val="solid"/>
              <a:miter/>
            </a:ln>
          </p:spPr>
          <p:txBody>
            <a:bodyPr/>
            <a:lstStyle/>
            <a:p>
              <a:endParaRPr lang="en-US"/>
            </a:p>
          </p:txBody>
        </p:sp>
        <p:sp>
          <p:nvSpPr>
            <p:cNvPr id="24" name="Freeform: Shape 23">
              <a:extLst>
                <a:ext uri="{FF2B5EF4-FFF2-40B4-BE49-F238E27FC236}">
                  <a16:creationId xmlns:a16="http://schemas.microsoft.com/office/drawing/2014/main" id="{3126111E-DD4D-A995-143C-FCFCD700A536}"/>
                </a:ext>
              </a:extLst>
            </p:cNvPr>
            <p:cNvSpPr/>
            <p:nvPr>
              <p:custDataLst>
                <p:tags r:id="rId10"/>
              </p:custDataLst>
            </p:nvPr>
          </p:nvSpPr>
          <p:spPr>
            <a:xfrm>
              <a:off x="5510562" y="4305435"/>
              <a:ext cx="172580" cy="175015"/>
            </a:xfrm>
            <a:custGeom>
              <a:avLst/>
              <a:gdLst>
                <a:gd name="csX0" fmla="*/ 63422 w 172580"/>
                <a:gd name="csY0" fmla="*/ 98031 h 175015"/>
                <a:gd name="csX1" fmla="*/ 108212 w 172580"/>
                <a:gd name="csY1" fmla="*/ 98031 h 175015"/>
                <a:gd name="csX2" fmla="*/ 172740 w 172580"/>
                <a:gd name="csY2" fmla="*/ 49812 h 175015"/>
                <a:gd name="csX3" fmla="*/ 105682 w 172580"/>
                <a:gd name="csY3" fmla="*/ 62 h 175015"/>
                <a:gd name="csX4" fmla="*/ 160 w 172580"/>
                <a:gd name="csY4" fmla="*/ 62 h 175015"/>
                <a:gd name="csX5" fmla="*/ 160 w 172580"/>
                <a:gd name="csY5" fmla="*/ 12053 h 175015"/>
                <a:gd name="csX6" fmla="*/ 27489 w 172580"/>
                <a:gd name="csY6" fmla="*/ 12053 h 175015"/>
                <a:gd name="csX7" fmla="*/ 27489 w 172580"/>
                <a:gd name="csY7" fmla="*/ 163088 h 175015"/>
                <a:gd name="csX8" fmla="*/ 160 w 172580"/>
                <a:gd name="csY8" fmla="*/ 163088 h 175015"/>
                <a:gd name="csX9" fmla="*/ 160 w 172580"/>
                <a:gd name="csY9" fmla="*/ 175078 h 175015"/>
                <a:gd name="csX10" fmla="*/ 45456 w 172580"/>
                <a:gd name="csY10" fmla="*/ 174313 h 175015"/>
                <a:gd name="csX11" fmla="*/ 90752 w 172580"/>
                <a:gd name="csY11" fmla="*/ 175078 h 175015"/>
                <a:gd name="csX12" fmla="*/ 90752 w 172580"/>
                <a:gd name="csY12" fmla="*/ 163088 h 175015"/>
                <a:gd name="csX13" fmla="*/ 63422 w 172580"/>
                <a:gd name="csY13" fmla="*/ 163088 h 175015"/>
                <a:gd name="csX14" fmla="*/ 63422 w 172580"/>
                <a:gd name="csY14" fmla="*/ 98031 h 175015"/>
                <a:gd name="csX15" fmla="*/ 95813 w 172580"/>
                <a:gd name="csY15" fmla="*/ 87570 h 175015"/>
                <a:gd name="csX16" fmla="*/ 61904 w 172580"/>
                <a:gd name="csY16" fmla="*/ 87570 h 175015"/>
                <a:gd name="csX17" fmla="*/ 61904 w 172580"/>
                <a:gd name="csY17" fmla="*/ 12053 h 175015"/>
                <a:gd name="csX18" fmla="*/ 96066 w 172580"/>
                <a:gd name="csY18" fmla="*/ 12053 h 175015"/>
                <a:gd name="csX19" fmla="*/ 134024 w 172580"/>
                <a:gd name="csY19" fmla="*/ 49812 h 175015"/>
                <a:gd name="csX20" fmla="*/ 95813 w 172580"/>
                <a:gd name="csY20" fmla="*/ 87570 h 175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72580" h="175015">
                  <a:moveTo>
                    <a:pt x="63422" y="98031"/>
                  </a:moveTo>
                  <a:lnTo>
                    <a:pt x="108212" y="98031"/>
                  </a:lnTo>
                  <a:cubicBezTo>
                    <a:pt x="143386" y="98031"/>
                    <a:pt x="172740" y="79662"/>
                    <a:pt x="172740" y="49812"/>
                  </a:cubicBezTo>
                  <a:cubicBezTo>
                    <a:pt x="172740" y="21748"/>
                    <a:pt x="147688" y="62"/>
                    <a:pt x="105682" y="62"/>
                  </a:cubicBezTo>
                  <a:lnTo>
                    <a:pt x="160" y="62"/>
                  </a:lnTo>
                  <a:lnTo>
                    <a:pt x="160" y="12053"/>
                  </a:lnTo>
                  <a:lnTo>
                    <a:pt x="27489" y="12053"/>
                  </a:lnTo>
                  <a:lnTo>
                    <a:pt x="27489" y="163088"/>
                  </a:lnTo>
                  <a:lnTo>
                    <a:pt x="160" y="163088"/>
                  </a:lnTo>
                  <a:lnTo>
                    <a:pt x="160" y="175078"/>
                  </a:lnTo>
                  <a:cubicBezTo>
                    <a:pt x="9775" y="174313"/>
                    <a:pt x="34574" y="174313"/>
                    <a:pt x="45456" y="174313"/>
                  </a:cubicBezTo>
                  <a:cubicBezTo>
                    <a:pt x="56337" y="174313"/>
                    <a:pt x="81136" y="174313"/>
                    <a:pt x="90752" y="175078"/>
                  </a:cubicBezTo>
                  <a:lnTo>
                    <a:pt x="90752" y="163088"/>
                  </a:lnTo>
                  <a:lnTo>
                    <a:pt x="63422" y="163088"/>
                  </a:lnTo>
                  <a:lnTo>
                    <a:pt x="63422" y="98031"/>
                  </a:lnTo>
                  <a:close/>
                  <a:moveTo>
                    <a:pt x="95813" y="87570"/>
                  </a:moveTo>
                  <a:lnTo>
                    <a:pt x="61904" y="87570"/>
                  </a:lnTo>
                  <a:lnTo>
                    <a:pt x="61904" y="12053"/>
                  </a:lnTo>
                  <a:lnTo>
                    <a:pt x="96066" y="12053"/>
                  </a:lnTo>
                  <a:cubicBezTo>
                    <a:pt x="134024" y="12053"/>
                    <a:pt x="134024" y="31443"/>
                    <a:pt x="134024" y="49812"/>
                  </a:cubicBezTo>
                  <a:cubicBezTo>
                    <a:pt x="134024" y="67926"/>
                    <a:pt x="134024" y="87570"/>
                    <a:pt x="95813" y="87570"/>
                  </a:cubicBezTo>
                  <a:close/>
                </a:path>
              </a:pathLst>
            </a:custGeom>
            <a:solidFill>
              <a:schemeClr val="bg1"/>
            </a:solidFill>
            <a:ln w="25432" cap="flat">
              <a:noFill/>
              <a:prstDash val="solid"/>
              <a:miter/>
            </a:ln>
          </p:spPr>
          <p:txBody>
            <a:bodyPr/>
            <a:lstStyle/>
            <a:p>
              <a:endParaRPr lang="en-US"/>
            </a:p>
          </p:txBody>
        </p:sp>
        <p:sp>
          <p:nvSpPr>
            <p:cNvPr id="26" name="Freeform: Shape 25">
              <a:extLst>
                <a:ext uri="{FF2B5EF4-FFF2-40B4-BE49-F238E27FC236}">
                  <a16:creationId xmlns:a16="http://schemas.microsoft.com/office/drawing/2014/main" id="{8691EAF2-AA46-E372-EE00-132D8BF354A1}"/>
                </a:ext>
              </a:extLst>
            </p:cNvPr>
            <p:cNvSpPr/>
            <p:nvPr>
              <p:custDataLst>
                <p:tags r:id="rId11"/>
              </p:custDataLst>
            </p:nvPr>
          </p:nvSpPr>
          <p:spPr>
            <a:xfrm>
              <a:off x="5708981" y="4365645"/>
              <a:ext cx="102485" cy="114806"/>
            </a:xfrm>
            <a:custGeom>
              <a:avLst/>
              <a:gdLst>
                <a:gd name="csX0" fmla="*/ 42174 w 102485"/>
                <a:gd name="csY0" fmla="*/ 28892 h 114806"/>
                <a:gd name="csX1" fmla="*/ 42174 w 102485"/>
                <a:gd name="csY1" fmla="*/ 62 h 114806"/>
                <a:gd name="csX2" fmla="*/ 167 w 102485"/>
                <a:gd name="csY2" fmla="*/ 2103 h 114806"/>
                <a:gd name="csX3" fmla="*/ 167 w 102485"/>
                <a:gd name="csY3" fmla="*/ 14094 h 114806"/>
                <a:gd name="csX4" fmla="*/ 17628 w 102485"/>
                <a:gd name="csY4" fmla="*/ 24044 h 114806"/>
                <a:gd name="csX5" fmla="*/ 17628 w 102485"/>
                <a:gd name="csY5" fmla="*/ 102878 h 114806"/>
                <a:gd name="csX6" fmla="*/ 167 w 102485"/>
                <a:gd name="csY6" fmla="*/ 102878 h 114806"/>
                <a:gd name="csX7" fmla="*/ 167 w 102485"/>
                <a:gd name="csY7" fmla="*/ 114869 h 114806"/>
                <a:gd name="csX8" fmla="*/ 32052 w 102485"/>
                <a:gd name="csY8" fmla="*/ 114103 h 114806"/>
                <a:gd name="csX9" fmla="*/ 66973 w 102485"/>
                <a:gd name="csY9" fmla="*/ 114869 h 114806"/>
                <a:gd name="csX10" fmla="*/ 66973 w 102485"/>
                <a:gd name="csY10" fmla="*/ 102878 h 114806"/>
                <a:gd name="csX11" fmla="*/ 44957 w 102485"/>
                <a:gd name="csY11" fmla="*/ 102878 h 114806"/>
                <a:gd name="csX12" fmla="*/ 44957 w 102485"/>
                <a:gd name="csY12" fmla="*/ 58231 h 114806"/>
                <a:gd name="csX13" fmla="*/ 76589 w 102485"/>
                <a:gd name="csY13" fmla="*/ 9247 h 114806"/>
                <a:gd name="csX14" fmla="*/ 71781 w 102485"/>
                <a:gd name="csY14" fmla="*/ 20983 h 114806"/>
                <a:gd name="csX15" fmla="*/ 87217 w 102485"/>
                <a:gd name="csY15" fmla="*/ 36545 h 114806"/>
                <a:gd name="csX16" fmla="*/ 102653 w 102485"/>
                <a:gd name="csY16" fmla="*/ 20983 h 114806"/>
                <a:gd name="csX17" fmla="*/ 75830 w 102485"/>
                <a:gd name="csY17" fmla="*/ 62 h 114806"/>
                <a:gd name="csX18" fmla="*/ 42174 w 102485"/>
                <a:gd name="csY18" fmla="*/ 28892 h 1148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2485" h="114806">
                  <a:moveTo>
                    <a:pt x="42174" y="28892"/>
                  </a:moveTo>
                  <a:lnTo>
                    <a:pt x="42174" y="62"/>
                  </a:lnTo>
                  <a:lnTo>
                    <a:pt x="167" y="2103"/>
                  </a:lnTo>
                  <a:lnTo>
                    <a:pt x="167" y="14094"/>
                  </a:lnTo>
                  <a:cubicBezTo>
                    <a:pt x="15856" y="14094"/>
                    <a:pt x="17628" y="14094"/>
                    <a:pt x="17628" y="24044"/>
                  </a:cubicBezTo>
                  <a:lnTo>
                    <a:pt x="17628" y="102878"/>
                  </a:lnTo>
                  <a:lnTo>
                    <a:pt x="167" y="102878"/>
                  </a:lnTo>
                  <a:lnTo>
                    <a:pt x="167" y="114869"/>
                  </a:lnTo>
                  <a:cubicBezTo>
                    <a:pt x="9024" y="114614"/>
                    <a:pt x="20411" y="114103"/>
                    <a:pt x="32052" y="114103"/>
                  </a:cubicBezTo>
                  <a:cubicBezTo>
                    <a:pt x="41668" y="114103"/>
                    <a:pt x="57863" y="114103"/>
                    <a:pt x="66973" y="114869"/>
                  </a:cubicBezTo>
                  <a:lnTo>
                    <a:pt x="66973" y="102878"/>
                  </a:lnTo>
                  <a:lnTo>
                    <a:pt x="44957" y="102878"/>
                  </a:lnTo>
                  <a:lnTo>
                    <a:pt x="44957" y="58231"/>
                  </a:lnTo>
                  <a:cubicBezTo>
                    <a:pt x="44957" y="40372"/>
                    <a:pt x="51284" y="9247"/>
                    <a:pt x="76589" y="9247"/>
                  </a:cubicBezTo>
                  <a:cubicBezTo>
                    <a:pt x="76336" y="9502"/>
                    <a:pt x="71781" y="13584"/>
                    <a:pt x="71781" y="20983"/>
                  </a:cubicBezTo>
                  <a:cubicBezTo>
                    <a:pt x="71781" y="31443"/>
                    <a:pt x="79878" y="36545"/>
                    <a:pt x="87217" y="36545"/>
                  </a:cubicBezTo>
                  <a:cubicBezTo>
                    <a:pt x="94555" y="36545"/>
                    <a:pt x="102653" y="31188"/>
                    <a:pt x="102653" y="20983"/>
                  </a:cubicBezTo>
                  <a:cubicBezTo>
                    <a:pt x="102653" y="7461"/>
                    <a:pt x="88988" y="62"/>
                    <a:pt x="75830" y="62"/>
                  </a:cubicBezTo>
                  <a:cubicBezTo>
                    <a:pt x="58116" y="62"/>
                    <a:pt x="47994" y="12819"/>
                    <a:pt x="42174" y="28892"/>
                  </a:cubicBezTo>
                  <a:close/>
                </a:path>
              </a:pathLst>
            </a:custGeom>
            <a:solidFill>
              <a:schemeClr val="bg1"/>
            </a:solidFill>
            <a:ln w="25432" cap="flat">
              <a:noFill/>
              <a:prstDash val="solid"/>
              <a:miter/>
            </a:ln>
          </p:spPr>
          <p:txBody>
            <a:bodyPr/>
            <a:lstStyle/>
            <a:p>
              <a:endParaRPr lang="en-US"/>
            </a:p>
          </p:txBody>
        </p:sp>
        <p:sp>
          <p:nvSpPr>
            <p:cNvPr id="27" name="Freeform: Shape 26">
              <a:extLst>
                <a:ext uri="{FF2B5EF4-FFF2-40B4-BE49-F238E27FC236}">
                  <a16:creationId xmlns:a16="http://schemas.microsoft.com/office/drawing/2014/main" id="{20E15DE0-099A-4C84-DAEA-D139B27B2280}"/>
                </a:ext>
              </a:extLst>
            </p:cNvPr>
            <p:cNvSpPr/>
            <p:nvPr>
              <p:custDataLst>
                <p:tags r:id="rId12"/>
              </p:custDataLst>
            </p:nvPr>
          </p:nvSpPr>
          <p:spPr>
            <a:xfrm>
              <a:off x="5827563" y="4364880"/>
              <a:ext cx="129056" cy="117102"/>
            </a:xfrm>
            <a:custGeom>
              <a:avLst/>
              <a:gdLst>
                <a:gd name="csX0" fmla="*/ 129228 w 129056"/>
                <a:gd name="csY0" fmla="*/ 60017 h 117102"/>
                <a:gd name="csX1" fmla="*/ 64700 w 129056"/>
                <a:gd name="csY1" fmla="*/ 62 h 117102"/>
                <a:gd name="csX2" fmla="*/ 172 w 129056"/>
                <a:gd name="csY2" fmla="*/ 60017 h 117102"/>
                <a:gd name="csX3" fmla="*/ 64700 w 129056"/>
                <a:gd name="csY3" fmla="*/ 117165 h 117102"/>
                <a:gd name="csX4" fmla="*/ 129228 w 129056"/>
                <a:gd name="csY4" fmla="*/ 60017 h 117102"/>
                <a:gd name="csX5" fmla="*/ 64700 w 129056"/>
                <a:gd name="csY5" fmla="*/ 106960 h 117102"/>
                <a:gd name="csX6" fmla="*/ 32563 w 129056"/>
                <a:gd name="csY6" fmla="*/ 57211 h 117102"/>
                <a:gd name="csX7" fmla="*/ 36864 w 129056"/>
                <a:gd name="csY7" fmla="*/ 24044 h 117102"/>
                <a:gd name="csX8" fmla="*/ 64700 w 129056"/>
                <a:gd name="csY8" fmla="*/ 9247 h 117102"/>
                <a:gd name="csX9" fmla="*/ 91523 w 129056"/>
                <a:gd name="csY9" fmla="*/ 22258 h 117102"/>
                <a:gd name="csX10" fmla="*/ 96838 w 129056"/>
                <a:gd name="csY10" fmla="*/ 57211 h 117102"/>
                <a:gd name="csX11" fmla="*/ 64700 w 129056"/>
                <a:gd name="csY11" fmla="*/ 106960 h 117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9056" h="117102">
                  <a:moveTo>
                    <a:pt x="129228" y="60017"/>
                  </a:moveTo>
                  <a:cubicBezTo>
                    <a:pt x="129228" y="25830"/>
                    <a:pt x="105947" y="62"/>
                    <a:pt x="64700" y="62"/>
                  </a:cubicBezTo>
                  <a:cubicBezTo>
                    <a:pt x="23200" y="62"/>
                    <a:pt x="172" y="26085"/>
                    <a:pt x="172" y="60017"/>
                  </a:cubicBezTo>
                  <a:cubicBezTo>
                    <a:pt x="172" y="91652"/>
                    <a:pt x="22441" y="117165"/>
                    <a:pt x="64700" y="117165"/>
                  </a:cubicBezTo>
                  <a:cubicBezTo>
                    <a:pt x="107213" y="117165"/>
                    <a:pt x="129228" y="91397"/>
                    <a:pt x="129228" y="60017"/>
                  </a:cubicBezTo>
                  <a:close/>
                  <a:moveTo>
                    <a:pt x="64700" y="106960"/>
                  </a:moveTo>
                  <a:cubicBezTo>
                    <a:pt x="32563" y="106960"/>
                    <a:pt x="32563" y="79406"/>
                    <a:pt x="32563" y="57211"/>
                  </a:cubicBezTo>
                  <a:cubicBezTo>
                    <a:pt x="32563" y="45730"/>
                    <a:pt x="32563" y="32719"/>
                    <a:pt x="36864" y="24044"/>
                  </a:cubicBezTo>
                  <a:cubicBezTo>
                    <a:pt x="41672" y="14605"/>
                    <a:pt x="52301" y="9247"/>
                    <a:pt x="64700" y="9247"/>
                  </a:cubicBezTo>
                  <a:cubicBezTo>
                    <a:pt x="75328" y="9247"/>
                    <a:pt x="85956" y="13329"/>
                    <a:pt x="91523" y="22258"/>
                  </a:cubicBezTo>
                  <a:cubicBezTo>
                    <a:pt x="96838" y="30933"/>
                    <a:pt x="96838" y="44965"/>
                    <a:pt x="96838" y="57211"/>
                  </a:cubicBezTo>
                  <a:cubicBezTo>
                    <a:pt x="96838" y="79406"/>
                    <a:pt x="96838" y="106960"/>
                    <a:pt x="64700" y="106960"/>
                  </a:cubicBezTo>
                  <a:close/>
                </a:path>
              </a:pathLst>
            </a:custGeom>
            <a:solidFill>
              <a:schemeClr val="bg1"/>
            </a:solidFill>
            <a:ln w="25432" cap="flat">
              <a:noFill/>
              <a:prstDash val="solid"/>
              <a:miter/>
            </a:ln>
          </p:spPr>
          <p:txBody>
            <a:bodyPr/>
            <a:lstStyle/>
            <a:p>
              <a:endParaRPr lang="en-US"/>
            </a:p>
          </p:txBody>
        </p:sp>
        <p:sp>
          <p:nvSpPr>
            <p:cNvPr id="28" name="Freeform: Shape 27">
              <a:extLst>
                <a:ext uri="{FF2B5EF4-FFF2-40B4-BE49-F238E27FC236}">
                  <a16:creationId xmlns:a16="http://schemas.microsoft.com/office/drawing/2014/main" id="{0ADFE61D-EBE6-304C-A186-518F80C8D72B}"/>
                </a:ext>
              </a:extLst>
            </p:cNvPr>
            <p:cNvSpPr/>
            <p:nvPr>
              <p:custDataLst>
                <p:tags r:id="rId13"/>
              </p:custDataLst>
            </p:nvPr>
          </p:nvSpPr>
          <p:spPr>
            <a:xfrm>
              <a:off x="5974332" y="4303394"/>
              <a:ext cx="142467" cy="178587"/>
            </a:xfrm>
            <a:custGeom>
              <a:avLst/>
              <a:gdLst>
                <a:gd name="csX0" fmla="*/ 44968 w 142467"/>
                <a:gd name="csY0" fmla="*/ 74814 h 178587"/>
                <a:gd name="csX1" fmla="*/ 44968 w 142467"/>
                <a:gd name="csY1" fmla="*/ 62 h 178587"/>
                <a:gd name="csX2" fmla="*/ 178 w 142467"/>
                <a:gd name="csY2" fmla="*/ 2103 h 178587"/>
                <a:gd name="csX3" fmla="*/ 178 w 142467"/>
                <a:gd name="csY3" fmla="*/ 14094 h 178587"/>
                <a:gd name="csX4" fmla="*/ 17638 w 142467"/>
                <a:gd name="csY4" fmla="*/ 24044 h 178587"/>
                <a:gd name="csX5" fmla="*/ 17638 w 142467"/>
                <a:gd name="csY5" fmla="*/ 177119 h 178587"/>
                <a:gd name="csX6" fmla="*/ 29532 w 142467"/>
                <a:gd name="csY6" fmla="*/ 177119 h 178587"/>
                <a:gd name="csX7" fmla="*/ 41931 w 142467"/>
                <a:gd name="csY7" fmla="*/ 162832 h 178587"/>
                <a:gd name="csX8" fmla="*/ 78877 w 142467"/>
                <a:gd name="csY8" fmla="*/ 178650 h 178587"/>
                <a:gd name="csX9" fmla="*/ 142645 w 142467"/>
                <a:gd name="csY9" fmla="*/ 120226 h 178587"/>
                <a:gd name="csX10" fmla="*/ 82166 w 142467"/>
                <a:gd name="csY10" fmla="*/ 62313 h 178587"/>
                <a:gd name="csX11" fmla="*/ 44968 w 142467"/>
                <a:gd name="csY11" fmla="*/ 74814 h 178587"/>
                <a:gd name="csX12" fmla="*/ 46486 w 142467"/>
                <a:gd name="csY12" fmla="*/ 151862 h 178587"/>
                <a:gd name="csX13" fmla="*/ 46486 w 142467"/>
                <a:gd name="csY13" fmla="*/ 87826 h 178587"/>
                <a:gd name="csX14" fmla="*/ 79383 w 142467"/>
                <a:gd name="csY14" fmla="*/ 71498 h 178587"/>
                <a:gd name="csX15" fmla="*/ 110255 w 142467"/>
                <a:gd name="csY15" fmla="*/ 120226 h 178587"/>
                <a:gd name="csX16" fmla="*/ 103676 w 142467"/>
                <a:gd name="csY16" fmla="*/ 156199 h 178587"/>
                <a:gd name="csX17" fmla="*/ 76599 w 142467"/>
                <a:gd name="csY17" fmla="*/ 169466 h 178587"/>
                <a:gd name="csX18" fmla="*/ 46486 w 142467"/>
                <a:gd name="csY18" fmla="*/ 151862 h 178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42467" h="178587">
                  <a:moveTo>
                    <a:pt x="44968" y="74814"/>
                  </a:moveTo>
                  <a:lnTo>
                    <a:pt x="44968" y="62"/>
                  </a:lnTo>
                  <a:lnTo>
                    <a:pt x="178" y="2103"/>
                  </a:lnTo>
                  <a:lnTo>
                    <a:pt x="178" y="14094"/>
                  </a:lnTo>
                  <a:cubicBezTo>
                    <a:pt x="15867" y="14094"/>
                    <a:pt x="17638" y="14094"/>
                    <a:pt x="17638" y="24044"/>
                  </a:cubicBezTo>
                  <a:lnTo>
                    <a:pt x="17638" y="177119"/>
                  </a:lnTo>
                  <a:lnTo>
                    <a:pt x="29532" y="177119"/>
                  </a:lnTo>
                  <a:lnTo>
                    <a:pt x="41931" y="162832"/>
                  </a:lnTo>
                  <a:cubicBezTo>
                    <a:pt x="43956" y="164873"/>
                    <a:pt x="56355" y="178650"/>
                    <a:pt x="78877" y="178650"/>
                  </a:cubicBezTo>
                  <a:cubicBezTo>
                    <a:pt x="116581" y="178650"/>
                    <a:pt x="142645" y="155689"/>
                    <a:pt x="142645" y="120226"/>
                  </a:cubicBezTo>
                  <a:cubicBezTo>
                    <a:pt x="142645" y="86295"/>
                    <a:pt x="118859" y="62313"/>
                    <a:pt x="82166" y="62313"/>
                  </a:cubicBezTo>
                  <a:cubicBezTo>
                    <a:pt x="63694" y="62313"/>
                    <a:pt x="51041" y="69712"/>
                    <a:pt x="44968" y="74814"/>
                  </a:cubicBezTo>
                  <a:close/>
                  <a:moveTo>
                    <a:pt x="46486" y="151862"/>
                  </a:moveTo>
                  <a:lnTo>
                    <a:pt x="46486" y="87826"/>
                  </a:lnTo>
                  <a:cubicBezTo>
                    <a:pt x="53318" y="78896"/>
                    <a:pt x="65465" y="71498"/>
                    <a:pt x="79383" y="71498"/>
                  </a:cubicBezTo>
                  <a:cubicBezTo>
                    <a:pt x="110255" y="71498"/>
                    <a:pt x="110255" y="102368"/>
                    <a:pt x="110255" y="120226"/>
                  </a:cubicBezTo>
                  <a:cubicBezTo>
                    <a:pt x="110255" y="132217"/>
                    <a:pt x="110255" y="146249"/>
                    <a:pt x="103676" y="156199"/>
                  </a:cubicBezTo>
                  <a:cubicBezTo>
                    <a:pt x="96337" y="166659"/>
                    <a:pt x="84697" y="169466"/>
                    <a:pt x="76599" y="169466"/>
                  </a:cubicBezTo>
                  <a:cubicBezTo>
                    <a:pt x="58886" y="169466"/>
                    <a:pt x="49017" y="155689"/>
                    <a:pt x="46486" y="151862"/>
                  </a:cubicBezTo>
                  <a:close/>
                </a:path>
              </a:pathLst>
            </a:custGeom>
            <a:solidFill>
              <a:schemeClr val="bg1"/>
            </a:solidFill>
            <a:ln w="25432" cap="flat">
              <a:noFill/>
              <a:prstDash val="solid"/>
              <a:miter/>
            </a:ln>
          </p:spPr>
          <p:txBody>
            <a:bodyPr/>
            <a:lstStyle/>
            <a:p>
              <a:endParaRPr lang="en-US"/>
            </a:p>
          </p:txBody>
        </p:sp>
        <p:sp>
          <p:nvSpPr>
            <p:cNvPr id="29" name="Freeform: Shape 28">
              <a:extLst>
                <a:ext uri="{FF2B5EF4-FFF2-40B4-BE49-F238E27FC236}">
                  <a16:creationId xmlns:a16="http://schemas.microsoft.com/office/drawing/2014/main" id="{6E25DD6D-6DE0-F070-80EE-C3D38C147A0D}"/>
                </a:ext>
              </a:extLst>
            </p:cNvPr>
            <p:cNvSpPr/>
            <p:nvPr>
              <p:custDataLst>
                <p:tags r:id="rId14"/>
              </p:custDataLst>
            </p:nvPr>
          </p:nvSpPr>
          <p:spPr>
            <a:xfrm>
              <a:off x="6134737" y="4364880"/>
              <a:ext cx="133104" cy="117102"/>
            </a:xfrm>
            <a:custGeom>
              <a:avLst/>
              <a:gdLst>
                <a:gd name="csX0" fmla="*/ 86728 w 133104"/>
                <a:gd name="csY0" fmla="*/ 95990 h 117102"/>
                <a:gd name="csX1" fmla="*/ 113045 w 133104"/>
                <a:gd name="csY1" fmla="*/ 115634 h 117102"/>
                <a:gd name="csX2" fmla="*/ 125191 w 133104"/>
                <a:gd name="csY2" fmla="*/ 115634 h 117102"/>
                <a:gd name="csX3" fmla="*/ 133289 w 133104"/>
                <a:gd name="csY3" fmla="*/ 109511 h 117102"/>
                <a:gd name="csX4" fmla="*/ 126710 w 133104"/>
                <a:gd name="csY4" fmla="*/ 103643 h 117102"/>
                <a:gd name="csX5" fmla="*/ 111274 w 133104"/>
                <a:gd name="csY5" fmla="*/ 94204 h 117102"/>
                <a:gd name="csX6" fmla="*/ 111274 w 133104"/>
                <a:gd name="csY6" fmla="*/ 39352 h 117102"/>
                <a:gd name="csX7" fmla="*/ 55602 w 133104"/>
                <a:gd name="csY7" fmla="*/ 62 h 117102"/>
                <a:gd name="csX8" fmla="*/ 10306 w 133104"/>
                <a:gd name="csY8" fmla="*/ 23534 h 117102"/>
                <a:gd name="csX9" fmla="*/ 25995 w 133104"/>
                <a:gd name="csY9" fmla="*/ 39607 h 117102"/>
                <a:gd name="csX10" fmla="*/ 41938 w 133104"/>
                <a:gd name="csY10" fmla="*/ 23534 h 117102"/>
                <a:gd name="csX11" fmla="*/ 36370 w 133104"/>
                <a:gd name="csY11" fmla="*/ 11033 h 117102"/>
                <a:gd name="csX12" fmla="*/ 54590 w 133104"/>
                <a:gd name="csY12" fmla="*/ 9247 h 117102"/>
                <a:gd name="csX13" fmla="*/ 82426 w 133104"/>
                <a:gd name="csY13" fmla="*/ 39352 h 117102"/>
                <a:gd name="csX14" fmla="*/ 82426 w 133104"/>
                <a:gd name="csY14" fmla="*/ 48026 h 117102"/>
                <a:gd name="csX15" fmla="*/ 184 w 133104"/>
                <a:gd name="csY15" fmla="*/ 88081 h 117102"/>
                <a:gd name="csX16" fmla="*/ 49023 w 133104"/>
                <a:gd name="csY16" fmla="*/ 117165 h 117102"/>
                <a:gd name="csX17" fmla="*/ 86728 w 133104"/>
                <a:gd name="csY17" fmla="*/ 95990 h 117102"/>
                <a:gd name="csX18" fmla="*/ 82426 w 133104"/>
                <a:gd name="csY18" fmla="*/ 55935 h 117102"/>
                <a:gd name="csX19" fmla="*/ 82426 w 133104"/>
                <a:gd name="csY19" fmla="*/ 80172 h 117102"/>
                <a:gd name="csX20" fmla="*/ 52819 w 133104"/>
                <a:gd name="csY20" fmla="*/ 107980 h 117102"/>
                <a:gd name="csX21" fmla="*/ 29791 w 133104"/>
                <a:gd name="csY21" fmla="*/ 87826 h 117102"/>
                <a:gd name="csX22" fmla="*/ 82426 w 133104"/>
                <a:gd name="csY22" fmla="*/ 55935 h 117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33104" h="117102">
                  <a:moveTo>
                    <a:pt x="86728" y="95990"/>
                  </a:moveTo>
                  <a:cubicBezTo>
                    <a:pt x="86728" y="103898"/>
                    <a:pt x="86728" y="115634"/>
                    <a:pt x="113045" y="115634"/>
                  </a:cubicBezTo>
                  <a:lnTo>
                    <a:pt x="125191" y="115634"/>
                  </a:lnTo>
                  <a:cubicBezTo>
                    <a:pt x="130252" y="115634"/>
                    <a:pt x="133289" y="115634"/>
                    <a:pt x="133289" y="109511"/>
                  </a:cubicBezTo>
                  <a:cubicBezTo>
                    <a:pt x="133289" y="103643"/>
                    <a:pt x="129999" y="103643"/>
                    <a:pt x="126710" y="103643"/>
                  </a:cubicBezTo>
                  <a:cubicBezTo>
                    <a:pt x="111274" y="103388"/>
                    <a:pt x="111274" y="100072"/>
                    <a:pt x="111274" y="94204"/>
                  </a:cubicBezTo>
                  <a:lnTo>
                    <a:pt x="111274" y="39352"/>
                  </a:lnTo>
                  <a:cubicBezTo>
                    <a:pt x="111274" y="16646"/>
                    <a:pt x="93307" y="62"/>
                    <a:pt x="55602" y="62"/>
                  </a:cubicBezTo>
                  <a:cubicBezTo>
                    <a:pt x="41178" y="62"/>
                    <a:pt x="10306" y="1083"/>
                    <a:pt x="10306" y="23534"/>
                  </a:cubicBezTo>
                  <a:cubicBezTo>
                    <a:pt x="10306" y="34760"/>
                    <a:pt x="19163" y="39607"/>
                    <a:pt x="25995" y="39607"/>
                  </a:cubicBezTo>
                  <a:cubicBezTo>
                    <a:pt x="33840" y="39607"/>
                    <a:pt x="41938" y="34249"/>
                    <a:pt x="41938" y="23534"/>
                  </a:cubicBezTo>
                  <a:cubicBezTo>
                    <a:pt x="41938" y="15880"/>
                    <a:pt x="37130" y="11543"/>
                    <a:pt x="36370" y="11033"/>
                  </a:cubicBezTo>
                  <a:cubicBezTo>
                    <a:pt x="43456" y="9502"/>
                    <a:pt x="51554" y="9247"/>
                    <a:pt x="54590" y="9247"/>
                  </a:cubicBezTo>
                  <a:cubicBezTo>
                    <a:pt x="73569" y="9247"/>
                    <a:pt x="82426" y="19962"/>
                    <a:pt x="82426" y="39352"/>
                  </a:cubicBezTo>
                  <a:lnTo>
                    <a:pt x="82426" y="48026"/>
                  </a:lnTo>
                  <a:cubicBezTo>
                    <a:pt x="64459" y="48791"/>
                    <a:pt x="184" y="51088"/>
                    <a:pt x="184" y="88081"/>
                  </a:cubicBezTo>
                  <a:cubicBezTo>
                    <a:pt x="184" y="112573"/>
                    <a:pt x="31562" y="117165"/>
                    <a:pt x="49023" y="117165"/>
                  </a:cubicBezTo>
                  <a:cubicBezTo>
                    <a:pt x="69267" y="117165"/>
                    <a:pt x="81160" y="106705"/>
                    <a:pt x="86728" y="95990"/>
                  </a:cubicBezTo>
                  <a:close/>
                  <a:moveTo>
                    <a:pt x="82426" y="55935"/>
                  </a:moveTo>
                  <a:lnTo>
                    <a:pt x="82426" y="80172"/>
                  </a:lnTo>
                  <a:cubicBezTo>
                    <a:pt x="82426" y="104664"/>
                    <a:pt x="59145" y="107980"/>
                    <a:pt x="52819" y="107980"/>
                  </a:cubicBezTo>
                  <a:cubicBezTo>
                    <a:pt x="39913" y="107980"/>
                    <a:pt x="29791" y="99051"/>
                    <a:pt x="29791" y="87826"/>
                  </a:cubicBezTo>
                  <a:cubicBezTo>
                    <a:pt x="29791" y="60272"/>
                    <a:pt x="69773" y="56700"/>
                    <a:pt x="82426" y="55935"/>
                  </a:cubicBezTo>
                  <a:close/>
                </a:path>
              </a:pathLst>
            </a:custGeom>
            <a:solidFill>
              <a:schemeClr val="bg1"/>
            </a:solidFill>
            <a:ln w="25432" cap="flat">
              <a:noFill/>
              <a:prstDash val="solid"/>
              <a:miter/>
            </a:ln>
          </p:spPr>
          <p:txBody>
            <a:bodyPr/>
            <a:lstStyle/>
            <a:p>
              <a:endParaRPr lang="en-US"/>
            </a:p>
          </p:txBody>
        </p:sp>
        <p:sp>
          <p:nvSpPr>
            <p:cNvPr id="30" name="Freeform: Shape 29">
              <a:extLst>
                <a:ext uri="{FF2B5EF4-FFF2-40B4-BE49-F238E27FC236}">
                  <a16:creationId xmlns:a16="http://schemas.microsoft.com/office/drawing/2014/main" id="{C077D8A6-B32A-DAF4-B1D6-0E71464652E8}"/>
                </a:ext>
              </a:extLst>
            </p:cNvPr>
            <p:cNvSpPr/>
            <p:nvPr>
              <p:custDataLst>
                <p:tags r:id="rId15"/>
              </p:custDataLst>
            </p:nvPr>
          </p:nvSpPr>
          <p:spPr>
            <a:xfrm>
              <a:off x="6277464" y="4303394"/>
              <a:ext cx="142467" cy="178587"/>
            </a:xfrm>
            <a:custGeom>
              <a:avLst/>
              <a:gdLst>
                <a:gd name="csX0" fmla="*/ 44980 w 142467"/>
                <a:gd name="csY0" fmla="*/ 74814 h 178587"/>
                <a:gd name="csX1" fmla="*/ 44980 w 142467"/>
                <a:gd name="csY1" fmla="*/ 62 h 178587"/>
                <a:gd name="csX2" fmla="*/ 190 w 142467"/>
                <a:gd name="csY2" fmla="*/ 2103 h 178587"/>
                <a:gd name="csX3" fmla="*/ 190 w 142467"/>
                <a:gd name="csY3" fmla="*/ 14094 h 178587"/>
                <a:gd name="csX4" fmla="*/ 17650 w 142467"/>
                <a:gd name="csY4" fmla="*/ 24044 h 178587"/>
                <a:gd name="csX5" fmla="*/ 17650 w 142467"/>
                <a:gd name="csY5" fmla="*/ 177119 h 178587"/>
                <a:gd name="csX6" fmla="*/ 29544 w 142467"/>
                <a:gd name="csY6" fmla="*/ 177119 h 178587"/>
                <a:gd name="csX7" fmla="*/ 41943 w 142467"/>
                <a:gd name="csY7" fmla="*/ 162832 h 178587"/>
                <a:gd name="csX8" fmla="*/ 78889 w 142467"/>
                <a:gd name="csY8" fmla="*/ 178650 h 178587"/>
                <a:gd name="csX9" fmla="*/ 142657 w 142467"/>
                <a:gd name="csY9" fmla="*/ 120226 h 178587"/>
                <a:gd name="csX10" fmla="*/ 82178 w 142467"/>
                <a:gd name="csY10" fmla="*/ 62313 h 178587"/>
                <a:gd name="csX11" fmla="*/ 44980 w 142467"/>
                <a:gd name="csY11" fmla="*/ 74814 h 178587"/>
                <a:gd name="csX12" fmla="*/ 46498 w 142467"/>
                <a:gd name="csY12" fmla="*/ 151862 h 178587"/>
                <a:gd name="csX13" fmla="*/ 46498 w 142467"/>
                <a:gd name="csY13" fmla="*/ 87826 h 178587"/>
                <a:gd name="csX14" fmla="*/ 79395 w 142467"/>
                <a:gd name="csY14" fmla="*/ 71498 h 178587"/>
                <a:gd name="csX15" fmla="*/ 110267 w 142467"/>
                <a:gd name="csY15" fmla="*/ 120226 h 178587"/>
                <a:gd name="csX16" fmla="*/ 103688 w 142467"/>
                <a:gd name="csY16" fmla="*/ 156199 h 178587"/>
                <a:gd name="csX17" fmla="*/ 76611 w 142467"/>
                <a:gd name="csY17" fmla="*/ 169466 h 178587"/>
                <a:gd name="csX18" fmla="*/ 46498 w 142467"/>
                <a:gd name="csY18" fmla="*/ 151862 h 178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42467" h="178587">
                  <a:moveTo>
                    <a:pt x="44980" y="74814"/>
                  </a:moveTo>
                  <a:lnTo>
                    <a:pt x="44980" y="62"/>
                  </a:lnTo>
                  <a:lnTo>
                    <a:pt x="190" y="2103"/>
                  </a:lnTo>
                  <a:lnTo>
                    <a:pt x="190" y="14094"/>
                  </a:lnTo>
                  <a:cubicBezTo>
                    <a:pt x="15879" y="14094"/>
                    <a:pt x="17650" y="14094"/>
                    <a:pt x="17650" y="24044"/>
                  </a:cubicBezTo>
                  <a:lnTo>
                    <a:pt x="17650" y="177119"/>
                  </a:lnTo>
                  <a:lnTo>
                    <a:pt x="29544" y="177119"/>
                  </a:lnTo>
                  <a:lnTo>
                    <a:pt x="41943" y="162832"/>
                  </a:lnTo>
                  <a:cubicBezTo>
                    <a:pt x="43968" y="164873"/>
                    <a:pt x="56367" y="178650"/>
                    <a:pt x="78889" y="178650"/>
                  </a:cubicBezTo>
                  <a:cubicBezTo>
                    <a:pt x="116593" y="178650"/>
                    <a:pt x="142657" y="155689"/>
                    <a:pt x="142657" y="120226"/>
                  </a:cubicBezTo>
                  <a:cubicBezTo>
                    <a:pt x="142657" y="86295"/>
                    <a:pt x="118871" y="62313"/>
                    <a:pt x="82178" y="62313"/>
                  </a:cubicBezTo>
                  <a:cubicBezTo>
                    <a:pt x="63706" y="62313"/>
                    <a:pt x="51053" y="69712"/>
                    <a:pt x="44980" y="74814"/>
                  </a:cubicBezTo>
                  <a:close/>
                  <a:moveTo>
                    <a:pt x="46498" y="151862"/>
                  </a:moveTo>
                  <a:lnTo>
                    <a:pt x="46498" y="87826"/>
                  </a:lnTo>
                  <a:cubicBezTo>
                    <a:pt x="53330" y="78896"/>
                    <a:pt x="65477" y="71498"/>
                    <a:pt x="79395" y="71498"/>
                  </a:cubicBezTo>
                  <a:cubicBezTo>
                    <a:pt x="110267" y="71498"/>
                    <a:pt x="110267" y="102368"/>
                    <a:pt x="110267" y="120226"/>
                  </a:cubicBezTo>
                  <a:cubicBezTo>
                    <a:pt x="110267" y="132217"/>
                    <a:pt x="110267" y="146249"/>
                    <a:pt x="103688" y="156199"/>
                  </a:cubicBezTo>
                  <a:cubicBezTo>
                    <a:pt x="96349" y="166659"/>
                    <a:pt x="84709" y="169466"/>
                    <a:pt x="76611" y="169466"/>
                  </a:cubicBezTo>
                  <a:cubicBezTo>
                    <a:pt x="58898" y="169466"/>
                    <a:pt x="49029" y="155689"/>
                    <a:pt x="46498" y="151862"/>
                  </a:cubicBezTo>
                  <a:close/>
                </a:path>
              </a:pathLst>
            </a:custGeom>
            <a:solidFill>
              <a:schemeClr val="bg1"/>
            </a:solidFill>
            <a:ln w="25432" cap="flat">
              <a:noFill/>
              <a:prstDash val="solid"/>
              <a:miter/>
            </a:ln>
          </p:spPr>
          <p:txBody>
            <a:bodyPr/>
            <a:lstStyle/>
            <a:p>
              <a:endParaRPr lang="en-US"/>
            </a:p>
          </p:txBody>
        </p:sp>
        <p:sp>
          <p:nvSpPr>
            <p:cNvPr id="31" name="Freeform: Shape 30">
              <a:extLst>
                <a:ext uri="{FF2B5EF4-FFF2-40B4-BE49-F238E27FC236}">
                  <a16:creationId xmlns:a16="http://schemas.microsoft.com/office/drawing/2014/main" id="{594CA1CF-8E5A-B61D-4D79-E650AEDB4D8B}"/>
                </a:ext>
              </a:extLst>
            </p:cNvPr>
            <p:cNvSpPr/>
            <p:nvPr>
              <p:custDataLst>
                <p:tags r:id="rId16"/>
              </p:custDataLst>
            </p:nvPr>
          </p:nvSpPr>
          <p:spPr>
            <a:xfrm>
              <a:off x="6441665" y="4303139"/>
              <a:ext cx="60479" cy="177312"/>
            </a:xfrm>
            <a:custGeom>
              <a:avLst/>
              <a:gdLst>
                <a:gd name="csX0" fmla="*/ 44986 w 60479"/>
                <a:gd name="csY0" fmla="*/ 62568 h 177312"/>
                <a:gd name="csX1" fmla="*/ 955 w 60479"/>
                <a:gd name="csY1" fmla="*/ 64609 h 177312"/>
                <a:gd name="csX2" fmla="*/ 955 w 60479"/>
                <a:gd name="csY2" fmla="*/ 76600 h 177312"/>
                <a:gd name="csX3" fmla="*/ 17657 w 60479"/>
                <a:gd name="csY3" fmla="*/ 86550 h 177312"/>
                <a:gd name="csX4" fmla="*/ 17657 w 60479"/>
                <a:gd name="csY4" fmla="*/ 165384 h 177312"/>
                <a:gd name="csX5" fmla="*/ 196 w 60479"/>
                <a:gd name="csY5" fmla="*/ 165384 h 177312"/>
                <a:gd name="csX6" fmla="*/ 196 w 60479"/>
                <a:gd name="csY6" fmla="*/ 177375 h 177312"/>
                <a:gd name="csX7" fmla="*/ 31068 w 60479"/>
                <a:gd name="csY7" fmla="*/ 176609 h 177312"/>
                <a:gd name="csX8" fmla="*/ 60675 w 60479"/>
                <a:gd name="csY8" fmla="*/ 177375 h 177312"/>
                <a:gd name="csX9" fmla="*/ 60675 w 60479"/>
                <a:gd name="csY9" fmla="*/ 165384 h 177312"/>
                <a:gd name="csX10" fmla="*/ 44986 w 60479"/>
                <a:gd name="csY10" fmla="*/ 165384 h 177312"/>
                <a:gd name="csX11" fmla="*/ 44986 w 60479"/>
                <a:gd name="csY11" fmla="*/ 62568 h 177312"/>
                <a:gd name="csX12" fmla="*/ 47517 w 60479"/>
                <a:gd name="csY12" fmla="*/ 19962 h 177312"/>
                <a:gd name="csX13" fmla="*/ 27779 w 60479"/>
                <a:gd name="csY13" fmla="*/ 62 h 177312"/>
                <a:gd name="csX14" fmla="*/ 8041 w 60479"/>
                <a:gd name="csY14" fmla="*/ 19962 h 177312"/>
                <a:gd name="csX15" fmla="*/ 27779 w 60479"/>
                <a:gd name="csY15" fmla="*/ 39862 h 177312"/>
                <a:gd name="csX16" fmla="*/ 47517 w 60479"/>
                <a:gd name="csY16" fmla="*/ 19962 h 1773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60479" h="177312">
                  <a:moveTo>
                    <a:pt x="44986" y="62568"/>
                  </a:moveTo>
                  <a:lnTo>
                    <a:pt x="955" y="64609"/>
                  </a:lnTo>
                  <a:lnTo>
                    <a:pt x="955" y="76600"/>
                  </a:lnTo>
                  <a:cubicBezTo>
                    <a:pt x="15885" y="76600"/>
                    <a:pt x="17657" y="76600"/>
                    <a:pt x="17657" y="86550"/>
                  </a:cubicBezTo>
                  <a:lnTo>
                    <a:pt x="17657" y="165384"/>
                  </a:lnTo>
                  <a:lnTo>
                    <a:pt x="196" y="165384"/>
                  </a:lnTo>
                  <a:lnTo>
                    <a:pt x="196" y="177375"/>
                  </a:lnTo>
                  <a:cubicBezTo>
                    <a:pt x="8041" y="177119"/>
                    <a:pt x="20440" y="176609"/>
                    <a:pt x="31068" y="176609"/>
                  </a:cubicBezTo>
                  <a:cubicBezTo>
                    <a:pt x="38660" y="176609"/>
                    <a:pt x="51565" y="177119"/>
                    <a:pt x="60675" y="177375"/>
                  </a:cubicBezTo>
                  <a:lnTo>
                    <a:pt x="60675" y="165384"/>
                  </a:lnTo>
                  <a:lnTo>
                    <a:pt x="44986" y="165384"/>
                  </a:lnTo>
                  <a:lnTo>
                    <a:pt x="44986" y="62568"/>
                  </a:lnTo>
                  <a:close/>
                  <a:moveTo>
                    <a:pt x="47517" y="19962"/>
                  </a:moveTo>
                  <a:cubicBezTo>
                    <a:pt x="47517" y="8737"/>
                    <a:pt x="38407" y="62"/>
                    <a:pt x="27779" y="62"/>
                  </a:cubicBezTo>
                  <a:cubicBezTo>
                    <a:pt x="16897" y="62"/>
                    <a:pt x="8041" y="8992"/>
                    <a:pt x="8041" y="19962"/>
                  </a:cubicBezTo>
                  <a:cubicBezTo>
                    <a:pt x="8041" y="30933"/>
                    <a:pt x="16897" y="39862"/>
                    <a:pt x="27779" y="39862"/>
                  </a:cubicBezTo>
                  <a:cubicBezTo>
                    <a:pt x="38407" y="39862"/>
                    <a:pt x="47517" y="31188"/>
                    <a:pt x="47517" y="19962"/>
                  </a:cubicBezTo>
                  <a:close/>
                </a:path>
              </a:pathLst>
            </a:custGeom>
            <a:solidFill>
              <a:schemeClr val="bg1"/>
            </a:solidFill>
            <a:ln w="25432" cap="flat">
              <a:noFill/>
              <a:prstDash val="solid"/>
              <a:miter/>
            </a:ln>
          </p:spPr>
          <p:txBody>
            <a:bodyPr/>
            <a:lstStyle/>
            <a:p>
              <a:endParaRPr lang="en-US"/>
            </a:p>
          </p:txBody>
        </p:sp>
        <p:sp>
          <p:nvSpPr>
            <p:cNvPr id="32" name="Freeform: Shape 31">
              <a:extLst>
                <a:ext uri="{FF2B5EF4-FFF2-40B4-BE49-F238E27FC236}">
                  <a16:creationId xmlns:a16="http://schemas.microsoft.com/office/drawing/2014/main" id="{97E730CC-4056-09F2-B572-76FEB396435A}"/>
                </a:ext>
              </a:extLst>
            </p:cNvPr>
            <p:cNvSpPr/>
            <p:nvPr>
              <p:custDataLst>
                <p:tags r:id="rId17"/>
              </p:custDataLst>
            </p:nvPr>
          </p:nvSpPr>
          <p:spPr>
            <a:xfrm>
              <a:off x="6522500" y="4303394"/>
              <a:ext cx="62250" cy="177056"/>
            </a:xfrm>
            <a:custGeom>
              <a:avLst/>
              <a:gdLst>
                <a:gd name="csX0" fmla="*/ 44989 w 62250"/>
                <a:gd name="csY0" fmla="*/ 62 h 177056"/>
                <a:gd name="csX1" fmla="*/ 199 w 62250"/>
                <a:gd name="csY1" fmla="*/ 2103 h 177056"/>
                <a:gd name="csX2" fmla="*/ 199 w 62250"/>
                <a:gd name="csY2" fmla="*/ 14094 h 177056"/>
                <a:gd name="csX3" fmla="*/ 17660 w 62250"/>
                <a:gd name="csY3" fmla="*/ 24044 h 177056"/>
                <a:gd name="csX4" fmla="*/ 17660 w 62250"/>
                <a:gd name="csY4" fmla="*/ 165129 h 177056"/>
                <a:gd name="csX5" fmla="*/ 199 w 62250"/>
                <a:gd name="csY5" fmla="*/ 165129 h 177056"/>
                <a:gd name="csX6" fmla="*/ 199 w 62250"/>
                <a:gd name="csY6" fmla="*/ 177119 h 177056"/>
                <a:gd name="csX7" fmla="*/ 31325 w 62250"/>
                <a:gd name="csY7" fmla="*/ 176354 h 177056"/>
                <a:gd name="csX8" fmla="*/ 62450 w 62250"/>
                <a:gd name="csY8" fmla="*/ 177119 h 177056"/>
                <a:gd name="csX9" fmla="*/ 62450 w 62250"/>
                <a:gd name="csY9" fmla="*/ 165129 h 177056"/>
                <a:gd name="csX10" fmla="*/ 44989 w 62250"/>
                <a:gd name="csY10" fmla="*/ 165129 h 177056"/>
                <a:gd name="csX11" fmla="*/ 44989 w 62250"/>
                <a:gd name="csY11" fmla="*/ 62 h 177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2250" h="177056">
                  <a:moveTo>
                    <a:pt x="44989" y="62"/>
                  </a:moveTo>
                  <a:lnTo>
                    <a:pt x="199" y="2103"/>
                  </a:lnTo>
                  <a:lnTo>
                    <a:pt x="199" y="14094"/>
                  </a:lnTo>
                  <a:cubicBezTo>
                    <a:pt x="15888" y="14094"/>
                    <a:pt x="17660" y="14094"/>
                    <a:pt x="17660" y="24044"/>
                  </a:cubicBezTo>
                  <a:lnTo>
                    <a:pt x="17660" y="165129"/>
                  </a:lnTo>
                  <a:lnTo>
                    <a:pt x="199" y="165129"/>
                  </a:lnTo>
                  <a:lnTo>
                    <a:pt x="199" y="177119"/>
                  </a:lnTo>
                  <a:cubicBezTo>
                    <a:pt x="8297" y="176864"/>
                    <a:pt x="20443" y="176354"/>
                    <a:pt x="31325" y="176354"/>
                  </a:cubicBezTo>
                  <a:cubicBezTo>
                    <a:pt x="42206" y="176354"/>
                    <a:pt x="53846" y="176864"/>
                    <a:pt x="62450" y="177119"/>
                  </a:cubicBezTo>
                  <a:lnTo>
                    <a:pt x="62450" y="165129"/>
                  </a:lnTo>
                  <a:lnTo>
                    <a:pt x="44989" y="165129"/>
                  </a:lnTo>
                  <a:lnTo>
                    <a:pt x="44989" y="62"/>
                  </a:lnTo>
                  <a:close/>
                </a:path>
              </a:pathLst>
            </a:custGeom>
            <a:solidFill>
              <a:schemeClr val="bg1"/>
            </a:solidFill>
            <a:ln w="25432" cap="flat">
              <a:noFill/>
              <a:prstDash val="solid"/>
              <a:miter/>
            </a:ln>
          </p:spPr>
          <p:txBody>
            <a:bodyPr/>
            <a:lstStyle/>
            <a:p>
              <a:endParaRPr lang="en-US"/>
            </a:p>
          </p:txBody>
        </p:sp>
        <p:sp>
          <p:nvSpPr>
            <p:cNvPr id="33" name="Freeform: Shape 32">
              <a:extLst>
                <a:ext uri="{FF2B5EF4-FFF2-40B4-BE49-F238E27FC236}">
                  <a16:creationId xmlns:a16="http://schemas.microsoft.com/office/drawing/2014/main" id="{6D11C01A-C240-9037-A919-A64FC0D90657}"/>
                </a:ext>
              </a:extLst>
            </p:cNvPr>
            <p:cNvSpPr/>
            <p:nvPr>
              <p:custDataLst>
                <p:tags r:id="rId18"/>
              </p:custDataLst>
            </p:nvPr>
          </p:nvSpPr>
          <p:spPr>
            <a:xfrm>
              <a:off x="6603336" y="4303139"/>
              <a:ext cx="60479" cy="177312"/>
            </a:xfrm>
            <a:custGeom>
              <a:avLst/>
              <a:gdLst>
                <a:gd name="csX0" fmla="*/ 44992 w 60479"/>
                <a:gd name="csY0" fmla="*/ 62568 h 177312"/>
                <a:gd name="csX1" fmla="*/ 962 w 60479"/>
                <a:gd name="csY1" fmla="*/ 64609 h 177312"/>
                <a:gd name="csX2" fmla="*/ 962 w 60479"/>
                <a:gd name="csY2" fmla="*/ 76600 h 177312"/>
                <a:gd name="csX3" fmla="*/ 17663 w 60479"/>
                <a:gd name="csY3" fmla="*/ 86550 h 177312"/>
                <a:gd name="csX4" fmla="*/ 17663 w 60479"/>
                <a:gd name="csY4" fmla="*/ 165384 h 177312"/>
                <a:gd name="csX5" fmla="*/ 202 w 60479"/>
                <a:gd name="csY5" fmla="*/ 165384 h 177312"/>
                <a:gd name="csX6" fmla="*/ 202 w 60479"/>
                <a:gd name="csY6" fmla="*/ 177375 h 177312"/>
                <a:gd name="csX7" fmla="*/ 31075 w 60479"/>
                <a:gd name="csY7" fmla="*/ 176609 h 177312"/>
                <a:gd name="csX8" fmla="*/ 60682 w 60479"/>
                <a:gd name="csY8" fmla="*/ 177375 h 177312"/>
                <a:gd name="csX9" fmla="*/ 60682 w 60479"/>
                <a:gd name="csY9" fmla="*/ 165384 h 177312"/>
                <a:gd name="csX10" fmla="*/ 44992 w 60479"/>
                <a:gd name="csY10" fmla="*/ 165384 h 177312"/>
                <a:gd name="csX11" fmla="*/ 44992 w 60479"/>
                <a:gd name="csY11" fmla="*/ 62568 h 177312"/>
                <a:gd name="csX12" fmla="*/ 47523 w 60479"/>
                <a:gd name="csY12" fmla="*/ 19962 h 177312"/>
                <a:gd name="csX13" fmla="*/ 27785 w 60479"/>
                <a:gd name="csY13" fmla="*/ 62 h 177312"/>
                <a:gd name="csX14" fmla="*/ 8047 w 60479"/>
                <a:gd name="csY14" fmla="*/ 19962 h 177312"/>
                <a:gd name="csX15" fmla="*/ 27785 w 60479"/>
                <a:gd name="csY15" fmla="*/ 39862 h 177312"/>
                <a:gd name="csX16" fmla="*/ 47523 w 60479"/>
                <a:gd name="csY16" fmla="*/ 19962 h 1773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60479" h="177312">
                  <a:moveTo>
                    <a:pt x="44992" y="62568"/>
                  </a:moveTo>
                  <a:lnTo>
                    <a:pt x="962" y="64609"/>
                  </a:lnTo>
                  <a:lnTo>
                    <a:pt x="962" y="76600"/>
                  </a:lnTo>
                  <a:cubicBezTo>
                    <a:pt x="15892" y="76600"/>
                    <a:pt x="17663" y="76600"/>
                    <a:pt x="17663" y="86550"/>
                  </a:cubicBezTo>
                  <a:lnTo>
                    <a:pt x="17663" y="165384"/>
                  </a:lnTo>
                  <a:lnTo>
                    <a:pt x="202" y="165384"/>
                  </a:lnTo>
                  <a:lnTo>
                    <a:pt x="202" y="177375"/>
                  </a:lnTo>
                  <a:cubicBezTo>
                    <a:pt x="8047" y="177119"/>
                    <a:pt x="20447" y="176609"/>
                    <a:pt x="31075" y="176609"/>
                  </a:cubicBezTo>
                  <a:cubicBezTo>
                    <a:pt x="38666" y="176609"/>
                    <a:pt x="51572" y="177119"/>
                    <a:pt x="60682" y="177375"/>
                  </a:cubicBezTo>
                  <a:lnTo>
                    <a:pt x="60682" y="165384"/>
                  </a:lnTo>
                  <a:lnTo>
                    <a:pt x="44992" y="165384"/>
                  </a:lnTo>
                  <a:lnTo>
                    <a:pt x="44992" y="62568"/>
                  </a:lnTo>
                  <a:close/>
                  <a:moveTo>
                    <a:pt x="47523" y="19962"/>
                  </a:moveTo>
                  <a:cubicBezTo>
                    <a:pt x="47523" y="8737"/>
                    <a:pt x="38413" y="62"/>
                    <a:pt x="27785" y="62"/>
                  </a:cubicBezTo>
                  <a:cubicBezTo>
                    <a:pt x="16904" y="62"/>
                    <a:pt x="8047" y="8992"/>
                    <a:pt x="8047" y="19962"/>
                  </a:cubicBezTo>
                  <a:cubicBezTo>
                    <a:pt x="8047" y="30933"/>
                    <a:pt x="16904" y="39862"/>
                    <a:pt x="27785" y="39862"/>
                  </a:cubicBezTo>
                  <a:cubicBezTo>
                    <a:pt x="38413" y="39862"/>
                    <a:pt x="47523" y="31188"/>
                    <a:pt x="47523" y="19962"/>
                  </a:cubicBezTo>
                  <a:close/>
                </a:path>
              </a:pathLst>
            </a:custGeom>
            <a:solidFill>
              <a:schemeClr val="bg1"/>
            </a:solidFill>
            <a:ln w="25432" cap="flat">
              <a:noFill/>
              <a:prstDash val="solid"/>
              <a:miter/>
            </a:ln>
          </p:spPr>
          <p:txBody>
            <a:bodyPr/>
            <a:lstStyle/>
            <a:p>
              <a:endParaRPr lang="en-US"/>
            </a:p>
          </p:txBody>
        </p:sp>
        <p:sp>
          <p:nvSpPr>
            <p:cNvPr id="34" name="Freeform: Shape 33">
              <a:extLst>
                <a:ext uri="{FF2B5EF4-FFF2-40B4-BE49-F238E27FC236}">
                  <a16:creationId xmlns:a16="http://schemas.microsoft.com/office/drawing/2014/main" id="{CAE63331-4CA0-0B95-C8F8-3BCA63C9BE03}"/>
                </a:ext>
              </a:extLst>
            </p:cNvPr>
            <p:cNvSpPr/>
            <p:nvPr>
              <p:custDataLst>
                <p:tags r:id="rId19"/>
              </p:custDataLst>
            </p:nvPr>
          </p:nvSpPr>
          <p:spPr>
            <a:xfrm>
              <a:off x="6677592" y="4318447"/>
              <a:ext cx="91351" cy="163535"/>
            </a:xfrm>
            <a:custGeom>
              <a:avLst/>
              <a:gdLst>
                <a:gd name="csX0" fmla="*/ 20956 w 91351"/>
                <a:gd name="csY0" fmla="*/ 60782 h 163535"/>
                <a:gd name="csX1" fmla="*/ 20956 w 91351"/>
                <a:gd name="csY1" fmla="*/ 130687 h 163535"/>
                <a:gd name="csX2" fmla="*/ 60938 w 91351"/>
                <a:gd name="csY2" fmla="*/ 163598 h 163535"/>
                <a:gd name="csX3" fmla="*/ 91557 w 91351"/>
                <a:gd name="csY3" fmla="*/ 130431 h 163535"/>
                <a:gd name="csX4" fmla="*/ 91557 w 91351"/>
                <a:gd name="csY4" fmla="*/ 116910 h 163535"/>
                <a:gd name="csX5" fmla="*/ 79664 w 91351"/>
                <a:gd name="csY5" fmla="*/ 116910 h 163535"/>
                <a:gd name="csX6" fmla="*/ 79664 w 91351"/>
                <a:gd name="csY6" fmla="*/ 129921 h 163535"/>
                <a:gd name="csX7" fmla="*/ 64481 w 91351"/>
                <a:gd name="csY7" fmla="*/ 153393 h 163535"/>
                <a:gd name="csX8" fmla="*/ 49804 w 91351"/>
                <a:gd name="csY8" fmla="*/ 131197 h 163535"/>
                <a:gd name="csX9" fmla="*/ 49804 w 91351"/>
                <a:gd name="csY9" fmla="*/ 60782 h 163535"/>
                <a:gd name="csX10" fmla="*/ 86749 w 91351"/>
                <a:gd name="csY10" fmla="*/ 60782 h 163535"/>
                <a:gd name="csX11" fmla="*/ 86749 w 91351"/>
                <a:gd name="csY11" fmla="*/ 48791 h 163535"/>
                <a:gd name="csX12" fmla="*/ 49804 w 91351"/>
                <a:gd name="csY12" fmla="*/ 48791 h 163535"/>
                <a:gd name="csX13" fmla="*/ 49804 w 91351"/>
                <a:gd name="csY13" fmla="*/ 62 h 163535"/>
                <a:gd name="csX14" fmla="*/ 37910 w 91351"/>
                <a:gd name="csY14" fmla="*/ 62 h 163535"/>
                <a:gd name="csX15" fmla="*/ 206 w 91351"/>
                <a:gd name="csY15" fmla="*/ 51598 h 163535"/>
                <a:gd name="csX16" fmla="*/ 206 w 91351"/>
                <a:gd name="csY16" fmla="*/ 60782 h 163535"/>
                <a:gd name="csX17" fmla="*/ 20956 w 91351"/>
                <a:gd name="csY17" fmla="*/ 60782 h 1635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1351" h="163535">
                  <a:moveTo>
                    <a:pt x="20956" y="60782"/>
                  </a:moveTo>
                  <a:lnTo>
                    <a:pt x="20956" y="130687"/>
                  </a:lnTo>
                  <a:cubicBezTo>
                    <a:pt x="20956" y="157985"/>
                    <a:pt x="42971" y="163598"/>
                    <a:pt x="60938" y="163598"/>
                  </a:cubicBezTo>
                  <a:cubicBezTo>
                    <a:pt x="80170" y="163598"/>
                    <a:pt x="91557" y="149056"/>
                    <a:pt x="91557" y="130431"/>
                  </a:cubicBezTo>
                  <a:lnTo>
                    <a:pt x="91557" y="116910"/>
                  </a:lnTo>
                  <a:lnTo>
                    <a:pt x="79664" y="116910"/>
                  </a:lnTo>
                  <a:lnTo>
                    <a:pt x="79664" y="129921"/>
                  </a:lnTo>
                  <a:cubicBezTo>
                    <a:pt x="79664" y="147270"/>
                    <a:pt x="71566" y="153393"/>
                    <a:pt x="64481" y="153393"/>
                  </a:cubicBezTo>
                  <a:cubicBezTo>
                    <a:pt x="49804" y="153393"/>
                    <a:pt x="49804" y="137065"/>
                    <a:pt x="49804" y="131197"/>
                  </a:cubicBezTo>
                  <a:lnTo>
                    <a:pt x="49804" y="60782"/>
                  </a:lnTo>
                  <a:lnTo>
                    <a:pt x="86749" y="60782"/>
                  </a:lnTo>
                  <a:lnTo>
                    <a:pt x="86749" y="48791"/>
                  </a:lnTo>
                  <a:lnTo>
                    <a:pt x="49804" y="48791"/>
                  </a:lnTo>
                  <a:lnTo>
                    <a:pt x="49804" y="62"/>
                  </a:lnTo>
                  <a:lnTo>
                    <a:pt x="37910" y="62"/>
                  </a:lnTo>
                  <a:cubicBezTo>
                    <a:pt x="37657" y="25575"/>
                    <a:pt x="25258" y="50832"/>
                    <a:pt x="206" y="51598"/>
                  </a:cubicBezTo>
                  <a:lnTo>
                    <a:pt x="206" y="60782"/>
                  </a:lnTo>
                  <a:lnTo>
                    <a:pt x="20956" y="60782"/>
                  </a:lnTo>
                  <a:close/>
                </a:path>
              </a:pathLst>
            </a:custGeom>
            <a:solidFill>
              <a:schemeClr val="bg1"/>
            </a:solidFill>
            <a:ln w="25432" cap="flat">
              <a:noFill/>
              <a:prstDash val="solid"/>
              <a:miter/>
            </a:ln>
          </p:spPr>
          <p:txBody>
            <a:bodyPr/>
            <a:lstStyle/>
            <a:p>
              <a:endParaRPr lang="en-US"/>
            </a:p>
          </p:txBody>
        </p:sp>
        <p:sp>
          <p:nvSpPr>
            <p:cNvPr id="35" name="Freeform: Shape 34">
              <a:extLst>
                <a:ext uri="{FF2B5EF4-FFF2-40B4-BE49-F238E27FC236}">
                  <a16:creationId xmlns:a16="http://schemas.microsoft.com/office/drawing/2014/main" id="{1027CE80-DE23-F5AC-DBA9-4588D10FC9EA}"/>
                </a:ext>
              </a:extLst>
            </p:cNvPr>
            <p:cNvSpPr/>
            <p:nvPr>
              <p:custDataLst>
                <p:tags r:id="rId20"/>
              </p:custDataLst>
            </p:nvPr>
          </p:nvSpPr>
          <p:spPr>
            <a:xfrm>
              <a:off x="6782931" y="4367176"/>
              <a:ext cx="141202" cy="164300"/>
            </a:xfrm>
            <a:custGeom>
              <a:avLst/>
              <a:gdLst>
                <a:gd name="csX0" fmla="*/ 122686 w 141202"/>
                <a:gd name="csY0" fmla="*/ 17411 h 164300"/>
                <a:gd name="csX1" fmla="*/ 141412 w 141202"/>
                <a:gd name="csY1" fmla="*/ 12053 h 164300"/>
                <a:gd name="csX2" fmla="*/ 141412 w 141202"/>
                <a:gd name="csY2" fmla="*/ 62 h 164300"/>
                <a:gd name="csX3" fmla="*/ 121421 w 141202"/>
                <a:gd name="csY3" fmla="*/ 828 h 164300"/>
                <a:gd name="csX4" fmla="*/ 98394 w 141202"/>
                <a:gd name="csY4" fmla="*/ 62 h 164300"/>
                <a:gd name="csX5" fmla="*/ 98394 w 141202"/>
                <a:gd name="csY5" fmla="*/ 12053 h 164300"/>
                <a:gd name="csX6" fmla="*/ 110287 w 141202"/>
                <a:gd name="csY6" fmla="*/ 15115 h 164300"/>
                <a:gd name="csX7" fmla="*/ 109022 w 141202"/>
                <a:gd name="csY7" fmla="*/ 18176 h 164300"/>
                <a:gd name="csX8" fmla="*/ 79921 w 141202"/>
                <a:gd name="csY8" fmla="*/ 80937 h 164300"/>
                <a:gd name="csX9" fmla="*/ 47783 w 141202"/>
                <a:gd name="csY9" fmla="*/ 12053 h 164300"/>
                <a:gd name="csX10" fmla="*/ 61448 w 141202"/>
                <a:gd name="csY10" fmla="*/ 12053 h 164300"/>
                <a:gd name="csX11" fmla="*/ 61448 w 141202"/>
                <a:gd name="csY11" fmla="*/ 62 h 164300"/>
                <a:gd name="csX12" fmla="*/ 30070 w 141202"/>
                <a:gd name="csY12" fmla="*/ 828 h 164300"/>
                <a:gd name="csX13" fmla="*/ 1222 w 141202"/>
                <a:gd name="csY13" fmla="*/ 62 h 164300"/>
                <a:gd name="csX14" fmla="*/ 1222 w 141202"/>
                <a:gd name="csY14" fmla="*/ 12053 h 164300"/>
                <a:gd name="csX15" fmla="*/ 17417 w 141202"/>
                <a:gd name="csY15" fmla="*/ 12053 h 164300"/>
                <a:gd name="csX16" fmla="*/ 64738 w 141202"/>
                <a:gd name="csY16" fmla="*/ 113338 h 164300"/>
                <a:gd name="csX17" fmla="*/ 58918 w 141202"/>
                <a:gd name="csY17" fmla="*/ 125584 h 164300"/>
                <a:gd name="csX18" fmla="*/ 27286 w 141202"/>
                <a:gd name="csY18" fmla="*/ 155179 h 164300"/>
                <a:gd name="csX19" fmla="*/ 21213 w 141202"/>
                <a:gd name="csY19" fmla="*/ 154158 h 164300"/>
                <a:gd name="csX20" fmla="*/ 29311 w 141202"/>
                <a:gd name="csY20" fmla="*/ 140636 h 164300"/>
                <a:gd name="csX21" fmla="*/ 14634 w 141202"/>
                <a:gd name="csY21" fmla="*/ 126094 h 164300"/>
                <a:gd name="csX22" fmla="*/ 210 w 141202"/>
                <a:gd name="csY22" fmla="*/ 140892 h 164300"/>
                <a:gd name="csX23" fmla="*/ 27286 w 141202"/>
                <a:gd name="csY23" fmla="*/ 164363 h 164300"/>
                <a:gd name="csX24" fmla="*/ 68280 w 141202"/>
                <a:gd name="csY24" fmla="*/ 134003 h 164300"/>
                <a:gd name="csX25" fmla="*/ 122686 w 141202"/>
                <a:gd name="csY25" fmla="*/ 17411 h 164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41202" h="164300">
                  <a:moveTo>
                    <a:pt x="122686" y="17411"/>
                  </a:moveTo>
                  <a:cubicBezTo>
                    <a:pt x="124458" y="13839"/>
                    <a:pt x="125217" y="12053"/>
                    <a:pt x="141412" y="12053"/>
                  </a:cubicBezTo>
                  <a:lnTo>
                    <a:pt x="141412" y="62"/>
                  </a:lnTo>
                  <a:cubicBezTo>
                    <a:pt x="135339" y="573"/>
                    <a:pt x="127747" y="828"/>
                    <a:pt x="121421" y="828"/>
                  </a:cubicBezTo>
                  <a:cubicBezTo>
                    <a:pt x="115095" y="828"/>
                    <a:pt x="103708" y="318"/>
                    <a:pt x="98394" y="62"/>
                  </a:cubicBezTo>
                  <a:lnTo>
                    <a:pt x="98394" y="12053"/>
                  </a:lnTo>
                  <a:cubicBezTo>
                    <a:pt x="98900" y="12053"/>
                    <a:pt x="110287" y="12053"/>
                    <a:pt x="110287" y="15115"/>
                  </a:cubicBezTo>
                  <a:cubicBezTo>
                    <a:pt x="110287" y="15370"/>
                    <a:pt x="109275" y="17921"/>
                    <a:pt x="109022" y="18176"/>
                  </a:cubicBezTo>
                  <a:lnTo>
                    <a:pt x="79921" y="80937"/>
                  </a:lnTo>
                  <a:lnTo>
                    <a:pt x="47783" y="12053"/>
                  </a:lnTo>
                  <a:lnTo>
                    <a:pt x="61448" y="12053"/>
                  </a:lnTo>
                  <a:lnTo>
                    <a:pt x="61448" y="62"/>
                  </a:lnTo>
                  <a:cubicBezTo>
                    <a:pt x="53097" y="573"/>
                    <a:pt x="30323" y="828"/>
                    <a:pt x="30070" y="828"/>
                  </a:cubicBezTo>
                  <a:cubicBezTo>
                    <a:pt x="22984" y="828"/>
                    <a:pt x="11597" y="318"/>
                    <a:pt x="1222" y="62"/>
                  </a:cubicBezTo>
                  <a:lnTo>
                    <a:pt x="1222" y="12053"/>
                  </a:lnTo>
                  <a:lnTo>
                    <a:pt x="17417" y="12053"/>
                  </a:lnTo>
                  <a:lnTo>
                    <a:pt x="64738" y="113338"/>
                  </a:lnTo>
                  <a:lnTo>
                    <a:pt x="58918" y="125584"/>
                  </a:lnTo>
                  <a:cubicBezTo>
                    <a:pt x="53350" y="137830"/>
                    <a:pt x="45253" y="155179"/>
                    <a:pt x="27286" y="155179"/>
                  </a:cubicBezTo>
                  <a:cubicBezTo>
                    <a:pt x="23744" y="155179"/>
                    <a:pt x="23237" y="154924"/>
                    <a:pt x="21213" y="154158"/>
                  </a:cubicBezTo>
                  <a:cubicBezTo>
                    <a:pt x="23490" y="153138"/>
                    <a:pt x="29311" y="149566"/>
                    <a:pt x="29311" y="140636"/>
                  </a:cubicBezTo>
                  <a:cubicBezTo>
                    <a:pt x="29311" y="132217"/>
                    <a:pt x="23237" y="126094"/>
                    <a:pt x="14634" y="126094"/>
                  </a:cubicBezTo>
                  <a:cubicBezTo>
                    <a:pt x="7548" y="126094"/>
                    <a:pt x="210" y="130942"/>
                    <a:pt x="210" y="140892"/>
                  </a:cubicBezTo>
                  <a:cubicBezTo>
                    <a:pt x="210" y="153903"/>
                    <a:pt x="12103" y="164363"/>
                    <a:pt x="27286" y="164363"/>
                  </a:cubicBezTo>
                  <a:cubicBezTo>
                    <a:pt x="46771" y="164363"/>
                    <a:pt x="61448" y="148545"/>
                    <a:pt x="68280" y="134003"/>
                  </a:cubicBezTo>
                  <a:lnTo>
                    <a:pt x="122686" y="17411"/>
                  </a:lnTo>
                  <a:close/>
                </a:path>
              </a:pathLst>
            </a:custGeom>
            <a:solidFill>
              <a:schemeClr val="bg1"/>
            </a:solidFill>
            <a:ln w="25432" cap="flat">
              <a:noFill/>
              <a:prstDash val="solid"/>
              <a:miter/>
            </a:ln>
          </p:spPr>
          <p:txBody>
            <a:bodyPr/>
            <a:lstStyle/>
            <a:p>
              <a:endParaRPr lang="en-US"/>
            </a:p>
          </p:txBody>
        </p:sp>
        <p:sp>
          <p:nvSpPr>
            <p:cNvPr id="36" name="Freeform: Shape 35">
              <a:extLst>
                <a:ext uri="{FF2B5EF4-FFF2-40B4-BE49-F238E27FC236}">
                  <a16:creationId xmlns:a16="http://schemas.microsoft.com/office/drawing/2014/main" id="{E71D82D8-A823-7046-056D-A7A778FECC99}"/>
                </a:ext>
              </a:extLst>
            </p:cNvPr>
            <p:cNvSpPr/>
            <p:nvPr>
              <p:custDataLst>
                <p:tags r:id="rId21"/>
              </p:custDataLst>
            </p:nvPr>
          </p:nvSpPr>
          <p:spPr>
            <a:xfrm>
              <a:off x="7019855" y="4367686"/>
              <a:ext cx="132092" cy="162259"/>
            </a:xfrm>
            <a:custGeom>
              <a:avLst/>
              <a:gdLst>
                <a:gd name="csX0" fmla="*/ 19705 w 132092"/>
                <a:gd name="csY0" fmla="*/ 143953 h 162259"/>
                <a:gd name="csX1" fmla="*/ 6040 w 132092"/>
                <a:gd name="csY1" fmla="*/ 154413 h 162259"/>
                <a:gd name="csX2" fmla="*/ 220 w 132092"/>
                <a:gd name="csY2" fmla="*/ 159261 h 162259"/>
                <a:gd name="csX3" fmla="*/ 3509 w 132092"/>
                <a:gd name="csY3" fmla="*/ 162322 h 162259"/>
                <a:gd name="csX4" fmla="*/ 24766 w 132092"/>
                <a:gd name="csY4" fmla="*/ 161557 h 162259"/>
                <a:gd name="csX5" fmla="*/ 49818 w 132092"/>
                <a:gd name="csY5" fmla="*/ 162322 h 162259"/>
                <a:gd name="csX6" fmla="*/ 54373 w 132092"/>
                <a:gd name="csY6" fmla="*/ 157220 h 162259"/>
                <a:gd name="csX7" fmla="*/ 48299 w 132092"/>
                <a:gd name="csY7" fmla="*/ 154413 h 162259"/>
                <a:gd name="csX8" fmla="*/ 35647 w 132092"/>
                <a:gd name="csY8" fmla="*/ 150331 h 162259"/>
                <a:gd name="csX9" fmla="*/ 48046 w 132092"/>
                <a:gd name="csY9" fmla="*/ 99306 h 162259"/>
                <a:gd name="csX10" fmla="*/ 71327 w 132092"/>
                <a:gd name="csY10" fmla="*/ 115634 h 162259"/>
                <a:gd name="csX11" fmla="*/ 132312 w 132092"/>
                <a:gd name="csY11" fmla="*/ 40883 h 162259"/>
                <a:gd name="csX12" fmla="*/ 98656 w 132092"/>
                <a:gd name="csY12" fmla="*/ 62 h 162259"/>
                <a:gd name="csX13" fmla="*/ 65507 w 132092"/>
                <a:gd name="csY13" fmla="*/ 19197 h 162259"/>
                <a:gd name="csX14" fmla="*/ 42732 w 132092"/>
                <a:gd name="csY14" fmla="*/ 62 h 162259"/>
                <a:gd name="csX15" fmla="*/ 24006 w 132092"/>
                <a:gd name="csY15" fmla="*/ 14605 h 162259"/>
                <a:gd name="csX16" fmla="*/ 16162 w 132092"/>
                <a:gd name="csY16" fmla="*/ 39352 h 162259"/>
                <a:gd name="csX17" fmla="*/ 19198 w 132092"/>
                <a:gd name="csY17" fmla="*/ 41903 h 162259"/>
                <a:gd name="csX18" fmla="*/ 23500 w 132092"/>
                <a:gd name="csY18" fmla="*/ 36035 h 162259"/>
                <a:gd name="csX19" fmla="*/ 41973 w 132092"/>
                <a:gd name="csY19" fmla="*/ 5675 h 162259"/>
                <a:gd name="csX20" fmla="*/ 49818 w 132092"/>
                <a:gd name="csY20" fmla="*/ 17411 h 162259"/>
                <a:gd name="csX21" fmla="*/ 48046 w 132092"/>
                <a:gd name="csY21" fmla="*/ 30422 h 162259"/>
                <a:gd name="csX22" fmla="*/ 19705 w 132092"/>
                <a:gd name="csY22" fmla="*/ 143953 h 162259"/>
                <a:gd name="csX23" fmla="*/ 64242 w 132092"/>
                <a:gd name="csY23" fmla="*/ 33229 h 162259"/>
                <a:gd name="csX24" fmla="*/ 77400 w 132092"/>
                <a:gd name="csY24" fmla="*/ 15370 h 162259"/>
                <a:gd name="csX25" fmla="*/ 97897 w 132092"/>
                <a:gd name="csY25" fmla="*/ 5675 h 162259"/>
                <a:gd name="csX26" fmla="*/ 114093 w 132092"/>
                <a:gd name="csY26" fmla="*/ 29657 h 162259"/>
                <a:gd name="csX27" fmla="*/ 101187 w 132092"/>
                <a:gd name="csY27" fmla="*/ 83744 h 162259"/>
                <a:gd name="csX28" fmla="*/ 71074 w 132092"/>
                <a:gd name="csY28" fmla="*/ 110021 h 162259"/>
                <a:gd name="csX29" fmla="*/ 51083 w 132092"/>
                <a:gd name="csY29" fmla="*/ 87315 h 162259"/>
                <a:gd name="csX30" fmla="*/ 51842 w 132092"/>
                <a:gd name="csY30" fmla="*/ 83233 h 162259"/>
                <a:gd name="csX31" fmla="*/ 64242 w 132092"/>
                <a:gd name="csY31" fmla="*/ 33229 h 1622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32092" h="162259">
                  <a:moveTo>
                    <a:pt x="19705" y="143953"/>
                  </a:moveTo>
                  <a:cubicBezTo>
                    <a:pt x="17680" y="152627"/>
                    <a:pt x="17174" y="154413"/>
                    <a:pt x="6040" y="154413"/>
                  </a:cubicBezTo>
                  <a:cubicBezTo>
                    <a:pt x="3003" y="154413"/>
                    <a:pt x="220" y="154413"/>
                    <a:pt x="220" y="159261"/>
                  </a:cubicBezTo>
                  <a:cubicBezTo>
                    <a:pt x="220" y="161302"/>
                    <a:pt x="1485" y="162322"/>
                    <a:pt x="3509" y="162322"/>
                  </a:cubicBezTo>
                  <a:cubicBezTo>
                    <a:pt x="10342" y="162322"/>
                    <a:pt x="17680" y="161557"/>
                    <a:pt x="24766" y="161557"/>
                  </a:cubicBezTo>
                  <a:cubicBezTo>
                    <a:pt x="33116" y="161557"/>
                    <a:pt x="41720" y="162322"/>
                    <a:pt x="49818" y="162322"/>
                  </a:cubicBezTo>
                  <a:cubicBezTo>
                    <a:pt x="51083" y="162322"/>
                    <a:pt x="54373" y="162322"/>
                    <a:pt x="54373" y="157220"/>
                  </a:cubicBezTo>
                  <a:cubicBezTo>
                    <a:pt x="54373" y="154413"/>
                    <a:pt x="51842" y="154413"/>
                    <a:pt x="48299" y="154413"/>
                  </a:cubicBezTo>
                  <a:cubicBezTo>
                    <a:pt x="35647" y="154413"/>
                    <a:pt x="35647" y="152627"/>
                    <a:pt x="35647" y="150331"/>
                  </a:cubicBezTo>
                  <a:cubicBezTo>
                    <a:pt x="35647" y="147270"/>
                    <a:pt x="46275" y="105684"/>
                    <a:pt x="48046" y="99306"/>
                  </a:cubicBezTo>
                  <a:cubicBezTo>
                    <a:pt x="51336" y="106705"/>
                    <a:pt x="58421" y="115634"/>
                    <a:pt x="71327" y="115634"/>
                  </a:cubicBezTo>
                  <a:cubicBezTo>
                    <a:pt x="100681" y="115634"/>
                    <a:pt x="132312" y="78386"/>
                    <a:pt x="132312" y="40883"/>
                  </a:cubicBezTo>
                  <a:cubicBezTo>
                    <a:pt x="132312" y="16901"/>
                    <a:pt x="117888" y="62"/>
                    <a:pt x="98656" y="62"/>
                  </a:cubicBezTo>
                  <a:cubicBezTo>
                    <a:pt x="86004" y="62"/>
                    <a:pt x="73857" y="9247"/>
                    <a:pt x="65507" y="19197"/>
                  </a:cubicBezTo>
                  <a:cubicBezTo>
                    <a:pt x="62976" y="5420"/>
                    <a:pt x="52095" y="62"/>
                    <a:pt x="42732" y="62"/>
                  </a:cubicBezTo>
                  <a:cubicBezTo>
                    <a:pt x="31092" y="62"/>
                    <a:pt x="26284" y="10012"/>
                    <a:pt x="24006" y="14605"/>
                  </a:cubicBezTo>
                  <a:cubicBezTo>
                    <a:pt x="19451" y="23279"/>
                    <a:pt x="16162" y="38586"/>
                    <a:pt x="16162" y="39352"/>
                  </a:cubicBezTo>
                  <a:cubicBezTo>
                    <a:pt x="16162" y="41903"/>
                    <a:pt x="18692" y="41903"/>
                    <a:pt x="19198" y="41903"/>
                  </a:cubicBezTo>
                  <a:cubicBezTo>
                    <a:pt x="21729" y="41903"/>
                    <a:pt x="21982" y="41648"/>
                    <a:pt x="23500" y="36035"/>
                  </a:cubicBezTo>
                  <a:cubicBezTo>
                    <a:pt x="27802" y="17921"/>
                    <a:pt x="32863" y="5675"/>
                    <a:pt x="41973" y="5675"/>
                  </a:cubicBezTo>
                  <a:cubicBezTo>
                    <a:pt x="46275" y="5675"/>
                    <a:pt x="49818" y="7716"/>
                    <a:pt x="49818" y="17411"/>
                  </a:cubicBezTo>
                  <a:cubicBezTo>
                    <a:pt x="49818" y="23279"/>
                    <a:pt x="49058" y="26085"/>
                    <a:pt x="48046" y="30422"/>
                  </a:cubicBezTo>
                  <a:lnTo>
                    <a:pt x="19705" y="143953"/>
                  </a:lnTo>
                  <a:close/>
                  <a:moveTo>
                    <a:pt x="64242" y="33229"/>
                  </a:moveTo>
                  <a:cubicBezTo>
                    <a:pt x="66013" y="26340"/>
                    <a:pt x="72845" y="19197"/>
                    <a:pt x="77400" y="15370"/>
                  </a:cubicBezTo>
                  <a:cubicBezTo>
                    <a:pt x="86257" y="7461"/>
                    <a:pt x="93595" y="5675"/>
                    <a:pt x="97897" y="5675"/>
                  </a:cubicBezTo>
                  <a:cubicBezTo>
                    <a:pt x="108019" y="5675"/>
                    <a:pt x="114093" y="14605"/>
                    <a:pt x="114093" y="29657"/>
                  </a:cubicBezTo>
                  <a:cubicBezTo>
                    <a:pt x="114093" y="44709"/>
                    <a:pt x="105742" y="74049"/>
                    <a:pt x="101187" y="83744"/>
                  </a:cubicBezTo>
                  <a:cubicBezTo>
                    <a:pt x="92583" y="101602"/>
                    <a:pt x="80437" y="110021"/>
                    <a:pt x="71074" y="110021"/>
                  </a:cubicBezTo>
                  <a:cubicBezTo>
                    <a:pt x="54373" y="110021"/>
                    <a:pt x="51083" y="88846"/>
                    <a:pt x="51083" y="87315"/>
                  </a:cubicBezTo>
                  <a:cubicBezTo>
                    <a:pt x="51083" y="86805"/>
                    <a:pt x="51083" y="86295"/>
                    <a:pt x="51842" y="83233"/>
                  </a:cubicBezTo>
                  <a:lnTo>
                    <a:pt x="64242" y="33229"/>
                  </a:lnTo>
                  <a:close/>
                </a:path>
              </a:pathLst>
            </a:custGeom>
            <a:solidFill>
              <a:schemeClr val="bg1"/>
            </a:solidFill>
            <a:ln w="25432" cap="flat">
              <a:noFill/>
              <a:prstDash val="solid"/>
              <a:miter/>
            </a:ln>
          </p:spPr>
          <p:txBody>
            <a:bodyPr/>
            <a:lstStyle/>
            <a:p>
              <a:endParaRPr lang="en-US"/>
            </a:p>
          </p:txBody>
        </p:sp>
        <p:sp>
          <p:nvSpPr>
            <p:cNvPr id="37" name="Freeform: Shape 36">
              <a:extLst>
                <a:ext uri="{FF2B5EF4-FFF2-40B4-BE49-F238E27FC236}">
                  <a16:creationId xmlns:a16="http://schemas.microsoft.com/office/drawing/2014/main" id="{CD8F07F8-11C0-4286-9827-8F152700E17C}"/>
                </a:ext>
              </a:extLst>
            </p:cNvPr>
            <p:cNvSpPr/>
            <p:nvPr>
              <p:custDataLst>
                <p:tags r:id="rId22"/>
              </p:custDataLst>
            </p:nvPr>
          </p:nvSpPr>
          <p:spPr>
            <a:xfrm>
              <a:off x="7239731" y="4386820"/>
              <a:ext cx="168278" cy="59699"/>
            </a:xfrm>
            <a:custGeom>
              <a:avLst/>
              <a:gdLst>
                <a:gd name="csX0" fmla="*/ 159903 w 168278"/>
                <a:gd name="csY0" fmla="*/ 10268 h 59699"/>
                <a:gd name="csX1" fmla="*/ 168506 w 168278"/>
                <a:gd name="csY1" fmla="*/ 5165 h 59699"/>
                <a:gd name="csX2" fmla="*/ 160156 w 168278"/>
                <a:gd name="csY2" fmla="*/ 62 h 59699"/>
                <a:gd name="csX3" fmla="*/ 8578 w 168278"/>
                <a:gd name="csY3" fmla="*/ 62 h 59699"/>
                <a:gd name="csX4" fmla="*/ 227 w 168278"/>
                <a:gd name="csY4" fmla="*/ 5165 h 59699"/>
                <a:gd name="csX5" fmla="*/ 8831 w 168278"/>
                <a:gd name="csY5" fmla="*/ 10268 h 59699"/>
                <a:gd name="csX6" fmla="*/ 159903 w 168278"/>
                <a:gd name="csY6" fmla="*/ 10268 h 59699"/>
                <a:gd name="csX7" fmla="*/ 160156 w 168278"/>
                <a:gd name="csY7" fmla="*/ 59762 h 59699"/>
                <a:gd name="csX8" fmla="*/ 168506 w 168278"/>
                <a:gd name="csY8" fmla="*/ 54659 h 59699"/>
                <a:gd name="csX9" fmla="*/ 159903 w 168278"/>
                <a:gd name="csY9" fmla="*/ 49557 h 59699"/>
                <a:gd name="csX10" fmla="*/ 8831 w 168278"/>
                <a:gd name="csY10" fmla="*/ 49557 h 59699"/>
                <a:gd name="csX11" fmla="*/ 227 w 168278"/>
                <a:gd name="csY11" fmla="*/ 54659 h 59699"/>
                <a:gd name="csX12" fmla="*/ 8578 w 168278"/>
                <a:gd name="csY12" fmla="*/ 59762 h 59699"/>
                <a:gd name="csX13" fmla="*/ 160156 w 168278"/>
                <a:gd name="csY13" fmla="*/ 59762 h 596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68278" h="59699">
                  <a:moveTo>
                    <a:pt x="159903" y="10268"/>
                  </a:moveTo>
                  <a:cubicBezTo>
                    <a:pt x="163698" y="10268"/>
                    <a:pt x="168506" y="10268"/>
                    <a:pt x="168506" y="5165"/>
                  </a:cubicBezTo>
                  <a:cubicBezTo>
                    <a:pt x="168506" y="62"/>
                    <a:pt x="163698" y="62"/>
                    <a:pt x="160156" y="62"/>
                  </a:cubicBezTo>
                  <a:lnTo>
                    <a:pt x="8578" y="62"/>
                  </a:lnTo>
                  <a:cubicBezTo>
                    <a:pt x="5035" y="62"/>
                    <a:pt x="227" y="62"/>
                    <a:pt x="227" y="5165"/>
                  </a:cubicBezTo>
                  <a:cubicBezTo>
                    <a:pt x="227" y="10268"/>
                    <a:pt x="5035" y="10268"/>
                    <a:pt x="8831" y="10268"/>
                  </a:cubicBezTo>
                  <a:lnTo>
                    <a:pt x="159903" y="10268"/>
                  </a:lnTo>
                  <a:close/>
                  <a:moveTo>
                    <a:pt x="160156" y="59762"/>
                  </a:moveTo>
                  <a:cubicBezTo>
                    <a:pt x="163698" y="59762"/>
                    <a:pt x="168506" y="59762"/>
                    <a:pt x="168506" y="54659"/>
                  </a:cubicBezTo>
                  <a:cubicBezTo>
                    <a:pt x="168506" y="49557"/>
                    <a:pt x="163698" y="49557"/>
                    <a:pt x="159903" y="49557"/>
                  </a:cubicBezTo>
                  <a:lnTo>
                    <a:pt x="8831" y="49557"/>
                  </a:lnTo>
                  <a:cubicBezTo>
                    <a:pt x="5035" y="49557"/>
                    <a:pt x="227" y="49557"/>
                    <a:pt x="227" y="54659"/>
                  </a:cubicBezTo>
                  <a:cubicBezTo>
                    <a:pt x="227" y="59762"/>
                    <a:pt x="5035" y="59762"/>
                    <a:pt x="8578" y="59762"/>
                  </a:cubicBezTo>
                  <a:lnTo>
                    <a:pt x="160156" y="59762"/>
                  </a:lnTo>
                  <a:close/>
                </a:path>
              </a:pathLst>
            </a:custGeom>
            <a:solidFill>
              <a:schemeClr val="bg1"/>
            </a:solidFill>
            <a:ln w="25432" cap="flat">
              <a:noFill/>
              <a:prstDash val="solid"/>
              <a:miter/>
            </a:ln>
          </p:spPr>
          <p:txBody>
            <a:bodyPr/>
            <a:lstStyle/>
            <a:p>
              <a:endParaRPr lang="en-US"/>
            </a:p>
          </p:txBody>
        </p:sp>
        <p:sp>
          <p:nvSpPr>
            <p:cNvPr id="38" name="Freeform: Shape 37">
              <a:extLst>
                <a:ext uri="{FF2B5EF4-FFF2-40B4-BE49-F238E27FC236}">
                  <a16:creationId xmlns:a16="http://schemas.microsoft.com/office/drawing/2014/main" id="{AE033910-5B9E-DC8D-74E3-61D65F6CA057}"/>
                </a:ext>
              </a:extLst>
            </p:cNvPr>
            <p:cNvSpPr/>
            <p:nvPr>
              <p:custDataLst>
                <p:tags r:id="rId23"/>
              </p:custDataLst>
            </p:nvPr>
          </p:nvSpPr>
          <p:spPr>
            <a:xfrm>
              <a:off x="7501525" y="4306201"/>
              <a:ext cx="149047" cy="174250"/>
            </a:xfrm>
            <a:custGeom>
              <a:avLst/>
              <a:gdLst>
                <a:gd name="csX0" fmla="*/ 48824 w 149047"/>
                <a:gd name="csY0" fmla="*/ 93693 h 174250"/>
                <a:gd name="csX1" fmla="*/ 91589 w 149047"/>
                <a:gd name="csY1" fmla="*/ 93693 h 174250"/>
                <a:gd name="csX2" fmla="*/ 149285 w 149047"/>
                <a:gd name="csY2" fmla="*/ 47516 h 174250"/>
                <a:gd name="csX3" fmla="*/ 89565 w 149047"/>
                <a:gd name="csY3" fmla="*/ 62 h 174250"/>
                <a:gd name="csX4" fmla="*/ 238 w 149047"/>
                <a:gd name="csY4" fmla="*/ 62 h 174250"/>
                <a:gd name="csX5" fmla="*/ 238 w 149047"/>
                <a:gd name="csY5" fmla="*/ 7971 h 174250"/>
                <a:gd name="csX6" fmla="*/ 6311 w 149047"/>
                <a:gd name="csY6" fmla="*/ 7971 h 174250"/>
                <a:gd name="csX7" fmla="*/ 26302 w 149047"/>
                <a:gd name="csY7" fmla="*/ 19962 h 174250"/>
                <a:gd name="csX8" fmla="*/ 26302 w 149047"/>
                <a:gd name="csY8" fmla="*/ 154413 h 174250"/>
                <a:gd name="csX9" fmla="*/ 6311 w 149047"/>
                <a:gd name="csY9" fmla="*/ 166404 h 174250"/>
                <a:gd name="csX10" fmla="*/ 238 w 149047"/>
                <a:gd name="csY10" fmla="*/ 166404 h 174250"/>
                <a:gd name="csX11" fmla="*/ 238 w 149047"/>
                <a:gd name="csY11" fmla="*/ 174313 h 174250"/>
                <a:gd name="csX12" fmla="*/ 37436 w 149047"/>
                <a:gd name="csY12" fmla="*/ 173548 h 174250"/>
                <a:gd name="csX13" fmla="*/ 74888 w 149047"/>
                <a:gd name="csY13" fmla="*/ 174313 h 174250"/>
                <a:gd name="csX14" fmla="*/ 74888 w 149047"/>
                <a:gd name="csY14" fmla="*/ 166404 h 174250"/>
                <a:gd name="csX15" fmla="*/ 68815 w 149047"/>
                <a:gd name="csY15" fmla="*/ 166404 h 174250"/>
                <a:gd name="csX16" fmla="*/ 48824 w 149047"/>
                <a:gd name="csY16" fmla="*/ 154413 h 174250"/>
                <a:gd name="csX17" fmla="*/ 48824 w 149047"/>
                <a:gd name="csY17" fmla="*/ 93693 h 174250"/>
                <a:gd name="csX18" fmla="*/ 48065 w 149047"/>
                <a:gd name="csY18" fmla="*/ 87060 h 174250"/>
                <a:gd name="csX19" fmla="*/ 48065 w 149047"/>
                <a:gd name="csY19" fmla="*/ 18176 h 174250"/>
                <a:gd name="csX20" fmla="*/ 60464 w 149047"/>
                <a:gd name="csY20" fmla="*/ 7971 h 174250"/>
                <a:gd name="csX21" fmla="*/ 82986 w 149047"/>
                <a:gd name="csY21" fmla="*/ 7971 h 174250"/>
                <a:gd name="csX22" fmla="*/ 123221 w 149047"/>
                <a:gd name="csY22" fmla="*/ 47516 h 174250"/>
                <a:gd name="csX23" fmla="*/ 82986 w 149047"/>
                <a:gd name="csY23" fmla="*/ 87060 h 174250"/>
                <a:gd name="csX24" fmla="*/ 48065 w 149047"/>
                <a:gd name="csY24" fmla="*/ 87060 h 174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49047" h="174250">
                  <a:moveTo>
                    <a:pt x="48824" y="93693"/>
                  </a:moveTo>
                  <a:lnTo>
                    <a:pt x="91589" y="93693"/>
                  </a:lnTo>
                  <a:cubicBezTo>
                    <a:pt x="121955" y="93693"/>
                    <a:pt x="149285" y="73028"/>
                    <a:pt x="149285" y="47516"/>
                  </a:cubicBezTo>
                  <a:cubicBezTo>
                    <a:pt x="149285" y="22513"/>
                    <a:pt x="124233" y="62"/>
                    <a:pt x="89565" y="62"/>
                  </a:cubicBezTo>
                  <a:lnTo>
                    <a:pt x="238" y="62"/>
                  </a:lnTo>
                  <a:lnTo>
                    <a:pt x="238" y="7971"/>
                  </a:lnTo>
                  <a:lnTo>
                    <a:pt x="6311" y="7971"/>
                  </a:lnTo>
                  <a:cubicBezTo>
                    <a:pt x="25796" y="7971"/>
                    <a:pt x="26302" y="10778"/>
                    <a:pt x="26302" y="19962"/>
                  </a:cubicBezTo>
                  <a:lnTo>
                    <a:pt x="26302" y="154413"/>
                  </a:lnTo>
                  <a:cubicBezTo>
                    <a:pt x="26302" y="163598"/>
                    <a:pt x="25796" y="166404"/>
                    <a:pt x="6311" y="166404"/>
                  </a:cubicBezTo>
                  <a:lnTo>
                    <a:pt x="238" y="166404"/>
                  </a:lnTo>
                  <a:lnTo>
                    <a:pt x="238" y="174313"/>
                  </a:lnTo>
                  <a:cubicBezTo>
                    <a:pt x="9095" y="173548"/>
                    <a:pt x="27820" y="173548"/>
                    <a:pt x="37436" y="173548"/>
                  </a:cubicBezTo>
                  <a:cubicBezTo>
                    <a:pt x="47052" y="173548"/>
                    <a:pt x="66031" y="173548"/>
                    <a:pt x="74888" y="174313"/>
                  </a:cubicBezTo>
                  <a:lnTo>
                    <a:pt x="74888" y="166404"/>
                  </a:lnTo>
                  <a:lnTo>
                    <a:pt x="68815" y="166404"/>
                  </a:lnTo>
                  <a:cubicBezTo>
                    <a:pt x="49330" y="166404"/>
                    <a:pt x="48824" y="163598"/>
                    <a:pt x="48824" y="154413"/>
                  </a:cubicBezTo>
                  <a:lnTo>
                    <a:pt x="48824" y="93693"/>
                  </a:lnTo>
                  <a:close/>
                  <a:moveTo>
                    <a:pt x="48065" y="87060"/>
                  </a:moveTo>
                  <a:lnTo>
                    <a:pt x="48065" y="18176"/>
                  </a:lnTo>
                  <a:cubicBezTo>
                    <a:pt x="48065" y="9757"/>
                    <a:pt x="48571" y="7971"/>
                    <a:pt x="60464" y="7971"/>
                  </a:cubicBezTo>
                  <a:lnTo>
                    <a:pt x="82986" y="7971"/>
                  </a:lnTo>
                  <a:cubicBezTo>
                    <a:pt x="123221" y="7971"/>
                    <a:pt x="123221" y="35015"/>
                    <a:pt x="123221" y="47516"/>
                  </a:cubicBezTo>
                  <a:cubicBezTo>
                    <a:pt x="123221" y="59507"/>
                    <a:pt x="123221" y="87060"/>
                    <a:pt x="82986" y="87060"/>
                  </a:cubicBezTo>
                  <a:lnTo>
                    <a:pt x="48065" y="87060"/>
                  </a:lnTo>
                  <a:close/>
                </a:path>
              </a:pathLst>
            </a:custGeom>
            <a:solidFill>
              <a:schemeClr val="bg1"/>
            </a:solidFill>
            <a:ln w="25432" cap="flat">
              <a:noFill/>
              <a:prstDash val="solid"/>
              <a:miter/>
            </a:ln>
          </p:spPr>
          <p:txBody>
            <a:bodyPr/>
            <a:lstStyle/>
            <a:p>
              <a:endParaRPr lang="en-US"/>
            </a:p>
          </p:txBody>
        </p:sp>
        <p:sp>
          <p:nvSpPr>
            <p:cNvPr id="39" name="Freeform: Shape 38">
              <a:extLst>
                <a:ext uri="{FF2B5EF4-FFF2-40B4-BE49-F238E27FC236}">
                  <a16:creationId xmlns:a16="http://schemas.microsoft.com/office/drawing/2014/main" id="{F9A68EA8-2354-0F1D-C8BD-06566611C25D}"/>
                </a:ext>
              </a:extLst>
            </p:cNvPr>
            <p:cNvSpPr/>
            <p:nvPr>
              <p:custDataLst>
                <p:tags r:id="rId24"/>
              </p:custDataLst>
            </p:nvPr>
          </p:nvSpPr>
          <p:spPr>
            <a:xfrm>
              <a:off x="7671969" y="4367686"/>
              <a:ext cx="85025" cy="112765"/>
            </a:xfrm>
            <a:custGeom>
              <a:avLst/>
              <a:gdLst>
                <a:gd name="csX0" fmla="*/ 35419 w 85025"/>
                <a:gd name="csY0" fmla="*/ 28126 h 112765"/>
                <a:gd name="csX1" fmla="*/ 35419 w 85025"/>
                <a:gd name="csY1" fmla="*/ 62 h 112765"/>
                <a:gd name="csX2" fmla="*/ 245 w 85025"/>
                <a:gd name="csY2" fmla="*/ 2869 h 112765"/>
                <a:gd name="csX3" fmla="*/ 245 w 85025"/>
                <a:gd name="csY3" fmla="*/ 10778 h 112765"/>
                <a:gd name="csX4" fmla="*/ 19983 w 85025"/>
                <a:gd name="csY4" fmla="*/ 25065 h 112765"/>
                <a:gd name="csX5" fmla="*/ 19983 w 85025"/>
                <a:gd name="csY5" fmla="*/ 93438 h 112765"/>
                <a:gd name="csX6" fmla="*/ 245 w 85025"/>
                <a:gd name="csY6" fmla="*/ 104919 h 112765"/>
                <a:gd name="csX7" fmla="*/ 245 w 85025"/>
                <a:gd name="csY7" fmla="*/ 112828 h 112765"/>
                <a:gd name="csX8" fmla="*/ 29093 w 85025"/>
                <a:gd name="csY8" fmla="*/ 112062 h 112765"/>
                <a:gd name="csX9" fmla="*/ 61230 w 85025"/>
                <a:gd name="csY9" fmla="*/ 112828 h 112765"/>
                <a:gd name="csX10" fmla="*/ 61230 w 85025"/>
                <a:gd name="csY10" fmla="*/ 104919 h 112765"/>
                <a:gd name="csX11" fmla="*/ 55916 w 85025"/>
                <a:gd name="csY11" fmla="*/ 104919 h 112765"/>
                <a:gd name="csX12" fmla="*/ 36684 w 85025"/>
                <a:gd name="csY12" fmla="*/ 92928 h 112765"/>
                <a:gd name="csX13" fmla="*/ 36684 w 85025"/>
                <a:gd name="csY13" fmla="*/ 53639 h 112765"/>
                <a:gd name="csX14" fmla="*/ 66544 w 85025"/>
                <a:gd name="csY14" fmla="*/ 5675 h 112765"/>
                <a:gd name="csX15" fmla="*/ 69328 w 85025"/>
                <a:gd name="csY15" fmla="*/ 5930 h 112765"/>
                <a:gd name="csX16" fmla="*/ 63507 w 85025"/>
                <a:gd name="csY16" fmla="*/ 15880 h 112765"/>
                <a:gd name="csX17" fmla="*/ 74389 w 85025"/>
                <a:gd name="csY17" fmla="*/ 26851 h 112765"/>
                <a:gd name="csX18" fmla="*/ 85270 w 85025"/>
                <a:gd name="csY18" fmla="*/ 15625 h 112765"/>
                <a:gd name="csX19" fmla="*/ 66544 w 85025"/>
                <a:gd name="csY19" fmla="*/ 62 h 112765"/>
                <a:gd name="csX20" fmla="*/ 35419 w 85025"/>
                <a:gd name="csY20" fmla="*/ 28126 h 1127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85025" h="112765">
                  <a:moveTo>
                    <a:pt x="35419" y="28126"/>
                  </a:moveTo>
                  <a:lnTo>
                    <a:pt x="35419" y="62"/>
                  </a:lnTo>
                  <a:lnTo>
                    <a:pt x="245" y="2869"/>
                  </a:lnTo>
                  <a:lnTo>
                    <a:pt x="245" y="10778"/>
                  </a:lnTo>
                  <a:cubicBezTo>
                    <a:pt x="17958" y="10778"/>
                    <a:pt x="19983" y="12564"/>
                    <a:pt x="19983" y="25065"/>
                  </a:cubicBezTo>
                  <a:lnTo>
                    <a:pt x="19983" y="93438"/>
                  </a:lnTo>
                  <a:cubicBezTo>
                    <a:pt x="19983" y="104919"/>
                    <a:pt x="17199" y="104919"/>
                    <a:pt x="245" y="104919"/>
                  </a:cubicBezTo>
                  <a:lnTo>
                    <a:pt x="245" y="112828"/>
                  </a:lnTo>
                  <a:cubicBezTo>
                    <a:pt x="10114" y="112573"/>
                    <a:pt x="22007" y="112062"/>
                    <a:pt x="29093" y="112062"/>
                  </a:cubicBezTo>
                  <a:cubicBezTo>
                    <a:pt x="39215" y="112062"/>
                    <a:pt x="51108" y="112062"/>
                    <a:pt x="61230" y="112828"/>
                  </a:cubicBezTo>
                  <a:lnTo>
                    <a:pt x="61230" y="104919"/>
                  </a:lnTo>
                  <a:lnTo>
                    <a:pt x="55916" y="104919"/>
                  </a:lnTo>
                  <a:cubicBezTo>
                    <a:pt x="37190" y="104919"/>
                    <a:pt x="36684" y="102113"/>
                    <a:pt x="36684" y="92928"/>
                  </a:cubicBezTo>
                  <a:lnTo>
                    <a:pt x="36684" y="53639"/>
                  </a:lnTo>
                  <a:cubicBezTo>
                    <a:pt x="36684" y="28381"/>
                    <a:pt x="47312" y="5675"/>
                    <a:pt x="66544" y="5675"/>
                  </a:cubicBezTo>
                  <a:cubicBezTo>
                    <a:pt x="68315" y="5675"/>
                    <a:pt x="68822" y="5675"/>
                    <a:pt x="69328" y="5930"/>
                  </a:cubicBezTo>
                  <a:cubicBezTo>
                    <a:pt x="68568" y="6185"/>
                    <a:pt x="63507" y="9247"/>
                    <a:pt x="63507" y="15880"/>
                  </a:cubicBezTo>
                  <a:cubicBezTo>
                    <a:pt x="63507" y="23024"/>
                    <a:pt x="68822" y="26851"/>
                    <a:pt x="74389" y="26851"/>
                  </a:cubicBezTo>
                  <a:cubicBezTo>
                    <a:pt x="78944" y="26851"/>
                    <a:pt x="85270" y="23789"/>
                    <a:pt x="85270" y="15625"/>
                  </a:cubicBezTo>
                  <a:cubicBezTo>
                    <a:pt x="85270" y="7461"/>
                    <a:pt x="77425" y="62"/>
                    <a:pt x="66544" y="62"/>
                  </a:cubicBezTo>
                  <a:cubicBezTo>
                    <a:pt x="48071" y="62"/>
                    <a:pt x="38962" y="17156"/>
                    <a:pt x="35419" y="28126"/>
                  </a:cubicBezTo>
                  <a:close/>
                </a:path>
              </a:pathLst>
            </a:custGeom>
            <a:solidFill>
              <a:schemeClr val="bg1"/>
            </a:solidFill>
            <a:ln w="25432" cap="flat">
              <a:noFill/>
              <a:prstDash val="solid"/>
              <a:miter/>
            </a:ln>
          </p:spPr>
          <p:txBody>
            <a:bodyPr/>
            <a:lstStyle/>
            <a:p>
              <a:endParaRPr lang="en-US"/>
            </a:p>
          </p:txBody>
        </p:sp>
        <p:sp>
          <p:nvSpPr>
            <p:cNvPr id="40" name="Freeform: Shape 39">
              <a:extLst>
                <a:ext uri="{FF2B5EF4-FFF2-40B4-BE49-F238E27FC236}">
                  <a16:creationId xmlns:a16="http://schemas.microsoft.com/office/drawing/2014/main" id="{11648184-A709-5027-3459-98C38EB53D89}"/>
                </a:ext>
              </a:extLst>
            </p:cNvPr>
            <p:cNvSpPr/>
            <p:nvPr>
              <p:custDataLst>
                <p:tags r:id="rId25"/>
              </p:custDataLst>
            </p:nvPr>
          </p:nvSpPr>
          <p:spPr>
            <a:xfrm>
              <a:off x="7793856" y="4289107"/>
              <a:ext cx="34667" cy="255125"/>
            </a:xfrm>
            <a:custGeom>
              <a:avLst/>
              <a:gdLst>
                <a:gd name="csX0" fmla="*/ 34917 w 34667"/>
                <a:gd name="csY0" fmla="*/ 255188 h 255125"/>
                <a:gd name="csX1" fmla="*/ 34917 w 34667"/>
                <a:gd name="csY1" fmla="*/ 244983 h 255125"/>
                <a:gd name="csX2" fmla="*/ 10371 w 34667"/>
                <a:gd name="csY2" fmla="*/ 244983 h 255125"/>
                <a:gd name="csX3" fmla="*/ 10371 w 34667"/>
                <a:gd name="csY3" fmla="*/ 10268 h 255125"/>
                <a:gd name="csX4" fmla="*/ 34917 w 34667"/>
                <a:gd name="csY4" fmla="*/ 10268 h 255125"/>
                <a:gd name="csX5" fmla="*/ 34917 w 34667"/>
                <a:gd name="csY5" fmla="*/ 62 h 255125"/>
                <a:gd name="csX6" fmla="*/ 249 w 34667"/>
                <a:gd name="csY6" fmla="*/ 62 h 255125"/>
                <a:gd name="csX7" fmla="*/ 249 w 34667"/>
                <a:gd name="csY7" fmla="*/ 255188 h 255125"/>
                <a:gd name="csX8" fmla="*/ 34917 w 34667"/>
                <a:gd name="csY8" fmla="*/ 255188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667" h="255125">
                  <a:moveTo>
                    <a:pt x="34917" y="255188"/>
                  </a:moveTo>
                  <a:lnTo>
                    <a:pt x="34917" y="244983"/>
                  </a:lnTo>
                  <a:lnTo>
                    <a:pt x="10371" y="244983"/>
                  </a:lnTo>
                  <a:lnTo>
                    <a:pt x="10371" y="10268"/>
                  </a:lnTo>
                  <a:lnTo>
                    <a:pt x="34917" y="10268"/>
                  </a:lnTo>
                  <a:lnTo>
                    <a:pt x="34917" y="62"/>
                  </a:lnTo>
                  <a:lnTo>
                    <a:pt x="249" y="62"/>
                  </a:lnTo>
                  <a:lnTo>
                    <a:pt x="249" y="255188"/>
                  </a:lnTo>
                  <a:lnTo>
                    <a:pt x="34917" y="255188"/>
                  </a:lnTo>
                  <a:close/>
                </a:path>
              </a:pathLst>
            </a:custGeom>
            <a:solidFill>
              <a:schemeClr val="bg1"/>
            </a:solidFill>
            <a:ln w="25432" cap="flat">
              <a:noFill/>
              <a:prstDash val="solid"/>
              <a:miter/>
            </a:ln>
          </p:spPr>
          <p:txBody>
            <a:bodyPr/>
            <a:lstStyle/>
            <a:p>
              <a:endParaRPr lang="en-US"/>
            </a:p>
          </p:txBody>
        </p:sp>
        <p:sp>
          <p:nvSpPr>
            <p:cNvPr id="41" name="Freeform: Shape 40">
              <a:extLst>
                <a:ext uri="{FF2B5EF4-FFF2-40B4-BE49-F238E27FC236}">
                  <a16:creationId xmlns:a16="http://schemas.microsoft.com/office/drawing/2014/main" id="{62BE6741-4338-9986-41C9-A7F4FE15EA7A}"/>
                </a:ext>
              </a:extLst>
            </p:cNvPr>
            <p:cNvSpPr/>
            <p:nvPr>
              <p:custDataLst>
                <p:tags r:id="rId26"/>
              </p:custDataLst>
            </p:nvPr>
          </p:nvSpPr>
          <p:spPr>
            <a:xfrm>
              <a:off x="7841626" y="4367686"/>
              <a:ext cx="116656" cy="165066"/>
            </a:xfrm>
            <a:custGeom>
              <a:avLst/>
              <a:gdLst>
                <a:gd name="csX0" fmla="*/ 115896 w 116656"/>
                <a:gd name="csY0" fmla="*/ 15625 h 165066"/>
                <a:gd name="csX1" fmla="*/ 116908 w 116656"/>
                <a:gd name="csY1" fmla="*/ 9757 h 165066"/>
                <a:gd name="csX2" fmla="*/ 109569 w 116656"/>
                <a:gd name="csY2" fmla="*/ 2869 h 165066"/>
                <a:gd name="csX3" fmla="*/ 100713 w 116656"/>
                <a:gd name="csY3" fmla="*/ 8227 h 165066"/>
                <a:gd name="csX4" fmla="*/ 97170 w 116656"/>
                <a:gd name="csY4" fmla="*/ 22003 h 165066"/>
                <a:gd name="csX5" fmla="*/ 92109 w 116656"/>
                <a:gd name="csY5" fmla="*/ 42413 h 165066"/>
                <a:gd name="csX6" fmla="*/ 80722 w 116656"/>
                <a:gd name="csY6" fmla="*/ 88336 h 165066"/>
                <a:gd name="csX7" fmla="*/ 52127 w 116656"/>
                <a:gd name="csY7" fmla="*/ 110021 h 165066"/>
                <a:gd name="csX8" fmla="*/ 36438 w 116656"/>
                <a:gd name="csY8" fmla="*/ 89356 h 165066"/>
                <a:gd name="csX9" fmla="*/ 49343 w 116656"/>
                <a:gd name="csY9" fmla="*/ 39352 h 165066"/>
                <a:gd name="csX10" fmla="*/ 54404 w 116656"/>
                <a:gd name="csY10" fmla="*/ 20983 h 165066"/>
                <a:gd name="csX11" fmla="*/ 33654 w 116656"/>
                <a:gd name="csY11" fmla="*/ 62 h 165066"/>
                <a:gd name="csX12" fmla="*/ 251 w 116656"/>
                <a:gd name="csY12" fmla="*/ 39352 h 165066"/>
                <a:gd name="csX13" fmla="*/ 3288 w 116656"/>
                <a:gd name="csY13" fmla="*/ 41903 h 165066"/>
                <a:gd name="csX14" fmla="*/ 7337 w 116656"/>
                <a:gd name="csY14" fmla="*/ 37311 h 165066"/>
                <a:gd name="csX15" fmla="*/ 32895 w 116656"/>
                <a:gd name="csY15" fmla="*/ 5675 h 165066"/>
                <a:gd name="csX16" fmla="*/ 39221 w 116656"/>
                <a:gd name="csY16" fmla="*/ 13839 h 165066"/>
                <a:gd name="csX17" fmla="*/ 34919 w 116656"/>
                <a:gd name="csY17" fmla="*/ 31698 h 165066"/>
                <a:gd name="csX18" fmla="*/ 20242 w 116656"/>
                <a:gd name="csY18" fmla="*/ 85274 h 165066"/>
                <a:gd name="csX19" fmla="*/ 51115 w 116656"/>
                <a:gd name="csY19" fmla="*/ 115634 h 165066"/>
                <a:gd name="csX20" fmla="*/ 76673 w 116656"/>
                <a:gd name="csY20" fmla="*/ 104154 h 165066"/>
                <a:gd name="csX21" fmla="*/ 60224 w 116656"/>
                <a:gd name="csY21" fmla="*/ 143443 h 165066"/>
                <a:gd name="csX22" fmla="*/ 32389 w 116656"/>
                <a:gd name="csY22" fmla="*/ 159516 h 165066"/>
                <a:gd name="csX23" fmla="*/ 13157 w 116656"/>
                <a:gd name="csY23" fmla="*/ 148801 h 165066"/>
                <a:gd name="csX24" fmla="*/ 24038 w 116656"/>
                <a:gd name="csY24" fmla="*/ 145739 h 165066"/>
                <a:gd name="csX25" fmla="*/ 29099 w 116656"/>
                <a:gd name="csY25" fmla="*/ 135279 h 165066"/>
                <a:gd name="csX26" fmla="*/ 19736 w 116656"/>
                <a:gd name="csY26" fmla="*/ 126349 h 165066"/>
                <a:gd name="csX27" fmla="*/ 5565 w 116656"/>
                <a:gd name="csY27" fmla="*/ 142933 h 165066"/>
                <a:gd name="csX28" fmla="*/ 32389 w 116656"/>
                <a:gd name="csY28" fmla="*/ 165129 h 165066"/>
                <a:gd name="csX29" fmla="*/ 91603 w 116656"/>
                <a:gd name="csY29" fmla="*/ 113083 h 165066"/>
                <a:gd name="csX30" fmla="*/ 115896 w 116656"/>
                <a:gd name="csY30" fmla="*/ 15625 h 1650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16656" h="165066">
                  <a:moveTo>
                    <a:pt x="115896" y="15625"/>
                  </a:moveTo>
                  <a:cubicBezTo>
                    <a:pt x="116908" y="12053"/>
                    <a:pt x="116908" y="11543"/>
                    <a:pt x="116908" y="9757"/>
                  </a:cubicBezTo>
                  <a:cubicBezTo>
                    <a:pt x="116908" y="5165"/>
                    <a:pt x="113365" y="2869"/>
                    <a:pt x="109569" y="2869"/>
                  </a:cubicBezTo>
                  <a:cubicBezTo>
                    <a:pt x="107039" y="2869"/>
                    <a:pt x="102990" y="4400"/>
                    <a:pt x="100713" y="8227"/>
                  </a:cubicBezTo>
                  <a:cubicBezTo>
                    <a:pt x="100206" y="9502"/>
                    <a:pt x="98182" y="17411"/>
                    <a:pt x="97170" y="22003"/>
                  </a:cubicBezTo>
                  <a:cubicBezTo>
                    <a:pt x="95399" y="28637"/>
                    <a:pt x="93627" y="35525"/>
                    <a:pt x="92109" y="42413"/>
                  </a:cubicBezTo>
                  <a:lnTo>
                    <a:pt x="80722" y="88336"/>
                  </a:lnTo>
                  <a:cubicBezTo>
                    <a:pt x="79709" y="92163"/>
                    <a:pt x="68828" y="110021"/>
                    <a:pt x="52127" y="110021"/>
                  </a:cubicBezTo>
                  <a:cubicBezTo>
                    <a:pt x="39221" y="110021"/>
                    <a:pt x="36438" y="98796"/>
                    <a:pt x="36438" y="89356"/>
                  </a:cubicBezTo>
                  <a:cubicBezTo>
                    <a:pt x="36438" y="77621"/>
                    <a:pt x="40740" y="61803"/>
                    <a:pt x="49343" y="39352"/>
                  </a:cubicBezTo>
                  <a:cubicBezTo>
                    <a:pt x="53392" y="28892"/>
                    <a:pt x="54404" y="26085"/>
                    <a:pt x="54404" y="20983"/>
                  </a:cubicBezTo>
                  <a:cubicBezTo>
                    <a:pt x="54404" y="9502"/>
                    <a:pt x="46307" y="62"/>
                    <a:pt x="33654" y="62"/>
                  </a:cubicBezTo>
                  <a:cubicBezTo>
                    <a:pt x="9614" y="62"/>
                    <a:pt x="251" y="37056"/>
                    <a:pt x="251" y="39352"/>
                  </a:cubicBezTo>
                  <a:cubicBezTo>
                    <a:pt x="251" y="41903"/>
                    <a:pt x="2782" y="41903"/>
                    <a:pt x="3288" y="41903"/>
                  </a:cubicBezTo>
                  <a:cubicBezTo>
                    <a:pt x="5818" y="41903"/>
                    <a:pt x="6072" y="41393"/>
                    <a:pt x="7337" y="37311"/>
                  </a:cubicBezTo>
                  <a:cubicBezTo>
                    <a:pt x="14169" y="13329"/>
                    <a:pt x="24291" y="5675"/>
                    <a:pt x="32895" y="5675"/>
                  </a:cubicBezTo>
                  <a:cubicBezTo>
                    <a:pt x="34919" y="5675"/>
                    <a:pt x="39221" y="5675"/>
                    <a:pt x="39221" y="13839"/>
                  </a:cubicBezTo>
                  <a:cubicBezTo>
                    <a:pt x="39221" y="20217"/>
                    <a:pt x="36691" y="26851"/>
                    <a:pt x="34919" y="31698"/>
                  </a:cubicBezTo>
                  <a:cubicBezTo>
                    <a:pt x="24797" y="58741"/>
                    <a:pt x="20242" y="73283"/>
                    <a:pt x="20242" y="85274"/>
                  </a:cubicBezTo>
                  <a:cubicBezTo>
                    <a:pt x="20242" y="107980"/>
                    <a:pt x="36185" y="115634"/>
                    <a:pt x="51115" y="115634"/>
                  </a:cubicBezTo>
                  <a:cubicBezTo>
                    <a:pt x="60984" y="115634"/>
                    <a:pt x="69587" y="111297"/>
                    <a:pt x="76673" y="104154"/>
                  </a:cubicBezTo>
                  <a:cubicBezTo>
                    <a:pt x="73383" y="117420"/>
                    <a:pt x="70347" y="129921"/>
                    <a:pt x="60224" y="143443"/>
                  </a:cubicBezTo>
                  <a:cubicBezTo>
                    <a:pt x="53645" y="152117"/>
                    <a:pt x="44029" y="159516"/>
                    <a:pt x="32389" y="159516"/>
                  </a:cubicBezTo>
                  <a:cubicBezTo>
                    <a:pt x="28846" y="159516"/>
                    <a:pt x="17459" y="158750"/>
                    <a:pt x="13157" y="148801"/>
                  </a:cubicBezTo>
                  <a:cubicBezTo>
                    <a:pt x="17206" y="148801"/>
                    <a:pt x="20495" y="148801"/>
                    <a:pt x="24038" y="145739"/>
                  </a:cubicBezTo>
                  <a:cubicBezTo>
                    <a:pt x="26569" y="143443"/>
                    <a:pt x="29099" y="140126"/>
                    <a:pt x="29099" y="135279"/>
                  </a:cubicBezTo>
                  <a:cubicBezTo>
                    <a:pt x="29099" y="127370"/>
                    <a:pt x="22267" y="126349"/>
                    <a:pt x="19736" y="126349"/>
                  </a:cubicBezTo>
                  <a:cubicBezTo>
                    <a:pt x="13916" y="126349"/>
                    <a:pt x="5565" y="130431"/>
                    <a:pt x="5565" y="142933"/>
                  </a:cubicBezTo>
                  <a:cubicBezTo>
                    <a:pt x="5565" y="155689"/>
                    <a:pt x="16700" y="165129"/>
                    <a:pt x="32389" y="165129"/>
                  </a:cubicBezTo>
                  <a:cubicBezTo>
                    <a:pt x="58453" y="165129"/>
                    <a:pt x="84517" y="141912"/>
                    <a:pt x="91603" y="113083"/>
                  </a:cubicBezTo>
                  <a:lnTo>
                    <a:pt x="115896" y="15625"/>
                  </a:lnTo>
                  <a:close/>
                </a:path>
              </a:pathLst>
            </a:custGeom>
            <a:solidFill>
              <a:schemeClr val="bg1"/>
            </a:solidFill>
            <a:ln w="25432" cap="flat">
              <a:noFill/>
              <a:prstDash val="solid"/>
              <a:miter/>
            </a:ln>
          </p:spPr>
          <p:txBody>
            <a:bodyPr/>
            <a:lstStyle/>
            <a:p>
              <a:endParaRPr lang="en-US"/>
            </a:p>
          </p:txBody>
        </p:sp>
        <p:sp>
          <p:nvSpPr>
            <p:cNvPr id="42" name="Freeform: Shape 41">
              <a:extLst>
                <a:ext uri="{FF2B5EF4-FFF2-40B4-BE49-F238E27FC236}">
                  <a16:creationId xmlns:a16="http://schemas.microsoft.com/office/drawing/2014/main" id="{E16B1929-4FB0-A8FF-2F6E-BEDAA7EE35F0}"/>
                </a:ext>
              </a:extLst>
            </p:cNvPr>
            <p:cNvSpPr/>
            <p:nvPr>
              <p:custDataLst>
                <p:tags r:id="rId27"/>
              </p:custDataLst>
            </p:nvPr>
          </p:nvSpPr>
          <p:spPr>
            <a:xfrm>
              <a:off x="8051894" y="4386820"/>
              <a:ext cx="168278" cy="59699"/>
            </a:xfrm>
            <a:custGeom>
              <a:avLst/>
              <a:gdLst>
                <a:gd name="csX0" fmla="*/ 159935 w 168278"/>
                <a:gd name="csY0" fmla="*/ 10268 h 59699"/>
                <a:gd name="csX1" fmla="*/ 168538 w 168278"/>
                <a:gd name="csY1" fmla="*/ 5165 h 59699"/>
                <a:gd name="csX2" fmla="*/ 160188 w 168278"/>
                <a:gd name="csY2" fmla="*/ 62 h 59699"/>
                <a:gd name="csX3" fmla="*/ 8610 w 168278"/>
                <a:gd name="csY3" fmla="*/ 62 h 59699"/>
                <a:gd name="csX4" fmla="*/ 259 w 168278"/>
                <a:gd name="csY4" fmla="*/ 5165 h 59699"/>
                <a:gd name="csX5" fmla="*/ 8863 w 168278"/>
                <a:gd name="csY5" fmla="*/ 10268 h 59699"/>
                <a:gd name="csX6" fmla="*/ 159935 w 168278"/>
                <a:gd name="csY6" fmla="*/ 10268 h 59699"/>
                <a:gd name="csX7" fmla="*/ 160188 w 168278"/>
                <a:gd name="csY7" fmla="*/ 59762 h 59699"/>
                <a:gd name="csX8" fmla="*/ 168538 w 168278"/>
                <a:gd name="csY8" fmla="*/ 54659 h 59699"/>
                <a:gd name="csX9" fmla="*/ 159935 w 168278"/>
                <a:gd name="csY9" fmla="*/ 49557 h 59699"/>
                <a:gd name="csX10" fmla="*/ 8863 w 168278"/>
                <a:gd name="csY10" fmla="*/ 49557 h 59699"/>
                <a:gd name="csX11" fmla="*/ 259 w 168278"/>
                <a:gd name="csY11" fmla="*/ 54659 h 59699"/>
                <a:gd name="csX12" fmla="*/ 8610 w 168278"/>
                <a:gd name="csY12" fmla="*/ 59762 h 59699"/>
                <a:gd name="csX13" fmla="*/ 160188 w 168278"/>
                <a:gd name="csY13" fmla="*/ 59762 h 596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68278" h="59699">
                  <a:moveTo>
                    <a:pt x="159935" y="10268"/>
                  </a:moveTo>
                  <a:cubicBezTo>
                    <a:pt x="163730" y="10268"/>
                    <a:pt x="168538" y="10268"/>
                    <a:pt x="168538" y="5165"/>
                  </a:cubicBezTo>
                  <a:cubicBezTo>
                    <a:pt x="168538" y="62"/>
                    <a:pt x="163730" y="62"/>
                    <a:pt x="160188" y="62"/>
                  </a:cubicBezTo>
                  <a:lnTo>
                    <a:pt x="8610" y="62"/>
                  </a:lnTo>
                  <a:cubicBezTo>
                    <a:pt x="5067" y="62"/>
                    <a:pt x="259" y="62"/>
                    <a:pt x="259" y="5165"/>
                  </a:cubicBezTo>
                  <a:cubicBezTo>
                    <a:pt x="259" y="10268"/>
                    <a:pt x="5067" y="10268"/>
                    <a:pt x="8863" y="10268"/>
                  </a:cubicBezTo>
                  <a:lnTo>
                    <a:pt x="159935" y="10268"/>
                  </a:lnTo>
                  <a:close/>
                  <a:moveTo>
                    <a:pt x="160188" y="59762"/>
                  </a:moveTo>
                  <a:cubicBezTo>
                    <a:pt x="163730" y="59762"/>
                    <a:pt x="168538" y="59762"/>
                    <a:pt x="168538" y="54659"/>
                  </a:cubicBezTo>
                  <a:cubicBezTo>
                    <a:pt x="168538" y="49557"/>
                    <a:pt x="163730" y="49557"/>
                    <a:pt x="159935" y="49557"/>
                  </a:cubicBezTo>
                  <a:lnTo>
                    <a:pt x="8863" y="49557"/>
                  </a:lnTo>
                  <a:cubicBezTo>
                    <a:pt x="5067" y="49557"/>
                    <a:pt x="259" y="49557"/>
                    <a:pt x="259" y="54659"/>
                  </a:cubicBezTo>
                  <a:cubicBezTo>
                    <a:pt x="259" y="59762"/>
                    <a:pt x="5067" y="59762"/>
                    <a:pt x="8610" y="59762"/>
                  </a:cubicBezTo>
                  <a:lnTo>
                    <a:pt x="160188" y="59762"/>
                  </a:lnTo>
                  <a:close/>
                </a:path>
              </a:pathLst>
            </a:custGeom>
            <a:solidFill>
              <a:schemeClr val="bg1"/>
            </a:solidFill>
            <a:ln w="25432" cap="flat">
              <a:noFill/>
              <a:prstDash val="solid"/>
              <a:miter/>
            </a:ln>
          </p:spPr>
          <p:txBody>
            <a:bodyPr/>
            <a:lstStyle/>
            <a:p>
              <a:endParaRPr lang="en-US"/>
            </a:p>
          </p:txBody>
        </p:sp>
        <p:sp>
          <p:nvSpPr>
            <p:cNvPr id="43" name="Freeform: Shape 42">
              <a:extLst>
                <a:ext uri="{FF2B5EF4-FFF2-40B4-BE49-F238E27FC236}">
                  <a16:creationId xmlns:a16="http://schemas.microsoft.com/office/drawing/2014/main" id="{B316E29D-2091-9DAA-C5A3-022B1745C134}"/>
                </a:ext>
              </a:extLst>
            </p:cNvPr>
            <p:cNvSpPr/>
            <p:nvPr>
              <p:custDataLst>
                <p:tags r:id="rId28"/>
              </p:custDataLst>
            </p:nvPr>
          </p:nvSpPr>
          <p:spPr>
            <a:xfrm>
              <a:off x="8327353" y="4310538"/>
              <a:ext cx="83506" cy="169913"/>
            </a:xfrm>
            <a:custGeom>
              <a:avLst/>
              <a:gdLst>
                <a:gd name="csX0" fmla="*/ 52145 w 83506"/>
                <a:gd name="csY0" fmla="*/ 6696 h 169913"/>
                <a:gd name="csX1" fmla="*/ 46325 w 83506"/>
                <a:gd name="csY1" fmla="*/ 62 h 169913"/>
                <a:gd name="csX2" fmla="*/ 270 w 83506"/>
                <a:gd name="csY2" fmla="*/ 16391 h 169913"/>
                <a:gd name="csX3" fmla="*/ 270 w 83506"/>
                <a:gd name="csY3" fmla="*/ 24299 h 169913"/>
                <a:gd name="csX4" fmla="*/ 33420 w 83506"/>
                <a:gd name="csY4" fmla="*/ 17666 h 169913"/>
                <a:gd name="csX5" fmla="*/ 33420 w 83506"/>
                <a:gd name="csY5" fmla="*/ 149821 h 169913"/>
                <a:gd name="csX6" fmla="*/ 9886 w 83506"/>
                <a:gd name="csY6" fmla="*/ 162067 h 169913"/>
                <a:gd name="csX7" fmla="*/ 1788 w 83506"/>
                <a:gd name="csY7" fmla="*/ 162067 h 169913"/>
                <a:gd name="csX8" fmla="*/ 1788 w 83506"/>
                <a:gd name="csY8" fmla="*/ 169976 h 169913"/>
                <a:gd name="csX9" fmla="*/ 42782 w 83506"/>
                <a:gd name="csY9" fmla="*/ 169211 h 169913"/>
                <a:gd name="csX10" fmla="*/ 83777 w 83506"/>
                <a:gd name="csY10" fmla="*/ 169976 h 169913"/>
                <a:gd name="csX11" fmla="*/ 83777 w 83506"/>
                <a:gd name="csY11" fmla="*/ 162067 h 169913"/>
                <a:gd name="csX12" fmla="*/ 75679 w 83506"/>
                <a:gd name="csY12" fmla="*/ 162067 h 169913"/>
                <a:gd name="csX13" fmla="*/ 52145 w 83506"/>
                <a:gd name="csY13" fmla="*/ 149821 h 169913"/>
                <a:gd name="csX14" fmla="*/ 52145 w 83506"/>
                <a:gd name="csY14" fmla="*/ 6696 h 1699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3506" h="169913">
                  <a:moveTo>
                    <a:pt x="52145" y="6696"/>
                  </a:moveTo>
                  <a:cubicBezTo>
                    <a:pt x="52145" y="573"/>
                    <a:pt x="52145" y="62"/>
                    <a:pt x="46325" y="62"/>
                  </a:cubicBezTo>
                  <a:cubicBezTo>
                    <a:pt x="30636" y="16391"/>
                    <a:pt x="8368" y="16391"/>
                    <a:pt x="270" y="16391"/>
                  </a:cubicBezTo>
                  <a:lnTo>
                    <a:pt x="270" y="24299"/>
                  </a:lnTo>
                  <a:cubicBezTo>
                    <a:pt x="5331" y="24299"/>
                    <a:pt x="20261" y="24299"/>
                    <a:pt x="33420" y="17666"/>
                  </a:cubicBezTo>
                  <a:lnTo>
                    <a:pt x="33420" y="149821"/>
                  </a:lnTo>
                  <a:cubicBezTo>
                    <a:pt x="33420" y="159006"/>
                    <a:pt x="32660" y="162067"/>
                    <a:pt x="9886" y="162067"/>
                  </a:cubicBezTo>
                  <a:lnTo>
                    <a:pt x="1788" y="162067"/>
                  </a:lnTo>
                  <a:lnTo>
                    <a:pt x="1788" y="169976"/>
                  </a:lnTo>
                  <a:cubicBezTo>
                    <a:pt x="10645" y="169211"/>
                    <a:pt x="32660" y="169211"/>
                    <a:pt x="42782" y="169211"/>
                  </a:cubicBezTo>
                  <a:cubicBezTo>
                    <a:pt x="52905" y="169211"/>
                    <a:pt x="74920" y="169211"/>
                    <a:pt x="83777" y="169976"/>
                  </a:cubicBezTo>
                  <a:lnTo>
                    <a:pt x="83777" y="162067"/>
                  </a:lnTo>
                  <a:lnTo>
                    <a:pt x="75679" y="162067"/>
                  </a:lnTo>
                  <a:cubicBezTo>
                    <a:pt x="52905" y="162067"/>
                    <a:pt x="52145" y="159261"/>
                    <a:pt x="52145" y="149821"/>
                  </a:cubicBezTo>
                  <a:lnTo>
                    <a:pt x="52145" y="6696"/>
                  </a:lnTo>
                  <a:close/>
                </a:path>
              </a:pathLst>
            </a:custGeom>
            <a:solidFill>
              <a:schemeClr val="bg1"/>
            </a:solidFill>
            <a:ln w="25432" cap="flat">
              <a:noFill/>
              <a:prstDash val="solid"/>
              <a:miter/>
            </a:ln>
          </p:spPr>
          <p:txBody>
            <a:bodyPr/>
            <a:lstStyle/>
            <a:p>
              <a:endParaRPr lang="en-US"/>
            </a:p>
          </p:txBody>
        </p:sp>
        <p:sp>
          <p:nvSpPr>
            <p:cNvPr id="44" name="Freeform: Shape 43">
              <a:extLst>
                <a:ext uri="{FF2B5EF4-FFF2-40B4-BE49-F238E27FC236}">
                  <a16:creationId xmlns:a16="http://schemas.microsoft.com/office/drawing/2014/main" id="{2C0AFF6D-80C3-7CD1-B523-98B37338B4E3}"/>
                </a:ext>
              </a:extLst>
            </p:cNvPr>
            <p:cNvSpPr/>
            <p:nvPr>
              <p:custDataLst>
                <p:tags r:id="rId29"/>
              </p:custDataLst>
            </p:nvPr>
          </p:nvSpPr>
          <p:spPr>
            <a:xfrm>
              <a:off x="8531761" y="4289107"/>
              <a:ext cx="10122" cy="255125"/>
            </a:xfrm>
            <a:custGeom>
              <a:avLst/>
              <a:gdLst>
                <a:gd name="csX0" fmla="*/ 10400 w 10122"/>
                <a:gd name="csY0" fmla="*/ 9247 h 255125"/>
                <a:gd name="csX1" fmla="*/ 5339 w 10122"/>
                <a:gd name="csY1" fmla="*/ 62 h 255125"/>
                <a:gd name="csX2" fmla="*/ 278 w 10122"/>
                <a:gd name="csY2" fmla="*/ 9247 h 255125"/>
                <a:gd name="csX3" fmla="*/ 278 w 10122"/>
                <a:gd name="csY3" fmla="*/ 246003 h 255125"/>
                <a:gd name="csX4" fmla="*/ 5339 w 10122"/>
                <a:gd name="csY4" fmla="*/ 255188 h 255125"/>
                <a:gd name="csX5" fmla="*/ 10400 w 10122"/>
                <a:gd name="csY5" fmla="*/ 246003 h 255125"/>
                <a:gd name="csX6" fmla="*/ 10400 w 10122"/>
                <a:gd name="csY6" fmla="*/ 9247 h 25512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122" h="255125">
                  <a:moveTo>
                    <a:pt x="10400" y="9247"/>
                  </a:moveTo>
                  <a:cubicBezTo>
                    <a:pt x="10400" y="4655"/>
                    <a:pt x="10400" y="62"/>
                    <a:pt x="5339" y="62"/>
                  </a:cubicBezTo>
                  <a:cubicBezTo>
                    <a:pt x="278" y="62"/>
                    <a:pt x="278" y="4655"/>
                    <a:pt x="278" y="9247"/>
                  </a:cubicBezTo>
                  <a:lnTo>
                    <a:pt x="278" y="246003"/>
                  </a:lnTo>
                  <a:cubicBezTo>
                    <a:pt x="278" y="250596"/>
                    <a:pt x="278" y="255188"/>
                    <a:pt x="5339" y="255188"/>
                  </a:cubicBezTo>
                  <a:cubicBezTo>
                    <a:pt x="10400" y="255188"/>
                    <a:pt x="10400" y="250596"/>
                    <a:pt x="10400" y="246003"/>
                  </a:cubicBezTo>
                  <a:lnTo>
                    <a:pt x="10400" y="9247"/>
                  </a:lnTo>
                  <a:close/>
                </a:path>
              </a:pathLst>
            </a:custGeom>
            <a:solidFill>
              <a:schemeClr val="bg1"/>
            </a:solidFill>
            <a:ln w="25432" cap="flat">
              <a:noFill/>
              <a:prstDash val="solid"/>
              <a:miter/>
            </a:ln>
          </p:spPr>
          <p:txBody>
            <a:bodyPr/>
            <a:lstStyle/>
            <a:p>
              <a:endParaRPr lang="en-US"/>
            </a:p>
          </p:txBody>
        </p:sp>
        <p:sp>
          <p:nvSpPr>
            <p:cNvPr id="45" name="Freeform: Shape 44">
              <a:extLst>
                <a:ext uri="{FF2B5EF4-FFF2-40B4-BE49-F238E27FC236}">
                  <a16:creationId xmlns:a16="http://schemas.microsoft.com/office/drawing/2014/main" id="{85CC06C0-0C4A-D222-E513-1280F9448021}"/>
                </a:ext>
              </a:extLst>
            </p:cNvPr>
            <p:cNvSpPr/>
            <p:nvPr>
              <p:custDataLst>
                <p:tags r:id="rId30"/>
              </p:custDataLst>
            </p:nvPr>
          </p:nvSpPr>
          <p:spPr>
            <a:xfrm>
              <a:off x="8647797" y="4367176"/>
              <a:ext cx="142467" cy="113275"/>
            </a:xfrm>
            <a:custGeom>
              <a:avLst/>
              <a:gdLst>
                <a:gd name="csX0" fmla="*/ 82272 w 142467"/>
                <a:gd name="csY0" fmla="*/ 50577 h 113275"/>
                <a:gd name="csX1" fmla="*/ 111879 w 142467"/>
                <a:gd name="csY1" fmla="*/ 17411 h 113275"/>
                <a:gd name="csX2" fmla="*/ 137690 w 142467"/>
                <a:gd name="csY2" fmla="*/ 12053 h 113275"/>
                <a:gd name="csX3" fmla="*/ 137690 w 142467"/>
                <a:gd name="csY3" fmla="*/ 62 h 113275"/>
                <a:gd name="csX4" fmla="*/ 114409 w 142467"/>
                <a:gd name="csY4" fmla="*/ 828 h 113275"/>
                <a:gd name="csX5" fmla="*/ 88345 w 142467"/>
                <a:gd name="csY5" fmla="*/ 62 h 113275"/>
                <a:gd name="csX6" fmla="*/ 88345 w 142467"/>
                <a:gd name="csY6" fmla="*/ 12053 h 113275"/>
                <a:gd name="csX7" fmla="*/ 97961 w 142467"/>
                <a:gd name="csY7" fmla="*/ 14350 h 113275"/>
                <a:gd name="csX8" fmla="*/ 95936 w 142467"/>
                <a:gd name="csY8" fmla="*/ 17411 h 113275"/>
                <a:gd name="csX9" fmla="*/ 74680 w 142467"/>
                <a:gd name="csY9" fmla="*/ 41393 h 113275"/>
                <a:gd name="csX10" fmla="*/ 49881 w 142467"/>
                <a:gd name="csY10" fmla="*/ 12053 h 113275"/>
                <a:gd name="csX11" fmla="*/ 60003 w 142467"/>
                <a:gd name="csY11" fmla="*/ 12053 h 113275"/>
                <a:gd name="csX12" fmla="*/ 60003 w 142467"/>
                <a:gd name="csY12" fmla="*/ 62 h 113275"/>
                <a:gd name="csX13" fmla="*/ 29384 w 142467"/>
                <a:gd name="csY13" fmla="*/ 828 h 113275"/>
                <a:gd name="csX14" fmla="*/ 1548 w 142467"/>
                <a:gd name="csY14" fmla="*/ 62 h 113275"/>
                <a:gd name="csX15" fmla="*/ 1548 w 142467"/>
                <a:gd name="csY15" fmla="*/ 12053 h 113275"/>
                <a:gd name="csX16" fmla="*/ 19515 w 142467"/>
                <a:gd name="csY16" fmla="*/ 12053 h 113275"/>
                <a:gd name="csX17" fmla="*/ 58991 w 142467"/>
                <a:gd name="csY17" fmla="*/ 58996 h 113275"/>
                <a:gd name="csX18" fmla="*/ 25841 w 142467"/>
                <a:gd name="csY18" fmla="*/ 96500 h 113275"/>
                <a:gd name="csX19" fmla="*/ 283 w 142467"/>
                <a:gd name="csY19" fmla="*/ 101347 h 113275"/>
                <a:gd name="csX20" fmla="*/ 283 w 142467"/>
                <a:gd name="csY20" fmla="*/ 113338 h 113275"/>
                <a:gd name="csX21" fmla="*/ 23564 w 142467"/>
                <a:gd name="csY21" fmla="*/ 112573 h 113275"/>
                <a:gd name="csX22" fmla="*/ 49628 w 142467"/>
                <a:gd name="csY22" fmla="*/ 113338 h 113275"/>
                <a:gd name="csX23" fmla="*/ 49628 w 142467"/>
                <a:gd name="csY23" fmla="*/ 101347 h 113275"/>
                <a:gd name="csX24" fmla="*/ 40265 w 142467"/>
                <a:gd name="csY24" fmla="*/ 98541 h 113275"/>
                <a:gd name="csX25" fmla="*/ 42037 w 142467"/>
                <a:gd name="csY25" fmla="*/ 95990 h 113275"/>
                <a:gd name="csX26" fmla="*/ 66583 w 142467"/>
                <a:gd name="csY26" fmla="*/ 68181 h 113275"/>
                <a:gd name="csX27" fmla="*/ 94418 w 142467"/>
                <a:gd name="csY27" fmla="*/ 101347 h 113275"/>
                <a:gd name="csX28" fmla="*/ 84549 w 142467"/>
                <a:gd name="csY28" fmla="*/ 101347 h 113275"/>
                <a:gd name="csX29" fmla="*/ 84549 w 142467"/>
                <a:gd name="csY29" fmla="*/ 113338 h 113275"/>
                <a:gd name="csX30" fmla="*/ 114915 w 142467"/>
                <a:gd name="csY30" fmla="*/ 112573 h 113275"/>
                <a:gd name="csX31" fmla="*/ 142751 w 142467"/>
                <a:gd name="csY31" fmla="*/ 113338 h 113275"/>
                <a:gd name="csX32" fmla="*/ 142751 w 142467"/>
                <a:gd name="csY32" fmla="*/ 101347 h 113275"/>
                <a:gd name="csX33" fmla="*/ 124784 w 142467"/>
                <a:gd name="csY33" fmla="*/ 101347 h 113275"/>
                <a:gd name="csX34" fmla="*/ 82272 w 142467"/>
                <a:gd name="csY34" fmla="*/ 50577 h 113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42467" h="113275">
                  <a:moveTo>
                    <a:pt x="82272" y="50577"/>
                  </a:moveTo>
                  <a:lnTo>
                    <a:pt x="111879" y="17411"/>
                  </a:lnTo>
                  <a:cubicBezTo>
                    <a:pt x="115168" y="13839"/>
                    <a:pt x="116687" y="12053"/>
                    <a:pt x="137690" y="12053"/>
                  </a:cubicBezTo>
                  <a:lnTo>
                    <a:pt x="137690" y="62"/>
                  </a:lnTo>
                  <a:cubicBezTo>
                    <a:pt x="128833" y="573"/>
                    <a:pt x="115674" y="828"/>
                    <a:pt x="114409" y="828"/>
                  </a:cubicBezTo>
                  <a:cubicBezTo>
                    <a:pt x="108083" y="828"/>
                    <a:pt x="95430" y="318"/>
                    <a:pt x="88345" y="62"/>
                  </a:cubicBezTo>
                  <a:lnTo>
                    <a:pt x="88345" y="12053"/>
                  </a:lnTo>
                  <a:cubicBezTo>
                    <a:pt x="91888" y="12053"/>
                    <a:pt x="94924" y="12564"/>
                    <a:pt x="97961" y="14350"/>
                  </a:cubicBezTo>
                  <a:cubicBezTo>
                    <a:pt x="96949" y="15880"/>
                    <a:pt x="96949" y="16390"/>
                    <a:pt x="95936" y="17411"/>
                  </a:cubicBezTo>
                  <a:lnTo>
                    <a:pt x="74680" y="41393"/>
                  </a:lnTo>
                  <a:lnTo>
                    <a:pt x="49881" y="12053"/>
                  </a:lnTo>
                  <a:lnTo>
                    <a:pt x="60003" y="12053"/>
                  </a:lnTo>
                  <a:lnTo>
                    <a:pt x="60003" y="62"/>
                  </a:lnTo>
                  <a:cubicBezTo>
                    <a:pt x="53424" y="318"/>
                    <a:pt x="37482" y="828"/>
                    <a:pt x="29384" y="828"/>
                  </a:cubicBezTo>
                  <a:cubicBezTo>
                    <a:pt x="21286" y="828"/>
                    <a:pt x="9899" y="318"/>
                    <a:pt x="1548" y="62"/>
                  </a:cubicBezTo>
                  <a:lnTo>
                    <a:pt x="1548" y="12053"/>
                  </a:lnTo>
                  <a:lnTo>
                    <a:pt x="19515" y="12053"/>
                  </a:lnTo>
                  <a:lnTo>
                    <a:pt x="58991" y="58996"/>
                  </a:lnTo>
                  <a:lnTo>
                    <a:pt x="25841" y="96500"/>
                  </a:lnTo>
                  <a:cubicBezTo>
                    <a:pt x="21539" y="101347"/>
                    <a:pt x="12430" y="101347"/>
                    <a:pt x="283" y="101347"/>
                  </a:cubicBezTo>
                  <a:lnTo>
                    <a:pt x="283" y="113338"/>
                  </a:lnTo>
                  <a:cubicBezTo>
                    <a:pt x="9140" y="112828"/>
                    <a:pt x="22299" y="112573"/>
                    <a:pt x="23564" y="112573"/>
                  </a:cubicBezTo>
                  <a:cubicBezTo>
                    <a:pt x="29890" y="112573"/>
                    <a:pt x="44567" y="113083"/>
                    <a:pt x="49628" y="113338"/>
                  </a:cubicBezTo>
                  <a:lnTo>
                    <a:pt x="49628" y="101347"/>
                  </a:lnTo>
                  <a:cubicBezTo>
                    <a:pt x="45073" y="101347"/>
                    <a:pt x="40265" y="100072"/>
                    <a:pt x="40265" y="98541"/>
                  </a:cubicBezTo>
                  <a:cubicBezTo>
                    <a:pt x="40265" y="98286"/>
                    <a:pt x="40265" y="98031"/>
                    <a:pt x="42037" y="95990"/>
                  </a:cubicBezTo>
                  <a:lnTo>
                    <a:pt x="66583" y="68181"/>
                  </a:lnTo>
                  <a:lnTo>
                    <a:pt x="94418" y="101347"/>
                  </a:lnTo>
                  <a:lnTo>
                    <a:pt x="84549" y="101347"/>
                  </a:lnTo>
                  <a:lnTo>
                    <a:pt x="84549" y="113338"/>
                  </a:lnTo>
                  <a:cubicBezTo>
                    <a:pt x="91129" y="113083"/>
                    <a:pt x="106565" y="112573"/>
                    <a:pt x="114915" y="112573"/>
                  </a:cubicBezTo>
                  <a:cubicBezTo>
                    <a:pt x="123013" y="112573"/>
                    <a:pt x="134400" y="113083"/>
                    <a:pt x="142751" y="113338"/>
                  </a:cubicBezTo>
                  <a:lnTo>
                    <a:pt x="142751" y="101347"/>
                  </a:lnTo>
                  <a:lnTo>
                    <a:pt x="124784" y="101347"/>
                  </a:lnTo>
                  <a:lnTo>
                    <a:pt x="82272" y="50577"/>
                  </a:lnTo>
                  <a:close/>
                </a:path>
              </a:pathLst>
            </a:custGeom>
            <a:solidFill>
              <a:schemeClr val="bg1"/>
            </a:solidFill>
            <a:ln w="25432" cap="flat">
              <a:noFill/>
              <a:prstDash val="solid"/>
              <a:miter/>
            </a:ln>
          </p:spPr>
          <p:txBody>
            <a:bodyPr/>
            <a:lstStyle/>
            <a:p>
              <a:endParaRPr lang="en-US"/>
            </a:p>
          </p:txBody>
        </p:sp>
        <p:sp>
          <p:nvSpPr>
            <p:cNvPr id="46" name="Freeform: Shape 45">
              <a:extLst>
                <a:ext uri="{FF2B5EF4-FFF2-40B4-BE49-F238E27FC236}">
                  <a16:creationId xmlns:a16="http://schemas.microsoft.com/office/drawing/2014/main" id="{6493B1FF-D4CF-8D45-6E65-37A4EFBFB538}"/>
                </a:ext>
              </a:extLst>
            </p:cNvPr>
            <p:cNvSpPr/>
            <p:nvPr>
              <p:custDataLst>
                <p:tags r:id="rId31"/>
              </p:custDataLst>
            </p:nvPr>
          </p:nvSpPr>
          <p:spPr>
            <a:xfrm>
              <a:off x="8801384" y="4289107"/>
              <a:ext cx="34667" cy="255125"/>
            </a:xfrm>
            <a:custGeom>
              <a:avLst/>
              <a:gdLst>
                <a:gd name="csX0" fmla="*/ 34957 w 34667"/>
                <a:gd name="csY0" fmla="*/ 62 h 255125"/>
                <a:gd name="csX1" fmla="*/ 289 w 34667"/>
                <a:gd name="csY1" fmla="*/ 62 h 255125"/>
                <a:gd name="csX2" fmla="*/ 289 w 34667"/>
                <a:gd name="csY2" fmla="*/ 10268 h 255125"/>
                <a:gd name="csX3" fmla="*/ 24835 w 34667"/>
                <a:gd name="csY3" fmla="*/ 10268 h 255125"/>
                <a:gd name="csX4" fmla="*/ 24835 w 34667"/>
                <a:gd name="csY4" fmla="*/ 244983 h 255125"/>
                <a:gd name="csX5" fmla="*/ 289 w 34667"/>
                <a:gd name="csY5" fmla="*/ 244983 h 255125"/>
                <a:gd name="csX6" fmla="*/ 289 w 34667"/>
                <a:gd name="csY6" fmla="*/ 255188 h 255125"/>
                <a:gd name="csX7" fmla="*/ 34957 w 34667"/>
                <a:gd name="csY7" fmla="*/ 255188 h 255125"/>
                <a:gd name="csX8" fmla="*/ 34957 w 34667"/>
                <a:gd name="csY8" fmla="*/ 62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667" h="255125">
                  <a:moveTo>
                    <a:pt x="34957" y="62"/>
                  </a:moveTo>
                  <a:lnTo>
                    <a:pt x="289" y="62"/>
                  </a:lnTo>
                  <a:lnTo>
                    <a:pt x="289" y="10268"/>
                  </a:lnTo>
                  <a:lnTo>
                    <a:pt x="24835" y="10268"/>
                  </a:lnTo>
                  <a:lnTo>
                    <a:pt x="24835" y="244983"/>
                  </a:lnTo>
                  <a:lnTo>
                    <a:pt x="289" y="244983"/>
                  </a:lnTo>
                  <a:lnTo>
                    <a:pt x="289" y="255188"/>
                  </a:lnTo>
                  <a:lnTo>
                    <a:pt x="34957" y="255188"/>
                  </a:lnTo>
                  <a:lnTo>
                    <a:pt x="34957" y="62"/>
                  </a:lnTo>
                  <a:close/>
                </a:path>
              </a:pathLst>
            </a:custGeom>
            <a:solidFill>
              <a:schemeClr val="bg1"/>
            </a:solidFill>
            <a:ln w="25432" cap="flat">
              <a:noFill/>
              <a:prstDash val="solid"/>
              <a:miter/>
            </a:ln>
          </p:spPr>
          <p:txBody>
            <a:bodyPr/>
            <a:lstStyle/>
            <a:p>
              <a:endParaRPr lang="en-US"/>
            </a:p>
          </p:txBody>
        </p:sp>
        <p:sp>
          <p:nvSpPr>
            <p:cNvPr id="47" name="Rectangle 46">
              <a:extLst>
                <a:ext uri="{FF2B5EF4-FFF2-40B4-BE49-F238E27FC236}">
                  <a16:creationId xmlns:a16="http://schemas.microsoft.com/office/drawing/2014/main" id="{23EBE064-E57C-6A23-CBA1-9494C3C7DEA0}"/>
                </a:ext>
              </a:extLst>
            </p:cNvPr>
            <p:cNvSpPr/>
            <p:nvPr>
              <p:custDataLst>
                <p:tags r:id="rId32"/>
              </p:custDataLst>
            </p:nvPr>
          </p:nvSpPr>
          <p:spPr>
            <a:xfrm>
              <a:off x="9012879" y="4242619"/>
              <a:ext cx="10121" cy="376125"/>
            </a:xfrm>
            <a:prstGeom prst="rect">
              <a:avLst/>
            </a:prstGeom>
            <a:solidFill>
              <a:schemeClr val="bg1"/>
            </a:solidFill>
            <a:ln w="25432" cap="flat">
              <a:noFill/>
              <a:prstDash val="solid"/>
              <a:miter/>
            </a:ln>
          </p:spPr>
          <p:txBody>
            <a:bodyPr/>
            <a:lstStyle/>
            <a:p>
              <a:endParaRPr lang="en-US"/>
            </a:p>
          </p:txBody>
        </p:sp>
        <p:sp>
          <p:nvSpPr>
            <p:cNvPr id="48" name="Freeform: Shape 47">
              <a:extLst>
                <a:ext uri="{FF2B5EF4-FFF2-40B4-BE49-F238E27FC236}">
                  <a16:creationId xmlns:a16="http://schemas.microsoft.com/office/drawing/2014/main" id="{CBA3CFA7-FD94-3D58-B6F5-E04C379D5571}"/>
                </a:ext>
              </a:extLst>
            </p:cNvPr>
            <p:cNvSpPr/>
            <p:nvPr>
              <p:custDataLst>
                <p:tags r:id="rId33"/>
              </p:custDataLst>
            </p:nvPr>
          </p:nvSpPr>
          <p:spPr>
            <a:xfrm>
              <a:off x="9196523" y="4305435"/>
              <a:ext cx="255834" cy="175015"/>
            </a:xfrm>
            <a:custGeom>
              <a:avLst/>
              <a:gdLst>
                <a:gd name="csX0" fmla="*/ 128348 w 255834"/>
                <a:gd name="csY0" fmla="*/ 141402 h 175015"/>
                <a:gd name="csX1" fmla="*/ 67616 w 255834"/>
                <a:gd name="csY1" fmla="*/ 6441 h 175015"/>
                <a:gd name="csX2" fmla="*/ 56482 w 255834"/>
                <a:gd name="csY2" fmla="*/ 62 h 175015"/>
                <a:gd name="csX3" fmla="*/ 305 w 255834"/>
                <a:gd name="csY3" fmla="*/ 62 h 175015"/>
                <a:gd name="csX4" fmla="*/ 305 w 255834"/>
                <a:gd name="csY4" fmla="*/ 12053 h 175015"/>
                <a:gd name="csX5" fmla="*/ 27634 w 255834"/>
                <a:gd name="csY5" fmla="*/ 12053 h 175015"/>
                <a:gd name="csX6" fmla="*/ 27634 w 255834"/>
                <a:gd name="csY6" fmla="*/ 155689 h 175015"/>
                <a:gd name="csX7" fmla="*/ 20296 w 255834"/>
                <a:gd name="csY7" fmla="*/ 162322 h 175015"/>
                <a:gd name="csX8" fmla="*/ 6631 w 255834"/>
                <a:gd name="csY8" fmla="*/ 163088 h 175015"/>
                <a:gd name="csX9" fmla="*/ 305 w 255834"/>
                <a:gd name="csY9" fmla="*/ 163088 h 175015"/>
                <a:gd name="csX10" fmla="*/ 305 w 255834"/>
                <a:gd name="csY10" fmla="*/ 175078 h 175015"/>
                <a:gd name="csX11" fmla="*/ 34213 w 255834"/>
                <a:gd name="csY11" fmla="*/ 174313 h 175015"/>
                <a:gd name="csX12" fmla="*/ 68375 w 255834"/>
                <a:gd name="csY12" fmla="*/ 175078 h 175015"/>
                <a:gd name="csX13" fmla="*/ 68375 w 255834"/>
                <a:gd name="csY13" fmla="*/ 163088 h 175015"/>
                <a:gd name="csX14" fmla="*/ 62049 w 255834"/>
                <a:gd name="csY14" fmla="*/ 163088 h 175015"/>
                <a:gd name="csX15" fmla="*/ 48637 w 255834"/>
                <a:gd name="csY15" fmla="*/ 162322 h 175015"/>
                <a:gd name="csX16" fmla="*/ 41046 w 255834"/>
                <a:gd name="csY16" fmla="*/ 155689 h 175015"/>
                <a:gd name="csX17" fmla="*/ 41046 w 255834"/>
                <a:gd name="csY17" fmla="*/ 15370 h 175015"/>
                <a:gd name="csX18" fmla="*/ 41299 w 255834"/>
                <a:gd name="csY18" fmla="*/ 15370 h 175015"/>
                <a:gd name="csX19" fmla="*/ 110129 w 255834"/>
                <a:gd name="csY19" fmla="*/ 168700 h 175015"/>
                <a:gd name="csX20" fmla="*/ 118226 w 255834"/>
                <a:gd name="csY20" fmla="*/ 175078 h 175015"/>
                <a:gd name="csX21" fmla="*/ 126324 w 255834"/>
                <a:gd name="csY21" fmla="*/ 168955 h 175015"/>
                <a:gd name="csX22" fmla="*/ 196925 w 255834"/>
                <a:gd name="csY22" fmla="*/ 12053 h 175015"/>
                <a:gd name="csX23" fmla="*/ 197178 w 255834"/>
                <a:gd name="csY23" fmla="*/ 12053 h 175015"/>
                <a:gd name="csX24" fmla="*/ 197178 w 255834"/>
                <a:gd name="csY24" fmla="*/ 163088 h 175015"/>
                <a:gd name="csX25" fmla="*/ 169849 w 255834"/>
                <a:gd name="csY25" fmla="*/ 163088 h 175015"/>
                <a:gd name="csX26" fmla="*/ 169849 w 255834"/>
                <a:gd name="csY26" fmla="*/ 175078 h 175015"/>
                <a:gd name="csX27" fmla="*/ 212867 w 255834"/>
                <a:gd name="csY27" fmla="*/ 174313 h 175015"/>
                <a:gd name="csX28" fmla="*/ 256139 w 255834"/>
                <a:gd name="csY28" fmla="*/ 175078 h 175015"/>
                <a:gd name="csX29" fmla="*/ 256139 w 255834"/>
                <a:gd name="csY29" fmla="*/ 163088 h 175015"/>
                <a:gd name="csX30" fmla="*/ 228810 w 255834"/>
                <a:gd name="csY30" fmla="*/ 163088 h 175015"/>
                <a:gd name="csX31" fmla="*/ 228810 w 255834"/>
                <a:gd name="csY31" fmla="*/ 12053 h 175015"/>
                <a:gd name="csX32" fmla="*/ 256139 w 255834"/>
                <a:gd name="csY32" fmla="*/ 12053 h 175015"/>
                <a:gd name="csX33" fmla="*/ 256139 w 255834"/>
                <a:gd name="csY33" fmla="*/ 62 h 175015"/>
                <a:gd name="csX34" fmla="*/ 200215 w 255834"/>
                <a:gd name="csY34" fmla="*/ 62 h 175015"/>
                <a:gd name="csX35" fmla="*/ 189081 w 255834"/>
                <a:gd name="csY35" fmla="*/ 6441 h 175015"/>
                <a:gd name="csX36" fmla="*/ 128348 w 255834"/>
                <a:gd name="csY36" fmla="*/ 141402 h 175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55834" h="175015">
                  <a:moveTo>
                    <a:pt x="128348" y="141402"/>
                  </a:moveTo>
                  <a:lnTo>
                    <a:pt x="67616" y="6441"/>
                  </a:lnTo>
                  <a:cubicBezTo>
                    <a:pt x="64833" y="62"/>
                    <a:pt x="62049" y="62"/>
                    <a:pt x="56482" y="62"/>
                  </a:cubicBezTo>
                  <a:lnTo>
                    <a:pt x="305" y="62"/>
                  </a:lnTo>
                  <a:lnTo>
                    <a:pt x="305" y="12053"/>
                  </a:lnTo>
                  <a:lnTo>
                    <a:pt x="27634" y="12053"/>
                  </a:lnTo>
                  <a:lnTo>
                    <a:pt x="27634" y="155689"/>
                  </a:lnTo>
                  <a:cubicBezTo>
                    <a:pt x="27634" y="161302"/>
                    <a:pt x="27381" y="161557"/>
                    <a:pt x="20296" y="162322"/>
                  </a:cubicBezTo>
                  <a:cubicBezTo>
                    <a:pt x="14222" y="163088"/>
                    <a:pt x="13716" y="163088"/>
                    <a:pt x="6631" y="163088"/>
                  </a:cubicBezTo>
                  <a:lnTo>
                    <a:pt x="305" y="163088"/>
                  </a:lnTo>
                  <a:lnTo>
                    <a:pt x="305" y="175078"/>
                  </a:lnTo>
                  <a:cubicBezTo>
                    <a:pt x="9921" y="174313"/>
                    <a:pt x="24344" y="174313"/>
                    <a:pt x="34213" y="174313"/>
                  </a:cubicBezTo>
                  <a:cubicBezTo>
                    <a:pt x="44842" y="174313"/>
                    <a:pt x="58000" y="174313"/>
                    <a:pt x="68375" y="175078"/>
                  </a:cubicBezTo>
                  <a:lnTo>
                    <a:pt x="68375" y="163088"/>
                  </a:lnTo>
                  <a:lnTo>
                    <a:pt x="62049" y="163088"/>
                  </a:lnTo>
                  <a:cubicBezTo>
                    <a:pt x="57494" y="163088"/>
                    <a:pt x="53192" y="162832"/>
                    <a:pt x="48637" y="162322"/>
                  </a:cubicBezTo>
                  <a:cubicBezTo>
                    <a:pt x="41299" y="161557"/>
                    <a:pt x="41046" y="161302"/>
                    <a:pt x="41046" y="155689"/>
                  </a:cubicBezTo>
                  <a:lnTo>
                    <a:pt x="41046" y="15370"/>
                  </a:lnTo>
                  <a:lnTo>
                    <a:pt x="41299" y="15370"/>
                  </a:lnTo>
                  <a:lnTo>
                    <a:pt x="110129" y="168700"/>
                  </a:lnTo>
                  <a:cubicBezTo>
                    <a:pt x="112406" y="173803"/>
                    <a:pt x="115443" y="175078"/>
                    <a:pt x="118226" y="175078"/>
                  </a:cubicBezTo>
                  <a:cubicBezTo>
                    <a:pt x="123287" y="175078"/>
                    <a:pt x="125312" y="171252"/>
                    <a:pt x="126324" y="168955"/>
                  </a:cubicBezTo>
                  <a:lnTo>
                    <a:pt x="196925" y="12053"/>
                  </a:lnTo>
                  <a:lnTo>
                    <a:pt x="197178" y="12053"/>
                  </a:lnTo>
                  <a:lnTo>
                    <a:pt x="197178" y="163088"/>
                  </a:lnTo>
                  <a:lnTo>
                    <a:pt x="169849" y="163088"/>
                  </a:lnTo>
                  <a:lnTo>
                    <a:pt x="169849" y="175078"/>
                  </a:lnTo>
                  <a:cubicBezTo>
                    <a:pt x="178959" y="174313"/>
                    <a:pt x="202492" y="174313"/>
                    <a:pt x="212867" y="174313"/>
                  </a:cubicBezTo>
                  <a:cubicBezTo>
                    <a:pt x="223243" y="174313"/>
                    <a:pt x="247029" y="174313"/>
                    <a:pt x="256139" y="175078"/>
                  </a:cubicBezTo>
                  <a:lnTo>
                    <a:pt x="256139" y="163088"/>
                  </a:lnTo>
                  <a:lnTo>
                    <a:pt x="228810" y="163088"/>
                  </a:lnTo>
                  <a:lnTo>
                    <a:pt x="228810" y="12053"/>
                  </a:lnTo>
                  <a:lnTo>
                    <a:pt x="256139" y="12053"/>
                  </a:lnTo>
                  <a:lnTo>
                    <a:pt x="256139" y="62"/>
                  </a:lnTo>
                  <a:lnTo>
                    <a:pt x="200215" y="62"/>
                  </a:lnTo>
                  <a:cubicBezTo>
                    <a:pt x="194648" y="62"/>
                    <a:pt x="191864" y="62"/>
                    <a:pt x="189081" y="6441"/>
                  </a:cubicBezTo>
                  <a:lnTo>
                    <a:pt x="128348" y="141402"/>
                  </a:lnTo>
                  <a:close/>
                </a:path>
              </a:pathLst>
            </a:custGeom>
            <a:solidFill>
              <a:schemeClr val="bg1"/>
            </a:solidFill>
            <a:ln w="25432" cap="flat">
              <a:noFill/>
              <a:prstDash val="solid"/>
              <a:miter/>
            </a:ln>
          </p:spPr>
          <p:txBody>
            <a:bodyPr/>
            <a:lstStyle/>
            <a:p>
              <a:endParaRPr lang="en-US"/>
            </a:p>
          </p:txBody>
        </p:sp>
        <p:sp>
          <p:nvSpPr>
            <p:cNvPr id="49" name="Freeform: Shape 48">
              <a:extLst>
                <a:ext uri="{FF2B5EF4-FFF2-40B4-BE49-F238E27FC236}">
                  <a16:creationId xmlns:a16="http://schemas.microsoft.com/office/drawing/2014/main" id="{241F48F8-C3BC-D85C-FCAD-108FAC7DF118}"/>
                </a:ext>
              </a:extLst>
            </p:cNvPr>
            <p:cNvSpPr/>
            <p:nvPr>
              <p:custDataLst>
                <p:tags r:id="rId34"/>
              </p:custDataLst>
            </p:nvPr>
          </p:nvSpPr>
          <p:spPr>
            <a:xfrm>
              <a:off x="9470745" y="4364880"/>
              <a:ext cx="133104" cy="117102"/>
            </a:xfrm>
            <a:custGeom>
              <a:avLst/>
              <a:gdLst>
                <a:gd name="csX0" fmla="*/ 86859 w 133104"/>
                <a:gd name="csY0" fmla="*/ 95990 h 117102"/>
                <a:gd name="csX1" fmla="*/ 113176 w 133104"/>
                <a:gd name="csY1" fmla="*/ 115634 h 117102"/>
                <a:gd name="csX2" fmla="*/ 125323 w 133104"/>
                <a:gd name="csY2" fmla="*/ 115634 h 117102"/>
                <a:gd name="csX3" fmla="*/ 133420 w 133104"/>
                <a:gd name="csY3" fmla="*/ 109511 h 117102"/>
                <a:gd name="csX4" fmla="*/ 126841 w 133104"/>
                <a:gd name="csY4" fmla="*/ 103643 h 117102"/>
                <a:gd name="csX5" fmla="*/ 111405 w 133104"/>
                <a:gd name="csY5" fmla="*/ 94204 h 117102"/>
                <a:gd name="csX6" fmla="*/ 111405 w 133104"/>
                <a:gd name="csY6" fmla="*/ 39352 h 117102"/>
                <a:gd name="csX7" fmla="*/ 55734 w 133104"/>
                <a:gd name="csY7" fmla="*/ 62 h 117102"/>
                <a:gd name="csX8" fmla="*/ 10438 w 133104"/>
                <a:gd name="csY8" fmla="*/ 23534 h 117102"/>
                <a:gd name="csX9" fmla="*/ 26127 w 133104"/>
                <a:gd name="csY9" fmla="*/ 39607 h 117102"/>
                <a:gd name="csX10" fmla="*/ 42069 w 133104"/>
                <a:gd name="csY10" fmla="*/ 23534 h 117102"/>
                <a:gd name="csX11" fmla="*/ 36502 w 133104"/>
                <a:gd name="csY11" fmla="*/ 11033 h 117102"/>
                <a:gd name="csX12" fmla="*/ 54721 w 133104"/>
                <a:gd name="csY12" fmla="*/ 9247 h 117102"/>
                <a:gd name="csX13" fmla="*/ 82557 w 133104"/>
                <a:gd name="csY13" fmla="*/ 39352 h 117102"/>
                <a:gd name="csX14" fmla="*/ 82557 w 133104"/>
                <a:gd name="csY14" fmla="*/ 48026 h 117102"/>
                <a:gd name="csX15" fmla="*/ 315 w 133104"/>
                <a:gd name="csY15" fmla="*/ 88081 h 117102"/>
                <a:gd name="csX16" fmla="*/ 49154 w 133104"/>
                <a:gd name="csY16" fmla="*/ 117165 h 117102"/>
                <a:gd name="csX17" fmla="*/ 86859 w 133104"/>
                <a:gd name="csY17" fmla="*/ 95990 h 117102"/>
                <a:gd name="csX18" fmla="*/ 82557 w 133104"/>
                <a:gd name="csY18" fmla="*/ 55935 h 117102"/>
                <a:gd name="csX19" fmla="*/ 82557 w 133104"/>
                <a:gd name="csY19" fmla="*/ 80172 h 117102"/>
                <a:gd name="csX20" fmla="*/ 52950 w 133104"/>
                <a:gd name="csY20" fmla="*/ 107980 h 117102"/>
                <a:gd name="csX21" fmla="*/ 29922 w 133104"/>
                <a:gd name="csY21" fmla="*/ 87826 h 117102"/>
                <a:gd name="csX22" fmla="*/ 82557 w 133104"/>
                <a:gd name="csY22" fmla="*/ 55935 h 117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33104" h="117102">
                  <a:moveTo>
                    <a:pt x="86859" y="95990"/>
                  </a:moveTo>
                  <a:cubicBezTo>
                    <a:pt x="86859" y="103898"/>
                    <a:pt x="86859" y="115634"/>
                    <a:pt x="113176" y="115634"/>
                  </a:cubicBezTo>
                  <a:lnTo>
                    <a:pt x="125323" y="115634"/>
                  </a:lnTo>
                  <a:cubicBezTo>
                    <a:pt x="130384" y="115634"/>
                    <a:pt x="133420" y="115634"/>
                    <a:pt x="133420" y="109511"/>
                  </a:cubicBezTo>
                  <a:cubicBezTo>
                    <a:pt x="133420" y="103643"/>
                    <a:pt x="130131" y="103643"/>
                    <a:pt x="126841" y="103643"/>
                  </a:cubicBezTo>
                  <a:cubicBezTo>
                    <a:pt x="111405" y="103388"/>
                    <a:pt x="111405" y="100072"/>
                    <a:pt x="111405" y="94204"/>
                  </a:cubicBezTo>
                  <a:lnTo>
                    <a:pt x="111405" y="39352"/>
                  </a:lnTo>
                  <a:cubicBezTo>
                    <a:pt x="111405" y="16646"/>
                    <a:pt x="93438" y="62"/>
                    <a:pt x="55734" y="62"/>
                  </a:cubicBezTo>
                  <a:cubicBezTo>
                    <a:pt x="41310" y="62"/>
                    <a:pt x="10438" y="1083"/>
                    <a:pt x="10438" y="23534"/>
                  </a:cubicBezTo>
                  <a:cubicBezTo>
                    <a:pt x="10438" y="34760"/>
                    <a:pt x="19294" y="39607"/>
                    <a:pt x="26127" y="39607"/>
                  </a:cubicBezTo>
                  <a:cubicBezTo>
                    <a:pt x="33971" y="39607"/>
                    <a:pt x="42069" y="34249"/>
                    <a:pt x="42069" y="23534"/>
                  </a:cubicBezTo>
                  <a:cubicBezTo>
                    <a:pt x="42069" y="15880"/>
                    <a:pt x="37261" y="11543"/>
                    <a:pt x="36502" y="11033"/>
                  </a:cubicBezTo>
                  <a:cubicBezTo>
                    <a:pt x="43587" y="9502"/>
                    <a:pt x="51685" y="9247"/>
                    <a:pt x="54721" y="9247"/>
                  </a:cubicBezTo>
                  <a:cubicBezTo>
                    <a:pt x="73700" y="9247"/>
                    <a:pt x="82557" y="19962"/>
                    <a:pt x="82557" y="39352"/>
                  </a:cubicBezTo>
                  <a:lnTo>
                    <a:pt x="82557" y="48026"/>
                  </a:lnTo>
                  <a:cubicBezTo>
                    <a:pt x="64590" y="48791"/>
                    <a:pt x="315" y="51088"/>
                    <a:pt x="315" y="88081"/>
                  </a:cubicBezTo>
                  <a:cubicBezTo>
                    <a:pt x="315" y="112573"/>
                    <a:pt x="31694" y="117165"/>
                    <a:pt x="49154" y="117165"/>
                  </a:cubicBezTo>
                  <a:cubicBezTo>
                    <a:pt x="69398" y="117165"/>
                    <a:pt x="81292" y="106705"/>
                    <a:pt x="86859" y="95990"/>
                  </a:cubicBezTo>
                  <a:close/>
                  <a:moveTo>
                    <a:pt x="82557" y="55935"/>
                  </a:moveTo>
                  <a:lnTo>
                    <a:pt x="82557" y="80172"/>
                  </a:lnTo>
                  <a:cubicBezTo>
                    <a:pt x="82557" y="104664"/>
                    <a:pt x="59276" y="107980"/>
                    <a:pt x="52950" y="107980"/>
                  </a:cubicBezTo>
                  <a:cubicBezTo>
                    <a:pt x="40045" y="107980"/>
                    <a:pt x="29922" y="99051"/>
                    <a:pt x="29922" y="87826"/>
                  </a:cubicBezTo>
                  <a:cubicBezTo>
                    <a:pt x="29922" y="60272"/>
                    <a:pt x="69905" y="56700"/>
                    <a:pt x="82557" y="55935"/>
                  </a:cubicBezTo>
                  <a:close/>
                </a:path>
              </a:pathLst>
            </a:custGeom>
            <a:solidFill>
              <a:schemeClr val="bg1"/>
            </a:solidFill>
            <a:ln w="25432" cap="flat">
              <a:noFill/>
              <a:prstDash val="solid"/>
              <a:miter/>
            </a:ln>
          </p:spPr>
          <p:txBody>
            <a:bodyPr/>
            <a:lstStyle/>
            <a:p>
              <a:endParaRPr lang="en-US"/>
            </a:p>
          </p:txBody>
        </p:sp>
        <p:sp>
          <p:nvSpPr>
            <p:cNvPr id="50" name="Freeform: Shape 49">
              <a:extLst>
                <a:ext uri="{FF2B5EF4-FFF2-40B4-BE49-F238E27FC236}">
                  <a16:creationId xmlns:a16="http://schemas.microsoft.com/office/drawing/2014/main" id="{4EFE4A29-C799-13E1-D0F7-334F1991D20C}"/>
                </a:ext>
              </a:extLst>
            </p:cNvPr>
            <p:cNvSpPr/>
            <p:nvPr>
              <p:custDataLst>
                <p:tags r:id="rId35"/>
              </p:custDataLst>
            </p:nvPr>
          </p:nvSpPr>
          <p:spPr>
            <a:xfrm>
              <a:off x="9613472" y="4365645"/>
              <a:ext cx="102485" cy="114806"/>
            </a:xfrm>
            <a:custGeom>
              <a:avLst/>
              <a:gdLst>
                <a:gd name="csX0" fmla="*/ 42328 w 102485"/>
                <a:gd name="csY0" fmla="*/ 28892 h 114806"/>
                <a:gd name="csX1" fmla="*/ 42328 w 102485"/>
                <a:gd name="csY1" fmla="*/ 62 h 114806"/>
                <a:gd name="csX2" fmla="*/ 321 w 102485"/>
                <a:gd name="csY2" fmla="*/ 2103 h 114806"/>
                <a:gd name="csX3" fmla="*/ 321 w 102485"/>
                <a:gd name="csY3" fmla="*/ 14094 h 114806"/>
                <a:gd name="csX4" fmla="*/ 17782 w 102485"/>
                <a:gd name="csY4" fmla="*/ 24044 h 114806"/>
                <a:gd name="csX5" fmla="*/ 17782 w 102485"/>
                <a:gd name="csY5" fmla="*/ 102878 h 114806"/>
                <a:gd name="csX6" fmla="*/ 321 w 102485"/>
                <a:gd name="csY6" fmla="*/ 102878 h 114806"/>
                <a:gd name="csX7" fmla="*/ 321 w 102485"/>
                <a:gd name="csY7" fmla="*/ 114869 h 114806"/>
                <a:gd name="csX8" fmla="*/ 32205 w 102485"/>
                <a:gd name="csY8" fmla="*/ 114103 h 114806"/>
                <a:gd name="csX9" fmla="*/ 67127 w 102485"/>
                <a:gd name="csY9" fmla="*/ 114869 h 114806"/>
                <a:gd name="csX10" fmla="*/ 67127 w 102485"/>
                <a:gd name="csY10" fmla="*/ 102878 h 114806"/>
                <a:gd name="csX11" fmla="*/ 45111 w 102485"/>
                <a:gd name="csY11" fmla="*/ 102878 h 114806"/>
                <a:gd name="csX12" fmla="*/ 45111 w 102485"/>
                <a:gd name="csY12" fmla="*/ 58231 h 114806"/>
                <a:gd name="csX13" fmla="*/ 76742 w 102485"/>
                <a:gd name="csY13" fmla="*/ 9247 h 114806"/>
                <a:gd name="csX14" fmla="*/ 71934 w 102485"/>
                <a:gd name="csY14" fmla="*/ 20983 h 114806"/>
                <a:gd name="csX15" fmla="*/ 87371 w 102485"/>
                <a:gd name="csY15" fmla="*/ 36545 h 114806"/>
                <a:gd name="csX16" fmla="*/ 102807 w 102485"/>
                <a:gd name="csY16" fmla="*/ 20983 h 114806"/>
                <a:gd name="csX17" fmla="*/ 75983 w 102485"/>
                <a:gd name="csY17" fmla="*/ 62 h 114806"/>
                <a:gd name="csX18" fmla="*/ 42328 w 102485"/>
                <a:gd name="csY18" fmla="*/ 28892 h 1148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02485" h="114806">
                  <a:moveTo>
                    <a:pt x="42328" y="28892"/>
                  </a:moveTo>
                  <a:lnTo>
                    <a:pt x="42328" y="62"/>
                  </a:lnTo>
                  <a:lnTo>
                    <a:pt x="321" y="2103"/>
                  </a:lnTo>
                  <a:lnTo>
                    <a:pt x="321" y="14094"/>
                  </a:lnTo>
                  <a:cubicBezTo>
                    <a:pt x="16010" y="14094"/>
                    <a:pt x="17782" y="14094"/>
                    <a:pt x="17782" y="24044"/>
                  </a:cubicBezTo>
                  <a:lnTo>
                    <a:pt x="17782" y="102878"/>
                  </a:lnTo>
                  <a:lnTo>
                    <a:pt x="321" y="102878"/>
                  </a:lnTo>
                  <a:lnTo>
                    <a:pt x="321" y="114869"/>
                  </a:lnTo>
                  <a:cubicBezTo>
                    <a:pt x="9178" y="114614"/>
                    <a:pt x="20565" y="114103"/>
                    <a:pt x="32205" y="114103"/>
                  </a:cubicBezTo>
                  <a:cubicBezTo>
                    <a:pt x="41821" y="114103"/>
                    <a:pt x="58017" y="114103"/>
                    <a:pt x="67127" y="114869"/>
                  </a:cubicBezTo>
                  <a:lnTo>
                    <a:pt x="67127" y="102878"/>
                  </a:lnTo>
                  <a:lnTo>
                    <a:pt x="45111" y="102878"/>
                  </a:lnTo>
                  <a:lnTo>
                    <a:pt x="45111" y="58231"/>
                  </a:lnTo>
                  <a:cubicBezTo>
                    <a:pt x="45111" y="40372"/>
                    <a:pt x="51437" y="9247"/>
                    <a:pt x="76742" y="9247"/>
                  </a:cubicBezTo>
                  <a:cubicBezTo>
                    <a:pt x="76489" y="9502"/>
                    <a:pt x="71934" y="13584"/>
                    <a:pt x="71934" y="20983"/>
                  </a:cubicBezTo>
                  <a:cubicBezTo>
                    <a:pt x="71934" y="31443"/>
                    <a:pt x="80032" y="36545"/>
                    <a:pt x="87371" y="36545"/>
                  </a:cubicBezTo>
                  <a:cubicBezTo>
                    <a:pt x="94709" y="36545"/>
                    <a:pt x="102807" y="31188"/>
                    <a:pt x="102807" y="20983"/>
                  </a:cubicBezTo>
                  <a:cubicBezTo>
                    <a:pt x="102807" y="7461"/>
                    <a:pt x="89142" y="62"/>
                    <a:pt x="75983" y="62"/>
                  </a:cubicBezTo>
                  <a:cubicBezTo>
                    <a:pt x="58270" y="62"/>
                    <a:pt x="48148" y="12819"/>
                    <a:pt x="42328" y="28892"/>
                  </a:cubicBezTo>
                  <a:close/>
                </a:path>
              </a:pathLst>
            </a:custGeom>
            <a:solidFill>
              <a:schemeClr val="bg1"/>
            </a:solidFill>
            <a:ln w="25432" cap="flat">
              <a:noFill/>
              <a:prstDash val="solid"/>
              <a:miter/>
            </a:ln>
          </p:spPr>
          <p:txBody>
            <a:bodyPr/>
            <a:lstStyle/>
            <a:p>
              <a:endParaRPr lang="en-US"/>
            </a:p>
          </p:txBody>
        </p:sp>
        <p:sp>
          <p:nvSpPr>
            <p:cNvPr id="51" name="Freeform: Shape 50">
              <a:extLst>
                <a:ext uri="{FF2B5EF4-FFF2-40B4-BE49-F238E27FC236}">
                  <a16:creationId xmlns:a16="http://schemas.microsoft.com/office/drawing/2014/main" id="{712D4A0C-4EEB-B137-ED02-A5C2F66E1F18}"/>
                </a:ext>
              </a:extLst>
            </p:cNvPr>
            <p:cNvSpPr/>
            <p:nvPr>
              <p:custDataLst>
                <p:tags r:id="rId36"/>
              </p:custDataLst>
            </p:nvPr>
          </p:nvSpPr>
          <p:spPr>
            <a:xfrm>
              <a:off x="9732054" y="4364369"/>
              <a:ext cx="133104" cy="167362"/>
            </a:xfrm>
            <a:custGeom>
              <a:avLst/>
              <a:gdLst>
                <a:gd name="csX0" fmla="*/ 56756 w 133104"/>
                <a:gd name="csY0" fmla="*/ 67671 h 167362"/>
                <a:gd name="csX1" fmla="*/ 34488 w 133104"/>
                <a:gd name="csY1" fmla="*/ 39097 h 167362"/>
                <a:gd name="csX2" fmla="*/ 56756 w 133104"/>
                <a:gd name="csY2" fmla="*/ 10523 h 167362"/>
                <a:gd name="csX3" fmla="*/ 79025 w 133104"/>
                <a:gd name="csY3" fmla="*/ 39097 h 167362"/>
                <a:gd name="csX4" fmla="*/ 56756 w 133104"/>
                <a:gd name="csY4" fmla="*/ 67671 h 167362"/>
                <a:gd name="csX5" fmla="*/ 25884 w 133104"/>
                <a:gd name="csY5" fmla="*/ 70222 h 167362"/>
                <a:gd name="csX6" fmla="*/ 56756 w 133104"/>
                <a:gd name="csY6" fmla="*/ 76855 h 167362"/>
                <a:gd name="csX7" fmla="*/ 107113 w 133104"/>
                <a:gd name="csY7" fmla="*/ 39097 h 167362"/>
                <a:gd name="csX8" fmla="*/ 96991 w 133104"/>
                <a:gd name="csY8" fmla="*/ 14605 h 167362"/>
                <a:gd name="csX9" fmla="*/ 112680 w 133104"/>
                <a:gd name="csY9" fmla="*/ 9757 h 167362"/>
                <a:gd name="csX10" fmla="*/ 111668 w 133104"/>
                <a:gd name="csY10" fmla="*/ 14860 h 167362"/>
                <a:gd name="csX11" fmla="*/ 122549 w 133104"/>
                <a:gd name="csY11" fmla="*/ 25830 h 167362"/>
                <a:gd name="csX12" fmla="*/ 133431 w 133104"/>
                <a:gd name="csY12" fmla="*/ 14860 h 167362"/>
                <a:gd name="csX13" fmla="*/ 117488 w 133104"/>
                <a:gd name="csY13" fmla="*/ 62 h 167362"/>
                <a:gd name="csX14" fmla="*/ 90665 w 133104"/>
                <a:gd name="csY14" fmla="*/ 9757 h 167362"/>
                <a:gd name="csX15" fmla="*/ 56756 w 133104"/>
                <a:gd name="csY15" fmla="*/ 1338 h 167362"/>
                <a:gd name="csX16" fmla="*/ 6399 w 133104"/>
                <a:gd name="csY16" fmla="*/ 39097 h 167362"/>
                <a:gd name="csX17" fmla="*/ 19558 w 133104"/>
                <a:gd name="csY17" fmla="*/ 65885 h 167362"/>
                <a:gd name="csX18" fmla="*/ 10954 w 133104"/>
                <a:gd name="csY18" fmla="*/ 88591 h 167362"/>
                <a:gd name="csX19" fmla="*/ 22088 w 133104"/>
                <a:gd name="csY19" fmla="*/ 113083 h 167362"/>
                <a:gd name="csX20" fmla="*/ 326 w 133104"/>
                <a:gd name="csY20" fmla="*/ 135279 h 167362"/>
                <a:gd name="csX21" fmla="*/ 64854 w 133104"/>
                <a:gd name="csY21" fmla="*/ 167425 h 167362"/>
                <a:gd name="csX22" fmla="*/ 129382 w 133104"/>
                <a:gd name="csY22" fmla="*/ 134513 h 167362"/>
                <a:gd name="csX23" fmla="*/ 110403 w 133104"/>
                <a:gd name="csY23" fmla="*/ 102113 h 167362"/>
                <a:gd name="csX24" fmla="*/ 56756 w 133104"/>
                <a:gd name="csY24" fmla="*/ 94969 h 167362"/>
                <a:gd name="csX25" fmla="*/ 37271 w 133104"/>
                <a:gd name="csY25" fmla="*/ 94714 h 167362"/>
                <a:gd name="csX26" fmla="*/ 23353 w 133104"/>
                <a:gd name="csY26" fmla="*/ 78641 h 167362"/>
                <a:gd name="csX27" fmla="*/ 25884 w 133104"/>
                <a:gd name="csY27" fmla="*/ 70222 h 167362"/>
                <a:gd name="csX28" fmla="*/ 41573 w 133104"/>
                <a:gd name="csY28" fmla="*/ 119461 h 167362"/>
                <a:gd name="csX29" fmla="*/ 71180 w 133104"/>
                <a:gd name="csY29" fmla="*/ 119461 h 167362"/>
                <a:gd name="csX30" fmla="*/ 107619 w 133104"/>
                <a:gd name="csY30" fmla="*/ 135279 h 167362"/>
                <a:gd name="csX31" fmla="*/ 64854 w 133104"/>
                <a:gd name="csY31" fmla="*/ 158240 h 167362"/>
                <a:gd name="csX32" fmla="*/ 22088 w 133104"/>
                <a:gd name="csY32" fmla="*/ 134769 h 167362"/>
                <a:gd name="csX33" fmla="*/ 41573 w 133104"/>
                <a:gd name="csY33" fmla="*/ 119461 h 1673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33104" h="167362">
                  <a:moveTo>
                    <a:pt x="56756" y="67671"/>
                  </a:moveTo>
                  <a:cubicBezTo>
                    <a:pt x="34488" y="67671"/>
                    <a:pt x="34488" y="50577"/>
                    <a:pt x="34488" y="39097"/>
                  </a:cubicBezTo>
                  <a:cubicBezTo>
                    <a:pt x="34488" y="27616"/>
                    <a:pt x="34488" y="10523"/>
                    <a:pt x="56756" y="10523"/>
                  </a:cubicBezTo>
                  <a:cubicBezTo>
                    <a:pt x="79025" y="10523"/>
                    <a:pt x="79025" y="27616"/>
                    <a:pt x="79025" y="39097"/>
                  </a:cubicBezTo>
                  <a:cubicBezTo>
                    <a:pt x="79025" y="50577"/>
                    <a:pt x="79025" y="67671"/>
                    <a:pt x="56756" y="67671"/>
                  </a:cubicBezTo>
                  <a:close/>
                  <a:moveTo>
                    <a:pt x="25884" y="70222"/>
                  </a:moveTo>
                  <a:cubicBezTo>
                    <a:pt x="37524" y="76345"/>
                    <a:pt x="50430" y="76855"/>
                    <a:pt x="56756" y="76855"/>
                  </a:cubicBezTo>
                  <a:cubicBezTo>
                    <a:pt x="93195" y="76855"/>
                    <a:pt x="107113" y="56955"/>
                    <a:pt x="107113" y="39097"/>
                  </a:cubicBezTo>
                  <a:cubicBezTo>
                    <a:pt x="107113" y="27106"/>
                    <a:pt x="100787" y="18687"/>
                    <a:pt x="96991" y="14605"/>
                  </a:cubicBezTo>
                  <a:cubicBezTo>
                    <a:pt x="104583" y="10523"/>
                    <a:pt x="109897" y="10012"/>
                    <a:pt x="112680" y="9757"/>
                  </a:cubicBezTo>
                  <a:cubicBezTo>
                    <a:pt x="112174" y="11033"/>
                    <a:pt x="111668" y="13329"/>
                    <a:pt x="111668" y="14860"/>
                  </a:cubicBezTo>
                  <a:cubicBezTo>
                    <a:pt x="111668" y="21238"/>
                    <a:pt x="115970" y="25830"/>
                    <a:pt x="122549" y="25830"/>
                  </a:cubicBezTo>
                  <a:cubicBezTo>
                    <a:pt x="129129" y="25830"/>
                    <a:pt x="133431" y="20983"/>
                    <a:pt x="133431" y="14860"/>
                  </a:cubicBezTo>
                  <a:cubicBezTo>
                    <a:pt x="133431" y="8992"/>
                    <a:pt x="129129" y="62"/>
                    <a:pt x="117488" y="62"/>
                  </a:cubicBezTo>
                  <a:cubicBezTo>
                    <a:pt x="113693" y="62"/>
                    <a:pt x="101799" y="828"/>
                    <a:pt x="90665" y="9757"/>
                  </a:cubicBezTo>
                  <a:cubicBezTo>
                    <a:pt x="86110" y="6696"/>
                    <a:pt x="75482" y="1338"/>
                    <a:pt x="56756" y="1338"/>
                  </a:cubicBezTo>
                  <a:cubicBezTo>
                    <a:pt x="20317" y="1338"/>
                    <a:pt x="6399" y="21238"/>
                    <a:pt x="6399" y="39097"/>
                  </a:cubicBezTo>
                  <a:cubicBezTo>
                    <a:pt x="6399" y="49557"/>
                    <a:pt x="11460" y="60017"/>
                    <a:pt x="19558" y="65885"/>
                  </a:cubicBezTo>
                  <a:cubicBezTo>
                    <a:pt x="12472" y="74814"/>
                    <a:pt x="10954" y="83233"/>
                    <a:pt x="10954" y="88591"/>
                  </a:cubicBezTo>
                  <a:cubicBezTo>
                    <a:pt x="10954" y="92418"/>
                    <a:pt x="11966" y="104919"/>
                    <a:pt x="22088" y="113083"/>
                  </a:cubicBezTo>
                  <a:cubicBezTo>
                    <a:pt x="18799" y="113848"/>
                    <a:pt x="326" y="119206"/>
                    <a:pt x="326" y="135279"/>
                  </a:cubicBezTo>
                  <a:cubicBezTo>
                    <a:pt x="326" y="148290"/>
                    <a:pt x="14244" y="167425"/>
                    <a:pt x="64854" y="167425"/>
                  </a:cubicBezTo>
                  <a:cubicBezTo>
                    <a:pt x="109644" y="167425"/>
                    <a:pt x="129382" y="152372"/>
                    <a:pt x="129382" y="134513"/>
                  </a:cubicBezTo>
                  <a:cubicBezTo>
                    <a:pt x="129382" y="126860"/>
                    <a:pt x="127357" y="110787"/>
                    <a:pt x="110403" y="102113"/>
                  </a:cubicBezTo>
                  <a:cubicBezTo>
                    <a:pt x="96232" y="94969"/>
                    <a:pt x="81049" y="94969"/>
                    <a:pt x="56756" y="94969"/>
                  </a:cubicBezTo>
                  <a:cubicBezTo>
                    <a:pt x="50177" y="94969"/>
                    <a:pt x="38536" y="94969"/>
                    <a:pt x="37271" y="94714"/>
                  </a:cubicBezTo>
                  <a:cubicBezTo>
                    <a:pt x="26137" y="92928"/>
                    <a:pt x="23353" y="83233"/>
                    <a:pt x="23353" y="78641"/>
                  </a:cubicBezTo>
                  <a:cubicBezTo>
                    <a:pt x="23353" y="76090"/>
                    <a:pt x="24366" y="72263"/>
                    <a:pt x="25884" y="70222"/>
                  </a:cubicBezTo>
                  <a:close/>
                  <a:moveTo>
                    <a:pt x="41573" y="119461"/>
                  </a:moveTo>
                  <a:lnTo>
                    <a:pt x="71180" y="119461"/>
                  </a:lnTo>
                  <a:cubicBezTo>
                    <a:pt x="79025" y="119461"/>
                    <a:pt x="107619" y="119461"/>
                    <a:pt x="107619" y="135279"/>
                  </a:cubicBezTo>
                  <a:cubicBezTo>
                    <a:pt x="107619" y="144463"/>
                    <a:pt x="97750" y="158240"/>
                    <a:pt x="64854" y="158240"/>
                  </a:cubicBezTo>
                  <a:cubicBezTo>
                    <a:pt x="34488" y="158240"/>
                    <a:pt x="22088" y="146504"/>
                    <a:pt x="22088" y="134769"/>
                  </a:cubicBezTo>
                  <a:cubicBezTo>
                    <a:pt x="22088" y="119461"/>
                    <a:pt x="38030" y="119461"/>
                    <a:pt x="41573" y="119461"/>
                  </a:cubicBezTo>
                  <a:close/>
                </a:path>
              </a:pathLst>
            </a:custGeom>
            <a:solidFill>
              <a:schemeClr val="bg1"/>
            </a:solidFill>
            <a:ln w="25432" cap="flat">
              <a:noFill/>
              <a:prstDash val="solid"/>
              <a:miter/>
            </a:ln>
          </p:spPr>
          <p:txBody>
            <a:bodyPr/>
            <a:lstStyle/>
            <a:p>
              <a:endParaRPr lang="en-US"/>
            </a:p>
          </p:txBody>
        </p:sp>
        <p:sp>
          <p:nvSpPr>
            <p:cNvPr id="52" name="Freeform: Shape 51">
              <a:extLst>
                <a:ext uri="{FF2B5EF4-FFF2-40B4-BE49-F238E27FC236}">
                  <a16:creationId xmlns:a16="http://schemas.microsoft.com/office/drawing/2014/main" id="{B62B0609-2DA1-3A6B-FE13-BCD258F5547B}"/>
                </a:ext>
              </a:extLst>
            </p:cNvPr>
            <p:cNvSpPr/>
            <p:nvPr>
              <p:custDataLst>
                <p:tags r:id="rId37"/>
              </p:custDataLst>
            </p:nvPr>
          </p:nvSpPr>
          <p:spPr>
            <a:xfrm>
              <a:off x="9881353" y="4303139"/>
              <a:ext cx="60479" cy="177312"/>
            </a:xfrm>
            <a:custGeom>
              <a:avLst/>
              <a:gdLst>
                <a:gd name="csX0" fmla="*/ 45122 w 60479"/>
                <a:gd name="csY0" fmla="*/ 62568 h 177312"/>
                <a:gd name="csX1" fmla="*/ 1091 w 60479"/>
                <a:gd name="csY1" fmla="*/ 64609 h 177312"/>
                <a:gd name="csX2" fmla="*/ 1091 w 60479"/>
                <a:gd name="csY2" fmla="*/ 76600 h 177312"/>
                <a:gd name="csX3" fmla="*/ 17792 w 60479"/>
                <a:gd name="csY3" fmla="*/ 86550 h 177312"/>
                <a:gd name="csX4" fmla="*/ 17792 w 60479"/>
                <a:gd name="csY4" fmla="*/ 165384 h 177312"/>
                <a:gd name="csX5" fmla="*/ 332 w 60479"/>
                <a:gd name="csY5" fmla="*/ 165384 h 177312"/>
                <a:gd name="csX6" fmla="*/ 332 w 60479"/>
                <a:gd name="csY6" fmla="*/ 177375 h 177312"/>
                <a:gd name="csX7" fmla="*/ 31204 w 60479"/>
                <a:gd name="csY7" fmla="*/ 176609 h 177312"/>
                <a:gd name="csX8" fmla="*/ 60811 w 60479"/>
                <a:gd name="csY8" fmla="*/ 177375 h 177312"/>
                <a:gd name="csX9" fmla="*/ 60811 w 60479"/>
                <a:gd name="csY9" fmla="*/ 165384 h 177312"/>
                <a:gd name="csX10" fmla="*/ 45122 w 60479"/>
                <a:gd name="csY10" fmla="*/ 165384 h 177312"/>
                <a:gd name="csX11" fmla="*/ 45122 w 60479"/>
                <a:gd name="csY11" fmla="*/ 62568 h 177312"/>
                <a:gd name="csX12" fmla="*/ 47652 w 60479"/>
                <a:gd name="csY12" fmla="*/ 19962 h 177312"/>
                <a:gd name="csX13" fmla="*/ 27914 w 60479"/>
                <a:gd name="csY13" fmla="*/ 62 h 177312"/>
                <a:gd name="csX14" fmla="*/ 8176 w 60479"/>
                <a:gd name="csY14" fmla="*/ 19962 h 177312"/>
                <a:gd name="csX15" fmla="*/ 27914 w 60479"/>
                <a:gd name="csY15" fmla="*/ 39862 h 177312"/>
                <a:gd name="csX16" fmla="*/ 47652 w 60479"/>
                <a:gd name="csY16" fmla="*/ 19962 h 1773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60479" h="177312">
                  <a:moveTo>
                    <a:pt x="45122" y="62568"/>
                  </a:moveTo>
                  <a:lnTo>
                    <a:pt x="1091" y="64609"/>
                  </a:lnTo>
                  <a:lnTo>
                    <a:pt x="1091" y="76600"/>
                  </a:lnTo>
                  <a:cubicBezTo>
                    <a:pt x="16021" y="76600"/>
                    <a:pt x="17792" y="76600"/>
                    <a:pt x="17792" y="86550"/>
                  </a:cubicBezTo>
                  <a:lnTo>
                    <a:pt x="17792" y="165384"/>
                  </a:lnTo>
                  <a:lnTo>
                    <a:pt x="332" y="165384"/>
                  </a:lnTo>
                  <a:lnTo>
                    <a:pt x="332" y="177375"/>
                  </a:lnTo>
                  <a:cubicBezTo>
                    <a:pt x="8176" y="177119"/>
                    <a:pt x="20576" y="176609"/>
                    <a:pt x="31204" y="176609"/>
                  </a:cubicBezTo>
                  <a:cubicBezTo>
                    <a:pt x="38795" y="176609"/>
                    <a:pt x="51701" y="177119"/>
                    <a:pt x="60811" y="177375"/>
                  </a:cubicBezTo>
                  <a:lnTo>
                    <a:pt x="60811" y="165384"/>
                  </a:lnTo>
                  <a:lnTo>
                    <a:pt x="45122" y="165384"/>
                  </a:lnTo>
                  <a:lnTo>
                    <a:pt x="45122" y="62568"/>
                  </a:lnTo>
                  <a:close/>
                  <a:moveTo>
                    <a:pt x="47652" y="19962"/>
                  </a:moveTo>
                  <a:cubicBezTo>
                    <a:pt x="47652" y="8737"/>
                    <a:pt x="38542" y="62"/>
                    <a:pt x="27914" y="62"/>
                  </a:cubicBezTo>
                  <a:cubicBezTo>
                    <a:pt x="17033" y="62"/>
                    <a:pt x="8176" y="8992"/>
                    <a:pt x="8176" y="19962"/>
                  </a:cubicBezTo>
                  <a:cubicBezTo>
                    <a:pt x="8176" y="30933"/>
                    <a:pt x="17033" y="39862"/>
                    <a:pt x="27914" y="39862"/>
                  </a:cubicBezTo>
                  <a:cubicBezTo>
                    <a:pt x="38542" y="39862"/>
                    <a:pt x="47652" y="31188"/>
                    <a:pt x="47652" y="19962"/>
                  </a:cubicBezTo>
                  <a:close/>
                </a:path>
              </a:pathLst>
            </a:custGeom>
            <a:solidFill>
              <a:schemeClr val="bg1"/>
            </a:solidFill>
            <a:ln w="25432" cap="flat">
              <a:noFill/>
              <a:prstDash val="solid"/>
              <a:miter/>
            </a:ln>
          </p:spPr>
          <p:txBody>
            <a:bodyPr/>
            <a:lstStyle/>
            <a:p>
              <a:endParaRPr lang="en-US"/>
            </a:p>
          </p:txBody>
        </p:sp>
        <p:sp>
          <p:nvSpPr>
            <p:cNvPr id="53" name="Freeform: Shape 52">
              <a:extLst>
                <a:ext uri="{FF2B5EF4-FFF2-40B4-BE49-F238E27FC236}">
                  <a16:creationId xmlns:a16="http://schemas.microsoft.com/office/drawing/2014/main" id="{E2F762A8-0BE2-C995-7193-D1579607F90E}"/>
                </a:ext>
              </a:extLst>
            </p:cNvPr>
            <p:cNvSpPr/>
            <p:nvPr>
              <p:custDataLst>
                <p:tags r:id="rId38"/>
              </p:custDataLst>
            </p:nvPr>
          </p:nvSpPr>
          <p:spPr>
            <a:xfrm>
              <a:off x="9961682" y="4365645"/>
              <a:ext cx="144239" cy="114806"/>
            </a:xfrm>
            <a:custGeom>
              <a:avLst/>
              <a:gdLst>
                <a:gd name="csX0" fmla="*/ 17795 w 144239"/>
                <a:gd name="csY0" fmla="*/ 24044 h 114806"/>
                <a:gd name="csX1" fmla="*/ 17795 w 144239"/>
                <a:gd name="csY1" fmla="*/ 102878 h 114806"/>
                <a:gd name="csX2" fmla="*/ 335 w 144239"/>
                <a:gd name="csY2" fmla="*/ 102878 h 114806"/>
                <a:gd name="csX3" fmla="*/ 335 w 144239"/>
                <a:gd name="csY3" fmla="*/ 114869 h 114806"/>
                <a:gd name="csX4" fmla="*/ 32219 w 144239"/>
                <a:gd name="csY4" fmla="*/ 114103 h 114806"/>
                <a:gd name="csX5" fmla="*/ 64104 w 144239"/>
                <a:gd name="csY5" fmla="*/ 114869 h 114806"/>
                <a:gd name="csX6" fmla="*/ 64104 w 144239"/>
                <a:gd name="csY6" fmla="*/ 102878 h 114806"/>
                <a:gd name="csX7" fmla="*/ 46643 w 144239"/>
                <a:gd name="csY7" fmla="*/ 102878 h 114806"/>
                <a:gd name="csX8" fmla="*/ 46643 w 144239"/>
                <a:gd name="csY8" fmla="*/ 49557 h 114806"/>
                <a:gd name="csX9" fmla="*/ 84348 w 144239"/>
                <a:gd name="csY9" fmla="*/ 9247 h 114806"/>
                <a:gd name="csX10" fmla="*/ 98265 w 144239"/>
                <a:gd name="csY10" fmla="*/ 33994 h 114806"/>
                <a:gd name="csX11" fmla="*/ 98265 w 144239"/>
                <a:gd name="csY11" fmla="*/ 102878 h 114806"/>
                <a:gd name="csX12" fmla="*/ 80805 w 144239"/>
                <a:gd name="csY12" fmla="*/ 102878 h 114806"/>
                <a:gd name="csX13" fmla="*/ 80805 w 144239"/>
                <a:gd name="csY13" fmla="*/ 114869 h 114806"/>
                <a:gd name="csX14" fmla="*/ 112689 w 144239"/>
                <a:gd name="csY14" fmla="*/ 114103 h 114806"/>
                <a:gd name="csX15" fmla="*/ 144574 w 144239"/>
                <a:gd name="csY15" fmla="*/ 114869 h 114806"/>
                <a:gd name="csX16" fmla="*/ 144574 w 144239"/>
                <a:gd name="csY16" fmla="*/ 102878 h 114806"/>
                <a:gd name="csX17" fmla="*/ 127113 w 144239"/>
                <a:gd name="csY17" fmla="*/ 102878 h 114806"/>
                <a:gd name="csX18" fmla="*/ 127113 w 144239"/>
                <a:gd name="csY18" fmla="*/ 36801 h 114806"/>
                <a:gd name="csX19" fmla="*/ 88143 w 144239"/>
                <a:gd name="csY19" fmla="*/ 62 h 114806"/>
                <a:gd name="csX20" fmla="*/ 43859 w 144239"/>
                <a:gd name="csY20" fmla="*/ 27616 h 114806"/>
                <a:gd name="csX21" fmla="*/ 43859 w 144239"/>
                <a:gd name="csY21" fmla="*/ 62 h 114806"/>
                <a:gd name="csX22" fmla="*/ 335 w 144239"/>
                <a:gd name="csY22" fmla="*/ 2103 h 114806"/>
                <a:gd name="csX23" fmla="*/ 335 w 144239"/>
                <a:gd name="csY23" fmla="*/ 14094 h 114806"/>
                <a:gd name="csX24" fmla="*/ 17795 w 144239"/>
                <a:gd name="csY24" fmla="*/ 24044 h 1148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44239" h="114806">
                  <a:moveTo>
                    <a:pt x="17795" y="24044"/>
                  </a:moveTo>
                  <a:lnTo>
                    <a:pt x="17795" y="102878"/>
                  </a:lnTo>
                  <a:lnTo>
                    <a:pt x="335" y="102878"/>
                  </a:lnTo>
                  <a:lnTo>
                    <a:pt x="335" y="114869"/>
                  </a:lnTo>
                  <a:cubicBezTo>
                    <a:pt x="7420" y="114614"/>
                    <a:pt x="22603" y="114103"/>
                    <a:pt x="32219" y="114103"/>
                  </a:cubicBezTo>
                  <a:cubicBezTo>
                    <a:pt x="42088" y="114103"/>
                    <a:pt x="57018" y="114614"/>
                    <a:pt x="64104" y="114869"/>
                  </a:cubicBezTo>
                  <a:lnTo>
                    <a:pt x="64104" y="102878"/>
                  </a:lnTo>
                  <a:lnTo>
                    <a:pt x="46643" y="102878"/>
                  </a:lnTo>
                  <a:lnTo>
                    <a:pt x="46643" y="49557"/>
                  </a:lnTo>
                  <a:cubicBezTo>
                    <a:pt x="46643" y="21748"/>
                    <a:pt x="68405" y="9247"/>
                    <a:pt x="84348" y="9247"/>
                  </a:cubicBezTo>
                  <a:cubicBezTo>
                    <a:pt x="92951" y="9247"/>
                    <a:pt x="98265" y="14605"/>
                    <a:pt x="98265" y="33994"/>
                  </a:cubicBezTo>
                  <a:lnTo>
                    <a:pt x="98265" y="102878"/>
                  </a:lnTo>
                  <a:lnTo>
                    <a:pt x="80805" y="102878"/>
                  </a:lnTo>
                  <a:lnTo>
                    <a:pt x="80805" y="114869"/>
                  </a:lnTo>
                  <a:cubicBezTo>
                    <a:pt x="87890" y="114614"/>
                    <a:pt x="103073" y="114103"/>
                    <a:pt x="112689" y="114103"/>
                  </a:cubicBezTo>
                  <a:cubicBezTo>
                    <a:pt x="122558" y="114103"/>
                    <a:pt x="137488" y="114614"/>
                    <a:pt x="144574" y="114869"/>
                  </a:cubicBezTo>
                  <a:lnTo>
                    <a:pt x="144574" y="102878"/>
                  </a:lnTo>
                  <a:lnTo>
                    <a:pt x="127113" y="102878"/>
                  </a:lnTo>
                  <a:lnTo>
                    <a:pt x="127113" y="36801"/>
                  </a:lnTo>
                  <a:cubicBezTo>
                    <a:pt x="127113" y="10012"/>
                    <a:pt x="113448" y="62"/>
                    <a:pt x="88143" y="62"/>
                  </a:cubicBezTo>
                  <a:cubicBezTo>
                    <a:pt x="63850" y="62"/>
                    <a:pt x="50439" y="14605"/>
                    <a:pt x="43859" y="27616"/>
                  </a:cubicBezTo>
                  <a:lnTo>
                    <a:pt x="43859" y="62"/>
                  </a:lnTo>
                  <a:lnTo>
                    <a:pt x="335" y="2103"/>
                  </a:lnTo>
                  <a:lnTo>
                    <a:pt x="335" y="14094"/>
                  </a:lnTo>
                  <a:cubicBezTo>
                    <a:pt x="16024" y="14094"/>
                    <a:pt x="17795" y="14094"/>
                    <a:pt x="17795" y="24044"/>
                  </a:cubicBezTo>
                  <a:close/>
                </a:path>
              </a:pathLst>
            </a:custGeom>
            <a:solidFill>
              <a:schemeClr val="bg1"/>
            </a:solidFill>
            <a:ln w="25432" cap="flat">
              <a:noFill/>
              <a:prstDash val="solid"/>
              <a:miter/>
            </a:ln>
          </p:spPr>
          <p:txBody>
            <a:bodyPr/>
            <a:lstStyle/>
            <a:p>
              <a:endParaRPr lang="en-US"/>
            </a:p>
          </p:txBody>
        </p:sp>
        <p:sp>
          <p:nvSpPr>
            <p:cNvPr id="54" name="Freeform: Shape 53">
              <a:extLst>
                <a:ext uri="{FF2B5EF4-FFF2-40B4-BE49-F238E27FC236}">
                  <a16:creationId xmlns:a16="http://schemas.microsoft.com/office/drawing/2014/main" id="{E0CEBC5B-5D67-4ADC-379E-C97ECF5A07EC}"/>
                </a:ext>
              </a:extLst>
            </p:cNvPr>
            <p:cNvSpPr/>
            <p:nvPr>
              <p:custDataLst>
                <p:tags r:id="rId39"/>
              </p:custDataLst>
            </p:nvPr>
          </p:nvSpPr>
          <p:spPr>
            <a:xfrm>
              <a:off x="10120063" y="4364880"/>
              <a:ext cx="133104" cy="117102"/>
            </a:xfrm>
            <a:custGeom>
              <a:avLst/>
              <a:gdLst>
                <a:gd name="csX0" fmla="*/ 86884 w 133104"/>
                <a:gd name="csY0" fmla="*/ 95990 h 117102"/>
                <a:gd name="csX1" fmla="*/ 113202 w 133104"/>
                <a:gd name="csY1" fmla="*/ 115634 h 117102"/>
                <a:gd name="csX2" fmla="*/ 125348 w 133104"/>
                <a:gd name="csY2" fmla="*/ 115634 h 117102"/>
                <a:gd name="csX3" fmla="*/ 133446 w 133104"/>
                <a:gd name="csY3" fmla="*/ 109511 h 117102"/>
                <a:gd name="csX4" fmla="*/ 126867 w 133104"/>
                <a:gd name="csY4" fmla="*/ 103643 h 117102"/>
                <a:gd name="csX5" fmla="*/ 111430 w 133104"/>
                <a:gd name="csY5" fmla="*/ 94204 h 117102"/>
                <a:gd name="csX6" fmla="*/ 111430 w 133104"/>
                <a:gd name="csY6" fmla="*/ 39352 h 117102"/>
                <a:gd name="csX7" fmla="*/ 55759 w 133104"/>
                <a:gd name="csY7" fmla="*/ 62 h 117102"/>
                <a:gd name="csX8" fmla="*/ 10463 w 133104"/>
                <a:gd name="csY8" fmla="*/ 23534 h 117102"/>
                <a:gd name="csX9" fmla="*/ 26152 w 133104"/>
                <a:gd name="csY9" fmla="*/ 39607 h 117102"/>
                <a:gd name="csX10" fmla="*/ 42094 w 133104"/>
                <a:gd name="csY10" fmla="*/ 23534 h 117102"/>
                <a:gd name="csX11" fmla="*/ 36527 w 133104"/>
                <a:gd name="csY11" fmla="*/ 11033 h 117102"/>
                <a:gd name="csX12" fmla="*/ 54747 w 133104"/>
                <a:gd name="csY12" fmla="*/ 9247 h 117102"/>
                <a:gd name="csX13" fmla="*/ 82583 w 133104"/>
                <a:gd name="csY13" fmla="*/ 39352 h 117102"/>
                <a:gd name="csX14" fmla="*/ 82583 w 133104"/>
                <a:gd name="csY14" fmla="*/ 48026 h 117102"/>
                <a:gd name="csX15" fmla="*/ 341 w 133104"/>
                <a:gd name="csY15" fmla="*/ 88081 h 117102"/>
                <a:gd name="csX16" fmla="*/ 49180 w 133104"/>
                <a:gd name="csY16" fmla="*/ 117165 h 117102"/>
                <a:gd name="csX17" fmla="*/ 86884 w 133104"/>
                <a:gd name="csY17" fmla="*/ 95990 h 117102"/>
                <a:gd name="csX18" fmla="*/ 82583 w 133104"/>
                <a:gd name="csY18" fmla="*/ 55935 h 117102"/>
                <a:gd name="csX19" fmla="*/ 82583 w 133104"/>
                <a:gd name="csY19" fmla="*/ 80172 h 117102"/>
                <a:gd name="csX20" fmla="*/ 52976 w 133104"/>
                <a:gd name="csY20" fmla="*/ 107980 h 117102"/>
                <a:gd name="csX21" fmla="*/ 29948 w 133104"/>
                <a:gd name="csY21" fmla="*/ 87826 h 117102"/>
                <a:gd name="csX22" fmla="*/ 82583 w 133104"/>
                <a:gd name="csY22" fmla="*/ 55935 h 117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33104" h="117102">
                  <a:moveTo>
                    <a:pt x="86884" y="95990"/>
                  </a:moveTo>
                  <a:cubicBezTo>
                    <a:pt x="86884" y="103898"/>
                    <a:pt x="86884" y="115634"/>
                    <a:pt x="113202" y="115634"/>
                  </a:cubicBezTo>
                  <a:lnTo>
                    <a:pt x="125348" y="115634"/>
                  </a:lnTo>
                  <a:cubicBezTo>
                    <a:pt x="130409" y="115634"/>
                    <a:pt x="133446" y="115634"/>
                    <a:pt x="133446" y="109511"/>
                  </a:cubicBezTo>
                  <a:cubicBezTo>
                    <a:pt x="133446" y="103643"/>
                    <a:pt x="130156" y="103643"/>
                    <a:pt x="126867" y="103643"/>
                  </a:cubicBezTo>
                  <a:cubicBezTo>
                    <a:pt x="111430" y="103388"/>
                    <a:pt x="111430" y="100072"/>
                    <a:pt x="111430" y="94204"/>
                  </a:cubicBezTo>
                  <a:lnTo>
                    <a:pt x="111430" y="39352"/>
                  </a:lnTo>
                  <a:cubicBezTo>
                    <a:pt x="111430" y="16646"/>
                    <a:pt x="93464" y="62"/>
                    <a:pt x="55759" y="62"/>
                  </a:cubicBezTo>
                  <a:cubicBezTo>
                    <a:pt x="41335" y="62"/>
                    <a:pt x="10463" y="1083"/>
                    <a:pt x="10463" y="23534"/>
                  </a:cubicBezTo>
                  <a:cubicBezTo>
                    <a:pt x="10463" y="34760"/>
                    <a:pt x="19320" y="39607"/>
                    <a:pt x="26152" y="39607"/>
                  </a:cubicBezTo>
                  <a:cubicBezTo>
                    <a:pt x="33997" y="39607"/>
                    <a:pt x="42094" y="34249"/>
                    <a:pt x="42094" y="23534"/>
                  </a:cubicBezTo>
                  <a:cubicBezTo>
                    <a:pt x="42094" y="15880"/>
                    <a:pt x="37287" y="11543"/>
                    <a:pt x="36527" y="11033"/>
                  </a:cubicBezTo>
                  <a:cubicBezTo>
                    <a:pt x="43613" y="9502"/>
                    <a:pt x="51710" y="9247"/>
                    <a:pt x="54747" y="9247"/>
                  </a:cubicBezTo>
                  <a:cubicBezTo>
                    <a:pt x="73726" y="9247"/>
                    <a:pt x="82583" y="19962"/>
                    <a:pt x="82583" y="39352"/>
                  </a:cubicBezTo>
                  <a:lnTo>
                    <a:pt x="82583" y="48026"/>
                  </a:lnTo>
                  <a:cubicBezTo>
                    <a:pt x="64616" y="48791"/>
                    <a:pt x="341" y="51088"/>
                    <a:pt x="341" y="88081"/>
                  </a:cubicBezTo>
                  <a:cubicBezTo>
                    <a:pt x="341" y="112573"/>
                    <a:pt x="31719" y="117165"/>
                    <a:pt x="49180" y="117165"/>
                  </a:cubicBezTo>
                  <a:cubicBezTo>
                    <a:pt x="69424" y="117165"/>
                    <a:pt x="81317" y="106705"/>
                    <a:pt x="86884" y="95990"/>
                  </a:cubicBezTo>
                  <a:close/>
                  <a:moveTo>
                    <a:pt x="82583" y="55935"/>
                  </a:moveTo>
                  <a:lnTo>
                    <a:pt x="82583" y="80172"/>
                  </a:lnTo>
                  <a:cubicBezTo>
                    <a:pt x="82583" y="104664"/>
                    <a:pt x="59302" y="107980"/>
                    <a:pt x="52976" y="107980"/>
                  </a:cubicBezTo>
                  <a:cubicBezTo>
                    <a:pt x="40070" y="107980"/>
                    <a:pt x="29948" y="99051"/>
                    <a:pt x="29948" y="87826"/>
                  </a:cubicBezTo>
                  <a:cubicBezTo>
                    <a:pt x="29948" y="60272"/>
                    <a:pt x="69930" y="56700"/>
                    <a:pt x="82583" y="55935"/>
                  </a:cubicBezTo>
                  <a:close/>
                </a:path>
              </a:pathLst>
            </a:custGeom>
            <a:solidFill>
              <a:schemeClr val="bg1"/>
            </a:solidFill>
            <a:ln w="25432" cap="flat">
              <a:noFill/>
              <a:prstDash val="solid"/>
              <a:miter/>
            </a:ln>
          </p:spPr>
          <p:txBody>
            <a:bodyPr/>
            <a:lstStyle/>
            <a:p>
              <a:endParaRPr lang="en-US"/>
            </a:p>
          </p:txBody>
        </p:sp>
        <p:sp>
          <p:nvSpPr>
            <p:cNvPr id="55" name="Freeform: Shape 54">
              <a:extLst>
                <a:ext uri="{FF2B5EF4-FFF2-40B4-BE49-F238E27FC236}">
                  <a16:creationId xmlns:a16="http://schemas.microsoft.com/office/drawing/2014/main" id="{3C7D3243-2BA1-E9BD-AED7-8FE5EB71E528}"/>
                </a:ext>
              </a:extLst>
            </p:cNvPr>
            <p:cNvSpPr/>
            <p:nvPr>
              <p:custDataLst>
                <p:tags r:id="rId40"/>
              </p:custDataLst>
            </p:nvPr>
          </p:nvSpPr>
          <p:spPr>
            <a:xfrm>
              <a:off x="10265321" y="4303394"/>
              <a:ext cx="62250" cy="177056"/>
            </a:xfrm>
            <a:custGeom>
              <a:avLst/>
              <a:gdLst>
                <a:gd name="csX0" fmla="*/ 45137 w 62250"/>
                <a:gd name="csY0" fmla="*/ 62 h 177056"/>
                <a:gd name="csX1" fmla="*/ 347 w 62250"/>
                <a:gd name="csY1" fmla="*/ 2103 h 177056"/>
                <a:gd name="csX2" fmla="*/ 347 w 62250"/>
                <a:gd name="csY2" fmla="*/ 14094 h 177056"/>
                <a:gd name="csX3" fmla="*/ 17807 w 62250"/>
                <a:gd name="csY3" fmla="*/ 24044 h 177056"/>
                <a:gd name="csX4" fmla="*/ 17807 w 62250"/>
                <a:gd name="csY4" fmla="*/ 165129 h 177056"/>
                <a:gd name="csX5" fmla="*/ 347 w 62250"/>
                <a:gd name="csY5" fmla="*/ 165129 h 177056"/>
                <a:gd name="csX6" fmla="*/ 347 w 62250"/>
                <a:gd name="csY6" fmla="*/ 177119 h 177056"/>
                <a:gd name="csX7" fmla="*/ 31472 w 62250"/>
                <a:gd name="csY7" fmla="*/ 176354 h 177056"/>
                <a:gd name="csX8" fmla="*/ 62597 w 62250"/>
                <a:gd name="csY8" fmla="*/ 177119 h 177056"/>
                <a:gd name="csX9" fmla="*/ 62597 w 62250"/>
                <a:gd name="csY9" fmla="*/ 165129 h 177056"/>
                <a:gd name="csX10" fmla="*/ 45137 w 62250"/>
                <a:gd name="csY10" fmla="*/ 165129 h 177056"/>
                <a:gd name="csX11" fmla="*/ 45137 w 62250"/>
                <a:gd name="csY11" fmla="*/ 62 h 177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2250" h="177056">
                  <a:moveTo>
                    <a:pt x="45137" y="62"/>
                  </a:moveTo>
                  <a:lnTo>
                    <a:pt x="347" y="2103"/>
                  </a:lnTo>
                  <a:lnTo>
                    <a:pt x="347" y="14094"/>
                  </a:lnTo>
                  <a:cubicBezTo>
                    <a:pt x="16036" y="14094"/>
                    <a:pt x="17807" y="14094"/>
                    <a:pt x="17807" y="24044"/>
                  </a:cubicBezTo>
                  <a:lnTo>
                    <a:pt x="17807" y="165129"/>
                  </a:lnTo>
                  <a:lnTo>
                    <a:pt x="347" y="165129"/>
                  </a:lnTo>
                  <a:lnTo>
                    <a:pt x="347" y="177119"/>
                  </a:lnTo>
                  <a:cubicBezTo>
                    <a:pt x="8444" y="176864"/>
                    <a:pt x="20591" y="176354"/>
                    <a:pt x="31472" y="176354"/>
                  </a:cubicBezTo>
                  <a:cubicBezTo>
                    <a:pt x="42353" y="176354"/>
                    <a:pt x="53993" y="176864"/>
                    <a:pt x="62597" y="177119"/>
                  </a:cubicBezTo>
                  <a:lnTo>
                    <a:pt x="62597" y="165129"/>
                  </a:lnTo>
                  <a:lnTo>
                    <a:pt x="45137" y="165129"/>
                  </a:lnTo>
                  <a:lnTo>
                    <a:pt x="45137" y="62"/>
                  </a:lnTo>
                  <a:close/>
                </a:path>
              </a:pathLst>
            </a:custGeom>
            <a:solidFill>
              <a:schemeClr val="bg1"/>
            </a:solidFill>
            <a:ln w="25432" cap="flat">
              <a:noFill/>
              <a:prstDash val="solid"/>
              <a:miter/>
            </a:ln>
          </p:spPr>
          <p:txBody>
            <a:bodyPr/>
            <a:lstStyle/>
            <a:p>
              <a:endParaRPr lang="en-US"/>
            </a:p>
          </p:txBody>
        </p:sp>
        <p:sp>
          <p:nvSpPr>
            <p:cNvPr id="56" name="Freeform: Shape 55">
              <a:extLst>
                <a:ext uri="{FF2B5EF4-FFF2-40B4-BE49-F238E27FC236}">
                  <a16:creationId xmlns:a16="http://schemas.microsoft.com/office/drawing/2014/main" id="{13EF67B0-E9DA-1E8D-7C13-A616041E82B8}"/>
                </a:ext>
              </a:extLst>
            </p:cNvPr>
            <p:cNvSpPr/>
            <p:nvPr>
              <p:custDataLst>
                <p:tags r:id="rId41"/>
              </p:custDataLst>
            </p:nvPr>
          </p:nvSpPr>
          <p:spPr>
            <a:xfrm>
              <a:off x="10441134" y="4306966"/>
              <a:ext cx="173086" cy="173485"/>
            </a:xfrm>
            <a:custGeom>
              <a:avLst/>
              <a:gdLst>
                <a:gd name="csX0" fmla="*/ 173441 w 173086"/>
                <a:gd name="csY0" fmla="*/ 103643 h 173485"/>
                <a:gd name="csX1" fmla="*/ 161547 w 173086"/>
                <a:gd name="csY1" fmla="*/ 103643 h 173485"/>
                <a:gd name="csX2" fmla="*/ 102080 w 173086"/>
                <a:gd name="csY2" fmla="*/ 161557 h 173485"/>
                <a:gd name="csX3" fmla="*/ 63616 w 173086"/>
                <a:gd name="csY3" fmla="*/ 161557 h 173485"/>
                <a:gd name="csX4" fmla="*/ 63616 w 173086"/>
                <a:gd name="csY4" fmla="*/ 89611 h 173485"/>
                <a:gd name="csX5" fmla="*/ 77534 w 173086"/>
                <a:gd name="csY5" fmla="*/ 89611 h 173485"/>
                <a:gd name="csX6" fmla="*/ 104358 w 173086"/>
                <a:gd name="csY6" fmla="*/ 119461 h 173485"/>
                <a:gd name="csX7" fmla="*/ 116251 w 173086"/>
                <a:gd name="csY7" fmla="*/ 119461 h 173485"/>
                <a:gd name="csX8" fmla="*/ 116251 w 173086"/>
                <a:gd name="csY8" fmla="*/ 47771 h 173485"/>
                <a:gd name="csX9" fmla="*/ 104358 w 173086"/>
                <a:gd name="csY9" fmla="*/ 47771 h 173485"/>
                <a:gd name="csX10" fmla="*/ 77534 w 173086"/>
                <a:gd name="csY10" fmla="*/ 77621 h 173485"/>
                <a:gd name="csX11" fmla="*/ 63616 w 173086"/>
                <a:gd name="csY11" fmla="*/ 77621 h 173485"/>
                <a:gd name="csX12" fmla="*/ 63616 w 173086"/>
                <a:gd name="csY12" fmla="*/ 12053 h 173485"/>
                <a:gd name="csX13" fmla="*/ 102080 w 173086"/>
                <a:gd name="csY13" fmla="*/ 12053 h 173485"/>
                <a:gd name="csX14" fmla="*/ 153449 w 173086"/>
                <a:gd name="csY14" fmla="*/ 61548 h 173485"/>
                <a:gd name="csX15" fmla="*/ 165343 w 173086"/>
                <a:gd name="csY15" fmla="*/ 61548 h 173485"/>
                <a:gd name="csX16" fmla="*/ 157498 w 173086"/>
                <a:gd name="csY16" fmla="*/ 62 h 173485"/>
                <a:gd name="csX17" fmla="*/ 354 w 173086"/>
                <a:gd name="csY17" fmla="*/ 62 h 173485"/>
                <a:gd name="csX18" fmla="*/ 354 w 173086"/>
                <a:gd name="csY18" fmla="*/ 12053 h 173485"/>
                <a:gd name="csX19" fmla="*/ 27683 w 173086"/>
                <a:gd name="csY19" fmla="*/ 12053 h 173485"/>
                <a:gd name="csX20" fmla="*/ 27683 w 173086"/>
                <a:gd name="csY20" fmla="*/ 161557 h 173485"/>
                <a:gd name="csX21" fmla="*/ 354 w 173086"/>
                <a:gd name="csY21" fmla="*/ 161557 h 173485"/>
                <a:gd name="csX22" fmla="*/ 354 w 173086"/>
                <a:gd name="csY22" fmla="*/ 173548 h 173485"/>
                <a:gd name="csX23" fmla="*/ 161800 w 173086"/>
                <a:gd name="csY23" fmla="*/ 173548 h 173485"/>
                <a:gd name="csX24" fmla="*/ 173441 w 173086"/>
                <a:gd name="csY24" fmla="*/ 103643 h 1734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73086" h="173485">
                  <a:moveTo>
                    <a:pt x="173441" y="103643"/>
                  </a:moveTo>
                  <a:lnTo>
                    <a:pt x="161547" y="103643"/>
                  </a:lnTo>
                  <a:cubicBezTo>
                    <a:pt x="155980" y="138851"/>
                    <a:pt x="148895" y="161557"/>
                    <a:pt x="102080" y="161557"/>
                  </a:cubicBezTo>
                  <a:lnTo>
                    <a:pt x="63616" y="161557"/>
                  </a:lnTo>
                  <a:lnTo>
                    <a:pt x="63616" y="89611"/>
                  </a:lnTo>
                  <a:lnTo>
                    <a:pt x="77534" y="89611"/>
                  </a:lnTo>
                  <a:cubicBezTo>
                    <a:pt x="101827" y="89611"/>
                    <a:pt x="104358" y="100582"/>
                    <a:pt x="104358" y="119461"/>
                  </a:cubicBezTo>
                  <a:lnTo>
                    <a:pt x="116251" y="119461"/>
                  </a:lnTo>
                  <a:lnTo>
                    <a:pt x="116251" y="47771"/>
                  </a:lnTo>
                  <a:lnTo>
                    <a:pt x="104358" y="47771"/>
                  </a:lnTo>
                  <a:cubicBezTo>
                    <a:pt x="104358" y="66650"/>
                    <a:pt x="102080" y="77621"/>
                    <a:pt x="77534" y="77621"/>
                  </a:cubicBezTo>
                  <a:lnTo>
                    <a:pt x="63616" y="77621"/>
                  </a:lnTo>
                  <a:lnTo>
                    <a:pt x="63616" y="12053"/>
                  </a:lnTo>
                  <a:lnTo>
                    <a:pt x="102080" y="12053"/>
                  </a:lnTo>
                  <a:cubicBezTo>
                    <a:pt x="142821" y="12053"/>
                    <a:pt x="149401" y="30678"/>
                    <a:pt x="153449" y="61548"/>
                  </a:cubicBezTo>
                  <a:lnTo>
                    <a:pt x="165343" y="61548"/>
                  </a:lnTo>
                  <a:lnTo>
                    <a:pt x="157498" y="62"/>
                  </a:lnTo>
                  <a:lnTo>
                    <a:pt x="354" y="62"/>
                  </a:lnTo>
                  <a:lnTo>
                    <a:pt x="354" y="12053"/>
                  </a:lnTo>
                  <a:lnTo>
                    <a:pt x="27683" y="12053"/>
                  </a:lnTo>
                  <a:lnTo>
                    <a:pt x="27683" y="161557"/>
                  </a:lnTo>
                  <a:lnTo>
                    <a:pt x="354" y="161557"/>
                  </a:lnTo>
                  <a:lnTo>
                    <a:pt x="354" y="173548"/>
                  </a:lnTo>
                  <a:lnTo>
                    <a:pt x="161800" y="173548"/>
                  </a:lnTo>
                  <a:lnTo>
                    <a:pt x="173441" y="103643"/>
                  </a:lnTo>
                  <a:close/>
                </a:path>
              </a:pathLst>
            </a:custGeom>
            <a:solidFill>
              <a:schemeClr val="bg1"/>
            </a:solidFill>
            <a:ln w="25432" cap="flat">
              <a:noFill/>
              <a:prstDash val="solid"/>
              <a:miter/>
            </a:ln>
          </p:spPr>
          <p:txBody>
            <a:bodyPr/>
            <a:lstStyle/>
            <a:p>
              <a:endParaRPr lang="en-US"/>
            </a:p>
          </p:txBody>
        </p:sp>
        <p:sp>
          <p:nvSpPr>
            <p:cNvPr id="57" name="Freeform: Shape 56">
              <a:extLst>
                <a:ext uri="{FF2B5EF4-FFF2-40B4-BE49-F238E27FC236}">
                  <a16:creationId xmlns:a16="http://schemas.microsoft.com/office/drawing/2014/main" id="{1DDCDF38-292D-6974-3CF3-317156939669}"/>
                </a:ext>
              </a:extLst>
            </p:cNvPr>
            <p:cNvSpPr/>
            <p:nvPr>
              <p:custDataLst>
                <p:tags r:id="rId42"/>
              </p:custDataLst>
            </p:nvPr>
          </p:nvSpPr>
          <p:spPr>
            <a:xfrm>
              <a:off x="10630302" y="4301864"/>
              <a:ext cx="180931" cy="178587"/>
            </a:xfrm>
            <a:custGeom>
              <a:avLst/>
              <a:gdLst>
                <a:gd name="csX0" fmla="*/ 127140 w 180931"/>
                <a:gd name="csY0" fmla="*/ 77365 h 178587"/>
                <a:gd name="csX1" fmla="*/ 156747 w 180931"/>
                <a:gd name="csY1" fmla="*/ 77365 h 178587"/>
                <a:gd name="csX2" fmla="*/ 156747 w 180931"/>
                <a:gd name="csY2" fmla="*/ 65375 h 178587"/>
                <a:gd name="csX3" fmla="*/ 125621 w 180931"/>
                <a:gd name="csY3" fmla="*/ 65375 h 178587"/>
                <a:gd name="csX4" fmla="*/ 125621 w 180931"/>
                <a:gd name="csY4" fmla="*/ 39607 h 178587"/>
                <a:gd name="csX5" fmla="*/ 151433 w 180931"/>
                <a:gd name="csY5" fmla="*/ 9247 h 178587"/>
                <a:gd name="csX6" fmla="*/ 155988 w 180931"/>
                <a:gd name="csY6" fmla="*/ 9757 h 178587"/>
                <a:gd name="csX7" fmla="*/ 150167 w 180931"/>
                <a:gd name="csY7" fmla="*/ 22258 h 178587"/>
                <a:gd name="csX8" fmla="*/ 165603 w 180931"/>
                <a:gd name="csY8" fmla="*/ 38076 h 178587"/>
                <a:gd name="csX9" fmla="*/ 181293 w 180931"/>
                <a:gd name="csY9" fmla="*/ 22258 h 178587"/>
                <a:gd name="csX10" fmla="*/ 152192 w 180931"/>
                <a:gd name="csY10" fmla="*/ 62 h 178587"/>
                <a:gd name="csX11" fmla="*/ 116765 w 180931"/>
                <a:gd name="csY11" fmla="*/ 8992 h 178587"/>
                <a:gd name="csX12" fmla="*/ 86398 w 180931"/>
                <a:gd name="csY12" fmla="*/ 62 h 178587"/>
                <a:gd name="csX13" fmla="*/ 19340 w 180931"/>
                <a:gd name="csY13" fmla="*/ 39862 h 178587"/>
                <a:gd name="csX14" fmla="*/ 19340 w 180931"/>
                <a:gd name="csY14" fmla="*/ 65375 h 178587"/>
                <a:gd name="csX15" fmla="*/ 361 w 180931"/>
                <a:gd name="csY15" fmla="*/ 65375 h 178587"/>
                <a:gd name="csX16" fmla="*/ 361 w 180931"/>
                <a:gd name="csY16" fmla="*/ 77365 h 178587"/>
                <a:gd name="csX17" fmla="*/ 19340 w 180931"/>
                <a:gd name="csY17" fmla="*/ 77365 h 178587"/>
                <a:gd name="csX18" fmla="*/ 19340 w 180931"/>
                <a:gd name="csY18" fmla="*/ 166659 h 178587"/>
                <a:gd name="csX19" fmla="*/ 1879 w 180931"/>
                <a:gd name="csY19" fmla="*/ 166659 h 178587"/>
                <a:gd name="csX20" fmla="*/ 1879 w 180931"/>
                <a:gd name="csY20" fmla="*/ 178650 h 178587"/>
                <a:gd name="csX21" fmla="*/ 33005 w 180931"/>
                <a:gd name="csY21" fmla="*/ 177885 h 178587"/>
                <a:gd name="csX22" fmla="*/ 64130 w 180931"/>
                <a:gd name="csY22" fmla="*/ 178650 h 178587"/>
                <a:gd name="csX23" fmla="*/ 64130 w 180931"/>
                <a:gd name="csY23" fmla="*/ 166659 h 178587"/>
                <a:gd name="csX24" fmla="*/ 46669 w 180931"/>
                <a:gd name="csY24" fmla="*/ 166659 h 178587"/>
                <a:gd name="csX25" fmla="*/ 46669 w 180931"/>
                <a:gd name="csY25" fmla="*/ 77365 h 178587"/>
                <a:gd name="csX26" fmla="*/ 99810 w 180931"/>
                <a:gd name="csY26" fmla="*/ 77365 h 178587"/>
                <a:gd name="csX27" fmla="*/ 99810 w 180931"/>
                <a:gd name="csY27" fmla="*/ 166659 h 178587"/>
                <a:gd name="csX28" fmla="*/ 82350 w 180931"/>
                <a:gd name="csY28" fmla="*/ 166659 h 178587"/>
                <a:gd name="csX29" fmla="*/ 82350 w 180931"/>
                <a:gd name="csY29" fmla="*/ 178650 h 178587"/>
                <a:gd name="csX30" fmla="*/ 114234 w 180931"/>
                <a:gd name="csY30" fmla="*/ 177885 h 178587"/>
                <a:gd name="csX31" fmla="*/ 149155 w 180931"/>
                <a:gd name="csY31" fmla="*/ 178650 h 178587"/>
                <a:gd name="csX32" fmla="*/ 149155 w 180931"/>
                <a:gd name="csY32" fmla="*/ 166659 h 178587"/>
                <a:gd name="csX33" fmla="*/ 127140 w 180931"/>
                <a:gd name="csY33" fmla="*/ 166659 h 178587"/>
                <a:gd name="csX34" fmla="*/ 127140 w 180931"/>
                <a:gd name="csY34" fmla="*/ 77365 h 178587"/>
                <a:gd name="csX35" fmla="*/ 45151 w 180931"/>
                <a:gd name="csY35" fmla="*/ 65375 h 178587"/>
                <a:gd name="csX36" fmla="*/ 45151 w 180931"/>
                <a:gd name="csY36" fmla="*/ 40372 h 178587"/>
                <a:gd name="csX37" fmla="*/ 84880 w 180931"/>
                <a:gd name="csY37" fmla="*/ 9247 h 178587"/>
                <a:gd name="csX38" fmla="*/ 101075 w 180931"/>
                <a:gd name="csY38" fmla="*/ 11798 h 178587"/>
                <a:gd name="csX39" fmla="*/ 93484 w 180931"/>
                <a:gd name="csY39" fmla="*/ 25575 h 178587"/>
                <a:gd name="csX40" fmla="*/ 99810 w 180931"/>
                <a:gd name="csY40" fmla="*/ 38331 h 178587"/>
                <a:gd name="csX41" fmla="*/ 99810 w 180931"/>
                <a:gd name="csY41" fmla="*/ 65375 h 178587"/>
                <a:gd name="csX42" fmla="*/ 45151 w 180931"/>
                <a:gd name="csY42" fmla="*/ 65375 h 178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80931" h="178587">
                  <a:moveTo>
                    <a:pt x="127140" y="77365"/>
                  </a:moveTo>
                  <a:lnTo>
                    <a:pt x="156747" y="77365"/>
                  </a:lnTo>
                  <a:lnTo>
                    <a:pt x="156747" y="65375"/>
                  </a:lnTo>
                  <a:lnTo>
                    <a:pt x="125621" y="65375"/>
                  </a:lnTo>
                  <a:lnTo>
                    <a:pt x="125621" y="39607"/>
                  </a:lnTo>
                  <a:cubicBezTo>
                    <a:pt x="125621" y="10268"/>
                    <a:pt x="146878" y="9247"/>
                    <a:pt x="151433" y="9247"/>
                  </a:cubicBezTo>
                  <a:cubicBezTo>
                    <a:pt x="153457" y="9247"/>
                    <a:pt x="154469" y="9502"/>
                    <a:pt x="155988" y="9757"/>
                  </a:cubicBezTo>
                  <a:cubicBezTo>
                    <a:pt x="152192" y="12564"/>
                    <a:pt x="150167" y="17411"/>
                    <a:pt x="150167" y="22258"/>
                  </a:cubicBezTo>
                  <a:cubicBezTo>
                    <a:pt x="150167" y="33229"/>
                    <a:pt x="159024" y="38076"/>
                    <a:pt x="165603" y="38076"/>
                  </a:cubicBezTo>
                  <a:cubicBezTo>
                    <a:pt x="173195" y="38076"/>
                    <a:pt x="181293" y="32719"/>
                    <a:pt x="181293" y="22258"/>
                  </a:cubicBezTo>
                  <a:cubicBezTo>
                    <a:pt x="181293" y="11288"/>
                    <a:pt x="171930" y="62"/>
                    <a:pt x="152192" y="62"/>
                  </a:cubicBezTo>
                  <a:cubicBezTo>
                    <a:pt x="143335" y="62"/>
                    <a:pt x="128658" y="1338"/>
                    <a:pt x="116765" y="8992"/>
                  </a:cubicBezTo>
                  <a:cubicBezTo>
                    <a:pt x="106136" y="62"/>
                    <a:pt x="91966" y="62"/>
                    <a:pt x="86398" y="62"/>
                  </a:cubicBezTo>
                  <a:cubicBezTo>
                    <a:pt x="55526" y="62"/>
                    <a:pt x="19340" y="9757"/>
                    <a:pt x="19340" y="39862"/>
                  </a:cubicBezTo>
                  <a:lnTo>
                    <a:pt x="19340" y="65375"/>
                  </a:lnTo>
                  <a:lnTo>
                    <a:pt x="361" y="65375"/>
                  </a:lnTo>
                  <a:lnTo>
                    <a:pt x="361" y="77365"/>
                  </a:lnTo>
                  <a:lnTo>
                    <a:pt x="19340" y="77365"/>
                  </a:lnTo>
                  <a:lnTo>
                    <a:pt x="19340" y="166659"/>
                  </a:lnTo>
                  <a:lnTo>
                    <a:pt x="1879" y="166659"/>
                  </a:lnTo>
                  <a:lnTo>
                    <a:pt x="1879" y="178650"/>
                  </a:lnTo>
                  <a:cubicBezTo>
                    <a:pt x="9977" y="178395"/>
                    <a:pt x="22124" y="177885"/>
                    <a:pt x="33005" y="177885"/>
                  </a:cubicBezTo>
                  <a:cubicBezTo>
                    <a:pt x="43886" y="177885"/>
                    <a:pt x="55526" y="178395"/>
                    <a:pt x="64130" y="178650"/>
                  </a:cubicBezTo>
                  <a:lnTo>
                    <a:pt x="64130" y="166659"/>
                  </a:lnTo>
                  <a:lnTo>
                    <a:pt x="46669" y="166659"/>
                  </a:lnTo>
                  <a:lnTo>
                    <a:pt x="46669" y="77365"/>
                  </a:lnTo>
                  <a:lnTo>
                    <a:pt x="99810" y="77365"/>
                  </a:lnTo>
                  <a:lnTo>
                    <a:pt x="99810" y="166659"/>
                  </a:lnTo>
                  <a:lnTo>
                    <a:pt x="82350" y="166659"/>
                  </a:lnTo>
                  <a:lnTo>
                    <a:pt x="82350" y="178650"/>
                  </a:lnTo>
                  <a:cubicBezTo>
                    <a:pt x="91206" y="178395"/>
                    <a:pt x="102594" y="177885"/>
                    <a:pt x="114234" y="177885"/>
                  </a:cubicBezTo>
                  <a:cubicBezTo>
                    <a:pt x="123850" y="177885"/>
                    <a:pt x="140045" y="177885"/>
                    <a:pt x="149155" y="178650"/>
                  </a:cubicBezTo>
                  <a:lnTo>
                    <a:pt x="149155" y="166659"/>
                  </a:lnTo>
                  <a:lnTo>
                    <a:pt x="127140" y="166659"/>
                  </a:lnTo>
                  <a:lnTo>
                    <a:pt x="127140" y="77365"/>
                  </a:lnTo>
                  <a:close/>
                  <a:moveTo>
                    <a:pt x="45151" y="65375"/>
                  </a:moveTo>
                  <a:lnTo>
                    <a:pt x="45151" y="40372"/>
                  </a:lnTo>
                  <a:cubicBezTo>
                    <a:pt x="45151" y="18942"/>
                    <a:pt x="61853" y="9247"/>
                    <a:pt x="84880" y="9247"/>
                  </a:cubicBezTo>
                  <a:cubicBezTo>
                    <a:pt x="92725" y="9247"/>
                    <a:pt x="98292" y="10778"/>
                    <a:pt x="101075" y="11798"/>
                  </a:cubicBezTo>
                  <a:cubicBezTo>
                    <a:pt x="100316" y="12308"/>
                    <a:pt x="93484" y="16135"/>
                    <a:pt x="93484" y="25575"/>
                  </a:cubicBezTo>
                  <a:cubicBezTo>
                    <a:pt x="93484" y="29912"/>
                    <a:pt x="95255" y="35270"/>
                    <a:pt x="99810" y="38331"/>
                  </a:cubicBezTo>
                  <a:lnTo>
                    <a:pt x="99810" y="65375"/>
                  </a:lnTo>
                  <a:lnTo>
                    <a:pt x="45151" y="65375"/>
                  </a:lnTo>
                  <a:close/>
                </a:path>
              </a:pathLst>
            </a:custGeom>
            <a:solidFill>
              <a:schemeClr val="bg1"/>
            </a:solidFill>
            <a:ln w="25432" cap="flat">
              <a:noFill/>
              <a:prstDash val="solid"/>
              <a:miter/>
            </a:ln>
          </p:spPr>
          <p:txBody>
            <a:bodyPr/>
            <a:lstStyle/>
            <a:p>
              <a:endParaRPr lang="en-US"/>
            </a:p>
          </p:txBody>
        </p:sp>
        <p:sp>
          <p:nvSpPr>
            <p:cNvPr id="58" name="Freeform: Shape 57">
              <a:extLst>
                <a:ext uri="{FF2B5EF4-FFF2-40B4-BE49-F238E27FC236}">
                  <a16:creationId xmlns:a16="http://schemas.microsoft.com/office/drawing/2014/main" id="{C32D77DA-F10D-C6E9-766D-76036BB846DB}"/>
                </a:ext>
              </a:extLst>
            </p:cNvPr>
            <p:cNvSpPr/>
            <p:nvPr>
              <p:custDataLst>
                <p:tags r:id="rId43"/>
              </p:custDataLst>
            </p:nvPr>
          </p:nvSpPr>
          <p:spPr>
            <a:xfrm>
              <a:off x="10800310" y="4364880"/>
              <a:ext cx="116909" cy="117102"/>
            </a:xfrm>
            <a:custGeom>
              <a:avLst/>
              <a:gdLst>
                <a:gd name="csX0" fmla="*/ 109180 w 116909"/>
                <a:gd name="csY0" fmla="*/ 60017 h 117102"/>
                <a:gd name="csX1" fmla="*/ 117277 w 116909"/>
                <a:gd name="csY1" fmla="*/ 53129 h 117102"/>
                <a:gd name="csX2" fmla="*/ 103107 w 116909"/>
                <a:gd name="csY2" fmla="*/ 13839 h 117102"/>
                <a:gd name="csX3" fmla="*/ 62871 w 116909"/>
                <a:gd name="csY3" fmla="*/ 62 h 117102"/>
                <a:gd name="csX4" fmla="*/ 368 w 116909"/>
                <a:gd name="csY4" fmla="*/ 58231 h 117102"/>
                <a:gd name="csX5" fmla="*/ 66414 w 116909"/>
                <a:gd name="csY5" fmla="*/ 117165 h 117102"/>
                <a:gd name="csX6" fmla="*/ 117277 w 116909"/>
                <a:gd name="csY6" fmla="*/ 85785 h 117102"/>
                <a:gd name="csX7" fmla="*/ 111204 w 116909"/>
                <a:gd name="csY7" fmla="*/ 81192 h 117102"/>
                <a:gd name="csX8" fmla="*/ 104878 w 116909"/>
                <a:gd name="csY8" fmla="*/ 86550 h 117102"/>
                <a:gd name="csX9" fmla="*/ 68692 w 116909"/>
                <a:gd name="csY9" fmla="*/ 106960 h 117102"/>
                <a:gd name="csX10" fmla="*/ 32758 w 116909"/>
                <a:gd name="csY10" fmla="*/ 60017 h 117102"/>
                <a:gd name="csX11" fmla="*/ 109180 w 116909"/>
                <a:gd name="csY11" fmla="*/ 60017 h 117102"/>
                <a:gd name="csX12" fmla="*/ 32758 w 116909"/>
                <a:gd name="csY12" fmla="*/ 51598 h 117102"/>
                <a:gd name="csX13" fmla="*/ 38832 w 116909"/>
                <a:gd name="csY13" fmla="*/ 22513 h 117102"/>
                <a:gd name="csX14" fmla="*/ 62871 w 116909"/>
                <a:gd name="csY14" fmla="*/ 9247 h 117102"/>
                <a:gd name="csX15" fmla="*/ 93238 w 116909"/>
                <a:gd name="csY15" fmla="*/ 51598 h 117102"/>
                <a:gd name="csX16" fmla="*/ 32758 w 116909"/>
                <a:gd name="csY16" fmla="*/ 51598 h 117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16909" h="117102">
                  <a:moveTo>
                    <a:pt x="109180" y="60017"/>
                  </a:moveTo>
                  <a:cubicBezTo>
                    <a:pt x="114747" y="60017"/>
                    <a:pt x="117277" y="60017"/>
                    <a:pt x="117277" y="53129"/>
                  </a:cubicBezTo>
                  <a:cubicBezTo>
                    <a:pt x="117277" y="45220"/>
                    <a:pt x="115759" y="26596"/>
                    <a:pt x="103107" y="13839"/>
                  </a:cubicBezTo>
                  <a:cubicBezTo>
                    <a:pt x="93744" y="4655"/>
                    <a:pt x="80332" y="62"/>
                    <a:pt x="62871" y="62"/>
                  </a:cubicBezTo>
                  <a:cubicBezTo>
                    <a:pt x="22383" y="62"/>
                    <a:pt x="368" y="26340"/>
                    <a:pt x="368" y="58231"/>
                  </a:cubicBezTo>
                  <a:cubicBezTo>
                    <a:pt x="368" y="92418"/>
                    <a:pt x="25673" y="117165"/>
                    <a:pt x="66414" y="117165"/>
                  </a:cubicBezTo>
                  <a:cubicBezTo>
                    <a:pt x="106396" y="117165"/>
                    <a:pt x="117277" y="90122"/>
                    <a:pt x="117277" y="85785"/>
                  </a:cubicBezTo>
                  <a:cubicBezTo>
                    <a:pt x="117277" y="81192"/>
                    <a:pt x="112469" y="81192"/>
                    <a:pt x="111204" y="81192"/>
                  </a:cubicBezTo>
                  <a:cubicBezTo>
                    <a:pt x="106902" y="81192"/>
                    <a:pt x="106396" y="82468"/>
                    <a:pt x="104878" y="86550"/>
                  </a:cubicBezTo>
                  <a:cubicBezTo>
                    <a:pt x="99564" y="98796"/>
                    <a:pt x="85140" y="106960"/>
                    <a:pt x="68692" y="106960"/>
                  </a:cubicBezTo>
                  <a:cubicBezTo>
                    <a:pt x="33011" y="106960"/>
                    <a:pt x="32758" y="73028"/>
                    <a:pt x="32758" y="60017"/>
                  </a:cubicBezTo>
                  <a:lnTo>
                    <a:pt x="109180" y="60017"/>
                  </a:lnTo>
                  <a:close/>
                  <a:moveTo>
                    <a:pt x="32758" y="51598"/>
                  </a:moveTo>
                  <a:cubicBezTo>
                    <a:pt x="33264" y="41648"/>
                    <a:pt x="33518" y="30933"/>
                    <a:pt x="38832" y="22513"/>
                  </a:cubicBezTo>
                  <a:cubicBezTo>
                    <a:pt x="45411" y="12308"/>
                    <a:pt x="55533" y="9247"/>
                    <a:pt x="62871" y="9247"/>
                  </a:cubicBezTo>
                  <a:cubicBezTo>
                    <a:pt x="92478" y="9247"/>
                    <a:pt x="92985" y="42668"/>
                    <a:pt x="93238" y="51598"/>
                  </a:cubicBezTo>
                  <a:lnTo>
                    <a:pt x="32758" y="51598"/>
                  </a:lnTo>
                  <a:close/>
                </a:path>
              </a:pathLst>
            </a:custGeom>
            <a:solidFill>
              <a:schemeClr val="bg1"/>
            </a:solidFill>
            <a:ln w="25432" cap="flat">
              <a:noFill/>
              <a:prstDash val="solid"/>
              <a:miter/>
            </a:ln>
          </p:spPr>
          <p:txBody>
            <a:bodyPr/>
            <a:lstStyle/>
            <a:p>
              <a:endParaRPr lang="en-US"/>
            </a:p>
          </p:txBody>
        </p:sp>
        <p:sp>
          <p:nvSpPr>
            <p:cNvPr id="59" name="Freeform: Shape 58">
              <a:extLst>
                <a:ext uri="{FF2B5EF4-FFF2-40B4-BE49-F238E27FC236}">
                  <a16:creationId xmlns:a16="http://schemas.microsoft.com/office/drawing/2014/main" id="{F717C5FB-D5EA-4DD9-B989-B6FE9E238979}"/>
                </a:ext>
              </a:extLst>
            </p:cNvPr>
            <p:cNvSpPr/>
            <p:nvPr>
              <p:custDataLst>
                <p:tags r:id="rId44"/>
              </p:custDataLst>
            </p:nvPr>
          </p:nvSpPr>
          <p:spPr>
            <a:xfrm>
              <a:off x="10935206" y="4364880"/>
              <a:ext cx="111342" cy="117102"/>
            </a:xfrm>
            <a:custGeom>
              <a:avLst/>
              <a:gdLst>
                <a:gd name="csX0" fmla="*/ 81856 w 111342"/>
                <a:gd name="csY0" fmla="*/ 11798 h 117102"/>
                <a:gd name="csX1" fmla="*/ 76795 w 111342"/>
                <a:gd name="csY1" fmla="*/ 23534 h 117102"/>
                <a:gd name="csX2" fmla="*/ 92484 w 111342"/>
                <a:gd name="csY2" fmla="*/ 39607 h 117102"/>
                <a:gd name="csX3" fmla="*/ 108426 w 111342"/>
                <a:gd name="csY3" fmla="*/ 23534 h 117102"/>
                <a:gd name="csX4" fmla="*/ 64395 w 111342"/>
                <a:gd name="csY4" fmla="*/ 62 h 117102"/>
                <a:gd name="csX5" fmla="*/ 373 w 111342"/>
                <a:gd name="csY5" fmla="*/ 58996 h 117102"/>
                <a:gd name="csX6" fmla="*/ 63130 w 111342"/>
                <a:gd name="csY6" fmla="*/ 117165 h 117102"/>
                <a:gd name="csX7" fmla="*/ 111716 w 111342"/>
                <a:gd name="csY7" fmla="*/ 85785 h 117102"/>
                <a:gd name="csX8" fmla="*/ 105642 w 111342"/>
                <a:gd name="csY8" fmla="*/ 82213 h 117102"/>
                <a:gd name="csX9" fmla="*/ 99569 w 111342"/>
                <a:gd name="csY9" fmla="*/ 86040 h 117102"/>
                <a:gd name="csX10" fmla="*/ 67938 w 111342"/>
                <a:gd name="csY10" fmla="*/ 106960 h 117102"/>
                <a:gd name="csX11" fmla="*/ 32764 w 111342"/>
                <a:gd name="csY11" fmla="*/ 57721 h 117102"/>
                <a:gd name="csX12" fmla="*/ 65407 w 111342"/>
                <a:gd name="csY12" fmla="*/ 10268 h 117102"/>
                <a:gd name="csX13" fmla="*/ 81856 w 111342"/>
                <a:gd name="csY13" fmla="*/ 11798 h 117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1342" h="117102">
                  <a:moveTo>
                    <a:pt x="81856" y="11798"/>
                  </a:moveTo>
                  <a:cubicBezTo>
                    <a:pt x="77301" y="15880"/>
                    <a:pt x="76795" y="21238"/>
                    <a:pt x="76795" y="23534"/>
                  </a:cubicBezTo>
                  <a:cubicBezTo>
                    <a:pt x="76795" y="34760"/>
                    <a:pt x="85651" y="39607"/>
                    <a:pt x="92484" y="39607"/>
                  </a:cubicBezTo>
                  <a:cubicBezTo>
                    <a:pt x="100328" y="39607"/>
                    <a:pt x="108426" y="34249"/>
                    <a:pt x="108426" y="23534"/>
                  </a:cubicBezTo>
                  <a:cubicBezTo>
                    <a:pt x="108426" y="1593"/>
                    <a:pt x="79072" y="62"/>
                    <a:pt x="64395" y="62"/>
                  </a:cubicBezTo>
                  <a:cubicBezTo>
                    <a:pt x="19099" y="62"/>
                    <a:pt x="373" y="29402"/>
                    <a:pt x="373" y="58996"/>
                  </a:cubicBezTo>
                  <a:cubicBezTo>
                    <a:pt x="373" y="92928"/>
                    <a:pt x="24160" y="117165"/>
                    <a:pt x="63130" y="117165"/>
                  </a:cubicBezTo>
                  <a:cubicBezTo>
                    <a:pt x="104124" y="117165"/>
                    <a:pt x="111716" y="87570"/>
                    <a:pt x="111716" y="85785"/>
                  </a:cubicBezTo>
                  <a:cubicBezTo>
                    <a:pt x="111716" y="82213"/>
                    <a:pt x="108173" y="82213"/>
                    <a:pt x="105642" y="82213"/>
                  </a:cubicBezTo>
                  <a:cubicBezTo>
                    <a:pt x="101087" y="82213"/>
                    <a:pt x="100834" y="82723"/>
                    <a:pt x="99569" y="86040"/>
                  </a:cubicBezTo>
                  <a:cubicBezTo>
                    <a:pt x="92990" y="102113"/>
                    <a:pt x="80843" y="106960"/>
                    <a:pt x="67938" y="106960"/>
                  </a:cubicBezTo>
                  <a:cubicBezTo>
                    <a:pt x="32764" y="106960"/>
                    <a:pt x="32764" y="69457"/>
                    <a:pt x="32764" y="57721"/>
                  </a:cubicBezTo>
                  <a:cubicBezTo>
                    <a:pt x="32764" y="43434"/>
                    <a:pt x="32764" y="10268"/>
                    <a:pt x="65407" y="10268"/>
                  </a:cubicBezTo>
                  <a:cubicBezTo>
                    <a:pt x="74264" y="10268"/>
                    <a:pt x="78566" y="11033"/>
                    <a:pt x="81856" y="11798"/>
                  </a:cubicBezTo>
                  <a:close/>
                </a:path>
              </a:pathLst>
            </a:custGeom>
            <a:solidFill>
              <a:schemeClr val="bg1"/>
            </a:solidFill>
            <a:ln w="25432" cap="flat">
              <a:noFill/>
              <a:prstDash val="solid"/>
              <a:miter/>
            </a:ln>
          </p:spPr>
          <p:txBody>
            <a:bodyPr/>
            <a:lstStyle/>
            <a:p>
              <a:endParaRPr lang="en-US"/>
            </a:p>
          </p:txBody>
        </p:sp>
        <p:sp>
          <p:nvSpPr>
            <p:cNvPr id="60" name="Freeform: Shape 59">
              <a:extLst>
                <a:ext uri="{FF2B5EF4-FFF2-40B4-BE49-F238E27FC236}">
                  <a16:creationId xmlns:a16="http://schemas.microsoft.com/office/drawing/2014/main" id="{572CCB59-D033-3D8C-AF35-A0F07FBA3DF1}"/>
                </a:ext>
              </a:extLst>
            </p:cNvPr>
            <p:cNvSpPr/>
            <p:nvPr>
              <p:custDataLst>
                <p:tags r:id="rId45"/>
              </p:custDataLst>
            </p:nvPr>
          </p:nvSpPr>
          <p:spPr>
            <a:xfrm>
              <a:off x="11060241" y="4318447"/>
              <a:ext cx="91351" cy="163535"/>
            </a:xfrm>
            <a:custGeom>
              <a:avLst/>
              <a:gdLst>
                <a:gd name="csX0" fmla="*/ 21128 w 91351"/>
                <a:gd name="csY0" fmla="*/ 60782 h 163535"/>
                <a:gd name="csX1" fmla="*/ 21128 w 91351"/>
                <a:gd name="csY1" fmla="*/ 130687 h 163535"/>
                <a:gd name="csX2" fmla="*/ 61110 w 91351"/>
                <a:gd name="csY2" fmla="*/ 163598 h 163535"/>
                <a:gd name="csX3" fmla="*/ 91730 w 91351"/>
                <a:gd name="csY3" fmla="*/ 130431 h 163535"/>
                <a:gd name="csX4" fmla="*/ 91730 w 91351"/>
                <a:gd name="csY4" fmla="*/ 116910 h 163535"/>
                <a:gd name="csX5" fmla="*/ 79836 w 91351"/>
                <a:gd name="csY5" fmla="*/ 116910 h 163535"/>
                <a:gd name="csX6" fmla="*/ 79836 w 91351"/>
                <a:gd name="csY6" fmla="*/ 129921 h 163535"/>
                <a:gd name="csX7" fmla="*/ 64653 w 91351"/>
                <a:gd name="csY7" fmla="*/ 153393 h 163535"/>
                <a:gd name="csX8" fmla="*/ 49976 w 91351"/>
                <a:gd name="csY8" fmla="*/ 131197 h 163535"/>
                <a:gd name="csX9" fmla="*/ 49976 w 91351"/>
                <a:gd name="csY9" fmla="*/ 60782 h 163535"/>
                <a:gd name="csX10" fmla="*/ 86922 w 91351"/>
                <a:gd name="csY10" fmla="*/ 60782 h 163535"/>
                <a:gd name="csX11" fmla="*/ 86922 w 91351"/>
                <a:gd name="csY11" fmla="*/ 48791 h 163535"/>
                <a:gd name="csX12" fmla="*/ 49976 w 91351"/>
                <a:gd name="csY12" fmla="*/ 48791 h 163535"/>
                <a:gd name="csX13" fmla="*/ 49976 w 91351"/>
                <a:gd name="csY13" fmla="*/ 62 h 163535"/>
                <a:gd name="csX14" fmla="*/ 38083 w 91351"/>
                <a:gd name="csY14" fmla="*/ 62 h 163535"/>
                <a:gd name="csX15" fmla="*/ 378 w 91351"/>
                <a:gd name="csY15" fmla="*/ 51598 h 163535"/>
                <a:gd name="csX16" fmla="*/ 378 w 91351"/>
                <a:gd name="csY16" fmla="*/ 60782 h 163535"/>
                <a:gd name="csX17" fmla="*/ 21128 w 91351"/>
                <a:gd name="csY17" fmla="*/ 60782 h 1635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1351" h="163535">
                  <a:moveTo>
                    <a:pt x="21128" y="60782"/>
                  </a:moveTo>
                  <a:lnTo>
                    <a:pt x="21128" y="130687"/>
                  </a:lnTo>
                  <a:cubicBezTo>
                    <a:pt x="21128" y="157985"/>
                    <a:pt x="43144" y="163598"/>
                    <a:pt x="61110" y="163598"/>
                  </a:cubicBezTo>
                  <a:cubicBezTo>
                    <a:pt x="80342" y="163598"/>
                    <a:pt x="91730" y="149056"/>
                    <a:pt x="91730" y="130431"/>
                  </a:cubicBezTo>
                  <a:lnTo>
                    <a:pt x="91730" y="116910"/>
                  </a:lnTo>
                  <a:lnTo>
                    <a:pt x="79836" y="116910"/>
                  </a:lnTo>
                  <a:lnTo>
                    <a:pt x="79836" y="129921"/>
                  </a:lnTo>
                  <a:cubicBezTo>
                    <a:pt x="79836" y="147270"/>
                    <a:pt x="71739" y="153393"/>
                    <a:pt x="64653" y="153393"/>
                  </a:cubicBezTo>
                  <a:cubicBezTo>
                    <a:pt x="49976" y="153393"/>
                    <a:pt x="49976" y="137065"/>
                    <a:pt x="49976" y="131197"/>
                  </a:cubicBezTo>
                  <a:lnTo>
                    <a:pt x="49976" y="60782"/>
                  </a:lnTo>
                  <a:lnTo>
                    <a:pt x="86922" y="60782"/>
                  </a:lnTo>
                  <a:lnTo>
                    <a:pt x="86922" y="48791"/>
                  </a:lnTo>
                  <a:lnTo>
                    <a:pt x="49976" y="48791"/>
                  </a:lnTo>
                  <a:lnTo>
                    <a:pt x="49976" y="62"/>
                  </a:lnTo>
                  <a:lnTo>
                    <a:pt x="38083" y="62"/>
                  </a:lnTo>
                  <a:cubicBezTo>
                    <a:pt x="37830" y="25575"/>
                    <a:pt x="25430" y="50832"/>
                    <a:pt x="378" y="51598"/>
                  </a:cubicBezTo>
                  <a:lnTo>
                    <a:pt x="378" y="60782"/>
                  </a:lnTo>
                  <a:lnTo>
                    <a:pt x="21128" y="60782"/>
                  </a:lnTo>
                  <a:close/>
                </a:path>
              </a:pathLst>
            </a:custGeom>
            <a:solidFill>
              <a:schemeClr val="bg1"/>
            </a:solidFill>
            <a:ln w="25432" cap="flat">
              <a:noFill/>
              <a:prstDash val="solid"/>
              <a:miter/>
            </a:ln>
          </p:spPr>
          <p:txBody>
            <a:bodyPr/>
            <a:lstStyle/>
            <a:p>
              <a:endParaRPr lang="en-US"/>
            </a:p>
          </p:txBody>
        </p:sp>
        <p:sp>
          <p:nvSpPr>
            <p:cNvPr id="61" name="Freeform: Shape 60">
              <a:extLst>
                <a:ext uri="{FF2B5EF4-FFF2-40B4-BE49-F238E27FC236}">
                  <a16:creationId xmlns:a16="http://schemas.microsoft.com/office/drawing/2014/main" id="{10C28486-286E-0DBA-01AE-7367C5CFD28F}"/>
                </a:ext>
              </a:extLst>
            </p:cNvPr>
            <p:cNvSpPr/>
            <p:nvPr>
              <p:custDataLst>
                <p:tags r:id="rId46"/>
              </p:custDataLst>
            </p:nvPr>
          </p:nvSpPr>
          <p:spPr>
            <a:xfrm>
              <a:off x="11261577" y="4239126"/>
              <a:ext cx="101675" cy="131083"/>
            </a:xfrm>
            <a:custGeom>
              <a:avLst/>
              <a:gdLst>
                <a:gd name="csX0" fmla="*/ 82754 w 101675"/>
                <a:gd name="csY0" fmla="*/ 67207 h 131083"/>
                <a:gd name="csX1" fmla="*/ 55652 w 101675"/>
                <a:gd name="csY1" fmla="*/ 46134 h 131083"/>
                <a:gd name="csX2" fmla="*/ 3929 w 101675"/>
                <a:gd name="csY2" fmla="*/ 80958 h 131083"/>
                <a:gd name="csX3" fmla="*/ 386 w 101675"/>
                <a:gd name="csY3" fmla="*/ 98460 h 131083"/>
                <a:gd name="csX4" fmla="*/ 37584 w 101675"/>
                <a:gd name="csY4" fmla="*/ 131141 h 131083"/>
                <a:gd name="csX5" fmla="*/ 102062 w 101675"/>
                <a:gd name="csY5" fmla="*/ 48098 h 131083"/>
                <a:gd name="csX6" fmla="*/ 58486 w 101675"/>
                <a:gd name="csY6" fmla="*/ 58 h 131083"/>
                <a:gd name="csX7" fmla="*/ 21642 w 101675"/>
                <a:gd name="csY7" fmla="*/ 28811 h 131083"/>
                <a:gd name="csX8" fmla="*/ 28728 w 101675"/>
                <a:gd name="csY8" fmla="*/ 35240 h 131083"/>
                <a:gd name="csX9" fmla="*/ 38647 w 101675"/>
                <a:gd name="csY9" fmla="*/ 25418 h 131083"/>
                <a:gd name="csX10" fmla="*/ 31739 w 101675"/>
                <a:gd name="csY10" fmla="*/ 18631 h 131083"/>
                <a:gd name="csX11" fmla="*/ 58132 w 101675"/>
                <a:gd name="csY11" fmla="*/ 5237 h 131083"/>
                <a:gd name="csX12" fmla="*/ 87182 w 101675"/>
                <a:gd name="csY12" fmla="*/ 38990 h 131083"/>
                <a:gd name="csX13" fmla="*/ 82931 w 101675"/>
                <a:gd name="csY13" fmla="*/ 67207 h 131083"/>
                <a:gd name="csX14" fmla="*/ 82754 w 101675"/>
                <a:gd name="csY14" fmla="*/ 67207 h 131083"/>
                <a:gd name="csX15" fmla="*/ 37939 w 101675"/>
                <a:gd name="csY15" fmla="*/ 125427 h 131083"/>
                <a:gd name="csX16" fmla="*/ 15620 w 101675"/>
                <a:gd name="csY16" fmla="*/ 104710 h 131083"/>
                <a:gd name="csX17" fmla="*/ 22174 w 101675"/>
                <a:gd name="csY17" fmla="*/ 75779 h 131083"/>
                <a:gd name="csX18" fmla="*/ 56361 w 101675"/>
                <a:gd name="csY18" fmla="*/ 51134 h 131083"/>
                <a:gd name="csX19" fmla="*/ 79211 w 101675"/>
                <a:gd name="csY19" fmla="*/ 75422 h 131083"/>
                <a:gd name="csX20" fmla="*/ 37939 w 101675"/>
                <a:gd name="csY20" fmla="*/ 125427 h 131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01675" h="131083">
                  <a:moveTo>
                    <a:pt x="82754" y="67207"/>
                  </a:moveTo>
                  <a:cubicBezTo>
                    <a:pt x="80274" y="56849"/>
                    <a:pt x="72303" y="46134"/>
                    <a:pt x="55652" y="46134"/>
                  </a:cubicBezTo>
                  <a:cubicBezTo>
                    <a:pt x="30853" y="46134"/>
                    <a:pt x="10305" y="64885"/>
                    <a:pt x="3929" y="80958"/>
                  </a:cubicBezTo>
                  <a:cubicBezTo>
                    <a:pt x="2866" y="83994"/>
                    <a:pt x="386" y="91316"/>
                    <a:pt x="386" y="98460"/>
                  </a:cubicBezTo>
                  <a:cubicBezTo>
                    <a:pt x="386" y="110782"/>
                    <a:pt x="9951" y="131141"/>
                    <a:pt x="37584" y="131141"/>
                  </a:cubicBezTo>
                  <a:cubicBezTo>
                    <a:pt x="83463" y="131141"/>
                    <a:pt x="102062" y="73458"/>
                    <a:pt x="102062" y="48098"/>
                  </a:cubicBezTo>
                  <a:cubicBezTo>
                    <a:pt x="102062" y="17560"/>
                    <a:pt x="82223" y="58"/>
                    <a:pt x="58486" y="58"/>
                  </a:cubicBezTo>
                  <a:cubicBezTo>
                    <a:pt x="29613" y="58"/>
                    <a:pt x="21642" y="23274"/>
                    <a:pt x="21642" y="28811"/>
                  </a:cubicBezTo>
                  <a:cubicBezTo>
                    <a:pt x="21642" y="30239"/>
                    <a:pt x="22528" y="35240"/>
                    <a:pt x="28728" y="35240"/>
                  </a:cubicBezTo>
                  <a:cubicBezTo>
                    <a:pt x="34927" y="35240"/>
                    <a:pt x="38647" y="29704"/>
                    <a:pt x="38647" y="25418"/>
                  </a:cubicBezTo>
                  <a:cubicBezTo>
                    <a:pt x="38647" y="20596"/>
                    <a:pt x="35104" y="18988"/>
                    <a:pt x="31739" y="18631"/>
                  </a:cubicBezTo>
                  <a:cubicBezTo>
                    <a:pt x="40596" y="5237"/>
                    <a:pt x="55121" y="5237"/>
                    <a:pt x="58132" y="5237"/>
                  </a:cubicBezTo>
                  <a:cubicBezTo>
                    <a:pt x="71417" y="5237"/>
                    <a:pt x="87182" y="13631"/>
                    <a:pt x="87182" y="38990"/>
                  </a:cubicBezTo>
                  <a:cubicBezTo>
                    <a:pt x="87182" y="46669"/>
                    <a:pt x="86297" y="52920"/>
                    <a:pt x="82931" y="67207"/>
                  </a:cubicBezTo>
                  <a:lnTo>
                    <a:pt x="82754" y="67207"/>
                  </a:lnTo>
                  <a:close/>
                  <a:moveTo>
                    <a:pt x="37939" y="125427"/>
                  </a:moveTo>
                  <a:cubicBezTo>
                    <a:pt x="17922" y="125427"/>
                    <a:pt x="15620" y="110247"/>
                    <a:pt x="15620" y="104710"/>
                  </a:cubicBezTo>
                  <a:cubicBezTo>
                    <a:pt x="15620" y="97746"/>
                    <a:pt x="20402" y="80244"/>
                    <a:pt x="22174" y="75779"/>
                  </a:cubicBezTo>
                  <a:cubicBezTo>
                    <a:pt x="25362" y="67564"/>
                    <a:pt x="36344" y="51134"/>
                    <a:pt x="56361" y="51134"/>
                  </a:cubicBezTo>
                  <a:cubicBezTo>
                    <a:pt x="73543" y="51134"/>
                    <a:pt x="79211" y="64707"/>
                    <a:pt x="79211" y="75422"/>
                  </a:cubicBezTo>
                  <a:cubicBezTo>
                    <a:pt x="79211" y="87387"/>
                    <a:pt x="67697" y="125427"/>
                    <a:pt x="37939" y="125427"/>
                  </a:cubicBezTo>
                  <a:close/>
                </a:path>
              </a:pathLst>
            </a:custGeom>
            <a:solidFill>
              <a:schemeClr val="bg1"/>
            </a:solidFill>
            <a:ln w="25432" cap="flat">
              <a:noFill/>
              <a:prstDash val="solid"/>
              <a:miter/>
            </a:ln>
          </p:spPr>
          <p:txBody>
            <a:bodyPr/>
            <a:lstStyle/>
            <a:p>
              <a:endParaRPr lang="en-US"/>
            </a:p>
          </p:txBody>
        </p:sp>
        <p:sp>
          <p:nvSpPr>
            <p:cNvPr id="62" name="Freeform: Shape 61">
              <a:extLst>
                <a:ext uri="{FF2B5EF4-FFF2-40B4-BE49-F238E27FC236}">
                  <a16:creationId xmlns:a16="http://schemas.microsoft.com/office/drawing/2014/main" id="{CC94977D-D755-BB8F-A5AC-84FDE9C07A10}"/>
                </a:ext>
              </a:extLst>
            </p:cNvPr>
            <p:cNvSpPr/>
            <p:nvPr>
              <p:custDataLst>
                <p:tags r:id="rId47"/>
              </p:custDataLst>
            </p:nvPr>
          </p:nvSpPr>
          <p:spPr>
            <a:xfrm>
              <a:off x="11369732" y="4287881"/>
              <a:ext cx="98841" cy="113403"/>
            </a:xfrm>
            <a:custGeom>
              <a:avLst/>
              <a:gdLst>
                <a:gd name="csX0" fmla="*/ 13853 w 98841"/>
                <a:gd name="csY0" fmla="*/ 100603 h 113403"/>
                <a:gd name="csX1" fmla="*/ 5173 w 98841"/>
                <a:gd name="csY1" fmla="*/ 107032 h 113403"/>
                <a:gd name="csX2" fmla="*/ 391 w 98841"/>
                <a:gd name="csY2" fmla="*/ 110782 h 113403"/>
                <a:gd name="csX3" fmla="*/ 2870 w 98841"/>
                <a:gd name="csY3" fmla="*/ 113461 h 113403"/>
                <a:gd name="csX4" fmla="*/ 18104 w 98841"/>
                <a:gd name="csY4" fmla="*/ 112747 h 113403"/>
                <a:gd name="csX5" fmla="*/ 36703 w 98841"/>
                <a:gd name="csY5" fmla="*/ 113461 h 113403"/>
                <a:gd name="csX6" fmla="*/ 40246 w 98841"/>
                <a:gd name="csY6" fmla="*/ 109532 h 113403"/>
                <a:gd name="csX7" fmla="*/ 35641 w 98841"/>
                <a:gd name="csY7" fmla="*/ 107032 h 113403"/>
                <a:gd name="csX8" fmla="*/ 26961 w 98841"/>
                <a:gd name="csY8" fmla="*/ 104889 h 113403"/>
                <a:gd name="csX9" fmla="*/ 28909 w 98841"/>
                <a:gd name="csY9" fmla="*/ 96674 h 113403"/>
                <a:gd name="csX10" fmla="*/ 35463 w 98841"/>
                <a:gd name="csY10" fmla="*/ 70064 h 113403"/>
                <a:gd name="csX11" fmla="*/ 53708 w 98841"/>
                <a:gd name="csY11" fmla="*/ 80601 h 113403"/>
                <a:gd name="csX12" fmla="*/ 99232 w 98841"/>
                <a:gd name="csY12" fmla="*/ 29882 h 113403"/>
                <a:gd name="csX13" fmla="*/ 72662 w 98841"/>
                <a:gd name="csY13" fmla="*/ 58 h 113403"/>
                <a:gd name="csX14" fmla="*/ 47509 w 98841"/>
                <a:gd name="csY14" fmla="*/ 12559 h 113403"/>
                <a:gd name="csX15" fmla="*/ 29264 w 98841"/>
                <a:gd name="csY15" fmla="*/ 58 h 113403"/>
                <a:gd name="csX16" fmla="*/ 15270 w 98841"/>
                <a:gd name="csY16" fmla="*/ 9523 h 113403"/>
                <a:gd name="csX17" fmla="*/ 8893 w 98841"/>
                <a:gd name="csY17" fmla="*/ 27382 h 113403"/>
                <a:gd name="csX18" fmla="*/ 11904 w 98841"/>
                <a:gd name="csY18" fmla="*/ 29704 h 113403"/>
                <a:gd name="csX19" fmla="*/ 15801 w 98841"/>
                <a:gd name="csY19" fmla="*/ 24346 h 113403"/>
                <a:gd name="csX20" fmla="*/ 28732 w 98841"/>
                <a:gd name="csY20" fmla="*/ 5059 h 113403"/>
                <a:gd name="csX21" fmla="*/ 34578 w 98841"/>
                <a:gd name="csY21" fmla="*/ 13809 h 113403"/>
                <a:gd name="csX22" fmla="*/ 34046 w 98841"/>
                <a:gd name="csY22" fmla="*/ 19167 h 113403"/>
                <a:gd name="csX23" fmla="*/ 13853 w 98841"/>
                <a:gd name="csY23" fmla="*/ 100603 h 113403"/>
                <a:gd name="csX24" fmla="*/ 47332 w 98841"/>
                <a:gd name="csY24" fmla="*/ 21489 h 113403"/>
                <a:gd name="csX25" fmla="*/ 72131 w 98841"/>
                <a:gd name="csY25" fmla="*/ 5059 h 113403"/>
                <a:gd name="csX26" fmla="*/ 85061 w 98841"/>
                <a:gd name="csY26" fmla="*/ 22382 h 113403"/>
                <a:gd name="csX27" fmla="*/ 75850 w 98841"/>
                <a:gd name="csY27" fmla="*/ 58278 h 113403"/>
                <a:gd name="csX28" fmla="*/ 53708 w 98841"/>
                <a:gd name="csY28" fmla="*/ 75601 h 113403"/>
                <a:gd name="csX29" fmla="*/ 37943 w 98841"/>
                <a:gd name="csY29" fmla="*/ 60064 h 113403"/>
                <a:gd name="csX30" fmla="*/ 38475 w 98841"/>
                <a:gd name="csY30" fmla="*/ 57385 h 113403"/>
                <a:gd name="csX31" fmla="*/ 47332 w 98841"/>
                <a:gd name="csY31" fmla="*/ 21489 h 1134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98841" h="113403">
                  <a:moveTo>
                    <a:pt x="13853" y="100603"/>
                  </a:moveTo>
                  <a:cubicBezTo>
                    <a:pt x="12613" y="105603"/>
                    <a:pt x="12259" y="107032"/>
                    <a:pt x="5173" y="107032"/>
                  </a:cubicBezTo>
                  <a:cubicBezTo>
                    <a:pt x="2870" y="107032"/>
                    <a:pt x="391" y="107032"/>
                    <a:pt x="391" y="110782"/>
                  </a:cubicBezTo>
                  <a:cubicBezTo>
                    <a:pt x="391" y="112747"/>
                    <a:pt x="1985" y="113461"/>
                    <a:pt x="2870" y="113461"/>
                  </a:cubicBezTo>
                  <a:cubicBezTo>
                    <a:pt x="7476" y="113461"/>
                    <a:pt x="13321" y="112747"/>
                    <a:pt x="18104" y="112747"/>
                  </a:cubicBezTo>
                  <a:cubicBezTo>
                    <a:pt x="24127" y="112747"/>
                    <a:pt x="30858" y="113461"/>
                    <a:pt x="36703" y="113461"/>
                  </a:cubicBezTo>
                  <a:cubicBezTo>
                    <a:pt x="38298" y="113461"/>
                    <a:pt x="40246" y="112925"/>
                    <a:pt x="40246" y="109532"/>
                  </a:cubicBezTo>
                  <a:cubicBezTo>
                    <a:pt x="40246" y="107032"/>
                    <a:pt x="37766" y="107032"/>
                    <a:pt x="35641" y="107032"/>
                  </a:cubicBezTo>
                  <a:cubicBezTo>
                    <a:pt x="31744" y="107032"/>
                    <a:pt x="26961" y="107032"/>
                    <a:pt x="26961" y="104889"/>
                  </a:cubicBezTo>
                  <a:cubicBezTo>
                    <a:pt x="26961" y="103996"/>
                    <a:pt x="28201" y="99353"/>
                    <a:pt x="28909" y="96674"/>
                  </a:cubicBezTo>
                  <a:cubicBezTo>
                    <a:pt x="31035" y="87209"/>
                    <a:pt x="33515" y="77565"/>
                    <a:pt x="35463" y="70064"/>
                  </a:cubicBezTo>
                  <a:cubicBezTo>
                    <a:pt x="37589" y="73636"/>
                    <a:pt x="43080" y="80601"/>
                    <a:pt x="53708" y="80601"/>
                  </a:cubicBezTo>
                  <a:cubicBezTo>
                    <a:pt x="75319" y="80601"/>
                    <a:pt x="99232" y="56492"/>
                    <a:pt x="99232" y="29882"/>
                  </a:cubicBezTo>
                  <a:cubicBezTo>
                    <a:pt x="99232" y="8987"/>
                    <a:pt x="84884" y="58"/>
                    <a:pt x="72662" y="58"/>
                  </a:cubicBezTo>
                  <a:cubicBezTo>
                    <a:pt x="61680" y="58"/>
                    <a:pt x="52291" y="7559"/>
                    <a:pt x="47509" y="12559"/>
                  </a:cubicBezTo>
                  <a:cubicBezTo>
                    <a:pt x="44497" y="2380"/>
                    <a:pt x="34578" y="58"/>
                    <a:pt x="29264" y="58"/>
                  </a:cubicBezTo>
                  <a:cubicBezTo>
                    <a:pt x="22355" y="58"/>
                    <a:pt x="18104" y="4701"/>
                    <a:pt x="15270" y="9523"/>
                  </a:cubicBezTo>
                  <a:cubicBezTo>
                    <a:pt x="11727" y="15595"/>
                    <a:pt x="8893" y="26310"/>
                    <a:pt x="8893" y="27382"/>
                  </a:cubicBezTo>
                  <a:cubicBezTo>
                    <a:pt x="8893" y="29704"/>
                    <a:pt x="11373" y="29704"/>
                    <a:pt x="11904" y="29704"/>
                  </a:cubicBezTo>
                  <a:cubicBezTo>
                    <a:pt x="14384" y="29704"/>
                    <a:pt x="14561" y="29168"/>
                    <a:pt x="15801" y="24346"/>
                  </a:cubicBezTo>
                  <a:cubicBezTo>
                    <a:pt x="18458" y="13988"/>
                    <a:pt x="21824" y="5059"/>
                    <a:pt x="28732" y="5059"/>
                  </a:cubicBezTo>
                  <a:cubicBezTo>
                    <a:pt x="33338" y="5059"/>
                    <a:pt x="34578" y="8987"/>
                    <a:pt x="34578" y="13809"/>
                  </a:cubicBezTo>
                  <a:cubicBezTo>
                    <a:pt x="34578" y="15774"/>
                    <a:pt x="34223" y="18095"/>
                    <a:pt x="34046" y="19167"/>
                  </a:cubicBezTo>
                  <a:lnTo>
                    <a:pt x="13853" y="100603"/>
                  </a:lnTo>
                  <a:close/>
                  <a:moveTo>
                    <a:pt x="47332" y="21489"/>
                  </a:moveTo>
                  <a:cubicBezTo>
                    <a:pt x="57605" y="7737"/>
                    <a:pt x="66462" y="5059"/>
                    <a:pt x="72131" y="5059"/>
                  </a:cubicBezTo>
                  <a:cubicBezTo>
                    <a:pt x="79039" y="5059"/>
                    <a:pt x="85061" y="10238"/>
                    <a:pt x="85061" y="22382"/>
                  </a:cubicBezTo>
                  <a:cubicBezTo>
                    <a:pt x="85061" y="29704"/>
                    <a:pt x="81164" y="47920"/>
                    <a:pt x="75850" y="58278"/>
                  </a:cubicBezTo>
                  <a:cubicBezTo>
                    <a:pt x="71422" y="67028"/>
                    <a:pt x="62742" y="75601"/>
                    <a:pt x="53708" y="75601"/>
                  </a:cubicBezTo>
                  <a:cubicBezTo>
                    <a:pt x="41132" y="75601"/>
                    <a:pt x="37943" y="61849"/>
                    <a:pt x="37943" y="60064"/>
                  </a:cubicBezTo>
                  <a:cubicBezTo>
                    <a:pt x="37943" y="59349"/>
                    <a:pt x="38298" y="58099"/>
                    <a:pt x="38475" y="57385"/>
                  </a:cubicBezTo>
                  <a:lnTo>
                    <a:pt x="47332" y="21489"/>
                  </a:lnTo>
                  <a:close/>
                </a:path>
              </a:pathLst>
            </a:custGeom>
            <a:solidFill>
              <a:schemeClr val="bg1"/>
            </a:solidFill>
            <a:ln w="25432" cap="flat">
              <a:noFill/>
              <a:prstDash val="solid"/>
              <a:miter/>
            </a:ln>
          </p:spPr>
          <p:txBody>
            <a:bodyPr/>
            <a:lstStyle/>
            <a:p>
              <a:endParaRPr lang="en-US"/>
            </a:p>
          </p:txBody>
        </p:sp>
        <p:sp>
          <p:nvSpPr>
            <p:cNvPr id="63" name="Rectangle 62">
              <a:extLst>
                <a:ext uri="{FF2B5EF4-FFF2-40B4-BE49-F238E27FC236}">
                  <a16:creationId xmlns:a16="http://schemas.microsoft.com/office/drawing/2014/main" id="{71644468-7449-8E8B-FF27-E6F09D4E0AAA}"/>
                </a:ext>
              </a:extLst>
            </p:cNvPr>
            <p:cNvSpPr/>
            <p:nvPr>
              <p:custDataLst>
                <p:tags r:id="rId48"/>
              </p:custDataLst>
            </p:nvPr>
          </p:nvSpPr>
          <p:spPr>
            <a:xfrm>
              <a:off x="11198463" y="4411568"/>
              <a:ext cx="328248" cy="10204"/>
            </a:xfrm>
            <a:prstGeom prst="rect">
              <a:avLst/>
            </a:prstGeom>
            <a:solidFill>
              <a:schemeClr val="bg1"/>
            </a:solidFill>
            <a:ln w="25432" cap="flat">
              <a:noFill/>
              <a:prstDash val="solid"/>
              <a:miter/>
            </a:ln>
          </p:spPr>
          <p:txBody>
            <a:bodyPr/>
            <a:lstStyle/>
            <a:p>
              <a:endParaRPr lang="en-US"/>
            </a:p>
          </p:txBody>
        </p:sp>
        <p:sp>
          <p:nvSpPr>
            <p:cNvPr id="640" name="Freeform: Shape 639">
              <a:extLst>
                <a:ext uri="{FF2B5EF4-FFF2-40B4-BE49-F238E27FC236}">
                  <a16:creationId xmlns:a16="http://schemas.microsoft.com/office/drawing/2014/main" id="{BA641B21-3C80-C747-357E-5EA9370B128F}"/>
                </a:ext>
              </a:extLst>
            </p:cNvPr>
            <p:cNvSpPr/>
            <p:nvPr>
              <p:custDataLst>
                <p:tags r:id="rId49"/>
              </p:custDataLst>
            </p:nvPr>
          </p:nvSpPr>
          <p:spPr>
            <a:xfrm>
              <a:off x="11209091" y="4440917"/>
              <a:ext cx="101675" cy="131083"/>
            </a:xfrm>
            <a:custGeom>
              <a:avLst/>
              <a:gdLst>
                <a:gd name="csX0" fmla="*/ 82752 w 101675"/>
                <a:gd name="csY0" fmla="*/ 67215 h 131083"/>
                <a:gd name="csX1" fmla="*/ 55650 w 101675"/>
                <a:gd name="csY1" fmla="*/ 46142 h 131083"/>
                <a:gd name="csX2" fmla="*/ 3927 w 101675"/>
                <a:gd name="csY2" fmla="*/ 80966 h 131083"/>
                <a:gd name="csX3" fmla="*/ 384 w 101675"/>
                <a:gd name="csY3" fmla="*/ 98468 h 131083"/>
                <a:gd name="csX4" fmla="*/ 37582 w 101675"/>
                <a:gd name="csY4" fmla="*/ 131149 h 131083"/>
                <a:gd name="csX5" fmla="*/ 102060 w 101675"/>
                <a:gd name="csY5" fmla="*/ 48106 h 131083"/>
                <a:gd name="csX6" fmla="*/ 58484 w 101675"/>
                <a:gd name="csY6" fmla="*/ 66 h 131083"/>
                <a:gd name="csX7" fmla="*/ 21640 w 101675"/>
                <a:gd name="csY7" fmla="*/ 28819 h 131083"/>
                <a:gd name="csX8" fmla="*/ 28726 w 101675"/>
                <a:gd name="csY8" fmla="*/ 35248 h 131083"/>
                <a:gd name="csX9" fmla="*/ 38645 w 101675"/>
                <a:gd name="csY9" fmla="*/ 25425 h 131083"/>
                <a:gd name="csX10" fmla="*/ 31737 w 101675"/>
                <a:gd name="csY10" fmla="*/ 18639 h 131083"/>
                <a:gd name="csX11" fmla="*/ 58130 w 101675"/>
                <a:gd name="csY11" fmla="*/ 5245 h 131083"/>
                <a:gd name="csX12" fmla="*/ 87180 w 101675"/>
                <a:gd name="csY12" fmla="*/ 38998 h 131083"/>
                <a:gd name="csX13" fmla="*/ 82929 w 101675"/>
                <a:gd name="csY13" fmla="*/ 67215 h 131083"/>
                <a:gd name="csX14" fmla="*/ 82752 w 101675"/>
                <a:gd name="csY14" fmla="*/ 67215 h 131083"/>
                <a:gd name="csX15" fmla="*/ 37937 w 101675"/>
                <a:gd name="csY15" fmla="*/ 125434 h 131083"/>
                <a:gd name="csX16" fmla="*/ 15617 w 101675"/>
                <a:gd name="csY16" fmla="*/ 104718 h 131083"/>
                <a:gd name="csX17" fmla="*/ 22172 w 101675"/>
                <a:gd name="csY17" fmla="*/ 75787 h 131083"/>
                <a:gd name="csX18" fmla="*/ 56359 w 101675"/>
                <a:gd name="csY18" fmla="*/ 51142 h 131083"/>
                <a:gd name="csX19" fmla="*/ 79209 w 101675"/>
                <a:gd name="csY19" fmla="*/ 75430 h 131083"/>
                <a:gd name="csX20" fmla="*/ 37937 w 101675"/>
                <a:gd name="csY20" fmla="*/ 125434 h 131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01675" h="131083">
                  <a:moveTo>
                    <a:pt x="82752" y="67215"/>
                  </a:moveTo>
                  <a:cubicBezTo>
                    <a:pt x="80272" y="56857"/>
                    <a:pt x="72301" y="46142"/>
                    <a:pt x="55650" y="46142"/>
                  </a:cubicBezTo>
                  <a:cubicBezTo>
                    <a:pt x="30851" y="46142"/>
                    <a:pt x="10303" y="64893"/>
                    <a:pt x="3927" y="80966"/>
                  </a:cubicBezTo>
                  <a:cubicBezTo>
                    <a:pt x="2864" y="84002"/>
                    <a:pt x="384" y="91324"/>
                    <a:pt x="384" y="98468"/>
                  </a:cubicBezTo>
                  <a:cubicBezTo>
                    <a:pt x="384" y="110790"/>
                    <a:pt x="9949" y="131149"/>
                    <a:pt x="37582" y="131149"/>
                  </a:cubicBezTo>
                  <a:cubicBezTo>
                    <a:pt x="83460" y="131149"/>
                    <a:pt x="102060" y="73465"/>
                    <a:pt x="102060" y="48106"/>
                  </a:cubicBezTo>
                  <a:cubicBezTo>
                    <a:pt x="102060" y="17568"/>
                    <a:pt x="82221" y="66"/>
                    <a:pt x="58484" y="66"/>
                  </a:cubicBezTo>
                  <a:cubicBezTo>
                    <a:pt x="29611" y="66"/>
                    <a:pt x="21640" y="23282"/>
                    <a:pt x="21640" y="28819"/>
                  </a:cubicBezTo>
                  <a:cubicBezTo>
                    <a:pt x="21640" y="30247"/>
                    <a:pt x="22526" y="35248"/>
                    <a:pt x="28726" y="35248"/>
                  </a:cubicBezTo>
                  <a:cubicBezTo>
                    <a:pt x="34925" y="35248"/>
                    <a:pt x="38645" y="29711"/>
                    <a:pt x="38645" y="25425"/>
                  </a:cubicBezTo>
                  <a:cubicBezTo>
                    <a:pt x="38645" y="20604"/>
                    <a:pt x="35102" y="18996"/>
                    <a:pt x="31737" y="18639"/>
                  </a:cubicBezTo>
                  <a:cubicBezTo>
                    <a:pt x="40594" y="5245"/>
                    <a:pt x="55119" y="5245"/>
                    <a:pt x="58130" y="5245"/>
                  </a:cubicBezTo>
                  <a:cubicBezTo>
                    <a:pt x="71415" y="5245"/>
                    <a:pt x="87180" y="13639"/>
                    <a:pt x="87180" y="38998"/>
                  </a:cubicBezTo>
                  <a:cubicBezTo>
                    <a:pt x="87180" y="46677"/>
                    <a:pt x="86295" y="52928"/>
                    <a:pt x="82929" y="67215"/>
                  </a:cubicBezTo>
                  <a:lnTo>
                    <a:pt x="82752" y="67215"/>
                  </a:lnTo>
                  <a:close/>
                  <a:moveTo>
                    <a:pt x="37937" y="125434"/>
                  </a:moveTo>
                  <a:cubicBezTo>
                    <a:pt x="17920" y="125434"/>
                    <a:pt x="15617" y="110255"/>
                    <a:pt x="15617" y="104718"/>
                  </a:cubicBezTo>
                  <a:cubicBezTo>
                    <a:pt x="15617" y="97753"/>
                    <a:pt x="20400" y="80252"/>
                    <a:pt x="22172" y="75787"/>
                  </a:cubicBezTo>
                  <a:cubicBezTo>
                    <a:pt x="25360" y="67572"/>
                    <a:pt x="36342" y="51142"/>
                    <a:pt x="56359" y="51142"/>
                  </a:cubicBezTo>
                  <a:cubicBezTo>
                    <a:pt x="73541" y="51142"/>
                    <a:pt x="79209" y="64715"/>
                    <a:pt x="79209" y="75430"/>
                  </a:cubicBezTo>
                  <a:cubicBezTo>
                    <a:pt x="79209" y="87395"/>
                    <a:pt x="67695" y="125434"/>
                    <a:pt x="37937" y="125434"/>
                  </a:cubicBezTo>
                  <a:close/>
                </a:path>
              </a:pathLst>
            </a:custGeom>
            <a:solidFill>
              <a:schemeClr val="bg1"/>
            </a:solidFill>
            <a:ln w="25432" cap="flat">
              <a:noFill/>
              <a:prstDash val="solid"/>
              <a:miter/>
            </a:ln>
          </p:spPr>
          <p:txBody>
            <a:bodyPr/>
            <a:lstStyle/>
            <a:p>
              <a:endParaRPr lang="en-US"/>
            </a:p>
          </p:txBody>
        </p:sp>
        <p:sp>
          <p:nvSpPr>
            <p:cNvPr id="641" name="Freeform: Shape 640">
              <a:extLst>
                <a:ext uri="{FF2B5EF4-FFF2-40B4-BE49-F238E27FC236}">
                  <a16:creationId xmlns:a16="http://schemas.microsoft.com/office/drawing/2014/main" id="{4336B1E8-F3D8-5272-D191-2B531211B979}"/>
                </a:ext>
              </a:extLst>
            </p:cNvPr>
            <p:cNvSpPr/>
            <p:nvPr>
              <p:custDataLst>
                <p:tags r:id="rId50"/>
              </p:custDataLst>
            </p:nvPr>
          </p:nvSpPr>
          <p:spPr>
            <a:xfrm>
              <a:off x="11325926" y="4489671"/>
              <a:ext cx="94767" cy="80543"/>
            </a:xfrm>
            <a:custGeom>
              <a:avLst/>
              <a:gdLst>
                <a:gd name="csX0" fmla="*/ 35993 w 94767"/>
                <a:gd name="csY0" fmla="*/ 59893 h 80543"/>
                <a:gd name="csX1" fmla="*/ 19342 w 94767"/>
                <a:gd name="csY1" fmla="*/ 75609 h 80543"/>
                <a:gd name="csX2" fmla="*/ 9777 w 94767"/>
                <a:gd name="csY2" fmla="*/ 73108 h 80543"/>
                <a:gd name="csX3" fmla="*/ 17571 w 94767"/>
                <a:gd name="csY3" fmla="*/ 63286 h 80543"/>
                <a:gd name="csX4" fmla="*/ 10485 w 94767"/>
                <a:gd name="csY4" fmla="*/ 56678 h 80543"/>
                <a:gd name="csX5" fmla="*/ 389 w 94767"/>
                <a:gd name="csY5" fmla="*/ 67572 h 80543"/>
                <a:gd name="csX6" fmla="*/ 18988 w 94767"/>
                <a:gd name="csY6" fmla="*/ 80609 h 80543"/>
                <a:gd name="csX7" fmla="*/ 38827 w 94767"/>
                <a:gd name="csY7" fmla="*/ 67929 h 80543"/>
                <a:gd name="csX8" fmla="*/ 59906 w 94767"/>
                <a:gd name="csY8" fmla="*/ 80609 h 80543"/>
                <a:gd name="csX9" fmla="*/ 91082 w 94767"/>
                <a:gd name="csY9" fmla="*/ 53285 h 80543"/>
                <a:gd name="csX10" fmla="*/ 88248 w 94767"/>
                <a:gd name="csY10" fmla="*/ 50963 h 80543"/>
                <a:gd name="csX11" fmla="*/ 84882 w 94767"/>
                <a:gd name="csY11" fmla="*/ 53999 h 80543"/>
                <a:gd name="csX12" fmla="*/ 60615 w 94767"/>
                <a:gd name="csY12" fmla="*/ 75609 h 80543"/>
                <a:gd name="csX13" fmla="*/ 49809 w 94767"/>
                <a:gd name="csY13" fmla="*/ 64000 h 80543"/>
                <a:gd name="csX14" fmla="*/ 59020 w 94767"/>
                <a:gd name="csY14" fmla="*/ 23282 h 80543"/>
                <a:gd name="csX15" fmla="*/ 76380 w 94767"/>
                <a:gd name="csY15" fmla="*/ 5066 h 80543"/>
                <a:gd name="csX16" fmla="*/ 85945 w 94767"/>
                <a:gd name="csY16" fmla="*/ 7567 h 80543"/>
                <a:gd name="csX17" fmla="*/ 78151 w 94767"/>
                <a:gd name="csY17" fmla="*/ 17389 h 80543"/>
                <a:gd name="csX18" fmla="*/ 85237 w 94767"/>
                <a:gd name="csY18" fmla="*/ 23997 h 80543"/>
                <a:gd name="csX19" fmla="*/ 95156 w 94767"/>
                <a:gd name="csY19" fmla="*/ 13103 h 80543"/>
                <a:gd name="csX20" fmla="*/ 76734 w 94767"/>
                <a:gd name="csY20" fmla="*/ 66 h 80543"/>
                <a:gd name="csX21" fmla="*/ 56895 w 94767"/>
                <a:gd name="csY21" fmla="*/ 12746 h 80543"/>
                <a:gd name="csX22" fmla="*/ 35638 w 94767"/>
                <a:gd name="csY22" fmla="*/ 66 h 80543"/>
                <a:gd name="csX23" fmla="*/ 4463 w 94767"/>
                <a:gd name="csY23" fmla="*/ 27390 h 80543"/>
                <a:gd name="csX24" fmla="*/ 7474 w 94767"/>
                <a:gd name="csY24" fmla="*/ 29711 h 80543"/>
                <a:gd name="csX25" fmla="*/ 10840 w 94767"/>
                <a:gd name="csY25" fmla="*/ 26675 h 80543"/>
                <a:gd name="csX26" fmla="*/ 35107 w 94767"/>
                <a:gd name="csY26" fmla="*/ 5066 h 80543"/>
                <a:gd name="csX27" fmla="*/ 45735 w 94767"/>
                <a:gd name="csY27" fmla="*/ 16853 h 80543"/>
                <a:gd name="csX28" fmla="*/ 42015 w 94767"/>
                <a:gd name="csY28" fmla="*/ 35426 h 80543"/>
                <a:gd name="csX29" fmla="*/ 35993 w 94767"/>
                <a:gd name="csY29" fmla="*/ 59893 h 80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4767" h="80543">
                  <a:moveTo>
                    <a:pt x="35993" y="59893"/>
                  </a:moveTo>
                  <a:cubicBezTo>
                    <a:pt x="34221" y="65965"/>
                    <a:pt x="28376" y="75609"/>
                    <a:pt x="19342" y="75609"/>
                  </a:cubicBezTo>
                  <a:cubicBezTo>
                    <a:pt x="18811" y="75609"/>
                    <a:pt x="13497" y="75609"/>
                    <a:pt x="9777" y="73108"/>
                  </a:cubicBezTo>
                  <a:cubicBezTo>
                    <a:pt x="17039" y="70787"/>
                    <a:pt x="17571" y="64357"/>
                    <a:pt x="17571" y="63286"/>
                  </a:cubicBezTo>
                  <a:cubicBezTo>
                    <a:pt x="17571" y="59357"/>
                    <a:pt x="14559" y="56678"/>
                    <a:pt x="10485" y="56678"/>
                  </a:cubicBezTo>
                  <a:cubicBezTo>
                    <a:pt x="5525" y="56678"/>
                    <a:pt x="389" y="60964"/>
                    <a:pt x="389" y="67572"/>
                  </a:cubicBezTo>
                  <a:cubicBezTo>
                    <a:pt x="389" y="76501"/>
                    <a:pt x="10308" y="80609"/>
                    <a:pt x="18988" y="80609"/>
                  </a:cubicBezTo>
                  <a:cubicBezTo>
                    <a:pt x="27136" y="80609"/>
                    <a:pt x="34399" y="75430"/>
                    <a:pt x="38827" y="67929"/>
                  </a:cubicBezTo>
                  <a:cubicBezTo>
                    <a:pt x="43078" y="77394"/>
                    <a:pt x="52821" y="80609"/>
                    <a:pt x="59906" y="80609"/>
                  </a:cubicBezTo>
                  <a:cubicBezTo>
                    <a:pt x="80277" y="80609"/>
                    <a:pt x="91082" y="58285"/>
                    <a:pt x="91082" y="53285"/>
                  </a:cubicBezTo>
                  <a:cubicBezTo>
                    <a:pt x="91082" y="50963"/>
                    <a:pt x="88779" y="50963"/>
                    <a:pt x="88248" y="50963"/>
                  </a:cubicBezTo>
                  <a:cubicBezTo>
                    <a:pt x="85768" y="50963"/>
                    <a:pt x="85591" y="51856"/>
                    <a:pt x="84882" y="53999"/>
                  </a:cubicBezTo>
                  <a:cubicBezTo>
                    <a:pt x="81162" y="66322"/>
                    <a:pt x="70534" y="75609"/>
                    <a:pt x="60615" y="75609"/>
                  </a:cubicBezTo>
                  <a:cubicBezTo>
                    <a:pt x="53529" y="75609"/>
                    <a:pt x="49809" y="70787"/>
                    <a:pt x="49809" y="64000"/>
                  </a:cubicBezTo>
                  <a:cubicBezTo>
                    <a:pt x="49809" y="59357"/>
                    <a:pt x="54061" y="43106"/>
                    <a:pt x="59020" y="23282"/>
                  </a:cubicBezTo>
                  <a:cubicBezTo>
                    <a:pt x="62563" y="9531"/>
                    <a:pt x="70534" y="5066"/>
                    <a:pt x="76380" y="5066"/>
                  </a:cubicBezTo>
                  <a:cubicBezTo>
                    <a:pt x="76734" y="5066"/>
                    <a:pt x="82225" y="5066"/>
                    <a:pt x="85945" y="7567"/>
                  </a:cubicBezTo>
                  <a:cubicBezTo>
                    <a:pt x="80277" y="9174"/>
                    <a:pt x="78151" y="14174"/>
                    <a:pt x="78151" y="17389"/>
                  </a:cubicBezTo>
                  <a:cubicBezTo>
                    <a:pt x="78151" y="21318"/>
                    <a:pt x="81162" y="23997"/>
                    <a:pt x="85237" y="23997"/>
                  </a:cubicBezTo>
                  <a:cubicBezTo>
                    <a:pt x="89311" y="23997"/>
                    <a:pt x="95156" y="20604"/>
                    <a:pt x="95156" y="13103"/>
                  </a:cubicBezTo>
                  <a:cubicBezTo>
                    <a:pt x="95156" y="3102"/>
                    <a:pt x="83819" y="66"/>
                    <a:pt x="76734" y="66"/>
                  </a:cubicBezTo>
                  <a:cubicBezTo>
                    <a:pt x="67877" y="66"/>
                    <a:pt x="60792" y="5959"/>
                    <a:pt x="56895" y="12746"/>
                  </a:cubicBezTo>
                  <a:cubicBezTo>
                    <a:pt x="53706" y="5424"/>
                    <a:pt x="45558" y="66"/>
                    <a:pt x="35638" y="66"/>
                  </a:cubicBezTo>
                  <a:cubicBezTo>
                    <a:pt x="15799" y="66"/>
                    <a:pt x="4463" y="22032"/>
                    <a:pt x="4463" y="27390"/>
                  </a:cubicBezTo>
                  <a:cubicBezTo>
                    <a:pt x="4463" y="29711"/>
                    <a:pt x="6943" y="29711"/>
                    <a:pt x="7474" y="29711"/>
                  </a:cubicBezTo>
                  <a:cubicBezTo>
                    <a:pt x="9777" y="29711"/>
                    <a:pt x="9954" y="28997"/>
                    <a:pt x="10840" y="26675"/>
                  </a:cubicBezTo>
                  <a:cubicBezTo>
                    <a:pt x="15268" y="12746"/>
                    <a:pt x="26427" y="5066"/>
                    <a:pt x="35107" y="5066"/>
                  </a:cubicBezTo>
                  <a:cubicBezTo>
                    <a:pt x="40953" y="5066"/>
                    <a:pt x="45735" y="8281"/>
                    <a:pt x="45735" y="16853"/>
                  </a:cubicBezTo>
                  <a:cubicBezTo>
                    <a:pt x="45735" y="20425"/>
                    <a:pt x="43610" y="29354"/>
                    <a:pt x="42015" y="35426"/>
                  </a:cubicBezTo>
                  <a:lnTo>
                    <a:pt x="35993" y="59893"/>
                  </a:lnTo>
                  <a:close/>
                </a:path>
              </a:pathLst>
            </a:custGeom>
            <a:solidFill>
              <a:schemeClr val="bg1"/>
            </a:solidFill>
            <a:ln w="25432" cap="flat">
              <a:noFill/>
              <a:prstDash val="solid"/>
              <a:miter/>
            </a:ln>
          </p:spPr>
          <p:txBody>
            <a:bodyPr/>
            <a:lstStyle/>
            <a:p>
              <a:endParaRPr lang="en-US"/>
            </a:p>
          </p:txBody>
        </p:sp>
        <p:sp>
          <p:nvSpPr>
            <p:cNvPr id="642" name="Freeform: Shape 641">
              <a:extLst>
                <a:ext uri="{FF2B5EF4-FFF2-40B4-BE49-F238E27FC236}">
                  <a16:creationId xmlns:a16="http://schemas.microsoft.com/office/drawing/2014/main" id="{18B6405B-2516-C3A9-27AD-139CE4F5FCFD}"/>
                </a:ext>
              </a:extLst>
            </p:cNvPr>
            <p:cNvSpPr/>
            <p:nvPr>
              <p:custDataLst>
                <p:tags r:id="rId51"/>
              </p:custDataLst>
            </p:nvPr>
          </p:nvSpPr>
          <p:spPr>
            <a:xfrm>
              <a:off x="11436857" y="4508857"/>
              <a:ext cx="59846" cy="111234"/>
            </a:xfrm>
            <a:custGeom>
              <a:avLst/>
              <a:gdLst>
                <a:gd name="csX0" fmla="*/ 60240 w 59846"/>
                <a:gd name="csY0" fmla="*/ 5552 h 111234"/>
                <a:gd name="csX1" fmla="*/ 54672 w 59846"/>
                <a:gd name="csY1" fmla="*/ 67 h 111234"/>
                <a:gd name="csX2" fmla="*/ 46828 w 59846"/>
                <a:gd name="csY2" fmla="*/ 7721 h 111234"/>
                <a:gd name="csX3" fmla="*/ 52395 w 59846"/>
                <a:gd name="csY3" fmla="*/ 13206 h 111234"/>
                <a:gd name="csX4" fmla="*/ 60240 w 59846"/>
                <a:gd name="csY4" fmla="*/ 5552 h 111234"/>
                <a:gd name="csX5" fmla="*/ 32657 w 59846"/>
                <a:gd name="csY5" fmla="*/ 90891 h 111234"/>
                <a:gd name="csX6" fmla="*/ 14564 w 59846"/>
                <a:gd name="csY6" fmla="*/ 106964 h 111234"/>
                <a:gd name="csX7" fmla="*/ 10009 w 59846"/>
                <a:gd name="csY7" fmla="*/ 106327 h 111234"/>
                <a:gd name="csX8" fmla="*/ 13931 w 59846"/>
                <a:gd name="csY8" fmla="*/ 99566 h 111234"/>
                <a:gd name="csX9" fmla="*/ 8238 w 59846"/>
                <a:gd name="csY9" fmla="*/ 94336 h 111234"/>
                <a:gd name="csX10" fmla="*/ 393 w 59846"/>
                <a:gd name="csY10" fmla="*/ 102500 h 111234"/>
                <a:gd name="csX11" fmla="*/ 14690 w 59846"/>
                <a:gd name="csY11" fmla="*/ 111302 h 111234"/>
                <a:gd name="csX12" fmla="*/ 43665 w 59846"/>
                <a:gd name="csY12" fmla="*/ 91019 h 111234"/>
                <a:gd name="csX13" fmla="*/ 55052 w 59846"/>
                <a:gd name="csY13" fmla="*/ 45352 h 111234"/>
                <a:gd name="csX14" fmla="*/ 55685 w 59846"/>
                <a:gd name="csY14" fmla="*/ 41142 h 111234"/>
                <a:gd name="csX15" fmla="*/ 40122 w 59846"/>
                <a:gd name="csY15" fmla="*/ 28769 h 111234"/>
                <a:gd name="csX16" fmla="*/ 15450 w 59846"/>
                <a:gd name="csY16" fmla="*/ 48541 h 111234"/>
                <a:gd name="csX17" fmla="*/ 18107 w 59846"/>
                <a:gd name="csY17" fmla="*/ 50327 h 111234"/>
                <a:gd name="csX18" fmla="*/ 20890 w 59846"/>
                <a:gd name="csY18" fmla="*/ 48541 h 111234"/>
                <a:gd name="csX19" fmla="*/ 39616 w 59846"/>
                <a:gd name="csY19" fmla="*/ 33106 h 111234"/>
                <a:gd name="csX20" fmla="*/ 44930 w 59846"/>
                <a:gd name="csY20" fmla="*/ 39866 h 111234"/>
                <a:gd name="csX21" fmla="*/ 44550 w 59846"/>
                <a:gd name="csY21" fmla="*/ 43183 h 111234"/>
                <a:gd name="csX22" fmla="*/ 32657 w 59846"/>
                <a:gd name="csY22" fmla="*/ 90891 h 1112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59846" h="111234">
                  <a:moveTo>
                    <a:pt x="60240" y="5552"/>
                  </a:moveTo>
                  <a:cubicBezTo>
                    <a:pt x="60240" y="2618"/>
                    <a:pt x="58089" y="67"/>
                    <a:pt x="54672" y="67"/>
                  </a:cubicBezTo>
                  <a:cubicBezTo>
                    <a:pt x="50750" y="67"/>
                    <a:pt x="46828" y="3894"/>
                    <a:pt x="46828" y="7721"/>
                  </a:cubicBezTo>
                  <a:cubicBezTo>
                    <a:pt x="46828" y="10782"/>
                    <a:pt x="49232" y="13206"/>
                    <a:pt x="52395" y="13206"/>
                  </a:cubicBezTo>
                  <a:cubicBezTo>
                    <a:pt x="56697" y="13206"/>
                    <a:pt x="60240" y="9124"/>
                    <a:pt x="60240" y="5552"/>
                  </a:cubicBezTo>
                  <a:close/>
                  <a:moveTo>
                    <a:pt x="32657" y="90891"/>
                  </a:moveTo>
                  <a:cubicBezTo>
                    <a:pt x="30253" y="100586"/>
                    <a:pt x="22282" y="106964"/>
                    <a:pt x="14564" y="106964"/>
                  </a:cubicBezTo>
                  <a:cubicBezTo>
                    <a:pt x="12413" y="106964"/>
                    <a:pt x="11021" y="106582"/>
                    <a:pt x="10009" y="106327"/>
                  </a:cubicBezTo>
                  <a:cubicBezTo>
                    <a:pt x="13046" y="104541"/>
                    <a:pt x="13931" y="101224"/>
                    <a:pt x="13931" y="99566"/>
                  </a:cubicBezTo>
                  <a:cubicBezTo>
                    <a:pt x="13931" y="97397"/>
                    <a:pt x="12413" y="94336"/>
                    <a:pt x="8238" y="94336"/>
                  </a:cubicBezTo>
                  <a:cubicBezTo>
                    <a:pt x="3936" y="94336"/>
                    <a:pt x="393" y="98290"/>
                    <a:pt x="393" y="102500"/>
                  </a:cubicBezTo>
                  <a:cubicBezTo>
                    <a:pt x="393" y="107985"/>
                    <a:pt x="6087" y="111302"/>
                    <a:pt x="14690" y="111302"/>
                  </a:cubicBezTo>
                  <a:cubicBezTo>
                    <a:pt x="23294" y="111302"/>
                    <a:pt x="39742" y="106837"/>
                    <a:pt x="43665" y="91019"/>
                  </a:cubicBezTo>
                  <a:lnTo>
                    <a:pt x="55052" y="45352"/>
                  </a:lnTo>
                  <a:cubicBezTo>
                    <a:pt x="55305" y="44076"/>
                    <a:pt x="55685" y="42928"/>
                    <a:pt x="55685" y="41142"/>
                  </a:cubicBezTo>
                  <a:cubicBezTo>
                    <a:pt x="55685" y="33871"/>
                    <a:pt x="48979" y="28769"/>
                    <a:pt x="40122" y="28769"/>
                  </a:cubicBezTo>
                  <a:cubicBezTo>
                    <a:pt x="24812" y="28769"/>
                    <a:pt x="15450" y="45989"/>
                    <a:pt x="15450" y="48541"/>
                  </a:cubicBezTo>
                  <a:cubicBezTo>
                    <a:pt x="15450" y="50327"/>
                    <a:pt x="17474" y="50327"/>
                    <a:pt x="18107" y="50327"/>
                  </a:cubicBezTo>
                  <a:cubicBezTo>
                    <a:pt x="20004" y="50327"/>
                    <a:pt x="20258" y="49816"/>
                    <a:pt x="20890" y="48541"/>
                  </a:cubicBezTo>
                  <a:cubicBezTo>
                    <a:pt x="26710" y="36040"/>
                    <a:pt x="35314" y="33106"/>
                    <a:pt x="39616" y="33106"/>
                  </a:cubicBezTo>
                  <a:cubicBezTo>
                    <a:pt x="44677" y="33106"/>
                    <a:pt x="44930" y="37698"/>
                    <a:pt x="44930" y="39866"/>
                  </a:cubicBezTo>
                  <a:cubicBezTo>
                    <a:pt x="44930" y="41652"/>
                    <a:pt x="44803" y="42163"/>
                    <a:pt x="44550" y="43183"/>
                  </a:cubicBezTo>
                  <a:lnTo>
                    <a:pt x="32657" y="90891"/>
                  </a:lnTo>
                  <a:close/>
                </a:path>
              </a:pathLst>
            </a:custGeom>
            <a:solidFill>
              <a:schemeClr val="bg1"/>
            </a:solidFill>
            <a:ln w="25432" cap="flat">
              <a:noFill/>
              <a:prstDash val="solid"/>
              <a:miter/>
            </a:ln>
          </p:spPr>
          <p:txBody>
            <a:bodyPr/>
            <a:lstStyle/>
            <a:p>
              <a:endParaRPr lang="en-US"/>
            </a:p>
          </p:txBody>
        </p:sp>
        <p:sp>
          <p:nvSpPr>
            <p:cNvPr id="643" name="Rectangle 642">
              <a:extLst>
                <a:ext uri="{FF2B5EF4-FFF2-40B4-BE49-F238E27FC236}">
                  <a16:creationId xmlns:a16="http://schemas.microsoft.com/office/drawing/2014/main" id="{68781C5C-1805-DBEB-0E64-EC2991B2ECE8}"/>
                </a:ext>
              </a:extLst>
            </p:cNvPr>
            <p:cNvSpPr/>
            <p:nvPr>
              <p:custDataLst>
                <p:tags r:id="rId52"/>
              </p:custDataLst>
            </p:nvPr>
          </p:nvSpPr>
          <p:spPr>
            <a:xfrm>
              <a:off x="11720477" y="4242619"/>
              <a:ext cx="10121" cy="376125"/>
            </a:xfrm>
            <a:prstGeom prst="rect">
              <a:avLst/>
            </a:prstGeom>
            <a:solidFill>
              <a:schemeClr val="bg1"/>
            </a:solidFill>
            <a:ln w="25432" cap="flat">
              <a:noFill/>
              <a:prstDash val="solid"/>
              <a:miter/>
            </a:ln>
          </p:spPr>
          <p:txBody>
            <a:bodyPr/>
            <a:lstStyle/>
            <a:p>
              <a:endParaRPr lang="en-US"/>
            </a:p>
          </p:txBody>
        </p:sp>
        <p:sp>
          <p:nvSpPr>
            <p:cNvPr id="644" name="Rectangle 643">
              <a:extLst>
                <a:ext uri="{FF2B5EF4-FFF2-40B4-BE49-F238E27FC236}">
                  <a16:creationId xmlns:a16="http://schemas.microsoft.com/office/drawing/2014/main" id="{A4B1DE23-3EAF-51FD-822B-7B9C70937602}"/>
                </a:ext>
              </a:extLst>
            </p:cNvPr>
            <p:cNvSpPr/>
            <p:nvPr>
              <p:custDataLst>
                <p:tags r:id="rId53"/>
              </p:custDataLst>
            </p:nvPr>
          </p:nvSpPr>
          <p:spPr>
            <a:xfrm>
              <a:off x="3041172" y="4618745"/>
              <a:ext cx="8684365" cy="10204"/>
            </a:xfrm>
            <a:prstGeom prst="rect">
              <a:avLst/>
            </a:prstGeom>
            <a:solidFill>
              <a:schemeClr val="bg1"/>
            </a:solidFill>
            <a:ln w="25432" cap="flat">
              <a:noFill/>
              <a:prstDash val="solid"/>
              <a:miter/>
            </a:ln>
          </p:spPr>
          <p:txBody>
            <a:bodyPr/>
            <a:lstStyle/>
            <a:p>
              <a:endParaRPr lang="en-US"/>
            </a:p>
          </p:txBody>
        </p:sp>
        <p:sp>
          <p:nvSpPr>
            <p:cNvPr id="645" name="Rectangle 644">
              <a:extLst>
                <a:ext uri="{FF2B5EF4-FFF2-40B4-BE49-F238E27FC236}">
                  <a16:creationId xmlns:a16="http://schemas.microsoft.com/office/drawing/2014/main" id="{6A273140-D24D-EB02-CEB3-BCB8AFB156D9}"/>
                </a:ext>
              </a:extLst>
            </p:cNvPr>
            <p:cNvSpPr/>
            <p:nvPr>
              <p:custDataLst>
                <p:tags r:id="rId54"/>
              </p:custDataLst>
            </p:nvPr>
          </p:nvSpPr>
          <p:spPr>
            <a:xfrm>
              <a:off x="3036111" y="4628950"/>
              <a:ext cx="10121" cy="432028"/>
            </a:xfrm>
            <a:prstGeom prst="rect">
              <a:avLst/>
            </a:prstGeom>
            <a:solidFill>
              <a:schemeClr val="bg1"/>
            </a:solidFill>
            <a:ln w="25432" cap="flat">
              <a:noFill/>
              <a:prstDash val="solid"/>
              <a:miter/>
            </a:ln>
          </p:spPr>
          <p:txBody>
            <a:bodyPr/>
            <a:lstStyle/>
            <a:p>
              <a:endParaRPr lang="en-US"/>
            </a:p>
          </p:txBody>
        </p:sp>
        <p:sp>
          <p:nvSpPr>
            <p:cNvPr id="646" name="Freeform: Shape 645">
              <a:extLst>
                <a:ext uri="{FF2B5EF4-FFF2-40B4-BE49-F238E27FC236}">
                  <a16:creationId xmlns:a16="http://schemas.microsoft.com/office/drawing/2014/main" id="{836DFC67-0CB6-48A6-DD0C-8CAF2BE7B028}"/>
                </a:ext>
              </a:extLst>
            </p:cNvPr>
            <p:cNvSpPr/>
            <p:nvPr>
              <p:custDataLst>
                <p:tags r:id="rId55"/>
              </p:custDataLst>
            </p:nvPr>
          </p:nvSpPr>
          <p:spPr>
            <a:xfrm>
              <a:off x="3201353" y="4754488"/>
              <a:ext cx="138925" cy="174250"/>
            </a:xfrm>
            <a:custGeom>
              <a:avLst/>
              <a:gdLst>
                <a:gd name="csX0" fmla="*/ 138994 w 138925"/>
                <a:gd name="csY0" fmla="*/ 108508 h 174250"/>
                <a:gd name="csX1" fmla="*/ 132667 w 138925"/>
                <a:gd name="csY1" fmla="*/ 108508 h 174250"/>
                <a:gd name="csX2" fmla="*/ 81804 w 138925"/>
                <a:gd name="csY2" fmla="*/ 166422 h 174250"/>
                <a:gd name="csX3" fmla="*/ 61054 w 138925"/>
                <a:gd name="csY3" fmla="*/ 166422 h 174250"/>
                <a:gd name="csX4" fmla="*/ 48654 w 138925"/>
                <a:gd name="csY4" fmla="*/ 156217 h 174250"/>
                <a:gd name="csX5" fmla="*/ 48654 w 138925"/>
                <a:gd name="csY5" fmla="*/ 20235 h 174250"/>
                <a:gd name="csX6" fmla="*/ 72694 w 138925"/>
                <a:gd name="csY6" fmla="*/ 7989 h 174250"/>
                <a:gd name="csX7" fmla="*/ 81045 w 138925"/>
                <a:gd name="csY7" fmla="*/ 7989 h 174250"/>
                <a:gd name="csX8" fmla="*/ 81045 w 138925"/>
                <a:gd name="csY8" fmla="*/ 80 h 174250"/>
                <a:gd name="csX9" fmla="*/ 38532 w 138925"/>
                <a:gd name="csY9" fmla="*/ 845 h 174250"/>
                <a:gd name="csX10" fmla="*/ 69 w 138925"/>
                <a:gd name="csY10" fmla="*/ 80 h 174250"/>
                <a:gd name="csX11" fmla="*/ 69 w 138925"/>
                <a:gd name="csY11" fmla="*/ 7989 h 174250"/>
                <a:gd name="csX12" fmla="*/ 6142 w 138925"/>
                <a:gd name="csY12" fmla="*/ 7989 h 174250"/>
                <a:gd name="csX13" fmla="*/ 26133 w 138925"/>
                <a:gd name="csY13" fmla="*/ 19980 h 174250"/>
                <a:gd name="csX14" fmla="*/ 26133 w 138925"/>
                <a:gd name="csY14" fmla="*/ 154431 h 174250"/>
                <a:gd name="csX15" fmla="*/ 6142 w 138925"/>
                <a:gd name="csY15" fmla="*/ 166422 h 174250"/>
                <a:gd name="csX16" fmla="*/ 69 w 138925"/>
                <a:gd name="csY16" fmla="*/ 166422 h 174250"/>
                <a:gd name="csX17" fmla="*/ 69 w 138925"/>
                <a:gd name="csY17" fmla="*/ 174331 h 174250"/>
                <a:gd name="csX18" fmla="*/ 131908 w 138925"/>
                <a:gd name="csY18" fmla="*/ 174331 h 174250"/>
                <a:gd name="csX19" fmla="*/ 138994 w 138925"/>
                <a:gd name="csY19" fmla="*/ 108508 h 174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38925" h="174250">
                  <a:moveTo>
                    <a:pt x="138994" y="108508"/>
                  </a:moveTo>
                  <a:lnTo>
                    <a:pt x="132667" y="108508"/>
                  </a:lnTo>
                  <a:cubicBezTo>
                    <a:pt x="129884" y="134531"/>
                    <a:pt x="126341" y="166422"/>
                    <a:pt x="81804" y="166422"/>
                  </a:cubicBezTo>
                  <a:lnTo>
                    <a:pt x="61054" y="166422"/>
                  </a:lnTo>
                  <a:cubicBezTo>
                    <a:pt x="49161" y="166422"/>
                    <a:pt x="48654" y="164636"/>
                    <a:pt x="48654" y="156217"/>
                  </a:cubicBezTo>
                  <a:lnTo>
                    <a:pt x="48654" y="20235"/>
                  </a:lnTo>
                  <a:cubicBezTo>
                    <a:pt x="48654" y="11561"/>
                    <a:pt x="48654" y="7989"/>
                    <a:pt x="72694" y="7989"/>
                  </a:cubicBezTo>
                  <a:lnTo>
                    <a:pt x="81045" y="7989"/>
                  </a:lnTo>
                  <a:lnTo>
                    <a:pt x="81045" y="80"/>
                  </a:lnTo>
                  <a:cubicBezTo>
                    <a:pt x="71935" y="845"/>
                    <a:pt x="48908" y="845"/>
                    <a:pt x="38532" y="845"/>
                  </a:cubicBezTo>
                  <a:cubicBezTo>
                    <a:pt x="28663" y="845"/>
                    <a:pt x="8925" y="845"/>
                    <a:pt x="69" y="80"/>
                  </a:cubicBezTo>
                  <a:lnTo>
                    <a:pt x="69" y="7989"/>
                  </a:lnTo>
                  <a:lnTo>
                    <a:pt x="6142" y="7989"/>
                  </a:lnTo>
                  <a:cubicBezTo>
                    <a:pt x="25627" y="7989"/>
                    <a:pt x="26133" y="10795"/>
                    <a:pt x="26133" y="19980"/>
                  </a:cubicBezTo>
                  <a:lnTo>
                    <a:pt x="26133" y="154431"/>
                  </a:lnTo>
                  <a:cubicBezTo>
                    <a:pt x="26133" y="163615"/>
                    <a:pt x="25627" y="166422"/>
                    <a:pt x="6142" y="166422"/>
                  </a:cubicBezTo>
                  <a:lnTo>
                    <a:pt x="69" y="166422"/>
                  </a:lnTo>
                  <a:lnTo>
                    <a:pt x="69" y="174331"/>
                  </a:lnTo>
                  <a:lnTo>
                    <a:pt x="131908" y="174331"/>
                  </a:lnTo>
                  <a:lnTo>
                    <a:pt x="138994" y="108508"/>
                  </a:lnTo>
                  <a:close/>
                </a:path>
              </a:pathLst>
            </a:custGeom>
            <a:solidFill>
              <a:schemeClr val="bg1"/>
            </a:solidFill>
            <a:ln w="25432" cap="flat">
              <a:noFill/>
              <a:prstDash val="solid"/>
              <a:miter/>
            </a:ln>
          </p:spPr>
          <p:txBody>
            <a:bodyPr/>
            <a:lstStyle/>
            <a:p>
              <a:endParaRPr lang="en-US"/>
            </a:p>
          </p:txBody>
        </p:sp>
        <p:sp>
          <p:nvSpPr>
            <p:cNvPr id="647" name="Freeform: Shape 646">
              <a:extLst>
                <a:ext uri="{FF2B5EF4-FFF2-40B4-BE49-F238E27FC236}">
                  <a16:creationId xmlns:a16="http://schemas.microsoft.com/office/drawing/2014/main" id="{EC54F315-69F8-4A5F-005C-B8D421067A02}"/>
                </a:ext>
              </a:extLst>
            </p:cNvPr>
            <p:cNvSpPr/>
            <p:nvPr>
              <p:custDataLst>
                <p:tags r:id="rId56"/>
              </p:custDataLst>
            </p:nvPr>
          </p:nvSpPr>
          <p:spPr>
            <a:xfrm>
              <a:off x="3358246" y="4814443"/>
              <a:ext cx="112101" cy="117102"/>
            </a:xfrm>
            <a:custGeom>
              <a:avLst/>
              <a:gdLst>
                <a:gd name="csX0" fmla="*/ 112176 w 112101"/>
                <a:gd name="csY0" fmla="*/ 59779 h 117102"/>
                <a:gd name="csX1" fmla="*/ 56252 w 112101"/>
                <a:gd name="csY1" fmla="*/ 80 h 117102"/>
                <a:gd name="csX2" fmla="*/ 75 w 112101"/>
                <a:gd name="csY2" fmla="*/ 59779 h 117102"/>
                <a:gd name="csX3" fmla="*/ 55999 w 112101"/>
                <a:gd name="csY3" fmla="*/ 117182 h 117102"/>
                <a:gd name="csX4" fmla="*/ 112176 w 112101"/>
                <a:gd name="csY4" fmla="*/ 59779 h 117102"/>
                <a:gd name="csX5" fmla="*/ 56252 w 112101"/>
                <a:gd name="csY5" fmla="*/ 110804 h 117102"/>
                <a:gd name="csX6" fmla="*/ 27404 w 112101"/>
                <a:gd name="csY6" fmla="*/ 93711 h 117102"/>
                <a:gd name="csX7" fmla="*/ 21078 w 112101"/>
                <a:gd name="csY7" fmla="*/ 57738 h 117102"/>
                <a:gd name="csX8" fmla="*/ 27151 w 112101"/>
                <a:gd name="csY8" fmla="*/ 22786 h 117102"/>
                <a:gd name="csX9" fmla="*/ 55999 w 112101"/>
                <a:gd name="csY9" fmla="*/ 5693 h 117102"/>
                <a:gd name="csX10" fmla="*/ 84594 w 112101"/>
                <a:gd name="csY10" fmla="*/ 22276 h 117102"/>
                <a:gd name="csX11" fmla="*/ 91173 w 112101"/>
                <a:gd name="csY11" fmla="*/ 57738 h 117102"/>
                <a:gd name="csX12" fmla="*/ 85606 w 112101"/>
                <a:gd name="csY12" fmla="*/ 91925 h 117102"/>
                <a:gd name="csX13" fmla="*/ 56252 w 112101"/>
                <a:gd name="csY13" fmla="*/ 110804 h 117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2101" h="117102">
                  <a:moveTo>
                    <a:pt x="112176" y="59779"/>
                  </a:moveTo>
                  <a:cubicBezTo>
                    <a:pt x="112176" y="27123"/>
                    <a:pt x="86871" y="80"/>
                    <a:pt x="56252" y="80"/>
                  </a:cubicBezTo>
                  <a:cubicBezTo>
                    <a:pt x="24621" y="80"/>
                    <a:pt x="75" y="27889"/>
                    <a:pt x="75" y="59779"/>
                  </a:cubicBezTo>
                  <a:cubicBezTo>
                    <a:pt x="75" y="92690"/>
                    <a:pt x="26392" y="117182"/>
                    <a:pt x="55999" y="117182"/>
                  </a:cubicBezTo>
                  <a:cubicBezTo>
                    <a:pt x="86618" y="117182"/>
                    <a:pt x="112176" y="92180"/>
                    <a:pt x="112176" y="59779"/>
                  </a:cubicBezTo>
                  <a:close/>
                  <a:moveTo>
                    <a:pt x="56252" y="110804"/>
                  </a:moveTo>
                  <a:cubicBezTo>
                    <a:pt x="45371" y="110804"/>
                    <a:pt x="34237" y="105447"/>
                    <a:pt x="27404" y="93711"/>
                  </a:cubicBezTo>
                  <a:cubicBezTo>
                    <a:pt x="21078" y="82485"/>
                    <a:pt x="21078" y="66923"/>
                    <a:pt x="21078" y="57738"/>
                  </a:cubicBezTo>
                  <a:cubicBezTo>
                    <a:pt x="21078" y="47788"/>
                    <a:pt x="21078" y="34012"/>
                    <a:pt x="27151" y="22786"/>
                  </a:cubicBezTo>
                  <a:cubicBezTo>
                    <a:pt x="33984" y="11050"/>
                    <a:pt x="45877" y="5693"/>
                    <a:pt x="55999" y="5693"/>
                  </a:cubicBezTo>
                  <a:cubicBezTo>
                    <a:pt x="67133" y="5693"/>
                    <a:pt x="78015" y="11305"/>
                    <a:pt x="84594" y="22276"/>
                  </a:cubicBezTo>
                  <a:cubicBezTo>
                    <a:pt x="91173" y="33246"/>
                    <a:pt x="91173" y="48044"/>
                    <a:pt x="91173" y="57738"/>
                  </a:cubicBezTo>
                  <a:cubicBezTo>
                    <a:pt x="91173" y="66923"/>
                    <a:pt x="91173" y="80700"/>
                    <a:pt x="85606" y="91925"/>
                  </a:cubicBezTo>
                  <a:cubicBezTo>
                    <a:pt x="80039" y="103406"/>
                    <a:pt x="68905" y="110804"/>
                    <a:pt x="56252" y="110804"/>
                  </a:cubicBezTo>
                  <a:close/>
                </a:path>
              </a:pathLst>
            </a:custGeom>
            <a:solidFill>
              <a:schemeClr val="bg1"/>
            </a:solidFill>
            <a:ln w="25432" cap="flat">
              <a:noFill/>
              <a:prstDash val="solid"/>
              <a:miter/>
            </a:ln>
          </p:spPr>
          <p:txBody>
            <a:bodyPr/>
            <a:lstStyle/>
            <a:p>
              <a:endParaRPr lang="en-US"/>
            </a:p>
          </p:txBody>
        </p:sp>
        <p:sp>
          <p:nvSpPr>
            <p:cNvPr id="648" name="Freeform: Shape 647">
              <a:extLst>
                <a:ext uri="{FF2B5EF4-FFF2-40B4-BE49-F238E27FC236}">
                  <a16:creationId xmlns:a16="http://schemas.microsoft.com/office/drawing/2014/main" id="{8554106D-478C-CEE7-9AA1-2B1CB3008A05}"/>
                </a:ext>
              </a:extLst>
            </p:cNvPr>
            <p:cNvSpPr/>
            <p:nvPr>
              <p:custDataLst>
                <p:tags r:id="rId57"/>
              </p:custDataLst>
            </p:nvPr>
          </p:nvSpPr>
          <p:spPr>
            <a:xfrm>
              <a:off x="3484771" y="4813167"/>
              <a:ext cx="115644" cy="168127"/>
            </a:xfrm>
            <a:custGeom>
              <a:avLst/>
              <a:gdLst>
                <a:gd name="csX0" fmla="*/ 49172 w 115644"/>
                <a:gd name="csY0" fmla="*/ 71770 h 168127"/>
                <a:gd name="csX1" fmla="*/ 27156 w 115644"/>
                <a:gd name="csY1" fmla="*/ 40390 h 168127"/>
                <a:gd name="csX2" fmla="*/ 31205 w 115644"/>
                <a:gd name="csY2" fmla="*/ 18959 h 168127"/>
                <a:gd name="csX3" fmla="*/ 49172 w 115644"/>
                <a:gd name="csY3" fmla="*/ 8754 h 168127"/>
                <a:gd name="csX4" fmla="*/ 71187 w 115644"/>
                <a:gd name="csY4" fmla="*/ 40135 h 168127"/>
                <a:gd name="csX5" fmla="*/ 67138 w 115644"/>
                <a:gd name="csY5" fmla="*/ 61565 h 168127"/>
                <a:gd name="csX6" fmla="*/ 49172 w 115644"/>
                <a:gd name="csY6" fmla="*/ 71770 h 168127"/>
                <a:gd name="csX7" fmla="*/ 19818 w 115644"/>
                <a:gd name="csY7" fmla="*/ 81720 h 168127"/>
                <a:gd name="csX8" fmla="*/ 24120 w 115644"/>
                <a:gd name="csY8" fmla="*/ 69729 h 168127"/>
                <a:gd name="csX9" fmla="*/ 49172 w 115644"/>
                <a:gd name="csY9" fmla="*/ 77638 h 168127"/>
                <a:gd name="csX10" fmla="*/ 90166 w 115644"/>
                <a:gd name="csY10" fmla="*/ 40390 h 168127"/>
                <a:gd name="csX11" fmla="*/ 79791 w 115644"/>
                <a:gd name="csY11" fmla="*/ 15643 h 168127"/>
                <a:gd name="csX12" fmla="*/ 102566 w 115644"/>
                <a:gd name="csY12" fmla="*/ 5693 h 168127"/>
                <a:gd name="csX13" fmla="*/ 105096 w 115644"/>
                <a:gd name="csY13" fmla="*/ 5948 h 168127"/>
                <a:gd name="csX14" fmla="*/ 101047 w 115644"/>
                <a:gd name="csY14" fmla="*/ 12836 h 168127"/>
                <a:gd name="csX15" fmla="*/ 108386 w 115644"/>
                <a:gd name="csY15" fmla="*/ 20235 h 168127"/>
                <a:gd name="csX16" fmla="*/ 115724 w 115644"/>
                <a:gd name="csY16" fmla="*/ 12581 h 168127"/>
                <a:gd name="csX17" fmla="*/ 102819 w 115644"/>
                <a:gd name="csY17" fmla="*/ 80 h 168127"/>
                <a:gd name="csX18" fmla="*/ 75995 w 115644"/>
                <a:gd name="csY18" fmla="*/ 12071 h 168127"/>
                <a:gd name="csX19" fmla="*/ 49172 w 115644"/>
                <a:gd name="csY19" fmla="*/ 2886 h 168127"/>
                <a:gd name="csX20" fmla="*/ 8177 w 115644"/>
                <a:gd name="csY20" fmla="*/ 40135 h 168127"/>
                <a:gd name="csX21" fmla="*/ 20071 w 115644"/>
                <a:gd name="csY21" fmla="*/ 66413 h 168127"/>
                <a:gd name="csX22" fmla="*/ 12226 w 115644"/>
                <a:gd name="csY22" fmla="*/ 87588 h 168127"/>
                <a:gd name="csX23" fmla="*/ 23361 w 115644"/>
                <a:gd name="csY23" fmla="*/ 110294 h 168127"/>
                <a:gd name="csX24" fmla="*/ 80 w 115644"/>
                <a:gd name="csY24" fmla="*/ 135807 h 168127"/>
                <a:gd name="csX25" fmla="*/ 56004 w 115644"/>
                <a:gd name="csY25" fmla="*/ 168208 h 168127"/>
                <a:gd name="csX26" fmla="*/ 112181 w 115644"/>
                <a:gd name="csY26" fmla="*/ 135296 h 168127"/>
                <a:gd name="csX27" fmla="*/ 95733 w 115644"/>
                <a:gd name="csY27" fmla="*/ 106212 h 168127"/>
                <a:gd name="csX28" fmla="*/ 52208 w 115644"/>
                <a:gd name="csY28" fmla="*/ 99069 h 168127"/>
                <a:gd name="csX29" fmla="*/ 33230 w 115644"/>
                <a:gd name="csY29" fmla="*/ 98813 h 168127"/>
                <a:gd name="csX30" fmla="*/ 19818 w 115644"/>
                <a:gd name="csY30" fmla="*/ 81720 h 168127"/>
                <a:gd name="csX31" fmla="*/ 56257 w 115644"/>
                <a:gd name="csY31" fmla="*/ 162340 h 168127"/>
                <a:gd name="csX32" fmla="*/ 13239 w 115644"/>
                <a:gd name="csY32" fmla="*/ 135807 h 168127"/>
                <a:gd name="csX33" fmla="*/ 33989 w 115644"/>
                <a:gd name="csY33" fmla="*/ 113866 h 168127"/>
                <a:gd name="csX34" fmla="*/ 48919 w 115644"/>
                <a:gd name="csY34" fmla="*/ 113866 h 168127"/>
                <a:gd name="csX35" fmla="*/ 99023 w 115644"/>
                <a:gd name="csY35" fmla="*/ 135807 h 168127"/>
                <a:gd name="csX36" fmla="*/ 56257 w 115644"/>
                <a:gd name="csY36" fmla="*/ 162340 h 1681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15644" h="168127">
                  <a:moveTo>
                    <a:pt x="49172" y="71770"/>
                  </a:moveTo>
                  <a:cubicBezTo>
                    <a:pt x="27156" y="71770"/>
                    <a:pt x="27156" y="46258"/>
                    <a:pt x="27156" y="40390"/>
                  </a:cubicBezTo>
                  <a:cubicBezTo>
                    <a:pt x="27156" y="33501"/>
                    <a:pt x="27409" y="25337"/>
                    <a:pt x="31205" y="18959"/>
                  </a:cubicBezTo>
                  <a:cubicBezTo>
                    <a:pt x="33230" y="15898"/>
                    <a:pt x="39050" y="8754"/>
                    <a:pt x="49172" y="8754"/>
                  </a:cubicBezTo>
                  <a:cubicBezTo>
                    <a:pt x="71187" y="8754"/>
                    <a:pt x="71187" y="34267"/>
                    <a:pt x="71187" y="40135"/>
                  </a:cubicBezTo>
                  <a:cubicBezTo>
                    <a:pt x="71187" y="47023"/>
                    <a:pt x="70934" y="55187"/>
                    <a:pt x="67138" y="61565"/>
                  </a:cubicBezTo>
                  <a:cubicBezTo>
                    <a:pt x="65114" y="64627"/>
                    <a:pt x="59294" y="71770"/>
                    <a:pt x="49172" y="71770"/>
                  </a:cubicBezTo>
                  <a:close/>
                  <a:moveTo>
                    <a:pt x="19818" y="81720"/>
                  </a:moveTo>
                  <a:cubicBezTo>
                    <a:pt x="19818" y="80700"/>
                    <a:pt x="19818" y="74832"/>
                    <a:pt x="24120" y="69729"/>
                  </a:cubicBezTo>
                  <a:cubicBezTo>
                    <a:pt x="33989" y="76873"/>
                    <a:pt x="44364" y="77638"/>
                    <a:pt x="49172" y="77638"/>
                  </a:cubicBezTo>
                  <a:cubicBezTo>
                    <a:pt x="72706" y="77638"/>
                    <a:pt x="90166" y="60034"/>
                    <a:pt x="90166" y="40390"/>
                  </a:cubicBezTo>
                  <a:cubicBezTo>
                    <a:pt x="90166" y="30950"/>
                    <a:pt x="86117" y="21511"/>
                    <a:pt x="79791" y="15643"/>
                  </a:cubicBezTo>
                  <a:cubicBezTo>
                    <a:pt x="88901" y="6968"/>
                    <a:pt x="98011" y="5693"/>
                    <a:pt x="102566" y="5693"/>
                  </a:cubicBezTo>
                  <a:cubicBezTo>
                    <a:pt x="103072" y="5693"/>
                    <a:pt x="104337" y="5693"/>
                    <a:pt x="105096" y="5948"/>
                  </a:cubicBezTo>
                  <a:cubicBezTo>
                    <a:pt x="102312" y="6968"/>
                    <a:pt x="101047" y="9775"/>
                    <a:pt x="101047" y="12836"/>
                  </a:cubicBezTo>
                  <a:cubicBezTo>
                    <a:pt x="101047" y="17173"/>
                    <a:pt x="104337" y="20235"/>
                    <a:pt x="108386" y="20235"/>
                  </a:cubicBezTo>
                  <a:cubicBezTo>
                    <a:pt x="110916" y="20235"/>
                    <a:pt x="115724" y="18449"/>
                    <a:pt x="115724" y="12581"/>
                  </a:cubicBezTo>
                  <a:cubicBezTo>
                    <a:pt x="115724" y="8244"/>
                    <a:pt x="112688" y="80"/>
                    <a:pt x="102819" y="80"/>
                  </a:cubicBezTo>
                  <a:cubicBezTo>
                    <a:pt x="97758" y="80"/>
                    <a:pt x="86623" y="1611"/>
                    <a:pt x="75995" y="12071"/>
                  </a:cubicBezTo>
                  <a:cubicBezTo>
                    <a:pt x="65367" y="3652"/>
                    <a:pt x="54739" y="2886"/>
                    <a:pt x="49172" y="2886"/>
                  </a:cubicBezTo>
                  <a:cubicBezTo>
                    <a:pt x="25638" y="2886"/>
                    <a:pt x="8177" y="20490"/>
                    <a:pt x="8177" y="40135"/>
                  </a:cubicBezTo>
                  <a:cubicBezTo>
                    <a:pt x="8177" y="51360"/>
                    <a:pt x="13745" y="61055"/>
                    <a:pt x="20071" y="66413"/>
                  </a:cubicBezTo>
                  <a:cubicBezTo>
                    <a:pt x="16781" y="70239"/>
                    <a:pt x="12226" y="78659"/>
                    <a:pt x="12226" y="87588"/>
                  </a:cubicBezTo>
                  <a:cubicBezTo>
                    <a:pt x="12226" y="95497"/>
                    <a:pt x="15516" y="105192"/>
                    <a:pt x="23361" y="110294"/>
                  </a:cubicBezTo>
                  <a:cubicBezTo>
                    <a:pt x="8177" y="114631"/>
                    <a:pt x="80" y="125602"/>
                    <a:pt x="80" y="135807"/>
                  </a:cubicBezTo>
                  <a:cubicBezTo>
                    <a:pt x="80" y="154176"/>
                    <a:pt x="25132" y="168208"/>
                    <a:pt x="56004" y="168208"/>
                  </a:cubicBezTo>
                  <a:cubicBezTo>
                    <a:pt x="85864" y="168208"/>
                    <a:pt x="112181" y="155196"/>
                    <a:pt x="112181" y="135296"/>
                  </a:cubicBezTo>
                  <a:cubicBezTo>
                    <a:pt x="112181" y="126367"/>
                    <a:pt x="108639" y="113356"/>
                    <a:pt x="95733" y="106212"/>
                  </a:cubicBezTo>
                  <a:cubicBezTo>
                    <a:pt x="82321" y="99069"/>
                    <a:pt x="67644" y="99069"/>
                    <a:pt x="52208" y="99069"/>
                  </a:cubicBezTo>
                  <a:cubicBezTo>
                    <a:pt x="45882" y="99069"/>
                    <a:pt x="35001" y="99069"/>
                    <a:pt x="33230" y="98813"/>
                  </a:cubicBezTo>
                  <a:cubicBezTo>
                    <a:pt x="25132" y="97793"/>
                    <a:pt x="19818" y="89884"/>
                    <a:pt x="19818" y="81720"/>
                  </a:cubicBezTo>
                  <a:close/>
                  <a:moveTo>
                    <a:pt x="56257" y="162340"/>
                  </a:moveTo>
                  <a:cubicBezTo>
                    <a:pt x="30699" y="162340"/>
                    <a:pt x="13239" y="149328"/>
                    <a:pt x="13239" y="135807"/>
                  </a:cubicBezTo>
                  <a:cubicBezTo>
                    <a:pt x="13239" y="124071"/>
                    <a:pt x="22854" y="114631"/>
                    <a:pt x="33989" y="113866"/>
                  </a:cubicBezTo>
                  <a:lnTo>
                    <a:pt x="48919" y="113866"/>
                  </a:lnTo>
                  <a:cubicBezTo>
                    <a:pt x="70681" y="113866"/>
                    <a:pt x="99023" y="113866"/>
                    <a:pt x="99023" y="135807"/>
                  </a:cubicBezTo>
                  <a:cubicBezTo>
                    <a:pt x="99023" y="149583"/>
                    <a:pt x="81056" y="162340"/>
                    <a:pt x="56257" y="162340"/>
                  </a:cubicBezTo>
                  <a:close/>
                </a:path>
              </a:pathLst>
            </a:custGeom>
            <a:solidFill>
              <a:schemeClr val="bg1"/>
            </a:solidFill>
            <a:ln w="25432" cap="flat">
              <a:noFill/>
              <a:prstDash val="solid"/>
              <a:miter/>
            </a:ln>
          </p:spPr>
          <p:txBody>
            <a:bodyPr/>
            <a:lstStyle/>
            <a:p>
              <a:endParaRPr lang="en-US"/>
            </a:p>
          </p:txBody>
        </p:sp>
        <p:sp>
          <p:nvSpPr>
            <p:cNvPr id="649" name="Freeform: Shape 648">
              <a:extLst>
                <a:ext uri="{FF2B5EF4-FFF2-40B4-BE49-F238E27FC236}">
                  <a16:creationId xmlns:a16="http://schemas.microsoft.com/office/drawing/2014/main" id="{71726BB9-F176-0B84-D492-AF8A8FB1DE39}"/>
                </a:ext>
              </a:extLst>
            </p:cNvPr>
            <p:cNvSpPr/>
            <p:nvPr>
              <p:custDataLst>
                <p:tags r:id="rId58"/>
              </p:custDataLst>
            </p:nvPr>
          </p:nvSpPr>
          <p:spPr>
            <a:xfrm>
              <a:off x="3612563" y="4758060"/>
              <a:ext cx="54152" cy="170678"/>
            </a:xfrm>
            <a:custGeom>
              <a:avLst/>
              <a:gdLst>
                <a:gd name="csX0" fmla="*/ 36524 w 54152"/>
                <a:gd name="csY0" fmla="*/ 57993 h 170678"/>
                <a:gd name="csX1" fmla="*/ 1097 w 54152"/>
                <a:gd name="csY1" fmla="*/ 60800 h 170678"/>
                <a:gd name="csX2" fmla="*/ 1097 w 54152"/>
                <a:gd name="csY2" fmla="*/ 68709 h 170678"/>
                <a:gd name="csX3" fmla="*/ 19823 w 54152"/>
                <a:gd name="csY3" fmla="*/ 82741 h 170678"/>
                <a:gd name="csX4" fmla="*/ 19823 w 54152"/>
                <a:gd name="csY4" fmla="*/ 151369 h 170678"/>
                <a:gd name="csX5" fmla="*/ 85 w 54152"/>
                <a:gd name="csY5" fmla="*/ 162850 h 170678"/>
                <a:gd name="csX6" fmla="*/ 85 w 54152"/>
                <a:gd name="csY6" fmla="*/ 170759 h 170678"/>
                <a:gd name="csX7" fmla="*/ 27920 w 54152"/>
                <a:gd name="csY7" fmla="*/ 169993 h 170678"/>
                <a:gd name="csX8" fmla="*/ 54238 w 54152"/>
                <a:gd name="csY8" fmla="*/ 170759 h 170678"/>
                <a:gd name="csX9" fmla="*/ 54238 w 54152"/>
                <a:gd name="csY9" fmla="*/ 162850 h 170678"/>
                <a:gd name="csX10" fmla="*/ 36524 w 54152"/>
                <a:gd name="csY10" fmla="*/ 151624 h 170678"/>
                <a:gd name="csX11" fmla="*/ 36524 w 54152"/>
                <a:gd name="csY11" fmla="*/ 57993 h 170678"/>
                <a:gd name="csX12" fmla="*/ 37536 w 54152"/>
                <a:gd name="csY12" fmla="*/ 13602 h 170678"/>
                <a:gd name="csX13" fmla="*/ 24125 w 54152"/>
                <a:gd name="csY13" fmla="*/ 80 h 170678"/>
                <a:gd name="csX14" fmla="*/ 10713 w 54152"/>
                <a:gd name="csY14" fmla="*/ 13602 h 170678"/>
                <a:gd name="csX15" fmla="*/ 24125 w 54152"/>
                <a:gd name="csY15" fmla="*/ 27123 h 170678"/>
                <a:gd name="csX16" fmla="*/ 37536 w 54152"/>
                <a:gd name="csY16" fmla="*/ 13602 h 170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54152" h="170678">
                  <a:moveTo>
                    <a:pt x="36524" y="57993"/>
                  </a:moveTo>
                  <a:lnTo>
                    <a:pt x="1097" y="60800"/>
                  </a:lnTo>
                  <a:lnTo>
                    <a:pt x="1097" y="68709"/>
                  </a:lnTo>
                  <a:cubicBezTo>
                    <a:pt x="17545" y="68709"/>
                    <a:pt x="19823" y="70239"/>
                    <a:pt x="19823" y="82741"/>
                  </a:cubicBezTo>
                  <a:lnTo>
                    <a:pt x="19823" y="151369"/>
                  </a:lnTo>
                  <a:cubicBezTo>
                    <a:pt x="19823" y="162850"/>
                    <a:pt x="17039" y="162850"/>
                    <a:pt x="85" y="162850"/>
                  </a:cubicBezTo>
                  <a:lnTo>
                    <a:pt x="85" y="170759"/>
                  </a:lnTo>
                  <a:cubicBezTo>
                    <a:pt x="8182" y="170504"/>
                    <a:pt x="21847" y="169993"/>
                    <a:pt x="27920" y="169993"/>
                  </a:cubicBezTo>
                  <a:cubicBezTo>
                    <a:pt x="36777" y="169993"/>
                    <a:pt x="45634" y="170504"/>
                    <a:pt x="54238" y="170759"/>
                  </a:cubicBezTo>
                  <a:lnTo>
                    <a:pt x="54238" y="162850"/>
                  </a:lnTo>
                  <a:cubicBezTo>
                    <a:pt x="37536" y="162850"/>
                    <a:pt x="36524" y="161574"/>
                    <a:pt x="36524" y="151624"/>
                  </a:cubicBezTo>
                  <a:lnTo>
                    <a:pt x="36524" y="57993"/>
                  </a:lnTo>
                  <a:close/>
                  <a:moveTo>
                    <a:pt x="37536" y="13602"/>
                  </a:moveTo>
                  <a:cubicBezTo>
                    <a:pt x="37536" y="5438"/>
                    <a:pt x="31210" y="80"/>
                    <a:pt x="24125" y="80"/>
                  </a:cubicBezTo>
                  <a:cubicBezTo>
                    <a:pt x="16280" y="80"/>
                    <a:pt x="10713" y="6968"/>
                    <a:pt x="10713" y="13602"/>
                  </a:cubicBezTo>
                  <a:cubicBezTo>
                    <a:pt x="10713" y="20490"/>
                    <a:pt x="16280" y="27123"/>
                    <a:pt x="24125" y="27123"/>
                  </a:cubicBezTo>
                  <a:cubicBezTo>
                    <a:pt x="31210" y="27123"/>
                    <a:pt x="37536" y="21766"/>
                    <a:pt x="37536" y="13602"/>
                  </a:cubicBezTo>
                  <a:close/>
                </a:path>
              </a:pathLst>
            </a:custGeom>
            <a:solidFill>
              <a:schemeClr val="bg1"/>
            </a:solidFill>
            <a:ln w="25432" cap="flat">
              <a:noFill/>
              <a:prstDash val="solid"/>
              <a:miter/>
            </a:ln>
          </p:spPr>
          <p:txBody>
            <a:bodyPr/>
            <a:lstStyle/>
            <a:p>
              <a:endParaRPr lang="en-US"/>
            </a:p>
          </p:txBody>
        </p:sp>
        <p:sp>
          <p:nvSpPr>
            <p:cNvPr id="650" name="Freeform: Shape 649">
              <a:extLst>
                <a:ext uri="{FF2B5EF4-FFF2-40B4-BE49-F238E27FC236}">
                  <a16:creationId xmlns:a16="http://schemas.microsoft.com/office/drawing/2014/main" id="{D95A0F22-5D87-1D77-A4CF-57EF6FFCEA94}"/>
                </a:ext>
              </a:extLst>
            </p:cNvPr>
            <p:cNvSpPr/>
            <p:nvPr>
              <p:custDataLst>
                <p:tags r:id="rId59"/>
              </p:custDataLst>
            </p:nvPr>
          </p:nvSpPr>
          <p:spPr>
            <a:xfrm>
              <a:off x="3679312" y="4771837"/>
              <a:ext cx="79204" cy="159708"/>
            </a:xfrm>
            <a:custGeom>
              <a:avLst/>
              <a:gdLst>
                <a:gd name="csX0" fmla="*/ 39057 w 79204"/>
                <a:gd name="csY0" fmla="*/ 54932 h 159708"/>
                <a:gd name="csX1" fmla="*/ 75244 w 79204"/>
                <a:gd name="csY1" fmla="*/ 54932 h 159708"/>
                <a:gd name="csX2" fmla="*/ 75244 w 79204"/>
                <a:gd name="csY2" fmla="*/ 47023 h 159708"/>
                <a:gd name="csX3" fmla="*/ 39057 w 79204"/>
                <a:gd name="csY3" fmla="*/ 47023 h 159708"/>
                <a:gd name="csX4" fmla="*/ 39057 w 79204"/>
                <a:gd name="csY4" fmla="*/ 80 h 159708"/>
                <a:gd name="csX5" fmla="*/ 32731 w 79204"/>
                <a:gd name="csY5" fmla="*/ 80 h 159708"/>
                <a:gd name="csX6" fmla="*/ 88 w 79204"/>
                <a:gd name="csY6" fmla="*/ 49319 h 159708"/>
                <a:gd name="csX7" fmla="*/ 88 w 79204"/>
                <a:gd name="csY7" fmla="*/ 54932 h 159708"/>
                <a:gd name="csX8" fmla="*/ 21597 w 79204"/>
                <a:gd name="csY8" fmla="*/ 54932 h 159708"/>
                <a:gd name="csX9" fmla="*/ 21597 w 79204"/>
                <a:gd name="csY9" fmla="*/ 125347 h 159708"/>
                <a:gd name="csX10" fmla="*/ 54241 w 79204"/>
                <a:gd name="csY10" fmla="*/ 159788 h 159708"/>
                <a:gd name="csX11" fmla="*/ 79293 w 79204"/>
                <a:gd name="csY11" fmla="*/ 125347 h 159708"/>
                <a:gd name="csX12" fmla="*/ 79293 w 79204"/>
                <a:gd name="csY12" fmla="*/ 110804 h 159708"/>
                <a:gd name="csX13" fmla="*/ 72966 w 79204"/>
                <a:gd name="csY13" fmla="*/ 110804 h 159708"/>
                <a:gd name="csX14" fmla="*/ 72966 w 79204"/>
                <a:gd name="csY14" fmla="*/ 124836 h 159708"/>
                <a:gd name="csX15" fmla="*/ 56012 w 79204"/>
                <a:gd name="csY15" fmla="*/ 153410 h 159708"/>
                <a:gd name="csX16" fmla="*/ 39057 w 79204"/>
                <a:gd name="csY16" fmla="*/ 125857 h 159708"/>
                <a:gd name="csX17" fmla="*/ 39057 w 79204"/>
                <a:gd name="csY17" fmla="*/ 54932 h 159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9204" h="159708">
                  <a:moveTo>
                    <a:pt x="39057" y="54932"/>
                  </a:moveTo>
                  <a:lnTo>
                    <a:pt x="75244" y="54932"/>
                  </a:lnTo>
                  <a:lnTo>
                    <a:pt x="75244" y="47023"/>
                  </a:lnTo>
                  <a:lnTo>
                    <a:pt x="39057" y="47023"/>
                  </a:lnTo>
                  <a:lnTo>
                    <a:pt x="39057" y="80"/>
                  </a:lnTo>
                  <a:lnTo>
                    <a:pt x="32731" y="80"/>
                  </a:lnTo>
                  <a:cubicBezTo>
                    <a:pt x="32478" y="21000"/>
                    <a:pt x="24887" y="48299"/>
                    <a:pt x="88" y="49319"/>
                  </a:cubicBezTo>
                  <a:lnTo>
                    <a:pt x="88" y="54932"/>
                  </a:lnTo>
                  <a:lnTo>
                    <a:pt x="21597" y="54932"/>
                  </a:lnTo>
                  <a:lnTo>
                    <a:pt x="21597" y="125347"/>
                  </a:lnTo>
                  <a:cubicBezTo>
                    <a:pt x="21597" y="156727"/>
                    <a:pt x="45131" y="159788"/>
                    <a:pt x="54241" y="159788"/>
                  </a:cubicBezTo>
                  <a:cubicBezTo>
                    <a:pt x="72207" y="159788"/>
                    <a:pt x="79293" y="141675"/>
                    <a:pt x="79293" y="125347"/>
                  </a:cubicBezTo>
                  <a:lnTo>
                    <a:pt x="79293" y="110804"/>
                  </a:lnTo>
                  <a:lnTo>
                    <a:pt x="72966" y="110804"/>
                  </a:lnTo>
                  <a:lnTo>
                    <a:pt x="72966" y="124836"/>
                  </a:lnTo>
                  <a:cubicBezTo>
                    <a:pt x="72966" y="143716"/>
                    <a:pt x="65375" y="153410"/>
                    <a:pt x="56012" y="153410"/>
                  </a:cubicBezTo>
                  <a:cubicBezTo>
                    <a:pt x="39057" y="153410"/>
                    <a:pt x="39057" y="130194"/>
                    <a:pt x="39057" y="125857"/>
                  </a:cubicBezTo>
                  <a:lnTo>
                    <a:pt x="39057" y="54932"/>
                  </a:lnTo>
                  <a:close/>
                </a:path>
              </a:pathLst>
            </a:custGeom>
            <a:solidFill>
              <a:schemeClr val="bg1"/>
            </a:solidFill>
            <a:ln w="25432" cap="flat">
              <a:noFill/>
              <a:prstDash val="solid"/>
              <a:miter/>
            </a:ln>
          </p:spPr>
          <p:txBody>
            <a:bodyPr/>
            <a:lstStyle/>
            <a:p>
              <a:endParaRPr lang="en-US"/>
            </a:p>
          </p:txBody>
        </p:sp>
        <p:sp>
          <p:nvSpPr>
            <p:cNvPr id="651" name="Rectangle 650">
              <a:extLst>
                <a:ext uri="{FF2B5EF4-FFF2-40B4-BE49-F238E27FC236}">
                  <a16:creationId xmlns:a16="http://schemas.microsoft.com/office/drawing/2014/main" id="{D96CD180-EA37-95C0-EF36-C235340AFB7D}"/>
                </a:ext>
              </a:extLst>
            </p:cNvPr>
            <p:cNvSpPr/>
            <p:nvPr>
              <p:custDataLst>
                <p:tags r:id="rId60"/>
              </p:custDataLst>
            </p:nvPr>
          </p:nvSpPr>
          <p:spPr>
            <a:xfrm>
              <a:off x="5343801" y="4628950"/>
              <a:ext cx="10121" cy="432028"/>
            </a:xfrm>
            <a:prstGeom prst="rect">
              <a:avLst/>
            </a:prstGeom>
            <a:solidFill>
              <a:schemeClr val="bg1"/>
            </a:solidFill>
            <a:ln w="25432" cap="flat">
              <a:noFill/>
              <a:prstDash val="solid"/>
              <a:miter/>
            </a:ln>
          </p:spPr>
          <p:txBody>
            <a:bodyPr/>
            <a:lstStyle/>
            <a:p>
              <a:endParaRPr lang="en-US"/>
            </a:p>
          </p:txBody>
        </p:sp>
        <p:sp>
          <p:nvSpPr>
            <p:cNvPr id="652" name="Freeform: Shape 651">
              <a:extLst>
                <a:ext uri="{FF2B5EF4-FFF2-40B4-BE49-F238E27FC236}">
                  <a16:creationId xmlns:a16="http://schemas.microsoft.com/office/drawing/2014/main" id="{F970770D-B702-3FDC-8941-F2F968B41C89}"/>
                </a:ext>
              </a:extLst>
            </p:cNvPr>
            <p:cNvSpPr/>
            <p:nvPr>
              <p:custDataLst>
                <p:tags r:id="rId61"/>
              </p:custDataLst>
            </p:nvPr>
          </p:nvSpPr>
          <p:spPr>
            <a:xfrm>
              <a:off x="6281751" y="4746069"/>
              <a:ext cx="159169" cy="182669"/>
            </a:xfrm>
            <a:custGeom>
              <a:avLst/>
              <a:gdLst>
                <a:gd name="csX0" fmla="*/ 85721 w 159169"/>
                <a:gd name="csY0" fmla="*/ 5438 h 182669"/>
                <a:gd name="csX1" fmla="*/ 79901 w 159169"/>
                <a:gd name="csY1" fmla="*/ 80 h 182669"/>
                <a:gd name="csX2" fmla="*/ 74081 w 159169"/>
                <a:gd name="csY2" fmla="*/ 5438 h 182669"/>
                <a:gd name="csX3" fmla="*/ 25495 w 159169"/>
                <a:gd name="csY3" fmla="*/ 157237 h 182669"/>
                <a:gd name="csX4" fmla="*/ 190 w 159169"/>
                <a:gd name="csY4" fmla="*/ 174841 h 182669"/>
                <a:gd name="csX5" fmla="*/ 190 w 159169"/>
                <a:gd name="csY5" fmla="*/ 182750 h 182669"/>
                <a:gd name="csX6" fmla="*/ 23724 w 159169"/>
                <a:gd name="csY6" fmla="*/ 181984 h 182669"/>
                <a:gd name="csX7" fmla="*/ 52318 w 159169"/>
                <a:gd name="csY7" fmla="*/ 182750 h 182669"/>
                <a:gd name="csX8" fmla="*/ 52318 w 159169"/>
                <a:gd name="csY8" fmla="*/ 174841 h 182669"/>
                <a:gd name="csX9" fmla="*/ 32834 w 159169"/>
                <a:gd name="csY9" fmla="*/ 161574 h 182669"/>
                <a:gd name="csX10" fmla="*/ 34099 w 159169"/>
                <a:gd name="csY10" fmla="*/ 155962 h 182669"/>
                <a:gd name="csX11" fmla="*/ 72056 w 159169"/>
                <a:gd name="csY11" fmla="*/ 37073 h 182669"/>
                <a:gd name="csX12" fmla="*/ 112038 w 159169"/>
                <a:gd name="csY12" fmla="*/ 162595 h 182669"/>
                <a:gd name="csX13" fmla="*/ 113304 w 159169"/>
                <a:gd name="csY13" fmla="*/ 167187 h 182669"/>
                <a:gd name="csX14" fmla="*/ 91794 w 159169"/>
                <a:gd name="csY14" fmla="*/ 174841 h 182669"/>
                <a:gd name="csX15" fmla="*/ 91794 w 159169"/>
                <a:gd name="csY15" fmla="*/ 182750 h 182669"/>
                <a:gd name="csX16" fmla="*/ 128234 w 159169"/>
                <a:gd name="csY16" fmla="*/ 181984 h 182669"/>
                <a:gd name="csX17" fmla="*/ 159359 w 159169"/>
                <a:gd name="csY17" fmla="*/ 182750 h 182669"/>
                <a:gd name="csX18" fmla="*/ 159359 w 159169"/>
                <a:gd name="csY18" fmla="*/ 174841 h 182669"/>
                <a:gd name="csX19" fmla="*/ 136331 w 159169"/>
                <a:gd name="csY19" fmla="*/ 163870 h 182669"/>
                <a:gd name="csX20" fmla="*/ 85721 w 159169"/>
                <a:gd name="csY20" fmla="*/ 5438 h 182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59169" h="182669">
                  <a:moveTo>
                    <a:pt x="85721" y="5438"/>
                  </a:moveTo>
                  <a:cubicBezTo>
                    <a:pt x="84203" y="590"/>
                    <a:pt x="82685" y="80"/>
                    <a:pt x="79901" y="80"/>
                  </a:cubicBezTo>
                  <a:cubicBezTo>
                    <a:pt x="75852" y="80"/>
                    <a:pt x="75346" y="1100"/>
                    <a:pt x="74081" y="5438"/>
                  </a:cubicBezTo>
                  <a:lnTo>
                    <a:pt x="25495" y="157237"/>
                  </a:lnTo>
                  <a:cubicBezTo>
                    <a:pt x="22965" y="164891"/>
                    <a:pt x="17904" y="174841"/>
                    <a:pt x="190" y="174841"/>
                  </a:cubicBezTo>
                  <a:lnTo>
                    <a:pt x="190" y="182750"/>
                  </a:lnTo>
                  <a:cubicBezTo>
                    <a:pt x="8541" y="182239"/>
                    <a:pt x="21446" y="181984"/>
                    <a:pt x="23724" y="181984"/>
                  </a:cubicBezTo>
                  <a:cubicBezTo>
                    <a:pt x="31062" y="181984"/>
                    <a:pt x="44474" y="182495"/>
                    <a:pt x="52318" y="182750"/>
                  </a:cubicBezTo>
                  <a:lnTo>
                    <a:pt x="52318" y="174841"/>
                  </a:lnTo>
                  <a:cubicBezTo>
                    <a:pt x="38654" y="174586"/>
                    <a:pt x="32834" y="167697"/>
                    <a:pt x="32834" y="161574"/>
                  </a:cubicBezTo>
                  <a:cubicBezTo>
                    <a:pt x="32834" y="160299"/>
                    <a:pt x="32834" y="159533"/>
                    <a:pt x="34099" y="155962"/>
                  </a:cubicBezTo>
                  <a:lnTo>
                    <a:pt x="72056" y="37073"/>
                  </a:lnTo>
                  <a:lnTo>
                    <a:pt x="112038" y="162595"/>
                  </a:lnTo>
                  <a:cubicBezTo>
                    <a:pt x="113304" y="166167"/>
                    <a:pt x="113304" y="166677"/>
                    <a:pt x="113304" y="167187"/>
                  </a:cubicBezTo>
                  <a:cubicBezTo>
                    <a:pt x="113304" y="174841"/>
                    <a:pt x="98374" y="174841"/>
                    <a:pt x="91794" y="174841"/>
                  </a:cubicBezTo>
                  <a:lnTo>
                    <a:pt x="91794" y="182750"/>
                  </a:lnTo>
                  <a:cubicBezTo>
                    <a:pt x="100651" y="181984"/>
                    <a:pt x="118618" y="181984"/>
                    <a:pt x="128234" y="181984"/>
                  </a:cubicBezTo>
                  <a:cubicBezTo>
                    <a:pt x="138103" y="181984"/>
                    <a:pt x="149490" y="182495"/>
                    <a:pt x="159359" y="182750"/>
                  </a:cubicBezTo>
                  <a:lnTo>
                    <a:pt x="159359" y="174841"/>
                  </a:lnTo>
                  <a:cubicBezTo>
                    <a:pt x="140127" y="174841"/>
                    <a:pt x="139368" y="173310"/>
                    <a:pt x="136331" y="163870"/>
                  </a:cubicBezTo>
                  <a:lnTo>
                    <a:pt x="85721" y="5438"/>
                  </a:lnTo>
                  <a:close/>
                </a:path>
              </a:pathLst>
            </a:custGeom>
            <a:solidFill>
              <a:schemeClr val="bg1"/>
            </a:solidFill>
            <a:ln w="25432" cap="flat">
              <a:noFill/>
              <a:prstDash val="solid"/>
              <a:miter/>
            </a:ln>
          </p:spPr>
          <p:txBody>
            <a:bodyPr/>
            <a:lstStyle/>
            <a:p>
              <a:endParaRPr lang="en-US"/>
            </a:p>
          </p:txBody>
        </p:sp>
        <p:sp>
          <p:nvSpPr>
            <p:cNvPr id="653" name="Freeform: Shape 652">
              <a:extLst>
                <a:ext uri="{FF2B5EF4-FFF2-40B4-BE49-F238E27FC236}">
                  <a16:creationId xmlns:a16="http://schemas.microsoft.com/office/drawing/2014/main" id="{EED8780C-713C-B8DE-7D08-73C7C8F61CA1}"/>
                </a:ext>
              </a:extLst>
            </p:cNvPr>
            <p:cNvSpPr/>
            <p:nvPr>
              <p:custDataLst>
                <p:tags r:id="rId62"/>
              </p:custDataLst>
            </p:nvPr>
          </p:nvSpPr>
          <p:spPr>
            <a:xfrm>
              <a:off x="6474436" y="4737395"/>
              <a:ext cx="58707" cy="255125"/>
            </a:xfrm>
            <a:custGeom>
              <a:avLst/>
              <a:gdLst>
                <a:gd name="csX0" fmla="*/ 58905 w 58707"/>
                <a:gd name="csY0" fmla="*/ 252654 h 255125"/>
                <a:gd name="csX1" fmla="*/ 54603 w 58707"/>
                <a:gd name="csY1" fmla="*/ 247041 h 255125"/>
                <a:gd name="csX2" fmla="*/ 14874 w 58707"/>
                <a:gd name="csY2" fmla="*/ 127643 h 255125"/>
                <a:gd name="csX3" fmla="*/ 55615 w 58707"/>
                <a:gd name="csY3" fmla="*/ 6968 h 255125"/>
                <a:gd name="csX4" fmla="*/ 58905 w 58707"/>
                <a:gd name="csY4" fmla="*/ 2631 h 255125"/>
                <a:gd name="csX5" fmla="*/ 56374 w 58707"/>
                <a:gd name="csY5" fmla="*/ 80 h 255125"/>
                <a:gd name="csX6" fmla="*/ 16139 w 58707"/>
                <a:gd name="csY6" fmla="*/ 49829 h 255125"/>
                <a:gd name="csX7" fmla="*/ 197 w 58707"/>
                <a:gd name="csY7" fmla="*/ 127643 h 255125"/>
                <a:gd name="csX8" fmla="*/ 16898 w 58707"/>
                <a:gd name="csY8" fmla="*/ 207242 h 255125"/>
                <a:gd name="csX9" fmla="*/ 56374 w 58707"/>
                <a:gd name="csY9" fmla="*/ 255205 h 255125"/>
                <a:gd name="csX10" fmla="*/ 58905 w 58707"/>
                <a:gd name="csY10" fmla="*/ 252654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55125">
                  <a:moveTo>
                    <a:pt x="58905" y="252654"/>
                  </a:moveTo>
                  <a:cubicBezTo>
                    <a:pt x="58905" y="251889"/>
                    <a:pt x="58905" y="251378"/>
                    <a:pt x="54603" y="247041"/>
                  </a:cubicBezTo>
                  <a:cubicBezTo>
                    <a:pt x="22971" y="214895"/>
                    <a:pt x="14874" y="166677"/>
                    <a:pt x="14874" y="127643"/>
                  </a:cubicBezTo>
                  <a:cubicBezTo>
                    <a:pt x="14874" y="83251"/>
                    <a:pt x="24490" y="38859"/>
                    <a:pt x="55615" y="6968"/>
                  </a:cubicBezTo>
                  <a:cubicBezTo>
                    <a:pt x="58905" y="3907"/>
                    <a:pt x="58905" y="3397"/>
                    <a:pt x="58905" y="2631"/>
                  </a:cubicBezTo>
                  <a:cubicBezTo>
                    <a:pt x="58905" y="845"/>
                    <a:pt x="57892" y="80"/>
                    <a:pt x="56374" y="80"/>
                  </a:cubicBezTo>
                  <a:cubicBezTo>
                    <a:pt x="53844" y="80"/>
                    <a:pt x="31069" y="17429"/>
                    <a:pt x="16139" y="49829"/>
                  </a:cubicBezTo>
                  <a:cubicBezTo>
                    <a:pt x="3233" y="77893"/>
                    <a:pt x="197" y="106212"/>
                    <a:pt x="197" y="127643"/>
                  </a:cubicBezTo>
                  <a:cubicBezTo>
                    <a:pt x="197" y="147542"/>
                    <a:pt x="2980" y="178413"/>
                    <a:pt x="16898" y="207242"/>
                  </a:cubicBezTo>
                  <a:cubicBezTo>
                    <a:pt x="32081" y="238622"/>
                    <a:pt x="53844" y="255205"/>
                    <a:pt x="56374" y="255205"/>
                  </a:cubicBezTo>
                  <a:cubicBezTo>
                    <a:pt x="57892" y="255205"/>
                    <a:pt x="58905" y="254440"/>
                    <a:pt x="58905" y="252654"/>
                  </a:cubicBezTo>
                  <a:close/>
                </a:path>
              </a:pathLst>
            </a:custGeom>
            <a:solidFill>
              <a:schemeClr val="bg1"/>
            </a:solidFill>
            <a:ln w="25432" cap="flat">
              <a:noFill/>
              <a:prstDash val="solid"/>
              <a:miter/>
            </a:ln>
          </p:spPr>
          <p:txBody>
            <a:bodyPr/>
            <a:lstStyle/>
            <a:p>
              <a:endParaRPr lang="en-US"/>
            </a:p>
          </p:txBody>
        </p:sp>
        <p:sp>
          <p:nvSpPr>
            <p:cNvPr id="654" name="Freeform: Shape 653">
              <a:extLst>
                <a:ext uri="{FF2B5EF4-FFF2-40B4-BE49-F238E27FC236}">
                  <a16:creationId xmlns:a16="http://schemas.microsoft.com/office/drawing/2014/main" id="{F51A6665-D680-86CD-3783-91562607FB76}"/>
                </a:ext>
              </a:extLst>
            </p:cNvPr>
            <p:cNvSpPr/>
            <p:nvPr>
              <p:custDataLst>
                <p:tags r:id="rId63"/>
              </p:custDataLst>
            </p:nvPr>
          </p:nvSpPr>
          <p:spPr>
            <a:xfrm>
              <a:off x="6553360" y="4815463"/>
              <a:ext cx="142467" cy="113275"/>
            </a:xfrm>
            <a:custGeom>
              <a:avLst/>
              <a:gdLst>
                <a:gd name="csX0" fmla="*/ 82189 w 142467"/>
                <a:gd name="csY0" fmla="*/ 50595 h 113275"/>
                <a:gd name="csX1" fmla="*/ 111796 w 142467"/>
                <a:gd name="csY1" fmla="*/ 17428 h 113275"/>
                <a:gd name="csX2" fmla="*/ 137607 w 142467"/>
                <a:gd name="csY2" fmla="*/ 12071 h 113275"/>
                <a:gd name="csX3" fmla="*/ 137607 w 142467"/>
                <a:gd name="csY3" fmla="*/ 80 h 113275"/>
                <a:gd name="csX4" fmla="*/ 114327 w 142467"/>
                <a:gd name="csY4" fmla="*/ 845 h 113275"/>
                <a:gd name="csX5" fmla="*/ 88262 w 142467"/>
                <a:gd name="csY5" fmla="*/ 80 h 113275"/>
                <a:gd name="csX6" fmla="*/ 88262 w 142467"/>
                <a:gd name="csY6" fmla="*/ 12071 h 113275"/>
                <a:gd name="csX7" fmla="*/ 97878 w 142467"/>
                <a:gd name="csY7" fmla="*/ 14367 h 113275"/>
                <a:gd name="csX8" fmla="*/ 95854 w 142467"/>
                <a:gd name="csY8" fmla="*/ 17428 h 113275"/>
                <a:gd name="csX9" fmla="*/ 74598 w 142467"/>
                <a:gd name="csY9" fmla="*/ 41410 h 113275"/>
                <a:gd name="csX10" fmla="*/ 49799 w 142467"/>
                <a:gd name="csY10" fmla="*/ 12071 h 113275"/>
                <a:gd name="csX11" fmla="*/ 59921 w 142467"/>
                <a:gd name="csY11" fmla="*/ 12071 h 113275"/>
                <a:gd name="csX12" fmla="*/ 59921 w 142467"/>
                <a:gd name="csY12" fmla="*/ 80 h 113275"/>
                <a:gd name="csX13" fmla="*/ 29302 w 142467"/>
                <a:gd name="csY13" fmla="*/ 845 h 113275"/>
                <a:gd name="csX14" fmla="*/ 1466 w 142467"/>
                <a:gd name="csY14" fmla="*/ 80 h 113275"/>
                <a:gd name="csX15" fmla="*/ 1466 w 142467"/>
                <a:gd name="csY15" fmla="*/ 12071 h 113275"/>
                <a:gd name="csX16" fmla="*/ 19433 w 142467"/>
                <a:gd name="csY16" fmla="*/ 12071 h 113275"/>
                <a:gd name="csX17" fmla="*/ 58909 w 142467"/>
                <a:gd name="csY17" fmla="*/ 59014 h 113275"/>
                <a:gd name="csX18" fmla="*/ 25759 w 142467"/>
                <a:gd name="csY18" fmla="*/ 96517 h 113275"/>
                <a:gd name="csX19" fmla="*/ 201 w 142467"/>
                <a:gd name="csY19" fmla="*/ 101365 h 113275"/>
                <a:gd name="csX20" fmla="*/ 201 w 142467"/>
                <a:gd name="csY20" fmla="*/ 113356 h 113275"/>
                <a:gd name="csX21" fmla="*/ 23481 w 142467"/>
                <a:gd name="csY21" fmla="*/ 112590 h 113275"/>
                <a:gd name="csX22" fmla="*/ 49546 w 142467"/>
                <a:gd name="csY22" fmla="*/ 113356 h 113275"/>
                <a:gd name="csX23" fmla="*/ 49546 w 142467"/>
                <a:gd name="csY23" fmla="*/ 101365 h 113275"/>
                <a:gd name="csX24" fmla="*/ 40183 w 142467"/>
                <a:gd name="csY24" fmla="*/ 98558 h 113275"/>
                <a:gd name="csX25" fmla="*/ 41954 w 142467"/>
                <a:gd name="csY25" fmla="*/ 96007 h 113275"/>
                <a:gd name="csX26" fmla="*/ 66500 w 142467"/>
                <a:gd name="csY26" fmla="*/ 68198 h 113275"/>
                <a:gd name="csX27" fmla="*/ 94336 w 142467"/>
                <a:gd name="csY27" fmla="*/ 101365 h 113275"/>
                <a:gd name="csX28" fmla="*/ 84467 w 142467"/>
                <a:gd name="csY28" fmla="*/ 101365 h 113275"/>
                <a:gd name="csX29" fmla="*/ 84467 w 142467"/>
                <a:gd name="csY29" fmla="*/ 113356 h 113275"/>
                <a:gd name="csX30" fmla="*/ 114833 w 142467"/>
                <a:gd name="csY30" fmla="*/ 112590 h 113275"/>
                <a:gd name="csX31" fmla="*/ 142668 w 142467"/>
                <a:gd name="csY31" fmla="*/ 113356 h 113275"/>
                <a:gd name="csX32" fmla="*/ 142668 w 142467"/>
                <a:gd name="csY32" fmla="*/ 101365 h 113275"/>
                <a:gd name="csX33" fmla="*/ 124702 w 142467"/>
                <a:gd name="csY33" fmla="*/ 101365 h 113275"/>
                <a:gd name="csX34" fmla="*/ 82189 w 142467"/>
                <a:gd name="csY34" fmla="*/ 50595 h 113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42467" h="113275">
                  <a:moveTo>
                    <a:pt x="82189" y="50595"/>
                  </a:moveTo>
                  <a:lnTo>
                    <a:pt x="111796" y="17428"/>
                  </a:lnTo>
                  <a:cubicBezTo>
                    <a:pt x="115086" y="13857"/>
                    <a:pt x="116604" y="12071"/>
                    <a:pt x="137607" y="12071"/>
                  </a:cubicBezTo>
                  <a:lnTo>
                    <a:pt x="137607" y="80"/>
                  </a:lnTo>
                  <a:cubicBezTo>
                    <a:pt x="128751" y="590"/>
                    <a:pt x="115592" y="845"/>
                    <a:pt x="114327" y="845"/>
                  </a:cubicBezTo>
                  <a:cubicBezTo>
                    <a:pt x="108000" y="845"/>
                    <a:pt x="95348" y="335"/>
                    <a:pt x="88262" y="80"/>
                  </a:cubicBezTo>
                  <a:lnTo>
                    <a:pt x="88262" y="12071"/>
                  </a:lnTo>
                  <a:cubicBezTo>
                    <a:pt x="91805" y="12071"/>
                    <a:pt x="94842" y="12581"/>
                    <a:pt x="97878" y="14367"/>
                  </a:cubicBezTo>
                  <a:cubicBezTo>
                    <a:pt x="96866" y="15898"/>
                    <a:pt x="96866" y="16408"/>
                    <a:pt x="95854" y="17428"/>
                  </a:cubicBezTo>
                  <a:lnTo>
                    <a:pt x="74598" y="41410"/>
                  </a:lnTo>
                  <a:lnTo>
                    <a:pt x="49799" y="12071"/>
                  </a:lnTo>
                  <a:lnTo>
                    <a:pt x="59921" y="12071"/>
                  </a:lnTo>
                  <a:lnTo>
                    <a:pt x="59921" y="80"/>
                  </a:lnTo>
                  <a:cubicBezTo>
                    <a:pt x="53341" y="335"/>
                    <a:pt x="37399" y="845"/>
                    <a:pt x="29302" y="845"/>
                  </a:cubicBezTo>
                  <a:cubicBezTo>
                    <a:pt x="21204" y="845"/>
                    <a:pt x="9817" y="335"/>
                    <a:pt x="1466" y="80"/>
                  </a:cubicBezTo>
                  <a:lnTo>
                    <a:pt x="1466" y="12071"/>
                  </a:lnTo>
                  <a:lnTo>
                    <a:pt x="19433" y="12071"/>
                  </a:lnTo>
                  <a:lnTo>
                    <a:pt x="58909" y="59014"/>
                  </a:lnTo>
                  <a:lnTo>
                    <a:pt x="25759" y="96517"/>
                  </a:lnTo>
                  <a:cubicBezTo>
                    <a:pt x="21457" y="101365"/>
                    <a:pt x="12347" y="101365"/>
                    <a:pt x="201" y="101365"/>
                  </a:cubicBezTo>
                  <a:lnTo>
                    <a:pt x="201" y="113356"/>
                  </a:lnTo>
                  <a:cubicBezTo>
                    <a:pt x="9058" y="112845"/>
                    <a:pt x="22216" y="112590"/>
                    <a:pt x="23481" y="112590"/>
                  </a:cubicBezTo>
                  <a:cubicBezTo>
                    <a:pt x="29808" y="112590"/>
                    <a:pt x="44485" y="113100"/>
                    <a:pt x="49546" y="113356"/>
                  </a:cubicBezTo>
                  <a:lnTo>
                    <a:pt x="49546" y="101365"/>
                  </a:lnTo>
                  <a:cubicBezTo>
                    <a:pt x="44991" y="101365"/>
                    <a:pt x="40183" y="100089"/>
                    <a:pt x="40183" y="98558"/>
                  </a:cubicBezTo>
                  <a:cubicBezTo>
                    <a:pt x="40183" y="98303"/>
                    <a:pt x="40183" y="98048"/>
                    <a:pt x="41954" y="96007"/>
                  </a:cubicBezTo>
                  <a:lnTo>
                    <a:pt x="66500" y="68198"/>
                  </a:lnTo>
                  <a:lnTo>
                    <a:pt x="94336" y="101365"/>
                  </a:lnTo>
                  <a:lnTo>
                    <a:pt x="84467" y="101365"/>
                  </a:lnTo>
                  <a:lnTo>
                    <a:pt x="84467" y="113356"/>
                  </a:lnTo>
                  <a:cubicBezTo>
                    <a:pt x="91046" y="113100"/>
                    <a:pt x="106482" y="112590"/>
                    <a:pt x="114833" y="112590"/>
                  </a:cubicBezTo>
                  <a:cubicBezTo>
                    <a:pt x="122930" y="112590"/>
                    <a:pt x="134318" y="113100"/>
                    <a:pt x="142668" y="113356"/>
                  </a:cubicBezTo>
                  <a:lnTo>
                    <a:pt x="142668" y="101365"/>
                  </a:lnTo>
                  <a:lnTo>
                    <a:pt x="124702" y="101365"/>
                  </a:lnTo>
                  <a:lnTo>
                    <a:pt x="82189" y="50595"/>
                  </a:lnTo>
                  <a:close/>
                </a:path>
              </a:pathLst>
            </a:custGeom>
            <a:solidFill>
              <a:schemeClr val="bg1"/>
            </a:solidFill>
            <a:ln w="25432" cap="flat">
              <a:noFill/>
              <a:prstDash val="solid"/>
              <a:miter/>
            </a:ln>
          </p:spPr>
          <p:txBody>
            <a:bodyPr/>
            <a:lstStyle/>
            <a:p>
              <a:endParaRPr lang="en-US"/>
            </a:p>
          </p:txBody>
        </p:sp>
        <p:sp>
          <p:nvSpPr>
            <p:cNvPr id="655" name="Freeform: Shape 654">
              <a:extLst>
                <a:ext uri="{FF2B5EF4-FFF2-40B4-BE49-F238E27FC236}">
                  <a16:creationId xmlns:a16="http://schemas.microsoft.com/office/drawing/2014/main" id="{8E8AC54A-CE76-C4FC-D6FB-13A8664F74F6}"/>
                </a:ext>
              </a:extLst>
            </p:cNvPr>
            <p:cNvSpPr/>
            <p:nvPr>
              <p:custDataLst>
                <p:tags r:id="rId64"/>
              </p:custDataLst>
            </p:nvPr>
          </p:nvSpPr>
          <p:spPr>
            <a:xfrm>
              <a:off x="6709883" y="4736325"/>
              <a:ext cx="44461" cy="92508"/>
            </a:xfrm>
            <a:custGeom>
              <a:avLst/>
              <a:gdLst>
                <a:gd name="csX0" fmla="*/ 43074 w 44461"/>
                <a:gd name="csY0" fmla="*/ 15614 h 92508"/>
                <a:gd name="csX1" fmla="*/ 44668 w 44461"/>
                <a:gd name="csY1" fmla="*/ 9899 h 92508"/>
                <a:gd name="csX2" fmla="*/ 34217 w 44461"/>
                <a:gd name="csY2" fmla="*/ 76 h 92508"/>
                <a:gd name="csX3" fmla="*/ 24474 w 44461"/>
                <a:gd name="csY3" fmla="*/ 8470 h 92508"/>
                <a:gd name="csX4" fmla="*/ 1092 w 44461"/>
                <a:gd name="csY4" fmla="*/ 85798 h 92508"/>
                <a:gd name="csX5" fmla="*/ 207 w 44461"/>
                <a:gd name="csY5" fmla="*/ 88656 h 92508"/>
                <a:gd name="csX6" fmla="*/ 7115 w 44461"/>
                <a:gd name="csY6" fmla="*/ 92585 h 92508"/>
                <a:gd name="csX7" fmla="*/ 9772 w 44461"/>
                <a:gd name="csY7" fmla="*/ 89549 h 92508"/>
                <a:gd name="csX8" fmla="*/ 43074 w 44461"/>
                <a:gd name="csY8" fmla="*/ 15614 h 925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4461" h="92508">
                  <a:moveTo>
                    <a:pt x="43074" y="15614"/>
                  </a:moveTo>
                  <a:cubicBezTo>
                    <a:pt x="44491" y="12578"/>
                    <a:pt x="44668" y="11149"/>
                    <a:pt x="44668" y="9899"/>
                  </a:cubicBezTo>
                  <a:cubicBezTo>
                    <a:pt x="44668" y="4362"/>
                    <a:pt x="39708" y="76"/>
                    <a:pt x="34217" y="76"/>
                  </a:cubicBezTo>
                  <a:cubicBezTo>
                    <a:pt x="27486" y="76"/>
                    <a:pt x="25360" y="5613"/>
                    <a:pt x="24474" y="8470"/>
                  </a:cubicBezTo>
                  <a:lnTo>
                    <a:pt x="1092" y="85798"/>
                  </a:lnTo>
                  <a:cubicBezTo>
                    <a:pt x="915" y="86156"/>
                    <a:pt x="207" y="88477"/>
                    <a:pt x="207" y="88656"/>
                  </a:cubicBezTo>
                  <a:cubicBezTo>
                    <a:pt x="207" y="90799"/>
                    <a:pt x="5698" y="92585"/>
                    <a:pt x="7115" y="92585"/>
                  </a:cubicBezTo>
                  <a:cubicBezTo>
                    <a:pt x="8355" y="92585"/>
                    <a:pt x="8532" y="92228"/>
                    <a:pt x="9772" y="89549"/>
                  </a:cubicBezTo>
                  <a:lnTo>
                    <a:pt x="43074" y="15614"/>
                  </a:lnTo>
                  <a:close/>
                </a:path>
              </a:pathLst>
            </a:custGeom>
            <a:solidFill>
              <a:schemeClr val="bg1"/>
            </a:solidFill>
            <a:ln w="25432" cap="flat">
              <a:noFill/>
              <a:prstDash val="solid"/>
              <a:miter/>
            </a:ln>
          </p:spPr>
          <p:txBody>
            <a:bodyPr/>
            <a:lstStyle/>
            <a:p>
              <a:endParaRPr lang="en-US"/>
            </a:p>
          </p:txBody>
        </p:sp>
        <p:sp>
          <p:nvSpPr>
            <p:cNvPr id="656" name="Freeform: Shape 655">
              <a:extLst>
                <a:ext uri="{FF2B5EF4-FFF2-40B4-BE49-F238E27FC236}">
                  <a16:creationId xmlns:a16="http://schemas.microsoft.com/office/drawing/2014/main" id="{7181DAC7-A7AF-B47E-1CFB-2D26E9A92D34}"/>
                </a:ext>
              </a:extLst>
            </p:cNvPr>
            <p:cNvSpPr/>
            <p:nvPr>
              <p:custDataLst>
                <p:tags r:id="rId65"/>
              </p:custDataLst>
            </p:nvPr>
          </p:nvSpPr>
          <p:spPr>
            <a:xfrm>
              <a:off x="6776424" y="4749641"/>
              <a:ext cx="161699" cy="228592"/>
            </a:xfrm>
            <a:custGeom>
              <a:avLst/>
              <a:gdLst>
                <a:gd name="csX0" fmla="*/ 1222 w 161699"/>
                <a:gd name="csY0" fmla="*/ 221018 h 228592"/>
                <a:gd name="csX1" fmla="*/ 210 w 161699"/>
                <a:gd name="csY1" fmla="*/ 225100 h 228592"/>
                <a:gd name="csX2" fmla="*/ 6283 w 161699"/>
                <a:gd name="csY2" fmla="*/ 228672 h 228592"/>
                <a:gd name="csX3" fmla="*/ 12862 w 161699"/>
                <a:gd name="csY3" fmla="*/ 222804 h 228592"/>
                <a:gd name="csX4" fmla="*/ 29057 w 161699"/>
                <a:gd name="csY4" fmla="*/ 156982 h 228592"/>
                <a:gd name="csX5" fmla="*/ 79415 w 161699"/>
                <a:gd name="csY5" fmla="*/ 182239 h 228592"/>
                <a:gd name="csX6" fmla="*/ 158620 w 161699"/>
                <a:gd name="csY6" fmla="*/ 109784 h 228592"/>
                <a:gd name="csX7" fmla="*/ 142424 w 161699"/>
                <a:gd name="csY7" fmla="*/ 75852 h 228592"/>
                <a:gd name="csX8" fmla="*/ 161909 w 161699"/>
                <a:gd name="csY8" fmla="*/ 34012 h 228592"/>
                <a:gd name="csX9" fmla="*/ 122433 w 161699"/>
                <a:gd name="csY9" fmla="*/ 80 h 228592"/>
                <a:gd name="csX10" fmla="*/ 39686 w 161699"/>
                <a:gd name="csY10" fmla="*/ 65392 h 228592"/>
                <a:gd name="csX11" fmla="*/ 1222 w 161699"/>
                <a:gd name="csY11" fmla="*/ 221018 h 228592"/>
                <a:gd name="csX12" fmla="*/ 115854 w 161699"/>
                <a:gd name="csY12" fmla="*/ 76873 h 228592"/>
                <a:gd name="csX13" fmla="*/ 99912 w 161699"/>
                <a:gd name="csY13" fmla="*/ 81210 h 228592"/>
                <a:gd name="csX14" fmla="*/ 87765 w 161699"/>
                <a:gd name="csY14" fmla="*/ 79169 h 228592"/>
                <a:gd name="csX15" fmla="*/ 103454 w 161699"/>
                <a:gd name="csY15" fmla="*/ 75087 h 228592"/>
                <a:gd name="csX16" fmla="*/ 115854 w 161699"/>
                <a:gd name="csY16" fmla="*/ 76873 h 228592"/>
                <a:gd name="csX17" fmla="*/ 124458 w 161699"/>
                <a:gd name="csY17" fmla="*/ 67943 h 228592"/>
                <a:gd name="csX18" fmla="*/ 104214 w 161699"/>
                <a:gd name="csY18" fmla="*/ 65902 h 228592"/>
                <a:gd name="csX19" fmla="*/ 75619 w 161699"/>
                <a:gd name="csY19" fmla="*/ 79679 h 228592"/>
                <a:gd name="csX20" fmla="*/ 99659 w 161699"/>
                <a:gd name="csY20" fmla="*/ 90394 h 228592"/>
                <a:gd name="csX21" fmla="*/ 126735 w 161699"/>
                <a:gd name="csY21" fmla="*/ 85547 h 228592"/>
                <a:gd name="csX22" fmla="*/ 129519 w 161699"/>
                <a:gd name="csY22" fmla="*/ 98813 h 228592"/>
                <a:gd name="csX23" fmla="*/ 115095 w 161699"/>
                <a:gd name="csY23" fmla="*/ 152135 h 228592"/>
                <a:gd name="csX24" fmla="*/ 78908 w 161699"/>
                <a:gd name="csY24" fmla="*/ 173055 h 228592"/>
                <a:gd name="csX25" fmla="*/ 35637 w 161699"/>
                <a:gd name="csY25" fmla="*/ 135807 h 228592"/>
                <a:gd name="csX26" fmla="*/ 37408 w 161699"/>
                <a:gd name="csY26" fmla="*/ 122795 h 228592"/>
                <a:gd name="csX27" fmla="*/ 52338 w 161699"/>
                <a:gd name="csY27" fmla="*/ 63096 h 228592"/>
                <a:gd name="csX28" fmla="*/ 121168 w 161699"/>
                <a:gd name="csY28" fmla="*/ 9265 h 228592"/>
                <a:gd name="csX29" fmla="*/ 136098 w 161699"/>
                <a:gd name="csY29" fmla="*/ 23807 h 228592"/>
                <a:gd name="csX30" fmla="*/ 124458 w 161699"/>
                <a:gd name="csY30" fmla="*/ 67943 h 228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61699" h="228592">
                  <a:moveTo>
                    <a:pt x="1222" y="221018"/>
                  </a:moveTo>
                  <a:cubicBezTo>
                    <a:pt x="969" y="221529"/>
                    <a:pt x="210" y="224845"/>
                    <a:pt x="210" y="225100"/>
                  </a:cubicBezTo>
                  <a:cubicBezTo>
                    <a:pt x="210" y="228672"/>
                    <a:pt x="4005" y="228672"/>
                    <a:pt x="6283" y="228672"/>
                  </a:cubicBezTo>
                  <a:cubicBezTo>
                    <a:pt x="11344" y="228672"/>
                    <a:pt x="11344" y="228162"/>
                    <a:pt x="12862" y="222804"/>
                  </a:cubicBezTo>
                  <a:cubicBezTo>
                    <a:pt x="13621" y="218722"/>
                    <a:pt x="28804" y="157492"/>
                    <a:pt x="29057" y="156982"/>
                  </a:cubicBezTo>
                  <a:cubicBezTo>
                    <a:pt x="39686" y="174841"/>
                    <a:pt x="59170" y="182239"/>
                    <a:pt x="79415" y="182239"/>
                  </a:cubicBezTo>
                  <a:cubicBezTo>
                    <a:pt x="130278" y="182239"/>
                    <a:pt x="158620" y="143205"/>
                    <a:pt x="158620" y="109784"/>
                  </a:cubicBezTo>
                  <a:cubicBezTo>
                    <a:pt x="158620" y="91925"/>
                    <a:pt x="150775" y="82230"/>
                    <a:pt x="142424" y="75852"/>
                  </a:cubicBezTo>
                  <a:cubicBezTo>
                    <a:pt x="151534" y="68198"/>
                    <a:pt x="161909" y="51615"/>
                    <a:pt x="161909" y="34012"/>
                  </a:cubicBezTo>
                  <a:cubicBezTo>
                    <a:pt x="161909" y="12326"/>
                    <a:pt x="146220" y="80"/>
                    <a:pt x="122433" y="80"/>
                  </a:cubicBezTo>
                  <a:cubicBezTo>
                    <a:pt x="86247" y="80"/>
                    <a:pt x="48795" y="28399"/>
                    <a:pt x="39686" y="65392"/>
                  </a:cubicBezTo>
                  <a:lnTo>
                    <a:pt x="1222" y="221018"/>
                  </a:lnTo>
                  <a:close/>
                  <a:moveTo>
                    <a:pt x="115854" y="76873"/>
                  </a:moveTo>
                  <a:cubicBezTo>
                    <a:pt x="109781" y="81210"/>
                    <a:pt x="103454" y="81210"/>
                    <a:pt x="99912" y="81210"/>
                  </a:cubicBezTo>
                  <a:cubicBezTo>
                    <a:pt x="98899" y="81210"/>
                    <a:pt x="87765" y="81210"/>
                    <a:pt x="87765" y="79169"/>
                  </a:cubicBezTo>
                  <a:cubicBezTo>
                    <a:pt x="87765" y="75087"/>
                    <a:pt x="100165" y="75087"/>
                    <a:pt x="103454" y="75087"/>
                  </a:cubicBezTo>
                  <a:cubicBezTo>
                    <a:pt x="108009" y="75087"/>
                    <a:pt x="111046" y="75087"/>
                    <a:pt x="115854" y="76873"/>
                  </a:cubicBezTo>
                  <a:close/>
                  <a:moveTo>
                    <a:pt x="124458" y="67943"/>
                  </a:moveTo>
                  <a:cubicBezTo>
                    <a:pt x="116107" y="65902"/>
                    <a:pt x="109021" y="65902"/>
                    <a:pt x="104214" y="65902"/>
                  </a:cubicBezTo>
                  <a:cubicBezTo>
                    <a:pt x="96116" y="65902"/>
                    <a:pt x="75619" y="65902"/>
                    <a:pt x="75619" y="79679"/>
                  </a:cubicBezTo>
                  <a:cubicBezTo>
                    <a:pt x="75619" y="90394"/>
                    <a:pt x="90802" y="90394"/>
                    <a:pt x="99659" y="90394"/>
                  </a:cubicBezTo>
                  <a:cubicBezTo>
                    <a:pt x="103960" y="90394"/>
                    <a:pt x="115348" y="90394"/>
                    <a:pt x="126735" y="85547"/>
                  </a:cubicBezTo>
                  <a:cubicBezTo>
                    <a:pt x="128759" y="89374"/>
                    <a:pt x="129519" y="94476"/>
                    <a:pt x="129519" y="98813"/>
                  </a:cubicBezTo>
                  <a:cubicBezTo>
                    <a:pt x="129519" y="107998"/>
                    <a:pt x="122939" y="138868"/>
                    <a:pt x="115095" y="152135"/>
                  </a:cubicBezTo>
                  <a:cubicBezTo>
                    <a:pt x="107250" y="164636"/>
                    <a:pt x="94851" y="173055"/>
                    <a:pt x="78908" y="173055"/>
                  </a:cubicBezTo>
                  <a:cubicBezTo>
                    <a:pt x="55375" y="173055"/>
                    <a:pt x="35637" y="158768"/>
                    <a:pt x="35637" y="135807"/>
                  </a:cubicBezTo>
                  <a:cubicBezTo>
                    <a:pt x="35637" y="130704"/>
                    <a:pt x="36902" y="125346"/>
                    <a:pt x="37408" y="122795"/>
                  </a:cubicBezTo>
                  <a:cubicBezTo>
                    <a:pt x="41204" y="107743"/>
                    <a:pt x="49301" y="74321"/>
                    <a:pt x="52338" y="63096"/>
                  </a:cubicBezTo>
                  <a:cubicBezTo>
                    <a:pt x="60436" y="35287"/>
                    <a:pt x="91055" y="9265"/>
                    <a:pt x="121168" y="9265"/>
                  </a:cubicBezTo>
                  <a:cubicBezTo>
                    <a:pt x="130531" y="9265"/>
                    <a:pt x="136098" y="13857"/>
                    <a:pt x="136098" y="23807"/>
                  </a:cubicBezTo>
                  <a:cubicBezTo>
                    <a:pt x="136098" y="31716"/>
                    <a:pt x="130025" y="57993"/>
                    <a:pt x="124458" y="67943"/>
                  </a:cubicBezTo>
                  <a:close/>
                </a:path>
              </a:pathLst>
            </a:custGeom>
            <a:solidFill>
              <a:schemeClr val="bg1"/>
            </a:solidFill>
            <a:ln w="25432" cap="flat">
              <a:noFill/>
              <a:prstDash val="solid"/>
              <a:miter/>
            </a:ln>
          </p:spPr>
          <p:txBody>
            <a:bodyPr/>
            <a:lstStyle/>
            <a:p>
              <a:endParaRPr lang="en-US"/>
            </a:p>
          </p:txBody>
        </p:sp>
        <p:sp>
          <p:nvSpPr>
            <p:cNvPr id="657" name="Freeform: Shape 656">
              <a:extLst>
                <a:ext uri="{FF2B5EF4-FFF2-40B4-BE49-F238E27FC236}">
                  <a16:creationId xmlns:a16="http://schemas.microsoft.com/office/drawing/2014/main" id="{BEE9D3A9-646D-6AA8-2114-1E54EF13A4B6}"/>
                </a:ext>
              </a:extLst>
            </p:cNvPr>
            <p:cNvSpPr/>
            <p:nvPr>
              <p:custDataLst>
                <p:tags r:id="rId66"/>
              </p:custDataLst>
            </p:nvPr>
          </p:nvSpPr>
          <p:spPr>
            <a:xfrm>
              <a:off x="6962352" y="4737395"/>
              <a:ext cx="58707" cy="255125"/>
            </a:xfrm>
            <a:custGeom>
              <a:avLst/>
              <a:gdLst>
                <a:gd name="csX0" fmla="*/ 58924 w 58707"/>
                <a:gd name="csY0" fmla="*/ 127643 h 255125"/>
                <a:gd name="csX1" fmla="*/ 42223 w 58707"/>
                <a:gd name="csY1" fmla="*/ 48044 h 255125"/>
                <a:gd name="csX2" fmla="*/ 2747 w 58707"/>
                <a:gd name="csY2" fmla="*/ 80 h 255125"/>
                <a:gd name="csX3" fmla="*/ 216 w 58707"/>
                <a:gd name="csY3" fmla="*/ 2631 h 255125"/>
                <a:gd name="csX4" fmla="*/ 5024 w 58707"/>
                <a:gd name="csY4" fmla="*/ 8499 h 255125"/>
                <a:gd name="csX5" fmla="*/ 44247 w 58707"/>
                <a:gd name="csY5" fmla="*/ 127643 h 255125"/>
                <a:gd name="csX6" fmla="*/ 3506 w 58707"/>
                <a:gd name="csY6" fmla="*/ 248317 h 255125"/>
                <a:gd name="csX7" fmla="*/ 216 w 58707"/>
                <a:gd name="csY7" fmla="*/ 252654 h 255125"/>
                <a:gd name="csX8" fmla="*/ 2747 w 58707"/>
                <a:gd name="csY8" fmla="*/ 255205 h 255125"/>
                <a:gd name="csX9" fmla="*/ 42982 w 58707"/>
                <a:gd name="csY9" fmla="*/ 205456 h 255125"/>
                <a:gd name="csX10" fmla="*/ 58924 w 58707"/>
                <a:gd name="csY10" fmla="*/ 127643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55125">
                  <a:moveTo>
                    <a:pt x="58924" y="127643"/>
                  </a:moveTo>
                  <a:cubicBezTo>
                    <a:pt x="58924" y="107743"/>
                    <a:pt x="56141" y="76873"/>
                    <a:pt x="42223" y="48044"/>
                  </a:cubicBezTo>
                  <a:cubicBezTo>
                    <a:pt x="27040" y="16663"/>
                    <a:pt x="5278" y="80"/>
                    <a:pt x="2747" y="80"/>
                  </a:cubicBezTo>
                  <a:cubicBezTo>
                    <a:pt x="1229" y="80"/>
                    <a:pt x="216" y="1100"/>
                    <a:pt x="216" y="2631"/>
                  </a:cubicBezTo>
                  <a:cubicBezTo>
                    <a:pt x="216" y="3397"/>
                    <a:pt x="216" y="3907"/>
                    <a:pt x="5024" y="8499"/>
                  </a:cubicBezTo>
                  <a:cubicBezTo>
                    <a:pt x="29823" y="33757"/>
                    <a:pt x="44247" y="74321"/>
                    <a:pt x="44247" y="127643"/>
                  </a:cubicBezTo>
                  <a:cubicBezTo>
                    <a:pt x="44247" y="171269"/>
                    <a:pt x="34884" y="216171"/>
                    <a:pt x="3506" y="248317"/>
                  </a:cubicBezTo>
                  <a:cubicBezTo>
                    <a:pt x="216" y="251378"/>
                    <a:pt x="216" y="251889"/>
                    <a:pt x="216" y="252654"/>
                  </a:cubicBezTo>
                  <a:cubicBezTo>
                    <a:pt x="216" y="254185"/>
                    <a:pt x="1229" y="255205"/>
                    <a:pt x="2747" y="255205"/>
                  </a:cubicBezTo>
                  <a:cubicBezTo>
                    <a:pt x="5278" y="255205"/>
                    <a:pt x="28052" y="237857"/>
                    <a:pt x="42982" y="205456"/>
                  </a:cubicBezTo>
                  <a:cubicBezTo>
                    <a:pt x="55888" y="177392"/>
                    <a:pt x="58924" y="149073"/>
                    <a:pt x="58924" y="127643"/>
                  </a:cubicBezTo>
                  <a:close/>
                </a:path>
              </a:pathLst>
            </a:custGeom>
            <a:solidFill>
              <a:schemeClr val="bg1"/>
            </a:solidFill>
            <a:ln w="25432" cap="flat">
              <a:noFill/>
              <a:prstDash val="solid"/>
              <a:miter/>
            </a:ln>
          </p:spPr>
          <p:txBody>
            <a:bodyPr/>
            <a:lstStyle/>
            <a:p>
              <a:endParaRPr lang="en-US"/>
            </a:p>
          </p:txBody>
        </p:sp>
        <p:sp>
          <p:nvSpPr>
            <p:cNvPr id="658" name="Freeform: Shape 657">
              <a:extLst>
                <a:ext uri="{FF2B5EF4-FFF2-40B4-BE49-F238E27FC236}">
                  <a16:creationId xmlns:a16="http://schemas.microsoft.com/office/drawing/2014/main" id="{8B9A88F7-33A6-094F-703B-9FF2BC3778E4}"/>
                </a:ext>
              </a:extLst>
            </p:cNvPr>
            <p:cNvSpPr/>
            <p:nvPr>
              <p:custDataLst>
                <p:tags r:id="rId67"/>
              </p:custDataLst>
            </p:nvPr>
          </p:nvSpPr>
          <p:spPr>
            <a:xfrm>
              <a:off x="7130799" y="4835108"/>
              <a:ext cx="168278" cy="59699"/>
            </a:xfrm>
            <a:custGeom>
              <a:avLst/>
              <a:gdLst>
                <a:gd name="csX0" fmla="*/ 159898 w 168278"/>
                <a:gd name="csY0" fmla="*/ 10285 h 59699"/>
                <a:gd name="csX1" fmla="*/ 168502 w 168278"/>
                <a:gd name="csY1" fmla="*/ 5183 h 59699"/>
                <a:gd name="csX2" fmla="*/ 160151 w 168278"/>
                <a:gd name="csY2" fmla="*/ 80 h 59699"/>
                <a:gd name="csX3" fmla="*/ 8574 w 168278"/>
                <a:gd name="csY3" fmla="*/ 80 h 59699"/>
                <a:gd name="csX4" fmla="*/ 223 w 168278"/>
                <a:gd name="csY4" fmla="*/ 5183 h 59699"/>
                <a:gd name="csX5" fmla="*/ 8827 w 168278"/>
                <a:gd name="csY5" fmla="*/ 10285 h 59699"/>
                <a:gd name="csX6" fmla="*/ 159898 w 168278"/>
                <a:gd name="csY6" fmla="*/ 10285 h 59699"/>
                <a:gd name="csX7" fmla="*/ 160151 w 168278"/>
                <a:gd name="csY7" fmla="*/ 59779 h 59699"/>
                <a:gd name="csX8" fmla="*/ 168502 w 168278"/>
                <a:gd name="csY8" fmla="*/ 54677 h 59699"/>
                <a:gd name="csX9" fmla="*/ 159898 w 168278"/>
                <a:gd name="csY9" fmla="*/ 49574 h 59699"/>
                <a:gd name="csX10" fmla="*/ 8827 w 168278"/>
                <a:gd name="csY10" fmla="*/ 49574 h 59699"/>
                <a:gd name="csX11" fmla="*/ 223 w 168278"/>
                <a:gd name="csY11" fmla="*/ 54677 h 59699"/>
                <a:gd name="csX12" fmla="*/ 8574 w 168278"/>
                <a:gd name="csY12" fmla="*/ 59779 h 59699"/>
                <a:gd name="csX13" fmla="*/ 160151 w 168278"/>
                <a:gd name="csY13" fmla="*/ 59779 h 596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68278" h="59699">
                  <a:moveTo>
                    <a:pt x="159898" y="10285"/>
                  </a:moveTo>
                  <a:cubicBezTo>
                    <a:pt x="163694" y="10285"/>
                    <a:pt x="168502" y="10285"/>
                    <a:pt x="168502" y="5183"/>
                  </a:cubicBezTo>
                  <a:cubicBezTo>
                    <a:pt x="168502" y="80"/>
                    <a:pt x="163694" y="80"/>
                    <a:pt x="160151" y="80"/>
                  </a:cubicBezTo>
                  <a:lnTo>
                    <a:pt x="8574" y="80"/>
                  </a:lnTo>
                  <a:cubicBezTo>
                    <a:pt x="5031" y="80"/>
                    <a:pt x="223" y="80"/>
                    <a:pt x="223" y="5183"/>
                  </a:cubicBezTo>
                  <a:cubicBezTo>
                    <a:pt x="223" y="10285"/>
                    <a:pt x="5031" y="10285"/>
                    <a:pt x="8827" y="10285"/>
                  </a:cubicBezTo>
                  <a:lnTo>
                    <a:pt x="159898" y="10285"/>
                  </a:lnTo>
                  <a:close/>
                  <a:moveTo>
                    <a:pt x="160151" y="59779"/>
                  </a:moveTo>
                  <a:cubicBezTo>
                    <a:pt x="163694" y="59779"/>
                    <a:pt x="168502" y="59779"/>
                    <a:pt x="168502" y="54677"/>
                  </a:cubicBezTo>
                  <a:cubicBezTo>
                    <a:pt x="168502" y="49574"/>
                    <a:pt x="163694" y="49574"/>
                    <a:pt x="159898" y="49574"/>
                  </a:cubicBezTo>
                  <a:lnTo>
                    <a:pt x="8827" y="49574"/>
                  </a:lnTo>
                  <a:cubicBezTo>
                    <a:pt x="5031" y="49574"/>
                    <a:pt x="223" y="49574"/>
                    <a:pt x="223" y="54677"/>
                  </a:cubicBezTo>
                  <a:cubicBezTo>
                    <a:pt x="223" y="59779"/>
                    <a:pt x="5031" y="59779"/>
                    <a:pt x="8574" y="59779"/>
                  </a:cubicBezTo>
                  <a:lnTo>
                    <a:pt x="160151" y="59779"/>
                  </a:lnTo>
                  <a:close/>
                </a:path>
              </a:pathLst>
            </a:custGeom>
            <a:solidFill>
              <a:schemeClr val="bg1"/>
            </a:solidFill>
            <a:ln w="25432" cap="flat">
              <a:noFill/>
              <a:prstDash val="solid"/>
              <a:miter/>
            </a:ln>
          </p:spPr>
          <p:txBody>
            <a:bodyPr/>
            <a:lstStyle/>
            <a:p>
              <a:endParaRPr lang="en-US"/>
            </a:p>
          </p:txBody>
        </p:sp>
        <p:sp>
          <p:nvSpPr>
            <p:cNvPr id="659" name="Freeform: Shape 658">
              <a:extLst>
                <a:ext uri="{FF2B5EF4-FFF2-40B4-BE49-F238E27FC236}">
                  <a16:creationId xmlns:a16="http://schemas.microsoft.com/office/drawing/2014/main" id="{E06B99BF-B1F8-0E2E-9B47-ECC2B9DDC2FD}"/>
                </a:ext>
              </a:extLst>
            </p:cNvPr>
            <p:cNvSpPr/>
            <p:nvPr>
              <p:custDataLst>
                <p:tags r:id="rId68"/>
              </p:custDataLst>
            </p:nvPr>
          </p:nvSpPr>
          <p:spPr>
            <a:xfrm>
              <a:off x="7554078" y="4749531"/>
              <a:ext cx="75814" cy="80543"/>
            </a:xfrm>
            <a:custGeom>
              <a:avLst/>
              <a:gdLst>
                <a:gd name="csX0" fmla="*/ 28050 w 75814"/>
                <a:gd name="csY0" fmla="*/ 38115 h 80543"/>
                <a:gd name="csX1" fmla="*/ 56569 w 75814"/>
                <a:gd name="csY1" fmla="*/ 34365 h 80543"/>
                <a:gd name="csX2" fmla="*/ 72157 w 75814"/>
                <a:gd name="csY2" fmla="*/ 15792 h 80543"/>
                <a:gd name="csX3" fmla="*/ 50192 w 75814"/>
                <a:gd name="csY3" fmla="*/ 76 h 80543"/>
                <a:gd name="csX4" fmla="*/ 240 w 75814"/>
                <a:gd name="csY4" fmla="*/ 47045 h 80543"/>
                <a:gd name="csX5" fmla="*/ 32124 w 75814"/>
                <a:gd name="csY5" fmla="*/ 80619 h 80543"/>
                <a:gd name="csX6" fmla="*/ 76054 w 75814"/>
                <a:gd name="csY6" fmla="*/ 60439 h 80543"/>
                <a:gd name="csX7" fmla="*/ 73043 w 75814"/>
                <a:gd name="csY7" fmla="*/ 57403 h 80543"/>
                <a:gd name="csX8" fmla="*/ 70208 w 75814"/>
                <a:gd name="csY8" fmla="*/ 59189 h 80543"/>
                <a:gd name="csX9" fmla="*/ 32479 w 75814"/>
                <a:gd name="csY9" fmla="*/ 75619 h 80543"/>
                <a:gd name="csX10" fmla="*/ 14765 w 75814"/>
                <a:gd name="csY10" fmla="*/ 54010 h 80543"/>
                <a:gd name="csX11" fmla="*/ 16891 w 75814"/>
                <a:gd name="csY11" fmla="*/ 38115 h 80543"/>
                <a:gd name="csX12" fmla="*/ 28050 w 75814"/>
                <a:gd name="csY12" fmla="*/ 38115 h 80543"/>
                <a:gd name="csX13" fmla="*/ 18308 w 75814"/>
                <a:gd name="csY13" fmla="*/ 33115 h 80543"/>
                <a:gd name="csX14" fmla="*/ 50192 w 75814"/>
                <a:gd name="csY14" fmla="*/ 5077 h 80543"/>
                <a:gd name="csX15" fmla="*/ 64540 w 75814"/>
                <a:gd name="csY15" fmla="*/ 15792 h 80543"/>
                <a:gd name="csX16" fmla="*/ 26987 w 75814"/>
                <a:gd name="csY16" fmla="*/ 33115 h 80543"/>
                <a:gd name="csX17" fmla="*/ 18308 w 75814"/>
                <a:gd name="csY17" fmla="*/ 33115 h 80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5814" h="80543">
                  <a:moveTo>
                    <a:pt x="28050" y="38115"/>
                  </a:moveTo>
                  <a:cubicBezTo>
                    <a:pt x="33010" y="38115"/>
                    <a:pt x="47004" y="37758"/>
                    <a:pt x="56569" y="34365"/>
                  </a:cubicBezTo>
                  <a:cubicBezTo>
                    <a:pt x="69677" y="29722"/>
                    <a:pt x="72157" y="21149"/>
                    <a:pt x="72157" y="15792"/>
                  </a:cubicBezTo>
                  <a:cubicBezTo>
                    <a:pt x="72157" y="5969"/>
                    <a:pt x="62414" y="76"/>
                    <a:pt x="50192" y="76"/>
                  </a:cubicBezTo>
                  <a:cubicBezTo>
                    <a:pt x="28936" y="76"/>
                    <a:pt x="240" y="16506"/>
                    <a:pt x="240" y="47045"/>
                  </a:cubicBezTo>
                  <a:cubicBezTo>
                    <a:pt x="240" y="65082"/>
                    <a:pt x="11399" y="80619"/>
                    <a:pt x="32124" y="80619"/>
                  </a:cubicBezTo>
                  <a:cubicBezTo>
                    <a:pt x="62060" y="80619"/>
                    <a:pt x="76054" y="62939"/>
                    <a:pt x="76054" y="60439"/>
                  </a:cubicBezTo>
                  <a:cubicBezTo>
                    <a:pt x="76054" y="59367"/>
                    <a:pt x="74460" y="57403"/>
                    <a:pt x="73043" y="57403"/>
                  </a:cubicBezTo>
                  <a:cubicBezTo>
                    <a:pt x="71980" y="57403"/>
                    <a:pt x="71626" y="57760"/>
                    <a:pt x="70208" y="59189"/>
                  </a:cubicBezTo>
                  <a:cubicBezTo>
                    <a:pt x="56392" y="75619"/>
                    <a:pt x="35667" y="75619"/>
                    <a:pt x="32479" y="75619"/>
                  </a:cubicBezTo>
                  <a:cubicBezTo>
                    <a:pt x="21850" y="75619"/>
                    <a:pt x="14765" y="68475"/>
                    <a:pt x="14765" y="54010"/>
                  </a:cubicBezTo>
                  <a:cubicBezTo>
                    <a:pt x="14765" y="51509"/>
                    <a:pt x="14765" y="47938"/>
                    <a:pt x="16891" y="38115"/>
                  </a:cubicBezTo>
                  <a:lnTo>
                    <a:pt x="28050" y="38115"/>
                  </a:lnTo>
                  <a:close/>
                  <a:moveTo>
                    <a:pt x="18308" y="33115"/>
                  </a:moveTo>
                  <a:cubicBezTo>
                    <a:pt x="25570" y="7220"/>
                    <a:pt x="45232" y="5077"/>
                    <a:pt x="50192" y="5077"/>
                  </a:cubicBezTo>
                  <a:cubicBezTo>
                    <a:pt x="57986" y="5077"/>
                    <a:pt x="64540" y="9005"/>
                    <a:pt x="64540" y="15792"/>
                  </a:cubicBezTo>
                  <a:cubicBezTo>
                    <a:pt x="64540" y="33115"/>
                    <a:pt x="34604" y="33115"/>
                    <a:pt x="26987" y="33115"/>
                  </a:cubicBezTo>
                  <a:lnTo>
                    <a:pt x="18308" y="33115"/>
                  </a:lnTo>
                  <a:close/>
                </a:path>
              </a:pathLst>
            </a:custGeom>
            <a:solidFill>
              <a:schemeClr val="bg1"/>
            </a:solidFill>
            <a:ln w="25432" cap="flat">
              <a:noFill/>
              <a:prstDash val="solid"/>
              <a:miter/>
            </a:ln>
          </p:spPr>
          <p:txBody>
            <a:bodyPr/>
            <a:lstStyle/>
            <a:p>
              <a:endParaRPr lang="en-US"/>
            </a:p>
          </p:txBody>
        </p:sp>
        <p:sp>
          <p:nvSpPr>
            <p:cNvPr id="660" name="Freeform: Shape 659">
              <a:extLst>
                <a:ext uri="{FF2B5EF4-FFF2-40B4-BE49-F238E27FC236}">
                  <a16:creationId xmlns:a16="http://schemas.microsoft.com/office/drawing/2014/main" id="{FEFF245F-320C-ECE5-0EDE-B8699FDA5FD8}"/>
                </a:ext>
              </a:extLst>
            </p:cNvPr>
            <p:cNvSpPr/>
            <p:nvPr>
              <p:custDataLst>
                <p:tags r:id="rId69"/>
              </p:custDataLst>
            </p:nvPr>
          </p:nvSpPr>
          <p:spPr>
            <a:xfrm>
              <a:off x="7645559" y="4694659"/>
              <a:ext cx="86416" cy="56637"/>
            </a:xfrm>
            <a:custGeom>
              <a:avLst/>
              <a:gdLst>
                <a:gd name="csX0" fmla="*/ 51613 w 86416"/>
                <a:gd name="csY0" fmla="*/ 26734 h 56637"/>
                <a:gd name="csX1" fmla="*/ 71857 w 86416"/>
                <a:gd name="csY1" fmla="*/ 8620 h 56637"/>
                <a:gd name="csX2" fmla="*/ 83624 w 86416"/>
                <a:gd name="csY2" fmla="*/ 8620 h 56637"/>
                <a:gd name="csX3" fmla="*/ 83624 w 86416"/>
                <a:gd name="csY3" fmla="*/ 73 h 56637"/>
                <a:gd name="csX4" fmla="*/ 69580 w 86416"/>
                <a:gd name="csY4" fmla="*/ 583 h 56637"/>
                <a:gd name="csX5" fmla="*/ 54017 w 86416"/>
                <a:gd name="csY5" fmla="*/ 73 h 56637"/>
                <a:gd name="csX6" fmla="*/ 54017 w 86416"/>
                <a:gd name="csY6" fmla="*/ 8620 h 56637"/>
                <a:gd name="csX7" fmla="*/ 56041 w 86416"/>
                <a:gd name="csY7" fmla="*/ 8620 h 56637"/>
                <a:gd name="csX8" fmla="*/ 43768 w 86416"/>
                <a:gd name="csY8" fmla="*/ 19718 h 56637"/>
                <a:gd name="csX9" fmla="*/ 31495 w 86416"/>
                <a:gd name="csY9" fmla="*/ 8747 h 56637"/>
                <a:gd name="csX10" fmla="*/ 33014 w 86416"/>
                <a:gd name="csY10" fmla="*/ 8620 h 56637"/>
                <a:gd name="csX11" fmla="*/ 33014 w 86416"/>
                <a:gd name="csY11" fmla="*/ 73 h 56637"/>
                <a:gd name="csX12" fmla="*/ 16312 w 86416"/>
                <a:gd name="csY12" fmla="*/ 583 h 56637"/>
                <a:gd name="csX13" fmla="*/ 1256 w 86416"/>
                <a:gd name="csY13" fmla="*/ 73 h 56637"/>
                <a:gd name="csX14" fmla="*/ 1256 w 86416"/>
                <a:gd name="csY14" fmla="*/ 8620 h 56637"/>
                <a:gd name="csX15" fmla="*/ 12390 w 86416"/>
                <a:gd name="csY15" fmla="*/ 8620 h 56637"/>
                <a:gd name="csX16" fmla="*/ 34279 w 86416"/>
                <a:gd name="csY16" fmla="*/ 28137 h 56637"/>
                <a:gd name="csX17" fmla="*/ 12011 w 86416"/>
                <a:gd name="csY17" fmla="*/ 48164 h 56637"/>
                <a:gd name="csX18" fmla="*/ 244 w 86416"/>
                <a:gd name="csY18" fmla="*/ 48164 h 56637"/>
                <a:gd name="csX19" fmla="*/ 244 w 86416"/>
                <a:gd name="csY19" fmla="*/ 56711 h 56637"/>
                <a:gd name="csX20" fmla="*/ 14288 w 86416"/>
                <a:gd name="csY20" fmla="*/ 56201 h 56637"/>
                <a:gd name="csX21" fmla="*/ 29851 w 86416"/>
                <a:gd name="csY21" fmla="*/ 56711 h 56637"/>
                <a:gd name="csX22" fmla="*/ 29851 w 86416"/>
                <a:gd name="csY22" fmla="*/ 48164 h 56637"/>
                <a:gd name="csX23" fmla="*/ 27826 w 86416"/>
                <a:gd name="csY23" fmla="*/ 48164 h 56637"/>
                <a:gd name="csX24" fmla="*/ 42124 w 86416"/>
                <a:gd name="csY24" fmla="*/ 35280 h 56637"/>
                <a:gd name="csX25" fmla="*/ 56421 w 86416"/>
                <a:gd name="csY25" fmla="*/ 48037 h 56637"/>
                <a:gd name="csX26" fmla="*/ 54903 w 86416"/>
                <a:gd name="csY26" fmla="*/ 48164 h 56637"/>
                <a:gd name="csX27" fmla="*/ 54903 w 86416"/>
                <a:gd name="csY27" fmla="*/ 56711 h 56637"/>
                <a:gd name="csX28" fmla="*/ 71604 w 86416"/>
                <a:gd name="csY28" fmla="*/ 56201 h 56637"/>
                <a:gd name="csX29" fmla="*/ 86661 w 86416"/>
                <a:gd name="csY29" fmla="*/ 56711 h 56637"/>
                <a:gd name="csX30" fmla="*/ 86661 w 86416"/>
                <a:gd name="csY30" fmla="*/ 48164 h 56637"/>
                <a:gd name="csX31" fmla="*/ 75526 w 86416"/>
                <a:gd name="csY31" fmla="*/ 48164 h 56637"/>
                <a:gd name="csX32" fmla="*/ 51613 w 86416"/>
                <a:gd name="csY32" fmla="*/ 26734 h 566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86416" h="56637">
                  <a:moveTo>
                    <a:pt x="51613" y="26734"/>
                  </a:moveTo>
                  <a:lnTo>
                    <a:pt x="71857" y="8620"/>
                  </a:lnTo>
                  <a:lnTo>
                    <a:pt x="83624" y="8620"/>
                  </a:lnTo>
                  <a:lnTo>
                    <a:pt x="83624" y="73"/>
                  </a:lnTo>
                  <a:cubicBezTo>
                    <a:pt x="78310" y="583"/>
                    <a:pt x="74641" y="583"/>
                    <a:pt x="69580" y="583"/>
                  </a:cubicBezTo>
                  <a:cubicBezTo>
                    <a:pt x="64392" y="583"/>
                    <a:pt x="59205" y="456"/>
                    <a:pt x="54017" y="73"/>
                  </a:cubicBezTo>
                  <a:lnTo>
                    <a:pt x="54017" y="8620"/>
                  </a:lnTo>
                  <a:lnTo>
                    <a:pt x="56041" y="8620"/>
                  </a:lnTo>
                  <a:lnTo>
                    <a:pt x="43768" y="19718"/>
                  </a:lnTo>
                  <a:lnTo>
                    <a:pt x="31495" y="8747"/>
                  </a:lnTo>
                  <a:cubicBezTo>
                    <a:pt x="32128" y="8620"/>
                    <a:pt x="32381" y="8620"/>
                    <a:pt x="33014" y="8620"/>
                  </a:cubicBezTo>
                  <a:lnTo>
                    <a:pt x="33014" y="73"/>
                  </a:lnTo>
                  <a:cubicBezTo>
                    <a:pt x="27447" y="456"/>
                    <a:pt x="21880" y="583"/>
                    <a:pt x="16312" y="583"/>
                  </a:cubicBezTo>
                  <a:cubicBezTo>
                    <a:pt x="10745" y="583"/>
                    <a:pt x="7076" y="583"/>
                    <a:pt x="1256" y="73"/>
                  </a:cubicBezTo>
                  <a:lnTo>
                    <a:pt x="1256" y="8620"/>
                  </a:lnTo>
                  <a:lnTo>
                    <a:pt x="12390" y="8620"/>
                  </a:lnTo>
                  <a:lnTo>
                    <a:pt x="34279" y="28137"/>
                  </a:lnTo>
                  <a:lnTo>
                    <a:pt x="12011" y="48164"/>
                  </a:lnTo>
                  <a:lnTo>
                    <a:pt x="244" y="48164"/>
                  </a:lnTo>
                  <a:lnTo>
                    <a:pt x="244" y="56711"/>
                  </a:lnTo>
                  <a:cubicBezTo>
                    <a:pt x="5558" y="56201"/>
                    <a:pt x="9227" y="56201"/>
                    <a:pt x="14288" y="56201"/>
                  </a:cubicBezTo>
                  <a:cubicBezTo>
                    <a:pt x="19476" y="56201"/>
                    <a:pt x="24663" y="56328"/>
                    <a:pt x="29851" y="56711"/>
                  </a:cubicBezTo>
                  <a:lnTo>
                    <a:pt x="29851" y="48164"/>
                  </a:lnTo>
                  <a:lnTo>
                    <a:pt x="27826" y="48164"/>
                  </a:lnTo>
                  <a:lnTo>
                    <a:pt x="42124" y="35280"/>
                  </a:lnTo>
                  <a:lnTo>
                    <a:pt x="56421" y="48037"/>
                  </a:lnTo>
                  <a:cubicBezTo>
                    <a:pt x="55788" y="48164"/>
                    <a:pt x="55535" y="48164"/>
                    <a:pt x="54903" y="48164"/>
                  </a:cubicBezTo>
                  <a:lnTo>
                    <a:pt x="54903" y="56711"/>
                  </a:lnTo>
                  <a:cubicBezTo>
                    <a:pt x="60470" y="56328"/>
                    <a:pt x="66037" y="56201"/>
                    <a:pt x="71604" y="56201"/>
                  </a:cubicBezTo>
                  <a:cubicBezTo>
                    <a:pt x="77171" y="56201"/>
                    <a:pt x="80840" y="56201"/>
                    <a:pt x="86661" y="56711"/>
                  </a:cubicBezTo>
                  <a:lnTo>
                    <a:pt x="86661" y="48164"/>
                  </a:lnTo>
                  <a:lnTo>
                    <a:pt x="75526" y="48164"/>
                  </a:lnTo>
                  <a:lnTo>
                    <a:pt x="51613" y="26734"/>
                  </a:lnTo>
                  <a:close/>
                </a:path>
              </a:pathLst>
            </a:custGeom>
            <a:solidFill>
              <a:schemeClr val="bg1"/>
            </a:solidFill>
            <a:ln w="25432" cap="flat">
              <a:noFill/>
              <a:prstDash val="solid"/>
              <a:miter/>
            </a:ln>
          </p:spPr>
          <p:txBody>
            <a:bodyPr/>
            <a:lstStyle/>
            <a:p>
              <a:endParaRPr lang="en-US"/>
            </a:p>
          </p:txBody>
        </p:sp>
        <p:sp>
          <p:nvSpPr>
            <p:cNvPr id="661" name="Freeform: Shape 660">
              <a:extLst>
                <a:ext uri="{FF2B5EF4-FFF2-40B4-BE49-F238E27FC236}">
                  <a16:creationId xmlns:a16="http://schemas.microsoft.com/office/drawing/2014/main" id="{8C262F94-4AE0-1F6A-F814-1D8D827EAF29}"/>
                </a:ext>
              </a:extLst>
            </p:cNvPr>
            <p:cNvSpPr/>
            <p:nvPr>
              <p:custDataLst>
                <p:tags r:id="rId70"/>
              </p:custDataLst>
            </p:nvPr>
          </p:nvSpPr>
          <p:spPr>
            <a:xfrm>
              <a:off x="7751030" y="4628511"/>
              <a:ext cx="35047" cy="66460"/>
            </a:xfrm>
            <a:custGeom>
              <a:avLst/>
              <a:gdLst>
                <a:gd name="csX0" fmla="*/ 34030 w 35047"/>
                <a:gd name="csY0" fmla="*/ 12062 h 66460"/>
                <a:gd name="csX1" fmla="*/ 35295 w 35047"/>
                <a:gd name="csY1" fmla="*/ 7597 h 66460"/>
                <a:gd name="csX2" fmla="*/ 27451 w 35047"/>
                <a:gd name="csY2" fmla="*/ 71 h 66460"/>
                <a:gd name="csX3" fmla="*/ 20239 w 35047"/>
                <a:gd name="csY3" fmla="*/ 5939 h 66460"/>
                <a:gd name="csX4" fmla="*/ 754 w 35047"/>
                <a:gd name="csY4" fmla="*/ 61174 h 66460"/>
                <a:gd name="csX5" fmla="*/ 248 w 35047"/>
                <a:gd name="csY5" fmla="*/ 63215 h 66460"/>
                <a:gd name="csX6" fmla="*/ 5688 w 35047"/>
                <a:gd name="csY6" fmla="*/ 66531 h 66460"/>
                <a:gd name="csX7" fmla="*/ 7839 w 35047"/>
                <a:gd name="csY7" fmla="*/ 64363 h 66460"/>
                <a:gd name="csX8" fmla="*/ 34030 w 35047"/>
                <a:gd name="csY8" fmla="*/ 12062 h 664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047" h="66460">
                  <a:moveTo>
                    <a:pt x="34030" y="12062"/>
                  </a:moveTo>
                  <a:cubicBezTo>
                    <a:pt x="34156" y="11934"/>
                    <a:pt x="35295" y="9511"/>
                    <a:pt x="35295" y="7597"/>
                  </a:cubicBezTo>
                  <a:cubicBezTo>
                    <a:pt x="35295" y="3005"/>
                    <a:pt x="31246" y="71"/>
                    <a:pt x="27451" y="71"/>
                  </a:cubicBezTo>
                  <a:cubicBezTo>
                    <a:pt x="22263" y="71"/>
                    <a:pt x="20871" y="4025"/>
                    <a:pt x="20239" y="5939"/>
                  </a:cubicBezTo>
                  <a:lnTo>
                    <a:pt x="754" y="61174"/>
                  </a:lnTo>
                  <a:cubicBezTo>
                    <a:pt x="248" y="62704"/>
                    <a:pt x="248" y="63087"/>
                    <a:pt x="248" y="63215"/>
                  </a:cubicBezTo>
                  <a:cubicBezTo>
                    <a:pt x="248" y="65256"/>
                    <a:pt x="5562" y="66531"/>
                    <a:pt x="5688" y="66531"/>
                  </a:cubicBezTo>
                  <a:cubicBezTo>
                    <a:pt x="6827" y="66531"/>
                    <a:pt x="7080" y="65893"/>
                    <a:pt x="7839" y="64363"/>
                  </a:cubicBezTo>
                  <a:lnTo>
                    <a:pt x="34030" y="12062"/>
                  </a:lnTo>
                  <a:close/>
                </a:path>
              </a:pathLst>
            </a:custGeom>
            <a:solidFill>
              <a:schemeClr val="bg1"/>
            </a:solidFill>
            <a:ln w="25432" cap="flat">
              <a:noFill/>
              <a:prstDash val="solid"/>
              <a:miter/>
            </a:ln>
          </p:spPr>
          <p:txBody>
            <a:bodyPr/>
            <a:lstStyle/>
            <a:p>
              <a:endParaRPr lang="en-US"/>
            </a:p>
          </p:txBody>
        </p:sp>
        <p:sp>
          <p:nvSpPr>
            <p:cNvPr id="662" name="Freeform: Shape 661">
              <a:extLst>
                <a:ext uri="{FF2B5EF4-FFF2-40B4-BE49-F238E27FC236}">
                  <a16:creationId xmlns:a16="http://schemas.microsoft.com/office/drawing/2014/main" id="{A9E1E1C7-DC45-4CEE-85F3-BFBCF4BC7EE2}"/>
                </a:ext>
              </a:extLst>
            </p:cNvPr>
            <p:cNvSpPr/>
            <p:nvPr>
              <p:custDataLst>
                <p:tags r:id="rId71"/>
              </p:custDataLst>
            </p:nvPr>
          </p:nvSpPr>
          <p:spPr>
            <a:xfrm>
              <a:off x="7812645" y="4661492"/>
              <a:ext cx="98816" cy="114551"/>
            </a:xfrm>
            <a:custGeom>
              <a:avLst/>
              <a:gdLst>
                <a:gd name="csX0" fmla="*/ 18217 w 98816"/>
                <a:gd name="csY0" fmla="*/ 82223 h 114551"/>
                <a:gd name="csX1" fmla="*/ 51746 w 98816"/>
                <a:gd name="csY1" fmla="*/ 91918 h 114551"/>
                <a:gd name="csX2" fmla="*/ 98814 w 98816"/>
                <a:gd name="csY2" fmla="*/ 57094 h 114551"/>
                <a:gd name="csX3" fmla="*/ 89198 w 98816"/>
                <a:gd name="csY3" fmla="*/ 39107 h 114551"/>
                <a:gd name="csX4" fmla="*/ 99067 w 98816"/>
                <a:gd name="csY4" fmla="*/ 19335 h 114551"/>
                <a:gd name="csX5" fmla="*/ 73003 w 98816"/>
                <a:gd name="csY5" fmla="*/ 73 h 114551"/>
                <a:gd name="csX6" fmla="*/ 19988 w 98816"/>
                <a:gd name="csY6" fmla="*/ 31709 h 114551"/>
                <a:gd name="csX7" fmla="*/ 756 w 98816"/>
                <a:gd name="csY7" fmla="*/ 109139 h 114551"/>
                <a:gd name="csX8" fmla="*/ 250 w 98816"/>
                <a:gd name="csY8" fmla="*/ 111818 h 114551"/>
                <a:gd name="csX9" fmla="*/ 5564 w 98816"/>
                <a:gd name="csY9" fmla="*/ 114624 h 114551"/>
                <a:gd name="csX10" fmla="*/ 10499 w 98816"/>
                <a:gd name="csY10" fmla="*/ 113221 h 114551"/>
                <a:gd name="csX11" fmla="*/ 18217 w 98816"/>
                <a:gd name="csY11" fmla="*/ 82223 h 114551"/>
                <a:gd name="csX12" fmla="*/ 24923 w 98816"/>
                <a:gd name="csY12" fmla="*/ 55435 h 114551"/>
                <a:gd name="csX13" fmla="*/ 30616 w 98816"/>
                <a:gd name="csY13" fmla="*/ 32474 h 114551"/>
                <a:gd name="csX14" fmla="*/ 72370 w 98816"/>
                <a:gd name="csY14" fmla="*/ 7217 h 114551"/>
                <a:gd name="csX15" fmla="*/ 83631 w 98816"/>
                <a:gd name="csY15" fmla="*/ 15508 h 114551"/>
                <a:gd name="csX16" fmla="*/ 77557 w 98816"/>
                <a:gd name="csY16" fmla="*/ 34387 h 114551"/>
                <a:gd name="csX17" fmla="*/ 63513 w 98816"/>
                <a:gd name="csY17" fmla="*/ 33239 h 114551"/>
                <a:gd name="csX18" fmla="*/ 43016 w 98816"/>
                <a:gd name="csY18" fmla="*/ 41148 h 114551"/>
                <a:gd name="csX19" fmla="*/ 61109 w 98816"/>
                <a:gd name="csY19" fmla="*/ 47781 h 114551"/>
                <a:gd name="csX20" fmla="*/ 78696 w 98816"/>
                <a:gd name="csY20" fmla="*/ 45103 h 114551"/>
                <a:gd name="csX21" fmla="*/ 81227 w 98816"/>
                <a:gd name="csY21" fmla="*/ 52756 h 114551"/>
                <a:gd name="csX22" fmla="*/ 73129 w 98816"/>
                <a:gd name="csY22" fmla="*/ 76611 h 114551"/>
                <a:gd name="csX23" fmla="*/ 51873 w 98816"/>
                <a:gd name="csY23" fmla="*/ 84775 h 114551"/>
                <a:gd name="csX24" fmla="*/ 22392 w 98816"/>
                <a:gd name="csY24" fmla="*/ 67426 h 114551"/>
                <a:gd name="csX25" fmla="*/ 24923 w 98816"/>
                <a:gd name="csY25" fmla="*/ 55435 h 114551"/>
                <a:gd name="csX26" fmla="*/ 58452 w 98816"/>
                <a:gd name="csY26" fmla="*/ 40638 h 114551"/>
                <a:gd name="csX27" fmla="*/ 65284 w 98816"/>
                <a:gd name="csY27" fmla="*/ 40383 h 114551"/>
                <a:gd name="csX28" fmla="*/ 65284 w 98816"/>
                <a:gd name="csY28" fmla="*/ 40510 h 114551"/>
                <a:gd name="csX29" fmla="*/ 58452 w 98816"/>
                <a:gd name="csY29" fmla="*/ 40638 h 1145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8816" h="114551">
                  <a:moveTo>
                    <a:pt x="18217" y="82223"/>
                  </a:moveTo>
                  <a:cubicBezTo>
                    <a:pt x="27706" y="90515"/>
                    <a:pt x="43016" y="91918"/>
                    <a:pt x="51746" y="91918"/>
                  </a:cubicBezTo>
                  <a:cubicBezTo>
                    <a:pt x="84769" y="91918"/>
                    <a:pt x="98814" y="71636"/>
                    <a:pt x="98814" y="57094"/>
                  </a:cubicBezTo>
                  <a:cubicBezTo>
                    <a:pt x="98814" y="45868"/>
                    <a:pt x="91602" y="40766"/>
                    <a:pt x="89198" y="39107"/>
                  </a:cubicBezTo>
                  <a:cubicBezTo>
                    <a:pt x="92108" y="36301"/>
                    <a:pt x="99067" y="29540"/>
                    <a:pt x="99067" y="19335"/>
                  </a:cubicBezTo>
                  <a:cubicBezTo>
                    <a:pt x="99067" y="9768"/>
                    <a:pt x="92361" y="73"/>
                    <a:pt x="73003" y="73"/>
                  </a:cubicBezTo>
                  <a:cubicBezTo>
                    <a:pt x="46938" y="73"/>
                    <a:pt x="24290" y="14233"/>
                    <a:pt x="19988" y="31709"/>
                  </a:cubicBezTo>
                  <a:lnTo>
                    <a:pt x="756" y="109139"/>
                  </a:lnTo>
                  <a:cubicBezTo>
                    <a:pt x="250" y="110925"/>
                    <a:pt x="250" y="111180"/>
                    <a:pt x="250" y="111818"/>
                  </a:cubicBezTo>
                  <a:cubicBezTo>
                    <a:pt x="250" y="114624"/>
                    <a:pt x="2781" y="114624"/>
                    <a:pt x="5564" y="114624"/>
                  </a:cubicBezTo>
                  <a:cubicBezTo>
                    <a:pt x="8728" y="114624"/>
                    <a:pt x="9740" y="114624"/>
                    <a:pt x="10499" y="113221"/>
                  </a:cubicBezTo>
                  <a:cubicBezTo>
                    <a:pt x="10878" y="112456"/>
                    <a:pt x="17711" y="84902"/>
                    <a:pt x="18217" y="82223"/>
                  </a:cubicBezTo>
                  <a:close/>
                  <a:moveTo>
                    <a:pt x="24923" y="55435"/>
                  </a:moveTo>
                  <a:lnTo>
                    <a:pt x="30616" y="32474"/>
                  </a:lnTo>
                  <a:cubicBezTo>
                    <a:pt x="35424" y="16656"/>
                    <a:pt x="55542" y="7217"/>
                    <a:pt x="72370" y="7217"/>
                  </a:cubicBezTo>
                  <a:cubicBezTo>
                    <a:pt x="79961" y="7217"/>
                    <a:pt x="83631" y="9895"/>
                    <a:pt x="83631" y="15508"/>
                  </a:cubicBezTo>
                  <a:cubicBezTo>
                    <a:pt x="83631" y="17166"/>
                    <a:pt x="82239" y="28902"/>
                    <a:pt x="77557" y="34387"/>
                  </a:cubicBezTo>
                  <a:cubicBezTo>
                    <a:pt x="71737" y="33239"/>
                    <a:pt x="66803" y="33239"/>
                    <a:pt x="63513" y="33239"/>
                  </a:cubicBezTo>
                  <a:cubicBezTo>
                    <a:pt x="56175" y="33239"/>
                    <a:pt x="43016" y="33239"/>
                    <a:pt x="43016" y="41148"/>
                  </a:cubicBezTo>
                  <a:cubicBezTo>
                    <a:pt x="43016" y="47781"/>
                    <a:pt x="53897" y="47781"/>
                    <a:pt x="61109" y="47781"/>
                  </a:cubicBezTo>
                  <a:cubicBezTo>
                    <a:pt x="64905" y="47781"/>
                    <a:pt x="71864" y="47781"/>
                    <a:pt x="78696" y="45103"/>
                  </a:cubicBezTo>
                  <a:cubicBezTo>
                    <a:pt x="80721" y="47144"/>
                    <a:pt x="81227" y="49950"/>
                    <a:pt x="81227" y="52756"/>
                  </a:cubicBezTo>
                  <a:cubicBezTo>
                    <a:pt x="81227" y="57094"/>
                    <a:pt x="78949" y="70105"/>
                    <a:pt x="73129" y="76611"/>
                  </a:cubicBezTo>
                  <a:cubicBezTo>
                    <a:pt x="68954" y="81203"/>
                    <a:pt x="62248" y="84775"/>
                    <a:pt x="51873" y="84775"/>
                  </a:cubicBezTo>
                  <a:cubicBezTo>
                    <a:pt x="39726" y="84775"/>
                    <a:pt x="22392" y="80565"/>
                    <a:pt x="22392" y="67426"/>
                  </a:cubicBezTo>
                  <a:cubicBezTo>
                    <a:pt x="22392" y="65513"/>
                    <a:pt x="23911" y="59390"/>
                    <a:pt x="24923" y="55435"/>
                  </a:cubicBezTo>
                  <a:close/>
                  <a:moveTo>
                    <a:pt x="58452" y="40638"/>
                  </a:moveTo>
                  <a:cubicBezTo>
                    <a:pt x="60603" y="40383"/>
                    <a:pt x="63640" y="40383"/>
                    <a:pt x="65284" y="40383"/>
                  </a:cubicBezTo>
                  <a:lnTo>
                    <a:pt x="65284" y="40510"/>
                  </a:lnTo>
                  <a:cubicBezTo>
                    <a:pt x="64019" y="40638"/>
                    <a:pt x="60983" y="40638"/>
                    <a:pt x="58452" y="40638"/>
                  </a:cubicBezTo>
                  <a:close/>
                </a:path>
              </a:pathLst>
            </a:custGeom>
            <a:solidFill>
              <a:schemeClr val="bg1"/>
            </a:solidFill>
            <a:ln w="25432" cap="flat">
              <a:noFill/>
              <a:prstDash val="solid"/>
              <a:miter/>
            </a:ln>
          </p:spPr>
          <p:txBody>
            <a:bodyPr/>
            <a:lstStyle/>
            <a:p>
              <a:endParaRPr lang="en-US"/>
            </a:p>
          </p:txBody>
        </p:sp>
        <p:sp>
          <p:nvSpPr>
            <p:cNvPr id="663" name="Rectangle 662">
              <a:extLst>
                <a:ext uri="{FF2B5EF4-FFF2-40B4-BE49-F238E27FC236}">
                  <a16:creationId xmlns:a16="http://schemas.microsoft.com/office/drawing/2014/main" id="{AF510DC2-51D3-C9B6-D0E2-0B0D81775EAF}"/>
                </a:ext>
              </a:extLst>
            </p:cNvPr>
            <p:cNvSpPr/>
            <p:nvPr>
              <p:custDataLst>
                <p:tags r:id="rId72"/>
              </p:custDataLst>
            </p:nvPr>
          </p:nvSpPr>
          <p:spPr>
            <a:xfrm>
              <a:off x="7414102" y="4859855"/>
              <a:ext cx="648679" cy="10204"/>
            </a:xfrm>
            <a:prstGeom prst="rect">
              <a:avLst/>
            </a:prstGeom>
            <a:solidFill>
              <a:schemeClr val="bg1"/>
            </a:solidFill>
            <a:ln w="25432" cap="flat">
              <a:noFill/>
              <a:prstDash val="solid"/>
              <a:miter/>
            </a:ln>
          </p:spPr>
          <p:txBody>
            <a:bodyPr/>
            <a:lstStyle/>
            <a:p>
              <a:endParaRPr lang="en-US"/>
            </a:p>
          </p:txBody>
        </p:sp>
        <p:sp>
          <p:nvSpPr>
            <p:cNvPr id="664" name="Freeform: Shape 663">
              <a:extLst>
                <a:ext uri="{FF2B5EF4-FFF2-40B4-BE49-F238E27FC236}">
                  <a16:creationId xmlns:a16="http://schemas.microsoft.com/office/drawing/2014/main" id="{E609DF8D-77E9-133C-497A-69DAA348202C}"/>
                </a:ext>
              </a:extLst>
            </p:cNvPr>
            <p:cNvSpPr/>
            <p:nvPr>
              <p:custDataLst>
                <p:tags r:id="rId73"/>
              </p:custDataLst>
            </p:nvPr>
          </p:nvSpPr>
          <p:spPr>
            <a:xfrm>
              <a:off x="7433410" y="4921135"/>
              <a:ext cx="64477" cy="118582"/>
            </a:xfrm>
            <a:custGeom>
              <a:avLst/>
              <a:gdLst>
                <a:gd name="csX0" fmla="*/ 40268 w 64477"/>
                <a:gd name="csY0" fmla="*/ 5085 h 118582"/>
                <a:gd name="csX1" fmla="*/ 34953 w 64477"/>
                <a:gd name="csY1" fmla="*/ 84 h 118582"/>
                <a:gd name="csX2" fmla="*/ 235 w 64477"/>
                <a:gd name="csY2" fmla="*/ 11514 h 118582"/>
                <a:gd name="csX3" fmla="*/ 235 w 64477"/>
                <a:gd name="csY3" fmla="*/ 17943 h 118582"/>
                <a:gd name="csX4" fmla="*/ 25920 w 64477"/>
                <a:gd name="csY4" fmla="*/ 12943 h 118582"/>
                <a:gd name="csX5" fmla="*/ 25920 w 64477"/>
                <a:gd name="csY5" fmla="*/ 104022 h 118582"/>
                <a:gd name="csX6" fmla="*/ 8206 w 64477"/>
                <a:gd name="csY6" fmla="*/ 112237 h 118582"/>
                <a:gd name="csX7" fmla="*/ 1475 w 64477"/>
                <a:gd name="csY7" fmla="*/ 112237 h 118582"/>
                <a:gd name="csX8" fmla="*/ 1475 w 64477"/>
                <a:gd name="csY8" fmla="*/ 118667 h 118582"/>
                <a:gd name="csX9" fmla="*/ 33005 w 64477"/>
                <a:gd name="csY9" fmla="*/ 117952 h 118582"/>
                <a:gd name="csX10" fmla="*/ 64712 w 64477"/>
                <a:gd name="csY10" fmla="*/ 118667 h 118582"/>
                <a:gd name="csX11" fmla="*/ 64712 w 64477"/>
                <a:gd name="csY11" fmla="*/ 112237 h 118582"/>
                <a:gd name="csX12" fmla="*/ 57981 w 64477"/>
                <a:gd name="csY12" fmla="*/ 112237 h 118582"/>
                <a:gd name="csX13" fmla="*/ 40268 w 64477"/>
                <a:gd name="csY13" fmla="*/ 104022 h 118582"/>
                <a:gd name="csX14" fmla="*/ 40268 w 64477"/>
                <a:gd name="csY14" fmla="*/ 5085 h 118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4477" h="118582">
                  <a:moveTo>
                    <a:pt x="40268" y="5085"/>
                  </a:moveTo>
                  <a:cubicBezTo>
                    <a:pt x="40268" y="263"/>
                    <a:pt x="39913" y="84"/>
                    <a:pt x="34953" y="84"/>
                  </a:cubicBezTo>
                  <a:cubicBezTo>
                    <a:pt x="23617" y="11335"/>
                    <a:pt x="7497" y="11514"/>
                    <a:pt x="235" y="11514"/>
                  </a:cubicBezTo>
                  <a:lnTo>
                    <a:pt x="235" y="17943"/>
                  </a:lnTo>
                  <a:cubicBezTo>
                    <a:pt x="4486" y="17943"/>
                    <a:pt x="16177" y="17943"/>
                    <a:pt x="25920" y="12943"/>
                  </a:cubicBezTo>
                  <a:lnTo>
                    <a:pt x="25920" y="104022"/>
                  </a:lnTo>
                  <a:cubicBezTo>
                    <a:pt x="25920" y="109916"/>
                    <a:pt x="25920" y="112237"/>
                    <a:pt x="8206" y="112237"/>
                  </a:cubicBezTo>
                  <a:lnTo>
                    <a:pt x="1475" y="112237"/>
                  </a:lnTo>
                  <a:lnTo>
                    <a:pt x="1475" y="118667"/>
                  </a:lnTo>
                  <a:cubicBezTo>
                    <a:pt x="4663" y="118488"/>
                    <a:pt x="26451" y="117952"/>
                    <a:pt x="33005" y="117952"/>
                  </a:cubicBezTo>
                  <a:cubicBezTo>
                    <a:pt x="38496" y="117952"/>
                    <a:pt x="60815" y="118488"/>
                    <a:pt x="64712" y="118667"/>
                  </a:cubicBezTo>
                  <a:lnTo>
                    <a:pt x="64712" y="112237"/>
                  </a:lnTo>
                  <a:lnTo>
                    <a:pt x="57981" y="112237"/>
                  </a:lnTo>
                  <a:cubicBezTo>
                    <a:pt x="40268" y="112237"/>
                    <a:pt x="40268" y="109916"/>
                    <a:pt x="40268" y="104022"/>
                  </a:cubicBezTo>
                  <a:lnTo>
                    <a:pt x="40268" y="5085"/>
                  </a:lnTo>
                  <a:close/>
                </a:path>
              </a:pathLst>
            </a:custGeom>
            <a:solidFill>
              <a:schemeClr val="bg1"/>
            </a:solidFill>
            <a:ln w="25432" cap="flat">
              <a:noFill/>
              <a:prstDash val="solid"/>
              <a:miter/>
            </a:ln>
          </p:spPr>
          <p:txBody>
            <a:bodyPr/>
            <a:lstStyle/>
            <a:p>
              <a:endParaRPr lang="en-US"/>
            </a:p>
          </p:txBody>
        </p:sp>
        <p:sp>
          <p:nvSpPr>
            <p:cNvPr id="665" name="Freeform: Shape 664">
              <a:extLst>
                <a:ext uri="{FF2B5EF4-FFF2-40B4-BE49-F238E27FC236}">
                  <a16:creationId xmlns:a16="http://schemas.microsoft.com/office/drawing/2014/main" id="{6CFEE710-851B-431B-DF04-67E169FB0E15}"/>
                </a:ext>
              </a:extLst>
            </p:cNvPr>
            <p:cNvSpPr/>
            <p:nvPr>
              <p:custDataLst>
                <p:tags r:id="rId74"/>
              </p:custDataLst>
            </p:nvPr>
          </p:nvSpPr>
          <p:spPr>
            <a:xfrm>
              <a:off x="7527371" y="4929172"/>
              <a:ext cx="130371" cy="131619"/>
            </a:xfrm>
            <a:custGeom>
              <a:avLst/>
              <a:gdLst>
                <a:gd name="csX0" fmla="*/ 69853 w 130371"/>
                <a:gd name="csY0" fmla="*/ 70269 h 131619"/>
                <a:gd name="csX1" fmla="*/ 124057 w 130371"/>
                <a:gd name="csY1" fmla="*/ 70269 h 131619"/>
                <a:gd name="csX2" fmla="*/ 130611 w 130371"/>
                <a:gd name="csY2" fmla="*/ 65983 h 131619"/>
                <a:gd name="csX3" fmla="*/ 124057 w 130371"/>
                <a:gd name="csY3" fmla="*/ 61518 h 131619"/>
                <a:gd name="csX4" fmla="*/ 69853 w 130371"/>
                <a:gd name="csY4" fmla="*/ 61518 h 131619"/>
                <a:gd name="csX5" fmla="*/ 69853 w 130371"/>
                <a:gd name="csY5" fmla="*/ 6692 h 131619"/>
                <a:gd name="csX6" fmla="*/ 65602 w 130371"/>
                <a:gd name="csY6" fmla="*/ 84 h 131619"/>
                <a:gd name="csX7" fmla="*/ 61173 w 130371"/>
                <a:gd name="csY7" fmla="*/ 6692 h 131619"/>
                <a:gd name="csX8" fmla="*/ 61173 w 130371"/>
                <a:gd name="csY8" fmla="*/ 61518 h 131619"/>
                <a:gd name="csX9" fmla="*/ 6793 w 130371"/>
                <a:gd name="csY9" fmla="*/ 61518 h 131619"/>
                <a:gd name="csX10" fmla="*/ 239 w 130371"/>
                <a:gd name="csY10" fmla="*/ 65805 h 131619"/>
                <a:gd name="csX11" fmla="*/ 6793 w 130371"/>
                <a:gd name="csY11" fmla="*/ 70269 h 131619"/>
                <a:gd name="csX12" fmla="*/ 61173 w 130371"/>
                <a:gd name="csY12" fmla="*/ 70269 h 131619"/>
                <a:gd name="csX13" fmla="*/ 61173 w 130371"/>
                <a:gd name="csY13" fmla="*/ 125096 h 131619"/>
                <a:gd name="csX14" fmla="*/ 65425 w 130371"/>
                <a:gd name="csY14" fmla="*/ 131703 h 131619"/>
                <a:gd name="csX15" fmla="*/ 69853 w 130371"/>
                <a:gd name="csY15" fmla="*/ 125096 h 131619"/>
                <a:gd name="csX16" fmla="*/ 69853 w 130371"/>
                <a:gd name="csY16" fmla="*/ 70269 h 1316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0371" h="131619">
                  <a:moveTo>
                    <a:pt x="69853" y="70269"/>
                  </a:moveTo>
                  <a:lnTo>
                    <a:pt x="124057" y="70269"/>
                  </a:lnTo>
                  <a:cubicBezTo>
                    <a:pt x="126359" y="70269"/>
                    <a:pt x="130611" y="70269"/>
                    <a:pt x="130611" y="65983"/>
                  </a:cubicBezTo>
                  <a:cubicBezTo>
                    <a:pt x="130611" y="61518"/>
                    <a:pt x="126537" y="61518"/>
                    <a:pt x="124057" y="61518"/>
                  </a:cubicBezTo>
                  <a:lnTo>
                    <a:pt x="69853" y="61518"/>
                  </a:lnTo>
                  <a:lnTo>
                    <a:pt x="69853" y="6692"/>
                  </a:lnTo>
                  <a:cubicBezTo>
                    <a:pt x="69853" y="4370"/>
                    <a:pt x="69853" y="84"/>
                    <a:pt x="65602" y="84"/>
                  </a:cubicBezTo>
                  <a:cubicBezTo>
                    <a:pt x="61173" y="84"/>
                    <a:pt x="61173" y="4192"/>
                    <a:pt x="61173" y="6692"/>
                  </a:cubicBezTo>
                  <a:lnTo>
                    <a:pt x="61173" y="61518"/>
                  </a:lnTo>
                  <a:lnTo>
                    <a:pt x="6793" y="61518"/>
                  </a:lnTo>
                  <a:cubicBezTo>
                    <a:pt x="4490" y="61518"/>
                    <a:pt x="239" y="61518"/>
                    <a:pt x="239" y="65805"/>
                  </a:cubicBezTo>
                  <a:cubicBezTo>
                    <a:pt x="239" y="70269"/>
                    <a:pt x="4313" y="70269"/>
                    <a:pt x="6793" y="70269"/>
                  </a:cubicBezTo>
                  <a:lnTo>
                    <a:pt x="61173" y="70269"/>
                  </a:lnTo>
                  <a:lnTo>
                    <a:pt x="61173" y="125096"/>
                  </a:lnTo>
                  <a:cubicBezTo>
                    <a:pt x="61173" y="127417"/>
                    <a:pt x="61173" y="131703"/>
                    <a:pt x="65425" y="131703"/>
                  </a:cubicBezTo>
                  <a:cubicBezTo>
                    <a:pt x="69853" y="131703"/>
                    <a:pt x="69853" y="127596"/>
                    <a:pt x="69853" y="125096"/>
                  </a:cubicBezTo>
                  <a:lnTo>
                    <a:pt x="69853" y="70269"/>
                  </a:lnTo>
                  <a:close/>
                </a:path>
              </a:pathLst>
            </a:custGeom>
            <a:solidFill>
              <a:schemeClr val="bg1"/>
            </a:solidFill>
            <a:ln w="25432" cap="flat">
              <a:noFill/>
              <a:prstDash val="solid"/>
              <a:miter/>
            </a:ln>
          </p:spPr>
          <p:txBody>
            <a:bodyPr/>
            <a:lstStyle/>
            <a:p>
              <a:endParaRPr lang="en-US"/>
            </a:p>
          </p:txBody>
        </p:sp>
        <p:sp>
          <p:nvSpPr>
            <p:cNvPr id="666" name="Freeform: Shape 665">
              <a:extLst>
                <a:ext uri="{FF2B5EF4-FFF2-40B4-BE49-F238E27FC236}">
                  <a16:creationId xmlns:a16="http://schemas.microsoft.com/office/drawing/2014/main" id="{A925142A-8A3A-E884-848A-A229289C6002}"/>
                </a:ext>
              </a:extLst>
            </p:cNvPr>
            <p:cNvSpPr/>
            <p:nvPr>
              <p:custDataLst>
                <p:tags r:id="rId75"/>
              </p:custDataLst>
            </p:nvPr>
          </p:nvSpPr>
          <p:spPr>
            <a:xfrm>
              <a:off x="7682186" y="4960960"/>
              <a:ext cx="75814" cy="80543"/>
            </a:xfrm>
            <a:custGeom>
              <a:avLst/>
              <a:gdLst>
                <a:gd name="csX0" fmla="*/ 28055 w 75814"/>
                <a:gd name="csY0" fmla="*/ 38124 h 80543"/>
                <a:gd name="csX1" fmla="*/ 56574 w 75814"/>
                <a:gd name="csY1" fmla="*/ 34373 h 80543"/>
                <a:gd name="csX2" fmla="*/ 72162 w 75814"/>
                <a:gd name="csY2" fmla="*/ 15800 h 80543"/>
                <a:gd name="csX3" fmla="*/ 50197 w 75814"/>
                <a:gd name="csY3" fmla="*/ 84 h 80543"/>
                <a:gd name="csX4" fmla="*/ 245 w 75814"/>
                <a:gd name="csY4" fmla="*/ 47053 h 80543"/>
                <a:gd name="csX5" fmla="*/ 32129 w 75814"/>
                <a:gd name="csY5" fmla="*/ 80627 h 80543"/>
                <a:gd name="csX6" fmla="*/ 76059 w 75814"/>
                <a:gd name="csY6" fmla="*/ 60447 h 80543"/>
                <a:gd name="csX7" fmla="*/ 73048 w 75814"/>
                <a:gd name="csY7" fmla="*/ 57411 h 80543"/>
                <a:gd name="csX8" fmla="*/ 70214 w 75814"/>
                <a:gd name="csY8" fmla="*/ 59197 h 80543"/>
                <a:gd name="csX9" fmla="*/ 32484 w 75814"/>
                <a:gd name="csY9" fmla="*/ 75627 h 80543"/>
                <a:gd name="csX10" fmla="*/ 14770 w 75814"/>
                <a:gd name="csY10" fmla="*/ 54018 h 80543"/>
                <a:gd name="csX11" fmla="*/ 16896 w 75814"/>
                <a:gd name="csY11" fmla="*/ 38124 h 80543"/>
                <a:gd name="csX12" fmla="*/ 28055 w 75814"/>
                <a:gd name="csY12" fmla="*/ 38124 h 80543"/>
                <a:gd name="csX13" fmla="*/ 18313 w 75814"/>
                <a:gd name="csY13" fmla="*/ 33123 h 80543"/>
                <a:gd name="csX14" fmla="*/ 50197 w 75814"/>
                <a:gd name="csY14" fmla="*/ 5085 h 80543"/>
                <a:gd name="csX15" fmla="*/ 64545 w 75814"/>
                <a:gd name="csY15" fmla="*/ 15800 h 80543"/>
                <a:gd name="csX16" fmla="*/ 26992 w 75814"/>
                <a:gd name="csY16" fmla="*/ 33123 h 80543"/>
                <a:gd name="csX17" fmla="*/ 18313 w 75814"/>
                <a:gd name="csY17" fmla="*/ 33123 h 80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5814" h="80543">
                  <a:moveTo>
                    <a:pt x="28055" y="38124"/>
                  </a:moveTo>
                  <a:cubicBezTo>
                    <a:pt x="33015" y="38124"/>
                    <a:pt x="47009" y="37766"/>
                    <a:pt x="56574" y="34373"/>
                  </a:cubicBezTo>
                  <a:cubicBezTo>
                    <a:pt x="69682" y="29730"/>
                    <a:pt x="72162" y="21158"/>
                    <a:pt x="72162" y="15800"/>
                  </a:cubicBezTo>
                  <a:cubicBezTo>
                    <a:pt x="72162" y="5978"/>
                    <a:pt x="62420" y="84"/>
                    <a:pt x="50197" y="84"/>
                  </a:cubicBezTo>
                  <a:cubicBezTo>
                    <a:pt x="28941" y="84"/>
                    <a:pt x="245" y="16514"/>
                    <a:pt x="245" y="47053"/>
                  </a:cubicBezTo>
                  <a:cubicBezTo>
                    <a:pt x="245" y="65090"/>
                    <a:pt x="11404" y="80627"/>
                    <a:pt x="32129" y="80627"/>
                  </a:cubicBezTo>
                  <a:cubicBezTo>
                    <a:pt x="62065" y="80627"/>
                    <a:pt x="76059" y="62947"/>
                    <a:pt x="76059" y="60447"/>
                  </a:cubicBezTo>
                  <a:cubicBezTo>
                    <a:pt x="76059" y="59375"/>
                    <a:pt x="74465" y="57411"/>
                    <a:pt x="73048" y="57411"/>
                  </a:cubicBezTo>
                  <a:cubicBezTo>
                    <a:pt x="71985" y="57411"/>
                    <a:pt x="71631" y="57768"/>
                    <a:pt x="70214" y="59197"/>
                  </a:cubicBezTo>
                  <a:cubicBezTo>
                    <a:pt x="56397" y="75627"/>
                    <a:pt x="35672" y="75627"/>
                    <a:pt x="32484" y="75627"/>
                  </a:cubicBezTo>
                  <a:cubicBezTo>
                    <a:pt x="21855" y="75627"/>
                    <a:pt x="14770" y="68483"/>
                    <a:pt x="14770" y="54018"/>
                  </a:cubicBezTo>
                  <a:cubicBezTo>
                    <a:pt x="14770" y="51518"/>
                    <a:pt x="14770" y="47946"/>
                    <a:pt x="16896" y="38124"/>
                  </a:cubicBezTo>
                  <a:lnTo>
                    <a:pt x="28055" y="38124"/>
                  </a:lnTo>
                  <a:close/>
                  <a:moveTo>
                    <a:pt x="18313" y="33123"/>
                  </a:moveTo>
                  <a:cubicBezTo>
                    <a:pt x="25575" y="7228"/>
                    <a:pt x="45237" y="5085"/>
                    <a:pt x="50197" y="5085"/>
                  </a:cubicBezTo>
                  <a:cubicBezTo>
                    <a:pt x="57991" y="5085"/>
                    <a:pt x="64545" y="9014"/>
                    <a:pt x="64545" y="15800"/>
                  </a:cubicBezTo>
                  <a:cubicBezTo>
                    <a:pt x="64545" y="33123"/>
                    <a:pt x="34609" y="33123"/>
                    <a:pt x="26992" y="33123"/>
                  </a:cubicBezTo>
                  <a:lnTo>
                    <a:pt x="18313" y="33123"/>
                  </a:lnTo>
                  <a:close/>
                </a:path>
              </a:pathLst>
            </a:custGeom>
            <a:solidFill>
              <a:schemeClr val="bg1"/>
            </a:solidFill>
            <a:ln w="25432" cap="flat">
              <a:noFill/>
              <a:prstDash val="solid"/>
              <a:miter/>
            </a:ln>
          </p:spPr>
          <p:txBody>
            <a:bodyPr/>
            <a:lstStyle/>
            <a:p>
              <a:endParaRPr lang="en-US"/>
            </a:p>
          </p:txBody>
        </p:sp>
        <p:sp>
          <p:nvSpPr>
            <p:cNvPr id="667" name="Freeform: Shape 666">
              <a:extLst>
                <a:ext uri="{FF2B5EF4-FFF2-40B4-BE49-F238E27FC236}">
                  <a16:creationId xmlns:a16="http://schemas.microsoft.com/office/drawing/2014/main" id="{354C113B-8F3A-8188-BE56-AA86C638E9FD}"/>
                </a:ext>
              </a:extLst>
            </p:cNvPr>
            <p:cNvSpPr/>
            <p:nvPr>
              <p:custDataLst>
                <p:tags r:id="rId76"/>
              </p:custDataLst>
            </p:nvPr>
          </p:nvSpPr>
          <p:spPr>
            <a:xfrm>
              <a:off x="7773667" y="4932055"/>
              <a:ext cx="86416" cy="56637"/>
            </a:xfrm>
            <a:custGeom>
              <a:avLst/>
              <a:gdLst>
                <a:gd name="csX0" fmla="*/ 51618 w 86416"/>
                <a:gd name="csY0" fmla="*/ 26743 h 56637"/>
                <a:gd name="csX1" fmla="*/ 71862 w 86416"/>
                <a:gd name="csY1" fmla="*/ 8629 h 56637"/>
                <a:gd name="csX2" fmla="*/ 83629 w 86416"/>
                <a:gd name="csY2" fmla="*/ 8629 h 56637"/>
                <a:gd name="csX3" fmla="*/ 83629 w 86416"/>
                <a:gd name="csY3" fmla="*/ 82 h 56637"/>
                <a:gd name="csX4" fmla="*/ 69585 w 86416"/>
                <a:gd name="csY4" fmla="*/ 593 h 56637"/>
                <a:gd name="csX5" fmla="*/ 54022 w 86416"/>
                <a:gd name="csY5" fmla="*/ 82 h 56637"/>
                <a:gd name="csX6" fmla="*/ 54022 w 86416"/>
                <a:gd name="csY6" fmla="*/ 8629 h 56637"/>
                <a:gd name="csX7" fmla="*/ 56046 w 86416"/>
                <a:gd name="csY7" fmla="*/ 8629 h 56637"/>
                <a:gd name="csX8" fmla="*/ 43773 w 86416"/>
                <a:gd name="csY8" fmla="*/ 19727 h 56637"/>
                <a:gd name="csX9" fmla="*/ 31500 w 86416"/>
                <a:gd name="csY9" fmla="*/ 8757 h 56637"/>
                <a:gd name="csX10" fmla="*/ 33019 w 86416"/>
                <a:gd name="csY10" fmla="*/ 8629 h 56637"/>
                <a:gd name="csX11" fmla="*/ 33019 w 86416"/>
                <a:gd name="csY11" fmla="*/ 82 h 56637"/>
                <a:gd name="csX12" fmla="*/ 16317 w 86416"/>
                <a:gd name="csY12" fmla="*/ 593 h 56637"/>
                <a:gd name="csX13" fmla="*/ 1261 w 86416"/>
                <a:gd name="csY13" fmla="*/ 82 h 56637"/>
                <a:gd name="csX14" fmla="*/ 1261 w 86416"/>
                <a:gd name="csY14" fmla="*/ 8629 h 56637"/>
                <a:gd name="csX15" fmla="*/ 12395 w 86416"/>
                <a:gd name="csY15" fmla="*/ 8629 h 56637"/>
                <a:gd name="csX16" fmla="*/ 34284 w 86416"/>
                <a:gd name="csY16" fmla="*/ 28146 h 56637"/>
                <a:gd name="csX17" fmla="*/ 12016 w 86416"/>
                <a:gd name="csY17" fmla="*/ 48173 h 56637"/>
                <a:gd name="csX18" fmla="*/ 249 w 86416"/>
                <a:gd name="csY18" fmla="*/ 48173 h 56637"/>
                <a:gd name="csX19" fmla="*/ 249 w 86416"/>
                <a:gd name="csY19" fmla="*/ 56720 h 56637"/>
                <a:gd name="csX20" fmla="*/ 14293 w 86416"/>
                <a:gd name="csY20" fmla="*/ 56210 h 56637"/>
                <a:gd name="csX21" fmla="*/ 29856 w 86416"/>
                <a:gd name="csY21" fmla="*/ 56720 h 56637"/>
                <a:gd name="csX22" fmla="*/ 29856 w 86416"/>
                <a:gd name="csY22" fmla="*/ 48173 h 56637"/>
                <a:gd name="csX23" fmla="*/ 27831 w 86416"/>
                <a:gd name="csY23" fmla="*/ 48173 h 56637"/>
                <a:gd name="csX24" fmla="*/ 42129 w 86416"/>
                <a:gd name="csY24" fmla="*/ 35290 h 56637"/>
                <a:gd name="csX25" fmla="*/ 56426 w 86416"/>
                <a:gd name="csY25" fmla="*/ 48046 h 56637"/>
                <a:gd name="csX26" fmla="*/ 54908 w 86416"/>
                <a:gd name="csY26" fmla="*/ 48173 h 56637"/>
                <a:gd name="csX27" fmla="*/ 54908 w 86416"/>
                <a:gd name="csY27" fmla="*/ 56720 h 56637"/>
                <a:gd name="csX28" fmla="*/ 71609 w 86416"/>
                <a:gd name="csY28" fmla="*/ 56210 h 56637"/>
                <a:gd name="csX29" fmla="*/ 86666 w 86416"/>
                <a:gd name="csY29" fmla="*/ 56720 h 56637"/>
                <a:gd name="csX30" fmla="*/ 86666 w 86416"/>
                <a:gd name="csY30" fmla="*/ 48173 h 56637"/>
                <a:gd name="csX31" fmla="*/ 75531 w 86416"/>
                <a:gd name="csY31" fmla="*/ 48173 h 56637"/>
                <a:gd name="csX32" fmla="*/ 51618 w 86416"/>
                <a:gd name="csY32" fmla="*/ 26743 h 566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86416" h="56637">
                  <a:moveTo>
                    <a:pt x="51618" y="26743"/>
                  </a:moveTo>
                  <a:lnTo>
                    <a:pt x="71862" y="8629"/>
                  </a:lnTo>
                  <a:lnTo>
                    <a:pt x="83629" y="8629"/>
                  </a:lnTo>
                  <a:lnTo>
                    <a:pt x="83629" y="82"/>
                  </a:lnTo>
                  <a:cubicBezTo>
                    <a:pt x="78315" y="593"/>
                    <a:pt x="74646" y="593"/>
                    <a:pt x="69585" y="593"/>
                  </a:cubicBezTo>
                  <a:cubicBezTo>
                    <a:pt x="64397" y="593"/>
                    <a:pt x="59210" y="465"/>
                    <a:pt x="54022" y="82"/>
                  </a:cubicBezTo>
                  <a:lnTo>
                    <a:pt x="54022" y="8629"/>
                  </a:lnTo>
                  <a:lnTo>
                    <a:pt x="56046" y="8629"/>
                  </a:lnTo>
                  <a:lnTo>
                    <a:pt x="43773" y="19727"/>
                  </a:lnTo>
                  <a:lnTo>
                    <a:pt x="31500" y="8757"/>
                  </a:lnTo>
                  <a:cubicBezTo>
                    <a:pt x="32133" y="8629"/>
                    <a:pt x="32386" y="8629"/>
                    <a:pt x="33019" y="8629"/>
                  </a:cubicBezTo>
                  <a:lnTo>
                    <a:pt x="33019" y="82"/>
                  </a:lnTo>
                  <a:cubicBezTo>
                    <a:pt x="27452" y="465"/>
                    <a:pt x="21885" y="593"/>
                    <a:pt x="16317" y="593"/>
                  </a:cubicBezTo>
                  <a:cubicBezTo>
                    <a:pt x="10750" y="593"/>
                    <a:pt x="7081" y="593"/>
                    <a:pt x="1261" y="82"/>
                  </a:cubicBezTo>
                  <a:lnTo>
                    <a:pt x="1261" y="8629"/>
                  </a:lnTo>
                  <a:lnTo>
                    <a:pt x="12395" y="8629"/>
                  </a:lnTo>
                  <a:lnTo>
                    <a:pt x="34284" y="28146"/>
                  </a:lnTo>
                  <a:lnTo>
                    <a:pt x="12016" y="48173"/>
                  </a:lnTo>
                  <a:lnTo>
                    <a:pt x="249" y="48173"/>
                  </a:lnTo>
                  <a:lnTo>
                    <a:pt x="249" y="56720"/>
                  </a:lnTo>
                  <a:cubicBezTo>
                    <a:pt x="5563" y="56210"/>
                    <a:pt x="9232" y="56210"/>
                    <a:pt x="14293" y="56210"/>
                  </a:cubicBezTo>
                  <a:cubicBezTo>
                    <a:pt x="19481" y="56210"/>
                    <a:pt x="24668" y="56337"/>
                    <a:pt x="29856" y="56720"/>
                  </a:cubicBezTo>
                  <a:lnTo>
                    <a:pt x="29856" y="48173"/>
                  </a:lnTo>
                  <a:lnTo>
                    <a:pt x="27831" y="48173"/>
                  </a:lnTo>
                  <a:lnTo>
                    <a:pt x="42129" y="35290"/>
                  </a:lnTo>
                  <a:lnTo>
                    <a:pt x="56426" y="48046"/>
                  </a:lnTo>
                  <a:cubicBezTo>
                    <a:pt x="55793" y="48173"/>
                    <a:pt x="55540" y="48173"/>
                    <a:pt x="54908" y="48173"/>
                  </a:cubicBezTo>
                  <a:lnTo>
                    <a:pt x="54908" y="56720"/>
                  </a:lnTo>
                  <a:cubicBezTo>
                    <a:pt x="60475" y="56337"/>
                    <a:pt x="66042" y="56210"/>
                    <a:pt x="71609" y="56210"/>
                  </a:cubicBezTo>
                  <a:cubicBezTo>
                    <a:pt x="77176" y="56210"/>
                    <a:pt x="80845" y="56210"/>
                    <a:pt x="86666" y="56720"/>
                  </a:cubicBezTo>
                  <a:lnTo>
                    <a:pt x="86666" y="48173"/>
                  </a:lnTo>
                  <a:lnTo>
                    <a:pt x="75531" y="48173"/>
                  </a:lnTo>
                  <a:lnTo>
                    <a:pt x="51618" y="26743"/>
                  </a:lnTo>
                  <a:close/>
                </a:path>
              </a:pathLst>
            </a:custGeom>
            <a:solidFill>
              <a:schemeClr val="bg1"/>
            </a:solidFill>
            <a:ln w="25432" cap="flat">
              <a:noFill/>
              <a:prstDash val="solid"/>
              <a:miter/>
            </a:ln>
          </p:spPr>
          <p:txBody>
            <a:bodyPr/>
            <a:lstStyle/>
            <a:p>
              <a:endParaRPr lang="en-US"/>
            </a:p>
          </p:txBody>
        </p:sp>
        <p:sp>
          <p:nvSpPr>
            <p:cNvPr id="668" name="Freeform: Shape 667">
              <a:extLst>
                <a:ext uri="{FF2B5EF4-FFF2-40B4-BE49-F238E27FC236}">
                  <a16:creationId xmlns:a16="http://schemas.microsoft.com/office/drawing/2014/main" id="{C499FE4B-8D92-6AAF-1FC5-ED14BA8B2966}"/>
                </a:ext>
              </a:extLst>
            </p:cNvPr>
            <p:cNvSpPr/>
            <p:nvPr>
              <p:custDataLst>
                <p:tags r:id="rId77"/>
              </p:custDataLst>
            </p:nvPr>
          </p:nvSpPr>
          <p:spPr>
            <a:xfrm>
              <a:off x="7879138" y="4879825"/>
              <a:ext cx="35047" cy="66460"/>
            </a:xfrm>
            <a:custGeom>
              <a:avLst/>
              <a:gdLst>
                <a:gd name="csX0" fmla="*/ 34035 w 35047"/>
                <a:gd name="csY0" fmla="*/ 12072 h 66460"/>
                <a:gd name="csX1" fmla="*/ 35300 w 35047"/>
                <a:gd name="csY1" fmla="*/ 7607 h 66460"/>
                <a:gd name="csX2" fmla="*/ 27456 w 35047"/>
                <a:gd name="csY2" fmla="*/ 81 h 66460"/>
                <a:gd name="csX3" fmla="*/ 20244 w 35047"/>
                <a:gd name="csY3" fmla="*/ 5949 h 66460"/>
                <a:gd name="csX4" fmla="*/ 759 w 35047"/>
                <a:gd name="csY4" fmla="*/ 61183 h 66460"/>
                <a:gd name="csX5" fmla="*/ 253 w 35047"/>
                <a:gd name="csY5" fmla="*/ 63224 h 66460"/>
                <a:gd name="csX6" fmla="*/ 5693 w 35047"/>
                <a:gd name="csY6" fmla="*/ 66541 h 66460"/>
                <a:gd name="csX7" fmla="*/ 7844 w 35047"/>
                <a:gd name="csY7" fmla="*/ 64372 h 66460"/>
                <a:gd name="csX8" fmla="*/ 34035 w 35047"/>
                <a:gd name="csY8" fmla="*/ 12072 h 664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047" h="66460">
                  <a:moveTo>
                    <a:pt x="34035" y="12072"/>
                  </a:moveTo>
                  <a:cubicBezTo>
                    <a:pt x="34162" y="11944"/>
                    <a:pt x="35300" y="9521"/>
                    <a:pt x="35300" y="7607"/>
                  </a:cubicBezTo>
                  <a:cubicBezTo>
                    <a:pt x="35300" y="3015"/>
                    <a:pt x="31251" y="81"/>
                    <a:pt x="27456" y="81"/>
                  </a:cubicBezTo>
                  <a:cubicBezTo>
                    <a:pt x="22268" y="81"/>
                    <a:pt x="20876" y="4035"/>
                    <a:pt x="20244" y="5949"/>
                  </a:cubicBezTo>
                  <a:lnTo>
                    <a:pt x="759" y="61183"/>
                  </a:lnTo>
                  <a:cubicBezTo>
                    <a:pt x="253" y="62714"/>
                    <a:pt x="253" y="63097"/>
                    <a:pt x="253" y="63224"/>
                  </a:cubicBezTo>
                  <a:cubicBezTo>
                    <a:pt x="253" y="65265"/>
                    <a:pt x="5567" y="66541"/>
                    <a:pt x="5693" y="66541"/>
                  </a:cubicBezTo>
                  <a:cubicBezTo>
                    <a:pt x="6832" y="66541"/>
                    <a:pt x="7085" y="65903"/>
                    <a:pt x="7844" y="64372"/>
                  </a:cubicBezTo>
                  <a:lnTo>
                    <a:pt x="34035" y="12072"/>
                  </a:lnTo>
                  <a:close/>
                </a:path>
              </a:pathLst>
            </a:custGeom>
            <a:solidFill>
              <a:schemeClr val="bg1"/>
            </a:solidFill>
            <a:ln w="25432" cap="flat">
              <a:noFill/>
              <a:prstDash val="solid"/>
              <a:miter/>
            </a:ln>
          </p:spPr>
          <p:txBody>
            <a:bodyPr/>
            <a:lstStyle/>
            <a:p>
              <a:endParaRPr lang="en-US"/>
            </a:p>
          </p:txBody>
        </p:sp>
        <p:sp>
          <p:nvSpPr>
            <p:cNvPr id="669" name="Freeform: Shape 668">
              <a:extLst>
                <a:ext uri="{FF2B5EF4-FFF2-40B4-BE49-F238E27FC236}">
                  <a16:creationId xmlns:a16="http://schemas.microsoft.com/office/drawing/2014/main" id="{7DDCA433-9F68-76E0-D7FD-3BA042DC3F99}"/>
                </a:ext>
              </a:extLst>
            </p:cNvPr>
            <p:cNvSpPr/>
            <p:nvPr>
              <p:custDataLst>
                <p:tags r:id="rId78"/>
              </p:custDataLst>
            </p:nvPr>
          </p:nvSpPr>
          <p:spPr>
            <a:xfrm>
              <a:off x="7940753" y="4898889"/>
              <a:ext cx="98816" cy="114551"/>
            </a:xfrm>
            <a:custGeom>
              <a:avLst/>
              <a:gdLst>
                <a:gd name="csX0" fmla="*/ 18222 w 98816"/>
                <a:gd name="csY0" fmla="*/ 82233 h 114551"/>
                <a:gd name="csX1" fmla="*/ 51751 w 98816"/>
                <a:gd name="csY1" fmla="*/ 91927 h 114551"/>
                <a:gd name="csX2" fmla="*/ 98819 w 98816"/>
                <a:gd name="csY2" fmla="*/ 57103 h 114551"/>
                <a:gd name="csX3" fmla="*/ 89203 w 98816"/>
                <a:gd name="csY3" fmla="*/ 39117 h 114551"/>
                <a:gd name="csX4" fmla="*/ 99072 w 98816"/>
                <a:gd name="csY4" fmla="*/ 19344 h 114551"/>
                <a:gd name="csX5" fmla="*/ 73008 w 98816"/>
                <a:gd name="csY5" fmla="*/ 82 h 114551"/>
                <a:gd name="csX6" fmla="*/ 19993 w 98816"/>
                <a:gd name="csY6" fmla="*/ 31718 h 114551"/>
                <a:gd name="csX7" fmla="*/ 761 w 98816"/>
                <a:gd name="csY7" fmla="*/ 109148 h 114551"/>
                <a:gd name="csX8" fmla="*/ 255 w 98816"/>
                <a:gd name="csY8" fmla="*/ 111827 h 114551"/>
                <a:gd name="csX9" fmla="*/ 5569 w 98816"/>
                <a:gd name="csY9" fmla="*/ 114634 h 114551"/>
                <a:gd name="csX10" fmla="*/ 10504 w 98816"/>
                <a:gd name="csY10" fmla="*/ 113230 h 114551"/>
                <a:gd name="csX11" fmla="*/ 18222 w 98816"/>
                <a:gd name="csY11" fmla="*/ 82233 h 114551"/>
                <a:gd name="csX12" fmla="*/ 24928 w 98816"/>
                <a:gd name="csY12" fmla="*/ 55445 h 114551"/>
                <a:gd name="csX13" fmla="*/ 30622 w 98816"/>
                <a:gd name="csY13" fmla="*/ 32483 h 114551"/>
                <a:gd name="csX14" fmla="*/ 72375 w 98816"/>
                <a:gd name="csY14" fmla="*/ 7226 h 114551"/>
                <a:gd name="csX15" fmla="*/ 83636 w 98816"/>
                <a:gd name="csY15" fmla="*/ 15517 h 114551"/>
                <a:gd name="csX16" fmla="*/ 77562 w 98816"/>
                <a:gd name="csY16" fmla="*/ 34397 h 114551"/>
                <a:gd name="csX17" fmla="*/ 63518 w 98816"/>
                <a:gd name="csY17" fmla="*/ 33249 h 114551"/>
                <a:gd name="csX18" fmla="*/ 43021 w 98816"/>
                <a:gd name="csY18" fmla="*/ 41158 h 114551"/>
                <a:gd name="csX19" fmla="*/ 61114 w 98816"/>
                <a:gd name="csY19" fmla="*/ 47791 h 114551"/>
                <a:gd name="csX20" fmla="*/ 78701 w 98816"/>
                <a:gd name="csY20" fmla="*/ 45112 h 114551"/>
                <a:gd name="csX21" fmla="*/ 81232 w 98816"/>
                <a:gd name="csY21" fmla="*/ 52766 h 114551"/>
                <a:gd name="csX22" fmla="*/ 73134 w 98816"/>
                <a:gd name="csY22" fmla="*/ 76620 h 114551"/>
                <a:gd name="csX23" fmla="*/ 51878 w 98816"/>
                <a:gd name="csY23" fmla="*/ 84784 h 114551"/>
                <a:gd name="csX24" fmla="*/ 22397 w 98816"/>
                <a:gd name="csY24" fmla="*/ 67435 h 114551"/>
                <a:gd name="csX25" fmla="*/ 24928 w 98816"/>
                <a:gd name="csY25" fmla="*/ 55445 h 114551"/>
                <a:gd name="csX26" fmla="*/ 58457 w 98816"/>
                <a:gd name="csY26" fmla="*/ 40647 h 114551"/>
                <a:gd name="csX27" fmla="*/ 65289 w 98816"/>
                <a:gd name="csY27" fmla="*/ 40392 h 114551"/>
                <a:gd name="csX28" fmla="*/ 65289 w 98816"/>
                <a:gd name="csY28" fmla="*/ 40520 h 114551"/>
                <a:gd name="csX29" fmla="*/ 58457 w 98816"/>
                <a:gd name="csY29" fmla="*/ 40647 h 1145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8816" h="114551">
                  <a:moveTo>
                    <a:pt x="18222" y="82233"/>
                  </a:moveTo>
                  <a:cubicBezTo>
                    <a:pt x="27711" y="90524"/>
                    <a:pt x="43021" y="91927"/>
                    <a:pt x="51751" y="91927"/>
                  </a:cubicBezTo>
                  <a:cubicBezTo>
                    <a:pt x="84774" y="91927"/>
                    <a:pt x="98819" y="71645"/>
                    <a:pt x="98819" y="57103"/>
                  </a:cubicBezTo>
                  <a:cubicBezTo>
                    <a:pt x="98819" y="45877"/>
                    <a:pt x="91607" y="40775"/>
                    <a:pt x="89203" y="39117"/>
                  </a:cubicBezTo>
                  <a:cubicBezTo>
                    <a:pt x="92113" y="36310"/>
                    <a:pt x="99072" y="29549"/>
                    <a:pt x="99072" y="19344"/>
                  </a:cubicBezTo>
                  <a:cubicBezTo>
                    <a:pt x="99072" y="9777"/>
                    <a:pt x="92366" y="82"/>
                    <a:pt x="73008" y="82"/>
                  </a:cubicBezTo>
                  <a:cubicBezTo>
                    <a:pt x="46943" y="82"/>
                    <a:pt x="24295" y="14242"/>
                    <a:pt x="19993" y="31718"/>
                  </a:cubicBezTo>
                  <a:lnTo>
                    <a:pt x="761" y="109148"/>
                  </a:lnTo>
                  <a:cubicBezTo>
                    <a:pt x="255" y="110934"/>
                    <a:pt x="255" y="111189"/>
                    <a:pt x="255" y="111827"/>
                  </a:cubicBezTo>
                  <a:cubicBezTo>
                    <a:pt x="255" y="114634"/>
                    <a:pt x="2786" y="114634"/>
                    <a:pt x="5569" y="114634"/>
                  </a:cubicBezTo>
                  <a:cubicBezTo>
                    <a:pt x="8733" y="114634"/>
                    <a:pt x="9745" y="114634"/>
                    <a:pt x="10504" y="113230"/>
                  </a:cubicBezTo>
                  <a:cubicBezTo>
                    <a:pt x="10884" y="112465"/>
                    <a:pt x="17716" y="84911"/>
                    <a:pt x="18222" y="82233"/>
                  </a:cubicBezTo>
                  <a:close/>
                  <a:moveTo>
                    <a:pt x="24928" y="55445"/>
                  </a:moveTo>
                  <a:lnTo>
                    <a:pt x="30622" y="32483"/>
                  </a:lnTo>
                  <a:cubicBezTo>
                    <a:pt x="35429" y="16665"/>
                    <a:pt x="55547" y="7226"/>
                    <a:pt x="72375" y="7226"/>
                  </a:cubicBezTo>
                  <a:cubicBezTo>
                    <a:pt x="79966" y="7226"/>
                    <a:pt x="83636" y="9905"/>
                    <a:pt x="83636" y="15517"/>
                  </a:cubicBezTo>
                  <a:cubicBezTo>
                    <a:pt x="83636" y="17176"/>
                    <a:pt x="82244" y="28911"/>
                    <a:pt x="77562" y="34397"/>
                  </a:cubicBezTo>
                  <a:cubicBezTo>
                    <a:pt x="71742" y="33249"/>
                    <a:pt x="66808" y="33249"/>
                    <a:pt x="63518" y="33249"/>
                  </a:cubicBezTo>
                  <a:cubicBezTo>
                    <a:pt x="56180" y="33249"/>
                    <a:pt x="43021" y="33249"/>
                    <a:pt x="43021" y="41158"/>
                  </a:cubicBezTo>
                  <a:cubicBezTo>
                    <a:pt x="43021" y="47791"/>
                    <a:pt x="53902" y="47791"/>
                    <a:pt x="61114" y="47791"/>
                  </a:cubicBezTo>
                  <a:cubicBezTo>
                    <a:pt x="64910" y="47791"/>
                    <a:pt x="71869" y="47791"/>
                    <a:pt x="78701" y="45112"/>
                  </a:cubicBezTo>
                  <a:cubicBezTo>
                    <a:pt x="80726" y="47153"/>
                    <a:pt x="81232" y="49959"/>
                    <a:pt x="81232" y="52766"/>
                  </a:cubicBezTo>
                  <a:cubicBezTo>
                    <a:pt x="81232" y="57103"/>
                    <a:pt x="78954" y="70114"/>
                    <a:pt x="73134" y="76620"/>
                  </a:cubicBezTo>
                  <a:cubicBezTo>
                    <a:pt x="68959" y="81212"/>
                    <a:pt x="62253" y="84784"/>
                    <a:pt x="51878" y="84784"/>
                  </a:cubicBezTo>
                  <a:cubicBezTo>
                    <a:pt x="39731" y="84784"/>
                    <a:pt x="22397" y="80574"/>
                    <a:pt x="22397" y="67435"/>
                  </a:cubicBezTo>
                  <a:cubicBezTo>
                    <a:pt x="22397" y="65522"/>
                    <a:pt x="23916" y="59399"/>
                    <a:pt x="24928" y="55445"/>
                  </a:cubicBezTo>
                  <a:close/>
                  <a:moveTo>
                    <a:pt x="58457" y="40647"/>
                  </a:moveTo>
                  <a:cubicBezTo>
                    <a:pt x="60608" y="40392"/>
                    <a:pt x="63645" y="40392"/>
                    <a:pt x="65289" y="40392"/>
                  </a:cubicBezTo>
                  <a:lnTo>
                    <a:pt x="65289" y="40520"/>
                  </a:lnTo>
                  <a:cubicBezTo>
                    <a:pt x="64024" y="40647"/>
                    <a:pt x="60988" y="40647"/>
                    <a:pt x="58457" y="40647"/>
                  </a:cubicBezTo>
                  <a:close/>
                </a:path>
              </a:pathLst>
            </a:custGeom>
            <a:solidFill>
              <a:schemeClr val="bg1"/>
            </a:solidFill>
            <a:ln w="25432" cap="flat">
              <a:noFill/>
              <a:prstDash val="solid"/>
              <a:miter/>
            </a:ln>
          </p:spPr>
          <p:txBody>
            <a:bodyPr/>
            <a:lstStyle/>
            <a:p>
              <a:endParaRPr lang="en-US"/>
            </a:p>
          </p:txBody>
        </p:sp>
        <p:sp>
          <p:nvSpPr>
            <p:cNvPr id="670" name="Rectangle 669">
              <a:extLst>
                <a:ext uri="{FF2B5EF4-FFF2-40B4-BE49-F238E27FC236}">
                  <a16:creationId xmlns:a16="http://schemas.microsoft.com/office/drawing/2014/main" id="{6B93C4A3-7A43-C9BD-65D7-89DF6DDAA70F}"/>
                </a:ext>
              </a:extLst>
            </p:cNvPr>
            <p:cNvSpPr/>
            <p:nvPr>
              <p:custDataLst>
                <p:tags r:id="rId79"/>
              </p:custDataLst>
            </p:nvPr>
          </p:nvSpPr>
          <p:spPr>
            <a:xfrm>
              <a:off x="9012879" y="4628950"/>
              <a:ext cx="10121" cy="432028"/>
            </a:xfrm>
            <a:prstGeom prst="rect">
              <a:avLst/>
            </a:prstGeom>
            <a:solidFill>
              <a:schemeClr val="bg1"/>
            </a:solidFill>
            <a:ln w="25432" cap="flat">
              <a:noFill/>
              <a:prstDash val="solid"/>
              <a:miter/>
            </a:ln>
          </p:spPr>
          <p:txBody>
            <a:bodyPr/>
            <a:lstStyle/>
            <a:p>
              <a:endParaRPr lang="en-US"/>
            </a:p>
          </p:txBody>
        </p:sp>
        <p:sp>
          <p:nvSpPr>
            <p:cNvPr id="671" name="Freeform: Shape 670">
              <a:extLst>
                <a:ext uri="{FF2B5EF4-FFF2-40B4-BE49-F238E27FC236}">
                  <a16:creationId xmlns:a16="http://schemas.microsoft.com/office/drawing/2014/main" id="{08FE7C41-E60E-727C-4F96-AEBC5C07A08A}"/>
                </a:ext>
              </a:extLst>
            </p:cNvPr>
            <p:cNvSpPr/>
            <p:nvPr>
              <p:custDataLst>
                <p:tags r:id="rId80"/>
              </p:custDataLst>
            </p:nvPr>
          </p:nvSpPr>
          <p:spPr>
            <a:xfrm>
              <a:off x="9177868" y="4746069"/>
              <a:ext cx="159169" cy="182669"/>
            </a:xfrm>
            <a:custGeom>
              <a:avLst/>
              <a:gdLst>
                <a:gd name="csX0" fmla="*/ 85835 w 159169"/>
                <a:gd name="csY0" fmla="*/ 5438 h 182669"/>
                <a:gd name="csX1" fmla="*/ 80015 w 159169"/>
                <a:gd name="csY1" fmla="*/ 80 h 182669"/>
                <a:gd name="csX2" fmla="*/ 74195 w 159169"/>
                <a:gd name="csY2" fmla="*/ 5438 h 182669"/>
                <a:gd name="csX3" fmla="*/ 25609 w 159169"/>
                <a:gd name="csY3" fmla="*/ 157237 h 182669"/>
                <a:gd name="csX4" fmla="*/ 304 w 159169"/>
                <a:gd name="csY4" fmla="*/ 174841 h 182669"/>
                <a:gd name="csX5" fmla="*/ 304 w 159169"/>
                <a:gd name="csY5" fmla="*/ 182750 h 182669"/>
                <a:gd name="csX6" fmla="*/ 23838 w 159169"/>
                <a:gd name="csY6" fmla="*/ 181984 h 182669"/>
                <a:gd name="csX7" fmla="*/ 52432 w 159169"/>
                <a:gd name="csY7" fmla="*/ 182750 h 182669"/>
                <a:gd name="csX8" fmla="*/ 52432 w 159169"/>
                <a:gd name="csY8" fmla="*/ 174841 h 182669"/>
                <a:gd name="csX9" fmla="*/ 32948 w 159169"/>
                <a:gd name="csY9" fmla="*/ 161574 h 182669"/>
                <a:gd name="csX10" fmla="*/ 34213 w 159169"/>
                <a:gd name="csY10" fmla="*/ 155962 h 182669"/>
                <a:gd name="csX11" fmla="*/ 72170 w 159169"/>
                <a:gd name="csY11" fmla="*/ 37073 h 182669"/>
                <a:gd name="csX12" fmla="*/ 112153 w 159169"/>
                <a:gd name="csY12" fmla="*/ 162595 h 182669"/>
                <a:gd name="csX13" fmla="*/ 113418 w 159169"/>
                <a:gd name="csY13" fmla="*/ 167187 h 182669"/>
                <a:gd name="csX14" fmla="*/ 91908 w 159169"/>
                <a:gd name="csY14" fmla="*/ 174841 h 182669"/>
                <a:gd name="csX15" fmla="*/ 91908 w 159169"/>
                <a:gd name="csY15" fmla="*/ 182750 h 182669"/>
                <a:gd name="csX16" fmla="*/ 128348 w 159169"/>
                <a:gd name="csY16" fmla="*/ 181984 h 182669"/>
                <a:gd name="csX17" fmla="*/ 159473 w 159169"/>
                <a:gd name="csY17" fmla="*/ 182750 h 182669"/>
                <a:gd name="csX18" fmla="*/ 159473 w 159169"/>
                <a:gd name="csY18" fmla="*/ 174841 h 182669"/>
                <a:gd name="csX19" fmla="*/ 136445 w 159169"/>
                <a:gd name="csY19" fmla="*/ 163870 h 182669"/>
                <a:gd name="csX20" fmla="*/ 85835 w 159169"/>
                <a:gd name="csY20" fmla="*/ 5438 h 182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59169" h="182669">
                  <a:moveTo>
                    <a:pt x="85835" y="5438"/>
                  </a:moveTo>
                  <a:cubicBezTo>
                    <a:pt x="84317" y="590"/>
                    <a:pt x="82799" y="80"/>
                    <a:pt x="80015" y="80"/>
                  </a:cubicBezTo>
                  <a:cubicBezTo>
                    <a:pt x="75966" y="80"/>
                    <a:pt x="75460" y="1100"/>
                    <a:pt x="74195" y="5438"/>
                  </a:cubicBezTo>
                  <a:lnTo>
                    <a:pt x="25609" y="157237"/>
                  </a:lnTo>
                  <a:cubicBezTo>
                    <a:pt x="23079" y="164891"/>
                    <a:pt x="18018" y="174841"/>
                    <a:pt x="304" y="174841"/>
                  </a:cubicBezTo>
                  <a:lnTo>
                    <a:pt x="304" y="182750"/>
                  </a:lnTo>
                  <a:cubicBezTo>
                    <a:pt x="8655" y="182239"/>
                    <a:pt x="21560" y="181984"/>
                    <a:pt x="23838" y="181984"/>
                  </a:cubicBezTo>
                  <a:cubicBezTo>
                    <a:pt x="31176" y="181984"/>
                    <a:pt x="44588" y="182495"/>
                    <a:pt x="52432" y="182750"/>
                  </a:cubicBezTo>
                  <a:lnTo>
                    <a:pt x="52432" y="174841"/>
                  </a:lnTo>
                  <a:cubicBezTo>
                    <a:pt x="38768" y="174586"/>
                    <a:pt x="32948" y="167697"/>
                    <a:pt x="32948" y="161574"/>
                  </a:cubicBezTo>
                  <a:cubicBezTo>
                    <a:pt x="32948" y="160299"/>
                    <a:pt x="32948" y="159533"/>
                    <a:pt x="34213" y="155962"/>
                  </a:cubicBezTo>
                  <a:lnTo>
                    <a:pt x="72170" y="37073"/>
                  </a:lnTo>
                  <a:lnTo>
                    <a:pt x="112153" y="162595"/>
                  </a:lnTo>
                  <a:cubicBezTo>
                    <a:pt x="113418" y="166167"/>
                    <a:pt x="113418" y="166677"/>
                    <a:pt x="113418" y="167187"/>
                  </a:cubicBezTo>
                  <a:cubicBezTo>
                    <a:pt x="113418" y="174841"/>
                    <a:pt x="98488" y="174841"/>
                    <a:pt x="91908" y="174841"/>
                  </a:cubicBezTo>
                  <a:lnTo>
                    <a:pt x="91908" y="182750"/>
                  </a:lnTo>
                  <a:cubicBezTo>
                    <a:pt x="100765" y="181984"/>
                    <a:pt x="118732" y="181984"/>
                    <a:pt x="128348" y="181984"/>
                  </a:cubicBezTo>
                  <a:cubicBezTo>
                    <a:pt x="138217" y="181984"/>
                    <a:pt x="149604" y="182495"/>
                    <a:pt x="159473" y="182750"/>
                  </a:cubicBezTo>
                  <a:lnTo>
                    <a:pt x="159473" y="174841"/>
                  </a:lnTo>
                  <a:cubicBezTo>
                    <a:pt x="140241" y="174841"/>
                    <a:pt x="139482" y="173310"/>
                    <a:pt x="136445" y="163870"/>
                  </a:cubicBezTo>
                  <a:lnTo>
                    <a:pt x="85835" y="5438"/>
                  </a:lnTo>
                  <a:close/>
                </a:path>
              </a:pathLst>
            </a:custGeom>
            <a:solidFill>
              <a:schemeClr val="bg1"/>
            </a:solidFill>
            <a:ln w="25432" cap="flat">
              <a:noFill/>
              <a:prstDash val="solid"/>
              <a:miter/>
            </a:ln>
          </p:spPr>
          <p:txBody>
            <a:bodyPr/>
            <a:lstStyle/>
            <a:p>
              <a:endParaRPr lang="en-US"/>
            </a:p>
          </p:txBody>
        </p:sp>
        <p:sp>
          <p:nvSpPr>
            <p:cNvPr id="672" name="Freeform: Shape 671">
              <a:extLst>
                <a:ext uri="{FF2B5EF4-FFF2-40B4-BE49-F238E27FC236}">
                  <a16:creationId xmlns:a16="http://schemas.microsoft.com/office/drawing/2014/main" id="{4F332F2A-D2C2-0AFA-80FD-9B1DE0F54905}"/>
                </a:ext>
              </a:extLst>
            </p:cNvPr>
            <p:cNvSpPr/>
            <p:nvPr>
              <p:custDataLst>
                <p:tags r:id="rId81"/>
              </p:custDataLst>
            </p:nvPr>
          </p:nvSpPr>
          <p:spPr>
            <a:xfrm>
              <a:off x="9370552" y="4737395"/>
              <a:ext cx="58707" cy="255125"/>
            </a:xfrm>
            <a:custGeom>
              <a:avLst/>
              <a:gdLst>
                <a:gd name="csX0" fmla="*/ 59019 w 58707"/>
                <a:gd name="csY0" fmla="*/ 252654 h 255125"/>
                <a:gd name="csX1" fmla="*/ 54717 w 58707"/>
                <a:gd name="csY1" fmla="*/ 247041 h 255125"/>
                <a:gd name="csX2" fmla="*/ 14988 w 58707"/>
                <a:gd name="csY2" fmla="*/ 127643 h 255125"/>
                <a:gd name="csX3" fmla="*/ 55729 w 58707"/>
                <a:gd name="csY3" fmla="*/ 6968 h 255125"/>
                <a:gd name="csX4" fmla="*/ 59019 w 58707"/>
                <a:gd name="csY4" fmla="*/ 2631 h 255125"/>
                <a:gd name="csX5" fmla="*/ 56488 w 58707"/>
                <a:gd name="csY5" fmla="*/ 80 h 255125"/>
                <a:gd name="csX6" fmla="*/ 16253 w 58707"/>
                <a:gd name="csY6" fmla="*/ 49829 h 255125"/>
                <a:gd name="csX7" fmla="*/ 311 w 58707"/>
                <a:gd name="csY7" fmla="*/ 127643 h 255125"/>
                <a:gd name="csX8" fmla="*/ 17012 w 58707"/>
                <a:gd name="csY8" fmla="*/ 207242 h 255125"/>
                <a:gd name="csX9" fmla="*/ 56488 w 58707"/>
                <a:gd name="csY9" fmla="*/ 255205 h 255125"/>
                <a:gd name="csX10" fmla="*/ 59019 w 58707"/>
                <a:gd name="csY10" fmla="*/ 252654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55125">
                  <a:moveTo>
                    <a:pt x="59019" y="252654"/>
                  </a:moveTo>
                  <a:cubicBezTo>
                    <a:pt x="59019" y="251889"/>
                    <a:pt x="59019" y="251378"/>
                    <a:pt x="54717" y="247041"/>
                  </a:cubicBezTo>
                  <a:cubicBezTo>
                    <a:pt x="23085" y="214895"/>
                    <a:pt x="14988" y="166677"/>
                    <a:pt x="14988" y="127643"/>
                  </a:cubicBezTo>
                  <a:cubicBezTo>
                    <a:pt x="14988" y="83251"/>
                    <a:pt x="24604" y="38859"/>
                    <a:pt x="55729" y="6968"/>
                  </a:cubicBezTo>
                  <a:cubicBezTo>
                    <a:pt x="59019" y="3907"/>
                    <a:pt x="59019" y="3397"/>
                    <a:pt x="59019" y="2631"/>
                  </a:cubicBezTo>
                  <a:cubicBezTo>
                    <a:pt x="59019" y="845"/>
                    <a:pt x="58007" y="80"/>
                    <a:pt x="56488" y="80"/>
                  </a:cubicBezTo>
                  <a:cubicBezTo>
                    <a:pt x="53958" y="80"/>
                    <a:pt x="31183" y="17429"/>
                    <a:pt x="16253" y="49829"/>
                  </a:cubicBezTo>
                  <a:cubicBezTo>
                    <a:pt x="3347" y="77893"/>
                    <a:pt x="311" y="106212"/>
                    <a:pt x="311" y="127643"/>
                  </a:cubicBezTo>
                  <a:cubicBezTo>
                    <a:pt x="311" y="147542"/>
                    <a:pt x="3094" y="178413"/>
                    <a:pt x="17012" y="207242"/>
                  </a:cubicBezTo>
                  <a:cubicBezTo>
                    <a:pt x="32195" y="238622"/>
                    <a:pt x="53958" y="255205"/>
                    <a:pt x="56488" y="255205"/>
                  </a:cubicBezTo>
                  <a:cubicBezTo>
                    <a:pt x="58007" y="255205"/>
                    <a:pt x="59019" y="254440"/>
                    <a:pt x="59019" y="252654"/>
                  </a:cubicBezTo>
                  <a:close/>
                </a:path>
              </a:pathLst>
            </a:custGeom>
            <a:solidFill>
              <a:schemeClr val="bg1"/>
            </a:solidFill>
            <a:ln w="25432" cap="flat">
              <a:noFill/>
              <a:prstDash val="solid"/>
              <a:miter/>
            </a:ln>
          </p:spPr>
          <p:txBody>
            <a:bodyPr/>
            <a:lstStyle/>
            <a:p>
              <a:endParaRPr lang="en-US"/>
            </a:p>
          </p:txBody>
        </p:sp>
        <p:sp>
          <p:nvSpPr>
            <p:cNvPr id="673" name="Freeform: Shape 672">
              <a:extLst>
                <a:ext uri="{FF2B5EF4-FFF2-40B4-BE49-F238E27FC236}">
                  <a16:creationId xmlns:a16="http://schemas.microsoft.com/office/drawing/2014/main" id="{900D91A0-6E06-BA35-77A2-138DD0F25D04}"/>
                </a:ext>
              </a:extLst>
            </p:cNvPr>
            <p:cNvSpPr/>
            <p:nvPr>
              <p:custDataLst>
                <p:tags r:id="rId82"/>
              </p:custDataLst>
            </p:nvPr>
          </p:nvSpPr>
          <p:spPr>
            <a:xfrm>
              <a:off x="9449476" y="4815463"/>
              <a:ext cx="142467" cy="113275"/>
            </a:xfrm>
            <a:custGeom>
              <a:avLst/>
              <a:gdLst>
                <a:gd name="csX0" fmla="*/ 82303 w 142467"/>
                <a:gd name="csY0" fmla="*/ 50595 h 113275"/>
                <a:gd name="csX1" fmla="*/ 111910 w 142467"/>
                <a:gd name="csY1" fmla="*/ 17428 h 113275"/>
                <a:gd name="csX2" fmla="*/ 137721 w 142467"/>
                <a:gd name="csY2" fmla="*/ 12071 h 113275"/>
                <a:gd name="csX3" fmla="*/ 137721 w 142467"/>
                <a:gd name="csY3" fmla="*/ 80 h 113275"/>
                <a:gd name="csX4" fmla="*/ 114441 w 142467"/>
                <a:gd name="csY4" fmla="*/ 845 h 113275"/>
                <a:gd name="csX5" fmla="*/ 88377 w 142467"/>
                <a:gd name="csY5" fmla="*/ 80 h 113275"/>
                <a:gd name="csX6" fmla="*/ 88377 w 142467"/>
                <a:gd name="csY6" fmla="*/ 12071 h 113275"/>
                <a:gd name="csX7" fmla="*/ 97992 w 142467"/>
                <a:gd name="csY7" fmla="*/ 14367 h 113275"/>
                <a:gd name="csX8" fmla="*/ 95968 w 142467"/>
                <a:gd name="csY8" fmla="*/ 17428 h 113275"/>
                <a:gd name="csX9" fmla="*/ 74712 w 142467"/>
                <a:gd name="csY9" fmla="*/ 41410 h 113275"/>
                <a:gd name="csX10" fmla="*/ 49913 w 142467"/>
                <a:gd name="csY10" fmla="*/ 12071 h 113275"/>
                <a:gd name="csX11" fmla="*/ 60035 w 142467"/>
                <a:gd name="csY11" fmla="*/ 12071 h 113275"/>
                <a:gd name="csX12" fmla="*/ 60035 w 142467"/>
                <a:gd name="csY12" fmla="*/ 80 h 113275"/>
                <a:gd name="csX13" fmla="*/ 29416 w 142467"/>
                <a:gd name="csY13" fmla="*/ 845 h 113275"/>
                <a:gd name="csX14" fmla="*/ 1580 w 142467"/>
                <a:gd name="csY14" fmla="*/ 80 h 113275"/>
                <a:gd name="csX15" fmla="*/ 1580 w 142467"/>
                <a:gd name="csY15" fmla="*/ 12071 h 113275"/>
                <a:gd name="csX16" fmla="*/ 19547 w 142467"/>
                <a:gd name="csY16" fmla="*/ 12071 h 113275"/>
                <a:gd name="csX17" fmla="*/ 59023 w 142467"/>
                <a:gd name="csY17" fmla="*/ 59014 h 113275"/>
                <a:gd name="csX18" fmla="*/ 25873 w 142467"/>
                <a:gd name="csY18" fmla="*/ 96517 h 113275"/>
                <a:gd name="csX19" fmla="*/ 315 w 142467"/>
                <a:gd name="csY19" fmla="*/ 101365 h 113275"/>
                <a:gd name="csX20" fmla="*/ 315 w 142467"/>
                <a:gd name="csY20" fmla="*/ 113356 h 113275"/>
                <a:gd name="csX21" fmla="*/ 23595 w 142467"/>
                <a:gd name="csY21" fmla="*/ 112590 h 113275"/>
                <a:gd name="csX22" fmla="*/ 49660 w 142467"/>
                <a:gd name="csY22" fmla="*/ 113356 h 113275"/>
                <a:gd name="csX23" fmla="*/ 49660 w 142467"/>
                <a:gd name="csY23" fmla="*/ 101365 h 113275"/>
                <a:gd name="csX24" fmla="*/ 40297 w 142467"/>
                <a:gd name="csY24" fmla="*/ 98558 h 113275"/>
                <a:gd name="csX25" fmla="*/ 42068 w 142467"/>
                <a:gd name="csY25" fmla="*/ 96007 h 113275"/>
                <a:gd name="csX26" fmla="*/ 66614 w 142467"/>
                <a:gd name="csY26" fmla="*/ 68198 h 113275"/>
                <a:gd name="csX27" fmla="*/ 94450 w 142467"/>
                <a:gd name="csY27" fmla="*/ 101365 h 113275"/>
                <a:gd name="csX28" fmla="*/ 84581 w 142467"/>
                <a:gd name="csY28" fmla="*/ 101365 h 113275"/>
                <a:gd name="csX29" fmla="*/ 84581 w 142467"/>
                <a:gd name="csY29" fmla="*/ 113356 h 113275"/>
                <a:gd name="csX30" fmla="*/ 114947 w 142467"/>
                <a:gd name="csY30" fmla="*/ 112590 h 113275"/>
                <a:gd name="csX31" fmla="*/ 142782 w 142467"/>
                <a:gd name="csY31" fmla="*/ 113356 h 113275"/>
                <a:gd name="csX32" fmla="*/ 142782 w 142467"/>
                <a:gd name="csY32" fmla="*/ 101365 h 113275"/>
                <a:gd name="csX33" fmla="*/ 124816 w 142467"/>
                <a:gd name="csY33" fmla="*/ 101365 h 113275"/>
                <a:gd name="csX34" fmla="*/ 82303 w 142467"/>
                <a:gd name="csY34" fmla="*/ 50595 h 113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42467" h="113275">
                  <a:moveTo>
                    <a:pt x="82303" y="50595"/>
                  </a:moveTo>
                  <a:lnTo>
                    <a:pt x="111910" y="17428"/>
                  </a:lnTo>
                  <a:cubicBezTo>
                    <a:pt x="115200" y="13857"/>
                    <a:pt x="116718" y="12071"/>
                    <a:pt x="137721" y="12071"/>
                  </a:cubicBezTo>
                  <a:lnTo>
                    <a:pt x="137721" y="80"/>
                  </a:lnTo>
                  <a:cubicBezTo>
                    <a:pt x="128865" y="590"/>
                    <a:pt x="115706" y="845"/>
                    <a:pt x="114441" y="845"/>
                  </a:cubicBezTo>
                  <a:cubicBezTo>
                    <a:pt x="108114" y="845"/>
                    <a:pt x="95462" y="335"/>
                    <a:pt x="88377" y="80"/>
                  </a:cubicBezTo>
                  <a:lnTo>
                    <a:pt x="88377" y="12071"/>
                  </a:lnTo>
                  <a:cubicBezTo>
                    <a:pt x="91919" y="12071"/>
                    <a:pt x="94956" y="12581"/>
                    <a:pt x="97992" y="14367"/>
                  </a:cubicBezTo>
                  <a:cubicBezTo>
                    <a:pt x="96980" y="15898"/>
                    <a:pt x="96980" y="16408"/>
                    <a:pt x="95968" y="17428"/>
                  </a:cubicBezTo>
                  <a:lnTo>
                    <a:pt x="74712" y="41410"/>
                  </a:lnTo>
                  <a:lnTo>
                    <a:pt x="49913" y="12071"/>
                  </a:lnTo>
                  <a:lnTo>
                    <a:pt x="60035" y="12071"/>
                  </a:lnTo>
                  <a:lnTo>
                    <a:pt x="60035" y="80"/>
                  </a:lnTo>
                  <a:cubicBezTo>
                    <a:pt x="53455" y="335"/>
                    <a:pt x="37513" y="845"/>
                    <a:pt x="29416" y="845"/>
                  </a:cubicBezTo>
                  <a:cubicBezTo>
                    <a:pt x="21318" y="845"/>
                    <a:pt x="9931" y="335"/>
                    <a:pt x="1580" y="80"/>
                  </a:cubicBezTo>
                  <a:lnTo>
                    <a:pt x="1580" y="12071"/>
                  </a:lnTo>
                  <a:lnTo>
                    <a:pt x="19547" y="12071"/>
                  </a:lnTo>
                  <a:lnTo>
                    <a:pt x="59023" y="59014"/>
                  </a:lnTo>
                  <a:lnTo>
                    <a:pt x="25873" y="96517"/>
                  </a:lnTo>
                  <a:cubicBezTo>
                    <a:pt x="21571" y="101365"/>
                    <a:pt x="12461" y="101365"/>
                    <a:pt x="315" y="101365"/>
                  </a:cubicBezTo>
                  <a:lnTo>
                    <a:pt x="315" y="113356"/>
                  </a:lnTo>
                  <a:cubicBezTo>
                    <a:pt x="9172" y="112845"/>
                    <a:pt x="22330" y="112590"/>
                    <a:pt x="23595" y="112590"/>
                  </a:cubicBezTo>
                  <a:cubicBezTo>
                    <a:pt x="29922" y="112590"/>
                    <a:pt x="44599" y="113100"/>
                    <a:pt x="49660" y="113356"/>
                  </a:cubicBezTo>
                  <a:lnTo>
                    <a:pt x="49660" y="101365"/>
                  </a:lnTo>
                  <a:cubicBezTo>
                    <a:pt x="45105" y="101365"/>
                    <a:pt x="40297" y="100089"/>
                    <a:pt x="40297" y="98558"/>
                  </a:cubicBezTo>
                  <a:cubicBezTo>
                    <a:pt x="40297" y="98303"/>
                    <a:pt x="40297" y="98048"/>
                    <a:pt x="42068" y="96007"/>
                  </a:cubicBezTo>
                  <a:lnTo>
                    <a:pt x="66614" y="68198"/>
                  </a:lnTo>
                  <a:lnTo>
                    <a:pt x="94450" y="101365"/>
                  </a:lnTo>
                  <a:lnTo>
                    <a:pt x="84581" y="101365"/>
                  </a:lnTo>
                  <a:lnTo>
                    <a:pt x="84581" y="113356"/>
                  </a:lnTo>
                  <a:cubicBezTo>
                    <a:pt x="91160" y="113100"/>
                    <a:pt x="106596" y="112590"/>
                    <a:pt x="114947" y="112590"/>
                  </a:cubicBezTo>
                  <a:cubicBezTo>
                    <a:pt x="123044" y="112590"/>
                    <a:pt x="134432" y="113100"/>
                    <a:pt x="142782" y="113356"/>
                  </a:cubicBezTo>
                  <a:lnTo>
                    <a:pt x="142782" y="101365"/>
                  </a:lnTo>
                  <a:lnTo>
                    <a:pt x="124816" y="101365"/>
                  </a:lnTo>
                  <a:lnTo>
                    <a:pt x="82303" y="50595"/>
                  </a:lnTo>
                  <a:close/>
                </a:path>
              </a:pathLst>
            </a:custGeom>
            <a:solidFill>
              <a:schemeClr val="bg1"/>
            </a:solidFill>
            <a:ln w="25432" cap="flat">
              <a:noFill/>
              <a:prstDash val="solid"/>
              <a:miter/>
            </a:ln>
          </p:spPr>
          <p:txBody>
            <a:bodyPr/>
            <a:lstStyle/>
            <a:p>
              <a:endParaRPr lang="en-US"/>
            </a:p>
          </p:txBody>
        </p:sp>
        <p:sp>
          <p:nvSpPr>
            <p:cNvPr id="674" name="Freeform: Shape 673">
              <a:extLst>
                <a:ext uri="{FF2B5EF4-FFF2-40B4-BE49-F238E27FC236}">
                  <a16:creationId xmlns:a16="http://schemas.microsoft.com/office/drawing/2014/main" id="{78877511-14B7-4831-ACC1-1F5C12C4CDD0}"/>
                </a:ext>
              </a:extLst>
            </p:cNvPr>
            <p:cNvSpPr/>
            <p:nvPr>
              <p:custDataLst>
                <p:tags r:id="rId83"/>
              </p:custDataLst>
            </p:nvPr>
          </p:nvSpPr>
          <p:spPr>
            <a:xfrm>
              <a:off x="9605999" y="4736325"/>
              <a:ext cx="44461" cy="92508"/>
            </a:xfrm>
            <a:custGeom>
              <a:avLst/>
              <a:gdLst>
                <a:gd name="csX0" fmla="*/ 43188 w 44461"/>
                <a:gd name="csY0" fmla="*/ 15614 h 92508"/>
                <a:gd name="csX1" fmla="*/ 44782 w 44461"/>
                <a:gd name="csY1" fmla="*/ 9899 h 92508"/>
                <a:gd name="csX2" fmla="*/ 34331 w 44461"/>
                <a:gd name="csY2" fmla="*/ 76 h 92508"/>
                <a:gd name="csX3" fmla="*/ 24588 w 44461"/>
                <a:gd name="csY3" fmla="*/ 8470 h 92508"/>
                <a:gd name="csX4" fmla="*/ 1206 w 44461"/>
                <a:gd name="csY4" fmla="*/ 85798 h 92508"/>
                <a:gd name="csX5" fmla="*/ 321 w 44461"/>
                <a:gd name="csY5" fmla="*/ 88656 h 92508"/>
                <a:gd name="csX6" fmla="*/ 7229 w 44461"/>
                <a:gd name="csY6" fmla="*/ 92585 h 92508"/>
                <a:gd name="csX7" fmla="*/ 9886 w 44461"/>
                <a:gd name="csY7" fmla="*/ 89549 h 92508"/>
                <a:gd name="csX8" fmla="*/ 43188 w 44461"/>
                <a:gd name="csY8" fmla="*/ 15614 h 925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4461" h="92508">
                  <a:moveTo>
                    <a:pt x="43188" y="15614"/>
                  </a:moveTo>
                  <a:cubicBezTo>
                    <a:pt x="44605" y="12578"/>
                    <a:pt x="44782" y="11149"/>
                    <a:pt x="44782" y="9899"/>
                  </a:cubicBezTo>
                  <a:cubicBezTo>
                    <a:pt x="44782" y="4362"/>
                    <a:pt x="39822" y="76"/>
                    <a:pt x="34331" y="76"/>
                  </a:cubicBezTo>
                  <a:cubicBezTo>
                    <a:pt x="27600" y="76"/>
                    <a:pt x="25474" y="5613"/>
                    <a:pt x="24588" y="8470"/>
                  </a:cubicBezTo>
                  <a:lnTo>
                    <a:pt x="1206" y="85798"/>
                  </a:lnTo>
                  <a:cubicBezTo>
                    <a:pt x="1029" y="86156"/>
                    <a:pt x="321" y="88477"/>
                    <a:pt x="321" y="88656"/>
                  </a:cubicBezTo>
                  <a:cubicBezTo>
                    <a:pt x="321" y="90799"/>
                    <a:pt x="5812" y="92585"/>
                    <a:pt x="7229" y="92585"/>
                  </a:cubicBezTo>
                  <a:cubicBezTo>
                    <a:pt x="8469" y="92585"/>
                    <a:pt x="8646" y="92228"/>
                    <a:pt x="9886" y="89549"/>
                  </a:cubicBezTo>
                  <a:lnTo>
                    <a:pt x="43188" y="15614"/>
                  </a:lnTo>
                  <a:close/>
                </a:path>
              </a:pathLst>
            </a:custGeom>
            <a:solidFill>
              <a:schemeClr val="bg1"/>
            </a:solidFill>
            <a:ln w="25432" cap="flat">
              <a:noFill/>
              <a:prstDash val="solid"/>
              <a:miter/>
            </a:ln>
          </p:spPr>
          <p:txBody>
            <a:bodyPr/>
            <a:lstStyle/>
            <a:p>
              <a:endParaRPr lang="en-US"/>
            </a:p>
          </p:txBody>
        </p:sp>
        <p:sp>
          <p:nvSpPr>
            <p:cNvPr id="675" name="Freeform: Shape 674">
              <a:extLst>
                <a:ext uri="{FF2B5EF4-FFF2-40B4-BE49-F238E27FC236}">
                  <a16:creationId xmlns:a16="http://schemas.microsoft.com/office/drawing/2014/main" id="{F7F66F5C-A676-C267-957D-9EE36AFA9F65}"/>
                </a:ext>
              </a:extLst>
            </p:cNvPr>
            <p:cNvSpPr/>
            <p:nvPr>
              <p:custDataLst>
                <p:tags r:id="rId84"/>
              </p:custDataLst>
            </p:nvPr>
          </p:nvSpPr>
          <p:spPr>
            <a:xfrm>
              <a:off x="9672540" y="4749641"/>
              <a:ext cx="161699" cy="228592"/>
            </a:xfrm>
            <a:custGeom>
              <a:avLst/>
              <a:gdLst>
                <a:gd name="csX0" fmla="*/ 1336 w 161699"/>
                <a:gd name="csY0" fmla="*/ 221018 h 228592"/>
                <a:gd name="csX1" fmla="*/ 324 w 161699"/>
                <a:gd name="csY1" fmla="*/ 225100 h 228592"/>
                <a:gd name="csX2" fmla="*/ 6397 w 161699"/>
                <a:gd name="csY2" fmla="*/ 228672 h 228592"/>
                <a:gd name="csX3" fmla="*/ 12976 w 161699"/>
                <a:gd name="csY3" fmla="*/ 222804 h 228592"/>
                <a:gd name="csX4" fmla="*/ 29171 w 161699"/>
                <a:gd name="csY4" fmla="*/ 156982 h 228592"/>
                <a:gd name="csX5" fmla="*/ 79529 w 161699"/>
                <a:gd name="csY5" fmla="*/ 182239 h 228592"/>
                <a:gd name="csX6" fmla="*/ 158734 w 161699"/>
                <a:gd name="csY6" fmla="*/ 109784 h 228592"/>
                <a:gd name="csX7" fmla="*/ 142538 w 161699"/>
                <a:gd name="csY7" fmla="*/ 75852 h 228592"/>
                <a:gd name="csX8" fmla="*/ 162023 w 161699"/>
                <a:gd name="csY8" fmla="*/ 34012 h 228592"/>
                <a:gd name="csX9" fmla="*/ 122547 w 161699"/>
                <a:gd name="csY9" fmla="*/ 80 h 228592"/>
                <a:gd name="csX10" fmla="*/ 39800 w 161699"/>
                <a:gd name="csY10" fmla="*/ 65392 h 228592"/>
                <a:gd name="csX11" fmla="*/ 1336 w 161699"/>
                <a:gd name="csY11" fmla="*/ 221018 h 228592"/>
                <a:gd name="csX12" fmla="*/ 115968 w 161699"/>
                <a:gd name="csY12" fmla="*/ 76873 h 228592"/>
                <a:gd name="csX13" fmla="*/ 100026 w 161699"/>
                <a:gd name="csY13" fmla="*/ 81210 h 228592"/>
                <a:gd name="csX14" fmla="*/ 87879 w 161699"/>
                <a:gd name="csY14" fmla="*/ 79169 h 228592"/>
                <a:gd name="csX15" fmla="*/ 103568 w 161699"/>
                <a:gd name="csY15" fmla="*/ 75087 h 228592"/>
                <a:gd name="csX16" fmla="*/ 115968 w 161699"/>
                <a:gd name="csY16" fmla="*/ 76873 h 228592"/>
                <a:gd name="csX17" fmla="*/ 124572 w 161699"/>
                <a:gd name="csY17" fmla="*/ 67943 h 228592"/>
                <a:gd name="csX18" fmla="*/ 104328 w 161699"/>
                <a:gd name="csY18" fmla="*/ 65902 h 228592"/>
                <a:gd name="csX19" fmla="*/ 75733 w 161699"/>
                <a:gd name="csY19" fmla="*/ 79679 h 228592"/>
                <a:gd name="csX20" fmla="*/ 99773 w 161699"/>
                <a:gd name="csY20" fmla="*/ 90394 h 228592"/>
                <a:gd name="csX21" fmla="*/ 126849 w 161699"/>
                <a:gd name="csY21" fmla="*/ 85547 h 228592"/>
                <a:gd name="csX22" fmla="*/ 129633 w 161699"/>
                <a:gd name="csY22" fmla="*/ 98813 h 228592"/>
                <a:gd name="csX23" fmla="*/ 115209 w 161699"/>
                <a:gd name="csY23" fmla="*/ 152135 h 228592"/>
                <a:gd name="csX24" fmla="*/ 79022 w 161699"/>
                <a:gd name="csY24" fmla="*/ 173055 h 228592"/>
                <a:gd name="csX25" fmla="*/ 35751 w 161699"/>
                <a:gd name="csY25" fmla="*/ 135807 h 228592"/>
                <a:gd name="csX26" fmla="*/ 37522 w 161699"/>
                <a:gd name="csY26" fmla="*/ 122795 h 228592"/>
                <a:gd name="csX27" fmla="*/ 52452 w 161699"/>
                <a:gd name="csY27" fmla="*/ 63096 h 228592"/>
                <a:gd name="csX28" fmla="*/ 121282 w 161699"/>
                <a:gd name="csY28" fmla="*/ 9265 h 228592"/>
                <a:gd name="csX29" fmla="*/ 136212 w 161699"/>
                <a:gd name="csY29" fmla="*/ 23807 h 228592"/>
                <a:gd name="csX30" fmla="*/ 124572 w 161699"/>
                <a:gd name="csY30" fmla="*/ 67943 h 228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61699" h="228592">
                  <a:moveTo>
                    <a:pt x="1336" y="221018"/>
                  </a:moveTo>
                  <a:cubicBezTo>
                    <a:pt x="1083" y="221529"/>
                    <a:pt x="324" y="224845"/>
                    <a:pt x="324" y="225100"/>
                  </a:cubicBezTo>
                  <a:cubicBezTo>
                    <a:pt x="324" y="228672"/>
                    <a:pt x="4119" y="228672"/>
                    <a:pt x="6397" y="228672"/>
                  </a:cubicBezTo>
                  <a:cubicBezTo>
                    <a:pt x="11458" y="228672"/>
                    <a:pt x="11458" y="228162"/>
                    <a:pt x="12976" y="222804"/>
                  </a:cubicBezTo>
                  <a:cubicBezTo>
                    <a:pt x="13735" y="218722"/>
                    <a:pt x="28918" y="157492"/>
                    <a:pt x="29171" y="156982"/>
                  </a:cubicBezTo>
                  <a:cubicBezTo>
                    <a:pt x="39800" y="174841"/>
                    <a:pt x="59284" y="182239"/>
                    <a:pt x="79529" y="182239"/>
                  </a:cubicBezTo>
                  <a:cubicBezTo>
                    <a:pt x="130392" y="182239"/>
                    <a:pt x="158734" y="143205"/>
                    <a:pt x="158734" y="109784"/>
                  </a:cubicBezTo>
                  <a:cubicBezTo>
                    <a:pt x="158734" y="91925"/>
                    <a:pt x="150889" y="82230"/>
                    <a:pt x="142538" y="75852"/>
                  </a:cubicBezTo>
                  <a:cubicBezTo>
                    <a:pt x="151648" y="68198"/>
                    <a:pt x="162023" y="51615"/>
                    <a:pt x="162023" y="34012"/>
                  </a:cubicBezTo>
                  <a:cubicBezTo>
                    <a:pt x="162023" y="12326"/>
                    <a:pt x="146334" y="80"/>
                    <a:pt x="122547" y="80"/>
                  </a:cubicBezTo>
                  <a:cubicBezTo>
                    <a:pt x="86361" y="80"/>
                    <a:pt x="48909" y="28399"/>
                    <a:pt x="39800" y="65392"/>
                  </a:cubicBezTo>
                  <a:lnTo>
                    <a:pt x="1336" y="221018"/>
                  </a:lnTo>
                  <a:close/>
                  <a:moveTo>
                    <a:pt x="115968" y="76873"/>
                  </a:moveTo>
                  <a:cubicBezTo>
                    <a:pt x="109895" y="81210"/>
                    <a:pt x="103568" y="81210"/>
                    <a:pt x="100026" y="81210"/>
                  </a:cubicBezTo>
                  <a:cubicBezTo>
                    <a:pt x="99013" y="81210"/>
                    <a:pt x="87879" y="81210"/>
                    <a:pt x="87879" y="79169"/>
                  </a:cubicBezTo>
                  <a:cubicBezTo>
                    <a:pt x="87879" y="75087"/>
                    <a:pt x="100279" y="75087"/>
                    <a:pt x="103568" y="75087"/>
                  </a:cubicBezTo>
                  <a:cubicBezTo>
                    <a:pt x="108123" y="75087"/>
                    <a:pt x="111160" y="75087"/>
                    <a:pt x="115968" y="76873"/>
                  </a:cubicBezTo>
                  <a:close/>
                  <a:moveTo>
                    <a:pt x="124572" y="67943"/>
                  </a:moveTo>
                  <a:cubicBezTo>
                    <a:pt x="116221" y="65902"/>
                    <a:pt x="109136" y="65902"/>
                    <a:pt x="104328" y="65902"/>
                  </a:cubicBezTo>
                  <a:cubicBezTo>
                    <a:pt x="96230" y="65902"/>
                    <a:pt x="75733" y="65902"/>
                    <a:pt x="75733" y="79679"/>
                  </a:cubicBezTo>
                  <a:cubicBezTo>
                    <a:pt x="75733" y="90394"/>
                    <a:pt x="90916" y="90394"/>
                    <a:pt x="99773" y="90394"/>
                  </a:cubicBezTo>
                  <a:cubicBezTo>
                    <a:pt x="104075" y="90394"/>
                    <a:pt x="115462" y="90394"/>
                    <a:pt x="126849" y="85547"/>
                  </a:cubicBezTo>
                  <a:cubicBezTo>
                    <a:pt x="128874" y="89374"/>
                    <a:pt x="129633" y="94476"/>
                    <a:pt x="129633" y="98813"/>
                  </a:cubicBezTo>
                  <a:cubicBezTo>
                    <a:pt x="129633" y="107998"/>
                    <a:pt x="123053" y="138868"/>
                    <a:pt x="115209" y="152135"/>
                  </a:cubicBezTo>
                  <a:cubicBezTo>
                    <a:pt x="107364" y="164636"/>
                    <a:pt x="94965" y="173055"/>
                    <a:pt x="79022" y="173055"/>
                  </a:cubicBezTo>
                  <a:cubicBezTo>
                    <a:pt x="55489" y="173055"/>
                    <a:pt x="35751" y="158768"/>
                    <a:pt x="35751" y="135807"/>
                  </a:cubicBezTo>
                  <a:cubicBezTo>
                    <a:pt x="35751" y="130704"/>
                    <a:pt x="37016" y="125346"/>
                    <a:pt x="37522" y="122795"/>
                  </a:cubicBezTo>
                  <a:cubicBezTo>
                    <a:pt x="41318" y="107743"/>
                    <a:pt x="49415" y="74321"/>
                    <a:pt x="52452" y="63096"/>
                  </a:cubicBezTo>
                  <a:cubicBezTo>
                    <a:pt x="60550" y="35287"/>
                    <a:pt x="91169" y="9265"/>
                    <a:pt x="121282" y="9265"/>
                  </a:cubicBezTo>
                  <a:cubicBezTo>
                    <a:pt x="130645" y="9265"/>
                    <a:pt x="136212" y="13857"/>
                    <a:pt x="136212" y="23807"/>
                  </a:cubicBezTo>
                  <a:cubicBezTo>
                    <a:pt x="136212" y="31716"/>
                    <a:pt x="130139" y="57993"/>
                    <a:pt x="124572" y="67943"/>
                  </a:cubicBezTo>
                  <a:close/>
                </a:path>
              </a:pathLst>
            </a:custGeom>
            <a:solidFill>
              <a:schemeClr val="bg1"/>
            </a:solidFill>
            <a:ln w="25432" cap="flat">
              <a:noFill/>
              <a:prstDash val="solid"/>
              <a:miter/>
            </a:ln>
          </p:spPr>
          <p:txBody>
            <a:bodyPr/>
            <a:lstStyle/>
            <a:p>
              <a:endParaRPr lang="en-US"/>
            </a:p>
          </p:txBody>
        </p:sp>
        <p:sp>
          <p:nvSpPr>
            <p:cNvPr id="676" name="Freeform: Shape 675">
              <a:extLst>
                <a:ext uri="{FF2B5EF4-FFF2-40B4-BE49-F238E27FC236}">
                  <a16:creationId xmlns:a16="http://schemas.microsoft.com/office/drawing/2014/main" id="{B3D6853F-DDBB-374A-F67D-5BC51E4DC219}"/>
                </a:ext>
              </a:extLst>
            </p:cNvPr>
            <p:cNvSpPr/>
            <p:nvPr>
              <p:custDataLst>
                <p:tags r:id="rId85"/>
              </p:custDataLst>
            </p:nvPr>
          </p:nvSpPr>
          <p:spPr>
            <a:xfrm>
              <a:off x="9858468" y="4737395"/>
              <a:ext cx="58707" cy="255125"/>
            </a:xfrm>
            <a:custGeom>
              <a:avLst/>
              <a:gdLst>
                <a:gd name="csX0" fmla="*/ 59038 w 58707"/>
                <a:gd name="csY0" fmla="*/ 127643 h 255125"/>
                <a:gd name="csX1" fmla="*/ 42337 w 58707"/>
                <a:gd name="csY1" fmla="*/ 48044 h 255125"/>
                <a:gd name="csX2" fmla="*/ 2861 w 58707"/>
                <a:gd name="csY2" fmla="*/ 80 h 255125"/>
                <a:gd name="csX3" fmla="*/ 331 w 58707"/>
                <a:gd name="csY3" fmla="*/ 2631 h 255125"/>
                <a:gd name="csX4" fmla="*/ 5138 w 58707"/>
                <a:gd name="csY4" fmla="*/ 8499 h 255125"/>
                <a:gd name="csX5" fmla="*/ 44361 w 58707"/>
                <a:gd name="csY5" fmla="*/ 127643 h 255125"/>
                <a:gd name="csX6" fmla="*/ 3620 w 58707"/>
                <a:gd name="csY6" fmla="*/ 248317 h 255125"/>
                <a:gd name="csX7" fmla="*/ 331 w 58707"/>
                <a:gd name="csY7" fmla="*/ 252654 h 255125"/>
                <a:gd name="csX8" fmla="*/ 2861 w 58707"/>
                <a:gd name="csY8" fmla="*/ 255205 h 255125"/>
                <a:gd name="csX9" fmla="*/ 43096 w 58707"/>
                <a:gd name="csY9" fmla="*/ 205456 h 255125"/>
                <a:gd name="csX10" fmla="*/ 59038 w 58707"/>
                <a:gd name="csY10" fmla="*/ 127643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55125">
                  <a:moveTo>
                    <a:pt x="59038" y="127643"/>
                  </a:moveTo>
                  <a:cubicBezTo>
                    <a:pt x="59038" y="107743"/>
                    <a:pt x="56255" y="76873"/>
                    <a:pt x="42337" y="48044"/>
                  </a:cubicBezTo>
                  <a:cubicBezTo>
                    <a:pt x="27154" y="16663"/>
                    <a:pt x="5392" y="80"/>
                    <a:pt x="2861" y="80"/>
                  </a:cubicBezTo>
                  <a:cubicBezTo>
                    <a:pt x="1343" y="80"/>
                    <a:pt x="331" y="1100"/>
                    <a:pt x="331" y="2631"/>
                  </a:cubicBezTo>
                  <a:cubicBezTo>
                    <a:pt x="331" y="3397"/>
                    <a:pt x="331" y="3907"/>
                    <a:pt x="5138" y="8499"/>
                  </a:cubicBezTo>
                  <a:cubicBezTo>
                    <a:pt x="29937" y="33757"/>
                    <a:pt x="44361" y="74321"/>
                    <a:pt x="44361" y="127643"/>
                  </a:cubicBezTo>
                  <a:cubicBezTo>
                    <a:pt x="44361" y="171269"/>
                    <a:pt x="34998" y="216171"/>
                    <a:pt x="3620" y="248317"/>
                  </a:cubicBezTo>
                  <a:cubicBezTo>
                    <a:pt x="331" y="251378"/>
                    <a:pt x="331" y="251889"/>
                    <a:pt x="331" y="252654"/>
                  </a:cubicBezTo>
                  <a:cubicBezTo>
                    <a:pt x="331" y="254185"/>
                    <a:pt x="1343" y="255205"/>
                    <a:pt x="2861" y="255205"/>
                  </a:cubicBezTo>
                  <a:cubicBezTo>
                    <a:pt x="5392" y="255205"/>
                    <a:pt x="28166" y="237857"/>
                    <a:pt x="43096" y="205456"/>
                  </a:cubicBezTo>
                  <a:cubicBezTo>
                    <a:pt x="56002" y="177392"/>
                    <a:pt x="59038" y="149073"/>
                    <a:pt x="59038" y="127643"/>
                  </a:cubicBezTo>
                  <a:close/>
                </a:path>
              </a:pathLst>
            </a:custGeom>
            <a:solidFill>
              <a:schemeClr val="bg1"/>
            </a:solidFill>
            <a:ln w="25432" cap="flat">
              <a:noFill/>
              <a:prstDash val="solid"/>
              <a:miter/>
            </a:ln>
          </p:spPr>
          <p:txBody>
            <a:bodyPr/>
            <a:lstStyle/>
            <a:p>
              <a:endParaRPr lang="en-US"/>
            </a:p>
          </p:txBody>
        </p:sp>
        <p:sp>
          <p:nvSpPr>
            <p:cNvPr id="677" name="Freeform: Shape 676">
              <a:extLst>
                <a:ext uri="{FF2B5EF4-FFF2-40B4-BE49-F238E27FC236}">
                  <a16:creationId xmlns:a16="http://schemas.microsoft.com/office/drawing/2014/main" id="{A4387CD0-0643-83D0-5D55-2F80EF1A56C0}"/>
                </a:ext>
              </a:extLst>
            </p:cNvPr>
            <p:cNvSpPr/>
            <p:nvPr>
              <p:custDataLst>
                <p:tags r:id="rId86"/>
              </p:custDataLst>
            </p:nvPr>
          </p:nvSpPr>
          <p:spPr>
            <a:xfrm>
              <a:off x="9972314" y="4737395"/>
              <a:ext cx="34667" cy="255125"/>
            </a:xfrm>
            <a:custGeom>
              <a:avLst/>
              <a:gdLst>
                <a:gd name="csX0" fmla="*/ 35002 w 34667"/>
                <a:gd name="csY0" fmla="*/ 255205 h 255125"/>
                <a:gd name="csX1" fmla="*/ 35002 w 34667"/>
                <a:gd name="csY1" fmla="*/ 245000 h 255125"/>
                <a:gd name="csX2" fmla="*/ 10456 w 34667"/>
                <a:gd name="csY2" fmla="*/ 245000 h 255125"/>
                <a:gd name="csX3" fmla="*/ 10456 w 34667"/>
                <a:gd name="csY3" fmla="*/ 10285 h 255125"/>
                <a:gd name="csX4" fmla="*/ 35002 w 34667"/>
                <a:gd name="csY4" fmla="*/ 10285 h 255125"/>
                <a:gd name="csX5" fmla="*/ 35002 w 34667"/>
                <a:gd name="csY5" fmla="*/ 80 h 255125"/>
                <a:gd name="csX6" fmla="*/ 334 w 34667"/>
                <a:gd name="csY6" fmla="*/ 80 h 255125"/>
                <a:gd name="csX7" fmla="*/ 334 w 34667"/>
                <a:gd name="csY7" fmla="*/ 255205 h 255125"/>
                <a:gd name="csX8" fmla="*/ 35002 w 34667"/>
                <a:gd name="csY8" fmla="*/ 255205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667" h="255125">
                  <a:moveTo>
                    <a:pt x="35002" y="255205"/>
                  </a:moveTo>
                  <a:lnTo>
                    <a:pt x="35002" y="245000"/>
                  </a:lnTo>
                  <a:lnTo>
                    <a:pt x="10456" y="245000"/>
                  </a:lnTo>
                  <a:lnTo>
                    <a:pt x="10456" y="10285"/>
                  </a:lnTo>
                  <a:lnTo>
                    <a:pt x="35002" y="10285"/>
                  </a:lnTo>
                  <a:lnTo>
                    <a:pt x="35002" y="80"/>
                  </a:lnTo>
                  <a:lnTo>
                    <a:pt x="334" y="80"/>
                  </a:lnTo>
                  <a:lnTo>
                    <a:pt x="334" y="255205"/>
                  </a:lnTo>
                  <a:lnTo>
                    <a:pt x="35002" y="255205"/>
                  </a:lnTo>
                  <a:close/>
                </a:path>
              </a:pathLst>
            </a:custGeom>
            <a:solidFill>
              <a:schemeClr val="bg1"/>
            </a:solidFill>
            <a:ln w="25432" cap="flat">
              <a:noFill/>
              <a:prstDash val="solid"/>
              <a:miter/>
            </a:ln>
          </p:spPr>
          <p:txBody>
            <a:bodyPr/>
            <a:lstStyle/>
            <a:p>
              <a:endParaRPr lang="en-US"/>
            </a:p>
          </p:txBody>
        </p:sp>
        <p:sp>
          <p:nvSpPr>
            <p:cNvPr id="678" name="Freeform: Shape 677">
              <a:extLst>
                <a:ext uri="{FF2B5EF4-FFF2-40B4-BE49-F238E27FC236}">
                  <a16:creationId xmlns:a16="http://schemas.microsoft.com/office/drawing/2014/main" id="{8E712F94-7001-5077-688E-17594CC1CFC6}"/>
                </a:ext>
              </a:extLst>
            </p:cNvPr>
            <p:cNvSpPr/>
            <p:nvPr>
              <p:custDataLst>
                <p:tags r:id="rId87"/>
              </p:custDataLst>
            </p:nvPr>
          </p:nvSpPr>
          <p:spPr>
            <a:xfrm>
              <a:off x="10035267" y="4758826"/>
              <a:ext cx="83506" cy="169913"/>
            </a:xfrm>
            <a:custGeom>
              <a:avLst/>
              <a:gdLst>
                <a:gd name="csX0" fmla="*/ 52213 w 83506"/>
                <a:gd name="csY0" fmla="*/ 6713 h 169913"/>
                <a:gd name="csX1" fmla="*/ 46392 w 83506"/>
                <a:gd name="csY1" fmla="*/ 80 h 169913"/>
                <a:gd name="csX2" fmla="*/ 337 w 83506"/>
                <a:gd name="csY2" fmla="*/ 16408 h 169913"/>
                <a:gd name="csX3" fmla="*/ 337 w 83506"/>
                <a:gd name="csY3" fmla="*/ 24317 h 169913"/>
                <a:gd name="csX4" fmla="*/ 33487 w 83506"/>
                <a:gd name="csY4" fmla="*/ 17684 h 169913"/>
                <a:gd name="csX5" fmla="*/ 33487 w 83506"/>
                <a:gd name="csY5" fmla="*/ 149839 h 169913"/>
                <a:gd name="csX6" fmla="*/ 9953 w 83506"/>
                <a:gd name="csY6" fmla="*/ 162085 h 169913"/>
                <a:gd name="csX7" fmla="*/ 1855 w 83506"/>
                <a:gd name="csY7" fmla="*/ 162085 h 169913"/>
                <a:gd name="csX8" fmla="*/ 1855 w 83506"/>
                <a:gd name="csY8" fmla="*/ 169993 h 169913"/>
                <a:gd name="csX9" fmla="*/ 42850 w 83506"/>
                <a:gd name="csY9" fmla="*/ 169228 h 169913"/>
                <a:gd name="csX10" fmla="*/ 83844 w 83506"/>
                <a:gd name="csY10" fmla="*/ 169993 h 169913"/>
                <a:gd name="csX11" fmla="*/ 83844 w 83506"/>
                <a:gd name="csY11" fmla="*/ 162085 h 169913"/>
                <a:gd name="csX12" fmla="*/ 75746 w 83506"/>
                <a:gd name="csY12" fmla="*/ 162085 h 169913"/>
                <a:gd name="csX13" fmla="*/ 52213 w 83506"/>
                <a:gd name="csY13" fmla="*/ 149839 h 169913"/>
                <a:gd name="csX14" fmla="*/ 52213 w 83506"/>
                <a:gd name="csY14" fmla="*/ 6713 h 1699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3506" h="169913">
                  <a:moveTo>
                    <a:pt x="52213" y="6713"/>
                  </a:moveTo>
                  <a:cubicBezTo>
                    <a:pt x="52213" y="590"/>
                    <a:pt x="52213" y="80"/>
                    <a:pt x="46392" y="80"/>
                  </a:cubicBezTo>
                  <a:cubicBezTo>
                    <a:pt x="30703" y="16408"/>
                    <a:pt x="8435" y="16408"/>
                    <a:pt x="337" y="16408"/>
                  </a:cubicBezTo>
                  <a:lnTo>
                    <a:pt x="337" y="24317"/>
                  </a:lnTo>
                  <a:cubicBezTo>
                    <a:pt x="5398" y="24317"/>
                    <a:pt x="20328" y="24317"/>
                    <a:pt x="33487" y="17684"/>
                  </a:cubicBezTo>
                  <a:lnTo>
                    <a:pt x="33487" y="149839"/>
                  </a:lnTo>
                  <a:cubicBezTo>
                    <a:pt x="33487" y="159023"/>
                    <a:pt x="32728" y="162085"/>
                    <a:pt x="9953" y="162085"/>
                  </a:cubicBezTo>
                  <a:lnTo>
                    <a:pt x="1855" y="162085"/>
                  </a:lnTo>
                  <a:lnTo>
                    <a:pt x="1855" y="169993"/>
                  </a:lnTo>
                  <a:cubicBezTo>
                    <a:pt x="10712" y="169228"/>
                    <a:pt x="32728" y="169228"/>
                    <a:pt x="42850" y="169228"/>
                  </a:cubicBezTo>
                  <a:cubicBezTo>
                    <a:pt x="52972" y="169228"/>
                    <a:pt x="74987" y="169228"/>
                    <a:pt x="83844" y="169993"/>
                  </a:cubicBezTo>
                  <a:lnTo>
                    <a:pt x="83844" y="162085"/>
                  </a:lnTo>
                  <a:lnTo>
                    <a:pt x="75746" y="162085"/>
                  </a:lnTo>
                  <a:cubicBezTo>
                    <a:pt x="52972" y="162085"/>
                    <a:pt x="52213" y="159278"/>
                    <a:pt x="52213" y="149839"/>
                  </a:cubicBezTo>
                  <a:lnTo>
                    <a:pt x="52213" y="6713"/>
                  </a:lnTo>
                  <a:close/>
                </a:path>
              </a:pathLst>
            </a:custGeom>
            <a:solidFill>
              <a:schemeClr val="bg1"/>
            </a:solidFill>
            <a:ln w="25432" cap="flat">
              <a:noFill/>
              <a:prstDash val="solid"/>
              <a:miter/>
            </a:ln>
          </p:spPr>
          <p:txBody>
            <a:bodyPr/>
            <a:lstStyle/>
            <a:p>
              <a:endParaRPr lang="en-US"/>
            </a:p>
          </p:txBody>
        </p:sp>
        <p:sp>
          <p:nvSpPr>
            <p:cNvPr id="679" name="Freeform: Shape 678">
              <a:extLst>
                <a:ext uri="{FF2B5EF4-FFF2-40B4-BE49-F238E27FC236}">
                  <a16:creationId xmlns:a16="http://schemas.microsoft.com/office/drawing/2014/main" id="{B276D9E2-7971-1C8E-3409-925125217F62}"/>
                </a:ext>
              </a:extLst>
            </p:cNvPr>
            <p:cNvSpPr/>
            <p:nvPr>
              <p:custDataLst>
                <p:tags r:id="rId88"/>
              </p:custDataLst>
            </p:nvPr>
          </p:nvSpPr>
          <p:spPr>
            <a:xfrm>
              <a:off x="10216507" y="4859855"/>
              <a:ext cx="154614" cy="10205"/>
            </a:xfrm>
            <a:custGeom>
              <a:avLst/>
              <a:gdLst>
                <a:gd name="csX0" fmla="*/ 146102 w 154614"/>
                <a:gd name="csY0" fmla="*/ 10285 h 10205"/>
                <a:gd name="csX1" fmla="*/ 154959 w 154614"/>
                <a:gd name="csY1" fmla="*/ 5183 h 10205"/>
                <a:gd name="csX2" fmla="*/ 146102 w 154614"/>
                <a:gd name="csY2" fmla="*/ 80 h 10205"/>
                <a:gd name="csX3" fmla="*/ 9201 w 154614"/>
                <a:gd name="csY3" fmla="*/ 80 h 10205"/>
                <a:gd name="csX4" fmla="*/ 344 w 154614"/>
                <a:gd name="csY4" fmla="*/ 5183 h 10205"/>
                <a:gd name="csX5" fmla="*/ 9201 w 154614"/>
                <a:gd name="csY5" fmla="*/ 10285 h 10205"/>
                <a:gd name="csX6" fmla="*/ 146102 w 154614"/>
                <a:gd name="csY6" fmla="*/ 10285 h 1020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4614" h="10205">
                  <a:moveTo>
                    <a:pt x="146102" y="10285"/>
                  </a:moveTo>
                  <a:cubicBezTo>
                    <a:pt x="150404" y="10285"/>
                    <a:pt x="154959" y="10285"/>
                    <a:pt x="154959" y="5183"/>
                  </a:cubicBezTo>
                  <a:cubicBezTo>
                    <a:pt x="154959" y="80"/>
                    <a:pt x="150404" y="80"/>
                    <a:pt x="146102" y="80"/>
                  </a:cubicBezTo>
                  <a:lnTo>
                    <a:pt x="9201" y="80"/>
                  </a:lnTo>
                  <a:cubicBezTo>
                    <a:pt x="4899" y="80"/>
                    <a:pt x="344" y="80"/>
                    <a:pt x="344" y="5183"/>
                  </a:cubicBezTo>
                  <a:cubicBezTo>
                    <a:pt x="344" y="10285"/>
                    <a:pt x="4899" y="10285"/>
                    <a:pt x="9201" y="10285"/>
                  </a:cubicBezTo>
                  <a:lnTo>
                    <a:pt x="146102" y="10285"/>
                  </a:lnTo>
                  <a:close/>
                </a:path>
              </a:pathLst>
            </a:custGeom>
            <a:solidFill>
              <a:schemeClr val="bg1"/>
            </a:solidFill>
            <a:ln w="25432" cap="flat">
              <a:noFill/>
              <a:prstDash val="solid"/>
              <a:miter/>
            </a:ln>
          </p:spPr>
          <p:txBody>
            <a:bodyPr/>
            <a:lstStyle/>
            <a:p>
              <a:endParaRPr lang="en-US"/>
            </a:p>
          </p:txBody>
        </p:sp>
        <p:sp>
          <p:nvSpPr>
            <p:cNvPr id="680" name="Freeform: Shape 679">
              <a:extLst>
                <a:ext uri="{FF2B5EF4-FFF2-40B4-BE49-F238E27FC236}">
                  <a16:creationId xmlns:a16="http://schemas.microsoft.com/office/drawing/2014/main" id="{6F43D2FA-D2C1-9733-B4A6-5FD59CD2725B}"/>
                </a:ext>
              </a:extLst>
            </p:cNvPr>
            <p:cNvSpPr/>
            <p:nvPr>
              <p:custDataLst>
                <p:tags r:id="rId89"/>
              </p:custDataLst>
            </p:nvPr>
          </p:nvSpPr>
          <p:spPr>
            <a:xfrm>
              <a:off x="10456652" y="4746069"/>
              <a:ext cx="159169" cy="182669"/>
            </a:xfrm>
            <a:custGeom>
              <a:avLst/>
              <a:gdLst>
                <a:gd name="csX0" fmla="*/ 85886 w 159169"/>
                <a:gd name="csY0" fmla="*/ 5438 h 182669"/>
                <a:gd name="csX1" fmla="*/ 80065 w 159169"/>
                <a:gd name="csY1" fmla="*/ 80 h 182669"/>
                <a:gd name="csX2" fmla="*/ 74245 w 159169"/>
                <a:gd name="csY2" fmla="*/ 5438 h 182669"/>
                <a:gd name="csX3" fmla="*/ 25659 w 159169"/>
                <a:gd name="csY3" fmla="*/ 157237 h 182669"/>
                <a:gd name="csX4" fmla="*/ 354 w 159169"/>
                <a:gd name="csY4" fmla="*/ 174841 h 182669"/>
                <a:gd name="csX5" fmla="*/ 354 w 159169"/>
                <a:gd name="csY5" fmla="*/ 182750 h 182669"/>
                <a:gd name="csX6" fmla="*/ 23888 w 159169"/>
                <a:gd name="csY6" fmla="*/ 181984 h 182669"/>
                <a:gd name="csX7" fmla="*/ 52483 w 159169"/>
                <a:gd name="csY7" fmla="*/ 182750 h 182669"/>
                <a:gd name="csX8" fmla="*/ 52483 w 159169"/>
                <a:gd name="csY8" fmla="*/ 174841 h 182669"/>
                <a:gd name="csX9" fmla="*/ 32998 w 159169"/>
                <a:gd name="csY9" fmla="*/ 161574 h 182669"/>
                <a:gd name="csX10" fmla="*/ 34263 w 159169"/>
                <a:gd name="csY10" fmla="*/ 155962 h 182669"/>
                <a:gd name="csX11" fmla="*/ 72221 w 159169"/>
                <a:gd name="csY11" fmla="*/ 37073 h 182669"/>
                <a:gd name="csX12" fmla="*/ 112203 w 159169"/>
                <a:gd name="csY12" fmla="*/ 162595 h 182669"/>
                <a:gd name="csX13" fmla="*/ 113468 w 159169"/>
                <a:gd name="csY13" fmla="*/ 167187 h 182669"/>
                <a:gd name="csX14" fmla="*/ 91959 w 159169"/>
                <a:gd name="csY14" fmla="*/ 174841 h 182669"/>
                <a:gd name="csX15" fmla="*/ 91959 w 159169"/>
                <a:gd name="csY15" fmla="*/ 182750 h 182669"/>
                <a:gd name="csX16" fmla="*/ 128398 w 159169"/>
                <a:gd name="csY16" fmla="*/ 181984 h 182669"/>
                <a:gd name="csX17" fmla="*/ 159523 w 159169"/>
                <a:gd name="csY17" fmla="*/ 182750 h 182669"/>
                <a:gd name="csX18" fmla="*/ 159523 w 159169"/>
                <a:gd name="csY18" fmla="*/ 174841 h 182669"/>
                <a:gd name="csX19" fmla="*/ 136496 w 159169"/>
                <a:gd name="csY19" fmla="*/ 163870 h 182669"/>
                <a:gd name="csX20" fmla="*/ 85886 w 159169"/>
                <a:gd name="csY20" fmla="*/ 5438 h 182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59169" h="182669">
                  <a:moveTo>
                    <a:pt x="85886" y="5438"/>
                  </a:moveTo>
                  <a:cubicBezTo>
                    <a:pt x="84367" y="590"/>
                    <a:pt x="82849" y="80"/>
                    <a:pt x="80065" y="80"/>
                  </a:cubicBezTo>
                  <a:cubicBezTo>
                    <a:pt x="76017" y="80"/>
                    <a:pt x="75510" y="1100"/>
                    <a:pt x="74245" y="5438"/>
                  </a:cubicBezTo>
                  <a:lnTo>
                    <a:pt x="25659" y="157237"/>
                  </a:lnTo>
                  <a:cubicBezTo>
                    <a:pt x="23129" y="164891"/>
                    <a:pt x="18068" y="174841"/>
                    <a:pt x="354" y="174841"/>
                  </a:cubicBezTo>
                  <a:lnTo>
                    <a:pt x="354" y="182750"/>
                  </a:lnTo>
                  <a:cubicBezTo>
                    <a:pt x="8705" y="182239"/>
                    <a:pt x="21611" y="181984"/>
                    <a:pt x="23888" y="181984"/>
                  </a:cubicBezTo>
                  <a:cubicBezTo>
                    <a:pt x="31227" y="181984"/>
                    <a:pt x="44638" y="182495"/>
                    <a:pt x="52483" y="182750"/>
                  </a:cubicBezTo>
                  <a:lnTo>
                    <a:pt x="52483" y="174841"/>
                  </a:lnTo>
                  <a:cubicBezTo>
                    <a:pt x="38818" y="174586"/>
                    <a:pt x="32998" y="167697"/>
                    <a:pt x="32998" y="161574"/>
                  </a:cubicBezTo>
                  <a:cubicBezTo>
                    <a:pt x="32998" y="160299"/>
                    <a:pt x="32998" y="159533"/>
                    <a:pt x="34263" y="155962"/>
                  </a:cubicBezTo>
                  <a:lnTo>
                    <a:pt x="72221" y="37073"/>
                  </a:lnTo>
                  <a:lnTo>
                    <a:pt x="112203" y="162595"/>
                  </a:lnTo>
                  <a:cubicBezTo>
                    <a:pt x="113468" y="166167"/>
                    <a:pt x="113468" y="166677"/>
                    <a:pt x="113468" y="167187"/>
                  </a:cubicBezTo>
                  <a:cubicBezTo>
                    <a:pt x="113468" y="174841"/>
                    <a:pt x="98538" y="174841"/>
                    <a:pt x="91959" y="174841"/>
                  </a:cubicBezTo>
                  <a:lnTo>
                    <a:pt x="91959" y="182750"/>
                  </a:lnTo>
                  <a:cubicBezTo>
                    <a:pt x="100816" y="181984"/>
                    <a:pt x="118782" y="181984"/>
                    <a:pt x="128398" y="181984"/>
                  </a:cubicBezTo>
                  <a:cubicBezTo>
                    <a:pt x="138267" y="181984"/>
                    <a:pt x="149654" y="182495"/>
                    <a:pt x="159523" y="182750"/>
                  </a:cubicBezTo>
                  <a:lnTo>
                    <a:pt x="159523" y="174841"/>
                  </a:lnTo>
                  <a:cubicBezTo>
                    <a:pt x="140292" y="174841"/>
                    <a:pt x="139532" y="173310"/>
                    <a:pt x="136496" y="163870"/>
                  </a:cubicBezTo>
                  <a:lnTo>
                    <a:pt x="85886" y="5438"/>
                  </a:lnTo>
                  <a:close/>
                </a:path>
              </a:pathLst>
            </a:custGeom>
            <a:solidFill>
              <a:schemeClr val="bg1"/>
            </a:solidFill>
            <a:ln w="25432" cap="flat">
              <a:noFill/>
              <a:prstDash val="solid"/>
              <a:miter/>
            </a:ln>
          </p:spPr>
          <p:txBody>
            <a:bodyPr/>
            <a:lstStyle/>
            <a:p>
              <a:endParaRPr lang="en-US"/>
            </a:p>
          </p:txBody>
        </p:sp>
        <p:sp>
          <p:nvSpPr>
            <p:cNvPr id="681" name="Freeform: Shape 680">
              <a:extLst>
                <a:ext uri="{FF2B5EF4-FFF2-40B4-BE49-F238E27FC236}">
                  <a16:creationId xmlns:a16="http://schemas.microsoft.com/office/drawing/2014/main" id="{D6AEAFBF-7D5C-24B2-01E9-44F5C63108A9}"/>
                </a:ext>
              </a:extLst>
            </p:cNvPr>
            <p:cNvSpPr/>
            <p:nvPr>
              <p:custDataLst>
                <p:tags r:id="rId90"/>
              </p:custDataLst>
            </p:nvPr>
          </p:nvSpPr>
          <p:spPr>
            <a:xfrm>
              <a:off x="10649336" y="4737395"/>
              <a:ext cx="58707" cy="255125"/>
            </a:xfrm>
            <a:custGeom>
              <a:avLst/>
              <a:gdLst>
                <a:gd name="csX0" fmla="*/ 59069 w 58707"/>
                <a:gd name="csY0" fmla="*/ 252654 h 255125"/>
                <a:gd name="csX1" fmla="*/ 54767 w 58707"/>
                <a:gd name="csY1" fmla="*/ 247041 h 255125"/>
                <a:gd name="csX2" fmla="*/ 15038 w 58707"/>
                <a:gd name="csY2" fmla="*/ 127643 h 255125"/>
                <a:gd name="csX3" fmla="*/ 55779 w 58707"/>
                <a:gd name="csY3" fmla="*/ 6968 h 255125"/>
                <a:gd name="csX4" fmla="*/ 59069 w 58707"/>
                <a:gd name="csY4" fmla="*/ 2631 h 255125"/>
                <a:gd name="csX5" fmla="*/ 56539 w 58707"/>
                <a:gd name="csY5" fmla="*/ 80 h 255125"/>
                <a:gd name="csX6" fmla="*/ 16303 w 58707"/>
                <a:gd name="csY6" fmla="*/ 49829 h 255125"/>
                <a:gd name="csX7" fmla="*/ 361 w 58707"/>
                <a:gd name="csY7" fmla="*/ 127643 h 255125"/>
                <a:gd name="csX8" fmla="*/ 17063 w 58707"/>
                <a:gd name="csY8" fmla="*/ 207242 h 255125"/>
                <a:gd name="csX9" fmla="*/ 56539 w 58707"/>
                <a:gd name="csY9" fmla="*/ 255205 h 255125"/>
                <a:gd name="csX10" fmla="*/ 59069 w 58707"/>
                <a:gd name="csY10" fmla="*/ 252654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55125">
                  <a:moveTo>
                    <a:pt x="59069" y="252654"/>
                  </a:moveTo>
                  <a:cubicBezTo>
                    <a:pt x="59069" y="251889"/>
                    <a:pt x="59069" y="251378"/>
                    <a:pt x="54767" y="247041"/>
                  </a:cubicBezTo>
                  <a:cubicBezTo>
                    <a:pt x="23136" y="214895"/>
                    <a:pt x="15038" y="166677"/>
                    <a:pt x="15038" y="127643"/>
                  </a:cubicBezTo>
                  <a:cubicBezTo>
                    <a:pt x="15038" y="83251"/>
                    <a:pt x="24654" y="38859"/>
                    <a:pt x="55779" y="6968"/>
                  </a:cubicBezTo>
                  <a:cubicBezTo>
                    <a:pt x="59069" y="3907"/>
                    <a:pt x="59069" y="3397"/>
                    <a:pt x="59069" y="2631"/>
                  </a:cubicBezTo>
                  <a:cubicBezTo>
                    <a:pt x="59069" y="845"/>
                    <a:pt x="58057" y="80"/>
                    <a:pt x="56539" y="80"/>
                  </a:cubicBezTo>
                  <a:cubicBezTo>
                    <a:pt x="54008" y="80"/>
                    <a:pt x="31233" y="17429"/>
                    <a:pt x="16303" y="49829"/>
                  </a:cubicBezTo>
                  <a:cubicBezTo>
                    <a:pt x="3398" y="77893"/>
                    <a:pt x="361" y="106212"/>
                    <a:pt x="361" y="127643"/>
                  </a:cubicBezTo>
                  <a:cubicBezTo>
                    <a:pt x="361" y="147542"/>
                    <a:pt x="3145" y="178413"/>
                    <a:pt x="17063" y="207242"/>
                  </a:cubicBezTo>
                  <a:cubicBezTo>
                    <a:pt x="32246" y="238622"/>
                    <a:pt x="54008" y="255205"/>
                    <a:pt x="56539" y="255205"/>
                  </a:cubicBezTo>
                  <a:cubicBezTo>
                    <a:pt x="58057" y="255205"/>
                    <a:pt x="59069" y="254440"/>
                    <a:pt x="59069" y="252654"/>
                  </a:cubicBezTo>
                  <a:close/>
                </a:path>
              </a:pathLst>
            </a:custGeom>
            <a:solidFill>
              <a:schemeClr val="bg1"/>
            </a:solidFill>
            <a:ln w="25432" cap="flat">
              <a:noFill/>
              <a:prstDash val="solid"/>
              <a:miter/>
            </a:ln>
          </p:spPr>
          <p:txBody>
            <a:bodyPr/>
            <a:lstStyle/>
            <a:p>
              <a:endParaRPr lang="en-US"/>
            </a:p>
          </p:txBody>
        </p:sp>
        <p:sp>
          <p:nvSpPr>
            <p:cNvPr id="682" name="Freeform: Shape 681">
              <a:extLst>
                <a:ext uri="{FF2B5EF4-FFF2-40B4-BE49-F238E27FC236}">
                  <a16:creationId xmlns:a16="http://schemas.microsoft.com/office/drawing/2014/main" id="{F2BC12A6-8FD1-3C23-623B-A0D96EBD7B9B}"/>
                </a:ext>
              </a:extLst>
            </p:cNvPr>
            <p:cNvSpPr/>
            <p:nvPr>
              <p:custDataLst>
                <p:tags r:id="rId91"/>
              </p:custDataLst>
            </p:nvPr>
          </p:nvSpPr>
          <p:spPr>
            <a:xfrm>
              <a:off x="10728261" y="4815463"/>
              <a:ext cx="142467" cy="113275"/>
            </a:xfrm>
            <a:custGeom>
              <a:avLst/>
              <a:gdLst>
                <a:gd name="csX0" fmla="*/ 82354 w 142467"/>
                <a:gd name="csY0" fmla="*/ 50595 h 113275"/>
                <a:gd name="csX1" fmla="*/ 111961 w 142467"/>
                <a:gd name="csY1" fmla="*/ 17428 h 113275"/>
                <a:gd name="csX2" fmla="*/ 137772 w 142467"/>
                <a:gd name="csY2" fmla="*/ 12071 h 113275"/>
                <a:gd name="csX3" fmla="*/ 137772 w 142467"/>
                <a:gd name="csY3" fmla="*/ 80 h 113275"/>
                <a:gd name="csX4" fmla="*/ 114491 w 142467"/>
                <a:gd name="csY4" fmla="*/ 845 h 113275"/>
                <a:gd name="csX5" fmla="*/ 88427 w 142467"/>
                <a:gd name="csY5" fmla="*/ 80 h 113275"/>
                <a:gd name="csX6" fmla="*/ 88427 w 142467"/>
                <a:gd name="csY6" fmla="*/ 12071 h 113275"/>
                <a:gd name="csX7" fmla="*/ 98043 w 142467"/>
                <a:gd name="csY7" fmla="*/ 14367 h 113275"/>
                <a:gd name="csX8" fmla="*/ 96018 w 142467"/>
                <a:gd name="csY8" fmla="*/ 17428 h 113275"/>
                <a:gd name="csX9" fmla="*/ 74762 w 142467"/>
                <a:gd name="csY9" fmla="*/ 41410 h 113275"/>
                <a:gd name="csX10" fmla="*/ 49963 w 142467"/>
                <a:gd name="csY10" fmla="*/ 12071 h 113275"/>
                <a:gd name="csX11" fmla="*/ 60085 w 142467"/>
                <a:gd name="csY11" fmla="*/ 12071 h 113275"/>
                <a:gd name="csX12" fmla="*/ 60085 w 142467"/>
                <a:gd name="csY12" fmla="*/ 80 h 113275"/>
                <a:gd name="csX13" fmla="*/ 29466 w 142467"/>
                <a:gd name="csY13" fmla="*/ 845 h 113275"/>
                <a:gd name="csX14" fmla="*/ 1630 w 142467"/>
                <a:gd name="csY14" fmla="*/ 80 h 113275"/>
                <a:gd name="csX15" fmla="*/ 1630 w 142467"/>
                <a:gd name="csY15" fmla="*/ 12071 h 113275"/>
                <a:gd name="csX16" fmla="*/ 19597 w 142467"/>
                <a:gd name="csY16" fmla="*/ 12071 h 113275"/>
                <a:gd name="csX17" fmla="*/ 59073 w 142467"/>
                <a:gd name="csY17" fmla="*/ 59014 h 113275"/>
                <a:gd name="csX18" fmla="*/ 25923 w 142467"/>
                <a:gd name="csY18" fmla="*/ 96517 h 113275"/>
                <a:gd name="csX19" fmla="*/ 365 w 142467"/>
                <a:gd name="csY19" fmla="*/ 101365 h 113275"/>
                <a:gd name="csX20" fmla="*/ 365 w 142467"/>
                <a:gd name="csY20" fmla="*/ 113356 h 113275"/>
                <a:gd name="csX21" fmla="*/ 23646 w 142467"/>
                <a:gd name="csY21" fmla="*/ 112590 h 113275"/>
                <a:gd name="csX22" fmla="*/ 49710 w 142467"/>
                <a:gd name="csY22" fmla="*/ 113356 h 113275"/>
                <a:gd name="csX23" fmla="*/ 49710 w 142467"/>
                <a:gd name="csY23" fmla="*/ 101365 h 113275"/>
                <a:gd name="csX24" fmla="*/ 40347 w 142467"/>
                <a:gd name="csY24" fmla="*/ 98558 h 113275"/>
                <a:gd name="csX25" fmla="*/ 42119 w 142467"/>
                <a:gd name="csY25" fmla="*/ 96007 h 113275"/>
                <a:gd name="csX26" fmla="*/ 66664 w 142467"/>
                <a:gd name="csY26" fmla="*/ 68198 h 113275"/>
                <a:gd name="csX27" fmla="*/ 94500 w 142467"/>
                <a:gd name="csY27" fmla="*/ 101365 h 113275"/>
                <a:gd name="csX28" fmla="*/ 84631 w 142467"/>
                <a:gd name="csY28" fmla="*/ 101365 h 113275"/>
                <a:gd name="csX29" fmla="*/ 84631 w 142467"/>
                <a:gd name="csY29" fmla="*/ 113356 h 113275"/>
                <a:gd name="csX30" fmla="*/ 114997 w 142467"/>
                <a:gd name="csY30" fmla="*/ 112590 h 113275"/>
                <a:gd name="csX31" fmla="*/ 142833 w 142467"/>
                <a:gd name="csY31" fmla="*/ 113356 h 113275"/>
                <a:gd name="csX32" fmla="*/ 142833 w 142467"/>
                <a:gd name="csY32" fmla="*/ 101365 h 113275"/>
                <a:gd name="csX33" fmla="*/ 124866 w 142467"/>
                <a:gd name="csY33" fmla="*/ 101365 h 113275"/>
                <a:gd name="csX34" fmla="*/ 82354 w 142467"/>
                <a:gd name="csY34" fmla="*/ 50595 h 113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42467" h="113275">
                  <a:moveTo>
                    <a:pt x="82354" y="50595"/>
                  </a:moveTo>
                  <a:lnTo>
                    <a:pt x="111961" y="17428"/>
                  </a:lnTo>
                  <a:cubicBezTo>
                    <a:pt x="115250" y="13857"/>
                    <a:pt x="116769" y="12071"/>
                    <a:pt x="137772" y="12071"/>
                  </a:cubicBezTo>
                  <a:lnTo>
                    <a:pt x="137772" y="80"/>
                  </a:lnTo>
                  <a:cubicBezTo>
                    <a:pt x="128915" y="590"/>
                    <a:pt x="115756" y="845"/>
                    <a:pt x="114491" y="845"/>
                  </a:cubicBezTo>
                  <a:cubicBezTo>
                    <a:pt x="108165" y="845"/>
                    <a:pt x="95512" y="335"/>
                    <a:pt x="88427" y="80"/>
                  </a:cubicBezTo>
                  <a:lnTo>
                    <a:pt x="88427" y="12071"/>
                  </a:lnTo>
                  <a:cubicBezTo>
                    <a:pt x="91970" y="12071"/>
                    <a:pt x="95006" y="12581"/>
                    <a:pt x="98043" y="14367"/>
                  </a:cubicBezTo>
                  <a:cubicBezTo>
                    <a:pt x="97031" y="15898"/>
                    <a:pt x="97031" y="16408"/>
                    <a:pt x="96018" y="17428"/>
                  </a:cubicBezTo>
                  <a:lnTo>
                    <a:pt x="74762" y="41410"/>
                  </a:lnTo>
                  <a:lnTo>
                    <a:pt x="49963" y="12071"/>
                  </a:lnTo>
                  <a:lnTo>
                    <a:pt x="60085" y="12071"/>
                  </a:lnTo>
                  <a:lnTo>
                    <a:pt x="60085" y="80"/>
                  </a:lnTo>
                  <a:cubicBezTo>
                    <a:pt x="53506" y="335"/>
                    <a:pt x="37564" y="845"/>
                    <a:pt x="29466" y="845"/>
                  </a:cubicBezTo>
                  <a:cubicBezTo>
                    <a:pt x="21368" y="845"/>
                    <a:pt x="9981" y="335"/>
                    <a:pt x="1630" y="80"/>
                  </a:cubicBezTo>
                  <a:lnTo>
                    <a:pt x="1630" y="12071"/>
                  </a:lnTo>
                  <a:lnTo>
                    <a:pt x="19597" y="12071"/>
                  </a:lnTo>
                  <a:lnTo>
                    <a:pt x="59073" y="59014"/>
                  </a:lnTo>
                  <a:lnTo>
                    <a:pt x="25923" y="96517"/>
                  </a:lnTo>
                  <a:cubicBezTo>
                    <a:pt x="21621" y="101365"/>
                    <a:pt x="12512" y="101365"/>
                    <a:pt x="365" y="101365"/>
                  </a:cubicBezTo>
                  <a:lnTo>
                    <a:pt x="365" y="113356"/>
                  </a:lnTo>
                  <a:cubicBezTo>
                    <a:pt x="9222" y="112845"/>
                    <a:pt x="22381" y="112590"/>
                    <a:pt x="23646" y="112590"/>
                  </a:cubicBezTo>
                  <a:cubicBezTo>
                    <a:pt x="29972" y="112590"/>
                    <a:pt x="44649" y="113100"/>
                    <a:pt x="49710" y="113356"/>
                  </a:cubicBezTo>
                  <a:lnTo>
                    <a:pt x="49710" y="101365"/>
                  </a:lnTo>
                  <a:cubicBezTo>
                    <a:pt x="45155" y="101365"/>
                    <a:pt x="40347" y="100089"/>
                    <a:pt x="40347" y="98558"/>
                  </a:cubicBezTo>
                  <a:cubicBezTo>
                    <a:pt x="40347" y="98303"/>
                    <a:pt x="40347" y="98048"/>
                    <a:pt x="42119" y="96007"/>
                  </a:cubicBezTo>
                  <a:lnTo>
                    <a:pt x="66664" y="68198"/>
                  </a:lnTo>
                  <a:lnTo>
                    <a:pt x="94500" y="101365"/>
                  </a:lnTo>
                  <a:lnTo>
                    <a:pt x="84631" y="101365"/>
                  </a:lnTo>
                  <a:lnTo>
                    <a:pt x="84631" y="113356"/>
                  </a:lnTo>
                  <a:cubicBezTo>
                    <a:pt x="91210" y="113100"/>
                    <a:pt x="106647" y="112590"/>
                    <a:pt x="114997" y="112590"/>
                  </a:cubicBezTo>
                  <a:cubicBezTo>
                    <a:pt x="123095" y="112590"/>
                    <a:pt x="134482" y="113100"/>
                    <a:pt x="142833" y="113356"/>
                  </a:cubicBezTo>
                  <a:lnTo>
                    <a:pt x="142833" y="101365"/>
                  </a:lnTo>
                  <a:lnTo>
                    <a:pt x="124866" y="101365"/>
                  </a:lnTo>
                  <a:lnTo>
                    <a:pt x="82354" y="50595"/>
                  </a:lnTo>
                  <a:close/>
                </a:path>
              </a:pathLst>
            </a:custGeom>
            <a:solidFill>
              <a:schemeClr val="bg1"/>
            </a:solidFill>
            <a:ln w="25432" cap="flat">
              <a:noFill/>
              <a:prstDash val="solid"/>
              <a:miter/>
            </a:ln>
          </p:spPr>
          <p:txBody>
            <a:bodyPr/>
            <a:lstStyle/>
            <a:p>
              <a:endParaRPr lang="en-US"/>
            </a:p>
          </p:txBody>
        </p:sp>
        <p:sp>
          <p:nvSpPr>
            <p:cNvPr id="683" name="Freeform: Shape 682">
              <a:extLst>
                <a:ext uri="{FF2B5EF4-FFF2-40B4-BE49-F238E27FC236}">
                  <a16:creationId xmlns:a16="http://schemas.microsoft.com/office/drawing/2014/main" id="{01DBD9C3-CAEA-5B97-1537-F0DAC085C30C}"/>
                </a:ext>
              </a:extLst>
            </p:cNvPr>
            <p:cNvSpPr/>
            <p:nvPr>
              <p:custDataLst>
                <p:tags r:id="rId92"/>
              </p:custDataLst>
            </p:nvPr>
          </p:nvSpPr>
          <p:spPr>
            <a:xfrm>
              <a:off x="10884783" y="4736325"/>
              <a:ext cx="44461" cy="92508"/>
            </a:xfrm>
            <a:custGeom>
              <a:avLst/>
              <a:gdLst>
                <a:gd name="csX0" fmla="*/ 43238 w 44461"/>
                <a:gd name="csY0" fmla="*/ 15614 h 92508"/>
                <a:gd name="csX1" fmla="*/ 44832 w 44461"/>
                <a:gd name="csY1" fmla="*/ 9899 h 92508"/>
                <a:gd name="csX2" fmla="*/ 34381 w 44461"/>
                <a:gd name="csY2" fmla="*/ 76 h 92508"/>
                <a:gd name="csX3" fmla="*/ 24639 w 44461"/>
                <a:gd name="csY3" fmla="*/ 8470 h 92508"/>
                <a:gd name="csX4" fmla="*/ 1257 w 44461"/>
                <a:gd name="csY4" fmla="*/ 85798 h 92508"/>
                <a:gd name="csX5" fmla="*/ 371 w 44461"/>
                <a:gd name="csY5" fmla="*/ 88656 h 92508"/>
                <a:gd name="csX6" fmla="*/ 7279 w 44461"/>
                <a:gd name="csY6" fmla="*/ 92585 h 92508"/>
                <a:gd name="csX7" fmla="*/ 9936 w 44461"/>
                <a:gd name="csY7" fmla="*/ 89549 h 92508"/>
                <a:gd name="csX8" fmla="*/ 43238 w 44461"/>
                <a:gd name="csY8" fmla="*/ 15614 h 925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4461" h="92508">
                  <a:moveTo>
                    <a:pt x="43238" y="15614"/>
                  </a:moveTo>
                  <a:cubicBezTo>
                    <a:pt x="44655" y="12578"/>
                    <a:pt x="44832" y="11149"/>
                    <a:pt x="44832" y="9899"/>
                  </a:cubicBezTo>
                  <a:cubicBezTo>
                    <a:pt x="44832" y="4362"/>
                    <a:pt x="39872" y="76"/>
                    <a:pt x="34381" y="76"/>
                  </a:cubicBezTo>
                  <a:cubicBezTo>
                    <a:pt x="27650" y="76"/>
                    <a:pt x="25524" y="5613"/>
                    <a:pt x="24639" y="8470"/>
                  </a:cubicBezTo>
                  <a:lnTo>
                    <a:pt x="1257" y="85798"/>
                  </a:lnTo>
                  <a:cubicBezTo>
                    <a:pt x="1080" y="86156"/>
                    <a:pt x="371" y="88477"/>
                    <a:pt x="371" y="88656"/>
                  </a:cubicBezTo>
                  <a:cubicBezTo>
                    <a:pt x="371" y="90799"/>
                    <a:pt x="5862" y="92585"/>
                    <a:pt x="7279" y="92585"/>
                  </a:cubicBezTo>
                  <a:cubicBezTo>
                    <a:pt x="8519" y="92585"/>
                    <a:pt x="8697" y="92228"/>
                    <a:pt x="9936" y="89549"/>
                  </a:cubicBezTo>
                  <a:lnTo>
                    <a:pt x="43238" y="15614"/>
                  </a:lnTo>
                  <a:close/>
                </a:path>
              </a:pathLst>
            </a:custGeom>
            <a:solidFill>
              <a:schemeClr val="bg1"/>
            </a:solidFill>
            <a:ln w="25432" cap="flat">
              <a:noFill/>
              <a:prstDash val="solid"/>
              <a:miter/>
            </a:ln>
          </p:spPr>
          <p:txBody>
            <a:bodyPr/>
            <a:lstStyle/>
            <a:p>
              <a:endParaRPr lang="en-US"/>
            </a:p>
          </p:txBody>
        </p:sp>
        <p:sp>
          <p:nvSpPr>
            <p:cNvPr id="684" name="Freeform: Shape 683">
              <a:extLst>
                <a:ext uri="{FF2B5EF4-FFF2-40B4-BE49-F238E27FC236}">
                  <a16:creationId xmlns:a16="http://schemas.microsoft.com/office/drawing/2014/main" id="{4CCA7A54-1C9D-BC7E-22C1-DFE99840CDFC}"/>
                </a:ext>
              </a:extLst>
            </p:cNvPr>
            <p:cNvSpPr/>
            <p:nvPr>
              <p:custDataLst>
                <p:tags r:id="rId93"/>
              </p:custDataLst>
            </p:nvPr>
          </p:nvSpPr>
          <p:spPr>
            <a:xfrm>
              <a:off x="10951324" y="4749641"/>
              <a:ext cx="161699" cy="228592"/>
            </a:xfrm>
            <a:custGeom>
              <a:avLst/>
              <a:gdLst>
                <a:gd name="csX0" fmla="*/ 1386 w 161699"/>
                <a:gd name="csY0" fmla="*/ 221018 h 228592"/>
                <a:gd name="csX1" fmla="*/ 374 w 161699"/>
                <a:gd name="csY1" fmla="*/ 225100 h 228592"/>
                <a:gd name="csX2" fmla="*/ 6447 w 161699"/>
                <a:gd name="csY2" fmla="*/ 228672 h 228592"/>
                <a:gd name="csX3" fmla="*/ 13026 w 161699"/>
                <a:gd name="csY3" fmla="*/ 222804 h 228592"/>
                <a:gd name="csX4" fmla="*/ 29222 w 161699"/>
                <a:gd name="csY4" fmla="*/ 156982 h 228592"/>
                <a:gd name="csX5" fmla="*/ 79579 w 161699"/>
                <a:gd name="csY5" fmla="*/ 182239 h 228592"/>
                <a:gd name="csX6" fmla="*/ 158784 w 161699"/>
                <a:gd name="csY6" fmla="*/ 109784 h 228592"/>
                <a:gd name="csX7" fmla="*/ 142589 w 161699"/>
                <a:gd name="csY7" fmla="*/ 75852 h 228592"/>
                <a:gd name="csX8" fmla="*/ 162074 w 161699"/>
                <a:gd name="csY8" fmla="*/ 34012 h 228592"/>
                <a:gd name="csX9" fmla="*/ 122598 w 161699"/>
                <a:gd name="csY9" fmla="*/ 80 h 228592"/>
                <a:gd name="csX10" fmla="*/ 39850 w 161699"/>
                <a:gd name="csY10" fmla="*/ 65392 h 228592"/>
                <a:gd name="csX11" fmla="*/ 1386 w 161699"/>
                <a:gd name="csY11" fmla="*/ 221018 h 228592"/>
                <a:gd name="csX12" fmla="*/ 116018 w 161699"/>
                <a:gd name="csY12" fmla="*/ 76873 h 228592"/>
                <a:gd name="csX13" fmla="*/ 100076 w 161699"/>
                <a:gd name="csY13" fmla="*/ 81210 h 228592"/>
                <a:gd name="csX14" fmla="*/ 87930 w 161699"/>
                <a:gd name="csY14" fmla="*/ 79169 h 228592"/>
                <a:gd name="csX15" fmla="*/ 103619 w 161699"/>
                <a:gd name="csY15" fmla="*/ 75087 h 228592"/>
                <a:gd name="csX16" fmla="*/ 116018 w 161699"/>
                <a:gd name="csY16" fmla="*/ 76873 h 228592"/>
                <a:gd name="csX17" fmla="*/ 124622 w 161699"/>
                <a:gd name="csY17" fmla="*/ 67943 h 228592"/>
                <a:gd name="csX18" fmla="*/ 104378 w 161699"/>
                <a:gd name="csY18" fmla="*/ 65902 h 228592"/>
                <a:gd name="csX19" fmla="*/ 75783 w 161699"/>
                <a:gd name="csY19" fmla="*/ 79679 h 228592"/>
                <a:gd name="csX20" fmla="*/ 99823 w 161699"/>
                <a:gd name="csY20" fmla="*/ 90394 h 228592"/>
                <a:gd name="csX21" fmla="*/ 126899 w 161699"/>
                <a:gd name="csY21" fmla="*/ 85547 h 228592"/>
                <a:gd name="csX22" fmla="*/ 129683 w 161699"/>
                <a:gd name="csY22" fmla="*/ 98813 h 228592"/>
                <a:gd name="csX23" fmla="*/ 115259 w 161699"/>
                <a:gd name="csY23" fmla="*/ 152135 h 228592"/>
                <a:gd name="csX24" fmla="*/ 79073 w 161699"/>
                <a:gd name="csY24" fmla="*/ 173055 h 228592"/>
                <a:gd name="csX25" fmla="*/ 35801 w 161699"/>
                <a:gd name="csY25" fmla="*/ 135807 h 228592"/>
                <a:gd name="csX26" fmla="*/ 37572 w 161699"/>
                <a:gd name="csY26" fmla="*/ 122795 h 228592"/>
                <a:gd name="csX27" fmla="*/ 52502 w 161699"/>
                <a:gd name="csY27" fmla="*/ 63096 h 228592"/>
                <a:gd name="csX28" fmla="*/ 121332 w 161699"/>
                <a:gd name="csY28" fmla="*/ 9265 h 228592"/>
                <a:gd name="csX29" fmla="*/ 136262 w 161699"/>
                <a:gd name="csY29" fmla="*/ 23807 h 228592"/>
                <a:gd name="csX30" fmla="*/ 124622 w 161699"/>
                <a:gd name="csY30" fmla="*/ 67943 h 228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61699" h="228592">
                  <a:moveTo>
                    <a:pt x="1386" y="221018"/>
                  </a:moveTo>
                  <a:cubicBezTo>
                    <a:pt x="1133" y="221529"/>
                    <a:pt x="374" y="224845"/>
                    <a:pt x="374" y="225100"/>
                  </a:cubicBezTo>
                  <a:cubicBezTo>
                    <a:pt x="374" y="228672"/>
                    <a:pt x="4170" y="228672"/>
                    <a:pt x="6447" y="228672"/>
                  </a:cubicBezTo>
                  <a:cubicBezTo>
                    <a:pt x="11508" y="228672"/>
                    <a:pt x="11508" y="228162"/>
                    <a:pt x="13026" y="222804"/>
                  </a:cubicBezTo>
                  <a:cubicBezTo>
                    <a:pt x="13786" y="218722"/>
                    <a:pt x="28969" y="157492"/>
                    <a:pt x="29222" y="156982"/>
                  </a:cubicBezTo>
                  <a:cubicBezTo>
                    <a:pt x="39850" y="174841"/>
                    <a:pt x="59335" y="182239"/>
                    <a:pt x="79579" y="182239"/>
                  </a:cubicBezTo>
                  <a:cubicBezTo>
                    <a:pt x="130442" y="182239"/>
                    <a:pt x="158784" y="143205"/>
                    <a:pt x="158784" y="109784"/>
                  </a:cubicBezTo>
                  <a:cubicBezTo>
                    <a:pt x="158784" y="91925"/>
                    <a:pt x="150939" y="82230"/>
                    <a:pt x="142589" y="75852"/>
                  </a:cubicBezTo>
                  <a:cubicBezTo>
                    <a:pt x="151698" y="68198"/>
                    <a:pt x="162074" y="51615"/>
                    <a:pt x="162074" y="34012"/>
                  </a:cubicBezTo>
                  <a:cubicBezTo>
                    <a:pt x="162074" y="12326"/>
                    <a:pt x="146384" y="80"/>
                    <a:pt x="122598" y="80"/>
                  </a:cubicBezTo>
                  <a:cubicBezTo>
                    <a:pt x="86411" y="80"/>
                    <a:pt x="48960" y="28399"/>
                    <a:pt x="39850" y="65392"/>
                  </a:cubicBezTo>
                  <a:lnTo>
                    <a:pt x="1386" y="221018"/>
                  </a:lnTo>
                  <a:close/>
                  <a:moveTo>
                    <a:pt x="116018" y="76873"/>
                  </a:moveTo>
                  <a:cubicBezTo>
                    <a:pt x="109945" y="81210"/>
                    <a:pt x="103619" y="81210"/>
                    <a:pt x="100076" y="81210"/>
                  </a:cubicBezTo>
                  <a:cubicBezTo>
                    <a:pt x="99064" y="81210"/>
                    <a:pt x="87930" y="81210"/>
                    <a:pt x="87930" y="79169"/>
                  </a:cubicBezTo>
                  <a:cubicBezTo>
                    <a:pt x="87930" y="75087"/>
                    <a:pt x="100329" y="75087"/>
                    <a:pt x="103619" y="75087"/>
                  </a:cubicBezTo>
                  <a:cubicBezTo>
                    <a:pt x="108174" y="75087"/>
                    <a:pt x="111210" y="75087"/>
                    <a:pt x="116018" y="76873"/>
                  </a:cubicBezTo>
                  <a:close/>
                  <a:moveTo>
                    <a:pt x="124622" y="67943"/>
                  </a:moveTo>
                  <a:cubicBezTo>
                    <a:pt x="116271" y="65902"/>
                    <a:pt x="109186" y="65902"/>
                    <a:pt x="104378" y="65902"/>
                  </a:cubicBezTo>
                  <a:cubicBezTo>
                    <a:pt x="96280" y="65902"/>
                    <a:pt x="75783" y="65902"/>
                    <a:pt x="75783" y="79679"/>
                  </a:cubicBezTo>
                  <a:cubicBezTo>
                    <a:pt x="75783" y="90394"/>
                    <a:pt x="90966" y="90394"/>
                    <a:pt x="99823" y="90394"/>
                  </a:cubicBezTo>
                  <a:cubicBezTo>
                    <a:pt x="104125" y="90394"/>
                    <a:pt x="115512" y="90394"/>
                    <a:pt x="126899" y="85547"/>
                  </a:cubicBezTo>
                  <a:cubicBezTo>
                    <a:pt x="128924" y="89374"/>
                    <a:pt x="129683" y="94476"/>
                    <a:pt x="129683" y="98813"/>
                  </a:cubicBezTo>
                  <a:cubicBezTo>
                    <a:pt x="129683" y="107998"/>
                    <a:pt x="123104" y="138868"/>
                    <a:pt x="115259" y="152135"/>
                  </a:cubicBezTo>
                  <a:cubicBezTo>
                    <a:pt x="107415" y="164636"/>
                    <a:pt x="95015" y="173055"/>
                    <a:pt x="79073" y="173055"/>
                  </a:cubicBezTo>
                  <a:cubicBezTo>
                    <a:pt x="55539" y="173055"/>
                    <a:pt x="35801" y="158768"/>
                    <a:pt x="35801" y="135807"/>
                  </a:cubicBezTo>
                  <a:cubicBezTo>
                    <a:pt x="35801" y="130704"/>
                    <a:pt x="37066" y="125346"/>
                    <a:pt x="37572" y="122795"/>
                  </a:cubicBezTo>
                  <a:cubicBezTo>
                    <a:pt x="41368" y="107743"/>
                    <a:pt x="49466" y="74321"/>
                    <a:pt x="52502" y="63096"/>
                  </a:cubicBezTo>
                  <a:cubicBezTo>
                    <a:pt x="60600" y="35287"/>
                    <a:pt x="91219" y="9265"/>
                    <a:pt x="121332" y="9265"/>
                  </a:cubicBezTo>
                  <a:cubicBezTo>
                    <a:pt x="130695" y="9265"/>
                    <a:pt x="136262" y="13857"/>
                    <a:pt x="136262" y="23807"/>
                  </a:cubicBezTo>
                  <a:cubicBezTo>
                    <a:pt x="136262" y="31716"/>
                    <a:pt x="130189" y="57993"/>
                    <a:pt x="124622" y="67943"/>
                  </a:cubicBezTo>
                  <a:close/>
                </a:path>
              </a:pathLst>
            </a:custGeom>
            <a:solidFill>
              <a:schemeClr val="bg1"/>
            </a:solidFill>
            <a:ln w="25432" cap="flat">
              <a:noFill/>
              <a:prstDash val="solid"/>
              <a:miter/>
            </a:ln>
          </p:spPr>
          <p:txBody>
            <a:bodyPr/>
            <a:lstStyle/>
            <a:p>
              <a:endParaRPr lang="en-US"/>
            </a:p>
          </p:txBody>
        </p:sp>
        <p:sp>
          <p:nvSpPr>
            <p:cNvPr id="685" name="Freeform: Shape 684">
              <a:extLst>
                <a:ext uri="{FF2B5EF4-FFF2-40B4-BE49-F238E27FC236}">
                  <a16:creationId xmlns:a16="http://schemas.microsoft.com/office/drawing/2014/main" id="{B8AE26C5-906C-E592-BE46-61279BE861C1}"/>
                </a:ext>
              </a:extLst>
            </p:cNvPr>
            <p:cNvSpPr/>
            <p:nvPr>
              <p:custDataLst>
                <p:tags r:id="rId94"/>
              </p:custDataLst>
            </p:nvPr>
          </p:nvSpPr>
          <p:spPr>
            <a:xfrm>
              <a:off x="11137253" y="4737395"/>
              <a:ext cx="58707" cy="255125"/>
            </a:xfrm>
            <a:custGeom>
              <a:avLst/>
              <a:gdLst>
                <a:gd name="csX0" fmla="*/ 59089 w 58707"/>
                <a:gd name="csY0" fmla="*/ 127643 h 255125"/>
                <a:gd name="csX1" fmla="*/ 42387 w 58707"/>
                <a:gd name="csY1" fmla="*/ 48044 h 255125"/>
                <a:gd name="csX2" fmla="*/ 2911 w 58707"/>
                <a:gd name="csY2" fmla="*/ 80 h 255125"/>
                <a:gd name="csX3" fmla="*/ 381 w 58707"/>
                <a:gd name="csY3" fmla="*/ 2631 h 255125"/>
                <a:gd name="csX4" fmla="*/ 5189 w 58707"/>
                <a:gd name="csY4" fmla="*/ 8499 h 255125"/>
                <a:gd name="csX5" fmla="*/ 44412 w 58707"/>
                <a:gd name="csY5" fmla="*/ 127643 h 255125"/>
                <a:gd name="csX6" fmla="*/ 3671 w 58707"/>
                <a:gd name="csY6" fmla="*/ 248317 h 255125"/>
                <a:gd name="csX7" fmla="*/ 381 w 58707"/>
                <a:gd name="csY7" fmla="*/ 252654 h 255125"/>
                <a:gd name="csX8" fmla="*/ 2911 w 58707"/>
                <a:gd name="csY8" fmla="*/ 255205 h 255125"/>
                <a:gd name="csX9" fmla="*/ 43146 w 58707"/>
                <a:gd name="csY9" fmla="*/ 205456 h 255125"/>
                <a:gd name="csX10" fmla="*/ 59089 w 58707"/>
                <a:gd name="csY10" fmla="*/ 127643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55125">
                  <a:moveTo>
                    <a:pt x="59089" y="127643"/>
                  </a:moveTo>
                  <a:cubicBezTo>
                    <a:pt x="59089" y="107743"/>
                    <a:pt x="56305" y="76873"/>
                    <a:pt x="42387" y="48044"/>
                  </a:cubicBezTo>
                  <a:cubicBezTo>
                    <a:pt x="27204" y="16663"/>
                    <a:pt x="5442" y="80"/>
                    <a:pt x="2911" y="80"/>
                  </a:cubicBezTo>
                  <a:cubicBezTo>
                    <a:pt x="1393" y="80"/>
                    <a:pt x="381" y="1100"/>
                    <a:pt x="381" y="2631"/>
                  </a:cubicBezTo>
                  <a:cubicBezTo>
                    <a:pt x="381" y="3397"/>
                    <a:pt x="381" y="3907"/>
                    <a:pt x="5189" y="8499"/>
                  </a:cubicBezTo>
                  <a:cubicBezTo>
                    <a:pt x="29988" y="33757"/>
                    <a:pt x="44412" y="74321"/>
                    <a:pt x="44412" y="127643"/>
                  </a:cubicBezTo>
                  <a:cubicBezTo>
                    <a:pt x="44412" y="171269"/>
                    <a:pt x="35049" y="216171"/>
                    <a:pt x="3671" y="248317"/>
                  </a:cubicBezTo>
                  <a:cubicBezTo>
                    <a:pt x="381" y="251378"/>
                    <a:pt x="381" y="251889"/>
                    <a:pt x="381" y="252654"/>
                  </a:cubicBezTo>
                  <a:cubicBezTo>
                    <a:pt x="381" y="254185"/>
                    <a:pt x="1393" y="255205"/>
                    <a:pt x="2911" y="255205"/>
                  </a:cubicBezTo>
                  <a:cubicBezTo>
                    <a:pt x="5442" y="255205"/>
                    <a:pt x="28216" y="237857"/>
                    <a:pt x="43146" y="205456"/>
                  </a:cubicBezTo>
                  <a:cubicBezTo>
                    <a:pt x="56052" y="177392"/>
                    <a:pt x="59089" y="149073"/>
                    <a:pt x="59089" y="127643"/>
                  </a:cubicBezTo>
                  <a:close/>
                </a:path>
              </a:pathLst>
            </a:custGeom>
            <a:solidFill>
              <a:schemeClr val="bg1"/>
            </a:solidFill>
            <a:ln w="25432" cap="flat">
              <a:noFill/>
              <a:prstDash val="solid"/>
              <a:miter/>
            </a:ln>
          </p:spPr>
          <p:txBody>
            <a:bodyPr/>
            <a:lstStyle/>
            <a:p>
              <a:endParaRPr lang="en-US"/>
            </a:p>
          </p:txBody>
        </p:sp>
        <p:sp>
          <p:nvSpPr>
            <p:cNvPr id="686" name="Freeform: Shape 685">
              <a:extLst>
                <a:ext uri="{FF2B5EF4-FFF2-40B4-BE49-F238E27FC236}">
                  <a16:creationId xmlns:a16="http://schemas.microsoft.com/office/drawing/2014/main" id="{C8C7DE5D-6435-80FB-607A-DB1718954204}"/>
                </a:ext>
              </a:extLst>
            </p:cNvPr>
            <p:cNvSpPr/>
            <p:nvPr>
              <p:custDataLst>
                <p:tags r:id="rId95"/>
              </p:custDataLst>
            </p:nvPr>
          </p:nvSpPr>
          <p:spPr>
            <a:xfrm>
              <a:off x="11226805" y="4737395"/>
              <a:ext cx="34667" cy="255125"/>
            </a:xfrm>
            <a:custGeom>
              <a:avLst/>
              <a:gdLst>
                <a:gd name="csX0" fmla="*/ 35053 w 34667"/>
                <a:gd name="csY0" fmla="*/ 80 h 255125"/>
                <a:gd name="csX1" fmla="*/ 385 w 34667"/>
                <a:gd name="csY1" fmla="*/ 80 h 255125"/>
                <a:gd name="csX2" fmla="*/ 385 w 34667"/>
                <a:gd name="csY2" fmla="*/ 10285 h 255125"/>
                <a:gd name="csX3" fmla="*/ 24931 w 34667"/>
                <a:gd name="csY3" fmla="*/ 10285 h 255125"/>
                <a:gd name="csX4" fmla="*/ 24931 w 34667"/>
                <a:gd name="csY4" fmla="*/ 245000 h 255125"/>
                <a:gd name="csX5" fmla="*/ 385 w 34667"/>
                <a:gd name="csY5" fmla="*/ 245000 h 255125"/>
                <a:gd name="csX6" fmla="*/ 385 w 34667"/>
                <a:gd name="csY6" fmla="*/ 255205 h 255125"/>
                <a:gd name="csX7" fmla="*/ 35053 w 34667"/>
                <a:gd name="csY7" fmla="*/ 255205 h 255125"/>
                <a:gd name="csX8" fmla="*/ 35053 w 34667"/>
                <a:gd name="csY8" fmla="*/ 80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667" h="255125">
                  <a:moveTo>
                    <a:pt x="35053" y="80"/>
                  </a:moveTo>
                  <a:lnTo>
                    <a:pt x="385" y="80"/>
                  </a:lnTo>
                  <a:lnTo>
                    <a:pt x="385" y="10285"/>
                  </a:lnTo>
                  <a:lnTo>
                    <a:pt x="24931" y="10285"/>
                  </a:lnTo>
                  <a:lnTo>
                    <a:pt x="24931" y="245000"/>
                  </a:lnTo>
                  <a:lnTo>
                    <a:pt x="385" y="245000"/>
                  </a:lnTo>
                  <a:lnTo>
                    <a:pt x="385" y="255205"/>
                  </a:lnTo>
                  <a:lnTo>
                    <a:pt x="35053" y="255205"/>
                  </a:lnTo>
                  <a:lnTo>
                    <a:pt x="35053" y="80"/>
                  </a:lnTo>
                  <a:close/>
                </a:path>
              </a:pathLst>
            </a:custGeom>
            <a:solidFill>
              <a:schemeClr val="bg1"/>
            </a:solidFill>
            <a:ln w="25432" cap="flat">
              <a:noFill/>
              <a:prstDash val="solid"/>
              <a:miter/>
            </a:ln>
          </p:spPr>
          <p:txBody>
            <a:bodyPr/>
            <a:lstStyle/>
            <a:p>
              <a:endParaRPr lang="en-US"/>
            </a:p>
          </p:txBody>
        </p:sp>
        <p:sp>
          <p:nvSpPr>
            <p:cNvPr id="687" name="Freeform: Shape 686">
              <a:extLst>
                <a:ext uri="{FF2B5EF4-FFF2-40B4-BE49-F238E27FC236}">
                  <a16:creationId xmlns:a16="http://schemas.microsoft.com/office/drawing/2014/main" id="{AEC46304-BDD0-2050-647E-818C15E54BA5}"/>
                </a:ext>
              </a:extLst>
            </p:cNvPr>
            <p:cNvSpPr/>
            <p:nvPr>
              <p:custDataLst>
                <p:tags r:id="rId96"/>
              </p:custDataLst>
            </p:nvPr>
          </p:nvSpPr>
          <p:spPr>
            <a:xfrm>
              <a:off x="11295579" y="4749641"/>
              <a:ext cx="161699" cy="228592"/>
            </a:xfrm>
            <a:custGeom>
              <a:avLst/>
              <a:gdLst>
                <a:gd name="csX0" fmla="*/ 1400 w 161699"/>
                <a:gd name="csY0" fmla="*/ 221018 h 228592"/>
                <a:gd name="csX1" fmla="*/ 387 w 161699"/>
                <a:gd name="csY1" fmla="*/ 225100 h 228592"/>
                <a:gd name="csX2" fmla="*/ 6461 w 161699"/>
                <a:gd name="csY2" fmla="*/ 228672 h 228592"/>
                <a:gd name="csX3" fmla="*/ 13040 w 161699"/>
                <a:gd name="csY3" fmla="*/ 222804 h 228592"/>
                <a:gd name="csX4" fmla="*/ 29235 w 161699"/>
                <a:gd name="csY4" fmla="*/ 156982 h 228592"/>
                <a:gd name="csX5" fmla="*/ 79592 w 161699"/>
                <a:gd name="csY5" fmla="*/ 182239 h 228592"/>
                <a:gd name="csX6" fmla="*/ 158797 w 161699"/>
                <a:gd name="csY6" fmla="*/ 109784 h 228592"/>
                <a:gd name="csX7" fmla="*/ 142602 w 161699"/>
                <a:gd name="csY7" fmla="*/ 75852 h 228592"/>
                <a:gd name="csX8" fmla="*/ 162087 w 161699"/>
                <a:gd name="csY8" fmla="*/ 34012 h 228592"/>
                <a:gd name="csX9" fmla="*/ 122611 w 161699"/>
                <a:gd name="csY9" fmla="*/ 80 h 228592"/>
                <a:gd name="csX10" fmla="*/ 39863 w 161699"/>
                <a:gd name="csY10" fmla="*/ 65392 h 228592"/>
                <a:gd name="csX11" fmla="*/ 1400 w 161699"/>
                <a:gd name="csY11" fmla="*/ 221018 h 228592"/>
                <a:gd name="csX12" fmla="*/ 116032 w 161699"/>
                <a:gd name="csY12" fmla="*/ 76873 h 228592"/>
                <a:gd name="csX13" fmla="*/ 100090 w 161699"/>
                <a:gd name="csY13" fmla="*/ 81210 h 228592"/>
                <a:gd name="csX14" fmla="*/ 87943 w 161699"/>
                <a:gd name="csY14" fmla="*/ 79169 h 228592"/>
                <a:gd name="csX15" fmla="*/ 103632 w 161699"/>
                <a:gd name="csY15" fmla="*/ 75087 h 228592"/>
                <a:gd name="csX16" fmla="*/ 116032 w 161699"/>
                <a:gd name="csY16" fmla="*/ 76873 h 228592"/>
                <a:gd name="csX17" fmla="*/ 124636 w 161699"/>
                <a:gd name="csY17" fmla="*/ 67943 h 228592"/>
                <a:gd name="csX18" fmla="*/ 104391 w 161699"/>
                <a:gd name="csY18" fmla="*/ 65902 h 228592"/>
                <a:gd name="csX19" fmla="*/ 75797 w 161699"/>
                <a:gd name="csY19" fmla="*/ 79679 h 228592"/>
                <a:gd name="csX20" fmla="*/ 99837 w 161699"/>
                <a:gd name="csY20" fmla="*/ 90394 h 228592"/>
                <a:gd name="csX21" fmla="*/ 126913 w 161699"/>
                <a:gd name="csY21" fmla="*/ 85547 h 228592"/>
                <a:gd name="csX22" fmla="*/ 129697 w 161699"/>
                <a:gd name="csY22" fmla="*/ 98813 h 228592"/>
                <a:gd name="csX23" fmla="*/ 115273 w 161699"/>
                <a:gd name="csY23" fmla="*/ 152135 h 228592"/>
                <a:gd name="csX24" fmla="*/ 79086 w 161699"/>
                <a:gd name="csY24" fmla="*/ 173055 h 228592"/>
                <a:gd name="csX25" fmla="*/ 35815 w 161699"/>
                <a:gd name="csY25" fmla="*/ 135807 h 228592"/>
                <a:gd name="csX26" fmla="*/ 37586 w 161699"/>
                <a:gd name="csY26" fmla="*/ 122795 h 228592"/>
                <a:gd name="csX27" fmla="*/ 52516 w 161699"/>
                <a:gd name="csY27" fmla="*/ 63096 h 228592"/>
                <a:gd name="csX28" fmla="*/ 121346 w 161699"/>
                <a:gd name="csY28" fmla="*/ 9265 h 228592"/>
                <a:gd name="csX29" fmla="*/ 136276 w 161699"/>
                <a:gd name="csY29" fmla="*/ 23807 h 228592"/>
                <a:gd name="csX30" fmla="*/ 124636 w 161699"/>
                <a:gd name="csY30" fmla="*/ 67943 h 228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61699" h="228592">
                  <a:moveTo>
                    <a:pt x="1400" y="221018"/>
                  </a:moveTo>
                  <a:cubicBezTo>
                    <a:pt x="1147" y="221529"/>
                    <a:pt x="387" y="224845"/>
                    <a:pt x="387" y="225100"/>
                  </a:cubicBezTo>
                  <a:cubicBezTo>
                    <a:pt x="387" y="228672"/>
                    <a:pt x="4183" y="228672"/>
                    <a:pt x="6461" y="228672"/>
                  </a:cubicBezTo>
                  <a:cubicBezTo>
                    <a:pt x="11522" y="228672"/>
                    <a:pt x="11522" y="228162"/>
                    <a:pt x="13040" y="222804"/>
                  </a:cubicBezTo>
                  <a:cubicBezTo>
                    <a:pt x="13799" y="218722"/>
                    <a:pt x="28982" y="157492"/>
                    <a:pt x="29235" y="156982"/>
                  </a:cubicBezTo>
                  <a:cubicBezTo>
                    <a:pt x="39863" y="174841"/>
                    <a:pt x="59348" y="182239"/>
                    <a:pt x="79592" y="182239"/>
                  </a:cubicBezTo>
                  <a:cubicBezTo>
                    <a:pt x="130456" y="182239"/>
                    <a:pt x="158797" y="143205"/>
                    <a:pt x="158797" y="109784"/>
                  </a:cubicBezTo>
                  <a:cubicBezTo>
                    <a:pt x="158797" y="91925"/>
                    <a:pt x="150953" y="82230"/>
                    <a:pt x="142602" y="75852"/>
                  </a:cubicBezTo>
                  <a:cubicBezTo>
                    <a:pt x="151712" y="68198"/>
                    <a:pt x="162087" y="51615"/>
                    <a:pt x="162087" y="34012"/>
                  </a:cubicBezTo>
                  <a:cubicBezTo>
                    <a:pt x="162087" y="12326"/>
                    <a:pt x="146398" y="80"/>
                    <a:pt x="122611" y="80"/>
                  </a:cubicBezTo>
                  <a:cubicBezTo>
                    <a:pt x="86425" y="80"/>
                    <a:pt x="48973" y="28399"/>
                    <a:pt x="39863" y="65392"/>
                  </a:cubicBezTo>
                  <a:lnTo>
                    <a:pt x="1400" y="221018"/>
                  </a:lnTo>
                  <a:close/>
                  <a:moveTo>
                    <a:pt x="116032" y="76873"/>
                  </a:moveTo>
                  <a:cubicBezTo>
                    <a:pt x="109959" y="81210"/>
                    <a:pt x="103632" y="81210"/>
                    <a:pt x="100090" y="81210"/>
                  </a:cubicBezTo>
                  <a:cubicBezTo>
                    <a:pt x="99077" y="81210"/>
                    <a:pt x="87943" y="81210"/>
                    <a:pt x="87943" y="79169"/>
                  </a:cubicBezTo>
                  <a:cubicBezTo>
                    <a:pt x="87943" y="75087"/>
                    <a:pt x="100343" y="75087"/>
                    <a:pt x="103632" y="75087"/>
                  </a:cubicBezTo>
                  <a:cubicBezTo>
                    <a:pt x="108187" y="75087"/>
                    <a:pt x="111224" y="75087"/>
                    <a:pt x="116032" y="76873"/>
                  </a:cubicBezTo>
                  <a:close/>
                  <a:moveTo>
                    <a:pt x="124636" y="67943"/>
                  </a:moveTo>
                  <a:cubicBezTo>
                    <a:pt x="116285" y="65902"/>
                    <a:pt x="109199" y="65902"/>
                    <a:pt x="104391" y="65902"/>
                  </a:cubicBezTo>
                  <a:cubicBezTo>
                    <a:pt x="96294" y="65902"/>
                    <a:pt x="75797" y="65902"/>
                    <a:pt x="75797" y="79679"/>
                  </a:cubicBezTo>
                  <a:cubicBezTo>
                    <a:pt x="75797" y="90394"/>
                    <a:pt x="90980" y="90394"/>
                    <a:pt x="99837" y="90394"/>
                  </a:cubicBezTo>
                  <a:cubicBezTo>
                    <a:pt x="104138" y="90394"/>
                    <a:pt x="115526" y="90394"/>
                    <a:pt x="126913" y="85547"/>
                  </a:cubicBezTo>
                  <a:cubicBezTo>
                    <a:pt x="128937" y="89374"/>
                    <a:pt x="129697" y="94476"/>
                    <a:pt x="129697" y="98813"/>
                  </a:cubicBezTo>
                  <a:cubicBezTo>
                    <a:pt x="129697" y="107998"/>
                    <a:pt x="123117" y="138868"/>
                    <a:pt x="115273" y="152135"/>
                  </a:cubicBezTo>
                  <a:cubicBezTo>
                    <a:pt x="107428" y="164636"/>
                    <a:pt x="95029" y="173055"/>
                    <a:pt x="79086" y="173055"/>
                  </a:cubicBezTo>
                  <a:cubicBezTo>
                    <a:pt x="55553" y="173055"/>
                    <a:pt x="35815" y="158768"/>
                    <a:pt x="35815" y="135807"/>
                  </a:cubicBezTo>
                  <a:cubicBezTo>
                    <a:pt x="35815" y="130704"/>
                    <a:pt x="37080" y="125346"/>
                    <a:pt x="37586" y="122795"/>
                  </a:cubicBezTo>
                  <a:cubicBezTo>
                    <a:pt x="41382" y="107743"/>
                    <a:pt x="49479" y="74321"/>
                    <a:pt x="52516" y="63096"/>
                  </a:cubicBezTo>
                  <a:cubicBezTo>
                    <a:pt x="60614" y="35287"/>
                    <a:pt x="91233" y="9265"/>
                    <a:pt x="121346" y="9265"/>
                  </a:cubicBezTo>
                  <a:cubicBezTo>
                    <a:pt x="130709" y="9265"/>
                    <a:pt x="136276" y="13857"/>
                    <a:pt x="136276" y="23807"/>
                  </a:cubicBezTo>
                  <a:cubicBezTo>
                    <a:pt x="136276" y="31716"/>
                    <a:pt x="130203" y="57993"/>
                    <a:pt x="124636" y="67943"/>
                  </a:cubicBezTo>
                  <a:close/>
                </a:path>
              </a:pathLst>
            </a:custGeom>
            <a:solidFill>
              <a:schemeClr val="bg1"/>
            </a:solidFill>
            <a:ln w="25432" cap="flat">
              <a:noFill/>
              <a:prstDash val="solid"/>
              <a:miter/>
            </a:ln>
          </p:spPr>
          <p:txBody>
            <a:bodyPr/>
            <a:lstStyle/>
            <a:p>
              <a:endParaRPr lang="en-US"/>
            </a:p>
          </p:txBody>
        </p:sp>
        <p:sp>
          <p:nvSpPr>
            <p:cNvPr id="688" name="Freeform: Shape 687">
              <a:extLst>
                <a:ext uri="{FF2B5EF4-FFF2-40B4-BE49-F238E27FC236}">
                  <a16:creationId xmlns:a16="http://schemas.microsoft.com/office/drawing/2014/main" id="{445F773B-2154-3B26-BE3D-B248697221C1}"/>
                </a:ext>
              </a:extLst>
            </p:cNvPr>
            <p:cNvSpPr/>
            <p:nvPr>
              <p:custDataLst>
                <p:tags r:id="rId97"/>
              </p:custDataLst>
            </p:nvPr>
          </p:nvSpPr>
          <p:spPr>
            <a:xfrm>
              <a:off x="11467083" y="4872699"/>
              <a:ext cx="77762" cy="154835"/>
            </a:xfrm>
            <a:custGeom>
              <a:avLst/>
              <a:gdLst>
                <a:gd name="csX0" fmla="*/ 78157 w 77762"/>
                <a:gd name="csY0" fmla="*/ 6869 h 154835"/>
                <a:gd name="csX1" fmla="*/ 71072 w 77762"/>
                <a:gd name="csY1" fmla="*/ 82 h 154835"/>
                <a:gd name="csX2" fmla="*/ 61152 w 77762"/>
                <a:gd name="csY2" fmla="*/ 9905 h 154835"/>
                <a:gd name="csX3" fmla="*/ 68237 w 77762"/>
                <a:gd name="csY3" fmla="*/ 16691 h 154835"/>
                <a:gd name="csX4" fmla="*/ 78157 w 77762"/>
                <a:gd name="csY4" fmla="*/ 6869 h 154835"/>
                <a:gd name="csX5" fmla="*/ 40604 w 77762"/>
                <a:gd name="csY5" fmla="*/ 127237 h 154835"/>
                <a:gd name="csX6" fmla="*/ 17754 w 77762"/>
                <a:gd name="csY6" fmla="*/ 149917 h 154835"/>
                <a:gd name="csX7" fmla="*/ 11377 w 77762"/>
                <a:gd name="csY7" fmla="*/ 148846 h 154835"/>
                <a:gd name="csX8" fmla="*/ 17399 w 77762"/>
                <a:gd name="csY8" fmla="*/ 139738 h 154835"/>
                <a:gd name="csX9" fmla="*/ 10491 w 77762"/>
                <a:gd name="csY9" fmla="*/ 133130 h 154835"/>
                <a:gd name="csX10" fmla="*/ 394 w 77762"/>
                <a:gd name="csY10" fmla="*/ 143667 h 154835"/>
                <a:gd name="csX11" fmla="*/ 17931 w 77762"/>
                <a:gd name="csY11" fmla="*/ 154918 h 154835"/>
                <a:gd name="csX12" fmla="*/ 54775 w 77762"/>
                <a:gd name="csY12" fmla="*/ 126701 h 154835"/>
                <a:gd name="csX13" fmla="*/ 70717 w 77762"/>
                <a:gd name="csY13" fmla="*/ 62767 h 154835"/>
                <a:gd name="csX14" fmla="*/ 71603 w 77762"/>
                <a:gd name="csY14" fmla="*/ 56516 h 154835"/>
                <a:gd name="csX15" fmla="*/ 52649 w 77762"/>
                <a:gd name="csY15" fmla="*/ 39729 h 154835"/>
                <a:gd name="csX16" fmla="*/ 21651 w 77762"/>
                <a:gd name="csY16" fmla="*/ 67053 h 154835"/>
                <a:gd name="csX17" fmla="*/ 24662 w 77762"/>
                <a:gd name="csY17" fmla="*/ 69374 h 154835"/>
                <a:gd name="csX18" fmla="*/ 28205 w 77762"/>
                <a:gd name="csY18" fmla="*/ 66160 h 154835"/>
                <a:gd name="csX19" fmla="*/ 52118 w 77762"/>
                <a:gd name="csY19" fmla="*/ 44729 h 154835"/>
                <a:gd name="csX20" fmla="*/ 58141 w 77762"/>
                <a:gd name="csY20" fmla="*/ 53480 h 154835"/>
                <a:gd name="csX21" fmla="*/ 57609 w 77762"/>
                <a:gd name="csY21" fmla="*/ 58838 h 154835"/>
                <a:gd name="csX22" fmla="*/ 40604 w 77762"/>
                <a:gd name="csY22" fmla="*/ 127237 h 1548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77762" h="154835">
                  <a:moveTo>
                    <a:pt x="78157" y="6869"/>
                  </a:moveTo>
                  <a:cubicBezTo>
                    <a:pt x="78157" y="3833"/>
                    <a:pt x="75854" y="82"/>
                    <a:pt x="71072" y="82"/>
                  </a:cubicBezTo>
                  <a:cubicBezTo>
                    <a:pt x="65935" y="82"/>
                    <a:pt x="61152" y="5083"/>
                    <a:pt x="61152" y="9905"/>
                  </a:cubicBezTo>
                  <a:cubicBezTo>
                    <a:pt x="61152" y="12762"/>
                    <a:pt x="63278" y="16691"/>
                    <a:pt x="68237" y="16691"/>
                  </a:cubicBezTo>
                  <a:cubicBezTo>
                    <a:pt x="73020" y="16691"/>
                    <a:pt x="78157" y="12048"/>
                    <a:pt x="78157" y="6869"/>
                  </a:cubicBezTo>
                  <a:close/>
                  <a:moveTo>
                    <a:pt x="40604" y="127237"/>
                  </a:moveTo>
                  <a:cubicBezTo>
                    <a:pt x="37593" y="139559"/>
                    <a:pt x="28205" y="149917"/>
                    <a:pt x="17754" y="149917"/>
                  </a:cubicBezTo>
                  <a:cubicBezTo>
                    <a:pt x="15451" y="149917"/>
                    <a:pt x="13325" y="149560"/>
                    <a:pt x="11377" y="148846"/>
                  </a:cubicBezTo>
                  <a:cubicBezTo>
                    <a:pt x="15982" y="146703"/>
                    <a:pt x="17399" y="142417"/>
                    <a:pt x="17399" y="139738"/>
                  </a:cubicBezTo>
                  <a:cubicBezTo>
                    <a:pt x="17399" y="135452"/>
                    <a:pt x="14034" y="133130"/>
                    <a:pt x="10491" y="133130"/>
                  </a:cubicBezTo>
                  <a:cubicBezTo>
                    <a:pt x="5000" y="133130"/>
                    <a:pt x="394" y="137952"/>
                    <a:pt x="394" y="143667"/>
                  </a:cubicBezTo>
                  <a:cubicBezTo>
                    <a:pt x="394" y="150453"/>
                    <a:pt x="7303" y="154918"/>
                    <a:pt x="17931" y="154918"/>
                  </a:cubicBezTo>
                  <a:cubicBezTo>
                    <a:pt x="28559" y="154918"/>
                    <a:pt x="49284" y="148489"/>
                    <a:pt x="54775" y="126701"/>
                  </a:cubicBezTo>
                  <a:lnTo>
                    <a:pt x="70717" y="62767"/>
                  </a:lnTo>
                  <a:cubicBezTo>
                    <a:pt x="71249" y="60802"/>
                    <a:pt x="71603" y="59195"/>
                    <a:pt x="71603" y="56516"/>
                  </a:cubicBezTo>
                  <a:cubicBezTo>
                    <a:pt x="71603" y="46694"/>
                    <a:pt x="63278" y="39729"/>
                    <a:pt x="52649" y="39729"/>
                  </a:cubicBezTo>
                  <a:cubicBezTo>
                    <a:pt x="32987" y="39729"/>
                    <a:pt x="21651" y="64553"/>
                    <a:pt x="21651" y="67053"/>
                  </a:cubicBezTo>
                  <a:cubicBezTo>
                    <a:pt x="21651" y="69374"/>
                    <a:pt x="24131" y="69374"/>
                    <a:pt x="24662" y="69374"/>
                  </a:cubicBezTo>
                  <a:cubicBezTo>
                    <a:pt x="26788" y="69374"/>
                    <a:pt x="26965" y="68839"/>
                    <a:pt x="28205" y="66160"/>
                  </a:cubicBezTo>
                  <a:cubicBezTo>
                    <a:pt x="32633" y="55802"/>
                    <a:pt x="41844" y="44729"/>
                    <a:pt x="52118" y="44729"/>
                  </a:cubicBezTo>
                  <a:cubicBezTo>
                    <a:pt x="56546" y="44729"/>
                    <a:pt x="58141" y="47765"/>
                    <a:pt x="58141" y="53480"/>
                  </a:cubicBezTo>
                  <a:cubicBezTo>
                    <a:pt x="58141" y="55445"/>
                    <a:pt x="57786" y="57945"/>
                    <a:pt x="57609" y="58838"/>
                  </a:cubicBezTo>
                  <a:lnTo>
                    <a:pt x="40604" y="127237"/>
                  </a:lnTo>
                  <a:close/>
                </a:path>
              </a:pathLst>
            </a:custGeom>
            <a:solidFill>
              <a:schemeClr val="bg1"/>
            </a:solidFill>
            <a:ln w="25432" cap="flat">
              <a:noFill/>
              <a:prstDash val="solid"/>
              <a:miter/>
            </a:ln>
          </p:spPr>
          <p:txBody>
            <a:bodyPr/>
            <a:lstStyle/>
            <a:p>
              <a:endParaRPr lang="en-US"/>
            </a:p>
          </p:txBody>
        </p:sp>
        <p:sp>
          <p:nvSpPr>
            <p:cNvPr id="689" name="Rectangle 688">
              <a:extLst>
                <a:ext uri="{FF2B5EF4-FFF2-40B4-BE49-F238E27FC236}">
                  <a16:creationId xmlns:a16="http://schemas.microsoft.com/office/drawing/2014/main" id="{7C9C0263-DAD0-F38B-C6DD-6DED3CB1029C}"/>
                </a:ext>
              </a:extLst>
            </p:cNvPr>
            <p:cNvSpPr/>
            <p:nvPr>
              <p:custDataLst>
                <p:tags r:id="rId98"/>
              </p:custDataLst>
            </p:nvPr>
          </p:nvSpPr>
          <p:spPr>
            <a:xfrm>
              <a:off x="11720478" y="4628950"/>
              <a:ext cx="10121" cy="432028"/>
            </a:xfrm>
            <a:prstGeom prst="rect">
              <a:avLst/>
            </a:prstGeom>
            <a:solidFill>
              <a:schemeClr val="bg1"/>
            </a:solidFill>
            <a:ln w="25432" cap="flat">
              <a:noFill/>
              <a:prstDash val="solid"/>
              <a:miter/>
            </a:ln>
          </p:spPr>
          <p:txBody>
            <a:bodyPr/>
            <a:lstStyle/>
            <a:p>
              <a:endParaRPr lang="en-US"/>
            </a:p>
          </p:txBody>
        </p:sp>
        <p:sp>
          <p:nvSpPr>
            <p:cNvPr id="690" name="Rectangle 689">
              <a:extLst>
                <a:ext uri="{FF2B5EF4-FFF2-40B4-BE49-F238E27FC236}">
                  <a16:creationId xmlns:a16="http://schemas.microsoft.com/office/drawing/2014/main" id="{96045FC9-C47F-96FE-CD1D-120712E20C99}"/>
                </a:ext>
              </a:extLst>
            </p:cNvPr>
            <p:cNvSpPr/>
            <p:nvPr>
              <p:custDataLst>
                <p:tags r:id="rId99"/>
              </p:custDataLst>
            </p:nvPr>
          </p:nvSpPr>
          <p:spPr>
            <a:xfrm>
              <a:off x="3041172" y="5060978"/>
              <a:ext cx="8684365" cy="10204"/>
            </a:xfrm>
            <a:prstGeom prst="rect">
              <a:avLst/>
            </a:prstGeom>
            <a:solidFill>
              <a:schemeClr val="bg1"/>
            </a:solidFill>
            <a:ln w="25432" cap="flat">
              <a:noFill/>
              <a:prstDash val="solid"/>
              <a:miter/>
            </a:ln>
          </p:spPr>
          <p:txBody>
            <a:bodyPr/>
            <a:lstStyle/>
            <a:p>
              <a:endParaRPr lang="en-US"/>
            </a:p>
          </p:txBody>
        </p:sp>
        <p:sp>
          <p:nvSpPr>
            <p:cNvPr id="691" name="Rectangle 690">
              <a:extLst>
                <a:ext uri="{FF2B5EF4-FFF2-40B4-BE49-F238E27FC236}">
                  <a16:creationId xmlns:a16="http://schemas.microsoft.com/office/drawing/2014/main" id="{3FCEA837-8D52-B4F0-0CF1-0B714BB450B0}"/>
                </a:ext>
              </a:extLst>
            </p:cNvPr>
            <p:cNvSpPr/>
            <p:nvPr>
              <p:custDataLst>
                <p:tags r:id="rId100"/>
              </p:custDataLst>
            </p:nvPr>
          </p:nvSpPr>
          <p:spPr>
            <a:xfrm>
              <a:off x="3036111" y="5071183"/>
              <a:ext cx="10121" cy="402279"/>
            </a:xfrm>
            <a:prstGeom prst="rect">
              <a:avLst/>
            </a:prstGeom>
            <a:solidFill>
              <a:schemeClr val="bg1"/>
            </a:solidFill>
            <a:ln w="25432" cap="flat">
              <a:noFill/>
              <a:prstDash val="solid"/>
              <a:miter/>
            </a:ln>
          </p:spPr>
          <p:txBody>
            <a:bodyPr/>
            <a:lstStyle/>
            <a:p>
              <a:endParaRPr lang="en-US"/>
            </a:p>
          </p:txBody>
        </p:sp>
        <p:sp>
          <p:nvSpPr>
            <p:cNvPr id="692" name="Freeform: Shape 691">
              <a:extLst>
                <a:ext uri="{FF2B5EF4-FFF2-40B4-BE49-F238E27FC236}">
                  <a16:creationId xmlns:a16="http://schemas.microsoft.com/office/drawing/2014/main" id="{2A69F286-C313-9545-B785-65838EBA0B4A}"/>
                </a:ext>
              </a:extLst>
            </p:cNvPr>
            <p:cNvSpPr/>
            <p:nvPr>
              <p:custDataLst>
                <p:tags r:id="rId101"/>
              </p:custDataLst>
            </p:nvPr>
          </p:nvSpPr>
          <p:spPr>
            <a:xfrm>
              <a:off x="3201860" y="5187239"/>
              <a:ext cx="149047" cy="174250"/>
            </a:xfrm>
            <a:custGeom>
              <a:avLst/>
              <a:gdLst>
                <a:gd name="csX0" fmla="*/ 48654 w 149047"/>
                <a:gd name="csY0" fmla="*/ 93728 h 174250"/>
                <a:gd name="csX1" fmla="*/ 91420 w 149047"/>
                <a:gd name="csY1" fmla="*/ 93728 h 174250"/>
                <a:gd name="csX2" fmla="*/ 149116 w 149047"/>
                <a:gd name="csY2" fmla="*/ 47550 h 174250"/>
                <a:gd name="csX3" fmla="*/ 89396 w 149047"/>
                <a:gd name="csY3" fmla="*/ 97 h 174250"/>
                <a:gd name="csX4" fmla="*/ 69 w 149047"/>
                <a:gd name="csY4" fmla="*/ 97 h 174250"/>
                <a:gd name="csX5" fmla="*/ 69 w 149047"/>
                <a:gd name="csY5" fmla="*/ 8006 h 174250"/>
                <a:gd name="csX6" fmla="*/ 6142 w 149047"/>
                <a:gd name="csY6" fmla="*/ 8006 h 174250"/>
                <a:gd name="csX7" fmla="*/ 26133 w 149047"/>
                <a:gd name="csY7" fmla="*/ 19997 h 174250"/>
                <a:gd name="csX8" fmla="*/ 26133 w 149047"/>
                <a:gd name="csY8" fmla="*/ 154448 h 174250"/>
                <a:gd name="csX9" fmla="*/ 6142 w 149047"/>
                <a:gd name="csY9" fmla="*/ 166439 h 174250"/>
                <a:gd name="csX10" fmla="*/ 69 w 149047"/>
                <a:gd name="csY10" fmla="*/ 166439 h 174250"/>
                <a:gd name="csX11" fmla="*/ 69 w 149047"/>
                <a:gd name="csY11" fmla="*/ 174347 h 174250"/>
                <a:gd name="csX12" fmla="*/ 37267 w 149047"/>
                <a:gd name="csY12" fmla="*/ 173582 h 174250"/>
                <a:gd name="csX13" fmla="*/ 74719 w 149047"/>
                <a:gd name="csY13" fmla="*/ 174347 h 174250"/>
                <a:gd name="csX14" fmla="*/ 74719 w 149047"/>
                <a:gd name="csY14" fmla="*/ 166439 h 174250"/>
                <a:gd name="csX15" fmla="*/ 68645 w 149047"/>
                <a:gd name="csY15" fmla="*/ 166439 h 174250"/>
                <a:gd name="csX16" fmla="*/ 48654 w 149047"/>
                <a:gd name="csY16" fmla="*/ 154448 h 174250"/>
                <a:gd name="csX17" fmla="*/ 48654 w 149047"/>
                <a:gd name="csY17" fmla="*/ 93728 h 174250"/>
                <a:gd name="csX18" fmla="*/ 47895 w 149047"/>
                <a:gd name="csY18" fmla="*/ 87095 h 174250"/>
                <a:gd name="csX19" fmla="*/ 47895 w 149047"/>
                <a:gd name="csY19" fmla="*/ 18211 h 174250"/>
                <a:gd name="csX20" fmla="*/ 60295 w 149047"/>
                <a:gd name="csY20" fmla="*/ 8006 h 174250"/>
                <a:gd name="csX21" fmla="*/ 82816 w 149047"/>
                <a:gd name="csY21" fmla="*/ 8006 h 174250"/>
                <a:gd name="csX22" fmla="*/ 123051 w 149047"/>
                <a:gd name="csY22" fmla="*/ 47550 h 174250"/>
                <a:gd name="csX23" fmla="*/ 82816 w 149047"/>
                <a:gd name="csY23" fmla="*/ 87095 h 174250"/>
                <a:gd name="csX24" fmla="*/ 47895 w 149047"/>
                <a:gd name="csY24" fmla="*/ 87095 h 174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49047" h="174250">
                  <a:moveTo>
                    <a:pt x="48654" y="93728"/>
                  </a:moveTo>
                  <a:lnTo>
                    <a:pt x="91420" y="93728"/>
                  </a:lnTo>
                  <a:cubicBezTo>
                    <a:pt x="121786" y="93728"/>
                    <a:pt x="149116" y="73063"/>
                    <a:pt x="149116" y="47550"/>
                  </a:cubicBezTo>
                  <a:cubicBezTo>
                    <a:pt x="149116" y="22548"/>
                    <a:pt x="124064" y="97"/>
                    <a:pt x="89396" y="97"/>
                  </a:cubicBezTo>
                  <a:lnTo>
                    <a:pt x="69" y="97"/>
                  </a:lnTo>
                  <a:lnTo>
                    <a:pt x="69" y="8006"/>
                  </a:lnTo>
                  <a:lnTo>
                    <a:pt x="6142" y="8006"/>
                  </a:lnTo>
                  <a:cubicBezTo>
                    <a:pt x="25627" y="8006"/>
                    <a:pt x="26133" y="10812"/>
                    <a:pt x="26133" y="19997"/>
                  </a:cubicBezTo>
                  <a:lnTo>
                    <a:pt x="26133" y="154448"/>
                  </a:lnTo>
                  <a:cubicBezTo>
                    <a:pt x="26133" y="163632"/>
                    <a:pt x="25627" y="166439"/>
                    <a:pt x="6142" y="166439"/>
                  </a:cubicBezTo>
                  <a:lnTo>
                    <a:pt x="69" y="166439"/>
                  </a:lnTo>
                  <a:lnTo>
                    <a:pt x="69" y="174347"/>
                  </a:lnTo>
                  <a:cubicBezTo>
                    <a:pt x="8925" y="173582"/>
                    <a:pt x="27651" y="173582"/>
                    <a:pt x="37267" y="173582"/>
                  </a:cubicBezTo>
                  <a:cubicBezTo>
                    <a:pt x="46883" y="173582"/>
                    <a:pt x="65862" y="173582"/>
                    <a:pt x="74719" y="174347"/>
                  </a:cubicBezTo>
                  <a:lnTo>
                    <a:pt x="74719" y="166439"/>
                  </a:lnTo>
                  <a:lnTo>
                    <a:pt x="68645" y="166439"/>
                  </a:lnTo>
                  <a:cubicBezTo>
                    <a:pt x="49161" y="166439"/>
                    <a:pt x="48654" y="163632"/>
                    <a:pt x="48654" y="154448"/>
                  </a:cubicBezTo>
                  <a:lnTo>
                    <a:pt x="48654" y="93728"/>
                  </a:lnTo>
                  <a:close/>
                  <a:moveTo>
                    <a:pt x="47895" y="87095"/>
                  </a:moveTo>
                  <a:lnTo>
                    <a:pt x="47895" y="18211"/>
                  </a:lnTo>
                  <a:cubicBezTo>
                    <a:pt x="47895" y="9792"/>
                    <a:pt x="48401" y="8006"/>
                    <a:pt x="60295" y="8006"/>
                  </a:cubicBezTo>
                  <a:lnTo>
                    <a:pt x="82816" y="8006"/>
                  </a:lnTo>
                  <a:cubicBezTo>
                    <a:pt x="123051" y="8006"/>
                    <a:pt x="123051" y="35049"/>
                    <a:pt x="123051" y="47550"/>
                  </a:cubicBezTo>
                  <a:cubicBezTo>
                    <a:pt x="123051" y="59541"/>
                    <a:pt x="123051" y="87095"/>
                    <a:pt x="82816" y="87095"/>
                  </a:cubicBezTo>
                  <a:lnTo>
                    <a:pt x="47895" y="87095"/>
                  </a:lnTo>
                  <a:close/>
                </a:path>
              </a:pathLst>
            </a:custGeom>
            <a:solidFill>
              <a:schemeClr val="bg1"/>
            </a:solidFill>
            <a:ln w="25432" cap="flat">
              <a:noFill/>
              <a:prstDash val="solid"/>
              <a:miter/>
            </a:ln>
          </p:spPr>
          <p:txBody>
            <a:bodyPr/>
            <a:lstStyle/>
            <a:p>
              <a:endParaRPr lang="en-US"/>
            </a:p>
          </p:txBody>
        </p:sp>
        <p:sp>
          <p:nvSpPr>
            <p:cNvPr id="693" name="Freeform: Shape 692">
              <a:extLst>
                <a:ext uri="{FF2B5EF4-FFF2-40B4-BE49-F238E27FC236}">
                  <a16:creationId xmlns:a16="http://schemas.microsoft.com/office/drawing/2014/main" id="{71AC70AE-58DE-A4F2-16FE-2088A86D60CB}"/>
                </a:ext>
              </a:extLst>
            </p:cNvPr>
            <p:cNvSpPr/>
            <p:nvPr>
              <p:custDataLst>
                <p:tags r:id="rId102"/>
              </p:custDataLst>
            </p:nvPr>
          </p:nvSpPr>
          <p:spPr>
            <a:xfrm>
              <a:off x="3372304" y="5248725"/>
              <a:ext cx="85025" cy="112765"/>
            </a:xfrm>
            <a:custGeom>
              <a:avLst/>
              <a:gdLst>
                <a:gd name="csX0" fmla="*/ 35250 w 85025"/>
                <a:gd name="csY0" fmla="*/ 28161 h 112765"/>
                <a:gd name="csX1" fmla="*/ 35250 w 85025"/>
                <a:gd name="csY1" fmla="*/ 97 h 112765"/>
                <a:gd name="csX2" fmla="*/ 75 w 85025"/>
                <a:gd name="csY2" fmla="*/ 2903 h 112765"/>
                <a:gd name="csX3" fmla="*/ 75 w 85025"/>
                <a:gd name="csY3" fmla="*/ 10812 h 112765"/>
                <a:gd name="csX4" fmla="*/ 19813 w 85025"/>
                <a:gd name="csY4" fmla="*/ 25099 h 112765"/>
                <a:gd name="csX5" fmla="*/ 19813 w 85025"/>
                <a:gd name="csY5" fmla="*/ 93473 h 112765"/>
                <a:gd name="csX6" fmla="*/ 75 w 85025"/>
                <a:gd name="csY6" fmla="*/ 104953 h 112765"/>
                <a:gd name="csX7" fmla="*/ 75 w 85025"/>
                <a:gd name="csY7" fmla="*/ 112862 h 112765"/>
                <a:gd name="csX8" fmla="*/ 28923 w 85025"/>
                <a:gd name="csY8" fmla="*/ 112097 h 112765"/>
                <a:gd name="csX9" fmla="*/ 61061 w 85025"/>
                <a:gd name="csY9" fmla="*/ 112862 h 112765"/>
                <a:gd name="csX10" fmla="*/ 61061 w 85025"/>
                <a:gd name="csY10" fmla="*/ 104953 h 112765"/>
                <a:gd name="csX11" fmla="*/ 55747 w 85025"/>
                <a:gd name="csY11" fmla="*/ 104953 h 112765"/>
                <a:gd name="csX12" fmla="*/ 36515 w 85025"/>
                <a:gd name="csY12" fmla="*/ 92962 h 112765"/>
                <a:gd name="csX13" fmla="*/ 36515 w 85025"/>
                <a:gd name="csY13" fmla="*/ 53673 h 112765"/>
                <a:gd name="csX14" fmla="*/ 66375 w 85025"/>
                <a:gd name="csY14" fmla="*/ 5710 h 112765"/>
                <a:gd name="csX15" fmla="*/ 69158 w 85025"/>
                <a:gd name="csY15" fmla="*/ 5965 h 112765"/>
                <a:gd name="csX16" fmla="*/ 63338 w 85025"/>
                <a:gd name="csY16" fmla="*/ 15915 h 112765"/>
                <a:gd name="csX17" fmla="*/ 74219 w 85025"/>
                <a:gd name="csY17" fmla="*/ 26885 h 112765"/>
                <a:gd name="csX18" fmla="*/ 85101 w 85025"/>
                <a:gd name="csY18" fmla="*/ 15660 h 112765"/>
                <a:gd name="csX19" fmla="*/ 66375 w 85025"/>
                <a:gd name="csY19" fmla="*/ 97 h 112765"/>
                <a:gd name="csX20" fmla="*/ 35250 w 85025"/>
                <a:gd name="csY20" fmla="*/ 28161 h 1127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85025" h="112765">
                  <a:moveTo>
                    <a:pt x="35250" y="28161"/>
                  </a:moveTo>
                  <a:lnTo>
                    <a:pt x="35250" y="97"/>
                  </a:lnTo>
                  <a:lnTo>
                    <a:pt x="75" y="2903"/>
                  </a:lnTo>
                  <a:lnTo>
                    <a:pt x="75" y="10812"/>
                  </a:lnTo>
                  <a:cubicBezTo>
                    <a:pt x="17789" y="10812"/>
                    <a:pt x="19813" y="12598"/>
                    <a:pt x="19813" y="25099"/>
                  </a:cubicBezTo>
                  <a:lnTo>
                    <a:pt x="19813" y="93473"/>
                  </a:lnTo>
                  <a:cubicBezTo>
                    <a:pt x="19813" y="104953"/>
                    <a:pt x="17030" y="104953"/>
                    <a:pt x="75" y="104953"/>
                  </a:cubicBezTo>
                  <a:lnTo>
                    <a:pt x="75" y="112862"/>
                  </a:lnTo>
                  <a:cubicBezTo>
                    <a:pt x="9944" y="112607"/>
                    <a:pt x="21838" y="112097"/>
                    <a:pt x="28923" y="112097"/>
                  </a:cubicBezTo>
                  <a:cubicBezTo>
                    <a:pt x="39045" y="112097"/>
                    <a:pt x="50939" y="112097"/>
                    <a:pt x="61061" y="112862"/>
                  </a:cubicBezTo>
                  <a:lnTo>
                    <a:pt x="61061" y="104953"/>
                  </a:lnTo>
                  <a:lnTo>
                    <a:pt x="55747" y="104953"/>
                  </a:lnTo>
                  <a:cubicBezTo>
                    <a:pt x="37021" y="104953"/>
                    <a:pt x="36515" y="102147"/>
                    <a:pt x="36515" y="92962"/>
                  </a:cubicBezTo>
                  <a:lnTo>
                    <a:pt x="36515" y="53673"/>
                  </a:lnTo>
                  <a:cubicBezTo>
                    <a:pt x="36515" y="28416"/>
                    <a:pt x="47143" y="5710"/>
                    <a:pt x="66375" y="5710"/>
                  </a:cubicBezTo>
                  <a:cubicBezTo>
                    <a:pt x="68146" y="5710"/>
                    <a:pt x="68652" y="5710"/>
                    <a:pt x="69158" y="5965"/>
                  </a:cubicBezTo>
                  <a:cubicBezTo>
                    <a:pt x="68399" y="6220"/>
                    <a:pt x="63338" y="9281"/>
                    <a:pt x="63338" y="15915"/>
                  </a:cubicBezTo>
                  <a:cubicBezTo>
                    <a:pt x="63338" y="23058"/>
                    <a:pt x="68652" y="26885"/>
                    <a:pt x="74219" y="26885"/>
                  </a:cubicBezTo>
                  <a:cubicBezTo>
                    <a:pt x="78774" y="26885"/>
                    <a:pt x="85101" y="23824"/>
                    <a:pt x="85101" y="15660"/>
                  </a:cubicBezTo>
                  <a:cubicBezTo>
                    <a:pt x="85101" y="7496"/>
                    <a:pt x="77256" y="97"/>
                    <a:pt x="66375" y="97"/>
                  </a:cubicBezTo>
                  <a:cubicBezTo>
                    <a:pt x="47902" y="97"/>
                    <a:pt x="38792" y="17190"/>
                    <a:pt x="35250" y="28161"/>
                  </a:cubicBezTo>
                  <a:close/>
                </a:path>
              </a:pathLst>
            </a:custGeom>
            <a:solidFill>
              <a:schemeClr val="bg1"/>
            </a:solidFill>
            <a:ln w="25432" cap="flat">
              <a:noFill/>
              <a:prstDash val="solid"/>
              <a:miter/>
            </a:ln>
          </p:spPr>
          <p:txBody>
            <a:bodyPr/>
            <a:lstStyle/>
            <a:p>
              <a:endParaRPr lang="en-US"/>
            </a:p>
          </p:txBody>
        </p:sp>
        <p:sp>
          <p:nvSpPr>
            <p:cNvPr id="694" name="Freeform: Shape 693">
              <a:extLst>
                <a:ext uri="{FF2B5EF4-FFF2-40B4-BE49-F238E27FC236}">
                  <a16:creationId xmlns:a16="http://schemas.microsoft.com/office/drawing/2014/main" id="{7DBE553F-0B1A-94DF-89BD-239BFC100E28}"/>
                </a:ext>
              </a:extLst>
            </p:cNvPr>
            <p:cNvSpPr/>
            <p:nvPr>
              <p:custDataLst>
                <p:tags r:id="rId103"/>
              </p:custDataLst>
            </p:nvPr>
          </p:nvSpPr>
          <p:spPr>
            <a:xfrm>
              <a:off x="3471416" y="5247194"/>
              <a:ext cx="112101" cy="117102"/>
            </a:xfrm>
            <a:custGeom>
              <a:avLst/>
              <a:gdLst>
                <a:gd name="csX0" fmla="*/ 112181 w 112101"/>
                <a:gd name="csY0" fmla="*/ 59796 h 117102"/>
                <a:gd name="csX1" fmla="*/ 56257 w 112101"/>
                <a:gd name="csY1" fmla="*/ 97 h 117102"/>
                <a:gd name="csX2" fmla="*/ 79 w 112101"/>
                <a:gd name="csY2" fmla="*/ 59796 h 117102"/>
                <a:gd name="csX3" fmla="*/ 56004 w 112101"/>
                <a:gd name="csY3" fmla="*/ 117199 h 117102"/>
                <a:gd name="csX4" fmla="*/ 112181 w 112101"/>
                <a:gd name="csY4" fmla="*/ 59796 h 117102"/>
                <a:gd name="csX5" fmla="*/ 56257 w 112101"/>
                <a:gd name="csY5" fmla="*/ 110821 h 117102"/>
                <a:gd name="csX6" fmla="*/ 27409 w 112101"/>
                <a:gd name="csY6" fmla="*/ 93728 h 117102"/>
                <a:gd name="csX7" fmla="*/ 21083 w 112101"/>
                <a:gd name="csY7" fmla="*/ 57755 h 117102"/>
                <a:gd name="csX8" fmla="*/ 27156 w 112101"/>
                <a:gd name="csY8" fmla="*/ 22803 h 117102"/>
                <a:gd name="csX9" fmla="*/ 56004 w 112101"/>
                <a:gd name="csY9" fmla="*/ 5710 h 117102"/>
                <a:gd name="csX10" fmla="*/ 84598 w 112101"/>
                <a:gd name="csY10" fmla="*/ 22293 h 117102"/>
                <a:gd name="csX11" fmla="*/ 91178 w 112101"/>
                <a:gd name="csY11" fmla="*/ 57755 h 117102"/>
                <a:gd name="csX12" fmla="*/ 85611 w 112101"/>
                <a:gd name="csY12" fmla="*/ 91942 h 117102"/>
                <a:gd name="csX13" fmla="*/ 56257 w 112101"/>
                <a:gd name="csY13" fmla="*/ 110821 h 117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2101" h="117102">
                  <a:moveTo>
                    <a:pt x="112181" y="59796"/>
                  </a:moveTo>
                  <a:cubicBezTo>
                    <a:pt x="112181" y="27140"/>
                    <a:pt x="86876" y="97"/>
                    <a:pt x="56257" y="97"/>
                  </a:cubicBezTo>
                  <a:cubicBezTo>
                    <a:pt x="24625" y="97"/>
                    <a:pt x="79" y="27906"/>
                    <a:pt x="79" y="59796"/>
                  </a:cubicBezTo>
                  <a:cubicBezTo>
                    <a:pt x="79" y="92707"/>
                    <a:pt x="26397" y="117199"/>
                    <a:pt x="56004" y="117199"/>
                  </a:cubicBezTo>
                  <a:cubicBezTo>
                    <a:pt x="86623" y="117199"/>
                    <a:pt x="112181" y="92197"/>
                    <a:pt x="112181" y="59796"/>
                  </a:cubicBezTo>
                  <a:close/>
                  <a:moveTo>
                    <a:pt x="56257" y="110821"/>
                  </a:moveTo>
                  <a:cubicBezTo>
                    <a:pt x="45375" y="110821"/>
                    <a:pt x="34241" y="105464"/>
                    <a:pt x="27409" y="93728"/>
                  </a:cubicBezTo>
                  <a:cubicBezTo>
                    <a:pt x="21083" y="82502"/>
                    <a:pt x="21083" y="66940"/>
                    <a:pt x="21083" y="57755"/>
                  </a:cubicBezTo>
                  <a:cubicBezTo>
                    <a:pt x="21083" y="47805"/>
                    <a:pt x="21083" y="34029"/>
                    <a:pt x="27156" y="22803"/>
                  </a:cubicBezTo>
                  <a:cubicBezTo>
                    <a:pt x="33988" y="11067"/>
                    <a:pt x="45882" y="5710"/>
                    <a:pt x="56004" y="5710"/>
                  </a:cubicBezTo>
                  <a:cubicBezTo>
                    <a:pt x="67138" y="5710"/>
                    <a:pt x="78019" y="11322"/>
                    <a:pt x="84598" y="22293"/>
                  </a:cubicBezTo>
                  <a:cubicBezTo>
                    <a:pt x="91178" y="33263"/>
                    <a:pt x="91178" y="48060"/>
                    <a:pt x="91178" y="57755"/>
                  </a:cubicBezTo>
                  <a:cubicBezTo>
                    <a:pt x="91178" y="66940"/>
                    <a:pt x="91178" y="80716"/>
                    <a:pt x="85611" y="91942"/>
                  </a:cubicBezTo>
                  <a:cubicBezTo>
                    <a:pt x="80043" y="103423"/>
                    <a:pt x="68909" y="110821"/>
                    <a:pt x="56257" y="110821"/>
                  </a:cubicBezTo>
                  <a:close/>
                </a:path>
              </a:pathLst>
            </a:custGeom>
            <a:solidFill>
              <a:schemeClr val="bg1"/>
            </a:solidFill>
            <a:ln w="25432" cap="flat">
              <a:noFill/>
              <a:prstDash val="solid"/>
              <a:miter/>
            </a:ln>
          </p:spPr>
          <p:txBody>
            <a:bodyPr/>
            <a:lstStyle/>
            <a:p>
              <a:endParaRPr lang="en-US"/>
            </a:p>
          </p:txBody>
        </p:sp>
        <p:sp>
          <p:nvSpPr>
            <p:cNvPr id="695" name="Freeform: Shape 694">
              <a:extLst>
                <a:ext uri="{FF2B5EF4-FFF2-40B4-BE49-F238E27FC236}">
                  <a16:creationId xmlns:a16="http://schemas.microsoft.com/office/drawing/2014/main" id="{F04FD99A-F166-E66E-9894-28CC46C956BB}"/>
                </a:ext>
              </a:extLst>
            </p:cNvPr>
            <p:cNvSpPr/>
            <p:nvPr>
              <p:custDataLst>
                <p:tags r:id="rId104"/>
              </p:custDataLst>
            </p:nvPr>
          </p:nvSpPr>
          <p:spPr>
            <a:xfrm>
              <a:off x="3597942" y="5184433"/>
              <a:ext cx="124754" cy="179863"/>
            </a:xfrm>
            <a:custGeom>
              <a:avLst/>
              <a:gdLst>
                <a:gd name="csX0" fmla="*/ 36524 w 124754"/>
                <a:gd name="csY0" fmla="*/ 80972 h 179863"/>
                <a:gd name="csX1" fmla="*/ 36524 w 124754"/>
                <a:gd name="csY1" fmla="*/ 97 h 179863"/>
                <a:gd name="csX2" fmla="*/ 84 w 124754"/>
                <a:gd name="csY2" fmla="*/ 2903 h 179863"/>
                <a:gd name="csX3" fmla="*/ 84 w 124754"/>
                <a:gd name="csY3" fmla="*/ 10812 h 179863"/>
                <a:gd name="csX4" fmla="*/ 19822 w 124754"/>
                <a:gd name="csY4" fmla="*/ 25099 h 179863"/>
                <a:gd name="csX5" fmla="*/ 19822 w 124754"/>
                <a:gd name="csY5" fmla="*/ 177154 h 179863"/>
                <a:gd name="csX6" fmla="*/ 26149 w 124754"/>
                <a:gd name="csY6" fmla="*/ 177154 h 179863"/>
                <a:gd name="csX7" fmla="*/ 35258 w 124754"/>
                <a:gd name="csY7" fmla="*/ 161336 h 179863"/>
                <a:gd name="csX8" fmla="*/ 68408 w 124754"/>
                <a:gd name="csY8" fmla="*/ 179960 h 179863"/>
                <a:gd name="csX9" fmla="*/ 124838 w 124754"/>
                <a:gd name="csY9" fmla="*/ 122047 h 179863"/>
                <a:gd name="csX10" fmla="*/ 71192 w 124754"/>
                <a:gd name="csY10" fmla="*/ 64388 h 179863"/>
                <a:gd name="csX11" fmla="*/ 36524 w 124754"/>
                <a:gd name="csY11" fmla="*/ 80972 h 179863"/>
                <a:gd name="csX12" fmla="*/ 37283 w 124754"/>
                <a:gd name="csY12" fmla="*/ 148070 h 179863"/>
                <a:gd name="csX13" fmla="*/ 37283 w 124754"/>
                <a:gd name="csY13" fmla="*/ 95514 h 179863"/>
                <a:gd name="csX14" fmla="*/ 40066 w 124754"/>
                <a:gd name="csY14" fmla="*/ 86329 h 179863"/>
                <a:gd name="csX15" fmla="*/ 69926 w 124754"/>
                <a:gd name="csY15" fmla="*/ 70001 h 179863"/>
                <a:gd name="csX16" fmla="*/ 96497 w 124754"/>
                <a:gd name="csY16" fmla="*/ 86329 h 179863"/>
                <a:gd name="csX17" fmla="*/ 103835 w 124754"/>
                <a:gd name="csY17" fmla="*/ 121792 h 179863"/>
                <a:gd name="csX18" fmla="*/ 95991 w 124754"/>
                <a:gd name="csY18" fmla="*/ 158019 h 179863"/>
                <a:gd name="csX19" fmla="*/ 67396 w 124754"/>
                <a:gd name="csY19" fmla="*/ 174347 h 179863"/>
                <a:gd name="csX20" fmla="*/ 40826 w 124754"/>
                <a:gd name="csY20" fmla="*/ 158785 h 179863"/>
                <a:gd name="csX21" fmla="*/ 37283 w 124754"/>
                <a:gd name="csY21" fmla="*/ 148070 h 1798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24754" h="179863">
                  <a:moveTo>
                    <a:pt x="36524" y="80972"/>
                  </a:moveTo>
                  <a:lnTo>
                    <a:pt x="36524" y="97"/>
                  </a:lnTo>
                  <a:lnTo>
                    <a:pt x="84" y="2903"/>
                  </a:lnTo>
                  <a:lnTo>
                    <a:pt x="84" y="10812"/>
                  </a:lnTo>
                  <a:cubicBezTo>
                    <a:pt x="17798" y="10812"/>
                    <a:pt x="19822" y="12598"/>
                    <a:pt x="19822" y="25099"/>
                  </a:cubicBezTo>
                  <a:lnTo>
                    <a:pt x="19822" y="177154"/>
                  </a:lnTo>
                  <a:lnTo>
                    <a:pt x="26149" y="177154"/>
                  </a:lnTo>
                  <a:cubicBezTo>
                    <a:pt x="26402" y="176899"/>
                    <a:pt x="28426" y="173327"/>
                    <a:pt x="35258" y="161336"/>
                  </a:cubicBezTo>
                  <a:cubicBezTo>
                    <a:pt x="39054" y="167204"/>
                    <a:pt x="49682" y="179960"/>
                    <a:pt x="68408" y="179960"/>
                  </a:cubicBezTo>
                  <a:cubicBezTo>
                    <a:pt x="98521" y="179960"/>
                    <a:pt x="124838" y="154958"/>
                    <a:pt x="124838" y="122047"/>
                  </a:cubicBezTo>
                  <a:cubicBezTo>
                    <a:pt x="124838" y="89646"/>
                    <a:pt x="100039" y="64388"/>
                    <a:pt x="71192" y="64388"/>
                  </a:cubicBezTo>
                  <a:cubicBezTo>
                    <a:pt x="51454" y="64388"/>
                    <a:pt x="40572" y="76379"/>
                    <a:pt x="36524" y="80972"/>
                  </a:cubicBezTo>
                  <a:close/>
                  <a:moveTo>
                    <a:pt x="37283" y="148070"/>
                  </a:moveTo>
                  <a:lnTo>
                    <a:pt x="37283" y="95514"/>
                  </a:lnTo>
                  <a:cubicBezTo>
                    <a:pt x="37283" y="90666"/>
                    <a:pt x="37283" y="90411"/>
                    <a:pt x="40066" y="86329"/>
                  </a:cubicBezTo>
                  <a:cubicBezTo>
                    <a:pt x="49935" y="72042"/>
                    <a:pt x="63853" y="70001"/>
                    <a:pt x="69926" y="70001"/>
                  </a:cubicBezTo>
                  <a:cubicBezTo>
                    <a:pt x="81314" y="70001"/>
                    <a:pt x="90424" y="76634"/>
                    <a:pt x="96497" y="86329"/>
                  </a:cubicBezTo>
                  <a:cubicBezTo>
                    <a:pt x="103076" y="96789"/>
                    <a:pt x="103835" y="111332"/>
                    <a:pt x="103835" y="121792"/>
                  </a:cubicBezTo>
                  <a:cubicBezTo>
                    <a:pt x="103835" y="131231"/>
                    <a:pt x="103329" y="146539"/>
                    <a:pt x="95991" y="158019"/>
                  </a:cubicBezTo>
                  <a:cubicBezTo>
                    <a:pt x="90677" y="165928"/>
                    <a:pt x="81061" y="174347"/>
                    <a:pt x="67396" y="174347"/>
                  </a:cubicBezTo>
                  <a:cubicBezTo>
                    <a:pt x="56009" y="174347"/>
                    <a:pt x="46899" y="168224"/>
                    <a:pt x="40826" y="158785"/>
                  </a:cubicBezTo>
                  <a:cubicBezTo>
                    <a:pt x="37283" y="153427"/>
                    <a:pt x="37283" y="152662"/>
                    <a:pt x="37283" y="148070"/>
                  </a:cubicBezTo>
                  <a:close/>
                </a:path>
              </a:pathLst>
            </a:custGeom>
            <a:solidFill>
              <a:schemeClr val="bg1"/>
            </a:solidFill>
            <a:ln w="25432" cap="flat">
              <a:noFill/>
              <a:prstDash val="solid"/>
              <a:miter/>
            </a:ln>
          </p:spPr>
          <p:txBody>
            <a:bodyPr/>
            <a:lstStyle/>
            <a:p>
              <a:endParaRPr lang="en-US"/>
            </a:p>
          </p:txBody>
        </p:sp>
        <p:sp>
          <p:nvSpPr>
            <p:cNvPr id="696" name="Freeform: Shape 695">
              <a:extLst>
                <a:ext uri="{FF2B5EF4-FFF2-40B4-BE49-F238E27FC236}">
                  <a16:creationId xmlns:a16="http://schemas.microsoft.com/office/drawing/2014/main" id="{3AB8753A-F49D-BE54-D560-14E2C5A90831}"/>
                </a:ext>
              </a:extLst>
            </p:cNvPr>
            <p:cNvSpPr/>
            <p:nvPr>
              <p:custDataLst>
                <p:tags r:id="rId105"/>
              </p:custDataLst>
            </p:nvPr>
          </p:nvSpPr>
          <p:spPr>
            <a:xfrm>
              <a:off x="3739791" y="5190811"/>
              <a:ext cx="54152" cy="170678"/>
            </a:xfrm>
            <a:custGeom>
              <a:avLst/>
              <a:gdLst>
                <a:gd name="csX0" fmla="*/ 36529 w 54152"/>
                <a:gd name="csY0" fmla="*/ 58010 h 170678"/>
                <a:gd name="csX1" fmla="*/ 1102 w 54152"/>
                <a:gd name="csY1" fmla="*/ 60817 h 170678"/>
                <a:gd name="csX2" fmla="*/ 1102 w 54152"/>
                <a:gd name="csY2" fmla="*/ 68726 h 170678"/>
                <a:gd name="csX3" fmla="*/ 19828 w 54152"/>
                <a:gd name="csY3" fmla="*/ 82757 h 170678"/>
                <a:gd name="csX4" fmla="*/ 19828 w 54152"/>
                <a:gd name="csY4" fmla="*/ 151386 h 170678"/>
                <a:gd name="csX5" fmla="*/ 90 w 54152"/>
                <a:gd name="csY5" fmla="*/ 162867 h 170678"/>
                <a:gd name="csX6" fmla="*/ 90 w 54152"/>
                <a:gd name="csY6" fmla="*/ 170776 h 170678"/>
                <a:gd name="csX7" fmla="*/ 27925 w 54152"/>
                <a:gd name="csY7" fmla="*/ 170010 h 170678"/>
                <a:gd name="csX8" fmla="*/ 54243 w 54152"/>
                <a:gd name="csY8" fmla="*/ 170776 h 170678"/>
                <a:gd name="csX9" fmla="*/ 54243 w 54152"/>
                <a:gd name="csY9" fmla="*/ 162867 h 170678"/>
                <a:gd name="csX10" fmla="*/ 36529 w 54152"/>
                <a:gd name="csY10" fmla="*/ 151641 h 170678"/>
                <a:gd name="csX11" fmla="*/ 36529 w 54152"/>
                <a:gd name="csY11" fmla="*/ 58010 h 170678"/>
                <a:gd name="csX12" fmla="*/ 37541 w 54152"/>
                <a:gd name="csY12" fmla="*/ 13619 h 170678"/>
                <a:gd name="csX13" fmla="*/ 24130 w 54152"/>
                <a:gd name="csY13" fmla="*/ 97 h 170678"/>
                <a:gd name="csX14" fmla="*/ 10718 w 54152"/>
                <a:gd name="csY14" fmla="*/ 13619 h 170678"/>
                <a:gd name="csX15" fmla="*/ 24130 w 54152"/>
                <a:gd name="csY15" fmla="*/ 27140 h 170678"/>
                <a:gd name="csX16" fmla="*/ 37541 w 54152"/>
                <a:gd name="csY16" fmla="*/ 13619 h 170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54152" h="170678">
                  <a:moveTo>
                    <a:pt x="36529" y="58010"/>
                  </a:moveTo>
                  <a:lnTo>
                    <a:pt x="1102" y="60817"/>
                  </a:lnTo>
                  <a:lnTo>
                    <a:pt x="1102" y="68726"/>
                  </a:lnTo>
                  <a:cubicBezTo>
                    <a:pt x="17550" y="68726"/>
                    <a:pt x="19828" y="70256"/>
                    <a:pt x="19828" y="82757"/>
                  </a:cubicBezTo>
                  <a:lnTo>
                    <a:pt x="19828" y="151386"/>
                  </a:lnTo>
                  <a:cubicBezTo>
                    <a:pt x="19828" y="162867"/>
                    <a:pt x="17044" y="162867"/>
                    <a:pt x="90" y="162867"/>
                  </a:cubicBezTo>
                  <a:lnTo>
                    <a:pt x="90" y="170776"/>
                  </a:lnTo>
                  <a:cubicBezTo>
                    <a:pt x="8187" y="170521"/>
                    <a:pt x="21852" y="170010"/>
                    <a:pt x="27925" y="170010"/>
                  </a:cubicBezTo>
                  <a:cubicBezTo>
                    <a:pt x="36782" y="170010"/>
                    <a:pt x="45639" y="170521"/>
                    <a:pt x="54243" y="170776"/>
                  </a:cubicBezTo>
                  <a:lnTo>
                    <a:pt x="54243" y="162867"/>
                  </a:lnTo>
                  <a:cubicBezTo>
                    <a:pt x="37541" y="162867"/>
                    <a:pt x="36529" y="161591"/>
                    <a:pt x="36529" y="151641"/>
                  </a:cubicBezTo>
                  <a:lnTo>
                    <a:pt x="36529" y="58010"/>
                  </a:lnTo>
                  <a:close/>
                  <a:moveTo>
                    <a:pt x="37541" y="13619"/>
                  </a:moveTo>
                  <a:cubicBezTo>
                    <a:pt x="37541" y="5455"/>
                    <a:pt x="31215" y="97"/>
                    <a:pt x="24130" y="97"/>
                  </a:cubicBezTo>
                  <a:cubicBezTo>
                    <a:pt x="16285" y="97"/>
                    <a:pt x="10718" y="6985"/>
                    <a:pt x="10718" y="13619"/>
                  </a:cubicBezTo>
                  <a:cubicBezTo>
                    <a:pt x="10718" y="20507"/>
                    <a:pt x="16285" y="27140"/>
                    <a:pt x="24130" y="27140"/>
                  </a:cubicBezTo>
                  <a:cubicBezTo>
                    <a:pt x="31215" y="27140"/>
                    <a:pt x="37541" y="21783"/>
                    <a:pt x="37541" y="13619"/>
                  </a:cubicBezTo>
                  <a:close/>
                </a:path>
              </a:pathLst>
            </a:custGeom>
            <a:solidFill>
              <a:schemeClr val="bg1"/>
            </a:solidFill>
            <a:ln w="25432" cap="flat">
              <a:noFill/>
              <a:prstDash val="solid"/>
              <a:miter/>
            </a:ln>
          </p:spPr>
          <p:txBody>
            <a:bodyPr/>
            <a:lstStyle/>
            <a:p>
              <a:endParaRPr lang="en-US"/>
            </a:p>
          </p:txBody>
        </p:sp>
        <p:sp>
          <p:nvSpPr>
            <p:cNvPr id="697" name="Freeform: Shape 696">
              <a:extLst>
                <a:ext uri="{FF2B5EF4-FFF2-40B4-BE49-F238E27FC236}">
                  <a16:creationId xmlns:a16="http://schemas.microsoft.com/office/drawing/2014/main" id="{EE25865F-072A-FF8C-B64A-CB368DAAD778}"/>
                </a:ext>
              </a:extLst>
            </p:cNvPr>
            <p:cNvSpPr/>
            <p:nvPr>
              <p:custDataLst>
                <p:tags r:id="rId106"/>
              </p:custDataLst>
            </p:nvPr>
          </p:nvSpPr>
          <p:spPr>
            <a:xfrm>
              <a:off x="3806541" y="5204588"/>
              <a:ext cx="79204" cy="159708"/>
            </a:xfrm>
            <a:custGeom>
              <a:avLst/>
              <a:gdLst>
                <a:gd name="csX0" fmla="*/ 39062 w 79204"/>
                <a:gd name="csY0" fmla="*/ 54949 h 159708"/>
                <a:gd name="csX1" fmla="*/ 75249 w 79204"/>
                <a:gd name="csY1" fmla="*/ 54949 h 159708"/>
                <a:gd name="csX2" fmla="*/ 75249 w 79204"/>
                <a:gd name="csY2" fmla="*/ 47040 h 159708"/>
                <a:gd name="csX3" fmla="*/ 39062 w 79204"/>
                <a:gd name="csY3" fmla="*/ 47040 h 159708"/>
                <a:gd name="csX4" fmla="*/ 39062 w 79204"/>
                <a:gd name="csY4" fmla="*/ 97 h 159708"/>
                <a:gd name="csX5" fmla="*/ 32736 w 79204"/>
                <a:gd name="csY5" fmla="*/ 97 h 159708"/>
                <a:gd name="csX6" fmla="*/ 93 w 79204"/>
                <a:gd name="csY6" fmla="*/ 49336 h 159708"/>
                <a:gd name="csX7" fmla="*/ 93 w 79204"/>
                <a:gd name="csY7" fmla="*/ 54949 h 159708"/>
                <a:gd name="csX8" fmla="*/ 21602 w 79204"/>
                <a:gd name="csY8" fmla="*/ 54949 h 159708"/>
                <a:gd name="csX9" fmla="*/ 21602 w 79204"/>
                <a:gd name="csY9" fmla="*/ 125363 h 159708"/>
                <a:gd name="csX10" fmla="*/ 54246 w 79204"/>
                <a:gd name="csY10" fmla="*/ 159805 h 159708"/>
                <a:gd name="csX11" fmla="*/ 79298 w 79204"/>
                <a:gd name="csY11" fmla="*/ 125363 h 159708"/>
                <a:gd name="csX12" fmla="*/ 79298 w 79204"/>
                <a:gd name="csY12" fmla="*/ 110821 h 159708"/>
                <a:gd name="csX13" fmla="*/ 72971 w 79204"/>
                <a:gd name="csY13" fmla="*/ 110821 h 159708"/>
                <a:gd name="csX14" fmla="*/ 72971 w 79204"/>
                <a:gd name="csY14" fmla="*/ 124853 h 159708"/>
                <a:gd name="csX15" fmla="*/ 56017 w 79204"/>
                <a:gd name="csY15" fmla="*/ 153427 h 159708"/>
                <a:gd name="csX16" fmla="*/ 39062 w 79204"/>
                <a:gd name="csY16" fmla="*/ 125874 h 159708"/>
                <a:gd name="csX17" fmla="*/ 39062 w 79204"/>
                <a:gd name="csY17" fmla="*/ 54949 h 159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9204" h="159708">
                  <a:moveTo>
                    <a:pt x="39062" y="54949"/>
                  </a:moveTo>
                  <a:lnTo>
                    <a:pt x="75249" y="54949"/>
                  </a:lnTo>
                  <a:lnTo>
                    <a:pt x="75249" y="47040"/>
                  </a:lnTo>
                  <a:lnTo>
                    <a:pt x="39062" y="47040"/>
                  </a:lnTo>
                  <a:lnTo>
                    <a:pt x="39062" y="97"/>
                  </a:lnTo>
                  <a:lnTo>
                    <a:pt x="32736" y="97"/>
                  </a:lnTo>
                  <a:cubicBezTo>
                    <a:pt x="32483" y="21017"/>
                    <a:pt x="24892" y="48316"/>
                    <a:pt x="93" y="49336"/>
                  </a:cubicBezTo>
                  <a:lnTo>
                    <a:pt x="93" y="54949"/>
                  </a:lnTo>
                  <a:lnTo>
                    <a:pt x="21602" y="54949"/>
                  </a:lnTo>
                  <a:lnTo>
                    <a:pt x="21602" y="125363"/>
                  </a:lnTo>
                  <a:cubicBezTo>
                    <a:pt x="21602" y="156744"/>
                    <a:pt x="45136" y="159805"/>
                    <a:pt x="54246" y="159805"/>
                  </a:cubicBezTo>
                  <a:cubicBezTo>
                    <a:pt x="72212" y="159805"/>
                    <a:pt x="79298" y="141691"/>
                    <a:pt x="79298" y="125363"/>
                  </a:cubicBezTo>
                  <a:lnTo>
                    <a:pt x="79298" y="110821"/>
                  </a:lnTo>
                  <a:lnTo>
                    <a:pt x="72971" y="110821"/>
                  </a:lnTo>
                  <a:lnTo>
                    <a:pt x="72971" y="124853"/>
                  </a:lnTo>
                  <a:cubicBezTo>
                    <a:pt x="72971" y="143732"/>
                    <a:pt x="65380" y="153427"/>
                    <a:pt x="56017" y="153427"/>
                  </a:cubicBezTo>
                  <a:cubicBezTo>
                    <a:pt x="39062" y="153427"/>
                    <a:pt x="39062" y="130211"/>
                    <a:pt x="39062" y="125874"/>
                  </a:cubicBezTo>
                  <a:lnTo>
                    <a:pt x="39062" y="54949"/>
                  </a:lnTo>
                  <a:close/>
                </a:path>
              </a:pathLst>
            </a:custGeom>
            <a:solidFill>
              <a:schemeClr val="bg1"/>
            </a:solidFill>
            <a:ln w="25432" cap="flat">
              <a:noFill/>
              <a:prstDash val="solid"/>
              <a:miter/>
            </a:ln>
          </p:spPr>
          <p:txBody>
            <a:bodyPr/>
            <a:lstStyle/>
            <a:p>
              <a:endParaRPr lang="en-US"/>
            </a:p>
          </p:txBody>
        </p:sp>
        <p:sp>
          <p:nvSpPr>
            <p:cNvPr id="866" name="Rectangle 865">
              <a:extLst>
                <a:ext uri="{FF2B5EF4-FFF2-40B4-BE49-F238E27FC236}">
                  <a16:creationId xmlns:a16="http://schemas.microsoft.com/office/drawing/2014/main" id="{FEB1F7D6-C3FD-0AA6-8029-BC1849992721}"/>
                </a:ext>
              </a:extLst>
            </p:cNvPr>
            <p:cNvSpPr/>
            <p:nvPr>
              <p:custDataLst>
                <p:tags r:id="rId107"/>
              </p:custDataLst>
            </p:nvPr>
          </p:nvSpPr>
          <p:spPr>
            <a:xfrm>
              <a:off x="5343801" y="5071183"/>
              <a:ext cx="10121" cy="402279"/>
            </a:xfrm>
            <a:prstGeom prst="rect">
              <a:avLst/>
            </a:prstGeom>
            <a:solidFill>
              <a:schemeClr val="bg1"/>
            </a:solidFill>
            <a:ln w="25432" cap="flat">
              <a:noFill/>
              <a:prstDash val="solid"/>
              <a:miter/>
            </a:ln>
          </p:spPr>
          <p:txBody>
            <a:bodyPr/>
            <a:lstStyle/>
            <a:p>
              <a:endParaRPr lang="en-US"/>
            </a:p>
          </p:txBody>
        </p:sp>
        <p:sp>
          <p:nvSpPr>
            <p:cNvPr id="867" name="Freeform: Shape 866">
              <a:extLst>
                <a:ext uri="{FF2B5EF4-FFF2-40B4-BE49-F238E27FC236}">
                  <a16:creationId xmlns:a16="http://schemas.microsoft.com/office/drawing/2014/main" id="{278B073B-1D85-CADB-FD59-EB582F1C936E}"/>
                </a:ext>
              </a:extLst>
            </p:cNvPr>
            <p:cNvSpPr/>
            <p:nvPr>
              <p:custDataLst>
                <p:tags r:id="rId108"/>
              </p:custDataLst>
            </p:nvPr>
          </p:nvSpPr>
          <p:spPr>
            <a:xfrm>
              <a:off x="5974730" y="5187239"/>
              <a:ext cx="154108" cy="174250"/>
            </a:xfrm>
            <a:custGeom>
              <a:avLst/>
              <a:gdLst>
                <a:gd name="csX0" fmla="*/ 86974 w 154108"/>
                <a:gd name="csY0" fmla="*/ 139906 h 174250"/>
                <a:gd name="csX1" fmla="*/ 154286 w 154108"/>
                <a:gd name="csY1" fmla="*/ 87350 h 174250"/>
                <a:gd name="csX2" fmla="*/ 86974 w 154108"/>
                <a:gd name="csY2" fmla="*/ 34539 h 174250"/>
                <a:gd name="csX3" fmla="*/ 86974 w 154108"/>
                <a:gd name="csY3" fmla="*/ 20252 h 174250"/>
                <a:gd name="csX4" fmla="*/ 111014 w 154108"/>
                <a:gd name="csY4" fmla="*/ 8006 h 174250"/>
                <a:gd name="csX5" fmla="*/ 119365 w 154108"/>
                <a:gd name="csY5" fmla="*/ 8006 h 174250"/>
                <a:gd name="csX6" fmla="*/ 119365 w 154108"/>
                <a:gd name="csY6" fmla="*/ 97 h 174250"/>
                <a:gd name="csX7" fmla="*/ 76599 w 154108"/>
                <a:gd name="csY7" fmla="*/ 862 h 174250"/>
                <a:gd name="csX8" fmla="*/ 33580 w 154108"/>
                <a:gd name="csY8" fmla="*/ 97 h 174250"/>
                <a:gd name="csX9" fmla="*/ 33580 w 154108"/>
                <a:gd name="csY9" fmla="*/ 8006 h 174250"/>
                <a:gd name="csX10" fmla="*/ 41931 w 154108"/>
                <a:gd name="csY10" fmla="*/ 8006 h 174250"/>
                <a:gd name="csX11" fmla="*/ 65971 w 154108"/>
                <a:gd name="csY11" fmla="*/ 20252 h 174250"/>
                <a:gd name="csX12" fmla="*/ 65971 w 154108"/>
                <a:gd name="csY12" fmla="*/ 34539 h 174250"/>
                <a:gd name="csX13" fmla="*/ 178 w 154108"/>
                <a:gd name="csY13" fmla="*/ 87095 h 174250"/>
                <a:gd name="csX14" fmla="*/ 65971 w 154108"/>
                <a:gd name="csY14" fmla="*/ 139906 h 174250"/>
                <a:gd name="csX15" fmla="*/ 65971 w 154108"/>
                <a:gd name="csY15" fmla="*/ 154193 h 174250"/>
                <a:gd name="csX16" fmla="*/ 41931 w 154108"/>
                <a:gd name="csY16" fmla="*/ 166439 h 174250"/>
                <a:gd name="csX17" fmla="*/ 33580 w 154108"/>
                <a:gd name="csY17" fmla="*/ 166439 h 174250"/>
                <a:gd name="csX18" fmla="*/ 33580 w 154108"/>
                <a:gd name="csY18" fmla="*/ 174347 h 174250"/>
                <a:gd name="csX19" fmla="*/ 76346 w 154108"/>
                <a:gd name="csY19" fmla="*/ 173582 h 174250"/>
                <a:gd name="csX20" fmla="*/ 119365 w 154108"/>
                <a:gd name="csY20" fmla="*/ 174347 h 174250"/>
                <a:gd name="csX21" fmla="*/ 119365 w 154108"/>
                <a:gd name="csY21" fmla="*/ 166439 h 174250"/>
                <a:gd name="csX22" fmla="*/ 111014 w 154108"/>
                <a:gd name="csY22" fmla="*/ 166439 h 174250"/>
                <a:gd name="csX23" fmla="*/ 86974 w 154108"/>
                <a:gd name="csY23" fmla="*/ 154193 h 174250"/>
                <a:gd name="csX24" fmla="*/ 86974 w 154108"/>
                <a:gd name="csY24" fmla="*/ 139906 h 174250"/>
                <a:gd name="csX25" fmla="*/ 65971 w 154108"/>
                <a:gd name="csY25" fmla="*/ 134038 h 174250"/>
                <a:gd name="csX26" fmla="*/ 25483 w 154108"/>
                <a:gd name="csY26" fmla="*/ 87350 h 174250"/>
                <a:gd name="csX27" fmla="*/ 65971 w 154108"/>
                <a:gd name="csY27" fmla="*/ 40407 h 174250"/>
                <a:gd name="csX28" fmla="*/ 65971 w 154108"/>
                <a:gd name="csY28" fmla="*/ 134038 h 174250"/>
                <a:gd name="csX29" fmla="*/ 86974 w 154108"/>
                <a:gd name="csY29" fmla="*/ 40152 h 174250"/>
                <a:gd name="csX30" fmla="*/ 128981 w 154108"/>
                <a:gd name="csY30" fmla="*/ 87095 h 174250"/>
                <a:gd name="csX31" fmla="*/ 86974 w 154108"/>
                <a:gd name="csY31" fmla="*/ 134293 h 174250"/>
                <a:gd name="csX32" fmla="*/ 86974 w 154108"/>
                <a:gd name="csY32" fmla="*/ 40152 h 174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154108" h="174250">
                  <a:moveTo>
                    <a:pt x="86974" y="139906"/>
                  </a:moveTo>
                  <a:cubicBezTo>
                    <a:pt x="126197" y="136844"/>
                    <a:pt x="154286" y="113117"/>
                    <a:pt x="154286" y="87350"/>
                  </a:cubicBezTo>
                  <a:cubicBezTo>
                    <a:pt x="154286" y="60817"/>
                    <a:pt x="125438" y="37600"/>
                    <a:pt x="86974" y="34539"/>
                  </a:cubicBezTo>
                  <a:lnTo>
                    <a:pt x="86974" y="20252"/>
                  </a:lnTo>
                  <a:cubicBezTo>
                    <a:pt x="86974" y="11578"/>
                    <a:pt x="86974" y="8006"/>
                    <a:pt x="111014" y="8006"/>
                  </a:cubicBezTo>
                  <a:lnTo>
                    <a:pt x="119365" y="8006"/>
                  </a:lnTo>
                  <a:lnTo>
                    <a:pt x="119365" y="97"/>
                  </a:lnTo>
                  <a:cubicBezTo>
                    <a:pt x="110255" y="862"/>
                    <a:pt x="86974" y="862"/>
                    <a:pt x="76599" y="862"/>
                  </a:cubicBezTo>
                  <a:cubicBezTo>
                    <a:pt x="66224" y="862"/>
                    <a:pt x="42690" y="862"/>
                    <a:pt x="33580" y="97"/>
                  </a:cubicBezTo>
                  <a:lnTo>
                    <a:pt x="33580" y="8006"/>
                  </a:lnTo>
                  <a:lnTo>
                    <a:pt x="41931" y="8006"/>
                  </a:lnTo>
                  <a:cubicBezTo>
                    <a:pt x="65971" y="8006"/>
                    <a:pt x="65971" y="11322"/>
                    <a:pt x="65971" y="20252"/>
                  </a:cubicBezTo>
                  <a:lnTo>
                    <a:pt x="65971" y="34539"/>
                  </a:lnTo>
                  <a:cubicBezTo>
                    <a:pt x="27254" y="38366"/>
                    <a:pt x="178" y="61837"/>
                    <a:pt x="178" y="87095"/>
                  </a:cubicBezTo>
                  <a:cubicBezTo>
                    <a:pt x="178" y="113372"/>
                    <a:pt x="28266" y="136079"/>
                    <a:pt x="65971" y="139906"/>
                  </a:cubicBezTo>
                  <a:lnTo>
                    <a:pt x="65971" y="154193"/>
                  </a:lnTo>
                  <a:cubicBezTo>
                    <a:pt x="65971" y="162867"/>
                    <a:pt x="65971" y="166439"/>
                    <a:pt x="41931" y="166439"/>
                  </a:cubicBezTo>
                  <a:lnTo>
                    <a:pt x="33580" y="166439"/>
                  </a:lnTo>
                  <a:lnTo>
                    <a:pt x="33580" y="174347"/>
                  </a:lnTo>
                  <a:cubicBezTo>
                    <a:pt x="42690" y="173582"/>
                    <a:pt x="65971" y="173582"/>
                    <a:pt x="76346" y="173582"/>
                  </a:cubicBezTo>
                  <a:cubicBezTo>
                    <a:pt x="86721" y="173582"/>
                    <a:pt x="110255" y="173582"/>
                    <a:pt x="119365" y="174347"/>
                  </a:cubicBezTo>
                  <a:lnTo>
                    <a:pt x="119365" y="166439"/>
                  </a:lnTo>
                  <a:lnTo>
                    <a:pt x="111014" y="166439"/>
                  </a:lnTo>
                  <a:cubicBezTo>
                    <a:pt x="86974" y="166439"/>
                    <a:pt x="86974" y="163122"/>
                    <a:pt x="86974" y="154193"/>
                  </a:cubicBezTo>
                  <a:lnTo>
                    <a:pt x="86974" y="139906"/>
                  </a:lnTo>
                  <a:close/>
                  <a:moveTo>
                    <a:pt x="65971" y="134038"/>
                  </a:moveTo>
                  <a:cubicBezTo>
                    <a:pt x="30038" y="129190"/>
                    <a:pt x="25483" y="103167"/>
                    <a:pt x="25483" y="87350"/>
                  </a:cubicBezTo>
                  <a:cubicBezTo>
                    <a:pt x="25483" y="74083"/>
                    <a:pt x="28013" y="45509"/>
                    <a:pt x="65971" y="40407"/>
                  </a:cubicBezTo>
                  <a:lnTo>
                    <a:pt x="65971" y="134038"/>
                  </a:lnTo>
                  <a:close/>
                  <a:moveTo>
                    <a:pt x="86974" y="40152"/>
                  </a:moveTo>
                  <a:cubicBezTo>
                    <a:pt x="121895" y="44234"/>
                    <a:pt x="128981" y="67705"/>
                    <a:pt x="128981" y="87095"/>
                  </a:cubicBezTo>
                  <a:cubicBezTo>
                    <a:pt x="128981" y="102402"/>
                    <a:pt x="125185" y="129701"/>
                    <a:pt x="86974" y="134293"/>
                  </a:cubicBezTo>
                  <a:lnTo>
                    <a:pt x="86974" y="40152"/>
                  </a:lnTo>
                  <a:close/>
                </a:path>
              </a:pathLst>
            </a:custGeom>
            <a:solidFill>
              <a:schemeClr val="bg1"/>
            </a:solidFill>
            <a:ln w="25432" cap="flat">
              <a:noFill/>
              <a:prstDash val="solid"/>
              <a:miter/>
            </a:ln>
          </p:spPr>
          <p:txBody>
            <a:bodyPr/>
            <a:lstStyle/>
            <a:p>
              <a:endParaRPr lang="en-US"/>
            </a:p>
          </p:txBody>
        </p:sp>
        <p:sp>
          <p:nvSpPr>
            <p:cNvPr id="868" name="Freeform: Shape 867">
              <a:extLst>
                <a:ext uri="{FF2B5EF4-FFF2-40B4-BE49-F238E27FC236}">
                  <a16:creationId xmlns:a16="http://schemas.microsoft.com/office/drawing/2014/main" id="{9889D105-5134-31AF-115B-95461018402B}"/>
                </a:ext>
              </a:extLst>
            </p:cNvPr>
            <p:cNvSpPr/>
            <p:nvPr>
              <p:custDataLst>
                <p:tags r:id="rId109"/>
              </p:custDataLst>
            </p:nvPr>
          </p:nvSpPr>
          <p:spPr>
            <a:xfrm>
              <a:off x="6168371" y="5170146"/>
              <a:ext cx="58707" cy="255125"/>
            </a:xfrm>
            <a:custGeom>
              <a:avLst/>
              <a:gdLst>
                <a:gd name="csX0" fmla="*/ 58893 w 58707"/>
                <a:gd name="csY0" fmla="*/ 252671 h 255125"/>
                <a:gd name="csX1" fmla="*/ 54591 w 58707"/>
                <a:gd name="csY1" fmla="*/ 247058 h 255125"/>
                <a:gd name="csX2" fmla="*/ 14862 w 58707"/>
                <a:gd name="csY2" fmla="*/ 127660 h 255125"/>
                <a:gd name="csX3" fmla="*/ 55603 w 58707"/>
                <a:gd name="csY3" fmla="*/ 6985 h 255125"/>
                <a:gd name="csX4" fmla="*/ 58893 w 58707"/>
                <a:gd name="csY4" fmla="*/ 2648 h 255125"/>
                <a:gd name="csX5" fmla="*/ 56362 w 58707"/>
                <a:gd name="csY5" fmla="*/ 97 h 255125"/>
                <a:gd name="csX6" fmla="*/ 16127 w 58707"/>
                <a:gd name="csY6" fmla="*/ 49846 h 255125"/>
                <a:gd name="csX7" fmla="*/ 185 w 58707"/>
                <a:gd name="csY7" fmla="*/ 127660 h 255125"/>
                <a:gd name="csX8" fmla="*/ 16886 w 58707"/>
                <a:gd name="csY8" fmla="*/ 207259 h 255125"/>
                <a:gd name="csX9" fmla="*/ 56362 w 58707"/>
                <a:gd name="csY9" fmla="*/ 255222 h 255125"/>
                <a:gd name="csX10" fmla="*/ 58893 w 58707"/>
                <a:gd name="csY10" fmla="*/ 252671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55125">
                  <a:moveTo>
                    <a:pt x="58893" y="252671"/>
                  </a:moveTo>
                  <a:cubicBezTo>
                    <a:pt x="58893" y="251906"/>
                    <a:pt x="58893" y="251395"/>
                    <a:pt x="54591" y="247058"/>
                  </a:cubicBezTo>
                  <a:cubicBezTo>
                    <a:pt x="22959" y="214912"/>
                    <a:pt x="14862" y="166694"/>
                    <a:pt x="14862" y="127660"/>
                  </a:cubicBezTo>
                  <a:cubicBezTo>
                    <a:pt x="14862" y="83268"/>
                    <a:pt x="24478" y="38876"/>
                    <a:pt x="55603" y="6985"/>
                  </a:cubicBezTo>
                  <a:cubicBezTo>
                    <a:pt x="58893" y="3924"/>
                    <a:pt x="58893" y="3414"/>
                    <a:pt x="58893" y="2648"/>
                  </a:cubicBezTo>
                  <a:cubicBezTo>
                    <a:pt x="58893" y="862"/>
                    <a:pt x="57880" y="97"/>
                    <a:pt x="56362" y="97"/>
                  </a:cubicBezTo>
                  <a:cubicBezTo>
                    <a:pt x="53832" y="97"/>
                    <a:pt x="31057" y="17445"/>
                    <a:pt x="16127" y="49846"/>
                  </a:cubicBezTo>
                  <a:cubicBezTo>
                    <a:pt x="3221" y="77910"/>
                    <a:pt x="185" y="106229"/>
                    <a:pt x="185" y="127660"/>
                  </a:cubicBezTo>
                  <a:cubicBezTo>
                    <a:pt x="185" y="147559"/>
                    <a:pt x="2968" y="178429"/>
                    <a:pt x="16886" y="207259"/>
                  </a:cubicBezTo>
                  <a:cubicBezTo>
                    <a:pt x="32069" y="238639"/>
                    <a:pt x="53832" y="255222"/>
                    <a:pt x="56362" y="255222"/>
                  </a:cubicBezTo>
                  <a:cubicBezTo>
                    <a:pt x="57880" y="255222"/>
                    <a:pt x="58893" y="254457"/>
                    <a:pt x="58893" y="252671"/>
                  </a:cubicBezTo>
                  <a:close/>
                </a:path>
              </a:pathLst>
            </a:custGeom>
            <a:solidFill>
              <a:schemeClr val="bg1"/>
            </a:solidFill>
            <a:ln w="25432" cap="flat">
              <a:noFill/>
              <a:prstDash val="solid"/>
              <a:miter/>
            </a:ln>
          </p:spPr>
          <p:txBody>
            <a:bodyPr/>
            <a:lstStyle/>
            <a:p>
              <a:endParaRPr lang="en-US"/>
            </a:p>
          </p:txBody>
        </p:sp>
        <p:sp>
          <p:nvSpPr>
            <p:cNvPr id="869" name="Freeform: Shape 868">
              <a:extLst>
                <a:ext uri="{FF2B5EF4-FFF2-40B4-BE49-F238E27FC236}">
                  <a16:creationId xmlns:a16="http://schemas.microsoft.com/office/drawing/2014/main" id="{EC7BE20F-6361-1FF4-99EF-456DA4B44982}"/>
                </a:ext>
              </a:extLst>
            </p:cNvPr>
            <p:cNvSpPr/>
            <p:nvPr>
              <p:custDataLst>
                <p:tags r:id="rId110"/>
              </p:custDataLst>
            </p:nvPr>
          </p:nvSpPr>
          <p:spPr>
            <a:xfrm>
              <a:off x="6247295" y="5248214"/>
              <a:ext cx="142467" cy="113275"/>
            </a:xfrm>
            <a:custGeom>
              <a:avLst/>
              <a:gdLst>
                <a:gd name="csX0" fmla="*/ 82177 w 142467"/>
                <a:gd name="csY0" fmla="*/ 50612 h 113275"/>
                <a:gd name="csX1" fmla="*/ 111784 w 142467"/>
                <a:gd name="csY1" fmla="*/ 17445 h 113275"/>
                <a:gd name="csX2" fmla="*/ 137595 w 142467"/>
                <a:gd name="csY2" fmla="*/ 12088 h 113275"/>
                <a:gd name="csX3" fmla="*/ 137595 w 142467"/>
                <a:gd name="csY3" fmla="*/ 97 h 113275"/>
                <a:gd name="csX4" fmla="*/ 114315 w 142467"/>
                <a:gd name="csY4" fmla="*/ 862 h 113275"/>
                <a:gd name="csX5" fmla="*/ 88250 w 142467"/>
                <a:gd name="csY5" fmla="*/ 97 h 113275"/>
                <a:gd name="csX6" fmla="*/ 88250 w 142467"/>
                <a:gd name="csY6" fmla="*/ 12088 h 113275"/>
                <a:gd name="csX7" fmla="*/ 97866 w 142467"/>
                <a:gd name="csY7" fmla="*/ 14384 h 113275"/>
                <a:gd name="csX8" fmla="*/ 95842 w 142467"/>
                <a:gd name="csY8" fmla="*/ 17445 h 113275"/>
                <a:gd name="csX9" fmla="*/ 74586 w 142467"/>
                <a:gd name="csY9" fmla="*/ 41427 h 113275"/>
                <a:gd name="csX10" fmla="*/ 49787 w 142467"/>
                <a:gd name="csY10" fmla="*/ 12088 h 113275"/>
                <a:gd name="csX11" fmla="*/ 59909 w 142467"/>
                <a:gd name="csY11" fmla="*/ 12088 h 113275"/>
                <a:gd name="csX12" fmla="*/ 59909 w 142467"/>
                <a:gd name="csY12" fmla="*/ 97 h 113275"/>
                <a:gd name="csX13" fmla="*/ 29290 w 142467"/>
                <a:gd name="csY13" fmla="*/ 862 h 113275"/>
                <a:gd name="csX14" fmla="*/ 1454 w 142467"/>
                <a:gd name="csY14" fmla="*/ 97 h 113275"/>
                <a:gd name="csX15" fmla="*/ 1454 w 142467"/>
                <a:gd name="csY15" fmla="*/ 12088 h 113275"/>
                <a:gd name="csX16" fmla="*/ 19421 w 142467"/>
                <a:gd name="csY16" fmla="*/ 12088 h 113275"/>
                <a:gd name="csX17" fmla="*/ 58897 w 142467"/>
                <a:gd name="csY17" fmla="*/ 59031 h 113275"/>
                <a:gd name="csX18" fmla="*/ 25747 w 142467"/>
                <a:gd name="csY18" fmla="*/ 96534 h 113275"/>
                <a:gd name="csX19" fmla="*/ 189 w 142467"/>
                <a:gd name="csY19" fmla="*/ 101382 h 113275"/>
                <a:gd name="csX20" fmla="*/ 189 w 142467"/>
                <a:gd name="csY20" fmla="*/ 113372 h 113275"/>
                <a:gd name="csX21" fmla="*/ 23469 w 142467"/>
                <a:gd name="csY21" fmla="*/ 112607 h 113275"/>
                <a:gd name="csX22" fmla="*/ 49534 w 142467"/>
                <a:gd name="csY22" fmla="*/ 113372 h 113275"/>
                <a:gd name="csX23" fmla="*/ 49534 w 142467"/>
                <a:gd name="csY23" fmla="*/ 101382 h 113275"/>
                <a:gd name="csX24" fmla="*/ 40171 w 142467"/>
                <a:gd name="csY24" fmla="*/ 98575 h 113275"/>
                <a:gd name="csX25" fmla="*/ 41942 w 142467"/>
                <a:gd name="csY25" fmla="*/ 96024 h 113275"/>
                <a:gd name="csX26" fmla="*/ 66488 w 142467"/>
                <a:gd name="csY26" fmla="*/ 68215 h 113275"/>
                <a:gd name="csX27" fmla="*/ 94324 w 142467"/>
                <a:gd name="csY27" fmla="*/ 101382 h 113275"/>
                <a:gd name="csX28" fmla="*/ 84455 w 142467"/>
                <a:gd name="csY28" fmla="*/ 101382 h 113275"/>
                <a:gd name="csX29" fmla="*/ 84455 w 142467"/>
                <a:gd name="csY29" fmla="*/ 113372 h 113275"/>
                <a:gd name="csX30" fmla="*/ 114821 w 142467"/>
                <a:gd name="csY30" fmla="*/ 112607 h 113275"/>
                <a:gd name="csX31" fmla="*/ 142656 w 142467"/>
                <a:gd name="csY31" fmla="*/ 113372 h 113275"/>
                <a:gd name="csX32" fmla="*/ 142656 w 142467"/>
                <a:gd name="csY32" fmla="*/ 101382 h 113275"/>
                <a:gd name="csX33" fmla="*/ 124690 w 142467"/>
                <a:gd name="csY33" fmla="*/ 101382 h 113275"/>
                <a:gd name="csX34" fmla="*/ 82177 w 142467"/>
                <a:gd name="csY34" fmla="*/ 50612 h 113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42467" h="113275">
                  <a:moveTo>
                    <a:pt x="82177" y="50612"/>
                  </a:moveTo>
                  <a:lnTo>
                    <a:pt x="111784" y="17445"/>
                  </a:lnTo>
                  <a:cubicBezTo>
                    <a:pt x="115074" y="13874"/>
                    <a:pt x="116592" y="12088"/>
                    <a:pt x="137595" y="12088"/>
                  </a:cubicBezTo>
                  <a:lnTo>
                    <a:pt x="137595" y="97"/>
                  </a:lnTo>
                  <a:cubicBezTo>
                    <a:pt x="128739" y="607"/>
                    <a:pt x="115580" y="862"/>
                    <a:pt x="114315" y="862"/>
                  </a:cubicBezTo>
                  <a:cubicBezTo>
                    <a:pt x="107988" y="862"/>
                    <a:pt x="95336" y="352"/>
                    <a:pt x="88250" y="97"/>
                  </a:cubicBezTo>
                  <a:lnTo>
                    <a:pt x="88250" y="12088"/>
                  </a:lnTo>
                  <a:cubicBezTo>
                    <a:pt x="91793" y="12088"/>
                    <a:pt x="94830" y="12598"/>
                    <a:pt x="97866" y="14384"/>
                  </a:cubicBezTo>
                  <a:cubicBezTo>
                    <a:pt x="96854" y="15915"/>
                    <a:pt x="96854" y="16425"/>
                    <a:pt x="95842" y="17445"/>
                  </a:cubicBezTo>
                  <a:lnTo>
                    <a:pt x="74586" y="41427"/>
                  </a:lnTo>
                  <a:lnTo>
                    <a:pt x="49787" y="12088"/>
                  </a:lnTo>
                  <a:lnTo>
                    <a:pt x="59909" y="12088"/>
                  </a:lnTo>
                  <a:lnTo>
                    <a:pt x="59909" y="97"/>
                  </a:lnTo>
                  <a:cubicBezTo>
                    <a:pt x="53329" y="352"/>
                    <a:pt x="37387" y="862"/>
                    <a:pt x="29290" y="862"/>
                  </a:cubicBezTo>
                  <a:cubicBezTo>
                    <a:pt x="21192" y="862"/>
                    <a:pt x="9805" y="352"/>
                    <a:pt x="1454" y="97"/>
                  </a:cubicBezTo>
                  <a:lnTo>
                    <a:pt x="1454" y="12088"/>
                  </a:lnTo>
                  <a:lnTo>
                    <a:pt x="19421" y="12088"/>
                  </a:lnTo>
                  <a:lnTo>
                    <a:pt x="58897" y="59031"/>
                  </a:lnTo>
                  <a:lnTo>
                    <a:pt x="25747" y="96534"/>
                  </a:lnTo>
                  <a:cubicBezTo>
                    <a:pt x="21445" y="101382"/>
                    <a:pt x="12335" y="101382"/>
                    <a:pt x="189" y="101382"/>
                  </a:cubicBezTo>
                  <a:lnTo>
                    <a:pt x="189" y="113372"/>
                  </a:lnTo>
                  <a:cubicBezTo>
                    <a:pt x="9045" y="112862"/>
                    <a:pt x="22204" y="112607"/>
                    <a:pt x="23469" y="112607"/>
                  </a:cubicBezTo>
                  <a:cubicBezTo>
                    <a:pt x="29796" y="112607"/>
                    <a:pt x="44473" y="113117"/>
                    <a:pt x="49534" y="113372"/>
                  </a:cubicBezTo>
                  <a:lnTo>
                    <a:pt x="49534" y="101382"/>
                  </a:lnTo>
                  <a:cubicBezTo>
                    <a:pt x="44979" y="101382"/>
                    <a:pt x="40171" y="100106"/>
                    <a:pt x="40171" y="98575"/>
                  </a:cubicBezTo>
                  <a:cubicBezTo>
                    <a:pt x="40171" y="98320"/>
                    <a:pt x="40171" y="98065"/>
                    <a:pt x="41942" y="96024"/>
                  </a:cubicBezTo>
                  <a:lnTo>
                    <a:pt x="66488" y="68215"/>
                  </a:lnTo>
                  <a:lnTo>
                    <a:pt x="94324" y="101382"/>
                  </a:lnTo>
                  <a:lnTo>
                    <a:pt x="84455" y="101382"/>
                  </a:lnTo>
                  <a:lnTo>
                    <a:pt x="84455" y="113372"/>
                  </a:lnTo>
                  <a:cubicBezTo>
                    <a:pt x="91034" y="113117"/>
                    <a:pt x="106470" y="112607"/>
                    <a:pt x="114821" y="112607"/>
                  </a:cubicBezTo>
                  <a:cubicBezTo>
                    <a:pt x="122918" y="112607"/>
                    <a:pt x="134306" y="113117"/>
                    <a:pt x="142656" y="113372"/>
                  </a:cubicBezTo>
                  <a:lnTo>
                    <a:pt x="142656" y="101382"/>
                  </a:lnTo>
                  <a:lnTo>
                    <a:pt x="124690" y="101382"/>
                  </a:lnTo>
                  <a:lnTo>
                    <a:pt x="82177" y="50612"/>
                  </a:lnTo>
                  <a:close/>
                </a:path>
              </a:pathLst>
            </a:custGeom>
            <a:solidFill>
              <a:schemeClr val="bg1"/>
            </a:solidFill>
            <a:ln w="25432" cap="flat">
              <a:noFill/>
              <a:prstDash val="solid"/>
              <a:miter/>
            </a:ln>
          </p:spPr>
          <p:txBody>
            <a:bodyPr/>
            <a:lstStyle/>
            <a:p>
              <a:endParaRPr lang="en-US"/>
            </a:p>
          </p:txBody>
        </p:sp>
        <p:sp>
          <p:nvSpPr>
            <p:cNvPr id="870" name="Freeform: Shape 869">
              <a:extLst>
                <a:ext uri="{FF2B5EF4-FFF2-40B4-BE49-F238E27FC236}">
                  <a16:creationId xmlns:a16="http://schemas.microsoft.com/office/drawing/2014/main" id="{5061DF57-CE22-499A-852B-7C6C300713D9}"/>
                </a:ext>
              </a:extLst>
            </p:cNvPr>
            <p:cNvSpPr/>
            <p:nvPr>
              <p:custDataLst>
                <p:tags r:id="rId111"/>
              </p:custDataLst>
            </p:nvPr>
          </p:nvSpPr>
          <p:spPr>
            <a:xfrm>
              <a:off x="6403817" y="5169076"/>
              <a:ext cx="44461" cy="92508"/>
            </a:xfrm>
            <a:custGeom>
              <a:avLst/>
              <a:gdLst>
                <a:gd name="csX0" fmla="*/ 43062 w 44461"/>
                <a:gd name="csY0" fmla="*/ 15630 h 92508"/>
                <a:gd name="csX1" fmla="*/ 44656 w 44461"/>
                <a:gd name="csY1" fmla="*/ 9916 h 92508"/>
                <a:gd name="csX2" fmla="*/ 34205 w 44461"/>
                <a:gd name="csY2" fmla="*/ 93 h 92508"/>
                <a:gd name="csX3" fmla="*/ 24462 w 44461"/>
                <a:gd name="csY3" fmla="*/ 8487 h 92508"/>
                <a:gd name="csX4" fmla="*/ 1080 w 44461"/>
                <a:gd name="csY4" fmla="*/ 85815 h 92508"/>
                <a:gd name="csX5" fmla="*/ 195 w 44461"/>
                <a:gd name="csY5" fmla="*/ 88673 h 92508"/>
                <a:gd name="csX6" fmla="*/ 7103 w 44461"/>
                <a:gd name="csY6" fmla="*/ 92602 h 92508"/>
                <a:gd name="csX7" fmla="*/ 9760 w 44461"/>
                <a:gd name="csY7" fmla="*/ 89566 h 92508"/>
                <a:gd name="csX8" fmla="*/ 43062 w 44461"/>
                <a:gd name="csY8" fmla="*/ 15630 h 925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4461" h="92508">
                  <a:moveTo>
                    <a:pt x="43062" y="15630"/>
                  </a:moveTo>
                  <a:cubicBezTo>
                    <a:pt x="44479" y="12594"/>
                    <a:pt x="44656" y="11166"/>
                    <a:pt x="44656" y="9916"/>
                  </a:cubicBezTo>
                  <a:cubicBezTo>
                    <a:pt x="44656" y="4379"/>
                    <a:pt x="39696" y="93"/>
                    <a:pt x="34205" y="93"/>
                  </a:cubicBezTo>
                  <a:cubicBezTo>
                    <a:pt x="27474" y="93"/>
                    <a:pt x="25348" y="5629"/>
                    <a:pt x="24462" y="8487"/>
                  </a:cubicBezTo>
                  <a:lnTo>
                    <a:pt x="1080" y="85815"/>
                  </a:lnTo>
                  <a:cubicBezTo>
                    <a:pt x="903" y="86173"/>
                    <a:pt x="195" y="88494"/>
                    <a:pt x="195" y="88673"/>
                  </a:cubicBezTo>
                  <a:cubicBezTo>
                    <a:pt x="195" y="90816"/>
                    <a:pt x="5686" y="92602"/>
                    <a:pt x="7103" y="92602"/>
                  </a:cubicBezTo>
                  <a:cubicBezTo>
                    <a:pt x="8343" y="92602"/>
                    <a:pt x="8520" y="92245"/>
                    <a:pt x="9760" y="89566"/>
                  </a:cubicBezTo>
                  <a:lnTo>
                    <a:pt x="43062" y="15630"/>
                  </a:lnTo>
                  <a:close/>
                </a:path>
              </a:pathLst>
            </a:custGeom>
            <a:solidFill>
              <a:schemeClr val="bg1"/>
            </a:solidFill>
            <a:ln w="25432" cap="flat">
              <a:noFill/>
              <a:prstDash val="solid"/>
              <a:miter/>
            </a:ln>
          </p:spPr>
          <p:txBody>
            <a:bodyPr/>
            <a:lstStyle/>
            <a:p>
              <a:endParaRPr lang="en-US"/>
            </a:p>
          </p:txBody>
        </p:sp>
        <p:sp>
          <p:nvSpPr>
            <p:cNvPr id="871" name="Freeform: Shape 870">
              <a:extLst>
                <a:ext uri="{FF2B5EF4-FFF2-40B4-BE49-F238E27FC236}">
                  <a16:creationId xmlns:a16="http://schemas.microsoft.com/office/drawing/2014/main" id="{B0A41DA5-A350-027D-5A85-E557928D8E68}"/>
                </a:ext>
              </a:extLst>
            </p:cNvPr>
            <p:cNvSpPr/>
            <p:nvPr>
              <p:custDataLst>
                <p:tags r:id="rId112"/>
              </p:custDataLst>
            </p:nvPr>
          </p:nvSpPr>
          <p:spPr>
            <a:xfrm>
              <a:off x="6470359" y="5182392"/>
              <a:ext cx="161699" cy="228592"/>
            </a:xfrm>
            <a:custGeom>
              <a:avLst/>
              <a:gdLst>
                <a:gd name="csX0" fmla="*/ 1210 w 161699"/>
                <a:gd name="csY0" fmla="*/ 221035 h 228592"/>
                <a:gd name="csX1" fmla="*/ 198 w 161699"/>
                <a:gd name="csY1" fmla="*/ 225117 h 228592"/>
                <a:gd name="csX2" fmla="*/ 6271 w 161699"/>
                <a:gd name="csY2" fmla="*/ 228689 h 228592"/>
                <a:gd name="csX3" fmla="*/ 12850 w 161699"/>
                <a:gd name="csY3" fmla="*/ 222821 h 228592"/>
                <a:gd name="csX4" fmla="*/ 29045 w 161699"/>
                <a:gd name="csY4" fmla="*/ 156999 h 228592"/>
                <a:gd name="csX5" fmla="*/ 79403 w 161699"/>
                <a:gd name="csY5" fmla="*/ 182256 h 228592"/>
                <a:gd name="csX6" fmla="*/ 158607 w 161699"/>
                <a:gd name="csY6" fmla="*/ 109801 h 228592"/>
                <a:gd name="csX7" fmla="*/ 142412 w 161699"/>
                <a:gd name="csY7" fmla="*/ 75869 h 228592"/>
                <a:gd name="csX8" fmla="*/ 161897 w 161699"/>
                <a:gd name="csY8" fmla="*/ 34029 h 228592"/>
                <a:gd name="csX9" fmla="*/ 122421 w 161699"/>
                <a:gd name="csY9" fmla="*/ 97 h 228592"/>
                <a:gd name="csX10" fmla="*/ 39673 w 161699"/>
                <a:gd name="csY10" fmla="*/ 65409 h 228592"/>
                <a:gd name="csX11" fmla="*/ 1210 w 161699"/>
                <a:gd name="csY11" fmla="*/ 221035 h 228592"/>
                <a:gd name="csX12" fmla="*/ 115842 w 161699"/>
                <a:gd name="csY12" fmla="*/ 76890 h 228592"/>
                <a:gd name="csX13" fmla="*/ 99900 w 161699"/>
                <a:gd name="csY13" fmla="*/ 81227 h 228592"/>
                <a:gd name="csX14" fmla="*/ 87753 w 161699"/>
                <a:gd name="csY14" fmla="*/ 79186 h 228592"/>
                <a:gd name="csX15" fmla="*/ 103442 w 161699"/>
                <a:gd name="csY15" fmla="*/ 75104 h 228592"/>
                <a:gd name="csX16" fmla="*/ 115842 w 161699"/>
                <a:gd name="csY16" fmla="*/ 76890 h 228592"/>
                <a:gd name="csX17" fmla="*/ 124446 w 161699"/>
                <a:gd name="csY17" fmla="*/ 67960 h 228592"/>
                <a:gd name="csX18" fmla="*/ 104201 w 161699"/>
                <a:gd name="csY18" fmla="*/ 65919 h 228592"/>
                <a:gd name="csX19" fmla="*/ 75607 w 161699"/>
                <a:gd name="csY19" fmla="*/ 79696 h 228592"/>
                <a:gd name="csX20" fmla="*/ 99647 w 161699"/>
                <a:gd name="csY20" fmla="*/ 90411 h 228592"/>
                <a:gd name="csX21" fmla="*/ 126723 w 161699"/>
                <a:gd name="csY21" fmla="*/ 85564 h 228592"/>
                <a:gd name="csX22" fmla="*/ 129507 w 161699"/>
                <a:gd name="csY22" fmla="*/ 98830 h 228592"/>
                <a:gd name="csX23" fmla="*/ 115083 w 161699"/>
                <a:gd name="csY23" fmla="*/ 152152 h 228592"/>
                <a:gd name="csX24" fmla="*/ 78896 w 161699"/>
                <a:gd name="csY24" fmla="*/ 173072 h 228592"/>
                <a:gd name="csX25" fmla="*/ 35625 w 161699"/>
                <a:gd name="csY25" fmla="*/ 135824 h 228592"/>
                <a:gd name="csX26" fmla="*/ 37396 w 161699"/>
                <a:gd name="csY26" fmla="*/ 122812 h 228592"/>
                <a:gd name="csX27" fmla="*/ 52326 w 161699"/>
                <a:gd name="csY27" fmla="*/ 63113 h 228592"/>
                <a:gd name="csX28" fmla="*/ 121156 w 161699"/>
                <a:gd name="csY28" fmla="*/ 9281 h 228592"/>
                <a:gd name="csX29" fmla="*/ 136086 w 161699"/>
                <a:gd name="csY29" fmla="*/ 23824 h 228592"/>
                <a:gd name="csX30" fmla="*/ 124446 w 161699"/>
                <a:gd name="csY30" fmla="*/ 67960 h 228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61699" h="228592">
                  <a:moveTo>
                    <a:pt x="1210" y="221035"/>
                  </a:moveTo>
                  <a:cubicBezTo>
                    <a:pt x="957" y="221546"/>
                    <a:pt x="198" y="224862"/>
                    <a:pt x="198" y="225117"/>
                  </a:cubicBezTo>
                  <a:cubicBezTo>
                    <a:pt x="198" y="228689"/>
                    <a:pt x="3993" y="228689"/>
                    <a:pt x="6271" y="228689"/>
                  </a:cubicBezTo>
                  <a:cubicBezTo>
                    <a:pt x="11332" y="228689"/>
                    <a:pt x="11332" y="228179"/>
                    <a:pt x="12850" y="222821"/>
                  </a:cubicBezTo>
                  <a:cubicBezTo>
                    <a:pt x="13609" y="218739"/>
                    <a:pt x="28792" y="157509"/>
                    <a:pt x="29045" y="156999"/>
                  </a:cubicBezTo>
                  <a:cubicBezTo>
                    <a:pt x="39673" y="174858"/>
                    <a:pt x="59158" y="182256"/>
                    <a:pt x="79403" y="182256"/>
                  </a:cubicBezTo>
                  <a:cubicBezTo>
                    <a:pt x="130266" y="182256"/>
                    <a:pt x="158607" y="143222"/>
                    <a:pt x="158607" y="109801"/>
                  </a:cubicBezTo>
                  <a:cubicBezTo>
                    <a:pt x="158607" y="91942"/>
                    <a:pt x="150763" y="82247"/>
                    <a:pt x="142412" y="75869"/>
                  </a:cubicBezTo>
                  <a:cubicBezTo>
                    <a:pt x="151522" y="68215"/>
                    <a:pt x="161897" y="51632"/>
                    <a:pt x="161897" y="34029"/>
                  </a:cubicBezTo>
                  <a:cubicBezTo>
                    <a:pt x="161897" y="12343"/>
                    <a:pt x="146208" y="97"/>
                    <a:pt x="122421" y="97"/>
                  </a:cubicBezTo>
                  <a:cubicBezTo>
                    <a:pt x="86235" y="97"/>
                    <a:pt x="48783" y="28416"/>
                    <a:pt x="39673" y="65409"/>
                  </a:cubicBezTo>
                  <a:lnTo>
                    <a:pt x="1210" y="221035"/>
                  </a:lnTo>
                  <a:close/>
                  <a:moveTo>
                    <a:pt x="115842" y="76890"/>
                  </a:moveTo>
                  <a:cubicBezTo>
                    <a:pt x="109769" y="81227"/>
                    <a:pt x="103442" y="81227"/>
                    <a:pt x="99900" y="81227"/>
                  </a:cubicBezTo>
                  <a:cubicBezTo>
                    <a:pt x="98887" y="81227"/>
                    <a:pt x="87753" y="81227"/>
                    <a:pt x="87753" y="79186"/>
                  </a:cubicBezTo>
                  <a:cubicBezTo>
                    <a:pt x="87753" y="75104"/>
                    <a:pt x="100153" y="75104"/>
                    <a:pt x="103442" y="75104"/>
                  </a:cubicBezTo>
                  <a:cubicBezTo>
                    <a:pt x="107997" y="75104"/>
                    <a:pt x="111034" y="75104"/>
                    <a:pt x="115842" y="76890"/>
                  </a:cubicBezTo>
                  <a:close/>
                  <a:moveTo>
                    <a:pt x="124446" y="67960"/>
                  </a:moveTo>
                  <a:cubicBezTo>
                    <a:pt x="116095" y="65919"/>
                    <a:pt x="109009" y="65919"/>
                    <a:pt x="104201" y="65919"/>
                  </a:cubicBezTo>
                  <a:cubicBezTo>
                    <a:pt x="96104" y="65919"/>
                    <a:pt x="75607" y="65919"/>
                    <a:pt x="75607" y="79696"/>
                  </a:cubicBezTo>
                  <a:cubicBezTo>
                    <a:pt x="75607" y="90411"/>
                    <a:pt x="90790" y="90411"/>
                    <a:pt x="99647" y="90411"/>
                  </a:cubicBezTo>
                  <a:cubicBezTo>
                    <a:pt x="103948" y="90411"/>
                    <a:pt x="115336" y="90411"/>
                    <a:pt x="126723" y="85564"/>
                  </a:cubicBezTo>
                  <a:cubicBezTo>
                    <a:pt x="128747" y="89391"/>
                    <a:pt x="129507" y="94493"/>
                    <a:pt x="129507" y="98830"/>
                  </a:cubicBezTo>
                  <a:cubicBezTo>
                    <a:pt x="129507" y="108015"/>
                    <a:pt x="122927" y="138885"/>
                    <a:pt x="115083" y="152152"/>
                  </a:cubicBezTo>
                  <a:cubicBezTo>
                    <a:pt x="107238" y="164653"/>
                    <a:pt x="94839" y="173072"/>
                    <a:pt x="78896" y="173072"/>
                  </a:cubicBezTo>
                  <a:cubicBezTo>
                    <a:pt x="55363" y="173072"/>
                    <a:pt x="35625" y="158785"/>
                    <a:pt x="35625" y="135824"/>
                  </a:cubicBezTo>
                  <a:cubicBezTo>
                    <a:pt x="35625" y="130721"/>
                    <a:pt x="36890" y="125363"/>
                    <a:pt x="37396" y="122812"/>
                  </a:cubicBezTo>
                  <a:cubicBezTo>
                    <a:pt x="41192" y="107760"/>
                    <a:pt x="49289" y="74338"/>
                    <a:pt x="52326" y="63113"/>
                  </a:cubicBezTo>
                  <a:cubicBezTo>
                    <a:pt x="60424" y="35304"/>
                    <a:pt x="91043" y="9281"/>
                    <a:pt x="121156" y="9281"/>
                  </a:cubicBezTo>
                  <a:cubicBezTo>
                    <a:pt x="130519" y="9281"/>
                    <a:pt x="136086" y="13874"/>
                    <a:pt x="136086" y="23824"/>
                  </a:cubicBezTo>
                  <a:cubicBezTo>
                    <a:pt x="136086" y="31732"/>
                    <a:pt x="130013" y="58010"/>
                    <a:pt x="124446" y="67960"/>
                  </a:cubicBezTo>
                  <a:close/>
                </a:path>
              </a:pathLst>
            </a:custGeom>
            <a:solidFill>
              <a:schemeClr val="bg1"/>
            </a:solidFill>
            <a:ln w="25432" cap="flat">
              <a:noFill/>
              <a:prstDash val="solid"/>
              <a:miter/>
            </a:ln>
          </p:spPr>
          <p:txBody>
            <a:bodyPr/>
            <a:lstStyle/>
            <a:p>
              <a:endParaRPr lang="en-US"/>
            </a:p>
          </p:txBody>
        </p:sp>
        <p:sp>
          <p:nvSpPr>
            <p:cNvPr id="872" name="Freeform: Shape 871">
              <a:extLst>
                <a:ext uri="{FF2B5EF4-FFF2-40B4-BE49-F238E27FC236}">
                  <a16:creationId xmlns:a16="http://schemas.microsoft.com/office/drawing/2014/main" id="{2415F538-380F-E32D-EC4E-394BC6465ADA}"/>
                </a:ext>
              </a:extLst>
            </p:cNvPr>
            <p:cNvSpPr/>
            <p:nvPr>
              <p:custDataLst>
                <p:tags r:id="rId113"/>
              </p:custDataLst>
            </p:nvPr>
          </p:nvSpPr>
          <p:spPr>
            <a:xfrm>
              <a:off x="6656287" y="5170146"/>
              <a:ext cx="58707" cy="255125"/>
            </a:xfrm>
            <a:custGeom>
              <a:avLst/>
              <a:gdLst>
                <a:gd name="csX0" fmla="*/ 58912 w 58707"/>
                <a:gd name="csY0" fmla="*/ 127660 h 255125"/>
                <a:gd name="csX1" fmla="*/ 42211 w 58707"/>
                <a:gd name="csY1" fmla="*/ 48060 h 255125"/>
                <a:gd name="csX2" fmla="*/ 2735 w 58707"/>
                <a:gd name="csY2" fmla="*/ 97 h 255125"/>
                <a:gd name="csX3" fmla="*/ 204 w 58707"/>
                <a:gd name="csY3" fmla="*/ 2648 h 255125"/>
                <a:gd name="csX4" fmla="*/ 5012 w 58707"/>
                <a:gd name="csY4" fmla="*/ 8516 h 255125"/>
                <a:gd name="csX5" fmla="*/ 44235 w 58707"/>
                <a:gd name="csY5" fmla="*/ 127660 h 255125"/>
                <a:gd name="csX6" fmla="*/ 3494 w 58707"/>
                <a:gd name="csY6" fmla="*/ 248334 h 255125"/>
                <a:gd name="csX7" fmla="*/ 204 w 58707"/>
                <a:gd name="csY7" fmla="*/ 252671 h 255125"/>
                <a:gd name="csX8" fmla="*/ 2735 w 58707"/>
                <a:gd name="csY8" fmla="*/ 255222 h 255125"/>
                <a:gd name="csX9" fmla="*/ 42970 w 58707"/>
                <a:gd name="csY9" fmla="*/ 205473 h 255125"/>
                <a:gd name="csX10" fmla="*/ 58912 w 58707"/>
                <a:gd name="csY10" fmla="*/ 127660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55125">
                  <a:moveTo>
                    <a:pt x="58912" y="127660"/>
                  </a:moveTo>
                  <a:cubicBezTo>
                    <a:pt x="58912" y="107760"/>
                    <a:pt x="56129" y="76890"/>
                    <a:pt x="42211" y="48060"/>
                  </a:cubicBezTo>
                  <a:cubicBezTo>
                    <a:pt x="27028" y="16680"/>
                    <a:pt x="5265" y="97"/>
                    <a:pt x="2735" y="97"/>
                  </a:cubicBezTo>
                  <a:cubicBezTo>
                    <a:pt x="1217" y="97"/>
                    <a:pt x="204" y="1117"/>
                    <a:pt x="204" y="2648"/>
                  </a:cubicBezTo>
                  <a:cubicBezTo>
                    <a:pt x="204" y="3414"/>
                    <a:pt x="204" y="3924"/>
                    <a:pt x="5012" y="8516"/>
                  </a:cubicBezTo>
                  <a:cubicBezTo>
                    <a:pt x="29811" y="33773"/>
                    <a:pt x="44235" y="74338"/>
                    <a:pt x="44235" y="127660"/>
                  </a:cubicBezTo>
                  <a:cubicBezTo>
                    <a:pt x="44235" y="171286"/>
                    <a:pt x="34872" y="216188"/>
                    <a:pt x="3494" y="248334"/>
                  </a:cubicBezTo>
                  <a:cubicBezTo>
                    <a:pt x="204" y="251395"/>
                    <a:pt x="204" y="251906"/>
                    <a:pt x="204" y="252671"/>
                  </a:cubicBezTo>
                  <a:cubicBezTo>
                    <a:pt x="204" y="254202"/>
                    <a:pt x="1217" y="255222"/>
                    <a:pt x="2735" y="255222"/>
                  </a:cubicBezTo>
                  <a:cubicBezTo>
                    <a:pt x="5265" y="255222"/>
                    <a:pt x="28040" y="237874"/>
                    <a:pt x="42970" y="205473"/>
                  </a:cubicBezTo>
                  <a:cubicBezTo>
                    <a:pt x="55876" y="177409"/>
                    <a:pt x="58912" y="149090"/>
                    <a:pt x="58912" y="127660"/>
                  </a:cubicBezTo>
                  <a:close/>
                </a:path>
              </a:pathLst>
            </a:custGeom>
            <a:solidFill>
              <a:schemeClr val="bg1"/>
            </a:solidFill>
            <a:ln w="25432" cap="flat">
              <a:noFill/>
              <a:prstDash val="solid"/>
              <a:miter/>
            </a:ln>
          </p:spPr>
          <p:txBody>
            <a:bodyPr/>
            <a:lstStyle/>
            <a:p>
              <a:endParaRPr lang="en-US"/>
            </a:p>
          </p:txBody>
        </p:sp>
        <p:sp>
          <p:nvSpPr>
            <p:cNvPr id="873" name="Freeform: Shape 872">
              <a:extLst>
                <a:ext uri="{FF2B5EF4-FFF2-40B4-BE49-F238E27FC236}">
                  <a16:creationId xmlns:a16="http://schemas.microsoft.com/office/drawing/2014/main" id="{C80FBEBC-E9DA-AF68-3F07-90818809C691}"/>
                </a:ext>
              </a:extLst>
            </p:cNvPr>
            <p:cNvSpPr/>
            <p:nvPr>
              <p:custDataLst>
                <p:tags r:id="rId114"/>
              </p:custDataLst>
            </p:nvPr>
          </p:nvSpPr>
          <p:spPr>
            <a:xfrm>
              <a:off x="6824733" y="5267859"/>
              <a:ext cx="168278" cy="59699"/>
            </a:xfrm>
            <a:custGeom>
              <a:avLst/>
              <a:gdLst>
                <a:gd name="csX0" fmla="*/ 159886 w 168278"/>
                <a:gd name="csY0" fmla="*/ 10302 h 59699"/>
                <a:gd name="csX1" fmla="*/ 168490 w 168278"/>
                <a:gd name="csY1" fmla="*/ 5199 h 59699"/>
                <a:gd name="csX2" fmla="*/ 160139 w 168278"/>
                <a:gd name="csY2" fmla="*/ 97 h 59699"/>
                <a:gd name="csX3" fmla="*/ 8562 w 168278"/>
                <a:gd name="csY3" fmla="*/ 97 h 59699"/>
                <a:gd name="csX4" fmla="*/ 211 w 168278"/>
                <a:gd name="csY4" fmla="*/ 5199 h 59699"/>
                <a:gd name="csX5" fmla="*/ 8815 w 168278"/>
                <a:gd name="csY5" fmla="*/ 10302 h 59699"/>
                <a:gd name="csX6" fmla="*/ 159886 w 168278"/>
                <a:gd name="csY6" fmla="*/ 10302 h 59699"/>
                <a:gd name="csX7" fmla="*/ 160139 w 168278"/>
                <a:gd name="csY7" fmla="*/ 59796 h 59699"/>
                <a:gd name="csX8" fmla="*/ 168490 w 168278"/>
                <a:gd name="csY8" fmla="*/ 54694 h 59699"/>
                <a:gd name="csX9" fmla="*/ 159886 w 168278"/>
                <a:gd name="csY9" fmla="*/ 49591 h 59699"/>
                <a:gd name="csX10" fmla="*/ 8815 w 168278"/>
                <a:gd name="csY10" fmla="*/ 49591 h 59699"/>
                <a:gd name="csX11" fmla="*/ 211 w 168278"/>
                <a:gd name="csY11" fmla="*/ 54694 h 59699"/>
                <a:gd name="csX12" fmla="*/ 8562 w 168278"/>
                <a:gd name="csY12" fmla="*/ 59796 h 59699"/>
                <a:gd name="csX13" fmla="*/ 160139 w 168278"/>
                <a:gd name="csY13" fmla="*/ 59796 h 596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68278" h="59699">
                  <a:moveTo>
                    <a:pt x="159886" y="10302"/>
                  </a:moveTo>
                  <a:cubicBezTo>
                    <a:pt x="163682" y="10302"/>
                    <a:pt x="168490" y="10302"/>
                    <a:pt x="168490" y="5199"/>
                  </a:cubicBezTo>
                  <a:cubicBezTo>
                    <a:pt x="168490" y="97"/>
                    <a:pt x="163682" y="97"/>
                    <a:pt x="160139" y="97"/>
                  </a:cubicBezTo>
                  <a:lnTo>
                    <a:pt x="8562" y="97"/>
                  </a:lnTo>
                  <a:cubicBezTo>
                    <a:pt x="5019" y="97"/>
                    <a:pt x="211" y="97"/>
                    <a:pt x="211" y="5199"/>
                  </a:cubicBezTo>
                  <a:cubicBezTo>
                    <a:pt x="211" y="10302"/>
                    <a:pt x="5019" y="10302"/>
                    <a:pt x="8815" y="10302"/>
                  </a:cubicBezTo>
                  <a:lnTo>
                    <a:pt x="159886" y="10302"/>
                  </a:lnTo>
                  <a:close/>
                  <a:moveTo>
                    <a:pt x="160139" y="59796"/>
                  </a:moveTo>
                  <a:cubicBezTo>
                    <a:pt x="163682" y="59796"/>
                    <a:pt x="168490" y="59796"/>
                    <a:pt x="168490" y="54694"/>
                  </a:cubicBezTo>
                  <a:cubicBezTo>
                    <a:pt x="168490" y="49591"/>
                    <a:pt x="163682" y="49591"/>
                    <a:pt x="159886" y="49591"/>
                  </a:cubicBezTo>
                  <a:lnTo>
                    <a:pt x="8815" y="49591"/>
                  </a:lnTo>
                  <a:cubicBezTo>
                    <a:pt x="5019" y="49591"/>
                    <a:pt x="211" y="49591"/>
                    <a:pt x="211" y="54694"/>
                  </a:cubicBezTo>
                  <a:cubicBezTo>
                    <a:pt x="211" y="59796"/>
                    <a:pt x="5019" y="59796"/>
                    <a:pt x="8562" y="59796"/>
                  </a:cubicBezTo>
                  <a:lnTo>
                    <a:pt x="160139" y="59796"/>
                  </a:lnTo>
                  <a:close/>
                </a:path>
              </a:pathLst>
            </a:custGeom>
            <a:solidFill>
              <a:schemeClr val="bg1"/>
            </a:solidFill>
            <a:ln w="25432" cap="flat">
              <a:noFill/>
              <a:prstDash val="solid"/>
              <a:miter/>
            </a:ln>
          </p:spPr>
          <p:txBody>
            <a:bodyPr/>
            <a:lstStyle/>
            <a:p>
              <a:endParaRPr lang="en-US"/>
            </a:p>
          </p:txBody>
        </p:sp>
        <p:sp>
          <p:nvSpPr>
            <p:cNvPr id="874" name="Freeform: Shape 873">
              <a:extLst>
                <a:ext uri="{FF2B5EF4-FFF2-40B4-BE49-F238E27FC236}">
                  <a16:creationId xmlns:a16="http://schemas.microsoft.com/office/drawing/2014/main" id="{30B0D5E7-7E63-C27F-B5BD-03295F435F57}"/>
                </a:ext>
              </a:extLst>
            </p:cNvPr>
            <p:cNvSpPr/>
            <p:nvPr>
              <p:custDataLst>
                <p:tags r:id="rId115"/>
              </p:custDataLst>
            </p:nvPr>
          </p:nvSpPr>
          <p:spPr>
            <a:xfrm>
              <a:off x="7091842" y="5155971"/>
              <a:ext cx="139937" cy="283444"/>
            </a:xfrm>
            <a:custGeom>
              <a:avLst/>
              <a:gdLst>
                <a:gd name="csX0" fmla="*/ 54881 w 139937"/>
                <a:gd name="csY0" fmla="*/ 224599 h 283444"/>
                <a:gd name="csX1" fmla="*/ 28057 w 139937"/>
                <a:gd name="csY1" fmla="*/ 277920 h 283444"/>
                <a:gd name="csX2" fmla="*/ 11862 w 139937"/>
                <a:gd name="csY2" fmla="*/ 272563 h 283444"/>
                <a:gd name="csX3" fmla="*/ 21225 w 139937"/>
                <a:gd name="csY3" fmla="*/ 262103 h 283444"/>
                <a:gd name="csX4" fmla="*/ 10850 w 139937"/>
                <a:gd name="csY4" fmla="*/ 251387 h 283444"/>
                <a:gd name="csX5" fmla="*/ 222 w 139937"/>
                <a:gd name="csY5" fmla="*/ 262358 h 283444"/>
                <a:gd name="csX6" fmla="*/ 28057 w 139937"/>
                <a:gd name="csY6" fmla="*/ 283533 h 283444"/>
                <a:gd name="csX7" fmla="*/ 69811 w 139937"/>
                <a:gd name="csY7" fmla="*/ 238376 h 283444"/>
                <a:gd name="csX8" fmla="*/ 84235 w 139937"/>
                <a:gd name="csY8" fmla="*/ 122549 h 283444"/>
                <a:gd name="csX9" fmla="*/ 89042 w 139937"/>
                <a:gd name="csY9" fmla="*/ 59023 h 283444"/>
                <a:gd name="csX10" fmla="*/ 112576 w 139937"/>
                <a:gd name="csY10" fmla="*/ 5702 h 283444"/>
                <a:gd name="csX11" fmla="*/ 128518 w 139937"/>
                <a:gd name="csY11" fmla="*/ 11059 h 283444"/>
                <a:gd name="csX12" fmla="*/ 119156 w 139937"/>
                <a:gd name="csY12" fmla="*/ 21519 h 283444"/>
                <a:gd name="csX13" fmla="*/ 129531 w 139937"/>
                <a:gd name="csY13" fmla="*/ 32235 h 283444"/>
                <a:gd name="csX14" fmla="*/ 140159 w 139937"/>
                <a:gd name="csY14" fmla="*/ 21264 h 283444"/>
                <a:gd name="csX15" fmla="*/ 112323 w 139937"/>
                <a:gd name="csY15" fmla="*/ 89 h 283444"/>
                <a:gd name="csX16" fmla="*/ 74112 w 139937"/>
                <a:gd name="csY16" fmla="*/ 44226 h 283444"/>
                <a:gd name="csX17" fmla="*/ 59689 w 139937"/>
                <a:gd name="csY17" fmla="*/ 161073 h 283444"/>
                <a:gd name="csX18" fmla="*/ 54881 w 139937"/>
                <a:gd name="csY18" fmla="*/ 224599 h 283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39937" h="283444">
                  <a:moveTo>
                    <a:pt x="54881" y="224599"/>
                  </a:moveTo>
                  <a:cubicBezTo>
                    <a:pt x="51591" y="266440"/>
                    <a:pt x="42481" y="277920"/>
                    <a:pt x="28057" y="277920"/>
                  </a:cubicBezTo>
                  <a:cubicBezTo>
                    <a:pt x="24768" y="277920"/>
                    <a:pt x="17176" y="277155"/>
                    <a:pt x="11862" y="272563"/>
                  </a:cubicBezTo>
                  <a:cubicBezTo>
                    <a:pt x="19200" y="271542"/>
                    <a:pt x="21225" y="265674"/>
                    <a:pt x="21225" y="262103"/>
                  </a:cubicBezTo>
                  <a:cubicBezTo>
                    <a:pt x="21225" y="254704"/>
                    <a:pt x="15658" y="251387"/>
                    <a:pt x="10850" y="251387"/>
                  </a:cubicBezTo>
                  <a:cubicBezTo>
                    <a:pt x="5789" y="251387"/>
                    <a:pt x="222" y="254704"/>
                    <a:pt x="222" y="262358"/>
                  </a:cubicBezTo>
                  <a:cubicBezTo>
                    <a:pt x="222" y="274604"/>
                    <a:pt x="12874" y="283533"/>
                    <a:pt x="28057" y="283533"/>
                  </a:cubicBezTo>
                  <a:cubicBezTo>
                    <a:pt x="52097" y="283533"/>
                    <a:pt x="64243" y="261337"/>
                    <a:pt x="69811" y="238376"/>
                  </a:cubicBezTo>
                  <a:cubicBezTo>
                    <a:pt x="73100" y="225109"/>
                    <a:pt x="82210" y="150868"/>
                    <a:pt x="84235" y="122549"/>
                  </a:cubicBezTo>
                  <a:lnTo>
                    <a:pt x="89042" y="59023"/>
                  </a:lnTo>
                  <a:cubicBezTo>
                    <a:pt x="92585" y="12080"/>
                    <a:pt x="101189" y="5702"/>
                    <a:pt x="112576" y="5702"/>
                  </a:cubicBezTo>
                  <a:cubicBezTo>
                    <a:pt x="115107" y="5702"/>
                    <a:pt x="122951" y="6212"/>
                    <a:pt x="128518" y="11059"/>
                  </a:cubicBezTo>
                  <a:cubicBezTo>
                    <a:pt x="121180" y="12080"/>
                    <a:pt x="119156" y="17948"/>
                    <a:pt x="119156" y="21519"/>
                  </a:cubicBezTo>
                  <a:cubicBezTo>
                    <a:pt x="119156" y="28918"/>
                    <a:pt x="124723" y="32235"/>
                    <a:pt x="129531" y="32235"/>
                  </a:cubicBezTo>
                  <a:cubicBezTo>
                    <a:pt x="134592" y="32235"/>
                    <a:pt x="140159" y="28918"/>
                    <a:pt x="140159" y="21264"/>
                  </a:cubicBezTo>
                  <a:cubicBezTo>
                    <a:pt x="140159" y="9018"/>
                    <a:pt x="127506" y="89"/>
                    <a:pt x="112323" y="89"/>
                  </a:cubicBezTo>
                  <a:cubicBezTo>
                    <a:pt x="88283" y="89"/>
                    <a:pt x="78414" y="24836"/>
                    <a:pt x="74112" y="44226"/>
                  </a:cubicBezTo>
                  <a:cubicBezTo>
                    <a:pt x="71076" y="58257"/>
                    <a:pt x="61966" y="130203"/>
                    <a:pt x="59689" y="161073"/>
                  </a:cubicBezTo>
                  <a:lnTo>
                    <a:pt x="54881" y="224599"/>
                  </a:lnTo>
                  <a:close/>
                </a:path>
              </a:pathLst>
            </a:custGeom>
            <a:solidFill>
              <a:schemeClr val="bg1"/>
            </a:solidFill>
            <a:ln w="25432" cap="flat">
              <a:noFill/>
              <a:prstDash val="solid"/>
              <a:miter/>
            </a:ln>
          </p:spPr>
          <p:txBody>
            <a:bodyPr/>
            <a:lstStyle/>
            <a:p>
              <a:endParaRPr lang="en-US"/>
            </a:p>
          </p:txBody>
        </p:sp>
        <p:sp>
          <p:nvSpPr>
            <p:cNvPr id="875" name="Freeform: Shape 874">
              <a:extLst>
                <a:ext uri="{FF2B5EF4-FFF2-40B4-BE49-F238E27FC236}">
                  <a16:creationId xmlns:a16="http://schemas.microsoft.com/office/drawing/2014/main" id="{0B2FF96C-7AE0-4DBE-2108-CC8778959ACC}"/>
                </a:ext>
              </a:extLst>
            </p:cNvPr>
            <p:cNvSpPr/>
            <p:nvPr>
              <p:custDataLst>
                <p:tags r:id="rId116"/>
              </p:custDataLst>
            </p:nvPr>
          </p:nvSpPr>
          <p:spPr>
            <a:xfrm>
              <a:off x="7252571" y="5139750"/>
              <a:ext cx="108584" cy="79292"/>
            </a:xfrm>
            <a:custGeom>
              <a:avLst/>
              <a:gdLst>
                <a:gd name="csX0" fmla="*/ 63997 w 108584"/>
                <a:gd name="csY0" fmla="*/ 36166 h 79292"/>
                <a:gd name="csX1" fmla="*/ 88442 w 108584"/>
                <a:gd name="csY1" fmla="*/ 11342 h 79292"/>
                <a:gd name="csX2" fmla="*/ 104915 w 108584"/>
                <a:gd name="csY2" fmla="*/ 10092 h 79292"/>
                <a:gd name="csX3" fmla="*/ 104915 w 108584"/>
                <a:gd name="csY3" fmla="*/ 91 h 79292"/>
                <a:gd name="csX4" fmla="*/ 87733 w 108584"/>
                <a:gd name="csY4" fmla="*/ 806 h 79292"/>
                <a:gd name="csX5" fmla="*/ 68071 w 108584"/>
                <a:gd name="csY5" fmla="*/ 91 h 79292"/>
                <a:gd name="csX6" fmla="*/ 68071 w 108584"/>
                <a:gd name="csY6" fmla="*/ 10092 h 79292"/>
                <a:gd name="csX7" fmla="*/ 72854 w 108584"/>
                <a:gd name="csY7" fmla="*/ 11164 h 79292"/>
                <a:gd name="csX8" fmla="*/ 56203 w 108584"/>
                <a:gd name="csY8" fmla="*/ 28130 h 79292"/>
                <a:gd name="csX9" fmla="*/ 39021 w 108584"/>
                <a:gd name="csY9" fmla="*/ 10092 h 79292"/>
                <a:gd name="csX10" fmla="*/ 43804 w 108584"/>
                <a:gd name="csY10" fmla="*/ 10092 h 79292"/>
                <a:gd name="csX11" fmla="*/ 43804 w 108584"/>
                <a:gd name="csY11" fmla="*/ 91 h 79292"/>
                <a:gd name="csX12" fmla="*/ 21307 w 108584"/>
                <a:gd name="csY12" fmla="*/ 806 h 79292"/>
                <a:gd name="csX13" fmla="*/ 1291 w 108584"/>
                <a:gd name="csY13" fmla="*/ 91 h 79292"/>
                <a:gd name="csX14" fmla="*/ 1291 w 108584"/>
                <a:gd name="csY14" fmla="*/ 10092 h 79292"/>
                <a:gd name="csX15" fmla="*/ 14576 w 108584"/>
                <a:gd name="csY15" fmla="*/ 10092 h 79292"/>
                <a:gd name="csX16" fmla="*/ 43626 w 108584"/>
                <a:gd name="csY16" fmla="*/ 40631 h 79292"/>
                <a:gd name="csX17" fmla="*/ 18119 w 108584"/>
                <a:gd name="csY17" fmla="*/ 66526 h 79292"/>
                <a:gd name="csX18" fmla="*/ 10148 w 108584"/>
                <a:gd name="csY18" fmla="*/ 69205 h 79292"/>
                <a:gd name="csX19" fmla="*/ 228 w 108584"/>
                <a:gd name="csY19" fmla="*/ 69383 h 79292"/>
                <a:gd name="csX20" fmla="*/ 228 w 108584"/>
                <a:gd name="csY20" fmla="*/ 79384 h 79292"/>
                <a:gd name="csX21" fmla="*/ 17410 w 108584"/>
                <a:gd name="csY21" fmla="*/ 78670 h 79292"/>
                <a:gd name="csX22" fmla="*/ 37072 w 108584"/>
                <a:gd name="csY22" fmla="*/ 79384 h 79292"/>
                <a:gd name="csX23" fmla="*/ 37072 w 108584"/>
                <a:gd name="csY23" fmla="*/ 69383 h 79292"/>
                <a:gd name="csX24" fmla="*/ 32290 w 108584"/>
                <a:gd name="csY24" fmla="*/ 68133 h 79292"/>
                <a:gd name="csX25" fmla="*/ 51420 w 108584"/>
                <a:gd name="csY25" fmla="*/ 48846 h 79292"/>
                <a:gd name="csX26" fmla="*/ 71083 w 108584"/>
                <a:gd name="csY26" fmla="*/ 69383 h 79292"/>
                <a:gd name="csX27" fmla="*/ 66477 w 108584"/>
                <a:gd name="csY27" fmla="*/ 69383 h 79292"/>
                <a:gd name="csX28" fmla="*/ 66477 w 108584"/>
                <a:gd name="csY28" fmla="*/ 79384 h 79292"/>
                <a:gd name="csX29" fmla="*/ 88973 w 108584"/>
                <a:gd name="csY29" fmla="*/ 78670 h 79292"/>
                <a:gd name="csX30" fmla="*/ 108812 w 108584"/>
                <a:gd name="csY30" fmla="*/ 79384 h 79292"/>
                <a:gd name="csX31" fmla="*/ 108812 w 108584"/>
                <a:gd name="csY31" fmla="*/ 69383 h 79292"/>
                <a:gd name="csX32" fmla="*/ 95704 w 108584"/>
                <a:gd name="csY32" fmla="*/ 69383 h 79292"/>
                <a:gd name="csX33" fmla="*/ 63997 w 108584"/>
                <a:gd name="csY33" fmla="*/ 36166 h 792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08584" h="79292">
                  <a:moveTo>
                    <a:pt x="63997" y="36166"/>
                  </a:moveTo>
                  <a:lnTo>
                    <a:pt x="88442" y="11342"/>
                  </a:lnTo>
                  <a:cubicBezTo>
                    <a:pt x="92693" y="10092"/>
                    <a:pt x="97299" y="10092"/>
                    <a:pt x="104915" y="10092"/>
                  </a:cubicBezTo>
                  <a:lnTo>
                    <a:pt x="104915" y="91"/>
                  </a:lnTo>
                  <a:cubicBezTo>
                    <a:pt x="99247" y="627"/>
                    <a:pt x="93402" y="806"/>
                    <a:pt x="87733" y="806"/>
                  </a:cubicBezTo>
                  <a:cubicBezTo>
                    <a:pt x="81711" y="806"/>
                    <a:pt x="69488" y="270"/>
                    <a:pt x="68071" y="91"/>
                  </a:cubicBezTo>
                  <a:lnTo>
                    <a:pt x="68071" y="10092"/>
                  </a:lnTo>
                  <a:cubicBezTo>
                    <a:pt x="70374" y="10092"/>
                    <a:pt x="71614" y="10449"/>
                    <a:pt x="72854" y="11164"/>
                  </a:cubicBezTo>
                  <a:lnTo>
                    <a:pt x="56203" y="28130"/>
                  </a:lnTo>
                  <a:lnTo>
                    <a:pt x="39021" y="10092"/>
                  </a:lnTo>
                  <a:lnTo>
                    <a:pt x="43804" y="10092"/>
                  </a:lnTo>
                  <a:lnTo>
                    <a:pt x="43804" y="91"/>
                  </a:lnTo>
                  <a:cubicBezTo>
                    <a:pt x="42741" y="91"/>
                    <a:pt x="28747" y="806"/>
                    <a:pt x="21307" y="806"/>
                  </a:cubicBezTo>
                  <a:cubicBezTo>
                    <a:pt x="14576" y="806"/>
                    <a:pt x="8022" y="627"/>
                    <a:pt x="1291" y="91"/>
                  </a:cubicBezTo>
                  <a:lnTo>
                    <a:pt x="1291" y="10092"/>
                  </a:lnTo>
                  <a:lnTo>
                    <a:pt x="14576" y="10092"/>
                  </a:lnTo>
                  <a:lnTo>
                    <a:pt x="43626" y="40631"/>
                  </a:lnTo>
                  <a:lnTo>
                    <a:pt x="18119" y="66526"/>
                  </a:lnTo>
                  <a:cubicBezTo>
                    <a:pt x="15816" y="68669"/>
                    <a:pt x="15639" y="68848"/>
                    <a:pt x="10148" y="69205"/>
                  </a:cubicBezTo>
                  <a:cubicBezTo>
                    <a:pt x="7314" y="69383"/>
                    <a:pt x="1114" y="69383"/>
                    <a:pt x="228" y="69383"/>
                  </a:cubicBezTo>
                  <a:lnTo>
                    <a:pt x="228" y="79384"/>
                  </a:lnTo>
                  <a:cubicBezTo>
                    <a:pt x="5897" y="78848"/>
                    <a:pt x="11742" y="78670"/>
                    <a:pt x="17410" y="78670"/>
                  </a:cubicBezTo>
                  <a:cubicBezTo>
                    <a:pt x="22193" y="78670"/>
                    <a:pt x="34770" y="79206"/>
                    <a:pt x="37072" y="79384"/>
                  </a:cubicBezTo>
                  <a:lnTo>
                    <a:pt x="37072" y="69383"/>
                  </a:lnTo>
                  <a:cubicBezTo>
                    <a:pt x="34238" y="69383"/>
                    <a:pt x="33530" y="69026"/>
                    <a:pt x="32290" y="68133"/>
                  </a:cubicBezTo>
                  <a:lnTo>
                    <a:pt x="51420" y="48846"/>
                  </a:lnTo>
                  <a:lnTo>
                    <a:pt x="71083" y="69383"/>
                  </a:lnTo>
                  <a:lnTo>
                    <a:pt x="66477" y="69383"/>
                  </a:lnTo>
                  <a:lnTo>
                    <a:pt x="66477" y="79384"/>
                  </a:lnTo>
                  <a:cubicBezTo>
                    <a:pt x="66654" y="79384"/>
                    <a:pt x="80825" y="78670"/>
                    <a:pt x="88973" y="78670"/>
                  </a:cubicBezTo>
                  <a:cubicBezTo>
                    <a:pt x="95527" y="78670"/>
                    <a:pt x="102258" y="78848"/>
                    <a:pt x="108812" y="79384"/>
                  </a:cubicBezTo>
                  <a:lnTo>
                    <a:pt x="108812" y="69383"/>
                  </a:lnTo>
                  <a:lnTo>
                    <a:pt x="95704" y="69383"/>
                  </a:lnTo>
                  <a:lnTo>
                    <a:pt x="63997" y="36166"/>
                  </a:lnTo>
                  <a:close/>
                </a:path>
              </a:pathLst>
            </a:custGeom>
            <a:solidFill>
              <a:schemeClr val="bg1"/>
            </a:solidFill>
            <a:ln w="25432" cap="flat">
              <a:noFill/>
              <a:prstDash val="solid"/>
              <a:miter/>
            </a:ln>
          </p:spPr>
          <p:txBody>
            <a:bodyPr/>
            <a:lstStyle/>
            <a:p>
              <a:endParaRPr lang="en-US"/>
            </a:p>
          </p:txBody>
        </p:sp>
        <p:sp>
          <p:nvSpPr>
            <p:cNvPr id="876" name="Freeform: Shape 875">
              <a:extLst>
                <a:ext uri="{FF2B5EF4-FFF2-40B4-BE49-F238E27FC236}">
                  <a16:creationId xmlns:a16="http://schemas.microsoft.com/office/drawing/2014/main" id="{3AB8637F-3A84-E2B0-7F3D-35E66B956B6E}"/>
                </a:ext>
              </a:extLst>
            </p:cNvPr>
            <p:cNvSpPr/>
            <p:nvPr>
              <p:custDataLst>
                <p:tags r:id="rId117"/>
              </p:custDataLst>
            </p:nvPr>
          </p:nvSpPr>
          <p:spPr>
            <a:xfrm>
              <a:off x="7379076" y="5070744"/>
              <a:ext cx="35047" cy="66460"/>
            </a:xfrm>
            <a:custGeom>
              <a:avLst/>
              <a:gdLst>
                <a:gd name="csX0" fmla="*/ 34015 w 35047"/>
                <a:gd name="csY0" fmla="*/ 12079 h 66460"/>
                <a:gd name="csX1" fmla="*/ 35281 w 35047"/>
                <a:gd name="csY1" fmla="*/ 7615 h 66460"/>
                <a:gd name="csX2" fmla="*/ 27436 w 35047"/>
                <a:gd name="csY2" fmla="*/ 88 h 66460"/>
                <a:gd name="csX3" fmla="*/ 20224 w 35047"/>
                <a:gd name="csY3" fmla="*/ 5956 h 66460"/>
                <a:gd name="csX4" fmla="*/ 739 w 35047"/>
                <a:gd name="csY4" fmla="*/ 61191 h 66460"/>
                <a:gd name="csX5" fmla="*/ 233 w 35047"/>
                <a:gd name="csY5" fmla="*/ 63232 h 66460"/>
                <a:gd name="csX6" fmla="*/ 5674 w 35047"/>
                <a:gd name="csY6" fmla="*/ 66548 h 66460"/>
                <a:gd name="csX7" fmla="*/ 7825 w 35047"/>
                <a:gd name="csY7" fmla="*/ 64380 h 66460"/>
                <a:gd name="csX8" fmla="*/ 34015 w 35047"/>
                <a:gd name="csY8" fmla="*/ 12079 h 664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047" h="66460">
                  <a:moveTo>
                    <a:pt x="34015" y="12079"/>
                  </a:moveTo>
                  <a:cubicBezTo>
                    <a:pt x="34142" y="11952"/>
                    <a:pt x="35281" y="9528"/>
                    <a:pt x="35281" y="7615"/>
                  </a:cubicBezTo>
                  <a:cubicBezTo>
                    <a:pt x="35281" y="3022"/>
                    <a:pt x="31232" y="88"/>
                    <a:pt x="27436" y="88"/>
                  </a:cubicBezTo>
                  <a:cubicBezTo>
                    <a:pt x="22248" y="88"/>
                    <a:pt x="20857" y="4043"/>
                    <a:pt x="20224" y="5956"/>
                  </a:cubicBezTo>
                  <a:lnTo>
                    <a:pt x="739" y="61191"/>
                  </a:lnTo>
                  <a:cubicBezTo>
                    <a:pt x="233" y="62722"/>
                    <a:pt x="233" y="63104"/>
                    <a:pt x="233" y="63232"/>
                  </a:cubicBezTo>
                  <a:cubicBezTo>
                    <a:pt x="233" y="65273"/>
                    <a:pt x="5547" y="66548"/>
                    <a:pt x="5674" y="66548"/>
                  </a:cubicBezTo>
                  <a:cubicBezTo>
                    <a:pt x="6812" y="66548"/>
                    <a:pt x="7065" y="65911"/>
                    <a:pt x="7825" y="64380"/>
                  </a:cubicBezTo>
                  <a:lnTo>
                    <a:pt x="34015" y="12079"/>
                  </a:lnTo>
                  <a:close/>
                </a:path>
              </a:pathLst>
            </a:custGeom>
            <a:solidFill>
              <a:schemeClr val="bg1"/>
            </a:solidFill>
            <a:ln w="25432" cap="flat">
              <a:noFill/>
              <a:prstDash val="solid"/>
              <a:miter/>
            </a:ln>
          </p:spPr>
          <p:txBody>
            <a:bodyPr/>
            <a:lstStyle/>
            <a:p>
              <a:endParaRPr lang="en-US"/>
            </a:p>
          </p:txBody>
        </p:sp>
        <p:sp>
          <p:nvSpPr>
            <p:cNvPr id="877" name="Freeform: Shape 876">
              <a:extLst>
                <a:ext uri="{FF2B5EF4-FFF2-40B4-BE49-F238E27FC236}">
                  <a16:creationId xmlns:a16="http://schemas.microsoft.com/office/drawing/2014/main" id="{A04968D0-0B02-BFFD-DCDB-20F1D7BD2E18}"/>
                </a:ext>
              </a:extLst>
            </p:cNvPr>
            <p:cNvSpPr/>
            <p:nvPr>
              <p:custDataLst>
                <p:tags r:id="rId118"/>
              </p:custDataLst>
            </p:nvPr>
          </p:nvSpPr>
          <p:spPr>
            <a:xfrm>
              <a:off x="7439476" y="5093675"/>
              <a:ext cx="123817" cy="160014"/>
            </a:xfrm>
            <a:custGeom>
              <a:avLst/>
              <a:gdLst>
                <a:gd name="csX0" fmla="*/ 11750 w 123817"/>
                <a:gd name="csY0" fmla="*/ 156177 h 160014"/>
                <a:gd name="csX1" fmla="*/ 22555 w 123817"/>
                <a:gd name="csY1" fmla="*/ 112066 h 160014"/>
                <a:gd name="csX2" fmla="*/ 62765 w 123817"/>
                <a:gd name="csY2" fmla="*/ 127782 h 160014"/>
                <a:gd name="csX3" fmla="*/ 122636 w 123817"/>
                <a:gd name="csY3" fmla="*/ 78134 h 160014"/>
                <a:gd name="csX4" fmla="*/ 110591 w 123817"/>
                <a:gd name="csY4" fmla="*/ 53846 h 160014"/>
                <a:gd name="csX5" fmla="*/ 124054 w 123817"/>
                <a:gd name="csY5" fmla="*/ 25451 h 160014"/>
                <a:gd name="csX6" fmla="*/ 92523 w 123817"/>
                <a:gd name="csY6" fmla="*/ 91 h 160014"/>
                <a:gd name="csX7" fmla="*/ 27692 w 123817"/>
                <a:gd name="csY7" fmla="*/ 45810 h 160014"/>
                <a:gd name="csX8" fmla="*/ 944 w 123817"/>
                <a:gd name="csY8" fmla="*/ 153855 h 160014"/>
                <a:gd name="csX9" fmla="*/ 236 w 123817"/>
                <a:gd name="csY9" fmla="*/ 156891 h 160014"/>
                <a:gd name="csX10" fmla="*/ 5904 w 123817"/>
                <a:gd name="csY10" fmla="*/ 160106 h 160014"/>
                <a:gd name="csX11" fmla="*/ 11750 w 123817"/>
                <a:gd name="csY11" fmla="*/ 156177 h 160014"/>
                <a:gd name="csX12" fmla="*/ 67193 w 123817"/>
                <a:gd name="csY12" fmla="*/ 56168 h 160014"/>
                <a:gd name="csX13" fmla="*/ 79061 w 123817"/>
                <a:gd name="csY13" fmla="*/ 54382 h 160014"/>
                <a:gd name="csX14" fmla="*/ 87386 w 123817"/>
                <a:gd name="csY14" fmla="*/ 55096 h 160014"/>
                <a:gd name="csX15" fmla="*/ 76581 w 123817"/>
                <a:gd name="csY15" fmla="*/ 57239 h 160014"/>
                <a:gd name="csX16" fmla="*/ 67193 w 123817"/>
                <a:gd name="csY16" fmla="*/ 56168 h 160014"/>
                <a:gd name="csX17" fmla="*/ 95889 w 123817"/>
                <a:gd name="csY17" fmla="*/ 47596 h 160014"/>
                <a:gd name="csX18" fmla="*/ 79592 w 123817"/>
                <a:gd name="csY18" fmla="*/ 46167 h 160014"/>
                <a:gd name="csX19" fmla="*/ 55856 w 123817"/>
                <a:gd name="csY19" fmla="*/ 56882 h 160014"/>
                <a:gd name="csX20" fmla="*/ 76227 w 123817"/>
                <a:gd name="csY20" fmla="*/ 65454 h 160014"/>
                <a:gd name="csX21" fmla="*/ 98015 w 123817"/>
                <a:gd name="csY21" fmla="*/ 61704 h 160014"/>
                <a:gd name="csX22" fmla="*/ 100140 w 123817"/>
                <a:gd name="csY22" fmla="*/ 71169 h 160014"/>
                <a:gd name="csX23" fmla="*/ 89689 w 123817"/>
                <a:gd name="csY23" fmla="*/ 106530 h 160014"/>
                <a:gd name="csX24" fmla="*/ 62587 w 123817"/>
                <a:gd name="csY24" fmla="*/ 119566 h 160014"/>
                <a:gd name="csX25" fmla="*/ 27869 w 123817"/>
                <a:gd name="csY25" fmla="*/ 94207 h 160014"/>
                <a:gd name="csX26" fmla="*/ 31057 w 123817"/>
                <a:gd name="csY26" fmla="*/ 78313 h 160014"/>
                <a:gd name="csX27" fmla="*/ 37966 w 123817"/>
                <a:gd name="csY27" fmla="*/ 49917 h 160014"/>
                <a:gd name="csX28" fmla="*/ 56742 w 123817"/>
                <a:gd name="csY28" fmla="*/ 20807 h 160014"/>
                <a:gd name="csX29" fmla="*/ 91638 w 123817"/>
                <a:gd name="csY29" fmla="*/ 8306 h 160014"/>
                <a:gd name="csX30" fmla="*/ 103683 w 123817"/>
                <a:gd name="csY30" fmla="*/ 19022 h 160014"/>
                <a:gd name="csX31" fmla="*/ 95889 w 123817"/>
                <a:gd name="csY31" fmla="*/ 47596 h 160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23817" h="160014">
                  <a:moveTo>
                    <a:pt x="11750" y="156177"/>
                  </a:moveTo>
                  <a:lnTo>
                    <a:pt x="22555" y="112066"/>
                  </a:lnTo>
                  <a:cubicBezTo>
                    <a:pt x="25920" y="116530"/>
                    <a:pt x="37788" y="127782"/>
                    <a:pt x="62765" y="127782"/>
                  </a:cubicBezTo>
                  <a:cubicBezTo>
                    <a:pt x="102443" y="127782"/>
                    <a:pt x="122636" y="100636"/>
                    <a:pt x="122636" y="78134"/>
                  </a:cubicBezTo>
                  <a:cubicBezTo>
                    <a:pt x="122636" y="67776"/>
                    <a:pt x="118562" y="59561"/>
                    <a:pt x="110591" y="53846"/>
                  </a:cubicBezTo>
                  <a:cubicBezTo>
                    <a:pt x="118385" y="47417"/>
                    <a:pt x="124054" y="35987"/>
                    <a:pt x="124054" y="25451"/>
                  </a:cubicBezTo>
                  <a:cubicBezTo>
                    <a:pt x="124054" y="10985"/>
                    <a:pt x="113780" y="91"/>
                    <a:pt x="92523" y="91"/>
                  </a:cubicBezTo>
                  <a:cubicBezTo>
                    <a:pt x="66307" y="91"/>
                    <a:pt x="34777" y="16879"/>
                    <a:pt x="27692" y="45810"/>
                  </a:cubicBezTo>
                  <a:lnTo>
                    <a:pt x="944" y="153855"/>
                  </a:lnTo>
                  <a:cubicBezTo>
                    <a:pt x="236" y="156356"/>
                    <a:pt x="236" y="156713"/>
                    <a:pt x="236" y="156891"/>
                  </a:cubicBezTo>
                  <a:cubicBezTo>
                    <a:pt x="236" y="160106"/>
                    <a:pt x="3247" y="160106"/>
                    <a:pt x="5904" y="160106"/>
                  </a:cubicBezTo>
                  <a:cubicBezTo>
                    <a:pt x="9447" y="160106"/>
                    <a:pt x="10864" y="160106"/>
                    <a:pt x="11750" y="156177"/>
                  </a:cubicBezTo>
                  <a:close/>
                  <a:moveTo>
                    <a:pt x="67193" y="56168"/>
                  </a:moveTo>
                  <a:cubicBezTo>
                    <a:pt x="69496" y="55096"/>
                    <a:pt x="71090" y="54382"/>
                    <a:pt x="79061" y="54382"/>
                  </a:cubicBezTo>
                  <a:cubicBezTo>
                    <a:pt x="81895" y="54382"/>
                    <a:pt x="84198" y="54382"/>
                    <a:pt x="87386" y="55096"/>
                  </a:cubicBezTo>
                  <a:cubicBezTo>
                    <a:pt x="83489" y="57239"/>
                    <a:pt x="79770" y="57239"/>
                    <a:pt x="76581" y="57239"/>
                  </a:cubicBezTo>
                  <a:cubicBezTo>
                    <a:pt x="71267" y="57239"/>
                    <a:pt x="70736" y="57061"/>
                    <a:pt x="67193" y="56168"/>
                  </a:cubicBezTo>
                  <a:close/>
                  <a:moveTo>
                    <a:pt x="95889" y="47596"/>
                  </a:moveTo>
                  <a:cubicBezTo>
                    <a:pt x="89158" y="46167"/>
                    <a:pt x="83135" y="46167"/>
                    <a:pt x="79592" y="46167"/>
                  </a:cubicBezTo>
                  <a:cubicBezTo>
                    <a:pt x="71976" y="46167"/>
                    <a:pt x="55856" y="46167"/>
                    <a:pt x="55856" y="56882"/>
                  </a:cubicBezTo>
                  <a:cubicBezTo>
                    <a:pt x="55856" y="65276"/>
                    <a:pt x="67547" y="65454"/>
                    <a:pt x="76227" y="65454"/>
                  </a:cubicBezTo>
                  <a:cubicBezTo>
                    <a:pt x="81364" y="65454"/>
                    <a:pt x="88626" y="65454"/>
                    <a:pt x="98015" y="61704"/>
                  </a:cubicBezTo>
                  <a:cubicBezTo>
                    <a:pt x="99609" y="64204"/>
                    <a:pt x="100140" y="67955"/>
                    <a:pt x="100140" y="71169"/>
                  </a:cubicBezTo>
                  <a:cubicBezTo>
                    <a:pt x="100140" y="77420"/>
                    <a:pt x="96420" y="97064"/>
                    <a:pt x="89689" y="106530"/>
                  </a:cubicBezTo>
                  <a:cubicBezTo>
                    <a:pt x="83312" y="115280"/>
                    <a:pt x="73570" y="119566"/>
                    <a:pt x="62587" y="119566"/>
                  </a:cubicBezTo>
                  <a:cubicBezTo>
                    <a:pt x="47531" y="119566"/>
                    <a:pt x="27869" y="112602"/>
                    <a:pt x="27869" y="94207"/>
                  </a:cubicBezTo>
                  <a:cubicBezTo>
                    <a:pt x="27869" y="90814"/>
                    <a:pt x="29640" y="83492"/>
                    <a:pt x="31057" y="78313"/>
                  </a:cubicBezTo>
                  <a:cubicBezTo>
                    <a:pt x="31943" y="74384"/>
                    <a:pt x="37611" y="51525"/>
                    <a:pt x="37966" y="49917"/>
                  </a:cubicBezTo>
                  <a:cubicBezTo>
                    <a:pt x="39560" y="43667"/>
                    <a:pt x="42571" y="31523"/>
                    <a:pt x="56742" y="20807"/>
                  </a:cubicBezTo>
                  <a:cubicBezTo>
                    <a:pt x="71267" y="9735"/>
                    <a:pt x="85261" y="8306"/>
                    <a:pt x="91638" y="8306"/>
                  </a:cubicBezTo>
                  <a:cubicBezTo>
                    <a:pt x="103683" y="8306"/>
                    <a:pt x="103683" y="16164"/>
                    <a:pt x="103683" y="19022"/>
                  </a:cubicBezTo>
                  <a:cubicBezTo>
                    <a:pt x="103683" y="23308"/>
                    <a:pt x="100494" y="39559"/>
                    <a:pt x="95889" y="47596"/>
                  </a:cubicBezTo>
                  <a:close/>
                </a:path>
              </a:pathLst>
            </a:custGeom>
            <a:solidFill>
              <a:schemeClr val="bg1"/>
            </a:solidFill>
            <a:ln w="25432" cap="flat">
              <a:noFill/>
              <a:prstDash val="solid"/>
              <a:miter/>
            </a:ln>
          </p:spPr>
          <p:txBody>
            <a:bodyPr/>
            <a:lstStyle/>
            <a:p>
              <a:endParaRPr lang="en-US"/>
            </a:p>
          </p:txBody>
        </p:sp>
        <p:sp>
          <p:nvSpPr>
            <p:cNvPr id="878" name="Freeform: Shape 877">
              <a:extLst>
                <a:ext uri="{FF2B5EF4-FFF2-40B4-BE49-F238E27FC236}">
                  <a16:creationId xmlns:a16="http://schemas.microsoft.com/office/drawing/2014/main" id="{B2D23080-394E-AD98-95F2-14647F9F0B81}"/>
                </a:ext>
              </a:extLst>
            </p:cNvPr>
            <p:cNvSpPr/>
            <p:nvPr>
              <p:custDataLst>
                <p:tags r:id="rId119"/>
              </p:custDataLst>
            </p:nvPr>
          </p:nvSpPr>
          <p:spPr>
            <a:xfrm>
              <a:off x="7216298" y="5403091"/>
              <a:ext cx="119743" cy="8750"/>
            </a:xfrm>
            <a:custGeom>
              <a:avLst/>
              <a:gdLst>
                <a:gd name="csX0" fmla="*/ 112885 w 119743"/>
                <a:gd name="csY0" fmla="*/ 8851 h 8750"/>
                <a:gd name="csX1" fmla="*/ 119970 w 119743"/>
                <a:gd name="csY1" fmla="*/ 4565 h 8750"/>
                <a:gd name="csX2" fmla="*/ 112885 w 119743"/>
                <a:gd name="csY2" fmla="*/ 100 h 8750"/>
                <a:gd name="csX3" fmla="*/ 7312 w 119743"/>
                <a:gd name="csY3" fmla="*/ 100 h 8750"/>
                <a:gd name="csX4" fmla="*/ 226 w 119743"/>
                <a:gd name="csY4" fmla="*/ 4387 h 8750"/>
                <a:gd name="csX5" fmla="*/ 7312 w 119743"/>
                <a:gd name="csY5" fmla="*/ 8851 h 8750"/>
                <a:gd name="csX6" fmla="*/ 112885 w 119743"/>
                <a:gd name="csY6" fmla="*/ 8851 h 87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9743" h="8750">
                  <a:moveTo>
                    <a:pt x="112885" y="8851"/>
                  </a:moveTo>
                  <a:cubicBezTo>
                    <a:pt x="115719" y="8851"/>
                    <a:pt x="119970" y="8851"/>
                    <a:pt x="119970" y="4565"/>
                  </a:cubicBezTo>
                  <a:cubicBezTo>
                    <a:pt x="119970" y="100"/>
                    <a:pt x="115896" y="100"/>
                    <a:pt x="112885" y="100"/>
                  </a:cubicBezTo>
                  <a:lnTo>
                    <a:pt x="7312" y="100"/>
                  </a:lnTo>
                  <a:cubicBezTo>
                    <a:pt x="4478" y="100"/>
                    <a:pt x="226" y="100"/>
                    <a:pt x="226" y="4387"/>
                  </a:cubicBezTo>
                  <a:cubicBezTo>
                    <a:pt x="226" y="8851"/>
                    <a:pt x="4300" y="8851"/>
                    <a:pt x="7312" y="8851"/>
                  </a:cubicBezTo>
                  <a:lnTo>
                    <a:pt x="112885" y="8851"/>
                  </a:lnTo>
                  <a:close/>
                </a:path>
              </a:pathLst>
            </a:custGeom>
            <a:solidFill>
              <a:schemeClr val="bg1"/>
            </a:solidFill>
            <a:ln w="25432" cap="flat">
              <a:noFill/>
              <a:prstDash val="solid"/>
              <a:miter/>
            </a:ln>
          </p:spPr>
          <p:txBody>
            <a:bodyPr/>
            <a:lstStyle/>
            <a:p>
              <a:endParaRPr lang="en-US"/>
            </a:p>
          </p:txBody>
        </p:sp>
        <p:sp>
          <p:nvSpPr>
            <p:cNvPr id="879" name="Freeform: Shape 878">
              <a:extLst>
                <a:ext uri="{FF2B5EF4-FFF2-40B4-BE49-F238E27FC236}">
                  <a16:creationId xmlns:a16="http://schemas.microsoft.com/office/drawing/2014/main" id="{EF384402-8746-E693-CE61-E373CE3C58D0}"/>
                </a:ext>
              </a:extLst>
            </p:cNvPr>
            <p:cNvSpPr/>
            <p:nvPr>
              <p:custDataLst>
                <p:tags r:id="rId120"/>
              </p:custDataLst>
            </p:nvPr>
          </p:nvSpPr>
          <p:spPr>
            <a:xfrm>
              <a:off x="7368964" y="5373445"/>
              <a:ext cx="174301" cy="80543"/>
            </a:xfrm>
            <a:custGeom>
              <a:avLst/>
              <a:gdLst>
                <a:gd name="csX0" fmla="*/ 88978 w 174301"/>
                <a:gd name="csY0" fmla="*/ 29925 h 80543"/>
                <a:gd name="csX1" fmla="*/ 70024 w 174301"/>
                <a:gd name="csY1" fmla="*/ 10994 h 80543"/>
                <a:gd name="csX2" fmla="*/ 38140 w 174301"/>
                <a:gd name="csY2" fmla="*/ 100 h 80543"/>
                <a:gd name="csX3" fmla="*/ 233 w 174301"/>
                <a:gd name="csY3" fmla="*/ 40461 h 80543"/>
                <a:gd name="csX4" fmla="*/ 37608 w 174301"/>
                <a:gd name="csY4" fmla="*/ 80643 h 80543"/>
                <a:gd name="csX5" fmla="*/ 85789 w 174301"/>
                <a:gd name="csY5" fmla="*/ 50819 h 80543"/>
                <a:gd name="csX6" fmla="*/ 104743 w 174301"/>
                <a:gd name="csY6" fmla="*/ 69750 h 80543"/>
                <a:gd name="csX7" fmla="*/ 136627 w 174301"/>
                <a:gd name="csY7" fmla="*/ 80643 h 80543"/>
                <a:gd name="csX8" fmla="*/ 174534 w 174301"/>
                <a:gd name="csY8" fmla="*/ 40283 h 80543"/>
                <a:gd name="csX9" fmla="*/ 137158 w 174301"/>
                <a:gd name="csY9" fmla="*/ 100 h 80543"/>
                <a:gd name="csX10" fmla="*/ 88978 w 174301"/>
                <a:gd name="csY10" fmla="*/ 29925 h 80543"/>
                <a:gd name="csX11" fmla="*/ 94646 w 174301"/>
                <a:gd name="csY11" fmla="*/ 36532 h 80543"/>
                <a:gd name="csX12" fmla="*/ 138753 w 174301"/>
                <a:gd name="csY12" fmla="*/ 6887 h 80543"/>
                <a:gd name="csX13" fmla="*/ 169574 w 174301"/>
                <a:gd name="csY13" fmla="*/ 40283 h 80543"/>
                <a:gd name="csX14" fmla="*/ 139461 w 174301"/>
                <a:gd name="csY14" fmla="*/ 70821 h 80543"/>
                <a:gd name="csX15" fmla="*/ 94646 w 174301"/>
                <a:gd name="csY15" fmla="*/ 36532 h 80543"/>
                <a:gd name="csX16" fmla="*/ 80121 w 174301"/>
                <a:gd name="csY16" fmla="*/ 44212 h 80543"/>
                <a:gd name="csX17" fmla="*/ 36014 w 174301"/>
                <a:gd name="csY17" fmla="*/ 73857 h 80543"/>
                <a:gd name="csX18" fmla="*/ 5192 w 174301"/>
                <a:gd name="csY18" fmla="*/ 40461 h 80543"/>
                <a:gd name="csX19" fmla="*/ 35305 w 174301"/>
                <a:gd name="csY19" fmla="*/ 9923 h 80543"/>
                <a:gd name="csX20" fmla="*/ 80121 w 174301"/>
                <a:gd name="csY20" fmla="*/ 44212 h 80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74301" h="80543">
                  <a:moveTo>
                    <a:pt x="88978" y="29925"/>
                  </a:moveTo>
                  <a:cubicBezTo>
                    <a:pt x="79589" y="18852"/>
                    <a:pt x="76755" y="15816"/>
                    <a:pt x="70024" y="10994"/>
                  </a:cubicBezTo>
                  <a:cubicBezTo>
                    <a:pt x="59219" y="3136"/>
                    <a:pt x="47882" y="100"/>
                    <a:pt x="38140" y="100"/>
                  </a:cubicBezTo>
                  <a:cubicBezTo>
                    <a:pt x="16175" y="100"/>
                    <a:pt x="233" y="19031"/>
                    <a:pt x="233" y="40461"/>
                  </a:cubicBezTo>
                  <a:cubicBezTo>
                    <a:pt x="233" y="61356"/>
                    <a:pt x="15466" y="80643"/>
                    <a:pt x="37608" y="80643"/>
                  </a:cubicBezTo>
                  <a:cubicBezTo>
                    <a:pt x="62230" y="80643"/>
                    <a:pt x="79412" y="60284"/>
                    <a:pt x="85789" y="50819"/>
                  </a:cubicBezTo>
                  <a:cubicBezTo>
                    <a:pt x="95177" y="61892"/>
                    <a:pt x="98011" y="64928"/>
                    <a:pt x="104743" y="69750"/>
                  </a:cubicBezTo>
                  <a:cubicBezTo>
                    <a:pt x="115548" y="77607"/>
                    <a:pt x="126885" y="80643"/>
                    <a:pt x="136627" y="80643"/>
                  </a:cubicBezTo>
                  <a:cubicBezTo>
                    <a:pt x="158592" y="80643"/>
                    <a:pt x="174534" y="61713"/>
                    <a:pt x="174534" y="40283"/>
                  </a:cubicBezTo>
                  <a:cubicBezTo>
                    <a:pt x="174534" y="19388"/>
                    <a:pt x="159300" y="100"/>
                    <a:pt x="137158" y="100"/>
                  </a:cubicBezTo>
                  <a:cubicBezTo>
                    <a:pt x="112537" y="100"/>
                    <a:pt x="95354" y="20459"/>
                    <a:pt x="88978" y="29925"/>
                  </a:cubicBezTo>
                  <a:close/>
                  <a:moveTo>
                    <a:pt x="94646" y="36532"/>
                  </a:moveTo>
                  <a:cubicBezTo>
                    <a:pt x="101731" y="24924"/>
                    <a:pt x="117142" y="6887"/>
                    <a:pt x="138753" y="6887"/>
                  </a:cubicBezTo>
                  <a:cubicBezTo>
                    <a:pt x="156998" y="6887"/>
                    <a:pt x="169574" y="23138"/>
                    <a:pt x="169574" y="40283"/>
                  </a:cubicBezTo>
                  <a:cubicBezTo>
                    <a:pt x="169574" y="57427"/>
                    <a:pt x="155758" y="70821"/>
                    <a:pt x="139461" y="70821"/>
                  </a:cubicBezTo>
                  <a:cubicBezTo>
                    <a:pt x="122988" y="70821"/>
                    <a:pt x="111651" y="57248"/>
                    <a:pt x="94646" y="36532"/>
                  </a:cubicBezTo>
                  <a:close/>
                  <a:moveTo>
                    <a:pt x="80121" y="44212"/>
                  </a:moveTo>
                  <a:cubicBezTo>
                    <a:pt x="73035" y="55820"/>
                    <a:pt x="57624" y="73857"/>
                    <a:pt x="36014" y="73857"/>
                  </a:cubicBezTo>
                  <a:cubicBezTo>
                    <a:pt x="17769" y="73857"/>
                    <a:pt x="5192" y="57606"/>
                    <a:pt x="5192" y="40461"/>
                  </a:cubicBezTo>
                  <a:cubicBezTo>
                    <a:pt x="5192" y="23317"/>
                    <a:pt x="19009" y="9923"/>
                    <a:pt x="35305" y="9923"/>
                  </a:cubicBezTo>
                  <a:cubicBezTo>
                    <a:pt x="51779" y="9923"/>
                    <a:pt x="63116" y="23495"/>
                    <a:pt x="80121" y="44212"/>
                  </a:cubicBezTo>
                  <a:close/>
                </a:path>
              </a:pathLst>
            </a:custGeom>
            <a:solidFill>
              <a:schemeClr val="bg1"/>
            </a:solidFill>
            <a:ln w="25432" cap="flat">
              <a:noFill/>
              <a:prstDash val="solid"/>
              <a:miter/>
            </a:ln>
          </p:spPr>
          <p:txBody>
            <a:bodyPr/>
            <a:lstStyle/>
            <a:p>
              <a:endParaRPr lang="en-US"/>
            </a:p>
          </p:txBody>
        </p:sp>
        <p:sp>
          <p:nvSpPr>
            <p:cNvPr id="880" name="Freeform: Shape 879">
              <a:extLst>
                <a:ext uri="{FF2B5EF4-FFF2-40B4-BE49-F238E27FC236}">
                  <a16:creationId xmlns:a16="http://schemas.microsoft.com/office/drawing/2014/main" id="{752CFF51-9718-47F6-F5E0-EB14A6FAE81E}"/>
                </a:ext>
              </a:extLst>
            </p:cNvPr>
            <p:cNvSpPr/>
            <p:nvPr>
              <p:custDataLst>
                <p:tags r:id="rId121"/>
              </p:custDataLst>
            </p:nvPr>
          </p:nvSpPr>
          <p:spPr>
            <a:xfrm>
              <a:off x="7639542" y="5184433"/>
              <a:ext cx="132598" cy="229357"/>
            </a:xfrm>
            <a:custGeom>
              <a:avLst/>
              <a:gdLst>
                <a:gd name="csX0" fmla="*/ 98427 w 132598"/>
                <a:gd name="csY0" fmla="*/ 6220 h 229357"/>
                <a:gd name="csX1" fmla="*/ 99186 w 132598"/>
                <a:gd name="csY1" fmla="*/ 2648 h 229357"/>
                <a:gd name="csX2" fmla="*/ 96150 w 132598"/>
                <a:gd name="csY2" fmla="*/ 97 h 229357"/>
                <a:gd name="csX3" fmla="*/ 92354 w 132598"/>
                <a:gd name="csY3" fmla="*/ 5199 h 229357"/>
                <a:gd name="csX4" fmla="*/ 77677 w 132598"/>
                <a:gd name="csY4" fmla="*/ 64133 h 229357"/>
                <a:gd name="csX5" fmla="*/ 243 w 132598"/>
                <a:gd name="csY5" fmla="*/ 134038 h 229357"/>
                <a:gd name="csX6" fmla="*/ 48829 w 132598"/>
                <a:gd name="csY6" fmla="*/ 180215 h 229357"/>
                <a:gd name="csX7" fmla="*/ 43009 w 132598"/>
                <a:gd name="csY7" fmla="*/ 204197 h 229357"/>
                <a:gd name="csX8" fmla="*/ 37442 w 132598"/>
                <a:gd name="csY8" fmla="*/ 226648 h 229357"/>
                <a:gd name="csX9" fmla="*/ 40478 w 132598"/>
                <a:gd name="csY9" fmla="*/ 229454 h 229357"/>
                <a:gd name="csX10" fmla="*/ 43009 w 132598"/>
                <a:gd name="csY10" fmla="*/ 228434 h 229357"/>
                <a:gd name="csX11" fmla="*/ 45792 w 132598"/>
                <a:gd name="csY11" fmla="*/ 218229 h 229357"/>
                <a:gd name="csX12" fmla="*/ 55408 w 132598"/>
                <a:gd name="csY12" fmla="*/ 180215 h 229357"/>
                <a:gd name="csX13" fmla="*/ 132842 w 132598"/>
                <a:gd name="csY13" fmla="*/ 110311 h 229357"/>
                <a:gd name="csX14" fmla="*/ 84256 w 132598"/>
                <a:gd name="csY14" fmla="*/ 64133 h 229357"/>
                <a:gd name="csX15" fmla="*/ 98427 w 132598"/>
                <a:gd name="csY15" fmla="*/ 6220 h 229357"/>
                <a:gd name="csX16" fmla="*/ 50094 w 132598"/>
                <a:gd name="csY16" fmla="*/ 174603 h 229357"/>
                <a:gd name="csX17" fmla="*/ 16692 w 132598"/>
                <a:gd name="csY17" fmla="*/ 139395 h 229357"/>
                <a:gd name="csX18" fmla="*/ 76159 w 132598"/>
                <a:gd name="csY18" fmla="*/ 69746 h 229357"/>
                <a:gd name="csX19" fmla="*/ 50094 w 132598"/>
                <a:gd name="csY19" fmla="*/ 174603 h 229357"/>
                <a:gd name="csX20" fmla="*/ 82738 w 132598"/>
                <a:gd name="csY20" fmla="*/ 69746 h 229357"/>
                <a:gd name="csX21" fmla="*/ 116394 w 132598"/>
                <a:gd name="csY21" fmla="*/ 104953 h 229357"/>
                <a:gd name="csX22" fmla="*/ 56674 w 132598"/>
                <a:gd name="csY22" fmla="*/ 174603 h 229357"/>
                <a:gd name="csX23" fmla="*/ 82738 w 132598"/>
                <a:gd name="csY23" fmla="*/ 69746 h 2293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32598" h="229357">
                  <a:moveTo>
                    <a:pt x="98427" y="6220"/>
                  </a:moveTo>
                  <a:cubicBezTo>
                    <a:pt x="98427" y="5710"/>
                    <a:pt x="99186" y="2903"/>
                    <a:pt x="99186" y="2648"/>
                  </a:cubicBezTo>
                  <a:cubicBezTo>
                    <a:pt x="99186" y="2393"/>
                    <a:pt x="99186" y="97"/>
                    <a:pt x="96150" y="97"/>
                  </a:cubicBezTo>
                  <a:cubicBezTo>
                    <a:pt x="93619" y="97"/>
                    <a:pt x="93366" y="862"/>
                    <a:pt x="92354" y="5199"/>
                  </a:cubicBezTo>
                  <a:lnTo>
                    <a:pt x="77677" y="64133"/>
                  </a:lnTo>
                  <a:cubicBezTo>
                    <a:pt x="37442" y="65409"/>
                    <a:pt x="243" y="99341"/>
                    <a:pt x="243" y="134038"/>
                  </a:cubicBezTo>
                  <a:cubicBezTo>
                    <a:pt x="243" y="158275"/>
                    <a:pt x="17957" y="178429"/>
                    <a:pt x="48829" y="180215"/>
                  </a:cubicBezTo>
                  <a:cubicBezTo>
                    <a:pt x="46805" y="188124"/>
                    <a:pt x="45033" y="196288"/>
                    <a:pt x="43009" y="204197"/>
                  </a:cubicBezTo>
                  <a:cubicBezTo>
                    <a:pt x="39972" y="216188"/>
                    <a:pt x="37442" y="225883"/>
                    <a:pt x="37442" y="226648"/>
                  </a:cubicBezTo>
                  <a:cubicBezTo>
                    <a:pt x="37442" y="229199"/>
                    <a:pt x="39213" y="229454"/>
                    <a:pt x="40478" y="229454"/>
                  </a:cubicBezTo>
                  <a:cubicBezTo>
                    <a:pt x="41744" y="229454"/>
                    <a:pt x="42250" y="229199"/>
                    <a:pt x="43009" y="228434"/>
                  </a:cubicBezTo>
                  <a:cubicBezTo>
                    <a:pt x="43515" y="227924"/>
                    <a:pt x="45033" y="221801"/>
                    <a:pt x="45792" y="218229"/>
                  </a:cubicBezTo>
                  <a:lnTo>
                    <a:pt x="55408" y="180215"/>
                  </a:lnTo>
                  <a:cubicBezTo>
                    <a:pt x="96150" y="178940"/>
                    <a:pt x="132842" y="144498"/>
                    <a:pt x="132842" y="110311"/>
                  </a:cubicBezTo>
                  <a:cubicBezTo>
                    <a:pt x="132842" y="90156"/>
                    <a:pt x="119430" y="66685"/>
                    <a:pt x="84256" y="64133"/>
                  </a:cubicBezTo>
                  <a:lnTo>
                    <a:pt x="98427" y="6220"/>
                  </a:lnTo>
                  <a:close/>
                  <a:moveTo>
                    <a:pt x="50094" y="174603"/>
                  </a:moveTo>
                  <a:cubicBezTo>
                    <a:pt x="34911" y="173837"/>
                    <a:pt x="16692" y="164908"/>
                    <a:pt x="16692" y="139395"/>
                  </a:cubicBezTo>
                  <a:cubicBezTo>
                    <a:pt x="16692" y="108780"/>
                    <a:pt x="38454" y="73063"/>
                    <a:pt x="76159" y="69746"/>
                  </a:cubicBezTo>
                  <a:lnTo>
                    <a:pt x="50094" y="174603"/>
                  </a:lnTo>
                  <a:close/>
                  <a:moveTo>
                    <a:pt x="82738" y="69746"/>
                  </a:moveTo>
                  <a:cubicBezTo>
                    <a:pt x="101970" y="70767"/>
                    <a:pt x="116394" y="82502"/>
                    <a:pt x="116394" y="104953"/>
                  </a:cubicBezTo>
                  <a:cubicBezTo>
                    <a:pt x="116394" y="135058"/>
                    <a:pt x="94631" y="171541"/>
                    <a:pt x="56674" y="174603"/>
                  </a:cubicBezTo>
                  <a:lnTo>
                    <a:pt x="82738" y="69746"/>
                  </a:lnTo>
                  <a:close/>
                </a:path>
              </a:pathLst>
            </a:custGeom>
            <a:solidFill>
              <a:schemeClr val="bg1"/>
            </a:solidFill>
            <a:ln w="25432" cap="flat">
              <a:noFill/>
              <a:prstDash val="solid"/>
              <a:miter/>
            </a:ln>
          </p:spPr>
          <p:txBody>
            <a:bodyPr/>
            <a:lstStyle/>
            <a:p>
              <a:endParaRPr lang="en-US"/>
            </a:p>
          </p:txBody>
        </p:sp>
        <p:sp>
          <p:nvSpPr>
            <p:cNvPr id="881" name="Freeform: Shape 880">
              <a:extLst>
                <a:ext uri="{FF2B5EF4-FFF2-40B4-BE49-F238E27FC236}">
                  <a16:creationId xmlns:a16="http://schemas.microsoft.com/office/drawing/2014/main" id="{5A906D06-EA1A-C697-0481-E5D7FA1CFB95}"/>
                </a:ext>
              </a:extLst>
            </p:cNvPr>
            <p:cNvSpPr/>
            <p:nvPr>
              <p:custDataLst>
                <p:tags r:id="rId122"/>
              </p:custDataLst>
            </p:nvPr>
          </p:nvSpPr>
          <p:spPr>
            <a:xfrm>
              <a:off x="7802971" y="5170146"/>
              <a:ext cx="58707" cy="255125"/>
            </a:xfrm>
            <a:custGeom>
              <a:avLst/>
              <a:gdLst>
                <a:gd name="csX0" fmla="*/ 58957 w 58707"/>
                <a:gd name="csY0" fmla="*/ 252671 h 255125"/>
                <a:gd name="csX1" fmla="*/ 54655 w 58707"/>
                <a:gd name="csY1" fmla="*/ 247058 h 255125"/>
                <a:gd name="csX2" fmla="*/ 14926 w 58707"/>
                <a:gd name="csY2" fmla="*/ 127660 h 255125"/>
                <a:gd name="csX3" fmla="*/ 55667 w 58707"/>
                <a:gd name="csY3" fmla="*/ 6985 h 255125"/>
                <a:gd name="csX4" fmla="*/ 58957 w 58707"/>
                <a:gd name="csY4" fmla="*/ 2648 h 255125"/>
                <a:gd name="csX5" fmla="*/ 56426 w 58707"/>
                <a:gd name="csY5" fmla="*/ 97 h 255125"/>
                <a:gd name="csX6" fmla="*/ 16191 w 58707"/>
                <a:gd name="csY6" fmla="*/ 49846 h 255125"/>
                <a:gd name="csX7" fmla="*/ 249 w 58707"/>
                <a:gd name="csY7" fmla="*/ 127660 h 255125"/>
                <a:gd name="csX8" fmla="*/ 16951 w 58707"/>
                <a:gd name="csY8" fmla="*/ 207259 h 255125"/>
                <a:gd name="csX9" fmla="*/ 56426 w 58707"/>
                <a:gd name="csY9" fmla="*/ 255222 h 255125"/>
                <a:gd name="csX10" fmla="*/ 58957 w 58707"/>
                <a:gd name="csY10" fmla="*/ 252671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55125">
                  <a:moveTo>
                    <a:pt x="58957" y="252671"/>
                  </a:moveTo>
                  <a:cubicBezTo>
                    <a:pt x="58957" y="251906"/>
                    <a:pt x="58957" y="251395"/>
                    <a:pt x="54655" y="247058"/>
                  </a:cubicBezTo>
                  <a:cubicBezTo>
                    <a:pt x="23024" y="214912"/>
                    <a:pt x="14926" y="166694"/>
                    <a:pt x="14926" y="127660"/>
                  </a:cubicBezTo>
                  <a:cubicBezTo>
                    <a:pt x="14926" y="83268"/>
                    <a:pt x="24542" y="38876"/>
                    <a:pt x="55667" y="6985"/>
                  </a:cubicBezTo>
                  <a:cubicBezTo>
                    <a:pt x="58957" y="3924"/>
                    <a:pt x="58957" y="3414"/>
                    <a:pt x="58957" y="2648"/>
                  </a:cubicBezTo>
                  <a:cubicBezTo>
                    <a:pt x="58957" y="862"/>
                    <a:pt x="57945" y="97"/>
                    <a:pt x="56426" y="97"/>
                  </a:cubicBezTo>
                  <a:cubicBezTo>
                    <a:pt x="53896" y="97"/>
                    <a:pt x="31121" y="17445"/>
                    <a:pt x="16191" y="49846"/>
                  </a:cubicBezTo>
                  <a:cubicBezTo>
                    <a:pt x="3286" y="77910"/>
                    <a:pt x="249" y="106229"/>
                    <a:pt x="249" y="127660"/>
                  </a:cubicBezTo>
                  <a:cubicBezTo>
                    <a:pt x="249" y="147559"/>
                    <a:pt x="3033" y="178429"/>
                    <a:pt x="16951" y="207259"/>
                  </a:cubicBezTo>
                  <a:cubicBezTo>
                    <a:pt x="32134" y="238639"/>
                    <a:pt x="53896" y="255222"/>
                    <a:pt x="56426" y="255222"/>
                  </a:cubicBezTo>
                  <a:cubicBezTo>
                    <a:pt x="57945" y="255222"/>
                    <a:pt x="58957" y="254457"/>
                    <a:pt x="58957" y="252671"/>
                  </a:cubicBezTo>
                  <a:close/>
                </a:path>
              </a:pathLst>
            </a:custGeom>
            <a:solidFill>
              <a:schemeClr val="bg1"/>
            </a:solidFill>
            <a:ln w="25432" cap="flat">
              <a:noFill/>
              <a:prstDash val="solid"/>
              <a:miter/>
            </a:ln>
          </p:spPr>
          <p:txBody>
            <a:bodyPr/>
            <a:lstStyle/>
            <a:p>
              <a:endParaRPr lang="en-US"/>
            </a:p>
          </p:txBody>
        </p:sp>
        <p:sp>
          <p:nvSpPr>
            <p:cNvPr id="882" name="Freeform: Shape 881">
              <a:extLst>
                <a:ext uri="{FF2B5EF4-FFF2-40B4-BE49-F238E27FC236}">
                  <a16:creationId xmlns:a16="http://schemas.microsoft.com/office/drawing/2014/main" id="{0136CA67-2300-D279-D281-CEB6D4B4025F}"/>
                </a:ext>
              </a:extLst>
            </p:cNvPr>
            <p:cNvSpPr/>
            <p:nvPr>
              <p:custDataLst>
                <p:tags r:id="rId123"/>
              </p:custDataLst>
            </p:nvPr>
          </p:nvSpPr>
          <p:spPr>
            <a:xfrm>
              <a:off x="7887210" y="5248725"/>
              <a:ext cx="107293" cy="115571"/>
            </a:xfrm>
            <a:custGeom>
              <a:avLst/>
              <a:gdLst>
                <a:gd name="csX0" fmla="*/ 23028 w 107293"/>
                <a:gd name="csY0" fmla="*/ 91687 h 115571"/>
                <a:gd name="csX1" fmla="*/ 53141 w 107293"/>
                <a:gd name="csY1" fmla="*/ 62603 h 115571"/>
                <a:gd name="csX2" fmla="*/ 77940 w 107293"/>
                <a:gd name="csY2" fmla="*/ 39641 h 115571"/>
                <a:gd name="csX3" fmla="*/ 107547 w 107293"/>
                <a:gd name="csY3" fmla="*/ 2648 h 115571"/>
                <a:gd name="csX4" fmla="*/ 104763 w 107293"/>
                <a:gd name="csY4" fmla="*/ 97 h 115571"/>
                <a:gd name="csX5" fmla="*/ 100967 w 107293"/>
                <a:gd name="csY5" fmla="*/ 2903 h 115571"/>
                <a:gd name="csX6" fmla="*/ 81988 w 107293"/>
                <a:gd name="csY6" fmla="*/ 19231 h 115571"/>
                <a:gd name="csX7" fmla="*/ 69083 w 107293"/>
                <a:gd name="csY7" fmla="*/ 11067 h 115571"/>
                <a:gd name="csX8" fmla="*/ 51622 w 107293"/>
                <a:gd name="csY8" fmla="*/ 97 h 115571"/>
                <a:gd name="csX9" fmla="*/ 21003 w 107293"/>
                <a:gd name="csY9" fmla="*/ 29181 h 115571"/>
                <a:gd name="csX10" fmla="*/ 24040 w 107293"/>
                <a:gd name="csY10" fmla="*/ 31988 h 115571"/>
                <a:gd name="csX11" fmla="*/ 27329 w 107293"/>
                <a:gd name="csY11" fmla="*/ 29181 h 115571"/>
                <a:gd name="csX12" fmla="*/ 48839 w 107293"/>
                <a:gd name="csY12" fmla="*/ 17190 h 115571"/>
                <a:gd name="csX13" fmla="*/ 64781 w 107293"/>
                <a:gd name="csY13" fmla="*/ 21017 h 115571"/>
                <a:gd name="csX14" fmla="*/ 84266 w 107293"/>
                <a:gd name="csY14" fmla="*/ 24844 h 115571"/>
                <a:gd name="csX15" fmla="*/ 49092 w 107293"/>
                <a:gd name="csY15" fmla="*/ 58265 h 115571"/>
                <a:gd name="csX16" fmla="*/ 26317 w 107293"/>
                <a:gd name="csY16" fmla="*/ 79696 h 115571"/>
                <a:gd name="csX17" fmla="*/ 253 w 107293"/>
                <a:gd name="csY17" fmla="*/ 113117 h 115571"/>
                <a:gd name="csX18" fmla="*/ 3290 w 107293"/>
                <a:gd name="csY18" fmla="*/ 115669 h 115571"/>
                <a:gd name="csX19" fmla="*/ 7338 w 107293"/>
                <a:gd name="csY19" fmla="*/ 112352 h 115571"/>
                <a:gd name="csX20" fmla="*/ 28848 w 107293"/>
                <a:gd name="csY20" fmla="*/ 96534 h 115571"/>
                <a:gd name="csX21" fmla="*/ 43525 w 107293"/>
                <a:gd name="csY21" fmla="*/ 106229 h 115571"/>
                <a:gd name="csX22" fmla="*/ 59720 w 107293"/>
                <a:gd name="csY22" fmla="*/ 115669 h 115571"/>
                <a:gd name="csX23" fmla="*/ 99449 w 107293"/>
                <a:gd name="csY23" fmla="*/ 76379 h 115571"/>
                <a:gd name="csX24" fmla="*/ 96412 w 107293"/>
                <a:gd name="csY24" fmla="*/ 73828 h 115571"/>
                <a:gd name="csX25" fmla="*/ 92870 w 107293"/>
                <a:gd name="csY25" fmla="*/ 77145 h 115571"/>
                <a:gd name="csX26" fmla="*/ 62504 w 107293"/>
                <a:gd name="csY26" fmla="*/ 98575 h 115571"/>
                <a:gd name="csX27" fmla="*/ 47574 w 107293"/>
                <a:gd name="csY27" fmla="*/ 95259 h 115571"/>
                <a:gd name="csX28" fmla="*/ 29860 w 107293"/>
                <a:gd name="csY28" fmla="*/ 90921 h 115571"/>
                <a:gd name="csX29" fmla="*/ 23028 w 107293"/>
                <a:gd name="csY29" fmla="*/ 91687 h 1155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07293" h="115571">
                  <a:moveTo>
                    <a:pt x="23028" y="91687"/>
                  </a:moveTo>
                  <a:cubicBezTo>
                    <a:pt x="36692" y="76890"/>
                    <a:pt x="44031" y="70511"/>
                    <a:pt x="53141" y="62603"/>
                  </a:cubicBezTo>
                  <a:cubicBezTo>
                    <a:pt x="53141" y="62347"/>
                    <a:pt x="68830" y="48826"/>
                    <a:pt x="77940" y="39641"/>
                  </a:cubicBezTo>
                  <a:cubicBezTo>
                    <a:pt x="101980" y="15915"/>
                    <a:pt x="107547" y="3669"/>
                    <a:pt x="107547" y="2648"/>
                  </a:cubicBezTo>
                  <a:cubicBezTo>
                    <a:pt x="107547" y="97"/>
                    <a:pt x="105269" y="97"/>
                    <a:pt x="104763" y="97"/>
                  </a:cubicBezTo>
                  <a:cubicBezTo>
                    <a:pt x="102992" y="97"/>
                    <a:pt x="102233" y="607"/>
                    <a:pt x="100967" y="2903"/>
                  </a:cubicBezTo>
                  <a:cubicBezTo>
                    <a:pt x="93376" y="15149"/>
                    <a:pt x="88062" y="19231"/>
                    <a:pt x="81988" y="19231"/>
                  </a:cubicBezTo>
                  <a:cubicBezTo>
                    <a:pt x="75915" y="19231"/>
                    <a:pt x="72879" y="15404"/>
                    <a:pt x="69083" y="11067"/>
                  </a:cubicBezTo>
                  <a:cubicBezTo>
                    <a:pt x="64275" y="5199"/>
                    <a:pt x="59973" y="97"/>
                    <a:pt x="51622" y="97"/>
                  </a:cubicBezTo>
                  <a:cubicBezTo>
                    <a:pt x="32644" y="97"/>
                    <a:pt x="21003" y="23824"/>
                    <a:pt x="21003" y="29181"/>
                  </a:cubicBezTo>
                  <a:cubicBezTo>
                    <a:pt x="21003" y="30457"/>
                    <a:pt x="21762" y="31988"/>
                    <a:pt x="24040" y="31988"/>
                  </a:cubicBezTo>
                  <a:cubicBezTo>
                    <a:pt x="26317" y="31988"/>
                    <a:pt x="26823" y="30712"/>
                    <a:pt x="27329" y="29181"/>
                  </a:cubicBezTo>
                  <a:cubicBezTo>
                    <a:pt x="32137" y="17445"/>
                    <a:pt x="46814" y="17190"/>
                    <a:pt x="48839" y="17190"/>
                  </a:cubicBezTo>
                  <a:cubicBezTo>
                    <a:pt x="54153" y="17190"/>
                    <a:pt x="58961" y="18976"/>
                    <a:pt x="64781" y="21017"/>
                  </a:cubicBezTo>
                  <a:cubicBezTo>
                    <a:pt x="74903" y="24844"/>
                    <a:pt x="77687" y="24844"/>
                    <a:pt x="84266" y="24844"/>
                  </a:cubicBezTo>
                  <a:cubicBezTo>
                    <a:pt x="75156" y="35814"/>
                    <a:pt x="53900" y="54183"/>
                    <a:pt x="49092" y="58265"/>
                  </a:cubicBezTo>
                  <a:lnTo>
                    <a:pt x="26317" y="79696"/>
                  </a:lnTo>
                  <a:cubicBezTo>
                    <a:pt x="9110" y="96789"/>
                    <a:pt x="253" y="111332"/>
                    <a:pt x="253" y="113117"/>
                  </a:cubicBezTo>
                  <a:cubicBezTo>
                    <a:pt x="253" y="115669"/>
                    <a:pt x="2784" y="115669"/>
                    <a:pt x="3290" y="115669"/>
                  </a:cubicBezTo>
                  <a:cubicBezTo>
                    <a:pt x="5314" y="115669"/>
                    <a:pt x="5820" y="115158"/>
                    <a:pt x="7338" y="112352"/>
                  </a:cubicBezTo>
                  <a:cubicBezTo>
                    <a:pt x="13159" y="103423"/>
                    <a:pt x="20750" y="96534"/>
                    <a:pt x="28848" y="96534"/>
                  </a:cubicBezTo>
                  <a:cubicBezTo>
                    <a:pt x="34668" y="96534"/>
                    <a:pt x="37198" y="98830"/>
                    <a:pt x="43525" y="106229"/>
                  </a:cubicBezTo>
                  <a:cubicBezTo>
                    <a:pt x="47827" y="111587"/>
                    <a:pt x="52382" y="115669"/>
                    <a:pt x="59720" y="115669"/>
                  </a:cubicBezTo>
                  <a:cubicBezTo>
                    <a:pt x="84772" y="115669"/>
                    <a:pt x="99449" y="83268"/>
                    <a:pt x="99449" y="76379"/>
                  </a:cubicBezTo>
                  <a:cubicBezTo>
                    <a:pt x="99449" y="75104"/>
                    <a:pt x="98437" y="73828"/>
                    <a:pt x="96412" y="73828"/>
                  </a:cubicBezTo>
                  <a:cubicBezTo>
                    <a:pt x="94135" y="73828"/>
                    <a:pt x="93629" y="75359"/>
                    <a:pt x="92870" y="77145"/>
                  </a:cubicBezTo>
                  <a:cubicBezTo>
                    <a:pt x="87050" y="93728"/>
                    <a:pt x="70854" y="98575"/>
                    <a:pt x="62504" y="98575"/>
                  </a:cubicBezTo>
                  <a:cubicBezTo>
                    <a:pt x="57443" y="98575"/>
                    <a:pt x="52888" y="97044"/>
                    <a:pt x="47574" y="95259"/>
                  </a:cubicBezTo>
                  <a:cubicBezTo>
                    <a:pt x="38970" y="91942"/>
                    <a:pt x="35174" y="90921"/>
                    <a:pt x="29860" y="90921"/>
                  </a:cubicBezTo>
                  <a:cubicBezTo>
                    <a:pt x="29354" y="90921"/>
                    <a:pt x="25305" y="90921"/>
                    <a:pt x="23028" y="91687"/>
                  </a:cubicBezTo>
                  <a:close/>
                </a:path>
              </a:pathLst>
            </a:custGeom>
            <a:solidFill>
              <a:schemeClr val="bg1"/>
            </a:solidFill>
            <a:ln w="25432" cap="flat">
              <a:noFill/>
              <a:prstDash val="solid"/>
              <a:miter/>
            </a:ln>
          </p:spPr>
          <p:txBody>
            <a:bodyPr/>
            <a:lstStyle/>
            <a:p>
              <a:endParaRPr lang="en-US"/>
            </a:p>
          </p:txBody>
        </p:sp>
        <p:sp>
          <p:nvSpPr>
            <p:cNvPr id="883" name="Freeform: Shape 882">
              <a:extLst>
                <a:ext uri="{FF2B5EF4-FFF2-40B4-BE49-F238E27FC236}">
                  <a16:creationId xmlns:a16="http://schemas.microsoft.com/office/drawing/2014/main" id="{6CAEB068-CC76-EA8C-C3A3-C61F5265BB98}"/>
                </a:ext>
              </a:extLst>
            </p:cNvPr>
            <p:cNvSpPr/>
            <p:nvPr>
              <p:custDataLst>
                <p:tags r:id="rId124"/>
              </p:custDataLst>
            </p:nvPr>
          </p:nvSpPr>
          <p:spPr>
            <a:xfrm>
              <a:off x="8019563" y="5170146"/>
              <a:ext cx="58707" cy="255125"/>
            </a:xfrm>
            <a:custGeom>
              <a:avLst/>
              <a:gdLst>
                <a:gd name="csX0" fmla="*/ 58966 w 58707"/>
                <a:gd name="csY0" fmla="*/ 127660 h 255125"/>
                <a:gd name="csX1" fmla="*/ 42265 w 58707"/>
                <a:gd name="csY1" fmla="*/ 48060 h 255125"/>
                <a:gd name="csX2" fmla="*/ 2789 w 58707"/>
                <a:gd name="csY2" fmla="*/ 97 h 255125"/>
                <a:gd name="csX3" fmla="*/ 258 w 58707"/>
                <a:gd name="csY3" fmla="*/ 2648 h 255125"/>
                <a:gd name="csX4" fmla="*/ 5066 w 58707"/>
                <a:gd name="csY4" fmla="*/ 8516 h 255125"/>
                <a:gd name="csX5" fmla="*/ 44289 w 58707"/>
                <a:gd name="csY5" fmla="*/ 127660 h 255125"/>
                <a:gd name="csX6" fmla="*/ 3548 w 58707"/>
                <a:gd name="csY6" fmla="*/ 248334 h 255125"/>
                <a:gd name="csX7" fmla="*/ 258 w 58707"/>
                <a:gd name="csY7" fmla="*/ 252671 h 255125"/>
                <a:gd name="csX8" fmla="*/ 2789 w 58707"/>
                <a:gd name="csY8" fmla="*/ 255222 h 255125"/>
                <a:gd name="csX9" fmla="*/ 43024 w 58707"/>
                <a:gd name="csY9" fmla="*/ 205473 h 255125"/>
                <a:gd name="csX10" fmla="*/ 58966 w 58707"/>
                <a:gd name="csY10" fmla="*/ 127660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55125">
                  <a:moveTo>
                    <a:pt x="58966" y="127660"/>
                  </a:moveTo>
                  <a:cubicBezTo>
                    <a:pt x="58966" y="107760"/>
                    <a:pt x="56182" y="76890"/>
                    <a:pt x="42265" y="48060"/>
                  </a:cubicBezTo>
                  <a:cubicBezTo>
                    <a:pt x="27082" y="16680"/>
                    <a:pt x="5319" y="97"/>
                    <a:pt x="2789" y="97"/>
                  </a:cubicBezTo>
                  <a:cubicBezTo>
                    <a:pt x="1270" y="97"/>
                    <a:pt x="258" y="1117"/>
                    <a:pt x="258" y="2648"/>
                  </a:cubicBezTo>
                  <a:cubicBezTo>
                    <a:pt x="258" y="3414"/>
                    <a:pt x="258" y="3924"/>
                    <a:pt x="5066" y="8516"/>
                  </a:cubicBezTo>
                  <a:cubicBezTo>
                    <a:pt x="29865" y="33773"/>
                    <a:pt x="44289" y="74338"/>
                    <a:pt x="44289" y="127660"/>
                  </a:cubicBezTo>
                  <a:cubicBezTo>
                    <a:pt x="44289" y="171286"/>
                    <a:pt x="34926" y="216188"/>
                    <a:pt x="3548" y="248334"/>
                  </a:cubicBezTo>
                  <a:cubicBezTo>
                    <a:pt x="258" y="251395"/>
                    <a:pt x="258" y="251906"/>
                    <a:pt x="258" y="252671"/>
                  </a:cubicBezTo>
                  <a:cubicBezTo>
                    <a:pt x="258" y="254202"/>
                    <a:pt x="1270" y="255222"/>
                    <a:pt x="2789" y="255222"/>
                  </a:cubicBezTo>
                  <a:cubicBezTo>
                    <a:pt x="5319" y="255222"/>
                    <a:pt x="28094" y="237874"/>
                    <a:pt x="43024" y="205473"/>
                  </a:cubicBezTo>
                  <a:cubicBezTo>
                    <a:pt x="55929" y="177409"/>
                    <a:pt x="58966" y="149090"/>
                    <a:pt x="58966" y="127660"/>
                  </a:cubicBezTo>
                  <a:close/>
                </a:path>
              </a:pathLst>
            </a:custGeom>
            <a:solidFill>
              <a:schemeClr val="bg1"/>
            </a:solidFill>
            <a:ln w="25432" cap="flat">
              <a:noFill/>
              <a:prstDash val="solid"/>
              <a:miter/>
            </a:ln>
          </p:spPr>
          <p:txBody>
            <a:bodyPr/>
            <a:lstStyle/>
            <a:p>
              <a:endParaRPr lang="en-US"/>
            </a:p>
          </p:txBody>
        </p:sp>
        <p:sp>
          <p:nvSpPr>
            <p:cNvPr id="884" name="Freeform: Shape 883">
              <a:extLst>
                <a:ext uri="{FF2B5EF4-FFF2-40B4-BE49-F238E27FC236}">
                  <a16:creationId xmlns:a16="http://schemas.microsoft.com/office/drawing/2014/main" id="{A2BD60AB-5675-BC1E-D83B-72617488A70A}"/>
                </a:ext>
              </a:extLst>
            </p:cNvPr>
            <p:cNvSpPr/>
            <p:nvPr>
              <p:custDataLst>
                <p:tags r:id="rId125"/>
              </p:custDataLst>
            </p:nvPr>
          </p:nvSpPr>
          <p:spPr>
            <a:xfrm>
              <a:off x="8155844" y="5184433"/>
              <a:ext cx="120452" cy="179863"/>
            </a:xfrm>
            <a:custGeom>
              <a:avLst/>
              <a:gdLst>
                <a:gd name="csX0" fmla="*/ 120716 w 120452"/>
                <a:gd name="csY0" fmla="*/ 2903 h 179863"/>
                <a:gd name="csX1" fmla="*/ 117426 w 120452"/>
                <a:gd name="csY1" fmla="*/ 97 h 179863"/>
                <a:gd name="csX2" fmla="*/ 85289 w 120452"/>
                <a:gd name="csY2" fmla="*/ 2903 h 179863"/>
                <a:gd name="csX3" fmla="*/ 81746 w 120452"/>
                <a:gd name="csY3" fmla="*/ 7751 h 179863"/>
                <a:gd name="csX4" fmla="*/ 87819 w 120452"/>
                <a:gd name="csY4" fmla="*/ 10812 h 179863"/>
                <a:gd name="csX5" fmla="*/ 100472 w 120452"/>
                <a:gd name="csY5" fmla="*/ 15149 h 179863"/>
                <a:gd name="csX6" fmla="*/ 99713 w 120452"/>
                <a:gd name="csY6" fmla="*/ 20252 h 179863"/>
                <a:gd name="csX7" fmla="*/ 84530 w 120452"/>
                <a:gd name="csY7" fmla="*/ 80716 h 179863"/>
                <a:gd name="csX8" fmla="*/ 61249 w 120452"/>
                <a:gd name="csY8" fmla="*/ 64388 h 179863"/>
                <a:gd name="csX9" fmla="*/ 264 w 120452"/>
                <a:gd name="csY9" fmla="*/ 139140 h 179863"/>
                <a:gd name="csX10" fmla="*/ 33919 w 120452"/>
                <a:gd name="csY10" fmla="*/ 179960 h 179863"/>
                <a:gd name="csX11" fmla="*/ 66816 w 120452"/>
                <a:gd name="csY11" fmla="*/ 160826 h 179863"/>
                <a:gd name="csX12" fmla="*/ 89844 w 120452"/>
                <a:gd name="csY12" fmla="*/ 179960 h 179863"/>
                <a:gd name="csX13" fmla="*/ 108569 w 120452"/>
                <a:gd name="csY13" fmla="*/ 165928 h 179863"/>
                <a:gd name="csX14" fmla="*/ 116161 w 120452"/>
                <a:gd name="csY14" fmla="*/ 140671 h 179863"/>
                <a:gd name="csX15" fmla="*/ 113124 w 120452"/>
                <a:gd name="csY15" fmla="*/ 138120 h 179863"/>
                <a:gd name="csX16" fmla="*/ 109582 w 120452"/>
                <a:gd name="csY16" fmla="*/ 142712 h 179863"/>
                <a:gd name="csX17" fmla="*/ 90350 w 120452"/>
                <a:gd name="csY17" fmla="*/ 174347 h 179863"/>
                <a:gd name="csX18" fmla="*/ 82758 w 120452"/>
                <a:gd name="csY18" fmla="*/ 162612 h 179863"/>
                <a:gd name="csX19" fmla="*/ 84277 w 120452"/>
                <a:gd name="csY19" fmla="*/ 150366 h 179863"/>
                <a:gd name="csX20" fmla="*/ 120716 w 120452"/>
                <a:gd name="csY20" fmla="*/ 2903 h 179863"/>
                <a:gd name="csX21" fmla="*/ 68081 w 120452"/>
                <a:gd name="csY21" fmla="*/ 146794 h 179863"/>
                <a:gd name="csX22" fmla="*/ 63020 w 120452"/>
                <a:gd name="csY22" fmla="*/ 156234 h 179863"/>
                <a:gd name="csX23" fmla="*/ 34426 w 120452"/>
                <a:gd name="csY23" fmla="*/ 174347 h 179863"/>
                <a:gd name="csX24" fmla="*/ 18230 w 120452"/>
                <a:gd name="csY24" fmla="*/ 150366 h 179863"/>
                <a:gd name="csX25" fmla="*/ 32148 w 120452"/>
                <a:gd name="csY25" fmla="*/ 94493 h 179863"/>
                <a:gd name="csX26" fmla="*/ 61502 w 120452"/>
                <a:gd name="csY26" fmla="*/ 70001 h 179863"/>
                <a:gd name="csX27" fmla="*/ 81493 w 120452"/>
                <a:gd name="csY27" fmla="*/ 92452 h 179863"/>
                <a:gd name="csX28" fmla="*/ 80734 w 120452"/>
                <a:gd name="csY28" fmla="*/ 96789 h 179863"/>
                <a:gd name="csX29" fmla="*/ 68081 w 120452"/>
                <a:gd name="csY29" fmla="*/ 146794 h 1798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20452" h="179863">
                  <a:moveTo>
                    <a:pt x="120716" y="2903"/>
                  </a:moveTo>
                  <a:cubicBezTo>
                    <a:pt x="120716" y="2648"/>
                    <a:pt x="120716" y="97"/>
                    <a:pt x="117426" y="97"/>
                  </a:cubicBezTo>
                  <a:cubicBezTo>
                    <a:pt x="113630" y="97"/>
                    <a:pt x="89591" y="2393"/>
                    <a:pt x="85289" y="2903"/>
                  </a:cubicBezTo>
                  <a:cubicBezTo>
                    <a:pt x="83264" y="3158"/>
                    <a:pt x="81746" y="4434"/>
                    <a:pt x="81746" y="7751"/>
                  </a:cubicBezTo>
                  <a:cubicBezTo>
                    <a:pt x="81746" y="10812"/>
                    <a:pt x="84024" y="10812"/>
                    <a:pt x="87819" y="10812"/>
                  </a:cubicBezTo>
                  <a:cubicBezTo>
                    <a:pt x="99966" y="10812"/>
                    <a:pt x="100472" y="12598"/>
                    <a:pt x="100472" y="15149"/>
                  </a:cubicBezTo>
                  <a:lnTo>
                    <a:pt x="99713" y="20252"/>
                  </a:lnTo>
                  <a:lnTo>
                    <a:pt x="84530" y="80716"/>
                  </a:lnTo>
                  <a:cubicBezTo>
                    <a:pt x="79975" y="71277"/>
                    <a:pt x="72636" y="64388"/>
                    <a:pt x="61249" y="64388"/>
                  </a:cubicBezTo>
                  <a:cubicBezTo>
                    <a:pt x="31642" y="64388"/>
                    <a:pt x="264" y="101892"/>
                    <a:pt x="264" y="139140"/>
                  </a:cubicBezTo>
                  <a:cubicBezTo>
                    <a:pt x="264" y="163122"/>
                    <a:pt x="14181" y="179960"/>
                    <a:pt x="33919" y="179960"/>
                  </a:cubicBezTo>
                  <a:cubicBezTo>
                    <a:pt x="38980" y="179960"/>
                    <a:pt x="51633" y="178940"/>
                    <a:pt x="66816" y="160826"/>
                  </a:cubicBezTo>
                  <a:cubicBezTo>
                    <a:pt x="68840" y="171541"/>
                    <a:pt x="77697" y="179960"/>
                    <a:pt x="89844" y="179960"/>
                  </a:cubicBezTo>
                  <a:cubicBezTo>
                    <a:pt x="98700" y="179960"/>
                    <a:pt x="104521" y="174092"/>
                    <a:pt x="108569" y="165928"/>
                  </a:cubicBezTo>
                  <a:cubicBezTo>
                    <a:pt x="112871" y="156744"/>
                    <a:pt x="116161" y="141181"/>
                    <a:pt x="116161" y="140671"/>
                  </a:cubicBezTo>
                  <a:cubicBezTo>
                    <a:pt x="116161" y="138120"/>
                    <a:pt x="113884" y="138120"/>
                    <a:pt x="113124" y="138120"/>
                  </a:cubicBezTo>
                  <a:cubicBezTo>
                    <a:pt x="110594" y="138120"/>
                    <a:pt x="110341" y="139140"/>
                    <a:pt x="109582" y="142712"/>
                  </a:cubicBezTo>
                  <a:cubicBezTo>
                    <a:pt x="105280" y="159295"/>
                    <a:pt x="100725" y="174347"/>
                    <a:pt x="90350" y="174347"/>
                  </a:cubicBezTo>
                  <a:cubicBezTo>
                    <a:pt x="83517" y="174347"/>
                    <a:pt x="82758" y="167714"/>
                    <a:pt x="82758" y="162612"/>
                  </a:cubicBezTo>
                  <a:cubicBezTo>
                    <a:pt x="82758" y="156489"/>
                    <a:pt x="83264" y="154703"/>
                    <a:pt x="84277" y="150366"/>
                  </a:cubicBezTo>
                  <a:lnTo>
                    <a:pt x="120716" y="2903"/>
                  </a:lnTo>
                  <a:close/>
                  <a:moveTo>
                    <a:pt x="68081" y="146794"/>
                  </a:moveTo>
                  <a:cubicBezTo>
                    <a:pt x="66816" y="151386"/>
                    <a:pt x="66816" y="151896"/>
                    <a:pt x="63020" y="156234"/>
                  </a:cubicBezTo>
                  <a:cubicBezTo>
                    <a:pt x="51886" y="170265"/>
                    <a:pt x="41511" y="174347"/>
                    <a:pt x="34426" y="174347"/>
                  </a:cubicBezTo>
                  <a:cubicBezTo>
                    <a:pt x="21773" y="174347"/>
                    <a:pt x="18230" y="160316"/>
                    <a:pt x="18230" y="150366"/>
                  </a:cubicBezTo>
                  <a:cubicBezTo>
                    <a:pt x="18230" y="137609"/>
                    <a:pt x="26328" y="106229"/>
                    <a:pt x="32148" y="94493"/>
                  </a:cubicBezTo>
                  <a:cubicBezTo>
                    <a:pt x="39993" y="79441"/>
                    <a:pt x="51380" y="70001"/>
                    <a:pt x="61502" y="70001"/>
                  </a:cubicBezTo>
                  <a:cubicBezTo>
                    <a:pt x="77950" y="70001"/>
                    <a:pt x="81493" y="90921"/>
                    <a:pt x="81493" y="92452"/>
                  </a:cubicBezTo>
                  <a:cubicBezTo>
                    <a:pt x="81493" y="93983"/>
                    <a:pt x="80987" y="95514"/>
                    <a:pt x="80734" y="96789"/>
                  </a:cubicBezTo>
                  <a:lnTo>
                    <a:pt x="68081" y="146794"/>
                  </a:lnTo>
                  <a:close/>
                </a:path>
              </a:pathLst>
            </a:custGeom>
            <a:solidFill>
              <a:schemeClr val="bg1"/>
            </a:solidFill>
            <a:ln w="25432" cap="flat">
              <a:noFill/>
              <a:prstDash val="solid"/>
              <a:miter/>
            </a:ln>
          </p:spPr>
          <p:txBody>
            <a:bodyPr/>
            <a:lstStyle/>
            <a:p>
              <a:endParaRPr lang="en-US"/>
            </a:p>
          </p:txBody>
        </p:sp>
        <p:sp>
          <p:nvSpPr>
            <p:cNvPr id="885" name="Freeform: Shape 884">
              <a:extLst>
                <a:ext uri="{FF2B5EF4-FFF2-40B4-BE49-F238E27FC236}">
                  <a16:creationId xmlns:a16="http://schemas.microsoft.com/office/drawing/2014/main" id="{0C63C3CB-FF49-ECDF-DDC0-4D648B61E69E}"/>
                </a:ext>
              </a:extLst>
            </p:cNvPr>
            <p:cNvSpPr/>
            <p:nvPr>
              <p:custDataLst>
                <p:tags r:id="rId126"/>
              </p:custDataLst>
            </p:nvPr>
          </p:nvSpPr>
          <p:spPr>
            <a:xfrm>
              <a:off x="8288313" y="5248725"/>
              <a:ext cx="107293" cy="115571"/>
            </a:xfrm>
            <a:custGeom>
              <a:avLst/>
              <a:gdLst>
                <a:gd name="csX0" fmla="*/ 23043 w 107293"/>
                <a:gd name="csY0" fmla="*/ 91687 h 115571"/>
                <a:gd name="csX1" fmla="*/ 53156 w 107293"/>
                <a:gd name="csY1" fmla="*/ 62603 h 115571"/>
                <a:gd name="csX2" fmla="*/ 77955 w 107293"/>
                <a:gd name="csY2" fmla="*/ 39641 h 115571"/>
                <a:gd name="csX3" fmla="*/ 107562 w 107293"/>
                <a:gd name="csY3" fmla="*/ 2648 h 115571"/>
                <a:gd name="csX4" fmla="*/ 104779 w 107293"/>
                <a:gd name="csY4" fmla="*/ 97 h 115571"/>
                <a:gd name="csX5" fmla="*/ 100983 w 107293"/>
                <a:gd name="csY5" fmla="*/ 2903 h 115571"/>
                <a:gd name="csX6" fmla="*/ 82004 w 107293"/>
                <a:gd name="csY6" fmla="*/ 19231 h 115571"/>
                <a:gd name="csX7" fmla="*/ 69099 w 107293"/>
                <a:gd name="csY7" fmla="*/ 11067 h 115571"/>
                <a:gd name="csX8" fmla="*/ 51638 w 107293"/>
                <a:gd name="csY8" fmla="*/ 97 h 115571"/>
                <a:gd name="csX9" fmla="*/ 21019 w 107293"/>
                <a:gd name="csY9" fmla="*/ 29181 h 115571"/>
                <a:gd name="csX10" fmla="*/ 24056 w 107293"/>
                <a:gd name="csY10" fmla="*/ 31988 h 115571"/>
                <a:gd name="csX11" fmla="*/ 27345 w 107293"/>
                <a:gd name="csY11" fmla="*/ 29181 h 115571"/>
                <a:gd name="csX12" fmla="*/ 48855 w 107293"/>
                <a:gd name="csY12" fmla="*/ 17190 h 115571"/>
                <a:gd name="csX13" fmla="*/ 64797 w 107293"/>
                <a:gd name="csY13" fmla="*/ 21017 h 115571"/>
                <a:gd name="csX14" fmla="*/ 84282 w 107293"/>
                <a:gd name="csY14" fmla="*/ 24844 h 115571"/>
                <a:gd name="csX15" fmla="*/ 49108 w 107293"/>
                <a:gd name="csY15" fmla="*/ 58265 h 115571"/>
                <a:gd name="csX16" fmla="*/ 26333 w 107293"/>
                <a:gd name="csY16" fmla="*/ 79696 h 115571"/>
                <a:gd name="csX17" fmla="*/ 269 w 107293"/>
                <a:gd name="csY17" fmla="*/ 113117 h 115571"/>
                <a:gd name="csX18" fmla="*/ 3305 w 107293"/>
                <a:gd name="csY18" fmla="*/ 115669 h 115571"/>
                <a:gd name="csX19" fmla="*/ 7354 w 107293"/>
                <a:gd name="csY19" fmla="*/ 112352 h 115571"/>
                <a:gd name="csX20" fmla="*/ 28864 w 107293"/>
                <a:gd name="csY20" fmla="*/ 96534 h 115571"/>
                <a:gd name="csX21" fmla="*/ 43541 w 107293"/>
                <a:gd name="csY21" fmla="*/ 106229 h 115571"/>
                <a:gd name="csX22" fmla="*/ 59736 w 107293"/>
                <a:gd name="csY22" fmla="*/ 115669 h 115571"/>
                <a:gd name="csX23" fmla="*/ 99465 w 107293"/>
                <a:gd name="csY23" fmla="*/ 76379 h 115571"/>
                <a:gd name="csX24" fmla="*/ 96428 w 107293"/>
                <a:gd name="csY24" fmla="*/ 73828 h 115571"/>
                <a:gd name="csX25" fmla="*/ 92885 w 107293"/>
                <a:gd name="csY25" fmla="*/ 77145 h 115571"/>
                <a:gd name="csX26" fmla="*/ 62519 w 107293"/>
                <a:gd name="csY26" fmla="*/ 98575 h 115571"/>
                <a:gd name="csX27" fmla="*/ 47589 w 107293"/>
                <a:gd name="csY27" fmla="*/ 95259 h 115571"/>
                <a:gd name="csX28" fmla="*/ 29876 w 107293"/>
                <a:gd name="csY28" fmla="*/ 90921 h 115571"/>
                <a:gd name="csX29" fmla="*/ 23043 w 107293"/>
                <a:gd name="csY29" fmla="*/ 91687 h 1155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07293" h="115571">
                  <a:moveTo>
                    <a:pt x="23043" y="91687"/>
                  </a:moveTo>
                  <a:cubicBezTo>
                    <a:pt x="36708" y="76890"/>
                    <a:pt x="44047" y="70511"/>
                    <a:pt x="53156" y="62603"/>
                  </a:cubicBezTo>
                  <a:cubicBezTo>
                    <a:pt x="53156" y="62347"/>
                    <a:pt x="68846" y="48826"/>
                    <a:pt x="77955" y="39641"/>
                  </a:cubicBezTo>
                  <a:cubicBezTo>
                    <a:pt x="101995" y="15915"/>
                    <a:pt x="107562" y="3669"/>
                    <a:pt x="107562" y="2648"/>
                  </a:cubicBezTo>
                  <a:cubicBezTo>
                    <a:pt x="107562" y="97"/>
                    <a:pt x="105285" y="97"/>
                    <a:pt x="104779" y="97"/>
                  </a:cubicBezTo>
                  <a:cubicBezTo>
                    <a:pt x="103008" y="97"/>
                    <a:pt x="102248" y="607"/>
                    <a:pt x="100983" y="2903"/>
                  </a:cubicBezTo>
                  <a:cubicBezTo>
                    <a:pt x="93392" y="15149"/>
                    <a:pt x="88078" y="19231"/>
                    <a:pt x="82004" y="19231"/>
                  </a:cubicBezTo>
                  <a:cubicBezTo>
                    <a:pt x="75931" y="19231"/>
                    <a:pt x="72894" y="15404"/>
                    <a:pt x="69099" y="11067"/>
                  </a:cubicBezTo>
                  <a:cubicBezTo>
                    <a:pt x="64291" y="5199"/>
                    <a:pt x="59989" y="97"/>
                    <a:pt x="51638" y="97"/>
                  </a:cubicBezTo>
                  <a:cubicBezTo>
                    <a:pt x="32659" y="97"/>
                    <a:pt x="21019" y="23824"/>
                    <a:pt x="21019" y="29181"/>
                  </a:cubicBezTo>
                  <a:cubicBezTo>
                    <a:pt x="21019" y="30457"/>
                    <a:pt x="21778" y="31988"/>
                    <a:pt x="24056" y="31988"/>
                  </a:cubicBezTo>
                  <a:cubicBezTo>
                    <a:pt x="26333" y="31988"/>
                    <a:pt x="26839" y="30712"/>
                    <a:pt x="27345" y="29181"/>
                  </a:cubicBezTo>
                  <a:cubicBezTo>
                    <a:pt x="32153" y="17445"/>
                    <a:pt x="46830" y="17190"/>
                    <a:pt x="48855" y="17190"/>
                  </a:cubicBezTo>
                  <a:cubicBezTo>
                    <a:pt x="54169" y="17190"/>
                    <a:pt x="58977" y="18976"/>
                    <a:pt x="64797" y="21017"/>
                  </a:cubicBezTo>
                  <a:cubicBezTo>
                    <a:pt x="74919" y="24844"/>
                    <a:pt x="77702" y="24844"/>
                    <a:pt x="84282" y="24844"/>
                  </a:cubicBezTo>
                  <a:cubicBezTo>
                    <a:pt x="75172" y="35814"/>
                    <a:pt x="53916" y="54183"/>
                    <a:pt x="49108" y="58265"/>
                  </a:cubicBezTo>
                  <a:lnTo>
                    <a:pt x="26333" y="79696"/>
                  </a:lnTo>
                  <a:cubicBezTo>
                    <a:pt x="9126" y="96789"/>
                    <a:pt x="269" y="111332"/>
                    <a:pt x="269" y="113117"/>
                  </a:cubicBezTo>
                  <a:cubicBezTo>
                    <a:pt x="269" y="115669"/>
                    <a:pt x="2799" y="115669"/>
                    <a:pt x="3305" y="115669"/>
                  </a:cubicBezTo>
                  <a:cubicBezTo>
                    <a:pt x="5330" y="115669"/>
                    <a:pt x="5836" y="115158"/>
                    <a:pt x="7354" y="112352"/>
                  </a:cubicBezTo>
                  <a:cubicBezTo>
                    <a:pt x="13174" y="103423"/>
                    <a:pt x="20766" y="96534"/>
                    <a:pt x="28864" y="96534"/>
                  </a:cubicBezTo>
                  <a:cubicBezTo>
                    <a:pt x="34684" y="96534"/>
                    <a:pt x="37214" y="98830"/>
                    <a:pt x="43541" y="106229"/>
                  </a:cubicBezTo>
                  <a:cubicBezTo>
                    <a:pt x="47842" y="111587"/>
                    <a:pt x="52397" y="115669"/>
                    <a:pt x="59736" y="115669"/>
                  </a:cubicBezTo>
                  <a:cubicBezTo>
                    <a:pt x="84788" y="115669"/>
                    <a:pt x="99465" y="83268"/>
                    <a:pt x="99465" y="76379"/>
                  </a:cubicBezTo>
                  <a:cubicBezTo>
                    <a:pt x="99465" y="75104"/>
                    <a:pt x="98453" y="73828"/>
                    <a:pt x="96428" y="73828"/>
                  </a:cubicBezTo>
                  <a:cubicBezTo>
                    <a:pt x="94151" y="73828"/>
                    <a:pt x="93645" y="75359"/>
                    <a:pt x="92885" y="77145"/>
                  </a:cubicBezTo>
                  <a:cubicBezTo>
                    <a:pt x="87065" y="93728"/>
                    <a:pt x="70870" y="98575"/>
                    <a:pt x="62519" y="98575"/>
                  </a:cubicBezTo>
                  <a:cubicBezTo>
                    <a:pt x="57458" y="98575"/>
                    <a:pt x="52903" y="97044"/>
                    <a:pt x="47589" y="95259"/>
                  </a:cubicBezTo>
                  <a:cubicBezTo>
                    <a:pt x="38986" y="91942"/>
                    <a:pt x="35190" y="90921"/>
                    <a:pt x="29876" y="90921"/>
                  </a:cubicBezTo>
                  <a:cubicBezTo>
                    <a:pt x="29370" y="90921"/>
                    <a:pt x="25321" y="90921"/>
                    <a:pt x="23043" y="91687"/>
                  </a:cubicBezTo>
                  <a:close/>
                </a:path>
              </a:pathLst>
            </a:custGeom>
            <a:solidFill>
              <a:schemeClr val="bg1"/>
            </a:solidFill>
            <a:ln w="25432" cap="flat">
              <a:noFill/>
              <a:prstDash val="solid"/>
              <a:miter/>
            </a:ln>
          </p:spPr>
          <p:txBody>
            <a:bodyPr/>
            <a:lstStyle/>
            <a:p>
              <a:endParaRPr lang="en-US"/>
            </a:p>
          </p:txBody>
        </p:sp>
        <p:sp>
          <p:nvSpPr>
            <p:cNvPr id="886" name="Rectangle 885">
              <a:extLst>
                <a:ext uri="{FF2B5EF4-FFF2-40B4-BE49-F238E27FC236}">
                  <a16:creationId xmlns:a16="http://schemas.microsoft.com/office/drawing/2014/main" id="{F5F92BDB-4557-3565-7642-98619D486EA6}"/>
                </a:ext>
              </a:extLst>
            </p:cNvPr>
            <p:cNvSpPr/>
            <p:nvPr>
              <p:custDataLst>
                <p:tags r:id="rId127"/>
              </p:custDataLst>
            </p:nvPr>
          </p:nvSpPr>
          <p:spPr>
            <a:xfrm>
              <a:off x="9012879" y="5071183"/>
              <a:ext cx="10121" cy="402279"/>
            </a:xfrm>
            <a:prstGeom prst="rect">
              <a:avLst/>
            </a:prstGeom>
            <a:solidFill>
              <a:schemeClr val="bg1"/>
            </a:solidFill>
            <a:ln w="25432" cap="flat">
              <a:noFill/>
              <a:prstDash val="solid"/>
              <a:miter/>
            </a:ln>
          </p:spPr>
          <p:txBody>
            <a:bodyPr/>
            <a:lstStyle/>
            <a:p>
              <a:endParaRPr lang="en-US"/>
            </a:p>
          </p:txBody>
        </p:sp>
        <p:sp>
          <p:nvSpPr>
            <p:cNvPr id="887" name="Freeform: Shape 886">
              <a:extLst>
                <a:ext uri="{FF2B5EF4-FFF2-40B4-BE49-F238E27FC236}">
                  <a16:creationId xmlns:a16="http://schemas.microsoft.com/office/drawing/2014/main" id="{B4BCA113-081B-78E3-227D-84A270142DAC}"/>
                </a:ext>
              </a:extLst>
            </p:cNvPr>
            <p:cNvSpPr/>
            <p:nvPr>
              <p:custDataLst>
                <p:tags r:id="rId128"/>
              </p:custDataLst>
            </p:nvPr>
          </p:nvSpPr>
          <p:spPr>
            <a:xfrm>
              <a:off x="9869184" y="5184433"/>
              <a:ext cx="132598" cy="229357"/>
            </a:xfrm>
            <a:custGeom>
              <a:avLst/>
              <a:gdLst>
                <a:gd name="csX0" fmla="*/ 98515 w 132598"/>
                <a:gd name="csY0" fmla="*/ 6220 h 229357"/>
                <a:gd name="csX1" fmla="*/ 99274 w 132598"/>
                <a:gd name="csY1" fmla="*/ 2648 h 229357"/>
                <a:gd name="csX2" fmla="*/ 96237 w 132598"/>
                <a:gd name="csY2" fmla="*/ 97 h 229357"/>
                <a:gd name="csX3" fmla="*/ 92442 w 132598"/>
                <a:gd name="csY3" fmla="*/ 5199 h 229357"/>
                <a:gd name="csX4" fmla="*/ 77765 w 132598"/>
                <a:gd name="csY4" fmla="*/ 64133 h 229357"/>
                <a:gd name="csX5" fmla="*/ 331 w 132598"/>
                <a:gd name="csY5" fmla="*/ 134038 h 229357"/>
                <a:gd name="csX6" fmla="*/ 48917 w 132598"/>
                <a:gd name="csY6" fmla="*/ 180215 h 229357"/>
                <a:gd name="csX7" fmla="*/ 43097 w 132598"/>
                <a:gd name="csY7" fmla="*/ 204197 h 229357"/>
                <a:gd name="csX8" fmla="*/ 37529 w 132598"/>
                <a:gd name="csY8" fmla="*/ 226648 h 229357"/>
                <a:gd name="csX9" fmla="*/ 40566 w 132598"/>
                <a:gd name="csY9" fmla="*/ 229454 h 229357"/>
                <a:gd name="csX10" fmla="*/ 43097 w 132598"/>
                <a:gd name="csY10" fmla="*/ 228434 h 229357"/>
                <a:gd name="csX11" fmla="*/ 45880 w 132598"/>
                <a:gd name="csY11" fmla="*/ 218229 h 229357"/>
                <a:gd name="csX12" fmla="*/ 55496 w 132598"/>
                <a:gd name="csY12" fmla="*/ 180215 h 229357"/>
                <a:gd name="csX13" fmla="*/ 132930 w 132598"/>
                <a:gd name="csY13" fmla="*/ 110311 h 229357"/>
                <a:gd name="csX14" fmla="*/ 84344 w 132598"/>
                <a:gd name="csY14" fmla="*/ 64133 h 229357"/>
                <a:gd name="csX15" fmla="*/ 98515 w 132598"/>
                <a:gd name="csY15" fmla="*/ 6220 h 229357"/>
                <a:gd name="csX16" fmla="*/ 50182 w 132598"/>
                <a:gd name="csY16" fmla="*/ 174603 h 229357"/>
                <a:gd name="csX17" fmla="*/ 16779 w 132598"/>
                <a:gd name="csY17" fmla="*/ 139395 h 229357"/>
                <a:gd name="csX18" fmla="*/ 76246 w 132598"/>
                <a:gd name="csY18" fmla="*/ 69746 h 229357"/>
                <a:gd name="csX19" fmla="*/ 50182 w 132598"/>
                <a:gd name="csY19" fmla="*/ 174603 h 229357"/>
                <a:gd name="csX20" fmla="*/ 82826 w 132598"/>
                <a:gd name="csY20" fmla="*/ 69746 h 229357"/>
                <a:gd name="csX21" fmla="*/ 116481 w 132598"/>
                <a:gd name="csY21" fmla="*/ 104953 h 229357"/>
                <a:gd name="csX22" fmla="*/ 56761 w 132598"/>
                <a:gd name="csY22" fmla="*/ 174603 h 229357"/>
                <a:gd name="csX23" fmla="*/ 82826 w 132598"/>
                <a:gd name="csY23" fmla="*/ 69746 h 2293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32598" h="229357">
                  <a:moveTo>
                    <a:pt x="98515" y="6220"/>
                  </a:moveTo>
                  <a:cubicBezTo>
                    <a:pt x="98515" y="5710"/>
                    <a:pt x="99274" y="2903"/>
                    <a:pt x="99274" y="2648"/>
                  </a:cubicBezTo>
                  <a:cubicBezTo>
                    <a:pt x="99274" y="2393"/>
                    <a:pt x="99274" y="97"/>
                    <a:pt x="96237" y="97"/>
                  </a:cubicBezTo>
                  <a:cubicBezTo>
                    <a:pt x="93707" y="97"/>
                    <a:pt x="93454" y="862"/>
                    <a:pt x="92442" y="5199"/>
                  </a:cubicBezTo>
                  <a:lnTo>
                    <a:pt x="77765" y="64133"/>
                  </a:lnTo>
                  <a:cubicBezTo>
                    <a:pt x="37529" y="65409"/>
                    <a:pt x="331" y="99341"/>
                    <a:pt x="331" y="134038"/>
                  </a:cubicBezTo>
                  <a:cubicBezTo>
                    <a:pt x="331" y="158275"/>
                    <a:pt x="18045" y="178429"/>
                    <a:pt x="48917" y="180215"/>
                  </a:cubicBezTo>
                  <a:cubicBezTo>
                    <a:pt x="46892" y="188124"/>
                    <a:pt x="45121" y="196288"/>
                    <a:pt x="43097" y="204197"/>
                  </a:cubicBezTo>
                  <a:cubicBezTo>
                    <a:pt x="40060" y="216188"/>
                    <a:pt x="37529" y="225883"/>
                    <a:pt x="37529" y="226648"/>
                  </a:cubicBezTo>
                  <a:cubicBezTo>
                    <a:pt x="37529" y="229199"/>
                    <a:pt x="39301" y="229454"/>
                    <a:pt x="40566" y="229454"/>
                  </a:cubicBezTo>
                  <a:cubicBezTo>
                    <a:pt x="41831" y="229454"/>
                    <a:pt x="42337" y="229199"/>
                    <a:pt x="43097" y="228434"/>
                  </a:cubicBezTo>
                  <a:cubicBezTo>
                    <a:pt x="43603" y="227924"/>
                    <a:pt x="45121" y="221801"/>
                    <a:pt x="45880" y="218229"/>
                  </a:cubicBezTo>
                  <a:lnTo>
                    <a:pt x="55496" y="180215"/>
                  </a:lnTo>
                  <a:cubicBezTo>
                    <a:pt x="96237" y="178940"/>
                    <a:pt x="132930" y="144498"/>
                    <a:pt x="132930" y="110311"/>
                  </a:cubicBezTo>
                  <a:cubicBezTo>
                    <a:pt x="132930" y="90156"/>
                    <a:pt x="119518" y="66685"/>
                    <a:pt x="84344" y="64133"/>
                  </a:cubicBezTo>
                  <a:lnTo>
                    <a:pt x="98515" y="6220"/>
                  </a:lnTo>
                  <a:close/>
                  <a:moveTo>
                    <a:pt x="50182" y="174603"/>
                  </a:moveTo>
                  <a:cubicBezTo>
                    <a:pt x="34999" y="173837"/>
                    <a:pt x="16779" y="164908"/>
                    <a:pt x="16779" y="139395"/>
                  </a:cubicBezTo>
                  <a:cubicBezTo>
                    <a:pt x="16779" y="108780"/>
                    <a:pt x="38542" y="73063"/>
                    <a:pt x="76246" y="69746"/>
                  </a:cubicBezTo>
                  <a:lnTo>
                    <a:pt x="50182" y="174603"/>
                  </a:lnTo>
                  <a:close/>
                  <a:moveTo>
                    <a:pt x="82826" y="69746"/>
                  </a:moveTo>
                  <a:cubicBezTo>
                    <a:pt x="102058" y="70767"/>
                    <a:pt x="116481" y="82502"/>
                    <a:pt x="116481" y="104953"/>
                  </a:cubicBezTo>
                  <a:cubicBezTo>
                    <a:pt x="116481" y="135058"/>
                    <a:pt x="94719" y="171541"/>
                    <a:pt x="56761" y="174603"/>
                  </a:cubicBezTo>
                  <a:lnTo>
                    <a:pt x="82826" y="69746"/>
                  </a:lnTo>
                  <a:close/>
                </a:path>
              </a:pathLst>
            </a:custGeom>
            <a:solidFill>
              <a:schemeClr val="bg1"/>
            </a:solidFill>
            <a:ln w="25432" cap="flat">
              <a:noFill/>
              <a:prstDash val="solid"/>
              <a:miter/>
            </a:ln>
          </p:spPr>
          <p:txBody>
            <a:bodyPr/>
            <a:lstStyle/>
            <a:p>
              <a:endParaRPr lang="en-US"/>
            </a:p>
          </p:txBody>
        </p:sp>
        <p:sp>
          <p:nvSpPr>
            <p:cNvPr id="888" name="Freeform: Shape 887">
              <a:extLst>
                <a:ext uri="{FF2B5EF4-FFF2-40B4-BE49-F238E27FC236}">
                  <a16:creationId xmlns:a16="http://schemas.microsoft.com/office/drawing/2014/main" id="{C8763C70-3D5A-08F0-9033-91D20A2F6532}"/>
                </a:ext>
              </a:extLst>
            </p:cNvPr>
            <p:cNvSpPr/>
            <p:nvPr>
              <p:custDataLst>
                <p:tags r:id="rId129"/>
              </p:custDataLst>
            </p:nvPr>
          </p:nvSpPr>
          <p:spPr>
            <a:xfrm>
              <a:off x="10032613" y="5170146"/>
              <a:ext cx="58707" cy="255125"/>
            </a:xfrm>
            <a:custGeom>
              <a:avLst/>
              <a:gdLst>
                <a:gd name="csX0" fmla="*/ 59045 w 58707"/>
                <a:gd name="csY0" fmla="*/ 252671 h 255125"/>
                <a:gd name="csX1" fmla="*/ 54743 w 58707"/>
                <a:gd name="csY1" fmla="*/ 247058 h 255125"/>
                <a:gd name="csX2" fmla="*/ 15014 w 58707"/>
                <a:gd name="csY2" fmla="*/ 127660 h 255125"/>
                <a:gd name="csX3" fmla="*/ 55755 w 58707"/>
                <a:gd name="csY3" fmla="*/ 6985 h 255125"/>
                <a:gd name="csX4" fmla="*/ 59045 w 58707"/>
                <a:gd name="csY4" fmla="*/ 2648 h 255125"/>
                <a:gd name="csX5" fmla="*/ 56514 w 58707"/>
                <a:gd name="csY5" fmla="*/ 97 h 255125"/>
                <a:gd name="csX6" fmla="*/ 16279 w 58707"/>
                <a:gd name="csY6" fmla="*/ 49846 h 255125"/>
                <a:gd name="csX7" fmla="*/ 337 w 58707"/>
                <a:gd name="csY7" fmla="*/ 127660 h 255125"/>
                <a:gd name="csX8" fmla="*/ 17038 w 58707"/>
                <a:gd name="csY8" fmla="*/ 207259 h 255125"/>
                <a:gd name="csX9" fmla="*/ 56514 w 58707"/>
                <a:gd name="csY9" fmla="*/ 255222 h 255125"/>
                <a:gd name="csX10" fmla="*/ 59045 w 58707"/>
                <a:gd name="csY10" fmla="*/ 252671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55125">
                  <a:moveTo>
                    <a:pt x="59045" y="252671"/>
                  </a:moveTo>
                  <a:cubicBezTo>
                    <a:pt x="59045" y="251906"/>
                    <a:pt x="59045" y="251395"/>
                    <a:pt x="54743" y="247058"/>
                  </a:cubicBezTo>
                  <a:cubicBezTo>
                    <a:pt x="23112" y="214912"/>
                    <a:pt x="15014" y="166694"/>
                    <a:pt x="15014" y="127660"/>
                  </a:cubicBezTo>
                  <a:cubicBezTo>
                    <a:pt x="15014" y="83268"/>
                    <a:pt x="24630" y="38876"/>
                    <a:pt x="55755" y="6985"/>
                  </a:cubicBezTo>
                  <a:cubicBezTo>
                    <a:pt x="59045" y="3924"/>
                    <a:pt x="59045" y="3414"/>
                    <a:pt x="59045" y="2648"/>
                  </a:cubicBezTo>
                  <a:cubicBezTo>
                    <a:pt x="59045" y="862"/>
                    <a:pt x="58033" y="97"/>
                    <a:pt x="56514" y="97"/>
                  </a:cubicBezTo>
                  <a:cubicBezTo>
                    <a:pt x="53984" y="97"/>
                    <a:pt x="31209" y="17445"/>
                    <a:pt x="16279" y="49846"/>
                  </a:cubicBezTo>
                  <a:cubicBezTo>
                    <a:pt x="3374" y="77910"/>
                    <a:pt x="337" y="106229"/>
                    <a:pt x="337" y="127660"/>
                  </a:cubicBezTo>
                  <a:cubicBezTo>
                    <a:pt x="337" y="147559"/>
                    <a:pt x="3121" y="178429"/>
                    <a:pt x="17038" y="207259"/>
                  </a:cubicBezTo>
                  <a:cubicBezTo>
                    <a:pt x="32221" y="238639"/>
                    <a:pt x="53984" y="255222"/>
                    <a:pt x="56514" y="255222"/>
                  </a:cubicBezTo>
                  <a:cubicBezTo>
                    <a:pt x="58033" y="255222"/>
                    <a:pt x="59045" y="254457"/>
                    <a:pt x="59045" y="252671"/>
                  </a:cubicBezTo>
                  <a:close/>
                </a:path>
              </a:pathLst>
            </a:custGeom>
            <a:solidFill>
              <a:schemeClr val="bg1"/>
            </a:solidFill>
            <a:ln w="25432" cap="flat">
              <a:noFill/>
              <a:prstDash val="solid"/>
              <a:miter/>
            </a:ln>
          </p:spPr>
          <p:txBody>
            <a:bodyPr/>
            <a:lstStyle/>
            <a:p>
              <a:endParaRPr lang="en-US"/>
            </a:p>
          </p:txBody>
        </p:sp>
        <p:sp>
          <p:nvSpPr>
            <p:cNvPr id="889" name="Freeform: Shape 888">
              <a:extLst>
                <a:ext uri="{FF2B5EF4-FFF2-40B4-BE49-F238E27FC236}">
                  <a16:creationId xmlns:a16="http://schemas.microsoft.com/office/drawing/2014/main" id="{783CBCA5-B090-925C-57FB-F1CD90B440B6}"/>
                </a:ext>
              </a:extLst>
            </p:cNvPr>
            <p:cNvSpPr/>
            <p:nvPr>
              <p:custDataLst>
                <p:tags r:id="rId130"/>
              </p:custDataLst>
            </p:nvPr>
          </p:nvSpPr>
          <p:spPr>
            <a:xfrm>
              <a:off x="10111537" y="5248214"/>
              <a:ext cx="142467" cy="113275"/>
            </a:xfrm>
            <a:custGeom>
              <a:avLst/>
              <a:gdLst>
                <a:gd name="csX0" fmla="*/ 82329 w 142467"/>
                <a:gd name="csY0" fmla="*/ 50612 h 113275"/>
                <a:gd name="csX1" fmla="*/ 111936 w 142467"/>
                <a:gd name="csY1" fmla="*/ 17445 h 113275"/>
                <a:gd name="csX2" fmla="*/ 137748 w 142467"/>
                <a:gd name="csY2" fmla="*/ 12088 h 113275"/>
                <a:gd name="csX3" fmla="*/ 137748 w 142467"/>
                <a:gd name="csY3" fmla="*/ 97 h 113275"/>
                <a:gd name="csX4" fmla="*/ 114467 w 142467"/>
                <a:gd name="csY4" fmla="*/ 862 h 113275"/>
                <a:gd name="csX5" fmla="*/ 88403 w 142467"/>
                <a:gd name="csY5" fmla="*/ 97 h 113275"/>
                <a:gd name="csX6" fmla="*/ 88403 w 142467"/>
                <a:gd name="csY6" fmla="*/ 12088 h 113275"/>
                <a:gd name="csX7" fmla="*/ 98018 w 142467"/>
                <a:gd name="csY7" fmla="*/ 14384 h 113275"/>
                <a:gd name="csX8" fmla="*/ 95994 w 142467"/>
                <a:gd name="csY8" fmla="*/ 17445 h 113275"/>
                <a:gd name="csX9" fmla="*/ 74738 w 142467"/>
                <a:gd name="csY9" fmla="*/ 41427 h 113275"/>
                <a:gd name="csX10" fmla="*/ 49939 w 142467"/>
                <a:gd name="csY10" fmla="*/ 12088 h 113275"/>
                <a:gd name="csX11" fmla="*/ 60061 w 142467"/>
                <a:gd name="csY11" fmla="*/ 12088 h 113275"/>
                <a:gd name="csX12" fmla="*/ 60061 w 142467"/>
                <a:gd name="csY12" fmla="*/ 97 h 113275"/>
                <a:gd name="csX13" fmla="*/ 29442 w 142467"/>
                <a:gd name="csY13" fmla="*/ 862 h 113275"/>
                <a:gd name="csX14" fmla="*/ 1606 w 142467"/>
                <a:gd name="csY14" fmla="*/ 97 h 113275"/>
                <a:gd name="csX15" fmla="*/ 1606 w 142467"/>
                <a:gd name="csY15" fmla="*/ 12088 h 113275"/>
                <a:gd name="csX16" fmla="*/ 19573 w 142467"/>
                <a:gd name="csY16" fmla="*/ 12088 h 113275"/>
                <a:gd name="csX17" fmla="*/ 59049 w 142467"/>
                <a:gd name="csY17" fmla="*/ 59031 h 113275"/>
                <a:gd name="csX18" fmla="*/ 25899 w 142467"/>
                <a:gd name="csY18" fmla="*/ 96534 h 113275"/>
                <a:gd name="csX19" fmla="*/ 341 w 142467"/>
                <a:gd name="csY19" fmla="*/ 101382 h 113275"/>
                <a:gd name="csX20" fmla="*/ 341 w 142467"/>
                <a:gd name="csY20" fmla="*/ 113372 h 113275"/>
                <a:gd name="csX21" fmla="*/ 23622 w 142467"/>
                <a:gd name="csY21" fmla="*/ 112607 h 113275"/>
                <a:gd name="csX22" fmla="*/ 49686 w 142467"/>
                <a:gd name="csY22" fmla="*/ 113372 h 113275"/>
                <a:gd name="csX23" fmla="*/ 49686 w 142467"/>
                <a:gd name="csY23" fmla="*/ 101382 h 113275"/>
                <a:gd name="csX24" fmla="*/ 40323 w 142467"/>
                <a:gd name="csY24" fmla="*/ 98575 h 113275"/>
                <a:gd name="csX25" fmla="*/ 42094 w 142467"/>
                <a:gd name="csY25" fmla="*/ 96024 h 113275"/>
                <a:gd name="csX26" fmla="*/ 66640 w 142467"/>
                <a:gd name="csY26" fmla="*/ 68215 h 113275"/>
                <a:gd name="csX27" fmla="*/ 94476 w 142467"/>
                <a:gd name="csY27" fmla="*/ 101382 h 113275"/>
                <a:gd name="csX28" fmla="*/ 84607 w 142467"/>
                <a:gd name="csY28" fmla="*/ 101382 h 113275"/>
                <a:gd name="csX29" fmla="*/ 84607 w 142467"/>
                <a:gd name="csY29" fmla="*/ 113372 h 113275"/>
                <a:gd name="csX30" fmla="*/ 114973 w 142467"/>
                <a:gd name="csY30" fmla="*/ 112607 h 113275"/>
                <a:gd name="csX31" fmla="*/ 142809 w 142467"/>
                <a:gd name="csY31" fmla="*/ 113372 h 113275"/>
                <a:gd name="csX32" fmla="*/ 142809 w 142467"/>
                <a:gd name="csY32" fmla="*/ 101382 h 113275"/>
                <a:gd name="csX33" fmla="*/ 124842 w 142467"/>
                <a:gd name="csY33" fmla="*/ 101382 h 113275"/>
                <a:gd name="csX34" fmla="*/ 82329 w 142467"/>
                <a:gd name="csY34" fmla="*/ 50612 h 113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42467" h="113275">
                  <a:moveTo>
                    <a:pt x="82329" y="50612"/>
                  </a:moveTo>
                  <a:lnTo>
                    <a:pt x="111936" y="17445"/>
                  </a:lnTo>
                  <a:cubicBezTo>
                    <a:pt x="115226" y="13874"/>
                    <a:pt x="116744" y="12088"/>
                    <a:pt x="137748" y="12088"/>
                  </a:cubicBezTo>
                  <a:lnTo>
                    <a:pt x="137748" y="97"/>
                  </a:lnTo>
                  <a:cubicBezTo>
                    <a:pt x="128891" y="607"/>
                    <a:pt x="115732" y="862"/>
                    <a:pt x="114467" y="862"/>
                  </a:cubicBezTo>
                  <a:cubicBezTo>
                    <a:pt x="108141" y="862"/>
                    <a:pt x="95488" y="352"/>
                    <a:pt x="88403" y="97"/>
                  </a:cubicBezTo>
                  <a:lnTo>
                    <a:pt x="88403" y="12088"/>
                  </a:lnTo>
                  <a:cubicBezTo>
                    <a:pt x="91945" y="12088"/>
                    <a:pt x="94982" y="12598"/>
                    <a:pt x="98018" y="14384"/>
                  </a:cubicBezTo>
                  <a:cubicBezTo>
                    <a:pt x="97006" y="15915"/>
                    <a:pt x="97006" y="16425"/>
                    <a:pt x="95994" y="17445"/>
                  </a:cubicBezTo>
                  <a:lnTo>
                    <a:pt x="74738" y="41427"/>
                  </a:lnTo>
                  <a:lnTo>
                    <a:pt x="49939" y="12088"/>
                  </a:lnTo>
                  <a:lnTo>
                    <a:pt x="60061" y="12088"/>
                  </a:lnTo>
                  <a:lnTo>
                    <a:pt x="60061" y="97"/>
                  </a:lnTo>
                  <a:cubicBezTo>
                    <a:pt x="53482" y="352"/>
                    <a:pt x="37539" y="862"/>
                    <a:pt x="29442" y="862"/>
                  </a:cubicBezTo>
                  <a:cubicBezTo>
                    <a:pt x="21344" y="862"/>
                    <a:pt x="9957" y="352"/>
                    <a:pt x="1606" y="97"/>
                  </a:cubicBezTo>
                  <a:lnTo>
                    <a:pt x="1606" y="12088"/>
                  </a:lnTo>
                  <a:lnTo>
                    <a:pt x="19573" y="12088"/>
                  </a:lnTo>
                  <a:lnTo>
                    <a:pt x="59049" y="59031"/>
                  </a:lnTo>
                  <a:lnTo>
                    <a:pt x="25899" y="96534"/>
                  </a:lnTo>
                  <a:cubicBezTo>
                    <a:pt x="21597" y="101382"/>
                    <a:pt x="12487" y="101382"/>
                    <a:pt x="341" y="101382"/>
                  </a:cubicBezTo>
                  <a:lnTo>
                    <a:pt x="341" y="113372"/>
                  </a:lnTo>
                  <a:cubicBezTo>
                    <a:pt x="9198" y="112862"/>
                    <a:pt x="22356" y="112607"/>
                    <a:pt x="23622" y="112607"/>
                  </a:cubicBezTo>
                  <a:cubicBezTo>
                    <a:pt x="29948" y="112607"/>
                    <a:pt x="44625" y="113117"/>
                    <a:pt x="49686" y="113372"/>
                  </a:cubicBezTo>
                  <a:lnTo>
                    <a:pt x="49686" y="101382"/>
                  </a:lnTo>
                  <a:cubicBezTo>
                    <a:pt x="45131" y="101382"/>
                    <a:pt x="40323" y="100106"/>
                    <a:pt x="40323" y="98575"/>
                  </a:cubicBezTo>
                  <a:cubicBezTo>
                    <a:pt x="40323" y="98320"/>
                    <a:pt x="40323" y="98065"/>
                    <a:pt x="42094" y="96024"/>
                  </a:cubicBezTo>
                  <a:lnTo>
                    <a:pt x="66640" y="68215"/>
                  </a:lnTo>
                  <a:lnTo>
                    <a:pt x="94476" y="101382"/>
                  </a:lnTo>
                  <a:lnTo>
                    <a:pt x="84607" y="101382"/>
                  </a:lnTo>
                  <a:lnTo>
                    <a:pt x="84607" y="113372"/>
                  </a:lnTo>
                  <a:cubicBezTo>
                    <a:pt x="91186" y="113117"/>
                    <a:pt x="106622" y="112607"/>
                    <a:pt x="114973" y="112607"/>
                  </a:cubicBezTo>
                  <a:cubicBezTo>
                    <a:pt x="123071" y="112607"/>
                    <a:pt x="134458" y="113117"/>
                    <a:pt x="142809" y="113372"/>
                  </a:cubicBezTo>
                  <a:lnTo>
                    <a:pt x="142809" y="101382"/>
                  </a:lnTo>
                  <a:lnTo>
                    <a:pt x="124842" y="101382"/>
                  </a:lnTo>
                  <a:lnTo>
                    <a:pt x="82329" y="50612"/>
                  </a:lnTo>
                  <a:close/>
                </a:path>
              </a:pathLst>
            </a:custGeom>
            <a:solidFill>
              <a:schemeClr val="bg1"/>
            </a:solidFill>
            <a:ln w="25432" cap="flat">
              <a:noFill/>
              <a:prstDash val="solid"/>
              <a:miter/>
            </a:ln>
          </p:spPr>
          <p:txBody>
            <a:bodyPr/>
            <a:lstStyle/>
            <a:p>
              <a:endParaRPr lang="en-US"/>
            </a:p>
          </p:txBody>
        </p:sp>
        <p:sp>
          <p:nvSpPr>
            <p:cNvPr id="890" name="Freeform: Shape 889">
              <a:extLst>
                <a:ext uri="{FF2B5EF4-FFF2-40B4-BE49-F238E27FC236}">
                  <a16:creationId xmlns:a16="http://schemas.microsoft.com/office/drawing/2014/main" id="{678D31EC-379C-44A3-A5A7-9F7AAA9F876E}"/>
                </a:ext>
              </a:extLst>
            </p:cNvPr>
            <p:cNvSpPr/>
            <p:nvPr>
              <p:custDataLst>
                <p:tags r:id="rId131"/>
              </p:custDataLst>
            </p:nvPr>
          </p:nvSpPr>
          <p:spPr>
            <a:xfrm>
              <a:off x="10268060" y="5169076"/>
              <a:ext cx="44461" cy="92508"/>
            </a:xfrm>
            <a:custGeom>
              <a:avLst/>
              <a:gdLst>
                <a:gd name="csX0" fmla="*/ 43214 w 44461"/>
                <a:gd name="csY0" fmla="*/ 15630 h 92508"/>
                <a:gd name="csX1" fmla="*/ 44808 w 44461"/>
                <a:gd name="csY1" fmla="*/ 9916 h 92508"/>
                <a:gd name="csX2" fmla="*/ 34357 w 44461"/>
                <a:gd name="csY2" fmla="*/ 93 h 92508"/>
                <a:gd name="csX3" fmla="*/ 24614 w 44461"/>
                <a:gd name="csY3" fmla="*/ 8487 h 92508"/>
                <a:gd name="csX4" fmla="*/ 1233 w 44461"/>
                <a:gd name="csY4" fmla="*/ 85815 h 92508"/>
                <a:gd name="csX5" fmla="*/ 347 w 44461"/>
                <a:gd name="csY5" fmla="*/ 88673 h 92508"/>
                <a:gd name="csX6" fmla="*/ 7255 w 44461"/>
                <a:gd name="csY6" fmla="*/ 92602 h 92508"/>
                <a:gd name="csX7" fmla="*/ 9912 w 44461"/>
                <a:gd name="csY7" fmla="*/ 89566 h 92508"/>
                <a:gd name="csX8" fmla="*/ 43214 w 44461"/>
                <a:gd name="csY8" fmla="*/ 15630 h 925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4461" h="92508">
                  <a:moveTo>
                    <a:pt x="43214" y="15630"/>
                  </a:moveTo>
                  <a:cubicBezTo>
                    <a:pt x="44631" y="12594"/>
                    <a:pt x="44808" y="11166"/>
                    <a:pt x="44808" y="9916"/>
                  </a:cubicBezTo>
                  <a:cubicBezTo>
                    <a:pt x="44808" y="4379"/>
                    <a:pt x="39848" y="93"/>
                    <a:pt x="34357" y="93"/>
                  </a:cubicBezTo>
                  <a:cubicBezTo>
                    <a:pt x="27626" y="93"/>
                    <a:pt x="25500" y="5629"/>
                    <a:pt x="24614" y="8487"/>
                  </a:cubicBezTo>
                  <a:lnTo>
                    <a:pt x="1233" y="85815"/>
                  </a:lnTo>
                  <a:cubicBezTo>
                    <a:pt x="1055" y="86173"/>
                    <a:pt x="347" y="88494"/>
                    <a:pt x="347" y="88673"/>
                  </a:cubicBezTo>
                  <a:cubicBezTo>
                    <a:pt x="347" y="90816"/>
                    <a:pt x="5838" y="92602"/>
                    <a:pt x="7255" y="92602"/>
                  </a:cubicBezTo>
                  <a:cubicBezTo>
                    <a:pt x="8495" y="92602"/>
                    <a:pt x="8672" y="92245"/>
                    <a:pt x="9912" y="89566"/>
                  </a:cubicBezTo>
                  <a:lnTo>
                    <a:pt x="43214" y="15630"/>
                  </a:lnTo>
                  <a:close/>
                </a:path>
              </a:pathLst>
            </a:custGeom>
            <a:solidFill>
              <a:schemeClr val="bg1"/>
            </a:solidFill>
            <a:ln w="25432" cap="flat">
              <a:noFill/>
              <a:prstDash val="solid"/>
              <a:miter/>
            </a:ln>
          </p:spPr>
          <p:txBody>
            <a:bodyPr/>
            <a:lstStyle/>
            <a:p>
              <a:endParaRPr lang="en-US"/>
            </a:p>
          </p:txBody>
        </p:sp>
        <p:sp>
          <p:nvSpPr>
            <p:cNvPr id="891" name="Freeform: Shape 890">
              <a:extLst>
                <a:ext uri="{FF2B5EF4-FFF2-40B4-BE49-F238E27FC236}">
                  <a16:creationId xmlns:a16="http://schemas.microsoft.com/office/drawing/2014/main" id="{3DF24031-82A2-99C4-B66A-E5FF0DB35D83}"/>
                </a:ext>
              </a:extLst>
            </p:cNvPr>
            <p:cNvSpPr/>
            <p:nvPr>
              <p:custDataLst>
                <p:tags r:id="rId132"/>
              </p:custDataLst>
            </p:nvPr>
          </p:nvSpPr>
          <p:spPr>
            <a:xfrm>
              <a:off x="10334601" y="5182392"/>
              <a:ext cx="161699" cy="228592"/>
            </a:xfrm>
            <a:custGeom>
              <a:avLst/>
              <a:gdLst>
                <a:gd name="csX0" fmla="*/ 1362 w 161699"/>
                <a:gd name="csY0" fmla="*/ 221035 h 228592"/>
                <a:gd name="csX1" fmla="*/ 350 w 161699"/>
                <a:gd name="csY1" fmla="*/ 225117 h 228592"/>
                <a:gd name="csX2" fmla="*/ 6423 w 161699"/>
                <a:gd name="csY2" fmla="*/ 228689 h 228592"/>
                <a:gd name="csX3" fmla="*/ 13002 w 161699"/>
                <a:gd name="csY3" fmla="*/ 222821 h 228592"/>
                <a:gd name="csX4" fmla="*/ 29197 w 161699"/>
                <a:gd name="csY4" fmla="*/ 156999 h 228592"/>
                <a:gd name="csX5" fmla="*/ 79555 w 161699"/>
                <a:gd name="csY5" fmla="*/ 182256 h 228592"/>
                <a:gd name="csX6" fmla="*/ 158760 w 161699"/>
                <a:gd name="csY6" fmla="*/ 109801 h 228592"/>
                <a:gd name="csX7" fmla="*/ 142564 w 161699"/>
                <a:gd name="csY7" fmla="*/ 75869 h 228592"/>
                <a:gd name="csX8" fmla="*/ 162049 w 161699"/>
                <a:gd name="csY8" fmla="*/ 34029 h 228592"/>
                <a:gd name="csX9" fmla="*/ 122573 w 161699"/>
                <a:gd name="csY9" fmla="*/ 97 h 228592"/>
                <a:gd name="csX10" fmla="*/ 39826 w 161699"/>
                <a:gd name="csY10" fmla="*/ 65409 h 228592"/>
                <a:gd name="csX11" fmla="*/ 1362 w 161699"/>
                <a:gd name="csY11" fmla="*/ 221035 h 228592"/>
                <a:gd name="csX12" fmla="*/ 115994 w 161699"/>
                <a:gd name="csY12" fmla="*/ 76890 h 228592"/>
                <a:gd name="csX13" fmla="*/ 100052 w 161699"/>
                <a:gd name="csY13" fmla="*/ 81227 h 228592"/>
                <a:gd name="csX14" fmla="*/ 87905 w 161699"/>
                <a:gd name="csY14" fmla="*/ 79186 h 228592"/>
                <a:gd name="csX15" fmla="*/ 103594 w 161699"/>
                <a:gd name="csY15" fmla="*/ 75104 h 228592"/>
                <a:gd name="csX16" fmla="*/ 115994 w 161699"/>
                <a:gd name="csY16" fmla="*/ 76890 h 228592"/>
                <a:gd name="csX17" fmla="*/ 124598 w 161699"/>
                <a:gd name="csY17" fmla="*/ 67960 h 228592"/>
                <a:gd name="csX18" fmla="*/ 104354 w 161699"/>
                <a:gd name="csY18" fmla="*/ 65919 h 228592"/>
                <a:gd name="csX19" fmla="*/ 75759 w 161699"/>
                <a:gd name="csY19" fmla="*/ 79696 h 228592"/>
                <a:gd name="csX20" fmla="*/ 99799 w 161699"/>
                <a:gd name="csY20" fmla="*/ 90411 h 228592"/>
                <a:gd name="csX21" fmla="*/ 126875 w 161699"/>
                <a:gd name="csY21" fmla="*/ 85564 h 228592"/>
                <a:gd name="csX22" fmla="*/ 129659 w 161699"/>
                <a:gd name="csY22" fmla="*/ 98830 h 228592"/>
                <a:gd name="csX23" fmla="*/ 115235 w 161699"/>
                <a:gd name="csY23" fmla="*/ 152152 h 228592"/>
                <a:gd name="csX24" fmla="*/ 79049 w 161699"/>
                <a:gd name="csY24" fmla="*/ 173072 h 228592"/>
                <a:gd name="csX25" fmla="*/ 35777 w 161699"/>
                <a:gd name="csY25" fmla="*/ 135824 h 228592"/>
                <a:gd name="csX26" fmla="*/ 37548 w 161699"/>
                <a:gd name="csY26" fmla="*/ 122812 h 228592"/>
                <a:gd name="csX27" fmla="*/ 52478 w 161699"/>
                <a:gd name="csY27" fmla="*/ 63113 h 228592"/>
                <a:gd name="csX28" fmla="*/ 121308 w 161699"/>
                <a:gd name="csY28" fmla="*/ 9281 h 228592"/>
                <a:gd name="csX29" fmla="*/ 136238 w 161699"/>
                <a:gd name="csY29" fmla="*/ 23824 h 228592"/>
                <a:gd name="csX30" fmla="*/ 124598 w 161699"/>
                <a:gd name="csY30" fmla="*/ 67960 h 228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61699" h="228592">
                  <a:moveTo>
                    <a:pt x="1362" y="221035"/>
                  </a:moveTo>
                  <a:cubicBezTo>
                    <a:pt x="1109" y="221546"/>
                    <a:pt x="350" y="224862"/>
                    <a:pt x="350" y="225117"/>
                  </a:cubicBezTo>
                  <a:cubicBezTo>
                    <a:pt x="350" y="228689"/>
                    <a:pt x="4145" y="228689"/>
                    <a:pt x="6423" y="228689"/>
                  </a:cubicBezTo>
                  <a:cubicBezTo>
                    <a:pt x="11484" y="228689"/>
                    <a:pt x="11484" y="228179"/>
                    <a:pt x="13002" y="222821"/>
                  </a:cubicBezTo>
                  <a:cubicBezTo>
                    <a:pt x="13761" y="218739"/>
                    <a:pt x="28944" y="157509"/>
                    <a:pt x="29197" y="156999"/>
                  </a:cubicBezTo>
                  <a:cubicBezTo>
                    <a:pt x="39826" y="174858"/>
                    <a:pt x="59311" y="182256"/>
                    <a:pt x="79555" y="182256"/>
                  </a:cubicBezTo>
                  <a:cubicBezTo>
                    <a:pt x="130418" y="182256"/>
                    <a:pt x="158760" y="143222"/>
                    <a:pt x="158760" y="109801"/>
                  </a:cubicBezTo>
                  <a:cubicBezTo>
                    <a:pt x="158760" y="91942"/>
                    <a:pt x="150915" y="82247"/>
                    <a:pt x="142564" y="75869"/>
                  </a:cubicBezTo>
                  <a:cubicBezTo>
                    <a:pt x="151674" y="68215"/>
                    <a:pt x="162049" y="51632"/>
                    <a:pt x="162049" y="34029"/>
                  </a:cubicBezTo>
                  <a:cubicBezTo>
                    <a:pt x="162049" y="12343"/>
                    <a:pt x="146360" y="97"/>
                    <a:pt x="122573" y="97"/>
                  </a:cubicBezTo>
                  <a:cubicBezTo>
                    <a:pt x="86387" y="97"/>
                    <a:pt x="48935" y="28416"/>
                    <a:pt x="39826" y="65409"/>
                  </a:cubicBezTo>
                  <a:lnTo>
                    <a:pt x="1362" y="221035"/>
                  </a:lnTo>
                  <a:close/>
                  <a:moveTo>
                    <a:pt x="115994" y="76890"/>
                  </a:moveTo>
                  <a:cubicBezTo>
                    <a:pt x="109921" y="81227"/>
                    <a:pt x="103594" y="81227"/>
                    <a:pt x="100052" y="81227"/>
                  </a:cubicBezTo>
                  <a:cubicBezTo>
                    <a:pt x="99040" y="81227"/>
                    <a:pt x="87905" y="81227"/>
                    <a:pt x="87905" y="79186"/>
                  </a:cubicBezTo>
                  <a:cubicBezTo>
                    <a:pt x="87905" y="75104"/>
                    <a:pt x="100305" y="75104"/>
                    <a:pt x="103594" y="75104"/>
                  </a:cubicBezTo>
                  <a:cubicBezTo>
                    <a:pt x="108149" y="75104"/>
                    <a:pt x="111186" y="75104"/>
                    <a:pt x="115994" y="76890"/>
                  </a:cubicBezTo>
                  <a:close/>
                  <a:moveTo>
                    <a:pt x="124598" y="67960"/>
                  </a:moveTo>
                  <a:cubicBezTo>
                    <a:pt x="116247" y="65919"/>
                    <a:pt x="109162" y="65919"/>
                    <a:pt x="104354" y="65919"/>
                  </a:cubicBezTo>
                  <a:cubicBezTo>
                    <a:pt x="96256" y="65919"/>
                    <a:pt x="75759" y="65919"/>
                    <a:pt x="75759" y="79696"/>
                  </a:cubicBezTo>
                  <a:cubicBezTo>
                    <a:pt x="75759" y="90411"/>
                    <a:pt x="90942" y="90411"/>
                    <a:pt x="99799" y="90411"/>
                  </a:cubicBezTo>
                  <a:cubicBezTo>
                    <a:pt x="104101" y="90411"/>
                    <a:pt x="115488" y="90411"/>
                    <a:pt x="126875" y="85564"/>
                  </a:cubicBezTo>
                  <a:cubicBezTo>
                    <a:pt x="128900" y="89391"/>
                    <a:pt x="129659" y="94493"/>
                    <a:pt x="129659" y="98830"/>
                  </a:cubicBezTo>
                  <a:cubicBezTo>
                    <a:pt x="129659" y="108015"/>
                    <a:pt x="123079" y="138885"/>
                    <a:pt x="115235" y="152152"/>
                  </a:cubicBezTo>
                  <a:cubicBezTo>
                    <a:pt x="107390" y="164653"/>
                    <a:pt x="94991" y="173072"/>
                    <a:pt x="79049" y="173072"/>
                  </a:cubicBezTo>
                  <a:cubicBezTo>
                    <a:pt x="55515" y="173072"/>
                    <a:pt x="35777" y="158785"/>
                    <a:pt x="35777" y="135824"/>
                  </a:cubicBezTo>
                  <a:cubicBezTo>
                    <a:pt x="35777" y="130721"/>
                    <a:pt x="37042" y="125363"/>
                    <a:pt x="37548" y="122812"/>
                  </a:cubicBezTo>
                  <a:cubicBezTo>
                    <a:pt x="41344" y="107760"/>
                    <a:pt x="49442" y="74338"/>
                    <a:pt x="52478" y="63113"/>
                  </a:cubicBezTo>
                  <a:cubicBezTo>
                    <a:pt x="60576" y="35304"/>
                    <a:pt x="91195" y="9281"/>
                    <a:pt x="121308" y="9281"/>
                  </a:cubicBezTo>
                  <a:cubicBezTo>
                    <a:pt x="130671" y="9281"/>
                    <a:pt x="136238" y="13874"/>
                    <a:pt x="136238" y="23824"/>
                  </a:cubicBezTo>
                  <a:cubicBezTo>
                    <a:pt x="136238" y="31732"/>
                    <a:pt x="130165" y="58010"/>
                    <a:pt x="124598" y="67960"/>
                  </a:cubicBezTo>
                  <a:close/>
                </a:path>
              </a:pathLst>
            </a:custGeom>
            <a:solidFill>
              <a:schemeClr val="bg1"/>
            </a:solidFill>
            <a:ln w="25432" cap="flat">
              <a:noFill/>
              <a:prstDash val="solid"/>
              <a:miter/>
            </a:ln>
          </p:spPr>
          <p:txBody>
            <a:bodyPr/>
            <a:lstStyle/>
            <a:p>
              <a:endParaRPr lang="en-US"/>
            </a:p>
          </p:txBody>
        </p:sp>
        <p:sp>
          <p:nvSpPr>
            <p:cNvPr id="892" name="Freeform: Shape 891">
              <a:extLst>
                <a:ext uri="{FF2B5EF4-FFF2-40B4-BE49-F238E27FC236}">
                  <a16:creationId xmlns:a16="http://schemas.microsoft.com/office/drawing/2014/main" id="{312D738D-F057-7FA2-E463-CD1A1FFA02A0}"/>
                </a:ext>
              </a:extLst>
            </p:cNvPr>
            <p:cNvSpPr/>
            <p:nvPr>
              <p:custDataLst>
                <p:tags r:id="rId133"/>
              </p:custDataLst>
            </p:nvPr>
          </p:nvSpPr>
          <p:spPr>
            <a:xfrm>
              <a:off x="10520530" y="5170146"/>
              <a:ext cx="58707" cy="255125"/>
            </a:xfrm>
            <a:custGeom>
              <a:avLst/>
              <a:gdLst>
                <a:gd name="csX0" fmla="*/ 59064 w 58707"/>
                <a:gd name="csY0" fmla="*/ 127660 h 255125"/>
                <a:gd name="csX1" fmla="*/ 42363 w 58707"/>
                <a:gd name="csY1" fmla="*/ 48060 h 255125"/>
                <a:gd name="csX2" fmla="*/ 2887 w 58707"/>
                <a:gd name="csY2" fmla="*/ 97 h 255125"/>
                <a:gd name="csX3" fmla="*/ 357 w 58707"/>
                <a:gd name="csY3" fmla="*/ 2648 h 255125"/>
                <a:gd name="csX4" fmla="*/ 5165 w 58707"/>
                <a:gd name="csY4" fmla="*/ 8516 h 255125"/>
                <a:gd name="csX5" fmla="*/ 44387 w 58707"/>
                <a:gd name="csY5" fmla="*/ 127660 h 255125"/>
                <a:gd name="csX6" fmla="*/ 3646 w 58707"/>
                <a:gd name="csY6" fmla="*/ 248334 h 255125"/>
                <a:gd name="csX7" fmla="*/ 357 w 58707"/>
                <a:gd name="csY7" fmla="*/ 252671 h 255125"/>
                <a:gd name="csX8" fmla="*/ 2887 w 58707"/>
                <a:gd name="csY8" fmla="*/ 255222 h 255125"/>
                <a:gd name="csX9" fmla="*/ 43122 w 58707"/>
                <a:gd name="csY9" fmla="*/ 205473 h 255125"/>
                <a:gd name="csX10" fmla="*/ 59064 w 58707"/>
                <a:gd name="csY10" fmla="*/ 127660 h 25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55125">
                  <a:moveTo>
                    <a:pt x="59064" y="127660"/>
                  </a:moveTo>
                  <a:cubicBezTo>
                    <a:pt x="59064" y="107760"/>
                    <a:pt x="56281" y="76890"/>
                    <a:pt x="42363" y="48060"/>
                  </a:cubicBezTo>
                  <a:cubicBezTo>
                    <a:pt x="27180" y="16680"/>
                    <a:pt x="5418" y="97"/>
                    <a:pt x="2887" y="97"/>
                  </a:cubicBezTo>
                  <a:cubicBezTo>
                    <a:pt x="1369" y="97"/>
                    <a:pt x="357" y="1117"/>
                    <a:pt x="357" y="2648"/>
                  </a:cubicBezTo>
                  <a:cubicBezTo>
                    <a:pt x="357" y="3414"/>
                    <a:pt x="357" y="3924"/>
                    <a:pt x="5165" y="8516"/>
                  </a:cubicBezTo>
                  <a:cubicBezTo>
                    <a:pt x="29964" y="33773"/>
                    <a:pt x="44387" y="74338"/>
                    <a:pt x="44387" y="127660"/>
                  </a:cubicBezTo>
                  <a:cubicBezTo>
                    <a:pt x="44387" y="171286"/>
                    <a:pt x="35025" y="216188"/>
                    <a:pt x="3646" y="248334"/>
                  </a:cubicBezTo>
                  <a:cubicBezTo>
                    <a:pt x="357" y="251395"/>
                    <a:pt x="357" y="251906"/>
                    <a:pt x="357" y="252671"/>
                  </a:cubicBezTo>
                  <a:cubicBezTo>
                    <a:pt x="357" y="254202"/>
                    <a:pt x="1369" y="255222"/>
                    <a:pt x="2887" y="255222"/>
                  </a:cubicBezTo>
                  <a:cubicBezTo>
                    <a:pt x="5418" y="255222"/>
                    <a:pt x="28192" y="237874"/>
                    <a:pt x="43122" y="205473"/>
                  </a:cubicBezTo>
                  <a:cubicBezTo>
                    <a:pt x="56028" y="177409"/>
                    <a:pt x="59064" y="149090"/>
                    <a:pt x="59064" y="127660"/>
                  </a:cubicBezTo>
                  <a:close/>
                </a:path>
              </a:pathLst>
            </a:custGeom>
            <a:solidFill>
              <a:schemeClr val="bg1"/>
            </a:solidFill>
            <a:ln w="25432" cap="flat">
              <a:noFill/>
              <a:prstDash val="solid"/>
              <a:miter/>
            </a:ln>
          </p:spPr>
          <p:txBody>
            <a:bodyPr/>
            <a:lstStyle/>
            <a:p>
              <a:endParaRPr lang="en-US"/>
            </a:p>
          </p:txBody>
        </p:sp>
        <p:sp>
          <p:nvSpPr>
            <p:cNvPr id="893" name="Freeform: Shape 892">
              <a:extLst>
                <a:ext uri="{FF2B5EF4-FFF2-40B4-BE49-F238E27FC236}">
                  <a16:creationId xmlns:a16="http://schemas.microsoft.com/office/drawing/2014/main" id="{1D369C04-1657-D20A-0497-4CC0FF77862F}"/>
                </a:ext>
              </a:extLst>
            </p:cNvPr>
            <p:cNvSpPr/>
            <p:nvPr>
              <p:custDataLst>
                <p:tags r:id="rId134"/>
              </p:custDataLst>
            </p:nvPr>
          </p:nvSpPr>
          <p:spPr>
            <a:xfrm>
              <a:off x="10608564" y="5182392"/>
              <a:ext cx="161699" cy="228592"/>
            </a:xfrm>
            <a:custGeom>
              <a:avLst/>
              <a:gdLst>
                <a:gd name="csX0" fmla="*/ 1373 w 161699"/>
                <a:gd name="csY0" fmla="*/ 221035 h 228592"/>
                <a:gd name="csX1" fmla="*/ 360 w 161699"/>
                <a:gd name="csY1" fmla="*/ 225117 h 228592"/>
                <a:gd name="csX2" fmla="*/ 6434 w 161699"/>
                <a:gd name="csY2" fmla="*/ 228689 h 228592"/>
                <a:gd name="csX3" fmla="*/ 13013 w 161699"/>
                <a:gd name="csY3" fmla="*/ 222821 h 228592"/>
                <a:gd name="csX4" fmla="*/ 29208 w 161699"/>
                <a:gd name="csY4" fmla="*/ 156999 h 228592"/>
                <a:gd name="csX5" fmla="*/ 79565 w 161699"/>
                <a:gd name="csY5" fmla="*/ 182256 h 228592"/>
                <a:gd name="csX6" fmla="*/ 158770 w 161699"/>
                <a:gd name="csY6" fmla="*/ 109801 h 228592"/>
                <a:gd name="csX7" fmla="*/ 142575 w 161699"/>
                <a:gd name="csY7" fmla="*/ 75869 h 228592"/>
                <a:gd name="csX8" fmla="*/ 162060 w 161699"/>
                <a:gd name="csY8" fmla="*/ 34029 h 228592"/>
                <a:gd name="csX9" fmla="*/ 122584 w 161699"/>
                <a:gd name="csY9" fmla="*/ 97 h 228592"/>
                <a:gd name="csX10" fmla="*/ 39836 w 161699"/>
                <a:gd name="csY10" fmla="*/ 65409 h 228592"/>
                <a:gd name="csX11" fmla="*/ 1373 w 161699"/>
                <a:gd name="csY11" fmla="*/ 221035 h 228592"/>
                <a:gd name="csX12" fmla="*/ 116005 w 161699"/>
                <a:gd name="csY12" fmla="*/ 76890 h 228592"/>
                <a:gd name="csX13" fmla="*/ 100063 w 161699"/>
                <a:gd name="csY13" fmla="*/ 81227 h 228592"/>
                <a:gd name="csX14" fmla="*/ 87916 w 161699"/>
                <a:gd name="csY14" fmla="*/ 79186 h 228592"/>
                <a:gd name="csX15" fmla="*/ 103605 w 161699"/>
                <a:gd name="csY15" fmla="*/ 75104 h 228592"/>
                <a:gd name="csX16" fmla="*/ 116005 w 161699"/>
                <a:gd name="csY16" fmla="*/ 76890 h 228592"/>
                <a:gd name="csX17" fmla="*/ 124608 w 161699"/>
                <a:gd name="csY17" fmla="*/ 67960 h 228592"/>
                <a:gd name="csX18" fmla="*/ 104364 w 161699"/>
                <a:gd name="csY18" fmla="*/ 65919 h 228592"/>
                <a:gd name="csX19" fmla="*/ 75770 w 161699"/>
                <a:gd name="csY19" fmla="*/ 79696 h 228592"/>
                <a:gd name="csX20" fmla="*/ 99809 w 161699"/>
                <a:gd name="csY20" fmla="*/ 90411 h 228592"/>
                <a:gd name="csX21" fmla="*/ 126886 w 161699"/>
                <a:gd name="csY21" fmla="*/ 85564 h 228592"/>
                <a:gd name="csX22" fmla="*/ 129670 w 161699"/>
                <a:gd name="csY22" fmla="*/ 98830 h 228592"/>
                <a:gd name="csX23" fmla="*/ 115246 w 161699"/>
                <a:gd name="csY23" fmla="*/ 152152 h 228592"/>
                <a:gd name="csX24" fmla="*/ 79059 w 161699"/>
                <a:gd name="csY24" fmla="*/ 173072 h 228592"/>
                <a:gd name="csX25" fmla="*/ 35788 w 161699"/>
                <a:gd name="csY25" fmla="*/ 135824 h 228592"/>
                <a:gd name="csX26" fmla="*/ 37559 w 161699"/>
                <a:gd name="csY26" fmla="*/ 122812 h 228592"/>
                <a:gd name="csX27" fmla="*/ 52489 w 161699"/>
                <a:gd name="csY27" fmla="*/ 63113 h 228592"/>
                <a:gd name="csX28" fmla="*/ 121319 w 161699"/>
                <a:gd name="csY28" fmla="*/ 9281 h 228592"/>
                <a:gd name="csX29" fmla="*/ 136249 w 161699"/>
                <a:gd name="csY29" fmla="*/ 23824 h 228592"/>
                <a:gd name="csX30" fmla="*/ 124608 w 161699"/>
                <a:gd name="csY30" fmla="*/ 67960 h 228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61699" h="228592">
                  <a:moveTo>
                    <a:pt x="1373" y="221035"/>
                  </a:moveTo>
                  <a:cubicBezTo>
                    <a:pt x="1120" y="221546"/>
                    <a:pt x="360" y="224862"/>
                    <a:pt x="360" y="225117"/>
                  </a:cubicBezTo>
                  <a:cubicBezTo>
                    <a:pt x="360" y="228689"/>
                    <a:pt x="4156" y="228689"/>
                    <a:pt x="6434" y="228689"/>
                  </a:cubicBezTo>
                  <a:cubicBezTo>
                    <a:pt x="11495" y="228689"/>
                    <a:pt x="11495" y="228179"/>
                    <a:pt x="13013" y="222821"/>
                  </a:cubicBezTo>
                  <a:cubicBezTo>
                    <a:pt x="13772" y="218739"/>
                    <a:pt x="28955" y="157509"/>
                    <a:pt x="29208" y="156999"/>
                  </a:cubicBezTo>
                  <a:cubicBezTo>
                    <a:pt x="39836" y="174858"/>
                    <a:pt x="59321" y="182256"/>
                    <a:pt x="79565" y="182256"/>
                  </a:cubicBezTo>
                  <a:cubicBezTo>
                    <a:pt x="130429" y="182256"/>
                    <a:pt x="158770" y="143222"/>
                    <a:pt x="158770" y="109801"/>
                  </a:cubicBezTo>
                  <a:cubicBezTo>
                    <a:pt x="158770" y="91942"/>
                    <a:pt x="150926" y="82247"/>
                    <a:pt x="142575" y="75869"/>
                  </a:cubicBezTo>
                  <a:cubicBezTo>
                    <a:pt x="151685" y="68215"/>
                    <a:pt x="162060" y="51632"/>
                    <a:pt x="162060" y="34029"/>
                  </a:cubicBezTo>
                  <a:cubicBezTo>
                    <a:pt x="162060" y="12343"/>
                    <a:pt x="146371" y="97"/>
                    <a:pt x="122584" y="97"/>
                  </a:cubicBezTo>
                  <a:cubicBezTo>
                    <a:pt x="86398" y="97"/>
                    <a:pt x="48946" y="28416"/>
                    <a:pt x="39836" y="65409"/>
                  </a:cubicBezTo>
                  <a:lnTo>
                    <a:pt x="1373" y="221035"/>
                  </a:lnTo>
                  <a:close/>
                  <a:moveTo>
                    <a:pt x="116005" y="76890"/>
                  </a:moveTo>
                  <a:cubicBezTo>
                    <a:pt x="109932" y="81227"/>
                    <a:pt x="103605" y="81227"/>
                    <a:pt x="100063" y="81227"/>
                  </a:cubicBezTo>
                  <a:cubicBezTo>
                    <a:pt x="99050" y="81227"/>
                    <a:pt x="87916" y="81227"/>
                    <a:pt x="87916" y="79186"/>
                  </a:cubicBezTo>
                  <a:cubicBezTo>
                    <a:pt x="87916" y="75104"/>
                    <a:pt x="100316" y="75104"/>
                    <a:pt x="103605" y="75104"/>
                  </a:cubicBezTo>
                  <a:cubicBezTo>
                    <a:pt x="108160" y="75104"/>
                    <a:pt x="111197" y="75104"/>
                    <a:pt x="116005" y="76890"/>
                  </a:cubicBezTo>
                  <a:close/>
                  <a:moveTo>
                    <a:pt x="124608" y="67960"/>
                  </a:moveTo>
                  <a:cubicBezTo>
                    <a:pt x="116258" y="65919"/>
                    <a:pt x="109172" y="65919"/>
                    <a:pt x="104364" y="65919"/>
                  </a:cubicBezTo>
                  <a:cubicBezTo>
                    <a:pt x="96267" y="65919"/>
                    <a:pt x="75770" y="65919"/>
                    <a:pt x="75770" y="79696"/>
                  </a:cubicBezTo>
                  <a:cubicBezTo>
                    <a:pt x="75770" y="90411"/>
                    <a:pt x="90953" y="90411"/>
                    <a:pt x="99809" y="90411"/>
                  </a:cubicBezTo>
                  <a:cubicBezTo>
                    <a:pt x="104111" y="90411"/>
                    <a:pt x="115499" y="90411"/>
                    <a:pt x="126886" y="85564"/>
                  </a:cubicBezTo>
                  <a:cubicBezTo>
                    <a:pt x="128910" y="89391"/>
                    <a:pt x="129670" y="94493"/>
                    <a:pt x="129670" y="98830"/>
                  </a:cubicBezTo>
                  <a:cubicBezTo>
                    <a:pt x="129670" y="108015"/>
                    <a:pt x="123090" y="138885"/>
                    <a:pt x="115246" y="152152"/>
                  </a:cubicBezTo>
                  <a:cubicBezTo>
                    <a:pt x="107401" y="164653"/>
                    <a:pt x="95002" y="173072"/>
                    <a:pt x="79059" y="173072"/>
                  </a:cubicBezTo>
                  <a:cubicBezTo>
                    <a:pt x="55526" y="173072"/>
                    <a:pt x="35788" y="158785"/>
                    <a:pt x="35788" y="135824"/>
                  </a:cubicBezTo>
                  <a:cubicBezTo>
                    <a:pt x="35788" y="130721"/>
                    <a:pt x="37053" y="125363"/>
                    <a:pt x="37559" y="122812"/>
                  </a:cubicBezTo>
                  <a:cubicBezTo>
                    <a:pt x="41355" y="107760"/>
                    <a:pt x="49452" y="74338"/>
                    <a:pt x="52489" y="63113"/>
                  </a:cubicBezTo>
                  <a:cubicBezTo>
                    <a:pt x="60587" y="35304"/>
                    <a:pt x="91206" y="9281"/>
                    <a:pt x="121319" y="9281"/>
                  </a:cubicBezTo>
                  <a:cubicBezTo>
                    <a:pt x="130682" y="9281"/>
                    <a:pt x="136249" y="13874"/>
                    <a:pt x="136249" y="23824"/>
                  </a:cubicBezTo>
                  <a:cubicBezTo>
                    <a:pt x="136249" y="31732"/>
                    <a:pt x="130176" y="58010"/>
                    <a:pt x="124608" y="67960"/>
                  </a:cubicBezTo>
                  <a:close/>
                </a:path>
              </a:pathLst>
            </a:custGeom>
            <a:solidFill>
              <a:schemeClr val="bg1"/>
            </a:solidFill>
            <a:ln w="25432" cap="flat">
              <a:noFill/>
              <a:prstDash val="solid"/>
              <a:miter/>
            </a:ln>
          </p:spPr>
          <p:txBody>
            <a:bodyPr/>
            <a:lstStyle/>
            <a:p>
              <a:endParaRPr lang="en-US"/>
            </a:p>
          </p:txBody>
        </p:sp>
        <p:sp>
          <p:nvSpPr>
            <p:cNvPr id="894" name="Freeform: Shape 893">
              <a:extLst>
                <a:ext uri="{FF2B5EF4-FFF2-40B4-BE49-F238E27FC236}">
                  <a16:creationId xmlns:a16="http://schemas.microsoft.com/office/drawing/2014/main" id="{35EBFCF9-DCE7-1C1A-90C6-E24BA13FB593}"/>
                </a:ext>
              </a:extLst>
            </p:cNvPr>
            <p:cNvSpPr/>
            <p:nvPr>
              <p:custDataLst>
                <p:tags r:id="rId135"/>
              </p:custDataLst>
            </p:nvPr>
          </p:nvSpPr>
          <p:spPr>
            <a:xfrm>
              <a:off x="10780068" y="5305450"/>
              <a:ext cx="77762" cy="154835"/>
            </a:xfrm>
            <a:custGeom>
              <a:avLst/>
              <a:gdLst>
                <a:gd name="csX0" fmla="*/ 78130 w 77762"/>
                <a:gd name="csY0" fmla="*/ 6886 h 154835"/>
                <a:gd name="csX1" fmla="*/ 71044 w 77762"/>
                <a:gd name="csY1" fmla="*/ 99 h 154835"/>
                <a:gd name="csX2" fmla="*/ 61125 w 77762"/>
                <a:gd name="csY2" fmla="*/ 9922 h 154835"/>
                <a:gd name="csX3" fmla="*/ 68210 w 77762"/>
                <a:gd name="csY3" fmla="*/ 16708 h 154835"/>
                <a:gd name="csX4" fmla="*/ 78130 w 77762"/>
                <a:gd name="csY4" fmla="*/ 6886 h 154835"/>
                <a:gd name="csX5" fmla="*/ 40577 w 77762"/>
                <a:gd name="csY5" fmla="*/ 127254 h 154835"/>
                <a:gd name="csX6" fmla="*/ 17727 w 77762"/>
                <a:gd name="csY6" fmla="*/ 149934 h 154835"/>
                <a:gd name="csX7" fmla="*/ 11350 w 77762"/>
                <a:gd name="csY7" fmla="*/ 148863 h 154835"/>
                <a:gd name="csX8" fmla="*/ 17372 w 77762"/>
                <a:gd name="csY8" fmla="*/ 139755 h 154835"/>
                <a:gd name="csX9" fmla="*/ 10464 w 77762"/>
                <a:gd name="csY9" fmla="*/ 133147 h 154835"/>
                <a:gd name="csX10" fmla="*/ 367 w 77762"/>
                <a:gd name="csY10" fmla="*/ 143684 h 154835"/>
                <a:gd name="csX11" fmla="*/ 17904 w 77762"/>
                <a:gd name="csY11" fmla="*/ 154935 h 154835"/>
                <a:gd name="csX12" fmla="*/ 54748 w 77762"/>
                <a:gd name="csY12" fmla="*/ 126718 h 154835"/>
                <a:gd name="csX13" fmla="*/ 70690 w 77762"/>
                <a:gd name="csY13" fmla="*/ 62784 h 154835"/>
                <a:gd name="csX14" fmla="*/ 71576 w 77762"/>
                <a:gd name="csY14" fmla="*/ 56533 h 154835"/>
                <a:gd name="csX15" fmla="*/ 52622 w 77762"/>
                <a:gd name="csY15" fmla="*/ 39746 h 154835"/>
                <a:gd name="csX16" fmla="*/ 21624 w 77762"/>
                <a:gd name="csY16" fmla="*/ 67070 h 154835"/>
                <a:gd name="csX17" fmla="*/ 24635 w 77762"/>
                <a:gd name="csY17" fmla="*/ 69391 h 154835"/>
                <a:gd name="csX18" fmla="*/ 28178 w 77762"/>
                <a:gd name="csY18" fmla="*/ 66177 h 154835"/>
                <a:gd name="csX19" fmla="*/ 52091 w 77762"/>
                <a:gd name="csY19" fmla="*/ 44746 h 154835"/>
                <a:gd name="csX20" fmla="*/ 58114 w 77762"/>
                <a:gd name="csY20" fmla="*/ 53497 h 154835"/>
                <a:gd name="csX21" fmla="*/ 57582 w 77762"/>
                <a:gd name="csY21" fmla="*/ 58855 h 154835"/>
                <a:gd name="csX22" fmla="*/ 40577 w 77762"/>
                <a:gd name="csY22" fmla="*/ 127254 h 1548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77762" h="154835">
                  <a:moveTo>
                    <a:pt x="78130" y="6886"/>
                  </a:moveTo>
                  <a:cubicBezTo>
                    <a:pt x="78130" y="3850"/>
                    <a:pt x="75827" y="99"/>
                    <a:pt x="71044" y="99"/>
                  </a:cubicBezTo>
                  <a:cubicBezTo>
                    <a:pt x="65908" y="99"/>
                    <a:pt x="61125" y="5100"/>
                    <a:pt x="61125" y="9922"/>
                  </a:cubicBezTo>
                  <a:cubicBezTo>
                    <a:pt x="61125" y="12779"/>
                    <a:pt x="63251" y="16708"/>
                    <a:pt x="68210" y="16708"/>
                  </a:cubicBezTo>
                  <a:cubicBezTo>
                    <a:pt x="72993" y="16708"/>
                    <a:pt x="78130" y="12065"/>
                    <a:pt x="78130" y="6886"/>
                  </a:cubicBezTo>
                  <a:close/>
                  <a:moveTo>
                    <a:pt x="40577" y="127254"/>
                  </a:moveTo>
                  <a:cubicBezTo>
                    <a:pt x="37566" y="139576"/>
                    <a:pt x="28178" y="149934"/>
                    <a:pt x="17727" y="149934"/>
                  </a:cubicBezTo>
                  <a:cubicBezTo>
                    <a:pt x="15424" y="149934"/>
                    <a:pt x="13298" y="149577"/>
                    <a:pt x="11350" y="148863"/>
                  </a:cubicBezTo>
                  <a:cubicBezTo>
                    <a:pt x="15955" y="146720"/>
                    <a:pt x="17372" y="142434"/>
                    <a:pt x="17372" y="139755"/>
                  </a:cubicBezTo>
                  <a:cubicBezTo>
                    <a:pt x="17372" y="135469"/>
                    <a:pt x="14007" y="133147"/>
                    <a:pt x="10464" y="133147"/>
                  </a:cubicBezTo>
                  <a:cubicBezTo>
                    <a:pt x="4973" y="133147"/>
                    <a:pt x="367" y="137969"/>
                    <a:pt x="367" y="143684"/>
                  </a:cubicBezTo>
                  <a:cubicBezTo>
                    <a:pt x="367" y="150470"/>
                    <a:pt x="7276" y="154935"/>
                    <a:pt x="17904" y="154935"/>
                  </a:cubicBezTo>
                  <a:cubicBezTo>
                    <a:pt x="28532" y="154935"/>
                    <a:pt x="49257" y="148506"/>
                    <a:pt x="54748" y="126718"/>
                  </a:cubicBezTo>
                  <a:lnTo>
                    <a:pt x="70690" y="62784"/>
                  </a:lnTo>
                  <a:cubicBezTo>
                    <a:pt x="71222" y="60819"/>
                    <a:pt x="71576" y="59212"/>
                    <a:pt x="71576" y="56533"/>
                  </a:cubicBezTo>
                  <a:cubicBezTo>
                    <a:pt x="71576" y="46711"/>
                    <a:pt x="63251" y="39746"/>
                    <a:pt x="52622" y="39746"/>
                  </a:cubicBezTo>
                  <a:cubicBezTo>
                    <a:pt x="32960" y="39746"/>
                    <a:pt x="21624" y="64569"/>
                    <a:pt x="21624" y="67070"/>
                  </a:cubicBezTo>
                  <a:cubicBezTo>
                    <a:pt x="21624" y="69391"/>
                    <a:pt x="24104" y="69391"/>
                    <a:pt x="24635" y="69391"/>
                  </a:cubicBezTo>
                  <a:cubicBezTo>
                    <a:pt x="26761" y="69391"/>
                    <a:pt x="26938" y="68856"/>
                    <a:pt x="28178" y="66177"/>
                  </a:cubicBezTo>
                  <a:cubicBezTo>
                    <a:pt x="32606" y="55819"/>
                    <a:pt x="41817" y="44746"/>
                    <a:pt x="52091" y="44746"/>
                  </a:cubicBezTo>
                  <a:cubicBezTo>
                    <a:pt x="56519" y="44746"/>
                    <a:pt x="58114" y="47782"/>
                    <a:pt x="58114" y="53497"/>
                  </a:cubicBezTo>
                  <a:cubicBezTo>
                    <a:pt x="58114" y="55462"/>
                    <a:pt x="57759" y="57962"/>
                    <a:pt x="57582" y="58855"/>
                  </a:cubicBezTo>
                  <a:lnTo>
                    <a:pt x="40577" y="127254"/>
                  </a:lnTo>
                  <a:close/>
                </a:path>
              </a:pathLst>
            </a:custGeom>
            <a:solidFill>
              <a:schemeClr val="bg1"/>
            </a:solidFill>
            <a:ln w="25432" cap="flat">
              <a:noFill/>
              <a:prstDash val="solid"/>
              <a:miter/>
            </a:ln>
          </p:spPr>
          <p:txBody>
            <a:bodyPr/>
            <a:lstStyle/>
            <a:p>
              <a:endParaRPr lang="en-US"/>
            </a:p>
          </p:txBody>
        </p:sp>
        <p:sp>
          <p:nvSpPr>
            <p:cNvPr id="895" name="Rectangle 894">
              <a:extLst>
                <a:ext uri="{FF2B5EF4-FFF2-40B4-BE49-F238E27FC236}">
                  <a16:creationId xmlns:a16="http://schemas.microsoft.com/office/drawing/2014/main" id="{2F55B05B-5366-9DAD-2F1E-935277C181AD}"/>
                </a:ext>
              </a:extLst>
            </p:cNvPr>
            <p:cNvSpPr/>
            <p:nvPr>
              <p:custDataLst>
                <p:tags r:id="rId136"/>
              </p:custDataLst>
            </p:nvPr>
          </p:nvSpPr>
          <p:spPr>
            <a:xfrm>
              <a:off x="11720477" y="5071183"/>
              <a:ext cx="10121" cy="402279"/>
            </a:xfrm>
            <a:prstGeom prst="rect">
              <a:avLst/>
            </a:prstGeom>
            <a:solidFill>
              <a:schemeClr val="bg1"/>
            </a:solidFill>
            <a:ln w="25432" cap="flat">
              <a:noFill/>
              <a:prstDash val="solid"/>
              <a:miter/>
            </a:ln>
          </p:spPr>
          <p:txBody>
            <a:bodyPr/>
            <a:lstStyle/>
            <a:p>
              <a:endParaRPr lang="en-US"/>
            </a:p>
          </p:txBody>
        </p:sp>
        <p:sp>
          <p:nvSpPr>
            <p:cNvPr id="896" name="Rectangle 895">
              <a:extLst>
                <a:ext uri="{FF2B5EF4-FFF2-40B4-BE49-F238E27FC236}">
                  <a16:creationId xmlns:a16="http://schemas.microsoft.com/office/drawing/2014/main" id="{A09E13C6-C2E2-DF88-D28B-36670D1CA7FE}"/>
                </a:ext>
              </a:extLst>
            </p:cNvPr>
            <p:cNvSpPr/>
            <p:nvPr>
              <p:custDataLst>
                <p:tags r:id="rId137"/>
              </p:custDataLst>
            </p:nvPr>
          </p:nvSpPr>
          <p:spPr>
            <a:xfrm>
              <a:off x="3041172" y="5473463"/>
              <a:ext cx="8684365" cy="10204"/>
            </a:xfrm>
            <a:prstGeom prst="rect">
              <a:avLst/>
            </a:prstGeom>
            <a:solidFill>
              <a:schemeClr val="bg1"/>
            </a:solidFill>
            <a:ln w="25432" cap="flat">
              <a:noFill/>
              <a:prstDash val="solid"/>
              <a:miter/>
            </a:ln>
          </p:spPr>
          <p:txBody>
            <a:bodyPr/>
            <a:lstStyle/>
            <a:p>
              <a:endParaRPr lang="en-US"/>
            </a:p>
          </p:txBody>
        </p:sp>
        <p:sp>
          <p:nvSpPr>
            <p:cNvPr id="897" name="Rectangle 896">
              <a:extLst>
                <a:ext uri="{FF2B5EF4-FFF2-40B4-BE49-F238E27FC236}">
                  <a16:creationId xmlns:a16="http://schemas.microsoft.com/office/drawing/2014/main" id="{68398E21-3CAA-20E7-2BA4-049B88CA995C}"/>
                </a:ext>
              </a:extLst>
            </p:cNvPr>
            <p:cNvSpPr/>
            <p:nvPr>
              <p:custDataLst>
                <p:tags r:id="rId138"/>
              </p:custDataLst>
            </p:nvPr>
          </p:nvSpPr>
          <p:spPr>
            <a:xfrm>
              <a:off x="3036111" y="5483668"/>
              <a:ext cx="10121" cy="311392"/>
            </a:xfrm>
            <a:prstGeom prst="rect">
              <a:avLst/>
            </a:prstGeom>
            <a:solidFill>
              <a:schemeClr val="bg1"/>
            </a:solidFill>
            <a:ln w="25432" cap="flat">
              <a:noFill/>
              <a:prstDash val="solid"/>
              <a:miter/>
            </a:ln>
          </p:spPr>
          <p:txBody>
            <a:bodyPr/>
            <a:lstStyle/>
            <a:p>
              <a:endParaRPr lang="en-US"/>
            </a:p>
          </p:txBody>
        </p:sp>
        <p:sp>
          <p:nvSpPr>
            <p:cNvPr id="898" name="Freeform: Shape 897">
              <a:extLst>
                <a:ext uri="{FF2B5EF4-FFF2-40B4-BE49-F238E27FC236}">
                  <a16:creationId xmlns:a16="http://schemas.microsoft.com/office/drawing/2014/main" id="{8B6242C0-30C2-9605-6EB4-0E950EBCFB07}"/>
                </a:ext>
              </a:extLst>
            </p:cNvPr>
            <p:cNvSpPr/>
            <p:nvPr>
              <p:custDataLst>
                <p:tags r:id="rId139"/>
              </p:custDataLst>
            </p:nvPr>
          </p:nvSpPr>
          <p:spPr>
            <a:xfrm>
              <a:off x="3201353" y="5523722"/>
              <a:ext cx="138925" cy="174250"/>
            </a:xfrm>
            <a:custGeom>
              <a:avLst/>
              <a:gdLst>
                <a:gd name="csX0" fmla="*/ 138994 w 138925"/>
                <a:gd name="csY0" fmla="*/ 108538 h 174250"/>
                <a:gd name="csX1" fmla="*/ 132667 w 138925"/>
                <a:gd name="csY1" fmla="*/ 108538 h 174250"/>
                <a:gd name="csX2" fmla="*/ 81804 w 138925"/>
                <a:gd name="csY2" fmla="*/ 166452 h 174250"/>
                <a:gd name="csX3" fmla="*/ 61054 w 138925"/>
                <a:gd name="csY3" fmla="*/ 166452 h 174250"/>
                <a:gd name="csX4" fmla="*/ 48654 w 138925"/>
                <a:gd name="csY4" fmla="*/ 156247 h 174250"/>
                <a:gd name="csX5" fmla="*/ 48654 w 138925"/>
                <a:gd name="csY5" fmla="*/ 20265 h 174250"/>
                <a:gd name="csX6" fmla="*/ 72694 w 138925"/>
                <a:gd name="csY6" fmla="*/ 8019 h 174250"/>
                <a:gd name="csX7" fmla="*/ 81045 w 138925"/>
                <a:gd name="csY7" fmla="*/ 8019 h 174250"/>
                <a:gd name="csX8" fmla="*/ 81045 w 138925"/>
                <a:gd name="csY8" fmla="*/ 110 h 174250"/>
                <a:gd name="csX9" fmla="*/ 38532 w 138925"/>
                <a:gd name="csY9" fmla="*/ 875 h 174250"/>
                <a:gd name="csX10" fmla="*/ 69 w 138925"/>
                <a:gd name="csY10" fmla="*/ 110 h 174250"/>
                <a:gd name="csX11" fmla="*/ 69 w 138925"/>
                <a:gd name="csY11" fmla="*/ 8019 h 174250"/>
                <a:gd name="csX12" fmla="*/ 6142 w 138925"/>
                <a:gd name="csY12" fmla="*/ 8019 h 174250"/>
                <a:gd name="csX13" fmla="*/ 26133 w 138925"/>
                <a:gd name="csY13" fmla="*/ 20010 h 174250"/>
                <a:gd name="csX14" fmla="*/ 26133 w 138925"/>
                <a:gd name="csY14" fmla="*/ 154461 h 174250"/>
                <a:gd name="csX15" fmla="*/ 6142 w 138925"/>
                <a:gd name="csY15" fmla="*/ 166452 h 174250"/>
                <a:gd name="csX16" fmla="*/ 69 w 138925"/>
                <a:gd name="csY16" fmla="*/ 166452 h 174250"/>
                <a:gd name="csX17" fmla="*/ 69 w 138925"/>
                <a:gd name="csY17" fmla="*/ 174361 h 174250"/>
                <a:gd name="csX18" fmla="*/ 131908 w 138925"/>
                <a:gd name="csY18" fmla="*/ 174361 h 174250"/>
                <a:gd name="csX19" fmla="*/ 138994 w 138925"/>
                <a:gd name="csY19" fmla="*/ 108538 h 174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38925" h="174250">
                  <a:moveTo>
                    <a:pt x="138994" y="108538"/>
                  </a:moveTo>
                  <a:lnTo>
                    <a:pt x="132667" y="108538"/>
                  </a:lnTo>
                  <a:cubicBezTo>
                    <a:pt x="129884" y="134561"/>
                    <a:pt x="126341" y="166452"/>
                    <a:pt x="81804" y="166452"/>
                  </a:cubicBezTo>
                  <a:lnTo>
                    <a:pt x="61054" y="166452"/>
                  </a:lnTo>
                  <a:cubicBezTo>
                    <a:pt x="49161" y="166452"/>
                    <a:pt x="48654" y="164666"/>
                    <a:pt x="48654" y="156247"/>
                  </a:cubicBezTo>
                  <a:lnTo>
                    <a:pt x="48654" y="20265"/>
                  </a:lnTo>
                  <a:cubicBezTo>
                    <a:pt x="48654" y="11591"/>
                    <a:pt x="48654" y="8019"/>
                    <a:pt x="72694" y="8019"/>
                  </a:cubicBezTo>
                  <a:lnTo>
                    <a:pt x="81045" y="8019"/>
                  </a:lnTo>
                  <a:lnTo>
                    <a:pt x="81045" y="110"/>
                  </a:lnTo>
                  <a:cubicBezTo>
                    <a:pt x="71935" y="875"/>
                    <a:pt x="48908" y="875"/>
                    <a:pt x="38532" y="875"/>
                  </a:cubicBezTo>
                  <a:cubicBezTo>
                    <a:pt x="28663" y="875"/>
                    <a:pt x="8925" y="875"/>
                    <a:pt x="69" y="110"/>
                  </a:cubicBezTo>
                  <a:lnTo>
                    <a:pt x="69" y="8019"/>
                  </a:lnTo>
                  <a:lnTo>
                    <a:pt x="6142" y="8019"/>
                  </a:lnTo>
                  <a:cubicBezTo>
                    <a:pt x="25627" y="8019"/>
                    <a:pt x="26133" y="10825"/>
                    <a:pt x="26133" y="20010"/>
                  </a:cubicBezTo>
                  <a:lnTo>
                    <a:pt x="26133" y="154461"/>
                  </a:lnTo>
                  <a:cubicBezTo>
                    <a:pt x="26133" y="163645"/>
                    <a:pt x="25627" y="166452"/>
                    <a:pt x="6142" y="166452"/>
                  </a:cubicBezTo>
                  <a:lnTo>
                    <a:pt x="69" y="166452"/>
                  </a:lnTo>
                  <a:lnTo>
                    <a:pt x="69" y="174361"/>
                  </a:lnTo>
                  <a:lnTo>
                    <a:pt x="131908" y="174361"/>
                  </a:lnTo>
                  <a:lnTo>
                    <a:pt x="138994" y="108538"/>
                  </a:lnTo>
                  <a:close/>
                </a:path>
              </a:pathLst>
            </a:custGeom>
            <a:solidFill>
              <a:schemeClr val="bg1"/>
            </a:solidFill>
            <a:ln w="25432" cap="flat">
              <a:noFill/>
              <a:prstDash val="solid"/>
              <a:miter/>
            </a:ln>
          </p:spPr>
          <p:txBody>
            <a:bodyPr/>
            <a:lstStyle/>
            <a:p>
              <a:endParaRPr lang="en-US"/>
            </a:p>
          </p:txBody>
        </p:sp>
        <p:sp>
          <p:nvSpPr>
            <p:cNvPr id="899" name="Freeform: Shape 898">
              <a:extLst>
                <a:ext uri="{FF2B5EF4-FFF2-40B4-BE49-F238E27FC236}">
                  <a16:creationId xmlns:a16="http://schemas.microsoft.com/office/drawing/2014/main" id="{2C986949-115A-F07C-D1AF-F5518D2DE83A}"/>
                </a:ext>
              </a:extLst>
            </p:cNvPr>
            <p:cNvSpPr/>
            <p:nvPr>
              <p:custDataLst>
                <p:tags r:id="rId140"/>
              </p:custDataLst>
            </p:nvPr>
          </p:nvSpPr>
          <p:spPr>
            <a:xfrm>
              <a:off x="3359511" y="5527293"/>
              <a:ext cx="54152" cy="170678"/>
            </a:xfrm>
            <a:custGeom>
              <a:avLst/>
              <a:gdLst>
                <a:gd name="csX0" fmla="*/ 36514 w 54152"/>
                <a:gd name="csY0" fmla="*/ 58023 h 170678"/>
                <a:gd name="csX1" fmla="*/ 1087 w 54152"/>
                <a:gd name="csY1" fmla="*/ 60830 h 170678"/>
                <a:gd name="csX2" fmla="*/ 1087 w 54152"/>
                <a:gd name="csY2" fmla="*/ 68739 h 170678"/>
                <a:gd name="csX3" fmla="*/ 19813 w 54152"/>
                <a:gd name="csY3" fmla="*/ 82771 h 170678"/>
                <a:gd name="csX4" fmla="*/ 19813 w 54152"/>
                <a:gd name="csY4" fmla="*/ 151399 h 170678"/>
                <a:gd name="csX5" fmla="*/ 75 w 54152"/>
                <a:gd name="csY5" fmla="*/ 162880 h 170678"/>
                <a:gd name="csX6" fmla="*/ 75 w 54152"/>
                <a:gd name="csY6" fmla="*/ 170789 h 170678"/>
                <a:gd name="csX7" fmla="*/ 27911 w 54152"/>
                <a:gd name="csY7" fmla="*/ 170023 h 170678"/>
                <a:gd name="csX8" fmla="*/ 54228 w 54152"/>
                <a:gd name="csY8" fmla="*/ 170789 h 170678"/>
                <a:gd name="csX9" fmla="*/ 54228 w 54152"/>
                <a:gd name="csY9" fmla="*/ 162880 h 170678"/>
                <a:gd name="csX10" fmla="*/ 36514 w 54152"/>
                <a:gd name="csY10" fmla="*/ 151654 h 170678"/>
                <a:gd name="csX11" fmla="*/ 36514 w 54152"/>
                <a:gd name="csY11" fmla="*/ 58023 h 170678"/>
                <a:gd name="csX12" fmla="*/ 37526 w 54152"/>
                <a:gd name="csY12" fmla="*/ 13632 h 170678"/>
                <a:gd name="csX13" fmla="*/ 24115 w 54152"/>
                <a:gd name="csY13" fmla="*/ 110 h 170678"/>
                <a:gd name="csX14" fmla="*/ 10703 w 54152"/>
                <a:gd name="csY14" fmla="*/ 13632 h 170678"/>
                <a:gd name="csX15" fmla="*/ 24115 w 54152"/>
                <a:gd name="csY15" fmla="*/ 27153 h 170678"/>
                <a:gd name="csX16" fmla="*/ 37526 w 54152"/>
                <a:gd name="csY16" fmla="*/ 13632 h 170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54152" h="170678">
                  <a:moveTo>
                    <a:pt x="36514" y="58023"/>
                  </a:moveTo>
                  <a:lnTo>
                    <a:pt x="1087" y="60830"/>
                  </a:lnTo>
                  <a:lnTo>
                    <a:pt x="1087" y="68739"/>
                  </a:lnTo>
                  <a:cubicBezTo>
                    <a:pt x="17535" y="68739"/>
                    <a:pt x="19813" y="70269"/>
                    <a:pt x="19813" y="82771"/>
                  </a:cubicBezTo>
                  <a:lnTo>
                    <a:pt x="19813" y="151399"/>
                  </a:lnTo>
                  <a:cubicBezTo>
                    <a:pt x="19813" y="162880"/>
                    <a:pt x="17029" y="162880"/>
                    <a:pt x="75" y="162880"/>
                  </a:cubicBezTo>
                  <a:lnTo>
                    <a:pt x="75" y="170789"/>
                  </a:lnTo>
                  <a:cubicBezTo>
                    <a:pt x="8173" y="170534"/>
                    <a:pt x="21837" y="170023"/>
                    <a:pt x="27911" y="170023"/>
                  </a:cubicBezTo>
                  <a:cubicBezTo>
                    <a:pt x="36767" y="170023"/>
                    <a:pt x="45624" y="170534"/>
                    <a:pt x="54228" y="170789"/>
                  </a:cubicBezTo>
                  <a:lnTo>
                    <a:pt x="54228" y="162880"/>
                  </a:lnTo>
                  <a:cubicBezTo>
                    <a:pt x="37526" y="162880"/>
                    <a:pt x="36514" y="161604"/>
                    <a:pt x="36514" y="151654"/>
                  </a:cubicBezTo>
                  <a:lnTo>
                    <a:pt x="36514" y="58023"/>
                  </a:lnTo>
                  <a:close/>
                  <a:moveTo>
                    <a:pt x="37526" y="13632"/>
                  </a:moveTo>
                  <a:cubicBezTo>
                    <a:pt x="37526" y="5468"/>
                    <a:pt x="31200" y="110"/>
                    <a:pt x="24115" y="110"/>
                  </a:cubicBezTo>
                  <a:cubicBezTo>
                    <a:pt x="16270" y="110"/>
                    <a:pt x="10703" y="6998"/>
                    <a:pt x="10703" y="13632"/>
                  </a:cubicBezTo>
                  <a:cubicBezTo>
                    <a:pt x="10703" y="20520"/>
                    <a:pt x="16270" y="27153"/>
                    <a:pt x="24115" y="27153"/>
                  </a:cubicBezTo>
                  <a:cubicBezTo>
                    <a:pt x="31200" y="27153"/>
                    <a:pt x="37526" y="21796"/>
                    <a:pt x="37526" y="13632"/>
                  </a:cubicBezTo>
                  <a:close/>
                </a:path>
              </a:pathLst>
            </a:custGeom>
            <a:solidFill>
              <a:schemeClr val="bg1"/>
            </a:solidFill>
            <a:ln w="25432" cap="flat">
              <a:noFill/>
              <a:prstDash val="solid"/>
              <a:miter/>
            </a:ln>
          </p:spPr>
          <p:txBody>
            <a:bodyPr/>
            <a:lstStyle/>
            <a:p>
              <a:endParaRPr lang="en-US"/>
            </a:p>
          </p:txBody>
        </p:sp>
        <p:sp>
          <p:nvSpPr>
            <p:cNvPr id="900" name="Freeform: Shape 899">
              <a:extLst>
                <a:ext uri="{FF2B5EF4-FFF2-40B4-BE49-F238E27FC236}">
                  <a16:creationId xmlns:a16="http://schemas.microsoft.com/office/drawing/2014/main" id="{91825D83-F5BA-59B4-E757-43120AD238FB}"/>
                </a:ext>
              </a:extLst>
            </p:cNvPr>
            <p:cNvSpPr/>
            <p:nvPr>
              <p:custDataLst>
                <p:tags r:id="rId141"/>
              </p:custDataLst>
            </p:nvPr>
          </p:nvSpPr>
          <p:spPr>
            <a:xfrm>
              <a:off x="3429550" y="5585207"/>
              <a:ext cx="127284" cy="112765"/>
            </a:xfrm>
            <a:custGeom>
              <a:avLst/>
              <a:gdLst>
                <a:gd name="csX0" fmla="*/ 19816 w 127284"/>
                <a:gd name="csY0" fmla="*/ 25112 h 112765"/>
                <a:gd name="csX1" fmla="*/ 19816 w 127284"/>
                <a:gd name="csY1" fmla="*/ 93486 h 112765"/>
                <a:gd name="csX2" fmla="*/ 78 w 127284"/>
                <a:gd name="csY2" fmla="*/ 104967 h 112765"/>
                <a:gd name="csX3" fmla="*/ 78 w 127284"/>
                <a:gd name="csY3" fmla="*/ 112875 h 112765"/>
                <a:gd name="csX4" fmla="*/ 28672 w 127284"/>
                <a:gd name="csY4" fmla="*/ 112110 h 112765"/>
                <a:gd name="csX5" fmla="*/ 57014 w 127284"/>
                <a:gd name="csY5" fmla="*/ 112875 h 112765"/>
                <a:gd name="csX6" fmla="*/ 57014 w 127284"/>
                <a:gd name="csY6" fmla="*/ 104967 h 112765"/>
                <a:gd name="csX7" fmla="*/ 37276 w 127284"/>
                <a:gd name="csY7" fmla="*/ 93486 h 112765"/>
                <a:gd name="csX8" fmla="*/ 37276 w 127284"/>
                <a:gd name="csY8" fmla="*/ 46543 h 112765"/>
                <a:gd name="csX9" fmla="*/ 71438 w 127284"/>
                <a:gd name="csY9" fmla="*/ 5723 h 112765"/>
                <a:gd name="csX10" fmla="*/ 90164 w 127284"/>
                <a:gd name="csY10" fmla="*/ 34042 h 112765"/>
                <a:gd name="csX11" fmla="*/ 90164 w 127284"/>
                <a:gd name="csY11" fmla="*/ 93486 h 112765"/>
                <a:gd name="csX12" fmla="*/ 70426 w 127284"/>
                <a:gd name="csY12" fmla="*/ 104967 h 112765"/>
                <a:gd name="csX13" fmla="*/ 70426 w 127284"/>
                <a:gd name="csY13" fmla="*/ 112875 h 112765"/>
                <a:gd name="csX14" fmla="*/ 99021 w 127284"/>
                <a:gd name="csY14" fmla="*/ 112110 h 112765"/>
                <a:gd name="csX15" fmla="*/ 127362 w 127284"/>
                <a:gd name="csY15" fmla="*/ 112875 h 112765"/>
                <a:gd name="csX16" fmla="*/ 127362 w 127284"/>
                <a:gd name="csY16" fmla="*/ 104967 h 112765"/>
                <a:gd name="csX17" fmla="*/ 107624 w 127284"/>
                <a:gd name="csY17" fmla="*/ 97313 h 112765"/>
                <a:gd name="csX18" fmla="*/ 107624 w 127284"/>
                <a:gd name="csY18" fmla="*/ 48584 h 112765"/>
                <a:gd name="csX19" fmla="*/ 99780 w 127284"/>
                <a:gd name="csY19" fmla="*/ 9550 h 112765"/>
                <a:gd name="csX20" fmla="*/ 73209 w 127284"/>
                <a:gd name="csY20" fmla="*/ 110 h 112765"/>
                <a:gd name="csX21" fmla="*/ 35758 w 127284"/>
                <a:gd name="csY21" fmla="*/ 26898 h 112765"/>
                <a:gd name="csX22" fmla="*/ 35758 w 127284"/>
                <a:gd name="csY22" fmla="*/ 110 h 112765"/>
                <a:gd name="csX23" fmla="*/ 78 w 127284"/>
                <a:gd name="csY23" fmla="*/ 2916 h 112765"/>
                <a:gd name="csX24" fmla="*/ 78 w 127284"/>
                <a:gd name="csY24" fmla="*/ 10825 h 112765"/>
                <a:gd name="csX25" fmla="*/ 19816 w 127284"/>
                <a:gd name="csY25" fmla="*/ 25112 h 1127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27284" h="112765">
                  <a:moveTo>
                    <a:pt x="19816" y="25112"/>
                  </a:moveTo>
                  <a:lnTo>
                    <a:pt x="19816" y="93486"/>
                  </a:lnTo>
                  <a:cubicBezTo>
                    <a:pt x="19816" y="104967"/>
                    <a:pt x="17032" y="104967"/>
                    <a:pt x="78" y="104967"/>
                  </a:cubicBezTo>
                  <a:lnTo>
                    <a:pt x="78" y="112875"/>
                  </a:lnTo>
                  <a:cubicBezTo>
                    <a:pt x="8934" y="112620"/>
                    <a:pt x="21840" y="112110"/>
                    <a:pt x="28672" y="112110"/>
                  </a:cubicBezTo>
                  <a:cubicBezTo>
                    <a:pt x="35252" y="112110"/>
                    <a:pt x="48410" y="112620"/>
                    <a:pt x="57014" y="112875"/>
                  </a:cubicBezTo>
                  <a:lnTo>
                    <a:pt x="57014" y="104967"/>
                  </a:lnTo>
                  <a:cubicBezTo>
                    <a:pt x="40060" y="104967"/>
                    <a:pt x="37276" y="104967"/>
                    <a:pt x="37276" y="93486"/>
                  </a:cubicBezTo>
                  <a:lnTo>
                    <a:pt x="37276" y="46543"/>
                  </a:lnTo>
                  <a:cubicBezTo>
                    <a:pt x="37276" y="20010"/>
                    <a:pt x="55243" y="5723"/>
                    <a:pt x="71438" y="5723"/>
                  </a:cubicBezTo>
                  <a:cubicBezTo>
                    <a:pt x="87380" y="5723"/>
                    <a:pt x="90164" y="19500"/>
                    <a:pt x="90164" y="34042"/>
                  </a:cubicBezTo>
                  <a:lnTo>
                    <a:pt x="90164" y="93486"/>
                  </a:lnTo>
                  <a:cubicBezTo>
                    <a:pt x="90164" y="104967"/>
                    <a:pt x="87380" y="104967"/>
                    <a:pt x="70426" y="104967"/>
                  </a:cubicBezTo>
                  <a:lnTo>
                    <a:pt x="70426" y="112875"/>
                  </a:lnTo>
                  <a:cubicBezTo>
                    <a:pt x="79283" y="112620"/>
                    <a:pt x="92188" y="112110"/>
                    <a:pt x="99021" y="112110"/>
                  </a:cubicBezTo>
                  <a:cubicBezTo>
                    <a:pt x="105600" y="112110"/>
                    <a:pt x="118759" y="112620"/>
                    <a:pt x="127362" y="112875"/>
                  </a:cubicBezTo>
                  <a:lnTo>
                    <a:pt x="127362" y="104967"/>
                  </a:lnTo>
                  <a:cubicBezTo>
                    <a:pt x="114204" y="104967"/>
                    <a:pt x="107877" y="104967"/>
                    <a:pt x="107624" y="97313"/>
                  </a:cubicBezTo>
                  <a:lnTo>
                    <a:pt x="107624" y="48584"/>
                  </a:lnTo>
                  <a:cubicBezTo>
                    <a:pt x="107624" y="26643"/>
                    <a:pt x="107624" y="18734"/>
                    <a:pt x="99780" y="9550"/>
                  </a:cubicBezTo>
                  <a:cubicBezTo>
                    <a:pt x="96237" y="5213"/>
                    <a:pt x="87886" y="110"/>
                    <a:pt x="73209" y="110"/>
                  </a:cubicBezTo>
                  <a:cubicBezTo>
                    <a:pt x="54737" y="110"/>
                    <a:pt x="42843" y="11080"/>
                    <a:pt x="35758" y="26898"/>
                  </a:cubicBezTo>
                  <a:lnTo>
                    <a:pt x="35758" y="110"/>
                  </a:lnTo>
                  <a:lnTo>
                    <a:pt x="78" y="2916"/>
                  </a:lnTo>
                  <a:lnTo>
                    <a:pt x="78" y="10825"/>
                  </a:lnTo>
                  <a:cubicBezTo>
                    <a:pt x="17791" y="10825"/>
                    <a:pt x="19816" y="12611"/>
                    <a:pt x="19816" y="25112"/>
                  </a:cubicBezTo>
                  <a:close/>
                </a:path>
              </a:pathLst>
            </a:custGeom>
            <a:solidFill>
              <a:schemeClr val="bg1"/>
            </a:solidFill>
            <a:ln w="25432" cap="flat">
              <a:noFill/>
              <a:prstDash val="solid"/>
              <a:miter/>
            </a:ln>
          </p:spPr>
          <p:txBody>
            <a:bodyPr/>
            <a:lstStyle/>
            <a:p>
              <a:endParaRPr lang="en-US"/>
            </a:p>
          </p:txBody>
        </p:sp>
        <p:sp>
          <p:nvSpPr>
            <p:cNvPr id="901" name="Freeform: Shape 900">
              <a:extLst>
                <a:ext uri="{FF2B5EF4-FFF2-40B4-BE49-F238E27FC236}">
                  <a16:creationId xmlns:a16="http://schemas.microsoft.com/office/drawing/2014/main" id="{CA1461A2-0EB2-24F1-3AD4-41EA30483AA7}"/>
                </a:ext>
              </a:extLst>
            </p:cNvPr>
            <p:cNvSpPr/>
            <p:nvPr>
              <p:custDataLst>
                <p:tags r:id="rId142"/>
              </p:custDataLst>
            </p:nvPr>
          </p:nvSpPr>
          <p:spPr>
            <a:xfrm>
              <a:off x="3569122" y="5583676"/>
              <a:ext cx="97930" cy="117102"/>
            </a:xfrm>
            <a:custGeom>
              <a:avLst/>
              <a:gdLst>
                <a:gd name="csX0" fmla="*/ 21339 w 97930"/>
                <a:gd name="csY0" fmla="*/ 50115 h 117102"/>
                <a:gd name="csX1" fmla="*/ 52718 w 97930"/>
                <a:gd name="csY1" fmla="*/ 5723 h 117102"/>
                <a:gd name="csX2" fmla="*/ 81313 w 97930"/>
                <a:gd name="csY2" fmla="*/ 50115 h 117102"/>
                <a:gd name="csX3" fmla="*/ 21339 w 97930"/>
                <a:gd name="csY3" fmla="*/ 50115 h 117102"/>
                <a:gd name="csX4" fmla="*/ 21086 w 97930"/>
                <a:gd name="csY4" fmla="*/ 55472 h 117102"/>
                <a:gd name="csX5" fmla="*/ 91688 w 97930"/>
                <a:gd name="csY5" fmla="*/ 55472 h 117102"/>
                <a:gd name="csX6" fmla="*/ 98014 w 97930"/>
                <a:gd name="csY6" fmla="*/ 50115 h 117102"/>
                <a:gd name="csX7" fmla="*/ 52718 w 97930"/>
                <a:gd name="csY7" fmla="*/ 110 h 117102"/>
                <a:gd name="csX8" fmla="*/ 83 w 97930"/>
                <a:gd name="csY8" fmla="*/ 58279 h 117102"/>
                <a:gd name="csX9" fmla="*/ 55754 w 97930"/>
                <a:gd name="csY9" fmla="*/ 117213 h 117102"/>
                <a:gd name="csX10" fmla="*/ 98014 w 97930"/>
                <a:gd name="csY10" fmla="*/ 84046 h 117102"/>
                <a:gd name="csX11" fmla="*/ 94724 w 97930"/>
                <a:gd name="csY11" fmla="*/ 80985 h 117102"/>
                <a:gd name="csX12" fmla="*/ 91435 w 97930"/>
                <a:gd name="csY12" fmla="*/ 84556 h 117102"/>
                <a:gd name="csX13" fmla="*/ 57273 w 97930"/>
                <a:gd name="csY13" fmla="*/ 110834 h 117102"/>
                <a:gd name="csX14" fmla="*/ 28678 w 97930"/>
                <a:gd name="csY14" fmla="*/ 93741 h 117102"/>
                <a:gd name="csX15" fmla="*/ 21086 w 97930"/>
                <a:gd name="csY15" fmla="*/ 55472 h 117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97930" h="117102">
                  <a:moveTo>
                    <a:pt x="21339" y="50115"/>
                  </a:moveTo>
                  <a:cubicBezTo>
                    <a:pt x="22858" y="12101"/>
                    <a:pt x="44114" y="5723"/>
                    <a:pt x="52718" y="5723"/>
                  </a:cubicBezTo>
                  <a:cubicBezTo>
                    <a:pt x="78782" y="5723"/>
                    <a:pt x="81313" y="40165"/>
                    <a:pt x="81313" y="50115"/>
                  </a:cubicBezTo>
                  <a:lnTo>
                    <a:pt x="21339" y="50115"/>
                  </a:lnTo>
                  <a:close/>
                  <a:moveTo>
                    <a:pt x="21086" y="55472"/>
                  </a:moveTo>
                  <a:lnTo>
                    <a:pt x="91688" y="55472"/>
                  </a:lnTo>
                  <a:cubicBezTo>
                    <a:pt x="97255" y="55472"/>
                    <a:pt x="98014" y="55472"/>
                    <a:pt x="98014" y="50115"/>
                  </a:cubicBezTo>
                  <a:cubicBezTo>
                    <a:pt x="98014" y="24857"/>
                    <a:pt x="84349" y="110"/>
                    <a:pt x="52718" y="110"/>
                  </a:cubicBezTo>
                  <a:cubicBezTo>
                    <a:pt x="23364" y="110"/>
                    <a:pt x="83" y="26388"/>
                    <a:pt x="83" y="58279"/>
                  </a:cubicBezTo>
                  <a:cubicBezTo>
                    <a:pt x="83" y="92465"/>
                    <a:pt x="26654" y="117213"/>
                    <a:pt x="55754" y="117213"/>
                  </a:cubicBezTo>
                  <a:cubicBezTo>
                    <a:pt x="86627" y="117213"/>
                    <a:pt x="98014" y="88894"/>
                    <a:pt x="98014" y="84046"/>
                  </a:cubicBezTo>
                  <a:cubicBezTo>
                    <a:pt x="98014" y="81495"/>
                    <a:pt x="95990" y="80985"/>
                    <a:pt x="94724" y="80985"/>
                  </a:cubicBezTo>
                  <a:cubicBezTo>
                    <a:pt x="92447" y="80985"/>
                    <a:pt x="91941" y="82515"/>
                    <a:pt x="91435" y="84556"/>
                  </a:cubicBezTo>
                  <a:cubicBezTo>
                    <a:pt x="82578" y="110834"/>
                    <a:pt x="59803" y="110834"/>
                    <a:pt x="57273" y="110834"/>
                  </a:cubicBezTo>
                  <a:cubicBezTo>
                    <a:pt x="44620" y="110834"/>
                    <a:pt x="34498" y="103181"/>
                    <a:pt x="28678" y="93741"/>
                  </a:cubicBezTo>
                  <a:cubicBezTo>
                    <a:pt x="21086" y="81495"/>
                    <a:pt x="21086" y="64657"/>
                    <a:pt x="21086" y="55472"/>
                  </a:cubicBezTo>
                  <a:close/>
                </a:path>
              </a:pathLst>
            </a:custGeom>
            <a:solidFill>
              <a:schemeClr val="bg1"/>
            </a:solidFill>
            <a:ln w="25432" cap="flat">
              <a:noFill/>
              <a:prstDash val="solid"/>
              <a:miter/>
            </a:ln>
          </p:spPr>
          <p:txBody>
            <a:bodyPr/>
            <a:lstStyle/>
            <a:p>
              <a:endParaRPr lang="en-US"/>
            </a:p>
          </p:txBody>
        </p:sp>
        <p:sp>
          <p:nvSpPr>
            <p:cNvPr id="902" name="Freeform: Shape 901">
              <a:extLst>
                <a:ext uri="{FF2B5EF4-FFF2-40B4-BE49-F238E27FC236}">
                  <a16:creationId xmlns:a16="http://schemas.microsoft.com/office/drawing/2014/main" id="{4887D188-4BEC-2B3D-C4AB-BA2989A5C1F1}"/>
                </a:ext>
              </a:extLst>
            </p:cNvPr>
            <p:cNvSpPr/>
            <p:nvPr>
              <p:custDataLst>
                <p:tags r:id="rId143"/>
              </p:custDataLst>
            </p:nvPr>
          </p:nvSpPr>
          <p:spPr>
            <a:xfrm>
              <a:off x="3685132" y="5583676"/>
              <a:ext cx="114126" cy="117102"/>
            </a:xfrm>
            <a:custGeom>
              <a:avLst/>
              <a:gdLst>
                <a:gd name="csX0" fmla="*/ 73725 w 114126"/>
                <a:gd name="csY0" fmla="*/ 95017 h 117102"/>
                <a:gd name="csX1" fmla="*/ 93463 w 114126"/>
                <a:gd name="csY1" fmla="*/ 115937 h 117102"/>
                <a:gd name="csX2" fmla="*/ 114214 w 114126"/>
                <a:gd name="csY2" fmla="*/ 91700 h 117102"/>
                <a:gd name="csX3" fmla="*/ 114214 w 114126"/>
                <a:gd name="csY3" fmla="*/ 77413 h 117102"/>
                <a:gd name="csX4" fmla="*/ 107887 w 114126"/>
                <a:gd name="csY4" fmla="*/ 77413 h 117102"/>
                <a:gd name="csX5" fmla="*/ 107887 w 114126"/>
                <a:gd name="csY5" fmla="*/ 91700 h 117102"/>
                <a:gd name="csX6" fmla="*/ 98778 w 114126"/>
                <a:gd name="csY6" fmla="*/ 108028 h 117102"/>
                <a:gd name="csX7" fmla="*/ 89415 w 114126"/>
                <a:gd name="csY7" fmla="*/ 95272 h 117102"/>
                <a:gd name="csX8" fmla="*/ 89415 w 114126"/>
                <a:gd name="csY8" fmla="*/ 44247 h 117102"/>
                <a:gd name="csX9" fmla="*/ 80305 w 114126"/>
                <a:gd name="csY9" fmla="*/ 14142 h 117102"/>
                <a:gd name="csX10" fmla="*/ 45637 w 114126"/>
                <a:gd name="csY10" fmla="*/ 110 h 117102"/>
                <a:gd name="csX11" fmla="*/ 7426 w 114126"/>
                <a:gd name="csY11" fmla="*/ 28939 h 117102"/>
                <a:gd name="csX12" fmla="*/ 19066 w 114126"/>
                <a:gd name="csY12" fmla="*/ 40930 h 117102"/>
                <a:gd name="csX13" fmla="*/ 30707 w 114126"/>
                <a:gd name="csY13" fmla="*/ 29194 h 117102"/>
                <a:gd name="csX14" fmla="*/ 17801 w 114126"/>
                <a:gd name="csY14" fmla="*/ 17459 h 117102"/>
                <a:gd name="csX15" fmla="*/ 45131 w 114126"/>
                <a:gd name="csY15" fmla="*/ 5723 h 117102"/>
                <a:gd name="csX16" fmla="*/ 71954 w 114126"/>
                <a:gd name="csY16" fmla="*/ 38379 h 117102"/>
                <a:gd name="csX17" fmla="*/ 71954 w 114126"/>
                <a:gd name="csY17" fmla="*/ 47818 h 117102"/>
                <a:gd name="csX18" fmla="*/ 25393 w 114126"/>
                <a:gd name="csY18" fmla="*/ 57003 h 117102"/>
                <a:gd name="csX19" fmla="*/ 88 w 114126"/>
                <a:gd name="csY19" fmla="*/ 90169 h 117102"/>
                <a:gd name="csX20" fmla="*/ 40576 w 114126"/>
                <a:gd name="csY20" fmla="*/ 117213 h 117102"/>
                <a:gd name="csX21" fmla="*/ 73725 w 114126"/>
                <a:gd name="csY21" fmla="*/ 95017 h 117102"/>
                <a:gd name="csX22" fmla="*/ 71954 w 114126"/>
                <a:gd name="csY22" fmla="*/ 53176 h 117102"/>
                <a:gd name="csX23" fmla="*/ 71954 w 114126"/>
                <a:gd name="csY23" fmla="*/ 78689 h 117102"/>
                <a:gd name="csX24" fmla="*/ 42347 w 114126"/>
                <a:gd name="csY24" fmla="*/ 111600 h 117102"/>
                <a:gd name="csX25" fmla="*/ 19573 w 114126"/>
                <a:gd name="csY25" fmla="*/ 89914 h 117102"/>
                <a:gd name="csX26" fmla="*/ 71954 w 114126"/>
                <a:gd name="csY26" fmla="*/ 53176 h 117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14126" h="117102">
                  <a:moveTo>
                    <a:pt x="73725" y="95017"/>
                  </a:moveTo>
                  <a:cubicBezTo>
                    <a:pt x="74738" y="105222"/>
                    <a:pt x="81570" y="115937"/>
                    <a:pt x="93463" y="115937"/>
                  </a:cubicBezTo>
                  <a:cubicBezTo>
                    <a:pt x="98778" y="115937"/>
                    <a:pt x="114214" y="112365"/>
                    <a:pt x="114214" y="91700"/>
                  </a:cubicBezTo>
                  <a:lnTo>
                    <a:pt x="114214" y="77413"/>
                  </a:lnTo>
                  <a:lnTo>
                    <a:pt x="107887" y="77413"/>
                  </a:lnTo>
                  <a:lnTo>
                    <a:pt x="107887" y="91700"/>
                  </a:lnTo>
                  <a:cubicBezTo>
                    <a:pt x="107887" y="106497"/>
                    <a:pt x="101561" y="108028"/>
                    <a:pt x="98778" y="108028"/>
                  </a:cubicBezTo>
                  <a:cubicBezTo>
                    <a:pt x="90427" y="108028"/>
                    <a:pt x="89415" y="96547"/>
                    <a:pt x="89415" y="95272"/>
                  </a:cubicBezTo>
                  <a:lnTo>
                    <a:pt x="89415" y="44247"/>
                  </a:lnTo>
                  <a:cubicBezTo>
                    <a:pt x="89415" y="33531"/>
                    <a:pt x="89415" y="23582"/>
                    <a:pt x="80305" y="14142"/>
                  </a:cubicBezTo>
                  <a:cubicBezTo>
                    <a:pt x="70436" y="4192"/>
                    <a:pt x="57783" y="110"/>
                    <a:pt x="45637" y="110"/>
                  </a:cubicBezTo>
                  <a:cubicBezTo>
                    <a:pt x="24887" y="110"/>
                    <a:pt x="7426" y="12101"/>
                    <a:pt x="7426" y="28939"/>
                  </a:cubicBezTo>
                  <a:cubicBezTo>
                    <a:pt x="7426" y="36593"/>
                    <a:pt x="12487" y="40930"/>
                    <a:pt x="19066" y="40930"/>
                  </a:cubicBezTo>
                  <a:cubicBezTo>
                    <a:pt x="26152" y="40930"/>
                    <a:pt x="30707" y="35828"/>
                    <a:pt x="30707" y="29194"/>
                  </a:cubicBezTo>
                  <a:cubicBezTo>
                    <a:pt x="30707" y="26133"/>
                    <a:pt x="29442" y="17714"/>
                    <a:pt x="17801" y="17459"/>
                  </a:cubicBezTo>
                  <a:cubicBezTo>
                    <a:pt x="24634" y="8529"/>
                    <a:pt x="37033" y="5723"/>
                    <a:pt x="45131" y="5723"/>
                  </a:cubicBezTo>
                  <a:cubicBezTo>
                    <a:pt x="57530" y="5723"/>
                    <a:pt x="71954" y="15673"/>
                    <a:pt x="71954" y="38379"/>
                  </a:cubicBezTo>
                  <a:lnTo>
                    <a:pt x="71954" y="47818"/>
                  </a:lnTo>
                  <a:cubicBezTo>
                    <a:pt x="59048" y="48584"/>
                    <a:pt x="41335" y="49349"/>
                    <a:pt x="25393" y="57003"/>
                  </a:cubicBezTo>
                  <a:cubicBezTo>
                    <a:pt x="6414" y="65677"/>
                    <a:pt x="88" y="78944"/>
                    <a:pt x="88" y="90169"/>
                  </a:cubicBezTo>
                  <a:cubicBezTo>
                    <a:pt x="88" y="110834"/>
                    <a:pt x="24634" y="117213"/>
                    <a:pt x="40576" y="117213"/>
                  </a:cubicBezTo>
                  <a:cubicBezTo>
                    <a:pt x="57277" y="117213"/>
                    <a:pt x="68917" y="107008"/>
                    <a:pt x="73725" y="95017"/>
                  </a:cubicBezTo>
                  <a:close/>
                  <a:moveTo>
                    <a:pt x="71954" y="53176"/>
                  </a:moveTo>
                  <a:lnTo>
                    <a:pt x="71954" y="78689"/>
                  </a:lnTo>
                  <a:cubicBezTo>
                    <a:pt x="71954" y="102926"/>
                    <a:pt x="53734" y="111600"/>
                    <a:pt x="42347" y="111600"/>
                  </a:cubicBezTo>
                  <a:cubicBezTo>
                    <a:pt x="29948" y="111600"/>
                    <a:pt x="19573" y="102670"/>
                    <a:pt x="19573" y="89914"/>
                  </a:cubicBezTo>
                  <a:cubicBezTo>
                    <a:pt x="19573" y="75882"/>
                    <a:pt x="30201" y="54707"/>
                    <a:pt x="71954" y="53176"/>
                  </a:cubicBezTo>
                  <a:close/>
                </a:path>
              </a:pathLst>
            </a:custGeom>
            <a:solidFill>
              <a:schemeClr val="bg1"/>
            </a:solidFill>
            <a:ln w="25432" cap="flat">
              <a:noFill/>
              <a:prstDash val="solid"/>
              <a:miter/>
            </a:ln>
          </p:spPr>
          <p:txBody>
            <a:bodyPr/>
            <a:lstStyle/>
            <a:p>
              <a:endParaRPr lang="en-US"/>
            </a:p>
          </p:txBody>
        </p:sp>
        <p:sp>
          <p:nvSpPr>
            <p:cNvPr id="903" name="Freeform: Shape 902">
              <a:extLst>
                <a:ext uri="{FF2B5EF4-FFF2-40B4-BE49-F238E27FC236}">
                  <a16:creationId xmlns:a16="http://schemas.microsoft.com/office/drawing/2014/main" id="{FD1FC548-A3C7-3514-81E5-AB4D3E69D516}"/>
                </a:ext>
              </a:extLst>
            </p:cNvPr>
            <p:cNvSpPr/>
            <p:nvPr>
              <p:custDataLst>
                <p:tags r:id="rId144"/>
              </p:custDataLst>
            </p:nvPr>
          </p:nvSpPr>
          <p:spPr>
            <a:xfrm>
              <a:off x="3809381" y="5520915"/>
              <a:ext cx="56177" cy="177056"/>
            </a:xfrm>
            <a:custGeom>
              <a:avLst/>
              <a:gdLst>
                <a:gd name="csX0" fmla="*/ 36532 w 56177"/>
                <a:gd name="csY0" fmla="*/ 110 h 177056"/>
                <a:gd name="csX1" fmla="*/ 93 w 56177"/>
                <a:gd name="csY1" fmla="*/ 2916 h 177056"/>
                <a:gd name="csX2" fmla="*/ 93 w 56177"/>
                <a:gd name="csY2" fmla="*/ 10825 h 177056"/>
                <a:gd name="csX3" fmla="*/ 19831 w 56177"/>
                <a:gd name="csY3" fmla="*/ 25112 h 177056"/>
                <a:gd name="csX4" fmla="*/ 19831 w 56177"/>
                <a:gd name="csY4" fmla="*/ 157777 h 177056"/>
                <a:gd name="csX5" fmla="*/ 93 w 56177"/>
                <a:gd name="csY5" fmla="*/ 169258 h 177056"/>
                <a:gd name="csX6" fmla="*/ 93 w 56177"/>
                <a:gd name="csY6" fmla="*/ 177167 h 177056"/>
                <a:gd name="csX7" fmla="*/ 28181 w 56177"/>
                <a:gd name="csY7" fmla="*/ 176402 h 177056"/>
                <a:gd name="csX8" fmla="*/ 56270 w 56177"/>
                <a:gd name="csY8" fmla="*/ 177167 h 177056"/>
                <a:gd name="csX9" fmla="*/ 56270 w 56177"/>
                <a:gd name="csY9" fmla="*/ 169258 h 177056"/>
                <a:gd name="csX10" fmla="*/ 36532 w 56177"/>
                <a:gd name="csY10" fmla="*/ 157777 h 177056"/>
                <a:gd name="csX11" fmla="*/ 36532 w 56177"/>
                <a:gd name="csY11" fmla="*/ 110 h 177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6177" h="177056">
                  <a:moveTo>
                    <a:pt x="36532" y="110"/>
                  </a:moveTo>
                  <a:lnTo>
                    <a:pt x="93" y="2916"/>
                  </a:lnTo>
                  <a:lnTo>
                    <a:pt x="93" y="10825"/>
                  </a:lnTo>
                  <a:cubicBezTo>
                    <a:pt x="17806" y="10825"/>
                    <a:pt x="19831" y="12611"/>
                    <a:pt x="19831" y="25112"/>
                  </a:cubicBezTo>
                  <a:lnTo>
                    <a:pt x="19831" y="157777"/>
                  </a:lnTo>
                  <a:cubicBezTo>
                    <a:pt x="19831" y="169258"/>
                    <a:pt x="17047" y="169258"/>
                    <a:pt x="93" y="169258"/>
                  </a:cubicBezTo>
                  <a:lnTo>
                    <a:pt x="93" y="177167"/>
                  </a:lnTo>
                  <a:cubicBezTo>
                    <a:pt x="8443" y="176912"/>
                    <a:pt x="21855" y="176402"/>
                    <a:pt x="28181" y="176402"/>
                  </a:cubicBezTo>
                  <a:cubicBezTo>
                    <a:pt x="34508" y="176402"/>
                    <a:pt x="46907" y="176912"/>
                    <a:pt x="56270" y="177167"/>
                  </a:cubicBezTo>
                  <a:lnTo>
                    <a:pt x="56270" y="169258"/>
                  </a:lnTo>
                  <a:cubicBezTo>
                    <a:pt x="39315" y="169258"/>
                    <a:pt x="36532" y="169258"/>
                    <a:pt x="36532" y="157777"/>
                  </a:cubicBezTo>
                  <a:lnTo>
                    <a:pt x="36532" y="110"/>
                  </a:lnTo>
                  <a:close/>
                </a:path>
              </a:pathLst>
            </a:custGeom>
            <a:solidFill>
              <a:schemeClr val="bg1"/>
            </a:solidFill>
            <a:ln w="25432" cap="flat">
              <a:noFill/>
              <a:prstDash val="solid"/>
              <a:miter/>
            </a:ln>
          </p:spPr>
          <p:txBody>
            <a:bodyPr/>
            <a:lstStyle/>
            <a:p>
              <a:endParaRPr lang="en-US"/>
            </a:p>
          </p:txBody>
        </p:sp>
        <p:sp>
          <p:nvSpPr>
            <p:cNvPr id="904" name="Freeform: Shape 903">
              <a:extLst>
                <a:ext uri="{FF2B5EF4-FFF2-40B4-BE49-F238E27FC236}">
                  <a16:creationId xmlns:a16="http://schemas.microsoft.com/office/drawing/2014/main" id="{33BDB142-2228-E83A-E0CD-C8C90CF82E13}"/>
                </a:ext>
              </a:extLst>
            </p:cNvPr>
            <p:cNvSpPr/>
            <p:nvPr>
              <p:custDataLst>
                <p:tags r:id="rId145"/>
              </p:custDataLst>
            </p:nvPr>
          </p:nvSpPr>
          <p:spPr>
            <a:xfrm>
              <a:off x="3964529" y="5523722"/>
              <a:ext cx="149047" cy="174250"/>
            </a:xfrm>
            <a:custGeom>
              <a:avLst/>
              <a:gdLst>
                <a:gd name="csX0" fmla="*/ 48684 w 149047"/>
                <a:gd name="csY0" fmla="*/ 93741 h 174250"/>
                <a:gd name="csX1" fmla="*/ 91450 w 149047"/>
                <a:gd name="csY1" fmla="*/ 93741 h 174250"/>
                <a:gd name="csX2" fmla="*/ 149146 w 149047"/>
                <a:gd name="csY2" fmla="*/ 47563 h 174250"/>
                <a:gd name="csX3" fmla="*/ 89426 w 149047"/>
                <a:gd name="csY3" fmla="*/ 110 h 174250"/>
                <a:gd name="csX4" fmla="*/ 99 w 149047"/>
                <a:gd name="csY4" fmla="*/ 110 h 174250"/>
                <a:gd name="csX5" fmla="*/ 99 w 149047"/>
                <a:gd name="csY5" fmla="*/ 8019 h 174250"/>
                <a:gd name="csX6" fmla="*/ 6172 w 149047"/>
                <a:gd name="csY6" fmla="*/ 8019 h 174250"/>
                <a:gd name="csX7" fmla="*/ 26163 w 149047"/>
                <a:gd name="csY7" fmla="*/ 20010 h 174250"/>
                <a:gd name="csX8" fmla="*/ 26163 w 149047"/>
                <a:gd name="csY8" fmla="*/ 154461 h 174250"/>
                <a:gd name="csX9" fmla="*/ 6172 w 149047"/>
                <a:gd name="csY9" fmla="*/ 166452 h 174250"/>
                <a:gd name="csX10" fmla="*/ 99 w 149047"/>
                <a:gd name="csY10" fmla="*/ 166452 h 174250"/>
                <a:gd name="csX11" fmla="*/ 99 w 149047"/>
                <a:gd name="csY11" fmla="*/ 174361 h 174250"/>
                <a:gd name="csX12" fmla="*/ 37297 w 149047"/>
                <a:gd name="csY12" fmla="*/ 173595 h 174250"/>
                <a:gd name="csX13" fmla="*/ 74749 w 149047"/>
                <a:gd name="csY13" fmla="*/ 174361 h 174250"/>
                <a:gd name="csX14" fmla="*/ 74749 w 149047"/>
                <a:gd name="csY14" fmla="*/ 166452 h 174250"/>
                <a:gd name="csX15" fmla="*/ 68676 w 149047"/>
                <a:gd name="csY15" fmla="*/ 166452 h 174250"/>
                <a:gd name="csX16" fmla="*/ 48684 w 149047"/>
                <a:gd name="csY16" fmla="*/ 154461 h 174250"/>
                <a:gd name="csX17" fmla="*/ 48684 w 149047"/>
                <a:gd name="csY17" fmla="*/ 93741 h 174250"/>
                <a:gd name="csX18" fmla="*/ 47925 w 149047"/>
                <a:gd name="csY18" fmla="*/ 87108 h 174250"/>
                <a:gd name="csX19" fmla="*/ 47925 w 149047"/>
                <a:gd name="csY19" fmla="*/ 18224 h 174250"/>
                <a:gd name="csX20" fmla="*/ 60325 w 149047"/>
                <a:gd name="csY20" fmla="*/ 8019 h 174250"/>
                <a:gd name="csX21" fmla="*/ 82846 w 149047"/>
                <a:gd name="csY21" fmla="*/ 8019 h 174250"/>
                <a:gd name="csX22" fmla="*/ 123081 w 149047"/>
                <a:gd name="csY22" fmla="*/ 47563 h 174250"/>
                <a:gd name="csX23" fmla="*/ 82846 w 149047"/>
                <a:gd name="csY23" fmla="*/ 87108 h 174250"/>
                <a:gd name="csX24" fmla="*/ 47925 w 149047"/>
                <a:gd name="csY24" fmla="*/ 87108 h 174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49047" h="174250">
                  <a:moveTo>
                    <a:pt x="48684" y="93741"/>
                  </a:moveTo>
                  <a:lnTo>
                    <a:pt x="91450" y="93741"/>
                  </a:lnTo>
                  <a:cubicBezTo>
                    <a:pt x="121816" y="93741"/>
                    <a:pt x="149146" y="73076"/>
                    <a:pt x="149146" y="47563"/>
                  </a:cubicBezTo>
                  <a:cubicBezTo>
                    <a:pt x="149146" y="22561"/>
                    <a:pt x="124094" y="110"/>
                    <a:pt x="89426" y="110"/>
                  </a:cubicBezTo>
                  <a:lnTo>
                    <a:pt x="99" y="110"/>
                  </a:lnTo>
                  <a:lnTo>
                    <a:pt x="99" y="8019"/>
                  </a:lnTo>
                  <a:lnTo>
                    <a:pt x="6172" y="8019"/>
                  </a:lnTo>
                  <a:cubicBezTo>
                    <a:pt x="25657" y="8019"/>
                    <a:pt x="26163" y="10825"/>
                    <a:pt x="26163" y="20010"/>
                  </a:cubicBezTo>
                  <a:lnTo>
                    <a:pt x="26163" y="154461"/>
                  </a:lnTo>
                  <a:cubicBezTo>
                    <a:pt x="26163" y="163645"/>
                    <a:pt x="25657" y="166452"/>
                    <a:pt x="6172" y="166452"/>
                  </a:cubicBezTo>
                  <a:lnTo>
                    <a:pt x="99" y="166452"/>
                  </a:lnTo>
                  <a:lnTo>
                    <a:pt x="99" y="174361"/>
                  </a:lnTo>
                  <a:cubicBezTo>
                    <a:pt x="8955" y="173595"/>
                    <a:pt x="27681" y="173595"/>
                    <a:pt x="37297" y="173595"/>
                  </a:cubicBezTo>
                  <a:cubicBezTo>
                    <a:pt x="46913" y="173595"/>
                    <a:pt x="65892" y="173595"/>
                    <a:pt x="74749" y="174361"/>
                  </a:cubicBezTo>
                  <a:lnTo>
                    <a:pt x="74749" y="166452"/>
                  </a:lnTo>
                  <a:lnTo>
                    <a:pt x="68676" y="166452"/>
                  </a:lnTo>
                  <a:cubicBezTo>
                    <a:pt x="49191" y="166452"/>
                    <a:pt x="48684" y="163645"/>
                    <a:pt x="48684" y="154461"/>
                  </a:cubicBezTo>
                  <a:lnTo>
                    <a:pt x="48684" y="93741"/>
                  </a:lnTo>
                  <a:close/>
                  <a:moveTo>
                    <a:pt x="47925" y="87108"/>
                  </a:moveTo>
                  <a:lnTo>
                    <a:pt x="47925" y="18224"/>
                  </a:lnTo>
                  <a:cubicBezTo>
                    <a:pt x="47925" y="9805"/>
                    <a:pt x="48431" y="8019"/>
                    <a:pt x="60325" y="8019"/>
                  </a:cubicBezTo>
                  <a:lnTo>
                    <a:pt x="82846" y="8019"/>
                  </a:lnTo>
                  <a:cubicBezTo>
                    <a:pt x="123081" y="8019"/>
                    <a:pt x="123081" y="35062"/>
                    <a:pt x="123081" y="47563"/>
                  </a:cubicBezTo>
                  <a:cubicBezTo>
                    <a:pt x="123081" y="59554"/>
                    <a:pt x="123081" y="87108"/>
                    <a:pt x="82846" y="87108"/>
                  </a:cubicBezTo>
                  <a:lnTo>
                    <a:pt x="47925" y="87108"/>
                  </a:lnTo>
                  <a:close/>
                </a:path>
              </a:pathLst>
            </a:custGeom>
            <a:solidFill>
              <a:schemeClr val="bg1"/>
            </a:solidFill>
            <a:ln w="25432" cap="flat">
              <a:noFill/>
              <a:prstDash val="solid"/>
              <a:miter/>
            </a:ln>
          </p:spPr>
          <p:txBody>
            <a:bodyPr/>
            <a:lstStyle/>
            <a:p>
              <a:endParaRPr lang="en-US"/>
            </a:p>
          </p:txBody>
        </p:sp>
        <p:sp>
          <p:nvSpPr>
            <p:cNvPr id="905" name="Freeform: Shape 904">
              <a:extLst>
                <a:ext uri="{FF2B5EF4-FFF2-40B4-BE49-F238E27FC236}">
                  <a16:creationId xmlns:a16="http://schemas.microsoft.com/office/drawing/2014/main" id="{6DE3A194-2935-F199-E613-68F7CE6DAB4B}"/>
                </a:ext>
              </a:extLst>
            </p:cNvPr>
            <p:cNvSpPr/>
            <p:nvPr>
              <p:custDataLst>
                <p:tags r:id="rId146"/>
              </p:custDataLst>
            </p:nvPr>
          </p:nvSpPr>
          <p:spPr>
            <a:xfrm>
              <a:off x="4134973" y="5585207"/>
              <a:ext cx="85025" cy="112765"/>
            </a:xfrm>
            <a:custGeom>
              <a:avLst/>
              <a:gdLst>
                <a:gd name="csX0" fmla="*/ 35280 w 85025"/>
                <a:gd name="csY0" fmla="*/ 28174 h 112765"/>
                <a:gd name="csX1" fmla="*/ 35280 w 85025"/>
                <a:gd name="csY1" fmla="*/ 110 h 112765"/>
                <a:gd name="csX2" fmla="*/ 105 w 85025"/>
                <a:gd name="csY2" fmla="*/ 2916 h 112765"/>
                <a:gd name="csX3" fmla="*/ 105 w 85025"/>
                <a:gd name="csY3" fmla="*/ 10825 h 112765"/>
                <a:gd name="csX4" fmla="*/ 19843 w 85025"/>
                <a:gd name="csY4" fmla="*/ 25112 h 112765"/>
                <a:gd name="csX5" fmla="*/ 19843 w 85025"/>
                <a:gd name="csY5" fmla="*/ 93486 h 112765"/>
                <a:gd name="csX6" fmla="*/ 105 w 85025"/>
                <a:gd name="csY6" fmla="*/ 104967 h 112765"/>
                <a:gd name="csX7" fmla="*/ 105 w 85025"/>
                <a:gd name="csY7" fmla="*/ 112875 h 112765"/>
                <a:gd name="csX8" fmla="*/ 28953 w 85025"/>
                <a:gd name="csY8" fmla="*/ 112110 h 112765"/>
                <a:gd name="csX9" fmla="*/ 61091 w 85025"/>
                <a:gd name="csY9" fmla="*/ 112875 h 112765"/>
                <a:gd name="csX10" fmla="*/ 61091 w 85025"/>
                <a:gd name="csY10" fmla="*/ 104967 h 112765"/>
                <a:gd name="csX11" fmla="*/ 55777 w 85025"/>
                <a:gd name="csY11" fmla="*/ 104967 h 112765"/>
                <a:gd name="csX12" fmla="*/ 36545 w 85025"/>
                <a:gd name="csY12" fmla="*/ 92976 h 112765"/>
                <a:gd name="csX13" fmla="*/ 36545 w 85025"/>
                <a:gd name="csY13" fmla="*/ 53686 h 112765"/>
                <a:gd name="csX14" fmla="*/ 66405 w 85025"/>
                <a:gd name="csY14" fmla="*/ 5723 h 112765"/>
                <a:gd name="csX15" fmla="*/ 69188 w 85025"/>
                <a:gd name="csY15" fmla="*/ 5978 h 112765"/>
                <a:gd name="csX16" fmla="*/ 63368 w 85025"/>
                <a:gd name="csY16" fmla="*/ 15928 h 112765"/>
                <a:gd name="csX17" fmla="*/ 74249 w 85025"/>
                <a:gd name="csY17" fmla="*/ 26898 h 112765"/>
                <a:gd name="csX18" fmla="*/ 85131 w 85025"/>
                <a:gd name="csY18" fmla="*/ 15673 h 112765"/>
                <a:gd name="csX19" fmla="*/ 66405 w 85025"/>
                <a:gd name="csY19" fmla="*/ 110 h 112765"/>
                <a:gd name="csX20" fmla="*/ 35280 w 85025"/>
                <a:gd name="csY20" fmla="*/ 28174 h 1127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85025" h="112765">
                  <a:moveTo>
                    <a:pt x="35280" y="28174"/>
                  </a:moveTo>
                  <a:lnTo>
                    <a:pt x="35280" y="110"/>
                  </a:lnTo>
                  <a:lnTo>
                    <a:pt x="105" y="2916"/>
                  </a:lnTo>
                  <a:lnTo>
                    <a:pt x="105" y="10825"/>
                  </a:lnTo>
                  <a:cubicBezTo>
                    <a:pt x="17819" y="10825"/>
                    <a:pt x="19843" y="12611"/>
                    <a:pt x="19843" y="25112"/>
                  </a:cubicBezTo>
                  <a:lnTo>
                    <a:pt x="19843" y="93486"/>
                  </a:lnTo>
                  <a:cubicBezTo>
                    <a:pt x="19843" y="104967"/>
                    <a:pt x="17060" y="104967"/>
                    <a:pt x="105" y="104967"/>
                  </a:cubicBezTo>
                  <a:lnTo>
                    <a:pt x="105" y="112875"/>
                  </a:lnTo>
                  <a:cubicBezTo>
                    <a:pt x="9974" y="112620"/>
                    <a:pt x="21868" y="112110"/>
                    <a:pt x="28953" y="112110"/>
                  </a:cubicBezTo>
                  <a:cubicBezTo>
                    <a:pt x="39075" y="112110"/>
                    <a:pt x="50969" y="112110"/>
                    <a:pt x="61091" y="112875"/>
                  </a:cubicBezTo>
                  <a:lnTo>
                    <a:pt x="61091" y="104967"/>
                  </a:lnTo>
                  <a:lnTo>
                    <a:pt x="55777" y="104967"/>
                  </a:lnTo>
                  <a:cubicBezTo>
                    <a:pt x="37051" y="104967"/>
                    <a:pt x="36545" y="102160"/>
                    <a:pt x="36545" y="92976"/>
                  </a:cubicBezTo>
                  <a:lnTo>
                    <a:pt x="36545" y="53686"/>
                  </a:lnTo>
                  <a:cubicBezTo>
                    <a:pt x="36545" y="28429"/>
                    <a:pt x="47173" y="5723"/>
                    <a:pt x="66405" y="5723"/>
                  </a:cubicBezTo>
                  <a:cubicBezTo>
                    <a:pt x="68176" y="5723"/>
                    <a:pt x="68682" y="5723"/>
                    <a:pt x="69188" y="5978"/>
                  </a:cubicBezTo>
                  <a:cubicBezTo>
                    <a:pt x="68429" y="6233"/>
                    <a:pt x="63368" y="9295"/>
                    <a:pt x="63368" y="15928"/>
                  </a:cubicBezTo>
                  <a:cubicBezTo>
                    <a:pt x="63368" y="23071"/>
                    <a:pt x="68682" y="26898"/>
                    <a:pt x="74249" y="26898"/>
                  </a:cubicBezTo>
                  <a:cubicBezTo>
                    <a:pt x="78804" y="26898"/>
                    <a:pt x="85131" y="23837"/>
                    <a:pt x="85131" y="15673"/>
                  </a:cubicBezTo>
                  <a:cubicBezTo>
                    <a:pt x="85131" y="7509"/>
                    <a:pt x="77286" y="110"/>
                    <a:pt x="66405" y="110"/>
                  </a:cubicBezTo>
                  <a:cubicBezTo>
                    <a:pt x="47932" y="110"/>
                    <a:pt x="38822" y="17203"/>
                    <a:pt x="35280" y="28174"/>
                  </a:cubicBezTo>
                  <a:close/>
                </a:path>
              </a:pathLst>
            </a:custGeom>
            <a:solidFill>
              <a:schemeClr val="bg1"/>
            </a:solidFill>
            <a:ln w="25432" cap="flat">
              <a:noFill/>
              <a:prstDash val="solid"/>
              <a:miter/>
            </a:ln>
          </p:spPr>
          <p:txBody>
            <a:bodyPr/>
            <a:lstStyle/>
            <a:p>
              <a:endParaRPr lang="en-US"/>
            </a:p>
          </p:txBody>
        </p:sp>
        <p:sp>
          <p:nvSpPr>
            <p:cNvPr id="906" name="Freeform: Shape 905">
              <a:extLst>
                <a:ext uri="{FF2B5EF4-FFF2-40B4-BE49-F238E27FC236}">
                  <a16:creationId xmlns:a16="http://schemas.microsoft.com/office/drawing/2014/main" id="{24E6D27D-9C8A-DC8D-ECBD-216FA881D725}"/>
                </a:ext>
              </a:extLst>
            </p:cNvPr>
            <p:cNvSpPr/>
            <p:nvPr>
              <p:custDataLst>
                <p:tags r:id="rId147"/>
              </p:custDataLst>
            </p:nvPr>
          </p:nvSpPr>
          <p:spPr>
            <a:xfrm>
              <a:off x="4234085" y="5583676"/>
              <a:ext cx="112101" cy="117102"/>
            </a:xfrm>
            <a:custGeom>
              <a:avLst/>
              <a:gdLst>
                <a:gd name="csX0" fmla="*/ 112211 w 112101"/>
                <a:gd name="csY0" fmla="*/ 59809 h 117102"/>
                <a:gd name="csX1" fmla="*/ 56287 w 112101"/>
                <a:gd name="csY1" fmla="*/ 110 h 117102"/>
                <a:gd name="csX2" fmla="*/ 109 w 112101"/>
                <a:gd name="csY2" fmla="*/ 59809 h 117102"/>
                <a:gd name="csX3" fmla="*/ 56034 w 112101"/>
                <a:gd name="csY3" fmla="*/ 117213 h 117102"/>
                <a:gd name="csX4" fmla="*/ 112211 w 112101"/>
                <a:gd name="csY4" fmla="*/ 59809 h 117102"/>
                <a:gd name="csX5" fmla="*/ 56287 w 112101"/>
                <a:gd name="csY5" fmla="*/ 110834 h 117102"/>
                <a:gd name="csX6" fmla="*/ 27439 w 112101"/>
                <a:gd name="csY6" fmla="*/ 93741 h 117102"/>
                <a:gd name="csX7" fmla="*/ 21113 w 112101"/>
                <a:gd name="csY7" fmla="*/ 57768 h 117102"/>
                <a:gd name="csX8" fmla="*/ 27186 w 112101"/>
                <a:gd name="csY8" fmla="*/ 22816 h 117102"/>
                <a:gd name="csX9" fmla="*/ 56034 w 112101"/>
                <a:gd name="csY9" fmla="*/ 5723 h 117102"/>
                <a:gd name="csX10" fmla="*/ 84628 w 112101"/>
                <a:gd name="csY10" fmla="*/ 22306 h 117102"/>
                <a:gd name="csX11" fmla="*/ 91208 w 112101"/>
                <a:gd name="csY11" fmla="*/ 57768 h 117102"/>
                <a:gd name="csX12" fmla="*/ 85641 w 112101"/>
                <a:gd name="csY12" fmla="*/ 91955 h 117102"/>
                <a:gd name="csX13" fmla="*/ 56287 w 112101"/>
                <a:gd name="csY13" fmla="*/ 110834 h 117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2101" h="117102">
                  <a:moveTo>
                    <a:pt x="112211" y="59809"/>
                  </a:moveTo>
                  <a:cubicBezTo>
                    <a:pt x="112211" y="27153"/>
                    <a:pt x="86906" y="110"/>
                    <a:pt x="56287" y="110"/>
                  </a:cubicBezTo>
                  <a:cubicBezTo>
                    <a:pt x="24655" y="110"/>
                    <a:pt x="109" y="27919"/>
                    <a:pt x="109" y="59809"/>
                  </a:cubicBezTo>
                  <a:cubicBezTo>
                    <a:pt x="109" y="92721"/>
                    <a:pt x="26427" y="117213"/>
                    <a:pt x="56034" y="117213"/>
                  </a:cubicBezTo>
                  <a:cubicBezTo>
                    <a:pt x="86653" y="117213"/>
                    <a:pt x="112211" y="92210"/>
                    <a:pt x="112211" y="59809"/>
                  </a:cubicBezTo>
                  <a:close/>
                  <a:moveTo>
                    <a:pt x="56287" y="110834"/>
                  </a:moveTo>
                  <a:cubicBezTo>
                    <a:pt x="45406" y="110834"/>
                    <a:pt x="34271" y="105477"/>
                    <a:pt x="27439" y="93741"/>
                  </a:cubicBezTo>
                  <a:cubicBezTo>
                    <a:pt x="21113" y="82515"/>
                    <a:pt x="21113" y="66953"/>
                    <a:pt x="21113" y="57768"/>
                  </a:cubicBezTo>
                  <a:cubicBezTo>
                    <a:pt x="21113" y="47818"/>
                    <a:pt x="21113" y="34042"/>
                    <a:pt x="27186" y="22816"/>
                  </a:cubicBezTo>
                  <a:cubicBezTo>
                    <a:pt x="34018" y="11080"/>
                    <a:pt x="45912" y="5723"/>
                    <a:pt x="56034" y="5723"/>
                  </a:cubicBezTo>
                  <a:cubicBezTo>
                    <a:pt x="67168" y="5723"/>
                    <a:pt x="78049" y="11336"/>
                    <a:pt x="84628" y="22306"/>
                  </a:cubicBezTo>
                  <a:cubicBezTo>
                    <a:pt x="91208" y="33276"/>
                    <a:pt x="91208" y="48074"/>
                    <a:pt x="91208" y="57768"/>
                  </a:cubicBezTo>
                  <a:cubicBezTo>
                    <a:pt x="91208" y="66953"/>
                    <a:pt x="91208" y="80730"/>
                    <a:pt x="85641" y="91955"/>
                  </a:cubicBezTo>
                  <a:cubicBezTo>
                    <a:pt x="80073" y="103436"/>
                    <a:pt x="68939" y="110834"/>
                    <a:pt x="56287" y="110834"/>
                  </a:cubicBezTo>
                  <a:close/>
                </a:path>
              </a:pathLst>
            </a:custGeom>
            <a:solidFill>
              <a:schemeClr val="bg1"/>
            </a:solidFill>
            <a:ln w="25432" cap="flat">
              <a:noFill/>
              <a:prstDash val="solid"/>
              <a:miter/>
            </a:ln>
          </p:spPr>
          <p:txBody>
            <a:bodyPr/>
            <a:lstStyle/>
            <a:p>
              <a:endParaRPr lang="en-US"/>
            </a:p>
          </p:txBody>
        </p:sp>
        <p:sp>
          <p:nvSpPr>
            <p:cNvPr id="907" name="Freeform: Shape 906">
              <a:extLst>
                <a:ext uri="{FF2B5EF4-FFF2-40B4-BE49-F238E27FC236}">
                  <a16:creationId xmlns:a16="http://schemas.microsoft.com/office/drawing/2014/main" id="{EBBAE0B4-B636-7B56-914E-E15CE1328079}"/>
                </a:ext>
              </a:extLst>
            </p:cNvPr>
            <p:cNvSpPr/>
            <p:nvPr>
              <p:custDataLst>
                <p:tags r:id="rId148"/>
              </p:custDataLst>
            </p:nvPr>
          </p:nvSpPr>
          <p:spPr>
            <a:xfrm>
              <a:off x="4360611" y="5520915"/>
              <a:ext cx="124754" cy="179863"/>
            </a:xfrm>
            <a:custGeom>
              <a:avLst/>
              <a:gdLst>
                <a:gd name="csX0" fmla="*/ 36554 w 124754"/>
                <a:gd name="csY0" fmla="*/ 80985 h 179863"/>
                <a:gd name="csX1" fmla="*/ 36554 w 124754"/>
                <a:gd name="csY1" fmla="*/ 110 h 179863"/>
                <a:gd name="csX2" fmla="*/ 114 w 124754"/>
                <a:gd name="csY2" fmla="*/ 2916 h 179863"/>
                <a:gd name="csX3" fmla="*/ 114 w 124754"/>
                <a:gd name="csY3" fmla="*/ 10825 h 179863"/>
                <a:gd name="csX4" fmla="*/ 19852 w 124754"/>
                <a:gd name="csY4" fmla="*/ 25112 h 179863"/>
                <a:gd name="csX5" fmla="*/ 19852 w 124754"/>
                <a:gd name="csY5" fmla="*/ 177167 h 179863"/>
                <a:gd name="csX6" fmla="*/ 26179 w 124754"/>
                <a:gd name="csY6" fmla="*/ 177167 h 179863"/>
                <a:gd name="csX7" fmla="*/ 35288 w 124754"/>
                <a:gd name="csY7" fmla="*/ 161349 h 179863"/>
                <a:gd name="csX8" fmla="*/ 68438 w 124754"/>
                <a:gd name="csY8" fmla="*/ 179973 h 179863"/>
                <a:gd name="csX9" fmla="*/ 124868 w 124754"/>
                <a:gd name="csY9" fmla="*/ 122060 h 179863"/>
                <a:gd name="csX10" fmla="*/ 71222 w 124754"/>
                <a:gd name="csY10" fmla="*/ 64402 h 179863"/>
                <a:gd name="csX11" fmla="*/ 36554 w 124754"/>
                <a:gd name="csY11" fmla="*/ 80985 h 179863"/>
                <a:gd name="csX12" fmla="*/ 37313 w 124754"/>
                <a:gd name="csY12" fmla="*/ 148083 h 179863"/>
                <a:gd name="csX13" fmla="*/ 37313 w 124754"/>
                <a:gd name="csY13" fmla="*/ 95527 h 179863"/>
                <a:gd name="csX14" fmla="*/ 40096 w 124754"/>
                <a:gd name="csY14" fmla="*/ 86342 h 179863"/>
                <a:gd name="csX15" fmla="*/ 69956 w 124754"/>
                <a:gd name="csY15" fmla="*/ 70014 h 179863"/>
                <a:gd name="csX16" fmla="*/ 96527 w 124754"/>
                <a:gd name="csY16" fmla="*/ 86342 h 179863"/>
                <a:gd name="csX17" fmla="*/ 103865 w 124754"/>
                <a:gd name="csY17" fmla="*/ 121805 h 179863"/>
                <a:gd name="csX18" fmla="*/ 96021 w 124754"/>
                <a:gd name="csY18" fmla="*/ 158033 h 179863"/>
                <a:gd name="csX19" fmla="*/ 67426 w 124754"/>
                <a:gd name="csY19" fmla="*/ 174361 h 179863"/>
                <a:gd name="csX20" fmla="*/ 40856 w 124754"/>
                <a:gd name="csY20" fmla="*/ 158798 h 179863"/>
                <a:gd name="csX21" fmla="*/ 37313 w 124754"/>
                <a:gd name="csY21" fmla="*/ 148083 h 1798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24754" h="179863">
                  <a:moveTo>
                    <a:pt x="36554" y="80985"/>
                  </a:moveTo>
                  <a:lnTo>
                    <a:pt x="36554" y="110"/>
                  </a:lnTo>
                  <a:lnTo>
                    <a:pt x="114" y="2916"/>
                  </a:lnTo>
                  <a:lnTo>
                    <a:pt x="114" y="10825"/>
                  </a:lnTo>
                  <a:cubicBezTo>
                    <a:pt x="17828" y="10825"/>
                    <a:pt x="19852" y="12611"/>
                    <a:pt x="19852" y="25112"/>
                  </a:cubicBezTo>
                  <a:lnTo>
                    <a:pt x="19852" y="177167"/>
                  </a:lnTo>
                  <a:lnTo>
                    <a:pt x="26179" y="177167"/>
                  </a:lnTo>
                  <a:cubicBezTo>
                    <a:pt x="26432" y="176912"/>
                    <a:pt x="28456" y="173340"/>
                    <a:pt x="35288" y="161349"/>
                  </a:cubicBezTo>
                  <a:cubicBezTo>
                    <a:pt x="39084" y="167217"/>
                    <a:pt x="49712" y="179973"/>
                    <a:pt x="68438" y="179973"/>
                  </a:cubicBezTo>
                  <a:cubicBezTo>
                    <a:pt x="98551" y="179973"/>
                    <a:pt x="124868" y="154971"/>
                    <a:pt x="124868" y="122060"/>
                  </a:cubicBezTo>
                  <a:cubicBezTo>
                    <a:pt x="124868" y="89659"/>
                    <a:pt x="100069" y="64402"/>
                    <a:pt x="71222" y="64402"/>
                  </a:cubicBezTo>
                  <a:cubicBezTo>
                    <a:pt x="51484" y="64402"/>
                    <a:pt x="40602" y="76392"/>
                    <a:pt x="36554" y="80985"/>
                  </a:cubicBezTo>
                  <a:close/>
                  <a:moveTo>
                    <a:pt x="37313" y="148083"/>
                  </a:moveTo>
                  <a:lnTo>
                    <a:pt x="37313" y="95527"/>
                  </a:lnTo>
                  <a:cubicBezTo>
                    <a:pt x="37313" y="90679"/>
                    <a:pt x="37313" y="90424"/>
                    <a:pt x="40096" y="86342"/>
                  </a:cubicBezTo>
                  <a:cubicBezTo>
                    <a:pt x="49965" y="72055"/>
                    <a:pt x="63883" y="70014"/>
                    <a:pt x="69956" y="70014"/>
                  </a:cubicBezTo>
                  <a:cubicBezTo>
                    <a:pt x="81344" y="70014"/>
                    <a:pt x="90454" y="76648"/>
                    <a:pt x="96527" y="86342"/>
                  </a:cubicBezTo>
                  <a:cubicBezTo>
                    <a:pt x="103106" y="96802"/>
                    <a:pt x="103865" y="111345"/>
                    <a:pt x="103865" y="121805"/>
                  </a:cubicBezTo>
                  <a:cubicBezTo>
                    <a:pt x="103865" y="131244"/>
                    <a:pt x="103359" y="146552"/>
                    <a:pt x="96021" y="158033"/>
                  </a:cubicBezTo>
                  <a:cubicBezTo>
                    <a:pt x="90707" y="165941"/>
                    <a:pt x="81091" y="174361"/>
                    <a:pt x="67426" y="174361"/>
                  </a:cubicBezTo>
                  <a:cubicBezTo>
                    <a:pt x="56039" y="174361"/>
                    <a:pt x="46929" y="168238"/>
                    <a:pt x="40856" y="158798"/>
                  </a:cubicBezTo>
                  <a:cubicBezTo>
                    <a:pt x="37313" y="153440"/>
                    <a:pt x="37313" y="152675"/>
                    <a:pt x="37313" y="148083"/>
                  </a:cubicBezTo>
                  <a:close/>
                </a:path>
              </a:pathLst>
            </a:custGeom>
            <a:solidFill>
              <a:schemeClr val="bg1"/>
            </a:solidFill>
            <a:ln w="25432" cap="flat">
              <a:noFill/>
              <a:prstDash val="solid"/>
              <a:miter/>
            </a:ln>
          </p:spPr>
          <p:txBody>
            <a:bodyPr/>
            <a:lstStyle/>
            <a:p>
              <a:endParaRPr lang="en-US"/>
            </a:p>
          </p:txBody>
        </p:sp>
        <p:sp>
          <p:nvSpPr>
            <p:cNvPr id="908" name="Freeform: Shape 907">
              <a:extLst>
                <a:ext uri="{FF2B5EF4-FFF2-40B4-BE49-F238E27FC236}">
                  <a16:creationId xmlns:a16="http://schemas.microsoft.com/office/drawing/2014/main" id="{1686D2B7-1884-4C2C-20AD-39A3C6B240CB}"/>
                </a:ext>
              </a:extLst>
            </p:cNvPr>
            <p:cNvSpPr/>
            <p:nvPr>
              <p:custDataLst>
                <p:tags r:id="rId149"/>
              </p:custDataLst>
            </p:nvPr>
          </p:nvSpPr>
          <p:spPr>
            <a:xfrm>
              <a:off x="4504739" y="5583676"/>
              <a:ext cx="114126" cy="117102"/>
            </a:xfrm>
            <a:custGeom>
              <a:avLst/>
              <a:gdLst>
                <a:gd name="csX0" fmla="*/ 73758 w 114126"/>
                <a:gd name="csY0" fmla="*/ 95017 h 117102"/>
                <a:gd name="csX1" fmla="*/ 93496 w 114126"/>
                <a:gd name="csY1" fmla="*/ 115937 h 117102"/>
                <a:gd name="csX2" fmla="*/ 114246 w 114126"/>
                <a:gd name="csY2" fmla="*/ 91700 h 117102"/>
                <a:gd name="csX3" fmla="*/ 114246 w 114126"/>
                <a:gd name="csY3" fmla="*/ 77413 h 117102"/>
                <a:gd name="csX4" fmla="*/ 107920 w 114126"/>
                <a:gd name="csY4" fmla="*/ 77413 h 117102"/>
                <a:gd name="csX5" fmla="*/ 107920 w 114126"/>
                <a:gd name="csY5" fmla="*/ 91700 h 117102"/>
                <a:gd name="csX6" fmla="*/ 98810 w 114126"/>
                <a:gd name="csY6" fmla="*/ 108028 h 117102"/>
                <a:gd name="csX7" fmla="*/ 89447 w 114126"/>
                <a:gd name="csY7" fmla="*/ 95272 h 117102"/>
                <a:gd name="csX8" fmla="*/ 89447 w 114126"/>
                <a:gd name="csY8" fmla="*/ 44247 h 117102"/>
                <a:gd name="csX9" fmla="*/ 80337 w 114126"/>
                <a:gd name="csY9" fmla="*/ 14142 h 117102"/>
                <a:gd name="csX10" fmla="*/ 45669 w 114126"/>
                <a:gd name="csY10" fmla="*/ 110 h 117102"/>
                <a:gd name="csX11" fmla="*/ 7458 w 114126"/>
                <a:gd name="csY11" fmla="*/ 28939 h 117102"/>
                <a:gd name="csX12" fmla="*/ 19099 w 114126"/>
                <a:gd name="csY12" fmla="*/ 40930 h 117102"/>
                <a:gd name="csX13" fmla="*/ 30739 w 114126"/>
                <a:gd name="csY13" fmla="*/ 29194 h 117102"/>
                <a:gd name="csX14" fmla="*/ 17833 w 114126"/>
                <a:gd name="csY14" fmla="*/ 17459 h 117102"/>
                <a:gd name="csX15" fmla="*/ 45163 w 114126"/>
                <a:gd name="csY15" fmla="*/ 5723 h 117102"/>
                <a:gd name="csX16" fmla="*/ 71986 w 114126"/>
                <a:gd name="csY16" fmla="*/ 38379 h 117102"/>
                <a:gd name="csX17" fmla="*/ 71986 w 114126"/>
                <a:gd name="csY17" fmla="*/ 47818 h 117102"/>
                <a:gd name="csX18" fmla="*/ 25425 w 114126"/>
                <a:gd name="csY18" fmla="*/ 57003 h 117102"/>
                <a:gd name="csX19" fmla="*/ 120 w 114126"/>
                <a:gd name="csY19" fmla="*/ 90169 h 117102"/>
                <a:gd name="csX20" fmla="*/ 40608 w 114126"/>
                <a:gd name="csY20" fmla="*/ 117213 h 117102"/>
                <a:gd name="csX21" fmla="*/ 73758 w 114126"/>
                <a:gd name="csY21" fmla="*/ 95017 h 117102"/>
                <a:gd name="csX22" fmla="*/ 71986 w 114126"/>
                <a:gd name="csY22" fmla="*/ 53176 h 117102"/>
                <a:gd name="csX23" fmla="*/ 71986 w 114126"/>
                <a:gd name="csY23" fmla="*/ 78689 h 117102"/>
                <a:gd name="csX24" fmla="*/ 42379 w 114126"/>
                <a:gd name="csY24" fmla="*/ 111600 h 117102"/>
                <a:gd name="csX25" fmla="*/ 19605 w 114126"/>
                <a:gd name="csY25" fmla="*/ 89914 h 117102"/>
                <a:gd name="csX26" fmla="*/ 71986 w 114126"/>
                <a:gd name="csY26" fmla="*/ 53176 h 117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14126" h="117102">
                  <a:moveTo>
                    <a:pt x="73758" y="95017"/>
                  </a:moveTo>
                  <a:cubicBezTo>
                    <a:pt x="74770" y="105222"/>
                    <a:pt x="81602" y="115937"/>
                    <a:pt x="93496" y="115937"/>
                  </a:cubicBezTo>
                  <a:cubicBezTo>
                    <a:pt x="98810" y="115937"/>
                    <a:pt x="114246" y="112365"/>
                    <a:pt x="114246" y="91700"/>
                  </a:cubicBezTo>
                  <a:lnTo>
                    <a:pt x="114246" y="77413"/>
                  </a:lnTo>
                  <a:lnTo>
                    <a:pt x="107920" y="77413"/>
                  </a:lnTo>
                  <a:lnTo>
                    <a:pt x="107920" y="91700"/>
                  </a:lnTo>
                  <a:cubicBezTo>
                    <a:pt x="107920" y="106497"/>
                    <a:pt x="101593" y="108028"/>
                    <a:pt x="98810" y="108028"/>
                  </a:cubicBezTo>
                  <a:cubicBezTo>
                    <a:pt x="90459" y="108028"/>
                    <a:pt x="89447" y="96547"/>
                    <a:pt x="89447" y="95272"/>
                  </a:cubicBezTo>
                  <a:lnTo>
                    <a:pt x="89447" y="44247"/>
                  </a:lnTo>
                  <a:cubicBezTo>
                    <a:pt x="89447" y="33531"/>
                    <a:pt x="89447" y="23582"/>
                    <a:pt x="80337" y="14142"/>
                  </a:cubicBezTo>
                  <a:cubicBezTo>
                    <a:pt x="70468" y="4192"/>
                    <a:pt x="57816" y="110"/>
                    <a:pt x="45669" y="110"/>
                  </a:cubicBezTo>
                  <a:cubicBezTo>
                    <a:pt x="24919" y="110"/>
                    <a:pt x="7458" y="12101"/>
                    <a:pt x="7458" y="28939"/>
                  </a:cubicBezTo>
                  <a:cubicBezTo>
                    <a:pt x="7458" y="36593"/>
                    <a:pt x="12519" y="40930"/>
                    <a:pt x="19099" y="40930"/>
                  </a:cubicBezTo>
                  <a:cubicBezTo>
                    <a:pt x="26184" y="40930"/>
                    <a:pt x="30739" y="35828"/>
                    <a:pt x="30739" y="29194"/>
                  </a:cubicBezTo>
                  <a:cubicBezTo>
                    <a:pt x="30739" y="26133"/>
                    <a:pt x="29474" y="17714"/>
                    <a:pt x="17833" y="17459"/>
                  </a:cubicBezTo>
                  <a:cubicBezTo>
                    <a:pt x="24666" y="8529"/>
                    <a:pt x="37065" y="5723"/>
                    <a:pt x="45163" y="5723"/>
                  </a:cubicBezTo>
                  <a:cubicBezTo>
                    <a:pt x="57562" y="5723"/>
                    <a:pt x="71986" y="15673"/>
                    <a:pt x="71986" y="38379"/>
                  </a:cubicBezTo>
                  <a:lnTo>
                    <a:pt x="71986" y="47818"/>
                  </a:lnTo>
                  <a:cubicBezTo>
                    <a:pt x="59081" y="48584"/>
                    <a:pt x="41367" y="49349"/>
                    <a:pt x="25425" y="57003"/>
                  </a:cubicBezTo>
                  <a:cubicBezTo>
                    <a:pt x="6446" y="65677"/>
                    <a:pt x="120" y="78944"/>
                    <a:pt x="120" y="90169"/>
                  </a:cubicBezTo>
                  <a:cubicBezTo>
                    <a:pt x="120" y="110834"/>
                    <a:pt x="24666" y="117213"/>
                    <a:pt x="40608" y="117213"/>
                  </a:cubicBezTo>
                  <a:cubicBezTo>
                    <a:pt x="57309" y="117213"/>
                    <a:pt x="68950" y="107008"/>
                    <a:pt x="73758" y="95017"/>
                  </a:cubicBezTo>
                  <a:close/>
                  <a:moveTo>
                    <a:pt x="71986" y="53176"/>
                  </a:moveTo>
                  <a:lnTo>
                    <a:pt x="71986" y="78689"/>
                  </a:lnTo>
                  <a:cubicBezTo>
                    <a:pt x="71986" y="102926"/>
                    <a:pt x="53767" y="111600"/>
                    <a:pt x="42379" y="111600"/>
                  </a:cubicBezTo>
                  <a:cubicBezTo>
                    <a:pt x="29980" y="111600"/>
                    <a:pt x="19605" y="102670"/>
                    <a:pt x="19605" y="89914"/>
                  </a:cubicBezTo>
                  <a:cubicBezTo>
                    <a:pt x="19605" y="75882"/>
                    <a:pt x="30233" y="54707"/>
                    <a:pt x="71986" y="53176"/>
                  </a:cubicBezTo>
                  <a:close/>
                </a:path>
              </a:pathLst>
            </a:custGeom>
            <a:solidFill>
              <a:schemeClr val="bg1"/>
            </a:solidFill>
            <a:ln w="25432" cap="flat">
              <a:noFill/>
              <a:prstDash val="solid"/>
              <a:miter/>
            </a:ln>
          </p:spPr>
          <p:txBody>
            <a:bodyPr/>
            <a:lstStyle/>
            <a:p>
              <a:endParaRPr lang="en-US"/>
            </a:p>
          </p:txBody>
        </p:sp>
        <p:sp>
          <p:nvSpPr>
            <p:cNvPr id="909" name="Freeform: Shape 908">
              <a:extLst>
                <a:ext uri="{FF2B5EF4-FFF2-40B4-BE49-F238E27FC236}">
                  <a16:creationId xmlns:a16="http://schemas.microsoft.com/office/drawing/2014/main" id="{694505A5-2A53-69DE-3C61-828A1F4986E8}"/>
                </a:ext>
              </a:extLst>
            </p:cNvPr>
            <p:cNvSpPr/>
            <p:nvPr>
              <p:custDataLst>
                <p:tags r:id="rId150"/>
              </p:custDataLst>
            </p:nvPr>
          </p:nvSpPr>
          <p:spPr>
            <a:xfrm>
              <a:off x="4627722" y="5520915"/>
              <a:ext cx="124754" cy="179863"/>
            </a:xfrm>
            <a:custGeom>
              <a:avLst/>
              <a:gdLst>
                <a:gd name="csX0" fmla="*/ 36564 w 124754"/>
                <a:gd name="csY0" fmla="*/ 80985 h 179863"/>
                <a:gd name="csX1" fmla="*/ 36564 w 124754"/>
                <a:gd name="csY1" fmla="*/ 110 h 179863"/>
                <a:gd name="csX2" fmla="*/ 125 w 124754"/>
                <a:gd name="csY2" fmla="*/ 2916 h 179863"/>
                <a:gd name="csX3" fmla="*/ 125 w 124754"/>
                <a:gd name="csY3" fmla="*/ 10825 h 179863"/>
                <a:gd name="csX4" fmla="*/ 19863 w 124754"/>
                <a:gd name="csY4" fmla="*/ 25112 h 179863"/>
                <a:gd name="csX5" fmla="*/ 19863 w 124754"/>
                <a:gd name="csY5" fmla="*/ 177167 h 179863"/>
                <a:gd name="csX6" fmla="*/ 26189 w 124754"/>
                <a:gd name="csY6" fmla="*/ 177167 h 179863"/>
                <a:gd name="csX7" fmla="*/ 35299 w 124754"/>
                <a:gd name="csY7" fmla="*/ 161349 h 179863"/>
                <a:gd name="csX8" fmla="*/ 68449 w 124754"/>
                <a:gd name="csY8" fmla="*/ 179973 h 179863"/>
                <a:gd name="csX9" fmla="*/ 124879 w 124754"/>
                <a:gd name="csY9" fmla="*/ 122060 h 179863"/>
                <a:gd name="csX10" fmla="*/ 71232 w 124754"/>
                <a:gd name="csY10" fmla="*/ 64402 h 179863"/>
                <a:gd name="csX11" fmla="*/ 36564 w 124754"/>
                <a:gd name="csY11" fmla="*/ 80985 h 179863"/>
                <a:gd name="csX12" fmla="*/ 37323 w 124754"/>
                <a:gd name="csY12" fmla="*/ 148083 h 179863"/>
                <a:gd name="csX13" fmla="*/ 37323 w 124754"/>
                <a:gd name="csY13" fmla="*/ 95527 h 179863"/>
                <a:gd name="csX14" fmla="*/ 40107 w 124754"/>
                <a:gd name="csY14" fmla="*/ 86342 h 179863"/>
                <a:gd name="csX15" fmla="*/ 69967 w 124754"/>
                <a:gd name="csY15" fmla="*/ 70014 h 179863"/>
                <a:gd name="csX16" fmla="*/ 96537 w 124754"/>
                <a:gd name="csY16" fmla="*/ 86342 h 179863"/>
                <a:gd name="csX17" fmla="*/ 103876 w 124754"/>
                <a:gd name="csY17" fmla="*/ 121805 h 179863"/>
                <a:gd name="csX18" fmla="*/ 96031 w 124754"/>
                <a:gd name="csY18" fmla="*/ 158033 h 179863"/>
                <a:gd name="csX19" fmla="*/ 67436 w 124754"/>
                <a:gd name="csY19" fmla="*/ 174361 h 179863"/>
                <a:gd name="csX20" fmla="*/ 40866 w 124754"/>
                <a:gd name="csY20" fmla="*/ 158798 h 179863"/>
                <a:gd name="csX21" fmla="*/ 37323 w 124754"/>
                <a:gd name="csY21" fmla="*/ 148083 h 1798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24754" h="179863">
                  <a:moveTo>
                    <a:pt x="36564" y="80985"/>
                  </a:moveTo>
                  <a:lnTo>
                    <a:pt x="36564" y="110"/>
                  </a:lnTo>
                  <a:lnTo>
                    <a:pt x="125" y="2916"/>
                  </a:lnTo>
                  <a:lnTo>
                    <a:pt x="125" y="10825"/>
                  </a:lnTo>
                  <a:cubicBezTo>
                    <a:pt x="17838" y="10825"/>
                    <a:pt x="19863" y="12611"/>
                    <a:pt x="19863" y="25112"/>
                  </a:cubicBezTo>
                  <a:lnTo>
                    <a:pt x="19863" y="177167"/>
                  </a:lnTo>
                  <a:lnTo>
                    <a:pt x="26189" y="177167"/>
                  </a:lnTo>
                  <a:cubicBezTo>
                    <a:pt x="26442" y="176912"/>
                    <a:pt x="28467" y="173340"/>
                    <a:pt x="35299" y="161349"/>
                  </a:cubicBezTo>
                  <a:cubicBezTo>
                    <a:pt x="39095" y="167217"/>
                    <a:pt x="49723" y="179973"/>
                    <a:pt x="68449" y="179973"/>
                  </a:cubicBezTo>
                  <a:cubicBezTo>
                    <a:pt x="98562" y="179973"/>
                    <a:pt x="124879" y="154971"/>
                    <a:pt x="124879" y="122060"/>
                  </a:cubicBezTo>
                  <a:cubicBezTo>
                    <a:pt x="124879" y="89659"/>
                    <a:pt x="100080" y="64402"/>
                    <a:pt x="71232" y="64402"/>
                  </a:cubicBezTo>
                  <a:cubicBezTo>
                    <a:pt x="51494" y="64402"/>
                    <a:pt x="40613" y="76392"/>
                    <a:pt x="36564" y="80985"/>
                  </a:cubicBezTo>
                  <a:close/>
                  <a:moveTo>
                    <a:pt x="37323" y="148083"/>
                  </a:moveTo>
                  <a:lnTo>
                    <a:pt x="37323" y="95527"/>
                  </a:lnTo>
                  <a:cubicBezTo>
                    <a:pt x="37323" y="90679"/>
                    <a:pt x="37323" y="90424"/>
                    <a:pt x="40107" y="86342"/>
                  </a:cubicBezTo>
                  <a:cubicBezTo>
                    <a:pt x="49976" y="72055"/>
                    <a:pt x="63894" y="70014"/>
                    <a:pt x="69967" y="70014"/>
                  </a:cubicBezTo>
                  <a:cubicBezTo>
                    <a:pt x="81354" y="70014"/>
                    <a:pt x="90464" y="76648"/>
                    <a:pt x="96537" y="86342"/>
                  </a:cubicBezTo>
                  <a:cubicBezTo>
                    <a:pt x="103117" y="96802"/>
                    <a:pt x="103876" y="111345"/>
                    <a:pt x="103876" y="121805"/>
                  </a:cubicBezTo>
                  <a:cubicBezTo>
                    <a:pt x="103876" y="131244"/>
                    <a:pt x="103370" y="146552"/>
                    <a:pt x="96031" y="158033"/>
                  </a:cubicBezTo>
                  <a:cubicBezTo>
                    <a:pt x="90717" y="165941"/>
                    <a:pt x="81101" y="174361"/>
                    <a:pt x="67436" y="174361"/>
                  </a:cubicBezTo>
                  <a:cubicBezTo>
                    <a:pt x="56049" y="174361"/>
                    <a:pt x="46939" y="168238"/>
                    <a:pt x="40866" y="158798"/>
                  </a:cubicBezTo>
                  <a:cubicBezTo>
                    <a:pt x="37323" y="153440"/>
                    <a:pt x="37323" y="152675"/>
                    <a:pt x="37323" y="148083"/>
                  </a:cubicBezTo>
                  <a:close/>
                </a:path>
              </a:pathLst>
            </a:custGeom>
            <a:solidFill>
              <a:schemeClr val="bg1"/>
            </a:solidFill>
            <a:ln w="25432" cap="flat">
              <a:noFill/>
              <a:prstDash val="solid"/>
              <a:miter/>
            </a:ln>
          </p:spPr>
          <p:txBody>
            <a:bodyPr/>
            <a:lstStyle/>
            <a:p>
              <a:endParaRPr lang="en-US"/>
            </a:p>
          </p:txBody>
        </p:sp>
        <p:sp>
          <p:nvSpPr>
            <p:cNvPr id="910" name="Freeform: Shape 909">
              <a:extLst>
                <a:ext uri="{FF2B5EF4-FFF2-40B4-BE49-F238E27FC236}">
                  <a16:creationId xmlns:a16="http://schemas.microsoft.com/office/drawing/2014/main" id="{637A9362-ED87-6528-40DE-DD7E42B33A8B}"/>
                </a:ext>
              </a:extLst>
            </p:cNvPr>
            <p:cNvSpPr/>
            <p:nvPr>
              <p:custDataLst>
                <p:tags r:id="rId151"/>
              </p:custDataLst>
            </p:nvPr>
          </p:nvSpPr>
          <p:spPr>
            <a:xfrm>
              <a:off x="4769571" y="5527293"/>
              <a:ext cx="54152" cy="170678"/>
            </a:xfrm>
            <a:custGeom>
              <a:avLst/>
              <a:gdLst>
                <a:gd name="csX0" fmla="*/ 36570 w 54152"/>
                <a:gd name="csY0" fmla="*/ 58023 h 170678"/>
                <a:gd name="csX1" fmla="*/ 1143 w 54152"/>
                <a:gd name="csY1" fmla="*/ 60830 h 170678"/>
                <a:gd name="csX2" fmla="*/ 1143 w 54152"/>
                <a:gd name="csY2" fmla="*/ 68739 h 170678"/>
                <a:gd name="csX3" fmla="*/ 19868 w 54152"/>
                <a:gd name="csY3" fmla="*/ 82771 h 170678"/>
                <a:gd name="csX4" fmla="*/ 19868 w 54152"/>
                <a:gd name="csY4" fmla="*/ 151399 h 170678"/>
                <a:gd name="csX5" fmla="*/ 130 w 54152"/>
                <a:gd name="csY5" fmla="*/ 162880 h 170678"/>
                <a:gd name="csX6" fmla="*/ 130 w 54152"/>
                <a:gd name="csY6" fmla="*/ 170789 h 170678"/>
                <a:gd name="csX7" fmla="*/ 27966 w 54152"/>
                <a:gd name="csY7" fmla="*/ 170023 h 170678"/>
                <a:gd name="csX8" fmla="*/ 54283 w 54152"/>
                <a:gd name="csY8" fmla="*/ 170789 h 170678"/>
                <a:gd name="csX9" fmla="*/ 54283 w 54152"/>
                <a:gd name="csY9" fmla="*/ 162880 h 170678"/>
                <a:gd name="csX10" fmla="*/ 36570 w 54152"/>
                <a:gd name="csY10" fmla="*/ 151654 h 170678"/>
                <a:gd name="csX11" fmla="*/ 36570 w 54152"/>
                <a:gd name="csY11" fmla="*/ 58023 h 170678"/>
                <a:gd name="csX12" fmla="*/ 37582 w 54152"/>
                <a:gd name="csY12" fmla="*/ 13632 h 170678"/>
                <a:gd name="csX13" fmla="*/ 24170 w 54152"/>
                <a:gd name="csY13" fmla="*/ 110 h 170678"/>
                <a:gd name="csX14" fmla="*/ 10759 w 54152"/>
                <a:gd name="csY14" fmla="*/ 13632 h 170678"/>
                <a:gd name="csX15" fmla="*/ 24170 w 54152"/>
                <a:gd name="csY15" fmla="*/ 27153 h 170678"/>
                <a:gd name="csX16" fmla="*/ 37582 w 54152"/>
                <a:gd name="csY16" fmla="*/ 13632 h 170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54152" h="170678">
                  <a:moveTo>
                    <a:pt x="36570" y="58023"/>
                  </a:moveTo>
                  <a:lnTo>
                    <a:pt x="1143" y="60830"/>
                  </a:lnTo>
                  <a:lnTo>
                    <a:pt x="1143" y="68739"/>
                  </a:lnTo>
                  <a:cubicBezTo>
                    <a:pt x="17591" y="68739"/>
                    <a:pt x="19868" y="70269"/>
                    <a:pt x="19868" y="82771"/>
                  </a:cubicBezTo>
                  <a:lnTo>
                    <a:pt x="19868" y="151399"/>
                  </a:lnTo>
                  <a:cubicBezTo>
                    <a:pt x="19868" y="162880"/>
                    <a:pt x="17085" y="162880"/>
                    <a:pt x="130" y="162880"/>
                  </a:cubicBezTo>
                  <a:lnTo>
                    <a:pt x="130" y="170789"/>
                  </a:lnTo>
                  <a:cubicBezTo>
                    <a:pt x="8228" y="170534"/>
                    <a:pt x="21893" y="170023"/>
                    <a:pt x="27966" y="170023"/>
                  </a:cubicBezTo>
                  <a:cubicBezTo>
                    <a:pt x="36823" y="170023"/>
                    <a:pt x="45680" y="170534"/>
                    <a:pt x="54283" y="170789"/>
                  </a:cubicBezTo>
                  <a:lnTo>
                    <a:pt x="54283" y="162880"/>
                  </a:lnTo>
                  <a:cubicBezTo>
                    <a:pt x="37582" y="162880"/>
                    <a:pt x="36570" y="161604"/>
                    <a:pt x="36570" y="151654"/>
                  </a:cubicBezTo>
                  <a:lnTo>
                    <a:pt x="36570" y="58023"/>
                  </a:lnTo>
                  <a:close/>
                  <a:moveTo>
                    <a:pt x="37582" y="13632"/>
                  </a:moveTo>
                  <a:cubicBezTo>
                    <a:pt x="37582" y="5468"/>
                    <a:pt x="31256" y="110"/>
                    <a:pt x="24170" y="110"/>
                  </a:cubicBezTo>
                  <a:cubicBezTo>
                    <a:pt x="16326" y="110"/>
                    <a:pt x="10759" y="6998"/>
                    <a:pt x="10759" y="13632"/>
                  </a:cubicBezTo>
                  <a:cubicBezTo>
                    <a:pt x="10759" y="20520"/>
                    <a:pt x="16326" y="27153"/>
                    <a:pt x="24170" y="27153"/>
                  </a:cubicBezTo>
                  <a:cubicBezTo>
                    <a:pt x="31256" y="27153"/>
                    <a:pt x="37582" y="21796"/>
                    <a:pt x="37582" y="13632"/>
                  </a:cubicBezTo>
                  <a:close/>
                </a:path>
              </a:pathLst>
            </a:custGeom>
            <a:solidFill>
              <a:schemeClr val="bg1"/>
            </a:solidFill>
            <a:ln w="25432" cap="flat">
              <a:noFill/>
              <a:prstDash val="solid"/>
              <a:miter/>
            </a:ln>
          </p:spPr>
          <p:txBody>
            <a:bodyPr/>
            <a:lstStyle/>
            <a:p>
              <a:endParaRPr lang="en-US"/>
            </a:p>
          </p:txBody>
        </p:sp>
        <p:sp>
          <p:nvSpPr>
            <p:cNvPr id="911" name="Freeform: Shape 910">
              <a:extLst>
                <a:ext uri="{FF2B5EF4-FFF2-40B4-BE49-F238E27FC236}">
                  <a16:creationId xmlns:a16="http://schemas.microsoft.com/office/drawing/2014/main" id="{A52E735C-BD31-911A-114F-35DA22DFDA9E}"/>
                </a:ext>
              </a:extLst>
            </p:cNvPr>
            <p:cNvSpPr/>
            <p:nvPr>
              <p:custDataLst>
                <p:tags r:id="rId152"/>
              </p:custDataLst>
            </p:nvPr>
          </p:nvSpPr>
          <p:spPr>
            <a:xfrm>
              <a:off x="4839863" y="5520915"/>
              <a:ext cx="56177" cy="177056"/>
            </a:xfrm>
            <a:custGeom>
              <a:avLst/>
              <a:gdLst>
                <a:gd name="csX0" fmla="*/ 36572 w 56177"/>
                <a:gd name="csY0" fmla="*/ 110 h 177056"/>
                <a:gd name="csX1" fmla="*/ 133 w 56177"/>
                <a:gd name="csY1" fmla="*/ 2916 h 177056"/>
                <a:gd name="csX2" fmla="*/ 133 w 56177"/>
                <a:gd name="csY2" fmla="*/ 10825 h 177056"/>
                <a:gd name="csX3" fmla="*/ 19871 w 56177"/>
                <a:gd name="csY3" fmla="*/ 25112 h 177056"/>
                <a:gd name="csX4" fmla="*/ 19871 w 56177"/>
                <a:gd name="csY4" fmla="*/ 157777 h 177056"/>
                <a:gd name="csX5" fmla="*/ 133 w 56177"/>
                <a:gd name="csY5" fmla="*/ 169258 h 177056"/>
                <a:gd name="csX6" fmla="*/ 133 w 56177"/>
                <a:gd name="csY6" fmla="*/ 177167 h 177056"/>
                <a:gd name="csX7" fmla="*/ 28222 w 56177"/>
                <a:gd name="csY7" fmla="*/ 176402 h 177056"/>
                <a:gd name="csX8" fmla="*/ 56310 w 56177"/>
                <a:gd name="csY8" fmla="*/ 177167 h 177056"/>
                <a:gd name="csX9" fmla="*/ 56310 w 56177"/>
                <a:gd name="csY9" fmla="*/ 169258 h 177056"/>
                <a:gd name="csX10" fmla="*/ 36572 w 56177"/>
                <a:gd name="csY10" fmla="*/ 157777 h 177056"/>
                <a:gd name="csX11" fmla="*/ 36572 w 56177"/>
                <a:gd name="csY11" fmla="*/ 110 h 177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6177" h="177056">
                  <a:moveTo>
                    <a:pt x="36572" y="110"/>
                  </a:moveTo>
                  <a:lnTo>
                    <a:pt x="133" y="2916"/>
                  </a:lnTo>
                  <a:lnTo>
                    <a:pt x="133" y="10825"/>
                  </a:lnTo>
                  <a:cubicBezTo>
                    <a:pt x="17847" y="10825"/>
                    <a:pt x="19871" y="12611"/>
                    <a:pt x="19871" y="25112"/>
                  </a:cubicBezTo>
                  <a:lnTo>
                    <a:pt x="19871" y="157777"/>
                  </a:lnTo>
                  <a:cubicBezTo>
                    <a:pt x="19871" y="169258"/>
                    <a:pt x="17088" y="169258"/>
                    <a:pt x="133" y="169258"/>
                  </a:cubicBezTo>
                  <a:lnTo>
                    <a:pt x="133" y="177167"/>
                  </a:lnTo>
                  <a:cubicBezTo>
                    <a:pt x="8484" y="176912"/>
                    <a:pt x="21896" y="176402"/>
                    <a:pt x="28222" y="176402"/>
                  </a:cubicBezTo>
                  <a:cubicBezTo>
                    <a:pt x="34548" y="176402"/>
                    <a:pt x="46948" y="176912"/>
                    <a:pt x="56310" y="177167"/>
                  </a:cubicBezTo>
                  <a:lnTo>
                    <a:pt x="56310" y="169258"/>
                  </a:lnTo>
                  <a:cubicBezTo>
                    <a:pt x="39356" y="169258"/>
                    <a:pt x="36572" y="169258"/>
                    <a:pt x="36572" y="157777"/>
                  </a:cubicBezTo>
                  <a:lnTo>
                    <a:pt x="36572" y="110"/>
                  </a:lnTo>
                  <a:close/>
                </a:path>
              </a:pathLst>
            </a:custGeom>
            <a:solidFill>
              <a:schemeClr val="bg1"/>
            </a:solidFill>
            <a:ln w="25432" cap="flat">
              <a:noFill/>
              <a:prstDash val="solid"/>
              <a:miter/>
            </a:ln>
          </p:spPr>
          <p:txBody>
            <a:bodyPr/>
            <a:lstStyle/>
            <a:p>
              <a:endParaRPr lang="en-US"/>
            </a:p>
          </p:txBody>
        </p:sp>
        <p:sp>
          <p:nvSpPr>
            <p:cNvPr id="912" name="Freeform: Shape 911">
              <a:extLst>
                <a:ext uri="{FF2B5EF4-FFF2-40B4-BE49-F238E27FC236}">
                  <a16:creationId xmlns:a16="http://schemas.microsoft.com/office/drawing/2014/main" id="{6D216B23-B7A0-6DF2-C00A-8431FBC6C1E9}"/>
                </a:ext>
              </a:extLst>
            </p:cNvPr>
            <p:cNvSpPr/>
            <p:nvPr>
              <p:custDataLst>
                <p:tags r:id="rId153"/>
              </p:custDataLst>
            </p:nvPr>
          </p:nvSpPr>
          <p:spPr>
            <a:xfrm>
              <a:off x="4910156" y="5527293"/>
              <a:ext cx="54152" cy="170678"/>
            </a:xfrm>
            <a:custGeom>
              <a:avLst/>
              <a:gdLst>
                <a:gd name="csX0" fmla="*/ 36575 w 54152"/>
                <a:gd name="csY0" fmla="*/ 58023 h 170678"/>
                <a:gd name="csX1" fmla="*/ 1148 w 54152"/>
                <a:gd name="csY1" fmla="*/ 60830 h 170678"/>
                <a:gd name="csX2" fmla="*/ 1148 w 54152"/>
                <a:gd name="csY2" fmla="*/ 68739 h 170678"/>
                <a:gd name="csX3" fmla="*/ 19874 w 54152"/>
                <a:gd name="csY3" fmla="*/ 82771 h 170678"/>
                <a:gd name="csX4" fmla="*/ 19874 w 54152"/>
                <a:gd name="csY4" fmla="*/ 151399 h 170678"/>
                <a:gd name="csX5" fmla="*/ 136 w 54152"/>
                <a:gd name="csY5" fmla="*/ 162880 h 170678"/>
                <a:gd name="csX6" fmla="*/ 136 w 54152"/>
                <a:gd name="csY6" fmla="*/ 170789 h 170678"/>
                <a:gd name="csX7" fmla="*/ 27972 w 54152"/>
                <a:gd name="csY7" fmla="*/ 170023 h 170678"/>
                <a:gd name="csX8" fmla="*/ 54289 w 54152"/>
                <a:gd name="csY8" fmla="*/ 170789 h 170678"/>
                <a:gd name="csX9" fmla="*/ 54289 w 54152"/>
                <a:gd name="csY9" fmla="*/ 162880 h 170678"/>
                <a:gd name="csX10" fmla="*/ 36575 w 54152"/>
                <a:gd name="csY10" fmla="*/ 151654 h 170678"/>
                <a:gd name="csX11" fmla="*/ 36575 w 54152"/>
                <a:gd name="csY11" fmla="*/ 58023 h 170678"/>
                <a:gd name="csX12" fmla="*/ 37587 w 54152"/>
                <a:gd name="csY12" fmla="*/ 13632 h 170678"/>
                <a:gd name="csX13" fmla="*/ 24176 w 54152"/>
                <a:gd name="csY13" fmla="*/ 110 h 170678"/>
                <a:gd name="csX14" fmla="*/ 10764 w 54152"/>
                <a:gd name="csY14" fmla="*/ 13632 h 170678"/>
                <a:gd name="csX15" fmla="*/ 24176 w 54152"/>
                <a:gd name="csY15" fmla="*/ 27153 h 170678"/>
                <a:gd name="csX16" fmla="*/ 37587 w 54152"/>
                <a:gd name="csY16" fmla="*/ 13632 h 170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54152" h="170678">
                  <a:moveTo>
                    <a:pt x="36575" y="58023"/>
                  </a:moveTo>
                  <a:lnTo>
                    <a:pt x="1148" y="60830"/>
                  </a:lnTo>
                  <a:lnTo>
                    <a:pt x="1148" y="68739"/>
                  </a:lnTo>
                  <a:cubicBezTo>
                    <a:pt x="17596" y="68739"/>
                    <a:pt x="19874" y="70269"/>
                    <a:pt x="19874" y="82771"/>
                  </a:cubicBezTo>
                  <a:lnTo>
                    <a:pt x="19874" y="151399"/>
                  </a:lnTo>
                  <a:cubicBezTo>
                    <a:pt x="19874" y="162880"/>
                    <a:pt x="17090" y="162880"/>
                    <a:pt x="136" y="162880"/>
                  </a:cubicBezTo>
                  <a:lnTo>
                    <a:pt x="136" y="170789"/>
                  </a:lnTo>
                  <a:cubicBezTo>
                    <a:pt x="8234" y="170534"/>
                    <a:pt x="21898" y="170023"/>
                    <a:pt x="27972" y="170023"/>
                  </a:cubicBezTo>
                  <a:cubicBezTo>
                    <a:pt x="36828" y="170023"/>
                    <a:pt x="45685" y="170534"/>
                    <a:pt x="54289" y="170789"/>
                  </a:cubicBezTo>
                  <a:lnTo>
                    <a:pt x="54289" y="162880"/>
                  </a:lnTo>
                  <a:cubicBezTo>
                    <a:pt x="37587" y="162880"/>
                    <a:pt x="36575" y="161604"/>
                    <a:pt x="36575" y="151654"/>
                  </a:cubicBezTo>
                  <a:lnTo>
                    <a:pt x="36575" y="58023"/>
                  </a:lnTo>
                  <a:close/>
                  <a:moveTo>
                    <a:pt x="37587" y="13632"/>
                  </a:moveTo>
                  <a:cubicBezTo>
                    <a:pt x="37587" y="5468"/>
                    <a:pt x="31261" y="110"/>
                    <a:pt x="24176" y="110"/>
                  </a:cubicBezTo>
                  <a:cubicBezTo>
                    <a:pt x="16331" y="110"/>
                    <a:pt x="10764" y="6998"/>
                    <a:pt x="10764" y="13632"/>
                  </a:cubicBezTo>
                  <a:cubicBezTo>
                    <a:pt x="10764" y="20520"/>
                    <a:pt x="16331" y="27153"/>
                    <a:pt x="24176" y="27153"/>
                  </a:cubicBezTo>
                  <a:cubicBezTo>
                    <a:pt x="31261" y="27153"/>
                    <a:pt x="37587" y="21796"/>
                    <a:pt x="37587" y="13632"/>
                  </a:cubicBezTo>
                  <a:close/>
                </a:path>
              </a:pathLst>
            </a:custGeom>
            <a:solidFill>
              <a:schemeClr val="bg1"/>
            </a:solidFill>
            <a:ln w="25432" cap="flat">
              <a:noFill/>
              <a:prstDash val="solid"/>
              <a:miter/>
            </a:ln>
          </p:spPr>
          <p:txBody>
            <a:bodyPr/>
            <a:lstStyle/>
            <a:p>
              <a:endParaRPr lang="en-US"/>
            </a:p>
          </p:txBody>
        </p:sp>
        <p:sp>
          <p:nvSpPr>
            <p:cNvPr id="913" name="Freeform: Shape 912">
              <a:extLst>
                <a:ext uri="{FF2B5EF4-FFF2-40B4-BE49-F238E27FC236}">
                  <a16:creationId xmlns:a16="http://schemas.microsoft.com/office/drawing/2014/main" id="{8D094C54-0DAA-857F-A330-D9278AD39B70}"/>
                </a:ext>
              </a:extLst>
            </p:cNvPr>
            <p:cNvSpPr/>
            <p:nvPr>
              <p:custDataLst>
                <p:tags r:id="rId154"/>
              </p:custDataLst>
            </p:nvPr>
          </p:nvSpPr>
          <p:spPr>
            <a:xfrm>
              <a:off x="4976905" y="5541070"/>
              <a:ext cx="79204" cy="159708"/>
            </a:xfrm>
            <a:custGeom>
              <a:avLst/>
              <a:gdLst>
                <a:gd name="csX0" fmla="*/ 39109 w 79204"/>
                <a:gd name="csY0" fmla="*/ 54962 h 159708"/>
                <a:gd name="csX1" fmla="*/ 75295 w 79204"/>
                <a:gd name="csY1" fmla="*/ 54962 h 159708"/>
                <a:gd name="csX2" fmla="*/ 75295 w 79204"/>
                <a:gd name="csY2" fmla="*/ 47053 h 159708"/>
                <a:gd name="csX3" fmla="*/ 39109 w 79204"/>
                <a:gd name="csY3" fmla="*/ 47053 h 159708"/>
                <a:gd name="csX4" fmla="*/ 39109 w 79204"/>
                <a:gd name="csY4" fmla="*/ 110 h 159708"/>
                <a:gd name="csX5" fmla="*/ 32782 w 79204"/>
                <a:gd name="csY5" fmla="*/ 110 h 159708"/>
                <a:gd name="csX6" fmla="*/ 139 w 79204"/>
                <a:gd name="csY6" fmla="*/ 49349 h 159708"/>
                <a:gd name="csX7" fmla="*/ 139 w 79204"/>
                <a:gd name="csY7" fmla="*/ 54962 h 159708"/>
                <a:gd name="csX8" fmla="*/ 21648 w 79204"/>
                <a:gd name="csY8" fmla="*/ 54962 h 159708"/>
                <a:gd name="csX9" fmla="*/ 21648 w 79204"/>
                <a:gd name="csY9" fmla="*/ 125377 h 159708"/>
                <a:gd name="csX10" fmla="*/ 54292 w 79204"/>
                <a:gd name="csY10" fmla="*/ 159818 h 159708"/>
                <a:gd name="csX11" fmla="*/ 79344 w 79204"/>
                <a:gd name="csY11" fmla="*/ 125377 h 159708"/>
                <a:gd name="csX12" fmla="*/ 79344 w 79204"/>
                <a:gd name="csY12" fmla="*/ 110834 h 159708"/>
                <a:gd name="csX13" fmla="*/ 73017 w 79204"/>
                <a:gd name="csY13" fmla="*/ 110834 h 159708"/>
                <a:gd name="csX14" fmla="*/ 73017 w 79204"/>
                <a:gd name="csY14" fmla="*/ 124866 h 159708"/>
                <a:gd name="csX15" fmla="*/ 56063 w 79204"/>
                <a:gd name="csY15" fmla="*/ 153440 h 159708"/>
                <a:gd name="csX16" fmla="*/ 39109 w 79204"/>
                <a:gd name="csY16" fmla="*/ 125887 h 159708"/>
                <a:gd name="csX17" fmla="*/ 39109 w 79204"/>
                <a:gd name="csY17" fmla="*/ 54962 h 159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9204" h="159708">
                  <a:moveTo>
                    <a:pt x="39109" y="54962"/>
                  </a:moveTo>
                  <a:lnTo>
                    <a:pt x="75295" y="54962"/>
                  </a:lnTo>
                  <a:lnTo>
                    <a:pt x="75295" y="47053"/>
                  </a:lnTo>
                  <a:lnTo>
                    <a:pt x="39109" y="47053"/>
                  </a:lnTo>
                  <a:lnTo>
                    <a:pt x="39109" y="110"/>
                  </a:lnTo>
                  <a:lnTo>
                    <a:pt x="32782" y="110"/>
                  </a:lnTo>
                  <a:cubicBezTo>
                    <a:pt x="32529" y="21030"/>
                    <a:pt x="24938" y="48329"/>
                    <a:pt x="139" y="49349"/>
                  </a:cubicBezTo>
                  <a:lnTo>
                    <a:pt x="139" y="54962"/>
                  </a:lnTo>
                  <a:lnTo>
                    <a:pt x="21648" y="54962"/>
                  </a:lnTo>
                  <a:lnTo>
                    <a:pt x="21648" y="125377"/>
                  </a:lnTo>
                  <a:cubicBezTo>
                    <a:pt x="21648" y="156757"/>
                    <a:pt x="45182" y="159818"/>
                    <a:pt x="54292" y="159818"/>
                  </a:cubicBezTo>
                  <a:cubicBezTo>
                    <a:pt x="72258" y="159818"/>
                    <a:pt x="79344" y="141705"/>
                    <a:pt x="79344" y="125377"/>
                  </a:cubicBezTo>
                  <a:lnTo>
                    <a:pt x="79344" y="110834"/>
                  </a:lnTo>
                  <a:lnTo>
                    <a:pt x="73017" y="110834"/>
                  </a:lnTo>
                  <a:lnTo>
                    <a:pt x="73017" y="124866"/>
                  </a:lnTo>
                  <a:cubicBezTo>
                    <a:pt x="73017" y="143746"/>
                    <a:pt x="65426" y="153440"/>
                    <a:pt x="56063" y="153440"/>
                  </a:cubicBezTo>
                  <a:cubicBezTo>
                    <a:pt x="39109" y="153440"/>
                    <a:pt x="39109" y="130224"/>
                    <a:pt x="39109" y="125887"/>
                  </a:cubicBezTo>
                  <a:lnTo>
                    <a:pt x="39109" y="54962"/>
                  </a:lnTo>
                  <a:close/>
                </a:path>
              </a:pathLst>
            </a:custGeom>
            <a:solidFill>
              <a:schemeClr val="bg1"/>
            </a:solidFill>
            <a:ln w="25432" cap="flat">
              <a:noFill/>
              <a:prstDash val="solid"/>
              <a:miter/>
            </a:ln>
          </p:spPr>
          <p:txBody>
            <a:bodyPr/>
            <a:lstStyle/>
            <a:p>
              <a:endParaRPr lang="en-US"/>
            </a:p>
          </p:txBody>
        </p:sp>
        <p:sp>
          <p:nvSpPr>
            <p:cNvPr id="914" name="Freeform: Shape 913">
              <a:extLst>
                <a:ext uri="{FF2B5EF4-FFF2-40B4-BE49-F238E27FC236}">
                  <a16:creationId xmlns:a16="http://schemas.microsoft.com/office/drawing/2014/main" id="{4DD1EF16-D81A-0023-671B-7A912CEA9AAC}"/>
                </a:ext>
              </a:extLst>
            </p:cNvPr>
            <p:cNvSpPr/>
            <p:nvPr>
              <p:custDataLst>
                <p:tags r:id="rId155"/>
              </p:custDataLst>
            </p:nvPr>
          </p:nvSpPr>
          <p:spPr>
            <a:xfrm>
              <a:off x="5068285" y="5588013"/>
              <a:ext cx="123741" cy="162259"/>
            </a:xfrm>
            <a:custGeom>
              <a:avLst/>
              <a:gdLst>
                <a:gd name="csX0" fmla="*/ 100351 w 123741"/>
                <a:gd name="csY0" fmla="*/ 24347 h 162259"/>
                <a:gd name="csX1" fmla="*/ 123884 w 123741"/>
                <a:gd name="csY1" fmla="*/ 8019 h 162259"/>
                <a:gd name="csX2" fmla="*/ 123884 w 123741"/>
                <a:gd name="csY2" fmla="*/ 110 h 162259"/>
                <a:gd name="csX3" fmla="*/ 104905 w 123741"/>
                <a:gd name="csY3" fmla="*/ 875 h 162259"/>
                <a:gd name="csX4" fmla="*/ 82890 w 123741"/>
                <a:gd name="csY4" fmla="*/ 110 h 162259"/>
                <a:gd name="csX5" fmla="*/ 82890 w 123741"/>
                <a:gd name="csY5" fmla="*/ 8019 h 162259"/>
                <a:gd name="csX6" fmla="*/ 94783 w 123741"/>
                <a:gd name="csY6" fmla="*/ 18989 h 162259"/>
                <a:gd name="csX7" fmla="*/ 93265 w 123741"/>
                <a:gd name="csY7" fmla="*/ 25112 h 162259"/>
                <a:gd name="csX8" fmla="*/ 67707 w 123741"/>
                <a:gd name="csY8" fmla="*/ 87873 h 162259"/>
                <a:gd name="csX9" fmla="*/ 39618 w 123741"/>
                <a:gd name="csY9" fmla="*/ 19244 h 162259"/>
                <a:gd name="csX10" fmla="*/ 38100 w 123741"/>
                <a:gd name="csY10" fmla="*/ 14652 h 162259"/>
                <a:gd name="csX11" fmla="*/ 52271 w 123741"/>
                <a:gd name="csY11" fmla="*/ 8019 h 162259"/>
                <a:gd name="csX12" fmla="*/ 52271 w 123741"/>
                <a:gd name="csY12" fmla="*/ 110 h 162259"/>
                <a:gd name="csX13" fmla="*/ 24688 w 123741"/>
                <a:gd name="csY13" fmla="*/ 875 h 162259"/>
                <a:gd name="csX14" fmla="*/ 142 w 123741"/>
                <a:gd name="csY14" fmla="*/ 110 h 162259"/>
                <a:gd name="csX15" fmla="*/ 142 w 123741"/>
                <a:gd name="csY15" fmla="*/ 8019 h 162259"/>
                <a:gd name="csX16" fmla="*/ 20639 w 123741"/>
                <a:gd name="csY16" fmla="*/ 16948 h 162259"/>
                <a:gd name="csX17" fmla="*/ 58597 w 123741"/>
                <a:gd name="csY17" fmla="*/ 110069 h 162259"/>
                <a:gd name="csX18" fmla="*/ 52271 w 123741"/>
                <a:gd name="csY18" fmla="*/ 125121 h 162259"/>
                <a:gd name="csX19" fmla="*/ 23423 w 123741"/>
                <a:gd name="csY19" fmla="*/ 156757 h 162259"/>
                <a:gd name="csX20" fmla="*/ 11530 w 123741"/>
                <a:gd name="csY20" fmla="*/ 152165 h 162259"/>
                <a:gd name="csX21" fmla="*/ 21399 w 123741"/>
                <a:gd name="csY21" fmla="*/ 141449 h 162259"/>
                <a:gd name="csX22" fmla="*/ 10770 w 123741"/>
                <a:gd name="csY22" fmla="*/ 130734 h 162259"/>
                <a:gd name="csX23" fmla="*/ 142 w 123741"/>
                <a:gd name="csY23" fmla="*/ 141705 h 162259"/>
                <a:gd name="csX24" fmla="*/ 23423 w 123741"/>
                <a:gd name="csY24" fmla="*/ 162370 h 162259"/>
                <a:gd name="csX25" fmla="*/ 55814 w 123741"/>
                <a:gd name="csY25" fmla="*/ 133285 h 162259"/>
                <a:gd name="csX26" fmla="*/ 100351 w 123741"/>
                <a:gd name="csY26" fmla="*/ 24347 h 1622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23741" h="162259">
                  <a:moveTo>
                    <a:pt x="100351" y="24347"/>
                  </a:moveTo>
                  <a:cubicBezTo>
                    <a:pt x="106930" y="8274"/>
                    <a:pt x="119835" y="8019"/>
                    <a:pt x="123884" y="8019"/>
                  </a:cubicBezTo>
                  <a:lnTo>
                    <a:pt x="123884" y="110"/>
                  </a:lnTo>
                  <a:cubicBezTo>
                    <a:pt x="118064" y="620"/>
                    <a:pt x="110726" y="875"/>
                    <a:pt x="104905" y="875"/>
                  </a:cubicBezTo>
                  <a:cubicBezTo>
                    <a:pt x="100351" y="875"/>
                    <a:pt x="88457" y="365"/>
                    <a:pt x="82890" y="110"/>
                  </a:cubicBezTo>
                  <a:lnTo>
                    <a:pt x="82890" y="8019"/>
                  </a:lnTo>
                  <a:cubicBezTo>
                    <a:pt x="90735" y="8274"/>
                    <a:pt x="94783" y="12611"/>
                    <a:pt x="94783" y="18989"/>
                  </a:cubicBezTo>
                  <a:cubicBezTo>
                    <a:pt x="94783" y="21541"/>
                    <a:pt x="94530" y="22051"/>
                    <a:pt x="93265" y="25112"/>
                  </a:cubicBezTo>
                  <a:lnTo>
                    <a:pt x="67707" y="87873"/>
                  </a:lnTo>
                  <a:lnTo>
                    <a:pt x="39618" y="19244"/>
                  </a:lnTo>
                  <a:cubicBezTo>
                    <a:pt x="38606" y="16693"/>
                    <a:pt x="38100" y="15673"/>
                    <a:pt x="38100" y="14652"/>
                  </a:cubicBezTo>
                  <a:cubicBezTo>
                    <a:pt x="38100" y="8019"/>
                    <a:pt x="47463" y="8019"/>
                    <a:pt x="52271" y="8019"/>
                  </a:cubicBezTo>
                  <a:lnTo>
                    <a:pt x="52271" y="110"/>
                  </a:lnTo>
                  <a:cubicBezTo>
                    <a:pt x="45691" y="365"/>
                    <a:pt x="28990" y="875"/>
                    <a:pt x="24688" y="875"/>
                  </a:cubicBezTo>
                  <a:cubicBezTo>
                    <a:pt x="17856" y="875"/>
                    <a:pt x="7734" y="620"/>
                    <a:pt x="142" y="110"/>
                  </a:cubicBezTo>
                  <a:lnTo>
                    <a:pt x="142" y="8019"/>
                  </a:lnTo>
                  <a:cubicBezTo>
                    <a:pt x="12289" y="8019"/>
                    <a:pt x="17097" y="8019"/>
                    <a:pt x="20639" y="16948"/>
                  </a:cubicBezTo>
                  <a:lnTo>
                    <a:pt x="58597" y="110069"/>
                  </a:lnTo>
                  <a:cubicBezTo>
                    <a:pt x="57332" y="113386"/>
                    <a:pt x="53789" y="121805"/>
                    <a:pt x="52271" y="125121"/>
                  </a:cubicBezTo>
                  <a:cubicBezTo>
                    <a:pt x="46704" y="139153"/>
                    <a:pt x="39618" y="156757"/>
                    <a:pt x="23423" y="156757"/>
                  </a:cubicBezTo>
                  <a:cubicBezTo>
                    <a:pt x="22158" y="156757"/>
                    <a:pt x="16338" y="156757"/>
                    <a:pt x="11530" y="152165"/>
                  </a:cubicBezTo>
                  <a:cubicBezTo>
                    <a:pt x="19374" y="151144"/>
                    <a:pt x="21399" y="145531"/>
                    <a:pt x="21399" y="141449"/>
                  </a:cubicBezTo>
                  <a:cubicBezTo>
                    <a:pt x="21399" y="134816"/>
                    <a:pt x="16591" y="130734"/>
                    <a:pt x="10770" y="130734"/>
                  </a:cubicBezTo>
                  <a:cubicBezTo>
                    <a:pt x="5709" y="130734"/>
                    <a:pt x="142" y="134051"/>
                    <a:pt x="142" y="141705"/>
                  </a:cubicBezTo>
                  <a:cubicBezTo>
                    <a:pt x="142" y="153185"/>
                    <a:pt x="10770" y="162370"/>
                    <a:pt x="23423" y="162370"/>
                  </a:cubicBezTo>
                  <a:cubicBezTo>
                    <a:pt x="39365" y="162370"/>
                    <a:pt x="49740" y="147828"/>
                    <a:pt x="55814" y="133285"/>
                  </a:cubicBezTo>
                  <a:lnTo>
                    <a:pt x="100351" y="24347"/>
                  </a:lnTo>
                  <a:close/>
                </a:path>
              </a:pathLst>
            </a:custGeom>
            <a:solidFill>
              <a:schemeClr val="bg1"/>
            </a:solidFill>
            <a:ln w="25432" cap="flat">
              <a:noFill/>
              <a:prstDash val="solid"/>
              <a:miter/>
            </a:ln>
          </p:spPr>
          <p:txBody>
            <a:bodyPr/>
            <a:lstStyle/>
            <a:p>
              <a:endParaRPr lang="en-US"/>
            </a:p>
          </p:txBody>
        </p:sp>
        <p:sp>
          <p:nvSpPr>
            <p:cNvPr id="915" name="Rectangle 914">
              <a:extLst>
                <a:ext uri="{FF2B5EF4-FFF2-40B4-BE49-F238E27FC236}">
                  <a16:creationId xmlns:a16="http://schemas.microsoft.com/office/drawing/2014/main" id="{B609D767-D17E-EBEA-0471-2DFAACD08931}"/>
                </a:ext>
              </a:extLst>
            </p:cNvPr>
            <p:cNvSpPr/>
            <p:nvPr>
              <p:custDataLst>
                <p:tags r:id="rId156"/>
              </p:custDataLst>
            </p:nvPr>
          </p:nvSpPr>
          <p:spPr>
            <a:xfrm>
              <a:off x="5343802" y="5483668"/>
              <a:ext cx="10121" cy="311392"/>
            </a:xfrm>
            <a:prstGeom prst="rect">
              <a:avLst/>
            </a:prstGeom>
            <a:solidFill>
              <a:schemeClr val="bg1"/>
            </a:solidFill>
            <a:ln w="25432" cap="flat">
              <a:noFill/>
              <a:prstDash val="solid"/>
              <a:miter/>
            </a:ln>
          </p:spPr>
          <p:txBody>
            <a:bodyPr/>
            <a:lstStyle/>
            <a:p>
              <a:endParaRPr lang="en-US"/>
            </a:p>
          </p:txBody>
        </p:sp>
        <p:sp>
          <p:nvSpPr>
            <p:cNvPr id="916" name="Freeform: Shape 915">
              <a:extLst>
                <a:ext uri="{FF2B5EF4-FFF2-40B4-BE49-F238E27FC236}">
                  <a16:creationId xmlns:a16="http://schemas.microsoft.com/office/drawing/2014/main" id="{B7E313E0-D2B6-10AC-92D3-02D4CBEF585B}"/>
                </a:ext>
              </a:extLst>
            </p:cNvPr>
            <p:cNvSpPr/>
            <p:nvPr>
              <p:custDataLst>
                <p:tags r:id="rId157"/>
              </p:custDataLst>
            </p:nvPr>
          </p:nvSpPr>
          <p:spPr>
            <a:xfrm>
              <a:off x="6988900" y="5584697"/>
              <a:ext cx="142467" cy="113275"/>
            </a:xfrm>
            <a:custGeom>
              <a:avLst/>
              <a:gdLst>
                <a:gd name="csX0" fmla="*/ 82206 w 142467"/>
                <a:gd name="csY0" fmla="*/ 50625 h 113275"/>
                <a:gd name="csX1" fmla="*/ 111813 w 142467"/>
                <a:gd name="csY1" fmla="*/ 17459 h 113275"/>
                <a:gd name="csX2" fmla="*/ 137625 w 142467"/>
                <a:gd name="csY2" fmla="*/ 12101 h 113275"/>
                <a:gd name="csX3" fmla="*/ 137625 w 142467"/>
                <a:gd name="csY3" fmla="*/ 110 h 113275"/>
                <a:gd name="csX4" fmla="*/ 114344 w 142467"/>
                <a:gd name="csY4" fmla="*/ 875 h 113275"/>
                <a:gd name="csX5" fmla="*/ 88280 w 142467"/>
                <a:gd name="csY5" fmla="*/ 110 h 113275"/>
                <a:gd name="csX6" fmla="*/ 88280 w 142467"/>
                <a:gd name="csY6" fmla="*/ 12101 h 113275"/>
                <a:gd name="csX7" fmla="*/ 97896 w 142467"/>
                <a:gd name="csY7" fmla="*/ 14397 h 113275"/>
                <a:gd name="csX8" fmla="*/ 95871 w 142467"/>
                <a:gd name="csY8" fmla="*/ 17459 h 113275"/>
                <a:gd name="csX9" fmla="*/ 74615 w 142467"/>
                <a:gd name="csY9" fmla="*/ 41440 h 113275"/>
                <a:gd name="csX10" fmla="*/ 49816 w 142467"/>
                <a:gd name="csY10" fmla="*/ 12101 h 113275"/>
                <a:gd name="csX11" fmla="*/ 59938 w 142467"/>
                <a:gd name="csY11" fmla="*/ 12101 h 113275"/>
                <a:gd name="csX12" fmla="*/ 59938 w 142467"/>
                <a:gd name="csY12" fmla="*/ 110 h 113275"/>
                <a:gd name="csX13" fmla="*/ 29319 w 142467"/>
                <a:gd name="csY13" fmla="*/ 875 h 113275"/>
                <a:gd name="csX14" fmla="*/ 1483 w 142467"/>
                <a:gd name="csY14" fmla="*/ 110 h 113275"/>
                <a:gd name="csX15" fmla="*/ 1483 w 142467"/>
                <a:gd name="csY15" fmla="*/ 12101 h 113275"/>
                <a:gd name="csX16" fmla="*/ 19450 w 142467"/>
                <a:gd name="csY16" fmla="*/ 12101 h 113275"/>
                <a:gd name="csX17" fmla="*/ 58926 w 142467"/>
                <a:gd name="csY17" fmla="*/ 59044 h 113275"/>
                <a:gd name="csX18" fmla="*/ 25776 w 142467"/>
                <a:gd name="csY18" fmla="*/ 96547 h 113275"/>
                <a:gd name="csX19" fmla="*/ 218 w 142467"/>
                <a:gd name="csY19" fmla="*/ 101395 h 113275"/>
                <a:gd name="csX20" fmla="*/ 218 w 142467"/>
                <a:gd name="csY20" fmla="*/ 113386 h 113275"/>
                <a:gd name="csX21" fmla="*/ 23499 w 142467"/>
                <a:gd name="csY21" fmla="*/ 112620 h 113275"/>
                <a:gd name="csX22" fmla="*/ 49563 w 142467"/>
                <a:gd name="csY22" fmla="*/ 113386 h 113275"/>
                <a:gd name="csX23" fmla="*/ 49563 w 142467"/>
                <a:gd name="csY23" fmla="*/ 101395 h 113275"/>
                <a:gd name="csX24" fmla="*/ 40200 w 142467"/>
                <a:gd name="csY24" fmla="*/ 98588 h 113275"/>
                <a:gd name="csX25" fmla="*/ 41971 w 142467"/>
                <a:gd name="csY25" fmla="*/ 96037 h 113275"/>
                <a:gd name="csX26" fmla="*/ 66517 w 142467"/>
                <a:gd name="csY26" fmla="*/ 68228 h 113275"/>
                <a:gd name="csX27" fmla="*/ 94353 w 142467"/>
                <a:gd name="csY27" fmla="*/ 101395 h 113275"/>
                <a:gd name="csX28" fmla="*/ 84484 w 142467"/>
                <a:gd name="csY28" fmla="*/ 101395 h 113275"/>
                <a:gd name="csX29" fmla="*/ 84484 w 142467"/>
                <a:gd name="csY29" fmla="*/ 113386 h 113275"/>
                <a:gd name="csX30" fmla="*/ 114850 w 142467"/>
                <a:gd name="csY30" fmla="*/ 112620 h 113275"/>
                <a:gd name="csX31" fmla="*/ 142686 w 142467"/>
                <a:gd name="csY31" fmla="*/ 113386 h 113275"/>
                <a:gd name="csX32" fmla="*/ 142686 w 142467"/>
                <a:gd name="csY32" fmla="*/ 101395 h 113275"/>
                <a:gd name="csX33" fmla="*/ 124719 w 142467"/>
                <a:gd name="csY33" fmla="*/ 101395 h 113275"/>
                <a:gd name="csX34" fmla="*/ 82206 w 142467"/>
                <a:gd name="csY34" fmla="*/ 50625 h 113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42467" h="113275">
                  <a:moveTo>
                    <a:pt x="82206" y="50625"/>
                  </a:moveTo>
                  <a:lnTo>
                    <a:pt x="111813" y="17459"/>
                  </a:lnTo>
                  <a:cubicBezTo>
                    <a:pt x="115103" y="13887"/>
                    <a:pt x="116621" y="12101"/>
                    <a:pt x="137625" y="12101"/>
                  </a:cubicBezTo>
                  <a:lnTo>
                    <a:pt x="137625" y="110"/>
                  </a:lnTo>
                  <a:cubicBezTo>
                    <a:pt x="128768" y="620"/>
                    <a:pt x="115609" y="875"/>
                    <a:pt x="114344" y="875"/>
                  </a:cubicBezTo>
                  <a:cubicBezTo>
                    <a:pt x="108018" y="875"/>
                    <a:pt x="95365" y="365"/>
                    <a:pt x="88280" y="110"/>
                  </a:cubicBezTo>
                  <a:lnTo>
                    <a:pt x="88280" y="12101"/>
                  </a:lnTo>
                  <a:cubicBezTo>
                    <a:pt x="91822" y="12101"/>
                    <a:pt x="94859" y="12611"/>
                    <a:pt x="97896" y="14397"/>
                  </a:cubicBezTo>
                  <a:cubicBezTo>
                    <a:pt x="96883" y="15928"/>
                    <a:pt x="96883" y="16438"/>
                    <a:pt x="95871" y="17459"/>
                  </a:cubicBezTo>
                  <a:lnTo>
                    <a:pt x="74615" y="41440"/>
                  </a:lnTo>
                  <a:lnTo>
                    <a:pt x="49816" y="12101"/>
                  </a:lnTo>
                  <a:lnTo>
                    <a:pt x="59938" y="12101"/>
                  </a:lnTo>
                  <a:lnTo>
                    <a:pt x="59938" y="110"/>
                  </a:lnTo>
                  <a:cubicBezTo>
                    <a:pt x="53359" y="365"/>
                    <a:pt x="37416" y="875"/>
                    <a:pt x="29319" y="875"/>
                  </a:cubicBezTo>
                  <a:cubicBezTo>
                    <a:pt x="21221" y="875"/>
                    <a:pt x="9834" y="365"/>
                    <a:pt x="1483" y="110"/>
                  </a:cubicBezTo>
                  <a:lnTo>
                    <a:pt x="1483" y="12101"/>
                  </a:lnTo>
                  <a:lnTo>
                    <a:pt x="19450" y="12101"/>
                  </a:lnTo>
                  <a:lnTo>
                    <a:pt x="58926" y="59044"/>
                  </a:lnTo>
                  <a:lnTo>
                    <a:pt x="25776" y="96547"/>
                  </a:lnTo>
                  <a:cubicBezTo>
                    <a:pt x="21474" y="101395"/>
                    <a:pt x="12364" y="101395"/>
                    <a:pt x="218" y="101395"/>
                  </a:cubicBezTo>
                  <a:lnTo>
                    <a:pt x="218" y="113386"/>
                  </a:lnTo>
                  <a:cubicBezTo>
                    <a:pt x="9075" y="112875"/>
                    <a:pt x="22233" y="112620"/>
                    <a:pt x="23499" y="112620"/>
                  </a:cubicBezTo>
                  <a:cubicBezTo>
                    <a:pt x="29825" y="112620"/>
                    <a:pt x="44502" y="113131"/>
                    <a:pt x="49563" y="113386"/>
                  </a:cubicBezTo>
                  <a:lnTo>
                    <a:pt x="49563" y="101395"/>
                  </a:lnTo>
                  <a:cubicBezTo>
                    <a:pt x="45008" y="101395"/>
                    <a:pt x="40200" y="100119"/>
                    <a:pt x="40200" y="98588"/>
                  </a:cubicBezTo>
                  <a:cubicBezTo>
                    <a:pt x="40200" y="98333"/>
                    <a:pt x="40200" y="98078"/>
                    <a:pt x="41971" y="96037"/>
                  </a:cubicBezTo>
                  <a:lnTo>
                    <a:pt x="66517" y="68228"/>
                  </a:lnTo>
                  <a:lnTo>
                    <a:pt x="94353" y="101395"/>
                  </a:lnTo>
                  <a:lnTo>
                    <a:pt x="84484" y="101395"/>
                  </a:lnTo>
                  <a:lnTo>
                    <a:pt x="84484" y="113386"/>
                  </a:lnTo>
                  <a:cubicBezTo>
                    <a:pt x="91063" y="113131"/>
                    <a:pt x="106499" y="112620"/>
                    <a:pt x="114850" y="112620"/>
                  </a:cubicBezTo>
                  <a:cubicBezTo>
                    <a:pt x="122948" y="112620"/>
                    <a:pt x="134335" y="113131"/>
                    <a:pt x="142686" y="113386"/>
                  </a:cubicBezTo>
                  <a:lnTo>
                    <a:pt x="142686" y="101395"/>
                  </a:lnTo>
                  <a:lnTo>
                    <a:pt x="124719" y="101395"/>
                  </a:lnTo>
                  <a:lnTo>
                    <a:pt x="82206" y="50625"/>
                  </a:lnTo>
                  <a:close/>
                </a:path>
              </a:pathLst>
            </a:custGeom>
            <a:solidFill>
              <a:schemeClr val="bg1"/>
            </a:solidFill>
            <a:ln w="25432" cap="flat">
              <a:noFill/>
              <a:prstDash val="solid"/>
              <a:miter/>
            </a:ln>
          </p:spPr>
          <p:txBody>
            <a:bodyPr/>
            <a:lstStyle/>
            <a:p>
              <a:endParaRPr lang="en-US"/>
            </a:p>
          </p:txBody>
        </p:sp>
        <p:sp>
          <p:nvSpPr>
            <p:cNvPr id="917" name="Freeform: Shape 916">
              <a:extLst>
                <a:ext uri="{FF2B5EF4-FFF2-40B4-BE49-F238E27FC236}">
                  <a16:creationId xmlns:a16="http://schemas.microsoft.com/office/drawing/2014/main" id="{50EF706A-9173-6E76-692C-351525176EC3}"/>
                </a:ext>
              </a:extLst>
            </p:cNvPr>
            <p:cNvSpPr/>
            <p:nvPr>
              <p:custDataLst>
                <p:tags r:id="rId158"/>
              </p:custDataLst>
            </p:nvPr>
          </p:nvSpPr>
          <p:spPr>
            <a:xfrm>
              <a:off x="7145423" y="5505559"/>
              <a:ext cx="44461" cy="92508"/>
            </a:xfrm>
            <a:custGeom>
              <a:avLst/>
              <a:gdLst>
                <a:gd name="csX0" fmla="*/ 43091 w 44461"/>
                <a:gd name="csY0" fmla="*/ 15644 h 92508"/>
                <a:gd name="csX1" fmla="*/ 44685 w 44461"/>
                <a:gd name="csY1" fmla="*/ 9929 h 92508"/>
                <a:gd name="csX2" fmla="*/ 34234 w 44461"/>
                <a:gd name="csY2" fmla="*/ 106 h 92508"/>
                <a:gd name="csX3" fmla="*/ 24492 w 44461"/>
                <a:gd name="csY3" fmla="*/ 8500 h 92508"/>
                <a:gd name="csX4" fmla="*/ 1110 w 44461"/>
                <a:gd name="csY4" fmla="*/ 85829 h 92508"/>
                <a:gd name="csX5" fmla="*/ 224 w 44461"/>
                <a:gd name="csY5" fmla="*/ 88686 h 92508"/>
                <a:gd name="csX6" fmla="*/ 7132 w 44461"/>
                <a:gd name="csY6" fmla="*/ 92615 h 92508"/>
                <a:gd name="csX7" fmla="*/ 9789 w 44461"/>
                <a:gd name="csY7" fmla="*/ 89579 h 92508"/>
                <a:gd name="csX8" fmla="*/ 43091 w 44461"/>
                <a:gd name="csY8" fmla="*/ 15644 h 925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4461" h="92508">
                  <a:moveTo>
                    <a:pt x="43091" y="15644"/>
                  </a:moveTo>
                  <a:cubicBezTo>
                    <a:pt x="44508" y="12608"/>
                    <a:pt x="44685" y="11179"/>
                    <a:pt x="44685" y="9929"/>
                  </a:cubicBezTo>
                  <a:cubicBezTo>
                    <a:pt x="44685" y="4393"/>
                    <a:pt x="39725" y="106"/>
                    <a:pt x="34234" y="106"/>
                  </a:cubicBezTo>
                  <a:cubicBezTo>
                    <a:pt x="27503" y="106"/>
                    <a:pt x="25377" y="5643"/>
                    <a:pt x="24492" y="8500"/>
                  </a:cubicBezTo>
                  <a:lnTo>
                    <a:pt x="1110" y="85829"/>
                  </a:lnTo>
                  <a:cubicBezTo>
                    <a:pt x="932" y="86186"/>
                    <a:pt x="224" y="88507"/>
                    <a:pt x="224" y="88686"/>
                  </a:cubicBezTo>
                  <a:cubicBezTo>
                    <a:pt x="224" y="90829"/>
                    <a:pt x="5715" y="92615"/>
                    <a:pt x="7132" y="92615"/>
                  </a:cubicBezTo>
                  <a:cubicBezTo>
                    <a:pt x="8372" y="92615"/>
                    <a:pt x="8549" y="92258"/>
                    <a:pt x="9789" y="89579"/>
                  </a:cubicBezTo>
                  <a:lnTo>
                    <a:pt x="43091" y="15644"/>
                  </a:lnTo>
                  <a:close/>
                </a:path>
              </a:pathLst>
            </a:custGeom>
            <a:solidFill>
              <a:schemeClr val="bg1"/>
            </a:solidFill>
            <a:ln w="25432" cap="flat">
              <a:noFill/>
              <a:prstDash val="solid"/>
              <a:miter/>
            </a:ln>
          </p:spPr>
          <p:txBody>
            <a:bodyPr/>
            <a:lstStyle/>
            <a:p>
              <a:endParaRPr lang="en-US"/>
            </a:p>
          </p:txBody>
        </p:sp>
        <p:sp>
          <p:nvSpPr>
            <p:cNvPr id="918" name="Freeform: Shape 917">
              <a:extLst>
                <a:ext uri="{FF2B5EF4-FFF2-40B4-BE49-F238E27FC236}">
                  <a16:creationId xmlns:a16="http://schemas.microsoft.com/office/drawing/2014/main" id="{4E68ED88-25AD-842B-101A-2CDE8862D53A}"/>
                </a:ext>
              </a:extLst>
            </p:cNvPr>
            <p:cNvSpPr/>
            <p:nvPr>
              <p:custDataLst>
                <p:tags r:id="rId159"/>
              </p:custDataLst>
            </p:nvPr>
          </p:nvSpPr>
          <p:spPr>
            <a:xfrm>
              <a:off x="7211964" y="5518874"/>
              <a:ext cx="161699" cy="228592"/>
            </a:xfrm>
            <a:custGeom>
              <a:avLst/>
              <a:gdLst>
                <a:gd name="csX0" fmla="*/ 1239 w 161699"/>
                <a:gd name="csY0" fmla="*/ 221048 h 228592"/>
                <a:gd name="csX1" fmla="*/ 227 w 161699"/>
                <a:gd name="csY1" fmla="*/ 225130 h 228592"/>
                <a:gd name="csX2" fmla="*/ 6300 w 161699"/>
                <a:gd name="csY2" fmla="*/ 228702 h 228592"/>
                <a:gd name="csX3" fmla="*/ 12879 w 161699"/>
                <a:gd name="csY3" fmla="*/ 222834 h 228592"/>
                <a:gd name="csX4" fmla="*/ 29075 w 161699"/>
                <a:gd name="csY4" fmla="*/ 157012 h 228592"/>
                <a:gd name="csX5" fmla="*/ 79432 w 161699"/>
                <a:gd name="csY5" fmla="*/ 182269 h 228592"/>
                <a:gd name="csX6" fmla="*/ 158637 w 161699"/>
                <a:gd name="csY6" fmla="*/ 109814 h 228592"/>
                <a:gd name="csX7" fmla="*/ 142441 w 161699"/>
                <a:gd name="csY7" fmla="*/ 75882 h 228592"/>
                <a:gd name="csX8" fmla="*/ 161926 w 161699"/>
                <a:gd name="csY8" fmla="*/ 34042 h 228592"/>
                <a:gd name="csX9" fmla="*/ 122450 w 161699"/>
                <a:gd name="csY9" fmla="*/ 110 h 228592"/>
                <a:gd name="csX10" fmla="*/ 39703 w 161699"/>
                <a:gd name="csY10" fmla="*/ 65422 h 228592"/>
                <a:gd name="csX11" fmla="*/ 1239 w 161699"/>
                <a:gd name="csY11" fmla="*/ 221048 h 228592"/>
                <a:gd name="csX12" fmla="*/ 115871 w 161699"/>
                <a:gd name="csY12" fmla="*/ 76903 h 228592"/>
                <a:gd name="csX13" fmla="*/ 99929 w 161699"/>
                <a:gd name="csY13" fmla="*/ 81240 h 228592"/>
                <a:gd name="csX14" fmla="*/ 87782 w 161699"/>
                <a:gd name="csY14" fmla="*/ 79199 h 228592"/>
                <a:gd name="csX15" fmla="*/ 103472 w 161699"/>
                <a:gd name="csY15" fmla="*/ 75117 h 228592"/>
                <a:gd name="csX16" fmla="*/ 115871 w 161699"/>
                <a:gd name="csY16" fmla="*/ 76903 h 228592"/>
                <a:gd name="csX17" fmla="*/ 124475 w 161699"/>
                <a:gd name="csY17" fmla="*/ 67973 h 228592"/>
                <a:gd name="csX18" fmla="*/ 104231 w 161699"/>
                <a:gd name="csY18" fmla="*/ 65932 h 228592"/>
                <a:gd name="csX19" fmla="*/ 75636 w 161699"/>
                <a:gd name="csY19" fmla="*/ 79709 h 228592"/>
                <a:gd name="csX20" fmla="*/ 99676 w 161699"/>
                <a:gd name="csY20" fmla="*/ 90424 h 228592"/>
                <a:gd name="csX21" fmla="*/ 126752 w 161699"/>
                <a:gd name="csY21" fmla="*/ 85577 h 228592"/>
                <a:gd name="csX22" fmla="*/ 129536 w 161699"/>
                <a:gd name="csY22" fmla="*/ 98843 h 228592"/>
                <a:gd name="csX23" fmla="*/ 115112 w 161699"/>
                <a:gd name="csY23" fmla="*/ 152165 h 228592"/>
                <a:gd name="csX24" fmla="*/ 78926 w 161699"/>
                <a:gd name="csY24" fmla="*/ 173085 h 228592"/>
                <a:gd name="csX25" fmla="*/ 35654 w 161699"/>
                <a:gd name="csY25" fmla="*/ 135837 h 228592"/>
                <a:gd name="csX26" fmla="*/ 37425 w 161699"/>
                <a:gd name="csY26" fmla="*/ 122825 h 228592"/>
                <a:gd name="csX27" fmla="*/ 52355 w 161699"/>
                <a:gd name="csY27" fmla="*/ 63126 h 228592"/>
                <a:gd name="csX28" fmla="*/ 121185 w 161699"/>
                <a:gd name="csY28" fmla="*/ 9295 h 228592"/>
                <a:gd name="csX29" fmla="*/ 136115 w 161699"/>
                <a:gd name="csY29" fmla="*/ 23837 h 228592"/>
                <a:gd name="csX30" fmla="*/ 124475 w 161699"/>
                <a:gd name="csY30" fmla="*/ 67973 h 228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61699" h="228592">
                  <a:moveTo>
                    <a:pt x="1239" y="221048"/>
                  </a:moveTo>
                  <a:cubicBezTo>
                    <a:pt x="986" y="221559"/>
                    <a:pt x="227" y="224875"/>
                    <a:pt x="227" y="225130"/>
                  </a:cubicBezTo>
                  <a:cubicBezTo>
                    <a:pt x="227" y="228702"/>
                    <a:pt x="4022" y="228702"/>
                    <a:pt x="6300" y="228702"/>
                  </a:cubicBezTo>
                  <a:cubicBezTo>
                    <a:pt x="11361" y="228702"/>
                    <a:pt x="11361" y="228192"/>
                    <a:pt x="12879" y="222834"/>
                  </a:cubicBezTo>
                  <a:cubicBezTo>
                    <a:pt x="13638" y="218752"/>
                    <a:pt x="28821" y="157522"/>
                    <a:pt x="29075" y="157012"/>
                  </a:cubicBezTo>
                  <a:cubicBezTo>
                    <a:pt x="39703" y="174871"/>
                    <a:pt x="59188" y="182269"/>
                    <a:pt x="79432" y="182269"/>
                  </a:cubicBezTo>
                  <a:cubicBezTo>
                    <a:pt x="130295" y="182269"/>
                    <a:pt x="158637" y="143235"/>
                    <a:pt x="158637" y="109814"/>
                  </a:cubicBezTo>
                  <a:cubicBezTo>
                    <a:pt x="158637" y="91955"/>
                    <a:pt x="150792" y="82260"/>
                    <a:pt x="142441" y="75882"/>
                  </a:cubicBezTo>
                  <a:cubicBezTo>
                    <a:pt x="151551" y="68228"/>
                    <a:pt x="161926" y="51645"/>
                    <a:pt x="161926" y="34042"/>
                  </a:cubicBezTo>
                  <a:cubicBezTo>
                    <a:pt x="161926" y="12356"/>
                    <a:pt x="146237" y="110"/>
                    <a:pt x="122450" y="110"/>
                  </a:cubicBezTo>
                  <a:cubicBezTo>
                    <a:pt x="86264" y="110"/>
                    <a:pt x="48813" y="28429"/>
                    <a:pt x="39703" y="65422"/>
                  </a:cubicBezTo>
                  <a:lnTo>
                    <a:pt x="1239" y="221048"/>
                  </a:lnTo>
                  <a:close/>
                  <a:moveTo>
                    <a:pt x="115871" y="76903"/>
                  </a:moveTo>
                  <a:cubicBezTo>
                    <a:pt x="109798" y="81240"/>
                    <a:pt x="103472" y="81240"/>
                    <a:pt x="99929" y="81240"/>
                  </a:cubicBezTo>
                  <a:cubicBezTo>
                    <a:pt x="98917" y="81240"/>
                    <a:pt x="87782" y="81240"/>
                    <a:pt x="87782" y="79199"/>
                  </a:cubicBezTo>
                  <a:cubicBezTo>
                    <a:pt x="87782" y="75117"/>
                    <a:pt x="100182" y="75117"/>
                    <a:pt x="103472" y="75117"/>
                  </a:cubicBezTo>
                  <a:cubicBezTo>
                    <a:pt x="108026" y="75117"/>
                    <a:pt x="111063" y="75117"/>
                    <a:pt x="115871" y="76903"/>
                  </a:cubicBezTo>
                  <a:close/>
                  <a:moveTo>
                    <a:pt x="124475" y="67973"/>
                  </a:moveTo>
                  <a:cubicBezTo>
                    <a:pt x="116124" y="65932"/>
                    <a:pt x="109039" y="65932"/>
                    <a:pt x="104231" y="65932"/>
                  </a:cubicBezTo>
                  <a:cubicBezTo>
                    <a:pt x="96133" y="65932"/>
                    <a:pt x="75636" y="65932"/>
                    <a:pt x="75636" y="79709"/>
                  </a:cubicBezTo>
                  <a:cubicBezTo>
                    <a:pt x="75636" y="90424"/>
                    <a:pt x="90819" y="90424"/>
                    <a:pt x="99676" y="90424"/>
                  </a:cubicBezTo>
                  <a:cubicBezTo>
                    <a:pt x="103978" y="90424"/>
                    <a:pt x="115365" y="90424"/>
                    <a:pt x="126752" y="85577"/>
                  </a:cubicBezTo>
                  <a:cubicBezTo>
                    <a:pt x="128777" y="89404"/>
                    <a:pt x="129536" y="94506"/>
                    <a:pt x="129536" y="98843"/>
                  </a:cubicBezTo>
                  <a:cubicBezTo>
                    <a:pt x="129536" y="108028"/>
                    <a:pt x="122956" y="138898"/>
                    <a:pt x="115112" y="152165"/>
                  </a:cubicBezTo>
                  <a:cubicBezTo>
                    <a:pt x="107267" y="164666"/>
                    <a:pt x="94868" y="173085"/>
                    <a:pt x="78926" y="173085"/>
                  </a:cubicBezTo>
                  <a:cubicBezTo>
                    <a:pt x="55392" y="173085"/>
                    <a:pt x="35654" y="158798"/>
                    <a:pt x="35654" y="135837"/>
                  </a:cubicBezTo>
                  <a:cubicBezTo>
                    <a:pt x="35654" y="130734"/>
                    <a:pt x="36919" y="125377"/>
                    <a:pt x="37425" y="122825"/>
                  </a:cubicBezTo>
                  <a:cubicBezTo>
                    <a:pt x="41221" y="107773"/>
                    <a:pt x="49319" y="74351"/>
                    <a:pt x="52355" y="63126"/>
                  </a:cubicBezTo>
                  <a:cubicBezTo>
                    <a:pt x="60453" y="35317"/>
                    <a:pt x="91072" y="9295"/>
                    <a:pt x="121185" y="9295"/>
                  </a:cubicBezTo>
                  <a:cubicBezTo>
                    <a:pt x="130548" y="9295"/>
                    <a:pt x="136115" y="13887"/>
                    <a:pt x="136115" y="23837"/>
                  </a:cubicBezTo>
                  <a:cubicBezTo>
                    <a:pt x="136115" y="31746"/>
                    <a:pt x="130042" y="58023"/>
                    <a:pt x="124475" y="67973"/>
                  </a:cubicBezTo>
                  <a:close/>
                </a:path>
              </a:pathLst>
            </a:custGeom>
            <a:solidFill>
              <a:schemeClr val="bg1"/>
            </a:solidFill>
            <a:ln w="25432" cap="flat">
              <a:noFill/>
              <a:prstDash val="solid"/>
              <a:miter/>
            </a:ln>
          </p:spPr>
          <p:txBody>
            <a:bodyPr/>
            <a:lstStyle/>
            <a:p>
              <a:endParaRPr lang="en-US"/>
            </a:p>
          </p:txBody>
        </p:sp>
        <p:sp>
          <p:nvSpPr>
            <p:cNvPr id="919" name="Rectangle 918">
              <a:extLst>
                <a:ext uri="{FF2B5EF4-FFF2-40B4-BE49-F238E27FC236}">
                  <a16:creationId xmlns:a16="http://schemas.microsoft.com/office/drawing/2014/main" id="{D8DD4BF4-8B77-B99A-D510-CE76874ADD89}"/>
                </a:ext>
              </a:extLst>
            </p:cNvPr>
            <p:cNvSpPr/>
            <p:nvPr>
              <p:custDataLst>
                <p:tags r:id="rId160"/>
              </p:custDataLst>
            </p:nvPr>
          </p:nvSpPr>
          <p:spPr>
            <a:xfrm>
              <a:off x="9012878" y="5483668"/>
              <a:ext cx="10121" cy="311392"/>
            </a:xfrm>
            <a:prstGeom prst="rect">
              <a:avLst/>
            </a:prstGeom>
            <a:solidFill>
              <a:schemeClr val="bg1"/>
            </a:solidFill>
            <a:ln w="25432" cap="flat">
              <a:noFill/>
              <a:prstDash val="solid"/>
              <a:miter/>
            </a:ln>
          </p:spPr>
          <p:txBody>
            <a:bodyPr/>
            <a:lstStyle/>
            <a:p>
              <a:endParaRPr lang="en-US"/>
            </a:p>
          </p:txBody>
        </p:sp>
        <p:sp>
          <p:nvSpPr>
            <p:cNvPr id="920" name="Freeform: Shape 919">
              <a:extLst>
                <a:ext uri="{FF2B5EF4-FFF2-40B4-BE49-F238E27FC236}">
                  <a16:creationId xmlns:a16="http://schemas.microsoft.com/office/drawing/2014/main" id="{118BF377-FF85-6361-6D88-514180BE0C79}"/>
                </a:ext>
              </a:extLst>
            </p:cNvPr>
            <p:cNvSpPr/>
            <p:nvPr>
              <p:custDataLst>
                <p:tags r:id="rId161"/>
              </p:custDataLst>
            </p:nvPr>
          </p:nvSpPr>
          <p:spPr>
            <a:xfrm>
              <a:off x="10234698" y="5518874"/>
              <a:ext cx="161699" cy="228592"/>
            </a:xfrm>
            <a:custGeom>
              <a:avLst/>
              <a:gdLst>
                <a:gd name="csX0" fmla="*/ 1358 w 161699"/>
                <a:gd name="csY0" fmla="*/ 221048 h 228592"/>
                <a:gd name="csX1" fmla="*/ 346 w 161699"/>
                <a:gd name="csY1" fmla="*/ 225130 h 228592"/>
                <a:gd name="csX2" fmla="*/ 6419 w 161699"/>
                <a:gd name="csY2" fmla="*/ 228702 h 228592"/>
                <a:gd name="csX3" fmla="*/ 12998 w 161699"/>
                <a:gd name="csY3" fmla="*/ 222834 h 228592"/>
                <a:gd name="csX4" fmla="*/ 29194 w 161699"/>
                <a:gd name="csY4" fmla="*/ 157012 h 228592"/>
                <a:gd name="csX5" fmla="*/ 79551 w 161699"/>
                <a:gd name="csY5" fmla="*/ 182269 h 228592"/>
                <a:gd name="csX6" fmla="*/ 158756 w 161699"/>
                <a:gd name="csY6" fmla="*/ 109814 h 228592"/>
                <a:gd name="csX7" fmla="*/ 142560 w 161699"/>
                <a:gd name="csY7" fmla="*/ 75882 h 228592"/>
                <a:gd name="csX8" fmla="*/ 162045 w 161699"/>
                <a:gd name="csY8" fmla="*/ 34042 h 228592"/>
                <a:gd name="csX9" fmla="*/ 122569 w 161699"/>
                <a:gd name="csY9" fmla="*/ 110 h 228592"/>
                <a:gd name="csX10" fmla="*/ 39822 w 161699"/>
                <a:gd name="csY10" fmla="*/ 65422 h 228592"/>
                <a:gd name="csX11" fmla="*/ 1358 w 161699"/>
                <a:gd name="csY11" fmla="*/ 221048 h 228592"/>
                <a:gd name="csX12" fmla="*/ 115990 w 161699"/>
                <a:gd name="csY12" fmla="*/ 76903 h 228592"/>
                <a:gd name="csX13" fmla="*/ 100048 w 161699"/>
                <a:gd name="csY13" fmla="*/ 81240 h 228592"/>
                <a:gd name="csX14" fmla="*/ 87901 w 161699"/>
                <a:gd name="csY14" fmla="*/ 79199 h 228592"/>
                <a:gd name="csX15" fmla="*/ 103591 w 161699"/>
                <a:gd name="csY15" fmla="*/ 75117 h 228592"/>
                <a:gd name="csX16" fmla="*/ 115990 w 161699"/>
                <a:gd name="csY16" fmla="*/ 76903 h 228592"/>
                <a:gd name="csX17" fmla="*/ 124594 w 161699"/>
                <a:gd name="csY17" fmla="*/ 67973 h 228592"/>
                <a:gd name="csX18" fmla="*/ 104350 w 161699"/>
                <a:gd name="csY18" fmla="*/ 65932 h 228592"/>
                <a:gd name="csX19" fmla="*/ 75755 w 161699"/>
                <a:gd name="csY19" fmla="*/ 79709 h 228592"/>
                <a:gd name="csX20" fmla="*/ 99795 w 161699"/>
                <a:gd name="csY20" fmla="*/ 90424 h 228592"/>
                <a:gd name="csX21" fmla="*/ 126871 w 161699"/>
                <a:gd name="csY21" fmla="*/ 85577 h 228592"/>
                <a:gd name="csX22" fmla="*/ 129655 w 161699"/>
                <a:gd name="csY22" fmla="*/ 98843 h 228592"/>
                <a:gd name="csX23" fmla="*/ 115231 w 161699"/>
                <a:gd name="csY23" fmla="*/ 152165 h 228592"/>
                <a:gd name="csX24" fmla="*/ 79045 w 161699"/>
                <a:gd name="csY24" fmla="*/ 173085 h 228592"/>
                <a:gd name="csX25" fmla="*/ 35773 w 161699"/>
                <a:gd name="csY25" fmla="*/ 135837 h 228592"/>
                <a:gd name="csX26" fmla="*/ 37544 w 161699"/>
                <a:gd name="csY26" fmla="*/ 122825 h 228592"/>
                <a:gd name="csX27" fmla="*/ 52474 w 161699"/>
                <a:gd name="csY27" fmla="*/ 63126 h 228592"/>
                <a:gd name="csX28" fmla="*/ 121304 w 161699"/>
                <a:gd name="csY28" fmla="*/ 9295 h 228592"/>
                <a:gd name="csX29" fmla="*/ 136234 w 161699"/>
                <a:gd name="csY29" fmla="*/ 23837 h 228592"/>
                <a:gd name="csX30" fmla="*/ 124594 w 161699"/>
                <a:gd name="csY30" fmla="*/ 67973 h 228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61699" h="228592">
                  <a:moveTo>
                    <a:pt x="1358" y="221048"/>
                  </a:moveTo>
                  <a:cubicBezTo>
                    <a:pt x="1105" y="221559"/>
                    <a:pt x="346" y="224875"/>
                    <a:pt x="346" y="225130"/>
                  </a:cubicBezTo>
                  <a:cubicBezTo>
                    <a:pt x="346" y="228702"/>
                    <a:pt x="4141" y="228702"/>
                    <a:pt x="6419" y="228702"/>
                  </a:cubicBezTo>
                  <a:cubicBezTo>
                    <a:pt x="11480" y="228702"/>
                    <a:pt x="11480" y="228192"/>
                    <a:pt x="12998" y="222834"/>
                  </a:cubicBezTo>
                  <a:cubicBezTo>
                    <a:pt x="13757" y="218752"/>
                    <a:pt x="28941" y="157522"/>
                    <a:pt x="29194" y="157012"/>
                  </a:cubicBezTo>
                  <a:cubicBezTo>
                    <a:pt x="39822" y="174871"/>
                    <a:pt x="59307" y="182269"/>
                    <a:pt x="79551" y="182269"/>
                  </a:cubicBezTo>
                  <a:cubicBezTo>
                    <a:pt x="130414" y="182269"/>
                    <a:pt x="158756" y="143235"/>
                    <a:pt x="158756" y="109814"/>
                  </a:cubicBezTo>
                  <a:cubicBezTo>
                    <a:pt x="158756" y="91955"/>
                    <a:pt x="150911" y="82260"/>
                    <a:pt x="142560" y="75882"/>
                  </a:cubicBezTo>
                  <a:cubicBezTo>
                    <a:pt x="151670" y="68228"/>
                    <a:pt x="162045" y="51645"/>
                    <a:pt x="162045" y="34042"/>
                  </a:cubicBezTo>
                  <a:cubicBezTo>
                    <a:pt x="162045" y="12356"/>
                    <a:pt x="146356" y="110"/>
                    <a:pt x="122569" y="110"/>
                  </a:cubicBezTo>
                  <a:cubicBezTo>
                    <a:pt x="86383" y="110"/>
                    <a:pt x="48932" y="28429"/>
                    <a:pt x="39822" y="65422"/>
                  </a:cubicBezTo>
                  <a:lnTo>
                    <a:pt x="1358" y="221048"/>
                  </a:lnTo>
                  <a:close/>
                  <a:moveTo>
                    <a:pt x="115990" y="76903"/>
                  </a:moveTo>
                  <a:cubicBezTo>
                    <a:pt x="109917" y="81240"/>
                    <a:pt x="103591" y="81240"/>
                    <a:pt x="100048" y="81240"/>
                  </a:cubicBezTo>
                  <a:cubicBezTo>
                    <a:pt x="99036" y="81240"/>
                    <a:pt x="87901" y="81240"/>
                    <a:pt x="87901" y="79199"/>
                  </a:cubicBezTo>
                  <a:cubicBezTo>
                    <a:pt x="87901" y="75117"/>
                    <a:pt x="100301" y="75117"/>
                    <a:pt x="103591" y="75117"/>
                  </a:cubicBezTo>
                  <a:cubicBezTo>
                    <a:pt x="108145" y="75117"/>
                    <a:pt x="111182" y="75117"/>
                    <a:pt x="115990" y="76903"/>
                  </a:cubicBezTo>
                  <a:close/>
                  <a:moveTo>
                    <a:pt x="124594" y="67973"/>
                  </a:moveTo>
                  <a:cubicBezTo>
                    <a:pt x="116243" y="65932"/>
                    <a:pt x="109158" y="65932"/>
                    <a:pt x="104350" y="65932"/>
                  </a:cubicBezTo>
                  <a:cubicBezTo>
                    <a:pt x="96252" y="65932"/>
                    <a:pt x="75755" y="65932"/>
                    <a:pt x="75755" y="79709"/>
                  </a:cubicBezTo>
                  <a:cubicBezTo>
                    <a:pt x="75755" y="90424"/>
                    <a:pt x="90938" y="90424"/>
                    <a:pt x="99795" y="90424"/>
                  </a:cubicBezTo>
                  <a:cubicBezTo>
                    <a:pt x="104097" y="90424"/>
                    <a:pt x="115484" y="90424"/>
                    <a:pt x="126871" y="85577"/>
                  </a:cubicBezTo>
                  <a:cubicBezTo>
                    <a:pt x="128896" y="89404"/>
                    <a:pt x="129655" y="94506"/>
                    <a:pt x="129655" y="98843"/>
                  </a:cubicBezTo>
                  <a:cubicBezTo>
                    <a:pt x="129655" y="108028"/>
                    <a:pt x="123075" y="138898"/>
                    <a:pt x="115231" y="152165"/>
                  </a:cubicBezTo>
                  <a:cubicBezTo>
                    <a:pt x="107386" y="164666"/>
                    <a:pt x="94987" y="173085"/>
                    <a:pt x="79045" y="173085"/>
                  </a:cubicBezTo>
                  <a:cubicBezTo>
                    <a:pt x="55511" y="173085"/>
                    <a:pt x="35773" y="158798"/>
                    <a:pt x="35773" y="135837"/>
                  </a:cubicBezTo>
                  <a:cubicBezTo>
                    <a:pt x="35773" y="130734"/>
                    <a:pt x="37038" y="125377"/>
                    <a:pt x="37544" y="122825"/>
                  </a:cubicBezTo>
                  <a:cubicBezTo>
                    <a:pt x="41340" y="107773"/>
                    <a:pt x="49438" y="74351"/>
                    <a:pt x="52474" y="63126"/>
                  </a:cubicBezTo>
                  <a:cubicBezTo>
                    <a:pt x="60572" y="35317"/>
                    <a:pt x="91191" y="9295"/>
                    <a:pt x="121304" y="9295"/>
                  </a:cubicBezTo>
                  <a:cubicBezTo>
                    <a:pt x="130667" y="9295"/>
                    <a:pt x="136234" y="13887"/>
                    <a:pt x="136234" y="23837"/>
                  </a:cubicBezTo>
                  <a:cubicBezTo>
                    <a:pt x="136234" y="31746"/>
                    <a:pt x="130161" y="58023"/>
                    <a:pt x="124594" y="67973"/>
                  </a:cubicBezTo>
                  <a:close/>
                </a:path>
              </a:pathLst>
            </a:custGeom>
            <a:solidFill>
              <a:schemeClr val="bg1"/>
            </a:solidFill>
            <a:ln w="25432" cap="flat">
              <a:noFill/>
              <a:prstDash val="solid"/>
              <a:miter/>
            </a:ln>
          </p:spPr>
          <p:txBody>
            <a:bodyPr/>
            <a:lstStyle/>
            <a:p>
              <a:endParaRPr lang="en-US"/>
            </a:p>
          </p:txBody>
        </p:sp>
        <p:sp>
          <p:nvSpPr>
            <p:cNvPr id="921" name="Freeform: Shape 920">
              <a:extLst>
                <a:ext uri="{FF2B5EF4-FFF2-40B4-BE49-F238E27FC236}">
                  <a16:creationId xmlns:a16="http://schemas.microsoft.com/office/drawing/2014/main" id="{95A6F90E-CDB7-FB27-9646-AD58B42B90B6}"/>
                </a:ext>
              </a:extLst>
            </p:cNvPr>
            <p:cNvSpPr/>
            <p:nvPr>
              <p:custDataLst>
                <p:tags r:id="rId162"/>
              </p:custDataLst>
            </p:nvPr>
          </p:nvSpPr>
          <p:spPr>
            <a:xfrm>
              <a:off x="10406203" y="5641932"/>
              <a:ext cx="77762" cy="154835"/>
            </a:xfrm>
            <a:custGeom>
              <a:avLst/>
              <a:gdLst>
                <a:gd name="csX0" fmla="*/ 78115 w 77762"/>
                <a:gd name="csY0" fmla="*/ 6899 h 154835"/>
                <a:gd name="csX1" fmla="*/ 71030 w 77762"/>
                <a:gd name="csY1" fmla="*/ 112 h 154835"/>
                <a:gd name="csX2" fmla="*/ 61110 w 77762"/>
                <a:gd name="csY2" fmla="*/ 9935 h 154835"/>
                <a:gd name="csX3" fmla="*/ 68196 w 77762"/>
                <a:gd name="csY3" fmla="*/ 16721 h 154835"/>
                <a:gd name="csX4" fmla="*/ 78115 w 77762"/>
                <a:gd name="csY4" fmla="*/ 6899 h 154835"/>
                <a:gd name="csX5" fmla="*/ 40562 w 77762"/>
                <a:gd name="csY5" fmla="*/ 127267 h 154835"/>
                <a:gd name="csX6" fmla="*/ 17712 w 77762"/>
                <a:gd name="csY6" fmla="*/ 149948 h 154835"/>
                <a:gd name="csX7" fmla="*/ 11335 w 77762"/>
                <a:gd name="csY7" fmla="*/ 148876 h 154835"/>
                <a:gd name="csX8" fmla="*/ 17358 w 77762"/>
                <a:gd name="csY8" fmla="*/ 139768 h 154835"/>
                <a:gd name="csX9" fmla="*/ 10449 w 77762"/>
                <a:gd name="csY9" fmla="*/ 133160 h 154835"/>
                <a:gd name="csX10" fmla="*/ 353 w 77762"/>
                <a:gd name="csY10" fmla="*/ 143697 h 154835"/>
                <a:gd name="csX11" fmla="*/ 17889 w 77762"/>
                <a:gd name="csY11" fmla="*/ 154948 h 154835"/>
                <a:gd name="csX12" fmla="*/ 54733 w 77762"/>
                <a:gd name="csY12" fmla="*/ 126731 h 154835"/>
                <a:gd name="csX13" fmla="*/ 70676 w 77762"/>
                <a:gd name="csY13" fmla="*/ 62797 h 154835"/>
                <a:gd name="csX14" fmla="*/ 71561 w 77762"/>
                <a:gd name="csY14" fmla="*/ 56546 h 154835"/>
                <a:gd name="csX15" fmla="*/ 52608 w 77762"/>
                <a:gd name="csY15" fmla="*/ 39759 h 154835"/>
                <a:gd name="csX16" fmla="*/ 21609 w 77762"/>
                <a:gd name="csY16" fmla="*/ 67083 h 154835"/>
                <a:gd name="csX17" fmla="*/ 24620 w 77762"/>
                <a:gd name="csY17" fmla="*/ 69404 h 154835"/>
                <a:gd name="csX18" fmla="*/ 28163 w 77762"/>
                <a:gd name="csY18" fmla="*/ 66190 h 154835"/>
                <a:gd name="csX19" fmla="*/ 52076 w 77762"/>
                <a:gd name="csY19" fmla="*/ 44759 h 154835"/>
                <a:gd name="csX20" fmla="*/ 58099 w 77762"/>
                <a:gd name="csY20" fmla="*/ 53510 h 154835"/>
                <a:gd name="csX21" fmla="*/ 57567 w 77762"/>
                <a:gd name="csY21" fmla="*/ 58868 h 154835"/>
                <a:gd name="csX22" fmla="*/ 40562 w 77762"/>
                <a:gd name="csY22" fmla="*/ 127267 h 1548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77762" h="154835">
                  <a:moveTo>
                    <a:pt x="78115" y="6899"/>
                  </a:moveTo>
                  <a:cubicBezTo>
                    <a:pt x="78115" y="3863"/>
                    <a:pt x="75812" y="112"/>
                    <a:pt x="71030" y="112"/>
                  </a:cubicBezTo>
                  <a:cubicBezTo>
                    <a:pt x="65893" y="112"/>
                    <a:pt x="61110" y="5113"/>
                    <a:pt x="61110" y="9935"/>
                  </a:cubicBezTo>
                  <a:cubicBezTo>
                    <a:pt x="61110" y="12792"/>
                    <a:pt x="63236" y="16721"/>
                    <a:pt x="68196" y="16721"/>
                  </a:cubicBezTo>
                  <a:cubicBezTo>
                    <a:pt x="72978" y="16721"/>
                    <a:pt x="78115" y="12078"/>
                    <a:pt x="78115" y="6899"/>
                  </a:cubicBezTo>
                  <a:close/>
                  <a:moveTo>
                    <a:pt x="40562" y="127267"/>
                  </a:moveTo>
                  <a:cubicBezTo>
                    <a:pt x="37551" y="139589"/>
                    <a:pt x="28163" y="149948"/>
                    <a:pt x="17712" y="149948"/>
                  </a:cubicBezTo>
                  <a:cubicBezTo>
                    <a:pt x="15409" y="149948"/>
                    <a:pt x="13284" y="149590"/>
                    <a:pt x="11335" y="148876"/>
                  </a:cubicBezTo>
                  <a:cubicBezTo>
                    <a:pt x="15941" y="146733"/>
                    <a:pt x="17358" y="142447"/>
                    <a:pt x="17358" y="139768"/>
                  </a:cubicBezTo>
                  <a:cubicBezTo>
                    <a:pt x="17358" y="135482"/>
                    <a:pt x="13992" y="133160"/>
                    <a:pt x="10449" y="133160"/>
                  </a:cubicBezTo>
                  <a:cubicBezTo>
                    <a:pt x="4958" y="133160"/>
                    <a:pt x="353" y="137982"/>
                    <a:pt x="353" y="143697"/>
                  </a:cubicBezTo>
                  <a:cubicBezTo>
                    <a:pt x="353" y="150483"/>
                    <a:pt x="7261" y="154948"/>
                    <a:pt x="17889" y="154948"/>
                  </a:cubicBezTo>
                  <a:cubicBezTo>
                    <a:pt x="28517" y="154948"/>
                    <a:pt x="49242" y="148519"/>
                    <a:pt x="54733" y="126731"/>
                  </a:cubicBezTo>
                  <a:lnTo>
                    <a:pt x="70676" y="62797"/>
                  </a:lnTo>
                  <a:cubicBezTo>
                    <a:pt x="71207" y="60832"/>
                    <a:pt x="71561" y="59225"/>
                    <a:pt x="71561" y="56546"/>
                  </a:cubicBezTo>
                  <a:cubicBezTo>
                    <a:pt x="71561" y="46724"/>
                    <a:pt x="63236" y="39759"/>
                    <a:pt x="52608" y="39759"/>
                  </a:cubicBezTo>
                  <a:cubicBezTo>
                    <a:pt x="32946" y="39759"/>
                    <a:pt x="21609" y="64583"/>
                    <a:pt x="21609" y="67083"/>
                  </a:cubicBezTo>
                  <a:cubicBezTo>
                    <a:pt x="21609" y="69404"/>
                    <a:pt x="24089" y="69404"/>
                    <a:pt x="24620" y="69404"/>
                  </a:cubicBezTo>
                  <a:cubicBezTo>
                    <a:pt x="26746" y="69404"/>
                    <a:pt x="26923" y="68869"/>
                    <a:pt x="28163" y="66190"/>
                  </a:cubicBezTo>
                  <a:cubicBezTo>
                    <a:pt x="32591" y="55832"/>
                    <a:pt x="41802" y="44759"/>
                    <a:pt x="52076" y="44759"/>
                  </a:cubicBezTo>
                  <a:cubicBezTo>
                    <a:pt x="56505" y="44759"/>
                    <a:pt x="58099" y="47795"/>
                    <a:pt x="58099" y="53510"/>
                  </a:cubicBezTo>
                  <a:cubicBezTo>
                    <a:pt x="58099" y="55475"/>
                    <a:pt x="57745" y="57975"/>
                    <a:pt x="57567" y="58868"/>
                  </a:cubicBezTo>
                  <a:lnTo>
                    <a:pt x="40562" y="127267"/>
                  </a:lnTo>
                  <a:close/>
                </a:path>
              </a:pathLst>
            </a:custGeom>
            <a:solidFill>
              <a:schemeClr val="bg1"/>
            </a:solidFill>
            <a:ln w="25432" cap="flat">
              <a:noFill/>
              <a:prstDash val="solid"/>
              <a:miter/>
            </a:ln>
          </p:spPr>
          <p:txBody>
            <a:bodyPr/>
            <a:lstStyle/>
            <a:p>
              <a:endParaRPr lang="en-US"/>
            </a:p>
          </p:txBody>
        </p:sp>
        <p:sp>
          <p:nvSpPr>
            <p:cNvPr id="922" name="Rectangle 921">
              <a:extLst>
                <a:ext uri="{FF2B5EF4-FFF2-40B4-BE49-F238E27FC236}">
                  <a16:creationId xmlns:a16="http://schemas.microsoft.com/office/drawing/2014/main" id="{391D8E79-1AA4-0E55-C3AA-992102402CC8}"/>
                </a:ext>
              </a:extLst>
            </p:cNvPr>
            <p:cNvSpPr/>
            <p:nvPr>
              <p:custDataLst>
                <p:tags r:id="rId163"/>
              </p:custDataLst>
            </p:nvPr>
          </p:nvSpPr>
          <p:spPr>
            <a:xfrm>
              <a:off x="11720477" y="5483668"/>
              <a:ext cx="10121" cy="311392"/>
            </a:xfrm>
            <a:prstGeom prst="rect">
              <a:avLst/>
            </a:prstGeom>
            <a:solidFill>
              <a:schemeClr val="bg1"/>
            </a:solidFill>
            <a:ln w="25432" cap="flat">
              <a:noFill/>
              <a:prstDash val="solid"/>
              <a:miter/>
            </a:ln>
          </p:spPr>
          <p:txBody>
            <a:bodyPr/>
            <a:lstStyle/>
            <a:p>
              <a:endParaRPr lang="en-US"/>
            </a:p>
          </p:txBody>
        </p:sp>
        <p:sp>
          <p:nvSpPr>
            <p:cNvPr id="923" name="Rectangle 922">
              <a:extLst>
                <a:ext uri="{FF2B5EF4-FFF2-40B4-BE49-F238E27FC236}">
                  <a16:creationId xmlns:a16="http://schemas.microsoft.com/office/drawing/2014/main" id="{E6C635B4-2CC5-201A-BD1C-A7FC17B53956}"/>
                </a:ext>
              </a:extLst>
            </p:cNvPr>
            <p:cNvSpPr/>
            <p:nvPr>
              <p:custDataLst>
                <p:tags r:id="rId164"/>
              </p:custDataLst>
            </p:nvPr>
          </p:nvSpPr>
          <p:spPr>
            <a:xfrm>
              <a:off x="3041172" y="5795061"/>
              <a:ext cx="8684365" cy="10204"/>
            </a:xfrm>
            <a:prstGeom prst="rect">
              <a:avLst/>
            </a:prstGeom>
            <a:solidFill>
              <a:schemeClr val="bg1"/>
            </a:solidFill>
            <a:ln w="25432" cap="flat">
              <a:noFill/>
              <a:prstDash val="solid"/>
              <a:miter/>
            </a:ln>
          </p:spPr>
          <p:txBody>
            <a:bodyPr/>
            <a:lstStyle/>
            <a:p>
              <a:endParaRPr lang="en-US"/>
            </a:p>
          </p:txBody>
        </p:sp>
      </p:grpSp>
    </p:spTree>
    <p:extLst>
      <p:ext uri="{BB962C8B-B14F-4D97-AF65-F5344CB8AC3E}">
        <p14:creationId xmlns:p14="http://schemas.microsoft.com/office/powerpoint/2010/main" val="26173612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02568125-00CA-0889-60B5-D97BA930F477}"/>
            </a:ext>
          </a:extLst>
        </p:cNvPr>
        <p:cNvGrpSpPr/>
        <p:nvPr/>
      </p:nvGrpSpPr>
      <p:grpSpPr>
        <a:xfrm>
          <a:off x="0" y="0"/>
          <a:ext cx="0" cy="0"/>
          <a:chOff x="0" y="0"/>
          <a:chExt cx="0" cy="0"/>
        </a:xfrm>
      </p:grpSpPr>
      <p:sp>
        <p:nvSpPr>
          <p:cNvPr id="3" name="Date Placeholder 3">
            <a:extLst>
              <a:ext uri="{FF2B5EF4-FFF2-40B4-BE49-F238E27FC236}">
                <a16:creationId xmlns:a16="http://schemas.microsoft.com/office/drawing/2014/main" id="{4ED9CF63-D0BB-F229-201C-4B0622F364E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6" name="Picture 2" descr="Foro Enseñanza e Investigación de las Políticas Públicas en Colombia – En  homenaje a Luis Fernando Aguilar Villanueva">
            <a:extLst>
              <a:ext uri="{FF2B5EF4-FFF2-40B4-BE49-F238E27FC236}">
                <a16:creationId xmlns:a16="http://schemas.microsoft.com/office/drawing/2014/main" id="{1D43C0BD-9D09-C588-0A42-25B0F96D596C}"/>
              </a:ext>
            </a:extLst>
          </p:cNvPr>
          <p:cNvPicPr>
            <a:picLocks noChangeAspect="1" noChangeArrowheads="1"/>
          </p:cNvPicPr>
          <p:nvPr/>
        </p:nvPicPr>
        <p:blipFill rotWithShape="1">
          <a:blip r:embed="rId3" cstate="print">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rcRect t="1" b="39588"/>
          <a:stretch/>
        </p:blipFill>
        <p:spPr bwMode="auto">
          <a:xfrm>
            <a:off x="1071562" y="357805"/>
            <a:ext cx="1843086" cy="60199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C9BD02B-C698-AF46-E491-6775A467644B}"/>
              </a:ext>
            </a:extLst>
          </p:cNvPr>
          <p:cNvSpPr txBox="1"/>
          <p:nvPr/>
        </p:nvSpPr>
        <p:spPr>
          <a:xfrm>
            <a:off x="1071562" y="1394866"/>
            <a:ext cx="9584247" cy="1295163"/>
          </a:xfrm>
          <a:prstGeom prst="rect">
            <a:avLst/>
          </a:prstGeom>
          <a:noFill/>
        </p:spPr>
        <p:txBody>
          <a:bodyPr wrap="square" rtlCol="0">
            <a:spAutoFit/>
          </a:bodyPr>
          <a:lstStyle/>
          <a:p>
            <a:pPr marL="0" marR="0" lvl="0" indent="0" algn="l" defTabSz="914400" rtl="0" eaLnBrk="1" fontAlgn="auto" latinLnBrk="0" hangingPunct="1">
              <a:lnSpc>
                <a:spcPts val="4600"/>
              </a:lnSpc>
              <a:spcBef>
                <a:spcPts val="0"/>
              </a:spcBef>
              <a:spcAft>
                <a:spcPts val="0"/>
              </a:spcAft>
              <a:buClrTx/>
              <a:buSzTx/>
              <a:buFontTx/>
              <a:buNone/>
              <a:tabLst/>
              <a:defRPr/>
            </a:pPr>
            <a:r>
              <a:rPr kumimoji="0" lang="en-GB" sz="4800" b="0" i="0" u="none" strike="noStrike" kern="1200" cap="none" spc="0" normalizeH="0" baseline="0" noProof="0">
                <a:ln>
                  <a:noFill/>
                </a:ln>
                <a:solidFill>
                  <a:prstClr val="white"/>
                </a:solidFill>
                <a:effectLst/>
                <a:uLnTx/>
                <a:uFillTx/>
                <a:latin typeface="Aptos Black" panose="020F0502020204030204" pitchFamily="34" charset="0"/>
                <a:ea typeface="+mn-ea"/>
                <a:cs typeface="+mn-cs"/>
              </a:rPr>
              <a:t>Binomial </a:t>
            </a:r>
            <a:br>
              <a:rPr kumimoji="0" lang="en-GB" sz="4800" b="0" i="0" u="none" strike="noStrike" kern="1200" cap="none" spc="0" normalizeH="0" baseline="0" noProof="0">
                <a:ln>
                  <a:noFill/>
                </a:ln>
                <a:solidFill>
                  <a:prstClr val="white"/>
                </a:solidFill>
                <a:effectLst/>
                <a:uLnTx/>
                <a:uFillTx/>
                <a:latin typeface="Aptos Black" panose="020F0502020204030204" pitchFamily="34" charset="0"/>
                <a:ea typeface="+mn-ea"/>
                <a:cs typeface="+mn-cs"/>
              </a:rPr>
            </a:br>
            <a:r>
              <a:rPr kumimoji="0" lang="en-GB" sz="4800" b="0" i="0" u="none" strike="noStrike" kern="1200" cap="none" spc="0" normalizeH="0" baseline="0" noProof="0">
                <a:ln>
                  <a:noFill/>
                </a:ln>
                <a:solidFill>
                  <a:prstClr val="white"/>
                </a:solidFill>
                <a:effectLst/>
                <a:uLnTx/>
                <a:uFillTx/>
                <a:latin typeface="Aptos Black" panose="020F0502020204030204" pitchFamily="34" charset="0"/>
                <a:ea typeface="+mn-ea"/>
                <a:cs typeface="+mn-cs"/>
              </a:rPr>
              <a:t>models</a:t>
            </a:r>
          </a:p>
        </p:txBody>
      </p:sp>
      <p:pic>
        <p:nvPicPr>
          <p:cNvPr id="18" name="Picture 17">
            <a:extLst>
              <a:ext uri="{FF2B5EF4-FFF2-40B4-BE49-F238E27FC236}">
                <a16:creationId xmlns:a16="http://schemas.microsoft.com/office/drawing/2014/main" id="{1C6866E9-FE08-C23B-928B-D7214C6E26B5}"/>
              </a:ext>
            </a:extLst>
          </p:cNvPr>
          <p:cNvPicPr>
            <a:picLocks noChangeAspect="1"/>
          </p:cNvPicPr>
          <p:nvPr/>
        </p:nvPicPr>
        <p:blipFill>
          <a:blip r:embed="rId5"/>
          <a:stretch>
            <a:fillRect/>
          </a:stretch>
        </p:blipFill>
        <p:spPr>
          <a:xfrm>
            <a:off x="143080" y="6102984"/>
            <a:ext cx="5249008" cy="609685"/>
          </a:xfrm>
          <a:prstGeom prst="rect">
            <a:avLst/>
          </a:prstGeom>
        </p:spPr>
      </p:pic>
      <p:sp>
        <p:nvSpPr>
          <p:cNvPr id="2" name="Título 1">
            <a:extLst>
              <a:ext uri="{FF2B5EF4-FFF2-40B4-BE49-F238E27FC236}">
                <a16:creationId xmlns:a16="http://schemas.microsoft.com/office/drawing/2014/main" id="{FF6E6A54-EBA3-FA3E-2261-642133210AEB}"/>
              </a:ext>
            </a:extLst>
          </p:cNvPr>
          <p:cNvSpPr txBox="1">
            <a:spLocks/>
          </p:cNvSpPr>
          <p:nvPr/>
        </p:nvSpPr>
        <p:spPr>
          <a:xfrm>
            <a:off x="1071562" y="2690029"/>
            <a:ext cx="5077778"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b="1">
                <a:solidFill>
                  <a:prstClr val="white"/>
                </a:solidFill>
                <a:latin typeface="Aptos SemiBold" panose="020F0502020204030204" pitchFamily="34" charset="0"/>
              </a:rPr>
              <a:t>The Logit Model</a:t>
            </a:r>
          </a:p>
        </p:txBody>
      </p:sp>
    </p:spTree>
    <p:extLst>
      <p:ext uri="{BB962C8B-B14F-4D97-AF65-F5344CB8AC3E}">
        <p14:creationId xmlns:p14="http://schemas.microsoft.com/office/powerpoint/2010/main" val="2574808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0C6B2-1763-AC07-D36B-D95172192AD2}"/>
            </a:ext>
          </a:extLst>
        </p:cNvPr>
        <p:cNvGrpSpPr/>
        <p:nvPr/>
      </p:nvGrpSpPr>
      <p:grpSpPr>
        <a:xfrm>
          <a:off x="0" y="0"/>
          <a:ext cx="0" cy="0"/>
          <a:chOff x="0" y="0"/>
          <a:chExt cx="0" cy="0"/>
        </a:xfrm>
      </p:grpSpPr>
      <p:sp>
        <p:nvSpPr>
          <p:cNvPr id="5752" name="Rectangle 5751">
            <a:extLst>
              <a:ext uri="{FF2B5EF4-FFF2-40B4-BE49-F238E27FC236}">
                <a16:creationId xmlns:a16="http://schemas.microsoft.com/office/drawing/2014/main" id="{49445EB3-6894-5B1A-40EE-1AE163AFEECA}"/>
              </a:ext>
            </a:extLst>
          </p:cNvPr>
          <p:cNvSpPr/>
          <p:nvPr/>
        </p:nvSpPr>
        <p:spPr>
          <a:xfrm>
            <a:off x="6696075" y="5214944"/>
            <a:ext cx="1581150" cy="52322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C821ABDF-5090-7769-EA81-33C70CA886E3}"/>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FC757C8E-0BE9-8748-1069-A237054C93D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4C18AF67-C601-DE71-AE34-541973A149BC}"/>
              </a:ext>
            </a:extLst>
          </p:cNvPr>
          <p:cNvSpPr txBox="1">
            <a:spLocks/>
          </p:cNvSpPr>
          <p:nvPr/>
        </p:nvSpPr>
        <p:spPr>
          <a:xfrm>
            <a:off x="891589" y="501651"/>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The Logit Model</a:t>
            </a:r>
          </a:p>
        </p:txBody>
      </p:sp>
      <p:sp>
        <p:nvSpPr>
          <p:cNvPr id="10" name="Date Placeholder 3 2">
            <a:extLst>
              <a:ext uri="{FF2B5EF4-FFF2-40B4-BE49-F238E27FC236}">
                <a16:creationId xmlns:a16="http://schemas.microsoft.com/office/drawing/2014/main" id="{29892A57-8222-D925-7F67-625C5C4E9B55}"/>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grpSp>
        <p:nvGrpSpPr>
          <p:cNvPr id="65" name="Group 64" descr="\documentclass{article}&#10;\usepackage{amsmath}&#10;\usepackage{amsfonts}&#10;\pagestyle{empty}&#10;\begin{document}&#10;&#10;&#10;\[&#10;p = \Lambda(\mathbf{x}'\boldsymbol{\beta}) = \frac{e^{\mathbf{x}'\boldsymbol{\beta}}}{1 + e^{\mathbf{x}'\boldsymbol{\beta}}}&#10;\]&#10;&#10;&#10;&#10;&#10;&#10;\end{document}" title="IguanaTex Shape Display">
            <a:extLst>
              <a:ext uri="{FF2B5EF4-FFF2-40B4-BE49-F238E27FC236}">
                <a16:creationId xmlns:a16="http://schemas.microsoft.com/office/drawing/2014/main" id="{865D70D0-6D2C-78BE-F064-8B7C282F6A9A}"/>
              </a:ext>
            </a:extLst>
          </p:cNvPr>
          <p:cNvGrpSpPr>
            <a:grpSpLocks noChangeAspect="1"/>
          </p:cNvGrpSpPr>
          <p:nvPr>
            <p:custDataLst>
              <p:tags r:id="rId1"/>
            </p:custDataLst>
          </p:nvPr>
        </p:nvGrpSpPr>
        <p:grpSpPr>
          <a:xfrm>
            <a:off x="1088508" y="1607208"/>
            <a:ext cx="1767589" cy="425520"/>
            <a:chOff x="11363782" y="4116479"/>
            <a:chExt cx="2341813" cy="563756"/>
          </a:xfrm>
        </p:grpSpPr>
        <p:sp>
          <p:nvSpPr>
            <p:cNvPr id="8" name="Freeform: Shape 7">
              <a:extLst>
                <a:ext uri="{FF2B5EF4-FFF2-40B4-BE49-F238E27FC236}">
                  <a16:creationId xmlns:a16="http://schemas.microsoft.com/office/drawing/2014/main" id="{AFC5DCD1-B269-5E41-4FD5-80CB0C0AD51E}"/>
                </a:ext>
              </a:extLst>
            </p:cNvPr>
            <p:cNvSpPr/>
            <p:nvPr>
              <p:custDataLst>
                <p:tags r:id="rId148"/>
              </p:custDataLst>
            </p:nvPr>
          </p:nvSpPr>
          <p:spPr>
            <a:xfrm>
              <a:off x="11363782" y="4394551"/>
              <a:ext cx="123463" cy="150043"/>
            </a:xfrm>
            <a:custGeom>
              <a:avLst/>
              <a:gdLst>
                <a:gd name="connsiteX0" fmla="*/ 18396 w 123463"/>
                <a:gd name="connsiteY0" fmla="*/ 133138 h 150043"/>
                <a:gd name="connsiteX1" fmla="*/ 5624 w 123463"/>
                <a:gd name="connsiteY1" fmla="*/ 142810 h 150043"/>
                <a:gd name="connsiteX2" fmla="*/ 184 w 123463"/>
                <a:gd name="connsiteY2" fmla="*/ 147293 h 150043"/>
                <a:gd name="connsiteX3" fmla="*/ 3259 w 123463"/>
                <a:gd name="connsiteY3" fmla="*/ 150124 h 150043"/>
                <a:gd name="connsiteX4" fmla="*/ 23126 w 123463"/>
                <a:gd name="connsiteY4" fmla="*/ 149416 h 150043"/>
                <a:gd name="connsiteX5" fmla="*/ 46542 w 123463"/>
                <a:gd name="connsiteY5" fmla="*/ 150124 h 150043"/>
                <a:gd name="connsiteX6" fmla="*/ 50799 w 123463"/>
                <a:gd name="connsiteY6" fmla="*/ 145405 h 150043"/>
                <a:gd name="connsiteX7" fmla="*/ 45123 w 123463"/>
                <a:gd name="connsiteY7" fmla="*/ 142810 h 150043"/>
                <a:gd name="connsiteX8" fmla="*/ 33297 w 123463"/>
                <a:gd name="connsiteY8" fmla="*/ 139035 h 150043"/>
                <a:gd name="connsiteX9" fmla="*/ 44886 w 123463"/>
                <a:gd name="connsiteY9" fmla="*/ 91852 h 150043"/>
                <a:gd name="connsiteX10" fmla="*/ 66646 w 123463"/>
                <a:gd name="connsiteY10" fmla="*/ 106951 h 150043"/>
                <a:gd name="connsiteX11" fmla="*/ 123647 w 123463"/>
                <a:gd name="connsiteY11" fmla="*/ 37827 h 150043"/>
                <a:gd name="connsiteX12" fmla="*/ 92190 w 123463"/>
                <a:gd name="connsiteY12" fmla="*/ 80 h 150043"/>
                <a:gd name="connsiteX13" fmla="*/ 61206 w 123463"/>
                <a:gd name="connsiteY13" fmla="*/ 17774 h 150043"/>
                <a:gd name="connsiteX14" fmla="*/ 39919 w 123463"/>
                <a:gd name="connsiteY14" fmla="*/ 80 h 150043"/>
                <a:gd name="connsiteX15" fmla="*/ 22417 w 123463"/>
                <a:gd name="connsiteY15" fmla="*/ 13527 h 150043"/>
                <a:gd name="connsiteX16" fmla="*/ 15085 w 123463"/>
                <a:gd name="connsiteY16" fmla="*/ 36411 h 150043"/>
                <a:gd name="connsiteX17" fmla="*/ 17923 w 123463"/>
                <a:gd name="connsiteY17" fmla="*/ 38770 h 150043"/>
                <a:gd name="connsiteX18" fmla="*/ 21944 w 123463"/>
                <a:gd name="connsiteY18" fmla="*/ 33344 h 150043"/>
                <a:gd name="connsiteX19" fmla="*/ 39210 w 123463"/>
                <a:gd name="connsiteY19" fmla="*/ 5270 h 150043"/>
                <a:gd name="connsiteX20" fmla="*/ 46542 w 123463"/>
                <a:gd name="connsiteY20" fmla="*/ 16122 h 150043"/>
                <a:gd name="connsiteX21" fmla="*/ 44886 w 123463"/>
                <a:gd name="connsiteY21" fmla="*/ 28154 h 150043"/>
                <a:gd name="connsiteX22" fmla="*/ 18396 w 123463"/>
                <a:gd name="connsiteY22" fmla="*/ 133138 h 150043"/>
                <a:gd name="connsiteX23" fmla="*/ 60023 w 123463"/>
                <a:gd name="connsiteY23" fmla="*/ 30749 h 150043"/>
                <a:gd name="connsiteX24" fmla="*/ 72322 w 123463"/>
                <a:gd name="connsiteY24" fmla="*/ 14235 h 150043"/>
                <a:gd name="connsiteX25" fmla="*/ 91480 w 123463"/>
                <a:gd name="connsiteY25" fmla="*/ 5270 h 150043"/>
                <a:gd name="connsiteX26" fmla="*/ 106618 w 123463"/>
                <a:gd name="connsiteY26" fmla="*/ 27446 h 150043"/>
                <a:gd name="connsiteX27" fmla="*/ 94555 w 123463"/>
                <a:gd name="connsiteY27" fmla="*/ 77461 h 150043"/>
                <a:gd name="connsiteX28" fmla="*/ 66409 w 123463"/>
                <a:gd name="connsiteY28" fmla="*/ 101760 h 150043"/>
                <a:gd name="connsiteX29" fmla="*/ 47724 w 123463"/>
                <a:gd name="connsiteY29" fmla="*/ 80764 h 150043"/>
                <a:gd name="connsiteX30" fmla="*/ 48434 w 123463"/>
                <a:gd name="connsiteY30" fmla="*/ 76989 h 150043"/>
                <a:gd name="connsiteX31" fmla="*/ 60023 w 123463"/>
                <a:gd name="connsiteY31" fmla="*/ 30749 h 150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463" h="150043">
                  <a:moveTo>
                    <a:pt x="18396" y="133138"/>
                  </a:moveTo>
                  <a:cubicBezTo>
                    <a:pt x="16504" y="141159"/>
                    <a:pt x="16031" y="142810"/>
                    <a:pt x="5624" y="142810"/>
                  </a:cubicBezTo>
                  <a:cubicBezTo>
                    <a:pt x="2786" y="142810"/>
                    <a:pt x="184" y="142810"/>
                    <a:pt x="184" y="147293"/>
                  </a:cubicBezTo>
                  <a:cubicBezTo>
                    <a:pt x="184" y="149180"/>
                    <a:pt x="1366" y="150124"/>
                    <a:pt x="3259" y="150124"/>
                  </a:cubicBezTo>
                  <a:cubicBezTo>
                    <a:pt x="9645" y="150124"/>
                    <a:pt x="16504" y="149416"/>
                    <a:pt x="23126" y="149416"/>
                  </a:cubicBezTo>
                  <a:cubicBezTo>
                    <a:pt x="30931" y="149416"/>
                    <a:pt x="38973" y="150124"/>
                    <a:pt x="46542" y="150124"/>
                  </a:cubicBezTo>
                  <a:cubicBezTo>
                    <a:pt x="47724" y="150124"/>
                    <a:pt x="50799" y="150124"/>
                    <a:pt x="50799" y="145405"/>
                  </a:cubicBezTo>
                  <a:cubicBezTo>
                    <a:pt x="50799" y="142810"/>
                    <a:pt x="48434" y="142810"/>
                    <a:pt x="45123" y="142810"/>
                  </a:cubicBezTo>
                  <a:cubicBezTo>
                    <a:pt x="33297" y="142810"/>
                    <a:pt x="33297" y="141159"/>
                    <a:pt x="33297" y="139035"/>
                  </a:cubicBezTo>
                  <a:cubicBezTo>
                    <a:pt x="33297" y="136204"/>
                    <a:pt x="43230" y="97750"/>
                    <a:pt x="44886" y="91852"/>
                  </a:cubicBezTo>
                  <a:cubicBezTo>
                    <a:pt x="47961" y="98694"/>
                    <a:pt x="54583" y="106951"/>
                    <a:pt x="66646" y="106951"/>
                  </a:cubicBezTo>
                  <a:cubicBezTo>
                    <a:pt x="94082" y="106951"/>
                    <a:pt x="123647" y="72507"/>
                    <a:pt x="123647" y="37827"/>
                  </a:cubicBezTo>
                  <a:cubicBezTo>
                    <a:pt x="123647" y="15650"/>
                    <a:pt x="110165" y="80"/>
                    <a:pt x="92190" y="80"/>
                  </a:cubicBezTo>
                  <a:cubicBezTo>
                    <a:pt x="80364" y="80"/>
                    <a:pt x="69011" y="8573"/>
                    <a:pt x="61206" y="17774"/>
                  </a:cubicBezTo>
                  <a:cubicBezTo>
                    <a:pt x="58841" y="5034"/>
                    <a:pt x="48670" y="80"/>
                    <a:pt x="39919" y="80"/>
                  </a:cubicBezTo>
                  <a:cubicBezTo>
                    <a:pt x="29039" y="80"/>
                    <a:pt x="24545" y="9281"/>
                    <a:pt x="22417" y="13527"/>
                  </a:cubicBezTo>
                  <a:cubicBezTo>
                    <a:pt x="18159" y="21548"/>
                    <a:pt x="15085" y="35703"/>
                    <a:pt x="15085" y="36411"/>
                  </a:cubicBezTo>
                  <a:cubicBezTo>
                    <a:pt x="15085" y="38770"/>
                    <a:pt x="17450" y="38770"/>
                    <a:pt x="17923" y="38770"/>
                  </a:cubicBezTo>
                  <a:cubicBezTo>
                    <a:pt x="20288" y="38770"/>
                    <a:pt x="20525" y="38534"/>
                    <a:pt x="21944" y="33344"/>
                  </a:cubicBezTo>
                  <a:cubicBezTo>
                    <a:pt x="25964" y="16594"/>
                    <a:pt x="30695" y="5270"/>
                    <a:pt x="39210" y="5270"/>
                  </a:cubicBezTo>
                  <a:cubicBezTo>
                    <a:pt x="43230" y="5270"/>
                    <a:pt x="46542" y="7157"/>
                    <a:pt x="46542" y="16122"/>
                  </a:cubicBezTo>
                  <a:cubicBezTo>
                    <a:pt x="46542" y="21548"/>
                    <a:pt x="45832" y="24144"/>
                    <a:pt x="44886" y="28154"/>
                  </a:cubicBezTo>
                  <a:lnTo>
                    <a:pt x="18396" y="133138"/>
                  </a:lnTo>
                  <a:close/>
                  <a:moveTo>
                    <a:pt x="60023" y="30749"/>
                  </a:moveTo>
                  <a:cubicBezTo>
                    <a:pt x="61679" y="24379"/>
                    <a:pt x="68065" y="17774"/>
                    <a:pt x="72322" y="14235"/>
                  </a:cubicBezTo>
                  <a:cubicBezTo>
                    <a:pt x="80600" y="6922"/>
                    <a:pt x="87460" y="5270"/>
                    <a:pt x="91480" y="5270"/>
                  </a:cubicBezTo>
                  <a:cubicBezTo>
                    <a:pt x="100941" y="5270"/>
                    <a:pt x="106618" y="13527"/>
                    <a:pt x="106618" y="27446"/>
                  </a:cubicBezTo>
                  <a:cubicBezTo>
                    <a:pt x="106618" y="41365"/>
                    <a:pt x="98812" y="68496"/>
                    <a:pt x="94555" y="77461"/>
                  </a:cubicBezTo>
                  <a:cubicBezTo>
                    <a:pt x="86513" y="93975"/>
                    <a:pt x="75161" y="101760"/>
                    <a:pt x="66409" y="101760"/>
                  </a:cubicBezTo>
                  <a:cubicBezTo>
                    <a:pt x="50799" y="101760"/>
                    <a:pt x="47724" y="82179"/>
                    <a:pt x="47724" y="80764"/>
                  </a:cubicBezTo>
                  <a:cubicBezTo>
                    <a:pt x="47724" y="80292"/>
                    <a:pt x="47724" y="79820"/>
                    <a:pt x="48434" y="76989"/>
                  </a:cubicBezTo>
                  <a:lnTo>
                    <a:pt x="60023" y="3074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 name="Freeform: Shape 8">
              <a:extLst>
                <a:ext uri="{FF2B5EF4-FFF2-40B4-BE49-F238E27FC236}">
                  <a16:creationId xmlns:a16="http://schemas.microsoft.com/office/drawing/2014/main" id="{9AAA68BF-BF08-425D-9E86-F171808CB34B}"/>
                </a:ext>
              </a:extLst>
            </p:cNvPr>
            <p:cNvSpPr/>
            <p:nvPr>
              <p:custDataLst>
                <p:tags r:id="rId149"/>
              </p:custDataLst>
            </p:nvPr>
          </p:nvSpPr>
          <p:spPr>
            <a:xfrm>
              <a:off x="11569293" y="4412245"/>
              <a:ext cx="157285" cy="55204"/>
            </a:xfrm>
            <a:custGeom>
              <a:avLst/>
              <a:gdLst>
                <a:gd name="connsiteX0" fmla="*/ 149435 w 157285"/>
                <a:gd name="connsiteY0" fmla="*/ 9517 h 55204"/>
                <a:gd name="connsiteX1" fmla="*/ 157477 w 157285"/>
                <a:gd name="connsiteY1" fmla="*/ 4798 h 55204"/>
                <a:gd name="connsiteX2" fmla="*/ 149672 w 157285"/>
                <a:gd name="connsiteY2" fmla="*/ 80 h 55204"/>
                <a:gd name="connsiteX3" fmla="*/ 7997 w 157285"/>
                <a:gd name="connsiteY3" fmla="*/ 80 h 55204"/>
                <a:gd name="connsiteX4" fmla="*/ 192 w 157285"/>
                <a:gd name="connsiteY4" fmla="*/ 4798 h 55204"/>
                <a:gd name="connsiteX5" fmla="*/ 8233 w 157285"/>
                <a:gd name="connsiteY5" fmla="*/ 9517 h 55204"/>
                <a:gd name="connsiteX6" fmla="*/ 149435 w 157285"/>
                <a:gd name="connsiteY6" fmla="*/ 9517 h 55204"/>
                <a:gd name="connsiteX7" fmla="*/ 149672 w 157285"/>
                <a:gd name="connsiteY7" fmla="*/ 55285 h 55204"/>
                <a:gd name="connsiteX8" fmla="*/ 157477 w 157285"/>
                <a:gd name="connsiteY8" fmla="*/ 50566 h 55204"/>
                <a:gd name="connsiteX9" fmla="*/ 149435 w 157285"/>
                <a:gd name="connsiteY9" fmla="*/ 45848 h 55204"/>
                <a:gd name="connsiteX10" fmla="*/ 8233 w 157285"/>
                <a:gd name="connsiteY10" fmla="*/ 45848 h 55204"/>
                <a:gd name="connsiteX11" fmla="*/ 192 w 157285"/>
                <a:gd name="connsiteY11" fmla="*/ 50566 h 55204"/>
                <a:gd name="connsiteX12" fmla="*/ 7997 w 157285"/>
                <a:gd name="connsiteY12" fmla="*/ 55285 h 55204"/>
                <a:gd name="connsiteX13" fmla="*/ 149672 w 157285"/>
                <a:gd name="connsiteY13" fmla="*/ 55285 h 55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285" h="55204">
                  <a:moveTo>
                    <a:pt x="149435" y="9517"/>
                  </a:moveTo>
                  <a:cubicBezTo>
                    <a:pt x="152983" y="9517"/>
                    <a:pt x="157477" y="9517"/>
                    <a:pt x="157477" y="4798"/>
                  </a:cubicBezTo>
                  <a:cubicBezTo>
                    <a:pt x="157477" y="80"/>
                    <a:pt x="152983" y="80"/>
                    <a:pt x="149672" y="80"/>
                  </a:cubicBezTo>
                  <a:lnTo>
                    <a:pt x="7997" y="80"/>
                  </a:lnTo>
                  <a:cubicBezTo>
                    <a:pt x="4686" y="80"/>
                    <a:pt x="192" y="80"/>
                    <a:pt x="192" y="4798"/>
                  </a:cubicBezTo>
                  <a:cubicBezTo>
                    <a:pt x="192" y="9517"/>
                    <a:pt x="4686" y="9517"/>
                    <a:pt x="8233" y="9517"/>
                  </a:cubicBezTo>
                  <a:lnTo>
                    <a:pt x="149435" y="9517"/>
                  </a:lnTo>
                  <a:close/>
                  <a:moveTo>
                    <a:pt x="149672" y="55285"/>
                  </a:moveTo>
                  <a:cubicBezTo>
                    <a:pt x="152983" y="55285"/>
                    <a:pt x="157477" y="55285"/>
                    <a:pt x="157477" y="50566"/>
                  </a:cubicBezTo>
                  <a:cubicBezTo>
                    <a:pt x="157477" y="45848"/>
                    <a:pt x="152983" y="45848"/>
                    <a:pt x="149435" y="45848"/>
                  </a:cubicBezTo>
                  <a:lnTo>
                    <a:pt x="8233" y="45848"/>
                  </a:lnTo>
                  <a:cubicBezTo>
                    <a:pt x="4686" y="45848"/>
                    <a:pt x="192" y="45848"/>
                    <a:pt x="192" y="50566"/>
                  </a:cubicBezTo>
                  <a:cubicBezTo>
                    <a:pt x="192" y="55285"/>
                    <a:pt x="4686" y="55285"/>
                    <a:pt x="7997" y="55285"/>
                  </a:cubicBezTo>
                  <a:lnTo>
                    <a:pt x="149672" y="5528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 name="Freeform: Shape 10">
              <a:extLst>
                <a:ext uri="{FF2B5EF4-FFF2-40B4-BE49-F238E27FC236}">
                  <a16:creationId xmlns:a16="http://schemas.microsoft.com/office/drawing/2014/main" id="{4357BC35-5154-AD1A-1557-C96A4730B295}"/>
                </a:ext>
              </a:extLst>
            </p:cNvPr>
            <p:cNvSpPr/>
            <p:nvPr>
              <p:custDataLst>
                <p:tags r:id="rId150"/>
              </p:custDataLst>
            </p:nvPr>
          </p:nvSpPr>
          <p:spPr>
            <a:xfrm>
              <a:off x="11813275" y="4329909"/>
              <a:ext cx="148770" cy="168917"/>
            </a:xfrm>
            <a:custGeom>
              <a:avLst/>
              <a:gdLst>
                <a:gd name="connsiteX0" fmla="*/ 80146 w 148770"/>
                <a:gd name="connsiteY0" fmla="*/ 5034 h 168917"/>
                <a:gd name="connsiteX1" fmla="*/ 74706 w 148770"/>
                <a:gd name="connsiteY1" fmla="*/ 80 h 168917"/>
                <a:gd name="connsiteX2" fmla="*/ 69266 w 148770"/>
                <a:gd name="connsiteY2" fmla="*/ 5034 h 168917"/>
                <a:gd name="connsiteX3" fmla="*/ 23854 w 148770"/>
                <a:gd name="connsiteY3" fmla="*/ 145405 h 168917"/>
                <a:gd name="connsiteX4" fmla="*/ 202 w 148770"/>
                <a:gd name="connsiteY4" fmla="*/ 161684 h 168917"/>
                <a:gd name="connsiteX5" fmla="*/ 202 w 148770"/>
                <a:gd name="connsiteY5" fmla="*/ 168997 h 168917"/>
                <a:gd name="connsiteX6" fmla="*/ 22198 w 148770"/>
                <a:gd name="connsiteY6" fmla="*/ 168289 h 168917"/>
                <a:gd name="connsiteX7" fmla="*/ 48925 w 148770"/>
                <a:gd name="connsiteY7" fmla="*/ 168997 h 168917"/>
                <a:gd name="connsiteX8" fmla="*/ 48925 w 148770"/>
                <a:gd name="connsiteY8" fmla="*/ 161684 h 168917"/>
                <a:gd name="connsiteX9" fmla="*/ 30713 w 148770"/>
                <a:gd name="connsiteY9" fmla="*/ 149416 h 168917"/>
                <a:gd name="connsiteX10" fmla="*/ 31896 w 148770"/>
                <a:gd name="connsiteY10" fmla="*/ 144226 h 168917"/>
                <a:gd name="connsiteX11" fmla="*/ 67374 w 148770"/>
                <a:gd name="connsiteY11" fmla="*/ 34288 h 168917"/>
                <a:gd name="connsiteX12" fmla="*/ 104744 w 148770"/>
                <a:gd name="connsiteY12" fmla="*/ 150360 h 168917"/>
                <a:gd name="connsiteX13" fmla="*/ 105926 w 148770"/>
                <a:gd name="connsiteY13" fmla="*/ 154606 h 168917"/>
                <a:gd name="connsiteX14" fmla="*/ 85822 w 148770"/>
                <a:gd name="connsiteY14" fmla="*/ 161684 h 168917"/>
                <a:gd name="connsiteX15" fmla="*/ 85822 w 148770"/>
                <a:gd name="connsiteY15" fmla="*/ 168997 h 168917"/>
                <a:gd name="connsiteX16" fmla="*/ 119881 w 148770"/>
                <a:gd name="connsiteY16" fmla="*/ 168289 h 168917"/>
                <a:gd name="connsiteX17" fmla="*/ 148973 w 148770"/>
                <a:gd name="connsiteY17" fmla="*/ 168997 h 168917"/>
                <a:gd name="connsiteX18" fmla="*/ 148973 w 148770"/>
                <a:gd name="connsiteY18" fmla="*/ 161684 h 168917"/>
                <a:gd name="connsiteX19" fmla="*/ 127450 w 148770"/>
                <a:gd name="connsiteY19" fmla="*/ 151539 h 168917"/>
                <a:gd name="connsiteX20" fmla="*/ 80146 w 148770"/>
                <a:gd name="connsiteY20" fmla="*/ 5034 h 168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8770" h="168917">
                  <a:moveTo>
                    <a:pt x="80146" y="5034"/>
                  </a:moveTo>
                  <a:cubicBezTo>
                    <a:pt x="78727" y="552"/>
                    <a:pt x="77308" y="80"/>
                    <a:pt x="74706" y="80"/>
                  </a:cubicBezTo>
                  <a:cubicBezTo>
                    <a:pt x="70922" y="80"/>
                    <a:pt x="70448" y="1024"/>
                    <a:pt x="69266" y="5034"/>
                  </a:cubicBezTo>
                  <a:lnTo>
                    <a:pt x="23854" y="145405"/>
                  </a:lnTo>
                  <a:cubicBezTo>
                    <a:pt x="21489" y="152483"/>
                    <a:pt x="16759" y="161684"/>
                    <a:pt x="202" y="161684"/>
                  </a:cubicBezTo>
                  <a:lnTo>
                    <a:pt x="202" y="168997"/>
                  </a:lnTo>
                  <a:cubicBezTo>
                    <a:pt x="8007" y="168525"/>
                    <a:pt x="20070" y="168289"/>
                    <a:pt x="22198" y="168289"/>
                  </a:cubicBezTo>
                  <a:cubicBezTo>
                    <a:pt x="29058" y="168289"/>
                    <a:pt x="41593" y="168761"/>
                    <a:pt x="48925" y="168997"/>
                  </a:cubicBezTo>
                  <a:lnTo>
                    <a:pt x="48925" y="161684"/>
                  </a:lnTo>
                  <a:cubicBezTo>
                    <a:pt x="36153" y="161448"/>
                    <a:pt x="30713" y="155078"/>
                    <a:pt x="30713" y="149416"/>
                  </a:cubicBezTo>
                  <a:cubicBezTo>
                    <a:pt x="30713" y="148236"/>
                    <a:pt x="30713" y="147529"/>
                    <a:pt x="31896" y="144226"/>
                  </a:cubicBezTo>
                  <a:lnTo>
                    <a:pt x="67374" y="34288"/>
                  </a:lnTo>
                  <a:lnTo>
                    <a:pt x="104744" y="150360"/>
                  </a:lnTo>
                  <a:cubicBezTo>
                    <a:pt x="105926" y="153662"/>
                    <a:pt x="105926" y="154134"/>
                    <a:pt x="105926" y="154606"/>
                  </a:cubicBezTo>
                  <a:cubicBezTo>
                    <a:pt x="105926" y="161684"/>
                    <a:pt x="91972" y="161684"/>
                    <a:pt x="85822" y="161684"/>
                  </a:cubicBezTo>
                  <a:lnTo>
                    <a:pt x="85822" y="168997"/>
                  </a:lnTo>
                  <a:cubicBezTo>
                    <a:pt x="94100" y="168289"/>
                    <a:pt x="110893" y="168289"/>
                    <a:pt x="119881" y="168289"/>
                  </a:cubicBezTo>
                  <a:cubicBezTo>
                    <a:pt x="129105" y="168289"/>
                    <a:pt x="139749" y="168761"/>
                    <a:pt x="148973" y="168997"/>
                  </a:cubicBezTo>
                  <a:lnTo>
                    <a:pt x="148973" y="161684"/>
                  </a:lnTo>
                  <a:cubicBezTo>
                    <a:pt x="130997" y="161684"/>
                    <a:pt x="130288" y="160268"/>
                    <a:pt x="127450" y="151539"/>
                  </a:cubicBezTo>
                  <a:lnTo>
                    <a:pt x="80146" y="503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 name="Freeform: Shape 11">
              <a:extLst>
                <a:ext uri="{FF2B5EF4-FFF2-40B4-BE49-F238E27FC236}">
                  <a16:creationId xmlns:a16="http://schemas.microsoft.com/office/drawing/2014/main" id="{643ED35C-1037-2F4E-634B-C404F3132E63}"/>
                </a:ext>
              </a:extLst>
            </p:cNvPr>
            <p:cNvSpPr/>
            <p:nvPr>
              <p:custDataLst>
                <p:tags r:id="rId151"/>
              </p:custDataLst>
            </p:nvPr>
          </p:nvSpPr>
          <p:spPr>
            <a:xfrm>
              <a:off x="11993372" y="4321888"/>
              <a:ext cx="54872" cy="235917"/>
            </a:xfrm>
            <a:custGeom>
              <a:avLst/>
              <a:gdLst>
                <a:gd name="connsiteX0" fmla="*/ 55082 w 54872"/>
                <a:gd name="connsiteY0" fmla="*/ 233639 h 235917"/>
                <a:gd name="connsiteX1" fmla="*/ 51061 w 54872"/>
                <a:gd name="connsiteY1" fmla="*/ 228448 h 235917"/>
                <a:gd name="connsiteX2" fmla="*/ 13927 w 54872"/>
                <a:gd name="connsiteY2" fmla="*/ 118039 h 235917"/>
                <a:gd name="connsiteX3" fmla="*/ 52007 w 54872"/>
                <a:gd name="connsiteY3" fmla="*/ 6450 h 235917"/>
                <a:gd name="connsiteX4" fmla="*/ 55082 w 54872"/>
                <a:gd name="connsiteY4" fmla="*/ 2439 h 235917"/>
                <a:gd name="connsiteX5" fmla="*/ 52716 w 54872"/>
                <a:gd name="connsiteY5" fmla="*/ 80 h 235917"/>
                <a:gd name="connsiteX6" fmla="*/ 15110 w 54872"/>
                <a:gd name="connsiteY6" fmla="*/ 46084 h 235917"/>
                <a:gd name="connsiteX7" fmla="*/ 209 w 54872"/>
                <a:gd name="connsiteY7" fmla="*/ 118039 h 235917"/>
                <a:gd name="connsiteX8" fmla="*/ 15819 w 54872"/>
                <a:gd name="connsiteY8" fmla="*/ 191645 h 235917"/>
                <a:gd name="connsiteX9" fmla="*/ 52716 w 54872"/>
                <a:gd name="connsiteY9" fmla="*/ 235998 h 235917"/>
                <a:gd name="connsiteX10" fmla="*/ 55082 w 54872"/>
                <a:gd name="connsiteY10" fmla="*/ 233639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72" h="235917">
                  <a:moveTo>
                    <a:pt x="55082" y="233639"/>
                  </a:moveTo>
                  <a:cubicBezTo>
                    <a:pt x="55082" y="232931"/>
                    <a:pt x="55082" y="232459"/>
                    <a:pt x="51061" y="228448"/>
                  </a:cubicBezTo>
                  <a:cubicBezTo>
                    <a:pt x="21496" y="198723"/>
                    <a:pt x="13927" y="154134"/>
                    <a:pt x="13927" y="118039"/>
                  </a:cubicBezTo>
                  <a:cubicBezTo>
                    <a:pt x="13927" y="76989"/>
                    <a:pt x="22915" y="35939"/>
                    <a:pt x="52007" y="6450"/>
                  </a:cubicBezTo>
                  <a:cubicBezTo>
                    <a:pt x="55082" y="3619"/>
                    <a:pt x="55082" y="3147"/>
                    <a:pt x="55082" y="2439"/>
                  </a:cubicBezTo>
                  <a:cubicBezTo>
                    <a:pt x="55082" y="788"/>
                    <a:pt x="54136" y="80"/>
                    <a:pt x="52716" y="80"/>
                  </a:cubicBezTo>
                  <a:cubicBezTo>
                    <a:pt x="50351" y="80"/>
                    <a:pt x="29064" y="16122"/>
                    <a:pt x="15110" y="46084"/>
                  </a:cubicBezTo>
                  <a:cubicBezTo>
                    <a:pt x="3047" y="72035"/>
                    <a:pt x="209" y="98222"/>
                    <a:pt x="209" y="118039"/>
                  </a:cubicBezTo>
                  <a:cubicBezTo>
                    <a:pt x="209" y="136440"/>
                    <a:pt x="2811" y="164986"/>
                    <a:pt x="15819" y="191645"/>
                  </a:cubicBezTo>
                  <a:cubicBezTo>
                    <a:pt x="30011" y="220663"/>
                    <a:pt x="50351" y="235998"/>
                    <a:pt x="52716" y="235998"/>
                  </a:cubicBezTo>
                  <a:cubicBezTo>
                    <a:pt x="54136" y="235998"/>
                    <a:pt x="55082" y="235290"/>
                    <a:pt x="55082" y="23363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 name="Freeform: Shape 12">
              <a:extLst>
                <a:ext uri="{FF2B5EF4-FFF2-40B4-BE49-F238E27FC236}">
                  <a16:creationId xmlns:a16="http://schemas.microsoft.com/office/drawing/2014/main" id="{DE398E90-6383-C93C-9945-FBA49EE69D47}"/>
                </a:ext>
              </a:extLst>
            </p:cNvPr>
            <p:cNvSpPr/>
            <p:nvPr>
              <p:custDataLst>
                <p:tags r:id="rId152"/>
              </p:custDataLst>
            </p:nvPr>
          </p:nvSpPr>
          <p:spPr>
            <a:xfrm>
              <a:off x="12067140" y="4394079"/>
              <a:ext cx="133160" cy="104747"/>
            </a:xfrm>
            <a:custGeom>
              <a:avLst/>
              <a:gdLst>
                <a:gd name="connsiteX0" fmla="*/ 76845 w 133160"/>
                <a:gd name="connsiteY0" fmla="*/ 46792 h 104747"/>
                <a:gd name="connsiteX1" fmla="*/ 104518 w 133160"/>
                <a:gd name="connsiteY1" fmla="*/ 16122 h 104747"/>
                <a:gd name="connsiteX2" fmla="*/ 128643 w 133160"/>
                <a:gd name="connsiteY2" fmla="*/ 11168 h 104747"/>
                <a:gd name="connsiteX3" fmla="*/ 128643 w 133160"/>
                <a:gd name="connsiteY3" fmla="*/ 80 h 104747"/>
                <a:gd name="connsiteX4" fmla="*/ 106883 w 133160"/>
                <a:gd name="connsiteY4" fmla="*/ 788 h 104747"/>
                <a:gd name="connsiteX5" fmla="*/ 82522 w 133160"/>
                <a:gd name="connsiteY5" fmla="*/ 80 h 104747"/>
                <a:gd name="connsiteX6" fmla="*/ 82522 w 133160"/>
                <a:gd name="connsiteY6" fmla="*/ 11168 h 104747"/>
                <a:gd name="connsiteX7" fmla="*/ 91509 w 133160"/>
                <a:gd name="connsiteY7" fmla="*/ 13291 h 104747"/>
                <a:gd name="connsiteX8" fmla="*/ 89617 w 133160"/>
                <a:gd name="connsiteY8" fmla="*/ 16122 h 104747"/>
                <a:gd name="connsiteX9" fmla="*/ 69750 w 133160"/>
                <a:gd name="connsiteY9" fmla="*/ 38299 h 104747"/>
                <a:gd name="connsiteX10" fmla="*/ 46571 w 133160"/>
                <a:gd name="connsiteY10" fmla="*/ 11168 h 104747"/>
                <a:gd name="connsiteX11" fmla="*/ 56032 w 133160"/>
                <a:gd name="connsiteY11" fmla="*/ 11168 h 104747"/>
                <a:gd name="connsiteX12" fmla="*/ 56032 w 133160"/>
                <a:gd name="connsiteY12" fmla="*/ 80 h 104747"/>
                <a:gd name="connsiteX13" fmla="*/ 27413 w 133160"/>
                <a:gd name="connsiteY13" fmla="*/ 788 h 104747"/>
                <a:gd name="connsiteX14" fmla="*/ 1396 w 133160"/>
                <a:gd name="connsiteY14" fmla="*/ 80 h 104747"/>
                <a:gd name="connsiteX15" fmla="*/ 1396 w 133160"/>
                <a:gd name="connsiteY15" fmla="*/ 11168 h 104747"/>
                <a:gd name="connsiteX16" fmla="*/ 18188 w 133160"/>
                <a:gd name="connsiteY16" fmla="*/ 11168 h 104747"/>
                <a:gd name="connsiteX17" fmla="*/ 55085 w 133160"/>
                <a:gd name="connsiteY17" fmla="*/ 54577 h 104747"/>
                <a:gd name="connsiteX18" fmla="*/ 24101 w 133160"/>
                <a:gd name="connsiteY18" fmla="*/ 89257 h 104747"/>
                <a:gd name="connsiteX19" fmla="*/ 213 w 133160"/>
                <a:gd name="connsiteY19" fmla="*/ 93739 h 104747"/>
                <a:gd name="connsiteX20" fmla="*/ 213 w 133160"/>
                <a:gd name="connsiteY20" fmla="*/ 104827 h 104747"/>
                <a:gd name="connsiteX21" fmla="*/ 21973 w 133160"/>
                <a:gd name="connsiteY21" fmla="*/ 104120 h 104747"/>
                <a:gd name="connsiteX22" fmla="*/ 46334 w 133160"/>
                <a:gd name="connsiteY22" fmla="*/ 104827 h 104747"/>
                <a:gd name="connsiteX23" fmla="*/ 46334 w 133160"/>
                <a:gd name="connsiteY23" fmla="*/ 93739 h 104747"/>
                <a:gd name="connsiteX24" fmla="*/ 37583 w 133160"/>
                <a:gd name="connsiteY24" fmla="*/ 91144 h 104747"/>
                <a:gd name="connsiteX25" fmla="*/ 39239 w 133160"/>
                <a:gd name="connsiteY25" fmla="*/ 88785 h 104747"/>
                <a:gd name="connsiteX26" fmla="*/ 62181 w 133160"/>
                <a:gd name="connsiteY26" fmla="*/ 63070 h 104747"/>
                <a:gd name="connsiteX27" fmla="*/ 88198 w 133160"/>
                <a:gd name="connsiteY27" fmla="*/ 93739 h 104747"/>
                <a:gd name="connsiteX28" fmla="*/ 78974 w 133160"/>
                <a:gd name="connsiteY28" fmla="*/ 93739 h 104747"/>
                <a:gd name="connsiteX29" fmla="*/ 78974 w 133160"/>
                <a:gd name="connsiteY29" fmla="*/ 104827 h 104747"/>
                <a:gd name="connsiteX30" fmla="*/ 107356 w 133160"/>
                <a:gd name="connsiteY30" fmla="*/ 104120 h 104747"/>
                <a:gd name="connsiteX31" fmla="*/ 133373 w 133160"/>
                <a:gd name="connsiteY31" fmla="*/ 104827 h 104747"/>
                <a:gd name="connsiteX32" fmla="*/ 133373 w 133160"/>
                <a:gd name="connsiteY32" fmla="*/ 93739 h 104747"/>
                <a:gd name="connsiteX33" fmla="*/ 116581 w 133160"/>
                <a:gd name="connsiteY33" fmla="*/ 93739 h 104747"/>
                <a:gd name="connsiteX34" fmla="*/ 76845 w 133160"/>
                <a:gd name="connsiteY34" fmla="*/ 46792 h 104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33160" h="104747">
                  <a:moveTo>
                    <a:pt x="76845" y="46792"/>
                  </a:moveTo>
                  <a:lnTo>
                    <a:pt x="104518" y="16122"/>
                  </a:lnTo>
                  <a:cubicBezTo>
                    <a:pt x="107593" y="12819"/>
                    <a:pt x="109012" y="11168"/>
                    <a:pt x="128643" y="11168"/>
                  </a:cubicBezTo>
                  <a:lnTo>
                    <a:pt x="128643" y="80"/>
                  </a:lnTo>
                  <a:cubicBezTo>
                    <a:pt x="120365" y="552"/>
                    <a:pt x="108066" y="788"/>
                    <a:pt x="106883" y="788"/>
                  </a:cubicBezTo>
                  <a:cubicBezTo>
                    <a:pt x="100970" y="788"/>
                    <a:pt x="89144" y="316"/>
                    <a:pt x="82522" y="80"/>
                  </a:cubicBezTo>
                  <a:lnTo>
                    <a:pt x="82522" y="11168"/>
                  </a:lnTo>
                  <a:cubicBezTo>
                    <a:pt x="85833" y="11168"/>
                    <a:pt x="88671" y="11640"/>
                    <a:pt x="91509" y="13291"/>
                  </a:cubicBezTo>
                  <a:cubicBezTo>
                    <a:pt x="90563" y="14707"/>
                    <a:pt x="90563" y="15179"/>
                    <a:pt x="89617" y="16122"/>
                  </a:cubicBezTo>
                  <a:lnTo>
                    <a:pt x="69750" y="38299"/>
                  </a:lnTo>
                  <a:lnTo>
                    <a:pt x="46571" y="11168"/>
                  </a:lnTo>
                  <a:lnTo>
                    <a:pt x="56032" y="11168"/>
                  </a:lnTo>
                  <a:lnTo>
                    <a:pt x="56032" y="80"/>
                  </a:lnTo>
                  <a:cubicBezTo>
                    <a:pt x="49882" y="316"/>
                    <a:pt x="34981" y="788"/>
                    <a:pt x="27413" y="788"/>
                  </a:cubicBezTo>
                  <a:cubicBezTo>
                    <a:pt x="19844" y="788"/>
                    <a:pt x="9201" y="316"/>
                    <a:pt x="1396" y="80"/>
                  </a:cubicBezTo>
                  <a:lnTo>
                    <a:pt x="1396" y="11168"/>
                  </a:lnTo>
                  <a:lnTo>
                    <a:pt x="18188" y="11168"/>
                  </a:lnTo>
                  <a:lnTo>
                    <a:pt x="55085" y="54577"/>
                  </a:lnTo>
                  <a:lnTo>
                    <a:pt x="24101" y="89257"/>
                  </a:lnTo>
                  <a:cubicBezTo>
                    <a:pt x="20081" y="93739"/>
                    <a:pt x="11566" y="93739"/>
                    <a:pt x="213" y="93739"/>
                  </a:cubicBezTo>
                  <a:lnTo>
                    <a:pt x="213" y="104827"/>
                  </a:lnTo>
                  <a:cubicBezTo>
                    <a:pt x="8491" y="104356"/>
                    <a:pt x="20790" y="104120"/>
                    <a:pt x="21973" y="104120"/>
                  </a:cubicBezTo>
                  <a:cubicBezTo>
                    <a:pt x="27886" y="104120"/>
                    <a:pt x="41604" y="104591"/>
                    <a:pt x="46334" y="104827"/>
                  </a:cubicBezTo>
                  <a:lnTo>
                    <a:pt x="46334" y="93739"/>
                  </a:lnTo>
                  <a:cubicBezTo>
                    <a:pt x="42077" y="93739"/>
                    <a:pt x="37583" y="92560"/>
                    <a:pt x="37583" y="91144"/>
                  </a:cubicBezTo>
                  <a:cubicBezTo>
                    <a:pt x="37583" y="90908"/>
                    <a:pt x="37583" y="90672"/>
                    <a:pt x="39239" y="88785"/>
                  </a:cubicBezTo>
                  <a:lnTo>
                    <a:pt x="62181" y="63070"/>
                  </a:lnTo>
                  <a:lnTo>
                    <a:pt x="88198" y="93739"/>
                  </a:lnTo>
                  <a:lnTo>
                    <a:pt x="78974" y="93739"/>
                  </a:lnTo>
                  <a:lnTo>
                    <a:pt x="78974" y="104827"/>
                  </a:lnTo>
                  <a:cubicBezTo>
                    <a:pt x="85123" y="104591"/>
                    <a:pt x="99551" y="104120"/>
                    <a:pt x="107356" y="104120"/>
                  </a:cubicBezTo>
                  <a:cubicBezTo>
                    <a:pt x="114925" y="104120"/>
                    <a:pt x="125568" y="104591"/>
                    <a:pt x="133373" y="104827"/>
                  </a:cubicBezTo>
                  <a:lnTo>
                    <a:pt x="133373" y="93739"/>
                  </a:lnTo>
                  <a:lnTo>
                    <a:pt x="116581" y="93739"/>
                  </a:lnTo>
                  <a:lnTo>
                    <a:pt x="76845" y="4679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 name="Freeform: Shape 13">
              <a:extLst>
                <a:ext uri="{FF2B5EF4-FFF2-40B4-BE49-F238E27FC236}">
                  <a16:creationId xmlns:a16="http://schemas.microsoft.com/office/drawing/2014/main" id="{24EC1102-712E-CAC1-40D3-DE1A1818284C}"/>
                </a:ext>
              </a:extLst>
            </p:cNvPr>
            <p:cNvSpPr/>
            <p:nvPr>
              <p:custDataLst>
                <p:tags r:id="rId153"/>
              </p:custDataLst>
            </p:nvPr>
          </p:nvSpPr>
          <p:spPr>
            <a:xfrm>
              <a:off x="12213437" y="4309103"/>
              <a:ext cx="41556" cy="85543"/>
            </a:xfrm>
            <a:custGeom>
              <a:avLst/>
              <a:gdLst>
                <a:gd name="connsiteX0" fmla="*/ 40285 w 41556"/>
                <a:gd name="connsiteY0" fmla="*/ 14443 h 85543"/>
                <a:gd name="connsiteX1" fmla="*/ 41775 w 41556"/>
                <a:gd name="connsiteY1" fmla="*/ 9159 h 85543"/>
                <a:gd name="connsiteX2" fmla="*/ 32007 w 41556"/>
                <a:gd name="connsiteY2" fmla="*/ 76 h 85543"/>
                <a:gd name="connsiteX3" fmla="*/ 22901 w 41556"/>
                <a:gd name="connsiteY3" fmla="*/ 7837 h 85543"/>
                <a:gd name="connsiteX4" fmla="*/ 1047 w 41556"/>
                <a:gd name="connsiteY4" fmla="*/ 79344 h 85543"/>
                <a:gd name="connsiteX5" fmla="*/ 219 w 41556"/>
                <a:gd name="connsiteY5" fmla="*/ 81986 h 85543"/>
                <a:gd name="connsiteX6" fmla="*/ 6676 w 41556"/>
                <a:gd name="connsiteY6" fmla="*/ 85620 h 85543"/>
                <a:gd name="connsiteX7" fmla="*/ 9159 w 41556"/>
                <a:gd name="connsiteY7" fmla="*/ 82812 h 85543"/>
                <a:gd name="connsiteX8" fmla="*/ 40285 w 41556"/>
                <a:gd name="connsiteY8" fmla="*/ 14443 h 85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556" h="85543">
                  <a:moveTo>
                    <a:pt x="40285" y="14443"/>
                  </a:moveTo>
                  <a:cubicBezTo>
                    <a:pt x="41610" y="11636"/>
                    <a:pt x="41775" y="10315"/>
                    <a:pt x="41775" y="9159"/>
                  </a:cubicBezTo>
                  <a:cubicBezTo>
                    <a:pt x="41775" y="4039"/>
                    <a:pt x="37140" y="76"/>
                    <a:pt x="32007" y="76"/>
                  </a:cubicBezTo>
                  <a:cubicBezTo>
                    <a:pt x="25716" y="76"/>
                    <a:pt x="23729" y="5195"/>
                    <a:pt x="22901" y="7837"/>
                  </a:cubicBezTo>
                  <a:lnTo>
                    <a:pt x="1047" y="79344"/>
                  </a:lnTo>
                  <a:cubicBezTo>
                    <a:pt x="881" y="79674"/>
                    <a:pt x="219" y="81821"/>
                    <a:pt x="219" y="81986"/>
                  </a:cubicBezTo>
                  <a:cubicBezTo>
                    <a:pt x="219" y="83968"/>
                    <a:pt x="5351" y="85620"/>
                    <a:pt x="6676" y="85620"/>
                  </a:cubicBezTo>
                  <a:cubicBezTo>
                    <a:pt x="7835" y="85620"/>
                    <a:pt x="8000" y="85289"/>
                    <a:pt x="9159" y="82812"/>
                  </a:cubicBezTo>
                  <a:lnTo>
                    <a:pt x="40285" y="1444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 name="Freeform: Shape 14">
              <a:extLst>
                <a:ext uri="{FF2B5EF4-FFF2-40B4-BE49-F238E27FC236}">
                  <a16:creationId xmlns:a16="http://schemas.microsoft.com/office/drawing/2014/main" id="{4305C558-9E04-C4B4-B4FD-015FFB150952}"/>
                </a:ext>
              </a:extLst>
            </p:cNvPr>
            <p:cNvSpPr/>
            <p:nvPr>
              <p:custDataLst>
                <p:tags r:id="rId154"/>
              </p:custDataLst>
            </p:nvPr>
          </p:nvSpPr>
          <p:spPr>
            <a:xfrm>
              <a:off x="12275631" y="4333212"/>
              <a:ext cx="151135" cy="211382"/>
            </a:xfrm>
            <a:custGeom>
              <a:avLst/>
              <a:gdLst>
                <a:gd name="connsiteX0" fmla="*/ 1168 w 151135"/>
                <a:gd name="connsiteY0" fmla="*/ 204385 h 211382"/>
                <a:gd name="connsiteX1" fmla="*/ 222 w 151135"/>
                <a:gd name="connsiteY1" fmla="*/ 208159 h 211382"/>
                <a:gd name="connsiteX2" fmla="*/ 5898 w 151135"/>
                <a:gd name="connsiteY2" fmla="*/ 211462 h 211382"/>
                <a:gd name="connsiteX3" fmla="*/ 12048 w 151135"/>
                <a:gd name="connsiteY3" fmla="*/ 206036 h 211382"/>
                <a:gd name="connsiteX4" fmla="*/ 27185 w 151135"/>
                <a:gd name="connsiteY4" fmla="*/ 145169 h 211382"/>
                <a:gd name="connsiteX5" fmla="*/ 74252 w 151135"/>
                <a:gd name="connsiteY5" fmla="*/ 168525 h 211382"/>
                <a:gd name="connsiteX6" fmla="*/ 148283 w 151135"/>
                <a:gd name="connsiteY6" fmla="*/ 101525 h 211382"/>
                <a:gd name="connsiteX7" fmla="*/ 133146 w 151135"/>
                <a:gd name="connsiteY7" fmla="*/ 70147 h 211382"/>
                <a:gd name="connsiteX8" fmla="*/ 151358 w 151135"/>
                <a:gd name="connsiteY8" fmla="*/ 31457 h 211382"/>
                <a:gd name="connsiteX9" fmla="*/ 114461 w 151135"/>
                <a:gd name="connsiteY9" fmla="*/ 80 h 211382"/>
                <a:gd name="connsiteX10" fmla="*/ 37119 w 151135"/>
                <a:gd name="connsiteY10" fmla="*/ 60475 h 211382"/>
                <a:gd name="connsiteX11" fmla="*/ 1168 w 151135"/>
                <a:gd name="connsiteY11" fmla="*/ 204385 h 211382"/>
                <a:gd name="connsiteX12" fmla="*/ 108311 w 151135"/>
                <a:gd name="connsiteY12" fmla="*/ 71091 h 211382"/>
                <a:gd name="connsiteX13" fmla="*/ 93410 w 151135"/>
                <a:gd name="connsiteY13" fmla="*/ 75102 h 211382"/>
                <a:gd name="connsiteX14" fmla="*/ 82058 w 151135"/>
                <a:gd name="connsiteY14" fmla="*/ 73214 h 211382"/>
                <a:gd name="connsiteX15" fmla="*/ 96722 w 151135"/>
                <a:gd name="connsiteY15" fmla="*/ 69440 h 211382"/>
                <a:gd name="connsiteX16" fmla="*/ 108311 w 151135"/>
                <a:gd name="connsiteY16" fmla="*/ 71091 h 211382"/>
                <a:gd name="connsiteX17" fmla="*/ 116353 w 151135"/>
                <a:gd name="connsiteY17" fmla="*/ 62834 h 211382"/>
                <a:gd name="connsiteX18" fmla="*/ 97431 w 151135"/>
                <a:gd name="connsiteY18" fmla="*/ 60947 h 211382"/>
                <a:gd name="connsiteX19" fmla="*/ 70705 w 151135"/>
                <a:gd name="connsiteY19" fmla="*/ 73686 h 211382"/>
                <a:gd name="connsiteX20" fmla="*/ 93174 w 151135"/>
                <a:gd name="connsiteY20" fmla="*/ 83595 h 211382"/>
                <a:gd name="connsiteX21" fmla="*/ 118482 w 151135"/>
                <a:gd name="connsiteY21" fmla="*/ 79112 h 211382"/>
                <a:gd name="connsiteX22" fmla="*/ 121083 w 151135"/>
                <a:gd name="connsiteY22" fmla="*/ 91380 h 211382"/>
                <a:gd name="connsiteX23" fmla="*/ 107602 w 151135"/>
                <a:gd name="connsiteY23" fmla="*/ 140687 h 211382"/>
                <a:gd name="connsiteX24" fmla="*/ 73779 w 151135"/>
                <a:gd name="connsiteY24" fmla="*/ 160032 h 211382"/>
                <a:gd name="connsiteX25" fmla="*/ 33335 w 151135"/>
                <a:gd name="connsiteY25" fmla="*/ 125588 h 211382"/>
                <a:gd name="connsiteX26" fmla="*/ 34990 w 151135"/>
                <a:gd name="connsiteY26" fmla="*/ 113556 h 211382"/>
                <a:gd name="connsiteX27" fmla="*/ 48945 w 151135"/>
                <a:gd name="connsiteY27" fmla="*/ 58352 h 211382"/>
                <a:gd name="connsiteX28" fmla="*/ 113278 w 151135"/>
                <a:gd name="connsiteY28" fmla="*/ 8573 h 211382"/>
                <a:gd name="connsiteX29" fmla="*/ 127233 w 151135"/>
                <a:gd name="connsiteY29" fmla="*/ 22020 h 211382"/>
                <a:gd name="connsiteX30" fmla="*/ 116353 w 151135"/>
                <a:gd name="connsiteY30" fmla="*/ 62834 h 211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35" h="211382">
                  <a:moveTo>
                    <a:pt x="1168" y="204385"/>
                  </a:moveTo>
                  <a:cubicBezTo>
                    <a:pt x="931" y="204857"/>
                    <a:pt x="222" y="207923"/>
                    <a:pt x="222" y="208159"/>
                  </a:cubicBezTo>
                  <a:cubicBezTo>
                    <a:pt x="222" y="211462"/>
                    <a:pt x="3770" y="211462"/>
                    <a:pt x="5898" y="211462"/>
                  </a:cubicBezTo>
                  <a:cubicBezTo>
                    <a:pt x="10629" y="211462"/>
                    <a:pt x="10629" y="210990"/>
                    <a:pt x="12048" y="206036"/>
                  </a:cubicBezTo>
                  <a:cubicBezTo>
                    <a:pt x="12757" y="202261"/>
                    <a:pt x="26949" y="145641"/>
                    <a:pt x="27185" y="145169"/>
                  </a:cubicBezTo>
                  <a:cubicBezTo>
                    <a:pt x="37119" y="161684"/>
                    <a:pt x="55331" y="168525"/>
                    <a:pt x="74252" y="168525"/>
                  </a:cubicBezTo>
                  <a:cubicBezTo>
                    <a:pt x="121793" y="168525"/>
                    <a:pt x="148283" y="132430"/>
                    <a:pt x="148283" y="101525"/>
                  </a:cubicBezTo>
                  <a:cubicBezTo>
                    <a:pt x="148283" y="85010"/>
                    <a:pt x="140951" y="76045"/>
                    <a:pt x="133146" y="70147"/>
                  </a:cubicBezTo>
                  <a:cubicBezTo>
                    <a:pt x="141660" y="63070"/>
                    <a:pt x="151358" y="47735"/>
                    <a:pt x="151358" y="31457"/>
                  </a:cubicBezTo>
                  <a:cubicBezTo>
                    <a:pt x="151358" y="11404"/>
                    <a:pt x="136694" y="80"/>
                    <a:pt x="114461" y="80"/>
                  </a:cubicBezTo>
                  <a:cubicBezTo>
                    <a:pt x="80638" y="80"/>
                    <a:pt x="45634" y="26267"/>
                    <a:pt x="37119" y="60475"/>
                  </a:cubicBezTo>
                  <a:lnTo>
                    <a:pt x="1168" y="204385"/>
                  </a:lnTo>
                  <a:close/>
                  <a:moveTo>
                    <a:pt x="108311" y="71091"/>
                  </a:moveTo>
                  <a:cubicBezTo>
                    <a:pt x="102635" y="75102"/>
                    <a:pt x="96722" y="75102"/>
                    <a:pt x="93410" y="75102"/>
                  </a:cubicBezTo>
                  <a:cubicBezTo>
                    <a:pt x="92464" y="75102"/>
                    <a:pt x="82058" y="75102"/>
                    <a:pt x="82058" y="73214"/>
                  </a:cubicBezTo>
                  <a:cubicBezTo>
                    <a:pt x="82058" y="69440"/>
                    <a:pt x="93647" y="69440"/>
                    <a:pt x="96722" y="69440"/>
                  </a:cubicBezTo>
                  <a:cubicBezTo>
                    <a:pt x="100979" y="69440"/>
                    <a:pt x="103817" y="69440"/>
                    <a:pt x="108311" y="71091"/>
                  </a:cubicBezTo>
                  <a:close/>
                  <a:moveTo>
                    <a:pt x="116353" y="62834"/>
                  </a:moveTo>
                  <a:cubicBezTo>
                    <a:pt x="108548" y="60947"/>
                    <a:pt x="101925" y="60947"/>
                    <a:pt x="97431" y="60947"/>
                  </a:cubicBezTo>
                  <a:cubicBezTo>
                    <a:pt x="89863" y="60947"/>
                    <a:pt x="70705" y="60947"/>
                    <a:pt x="70705" y="73686"/>
                  </a:cubicBezTo>
                  <a:cubicBezTo>
                    <a:pt x="70705" y="83595"/>
                    <a:pt x="84896" y="83595"/>
                    <a:pt x="93174" y="83595"/>
                  </a:cubicBezTo>
                  <a:cubicBezTo>
                    <a:pt x="97195" y="83595"/>
                    <a:pt x="107838" y="83595"/>
                    <a:pt x="118482" y="79112"/>
                  </a:cubicBezTo>
                  <a:cubicBezTo>
                    <a:pt x="120374" y="82651"/>
                    <a:pt x="121083" y="87369"/>
                    <a:pt x="121083" y="91380"/>
                  </a:cubicBezTo>
                  <a:cubicBezTo>
                    <a:pt x="121083" y="99873"/>
                    <a:pt x="114934" y="128419"/>
                    <a:pt x="107602" y="140687"/>
                  </a:cubicBezTo>
                  <a:cubicBezTo>
                    <a:pt x="100270" y="152247"/>
                    <a:pt x="88680" y="160032"/>
                    <a:pt x="73779" y="160032"/>
                  </a:cubicBezTo>
                  <a:cubicBezTo>
                    <a:pt x="51783" y="160032"/>
                    <a:pt x="33335" y="146821"/>
                    <a:pt x="33335" y="125588"/>
                  </a:cubicBezTo>
                  <a:cubicBezTo>
                    <a:pt x="33335" y="120870"/>
                    <a:pt x="34517" y="115916"/>
                    <a:pt x="34990" y="113556"/>
                  </a:cubicBezTo>
                  <a:cubicBezTo>
                    <a:pt x="38538" y="99637"/>
                    <a:pt x="46107" y="68732"/>
                    <a:pt x="48945" y="58352"/>
                  </a:cubicBezTo>
                  <a:cubicBezTo>
                    <a:pt x="56513" y="32637"/>
                    <a:pt x="85132" y="8573"/>
                    <a:pt x="113278" y="8573"/>
                  </a:cubicBezTo>
                  <a:cubicBezTo>
                    <a:pt x="122029" y="8573"/>
                    <a:pt x="127233" y="12819"/>
                    <a:pt x="127233" y="22020"/>
                  </a:cubicBezTo>
                  <a:cubicBezTo>
                    <a:pt x="127233" y="29334"/>
                    <a:pt x="121556" y="53633"/>
                    <a:pt x="116353" y="6283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6" name="Freeform: Shape 15">
              <a:extLst>
                <a:ext uri="{FF2B5EF4-FFF2-40B4-BE49-F238E27FC236}">
                  <a16:creationId xmlns:a16="http://schemas.microsoft.com/office/drawing/2014/main" id="{882A7601-D499-6DD1-0110-813B07C39216}"/>
                </a:ext>
              </a:extLst>
            </p:cNvPr>
            <p:cNvSpPr/>
            <p:nvPr>
              <p:custDataLst>
                <p:tags r:id="rId155"/>
              </p:custDataLst>
            </p:nvPr>
          </p:nvSpPr>
          <p:spPr>
            <a:xfrm>
              <a:off x="12449413" y="4321888"/>
              <a:ext cx="54872" cy="235917"/>
            </a:xfrm>
            <a:custGeom>
              <a:avLst/>
              <a:gdLst>
                <a:gd name="connsiteX0" fmla="*/ 55101 w 54872"/>
                <a:gd name="connsiteY0" fmla="*/ 118039 h 235917"/>
                <a:gd name="connsiteX1" fmla="*/ 39491 w 54872"/>
                <a:gd name="connsiteY1" fmla="*/ 44432 h 235917"/>
                <a:gd name="connsiteX2" fmla="*/ 2594 w 54872"/>
                <a:gd name="connsiteY2" fmla="*/ 80 h 235917"/>
                <a:gd name="connsiteX3" fmla="*/ 229 w 54872"/>
                <a:gd name="connsiteY3" fmla="*/ 2439 h 235917"/>
                <a:gd name="connsiteX4" fmla="*/ 4723 w 54872"/>
                <a:gd name="connsiteY4" fmla="*/ 7865 h 235917"/>
                <a:gd name="connsiteX5" fmla="*/ 41383 w 54872"/>
                <a:gd name="connsiteY5" fmla="*/ 118039 h 235917"/>
                <a:gd name="connsiteX6" fmla="*/ 3303 w 54872"/>
                <a:gd name="connsiteY6" fmla="*/ 229628 h 235917"/>
                <a:gd name="connsiteX7" fmla="*/ 229 w 54872"/>
                <a:gd name="connsiteY7" fmla="*/ 233639 h 235917"/>
                <a:gd name="connsiteX8" fmla="*/ 2594 w 54872"/>
                <a:gd name="connsiteY8" fmla="*/ 235998 h 235917"/>
                <a:gd name="connsiteX9" fmla="*/ 40201 w 54872"/>
                <a:gd name="connsiteY9" fmla="*/ 189994 h 235917"/>
                <a:gd name="connsiteX10" fmla="*/ 55101 w 54872"/>
                <a:gd name="connsiteY10" fmla="*/ 118039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72" h="235917">
                  <a:moveTo>
                    <a:pt x="55101" y="118039"/>
                  </a:moveTo>
                  <a:cubicBezTo>
                    <a:pt x="55101" y="99637"/>
                    <a:pt x="52500" y="71091"/>
                    <a:pt x="39491" y="44432"/>
                  </a:cubicBezTo>
                  <a:cubicBezTo>
                    <a:pt x="25300" y="15415"/>
                    <a:pt x="4959" y="80"/>
                    <a:pt x="2594" y="80"/>
                  </a:cubicBezTo>
                  <a:cubicBezTo>
                    <a:pt x="1175" y="80"/>
                    <a:pt x="229" y="1024"/>
                    <a:pt x="229" y="2439"/>
                  </a:cubicBezTo>
                  <a:cubicBezTo>
                    <a:pt x="229" y="3147"/>
                    <a:pt x="229" y="3619"/>
                    <a:pt x="4723" y="7865"/>
                  </a:cubicBezTo>
                  <a:cubicBezTo>
                    <a:pt x="27901" y="31221"/>
                    <a:pt x="41383" y="68732"/>
                    <a:pt x="41383" y="118039"/>
                  </a:cubicBezTo>
                  <a:cubicBezTo>
                    <a:pt x="41383" y="158381"/>
                    <a:pt x="32632" y="199902"/>
                    <a:pt x="3303" y="229628"/>
                  </a:cubicBezTo>
                  <a:cubicBezTo>
                    <a:pt x="229" y="232459"/>
                    <a:pt x="229" y="232931"/>
                    <a:pt x="229" y="233639"/>
                  </a:cubicBezTo>
                  <a:cubicBezTo>
                    <a:pt x="229" y="235054"/>
                    <a:pt x="1175" y="235998"/>
                    <a:pt x="2594" y="235998"/>
                  </a:cubicBezTo>
                  <a:cubicBezTo>
                    <a:pt x="4959" y="235998"/>
                    <a:pt x="26246" y="219955"/>
                    <a:pt x="40201" y="189994"/>
                  </a:cubicBezTo>
                  <a:cubicBezTo>
                    <a:pt x="52263" y="164043"/>
                    <a:pt x="55101" y="137856"/>
                    <a:pt x="55101" y="11803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 name="Freeform: Shape 16">
              <a:extLst>
                <a:ext uri="{FF2B5EF4-FFF2-40B4-BE49-F238E27FC236}">
                  <a16:creationId xmlns:a16="http://schemas.microsoft.com/office/drawing/2014/main" id="{FACA6A70-828F-839A-69FA-FF072109225D}"/>
                </a:ext>
              </a:extLst>
            </p:cNvPr>
            <p:cNvSpPr/>
            <p:nvPr>
              <p:custDataLst>
                <p:tags r:id="rId156"/>
              </p:custDataLst>
            </p:nvPr>
          </p:nvSpPr>
          <p:spPr>
            <a:xfrm>
              <a:off x="12606855" y="4412245"/>
              <a:ext cx="157285" cy="55204"/>
            </a:xfrm>
            <a:custGeom>
              <a:avLst/>
              <a:gdLst>
                <a:gd name="connsiteX0" fmla="*/ 149479 w 157285"/>
                <a:gd name="connsiteY0" fmla="*/ 9517 h 55204"/>
                <a:gd name="connsiteX1" fmla="*/ 157521 w 157285"/>
                <a:gd name="connsiteY1" fmla="*/ 4798 h 55204"/>
                <a:gd name="connsiteX2" fmla="*/ 149716 w 157285"/>
                <a:gd name="connsiteY2" fmla="*/ 80 h 55204"/>
                <a:gd name="connsiteX3" fmla="*/ 8040 w 157285"/>
                <a:gd name="connsiteY3" fmla="*/ 80 h 55204"/>
                <a:gd name="connsiteX4" fmla="*/ 235 w 157285"/>
                <a:gd name="connsiteY4" fmla="*/ 4798 h 55204"/>
                <a:gd name="connsiteX5" fmla="*/ 8277 w 157285"/>
                <a:gd name="connsiteY5" fmla="*/ 9517 h 55204"/>
                <a:gd name="connsiteX6" fmla="*/ 149479 w 157285"/>
                <a:gd name="connsiteY6" fmla="*/ 9517 h 55204"/>
                <a:gd name="connsiteX7" fmla="*/ 149716 w 157285"/>
                <a:gd name="connsiteY7" fmla="*/ 55285 h 55204"/>
                <a:gd name="connsiteX8" fmla="*/ 157521 w 157285"/>
                <a:gd name="connsiteY8" fmla="*/ 50566 h 55204"/>
                <a:gd name="connsiteX9" fmla="*/ 149479 w 157285"/>
                <a:gd name="connsiteY9" fmla="*/ 45848 h 55204"/>
                <a:gd name="connsiteX10" fmla="*/ 8277 w 157285"/>
                <a:gd name="connsiteY10" fmla="*/ 45848 h 55204"/>
                <a:gd name="connsiteX11" fmla="*/ 235 w 157285"/>
                <a:gd name="connsiteY11" fmla="*/ 50566 h 55204"/>
                <a:gd name="connsiteX12" fmla="*/ 8040 w 157285"/>
                <a:gd name="connsiteY12" fmla="*/ 55285 h 55204"/>
                <a:gd name="connsiteX13" fmla="*/ 149716 w 157285"/>
                <a:gd name="connsiteY13" fmla="*/ 55285 h 55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285" h="55204">
                  <a:moveTo>
                    <a:pt x="149479" y="9517"/>
                  </a:moveTo>
                  <a:cubicBezTo>
                    <a:pt x="153027" y="9517"/>
                    <a:pt x="157521" y="9517"/>
                    <a:pt x="157521" y="4798"/>
                  </a:cubicBezTo>
                  <a:cubicBezTo>
                    <a:pt x="157521" y="80"/>
                    <a:pt x="153027" y="80"/>
                    <a:pt x="149716" y="80"/>
                  </a:cubicBezTo>
                  <a:lnTo>
                    <a:pt x="8040" y="80"/>
                  </a:lnTo>
                  <a:cubicBezTo>
                    <a:pt x="4729" y="80"/>
                    <a:pt x="235" y="80"/>
                    <a:pt x="235" y="4798"/>
                  </a:cubicBezTo>
                  <a:cubicBezTo>
                    <a:pt x="235" y="9517"/>
                    <a:pt x="4729" y="9517"/>
                    <a:pt x="8277" y="9517"/>
                  </a:cubicBezTo>
                  <a:lnTo>
                    <a:pt x="149479" y="9517"/>
                  </a:lnTo>
                  <a:close/>
                  <a:moveTo>
                    <a:pt x="149716" y="55285"/>
                  </a:moveTo>
                  <a:cubicBezTo>
                    <a:pt x="153027" y="55285"/>
                    <a:pt x="157521" y="55285"/>
                    <a:pt x="157521" y="50566"/>
                  </a:cubicBezTo>
                  <a:cubicBezTo>
                    <a:pt x="157521" y="45848"/>
                    <a:pt x="153027" y="45848"/>
                    <a:pt x="149479" y="45848"/>
                  </a:cubicBezTo>
                  <a:lnTo>
                    <a:pt x="8277" y="45848"/>
                  </a:lnTo>
                  <a:cubicBezTo>
                    <a:pt x="4729" y="45848"/>
                    <a:pt x="235" y="45848"/>
                    <a:pt x="235" y="50566"/>
                  </a:cubicBezTo>
                  <a:cubicBezTo>
                    <a:pt x="235" y="55285"/>
                    <a:pt x="4729" y="55285"/>
                    <a:pt x="8040" y="55285"/>
                  </a:cubicBezTo>
                  <a:lnTo>
                    <a:pt x="149716" y="5528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8" name="Freeform: Shape 17">
              <a:extLst>
                <a:ext uri="{FF2B5EF4-FFF2-40B4-BE49-F238E27FC236}">
                  <a16:creationId xmlns:a16="http://schemas.microsoft.com/office/drawing/2014/main" id="{78624C20-BD6F-00C5-EAA0-B28E8702DECD}"/>
                </a:ext>
              </a:extLst>
            </p:cNvPr>
            <p:cNvSpPr/>
            <p:nvPr>
              <p:custDataLst>
                <p:tags r:id="rId157"/>
              </p:custDataLst>
            </p:nvPr>
          </p:nvSpPr>
          <p:spPr>
            <a:xfrm>
              <a:off x="13086200" y="4234951"/>
              <a:ext cx="90823" cy="106870"/>
            </a:xfrm>
            <a:custGeom>
              <a:avLst/>
              <a:gdLst>
                <a:gd name="connsiteX0" fmla="*/ 33605 w 90823"/>
                <a:gd name="connsiteY0" fmla="*/ 49852 h 106870"/>
                <a:gd name="connsiteX1" fmla="*/ 69792 w 90823"/>
                <a:gd name="connsiteY1" fmla="*/ 44426 h 106870"/>
                <a:gd name="connsiteX2" fmla="*/ 87531 w 90823"/>
                <a:gd name="connsiteY2" fmla="*/ 20126 h 106870"/>
                <a:gd name="connsiteX3" fmla="*/ 62224 w 90823"/>
                <a:gd name="connsiteY3" fmla="*/ 73 h 106870"/>
                <a:gd name="connsiteX4" fmla="*/ 256 w 90823"/>
                <a:gd name="connsiteY4" fmla="*/ 64243 h 106870"/>
                <a:gd name="connsiteX5" fmla="*/ 37389 w 90823"/>
                <a:gd name="connsiteY5" fmla="*/ 106944 h 106870"/>
                <a:gd name="connsiteX6" fmla="*/ 91079 w 90823"/>
                <a:gd name="connsiteY6" fmla="*/ 79106 h 106870"/>
                <a:gd name="connsiteX7" fmla="*/ 88241 w 90823"/>
                <a:gd name="connsiteY7" fmla="*/ 76039 h 106870"/>
                <a:gd name="connsiteX8" fmla="*/ 85166 w 90823"/>
                <a:gd name="connsiteY8" fmla="*/ 78398 h 106870"/>
                <a:gd name="connsiteX9" fmla="*/ 37862 w 90823"/>
                <a:gd name="connsiteY9" fmla="*/ 101754 h 106870"/>
                <a:gd name="connsiteX10" fmla="*/ 17285 w 90823"/>
                <a:gd name="connsiteY10" fmla="*/ 74387 h 106870"/>
                <a:gd name="connsiteX11" fmla="*/ 21069 w 90823"/>
                <a:gd name="connsiteY11" fmla="*/ 49852 h 106870"/>
                <a:gd name="connsiteX12" fmla="*/ 33605 w 90823"/>
                <a:gd name="connsiteY12" fmla="*/ 49852 h 106870"/>
                <a:gd name="connsiteX13" fmla="*/ 22488 w 90823"/>
                <a:gd name="connsiteY13" fmla="*/ 44662 h 106870"/>
                <a:gd name="connsiteX14" fmla="*/ 62224 w 90823"/>
                <a:gd name="connsiteY14" fmla="*/ 5263 h 106870"/>
                <a:gd name="connsiteX15" fmla="*/ 79726 w 90823"/>
                <a:gd name="connsiteY15" fmla="*/ 20126 h 106870"/>
                <a:gd name="connsiteX16" fmla="*/ 32186 w 90823"/>
                <a:gd name="connsiteY16" fmla="*/ 44662 h 106870"/>
                <a:gd name="connsiteX17" fmla="*/ 22488 w 90823"/>
                <a:gd name="connsiteY17" fmla="*/ 44662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823" h="106870">
                  <a:moveTo>
                    <a:pt x="33605" y="49852"/>
                  </a:moveTo>
                  <a:cubicBezTo>
                    <a:pt x="40464" y="49852"/>
                    <a:pt x="57966" y="49380"/>
                    <a:pt x="69792" y="44426"/>
                  </a:cubicBezTo>
                  <a:cubicBezTo>
                    <a:pt x="86349" y="37348"/>
                    <a:pt x="87531" y="23429"/>
                    <a:pt x="87531" y="20126"/>
                  </a:cubicBezTo>
                  <a:cubicBezTo>
                    <a:pt x="87531" y="9746"/>
                    <a:pt x="78544" y="73"/>
                    <a:pt x="62224" y="73"/>
                  </a:cubicBezTo>
                  <a:cubicBezTo>
                    <a:pt x="35970" y="73"/>
                    <a:pt x="256" y="22957"/>
                    <a:pt x="256" y="64243"/>
                  </a:cubicBezTo>
                  <a:cubicBezTo>
                    <a:pt x="256" y="88306"/>
                    <a:pt x="14210" y="106944"/>
                    <a:pt x="37389" y="106944"/>
                  </a:cubicBezTo>
                  <a:cubicBezTo>
                    <a:pt x="71211" y="106944"/>
                    <a:pt x="91079" y="81937"/>
                    <a:pt x="91079" y="79106"/>
                  </a:cubicBezTo>
                  <a:cubicBezTo>
                    <a:pt x="91079" y="77690"/>
                    <a:pt x="89660" y="76039"/>
                    <a:pt x="88241" y="76039"/>
                  </a:cubicBezTo>
                  <a:cubicBezTo>
                    <a:pt x="87058" y="76039"/>
                    <a:pt x="86585" y="76511"/>
                    <a:pt x="85166" y="78398"/>
                  </a:cubicBezTo>
                  <a:cubicBezTo>
                    <a:pt x="66481" y="101754"/>
                    <a:pt x="40700" y="101754"/>
                    <a:pt x="37862" y="101754"/>
                  </a:cubicBezTo>
                  <a:cubicBezTo>
                    <a:pt x="19414" y="101754"/>
                    <a:pt x="17285" y="81937"/>
                    <a:pt x="17285" y="74387"/>
                  </a:cubicBezTo>
                  <a:cubicBezTo>
                    <a:pt x="17285" y="71556"/>
                    <a:pt x="17522" y="64243"/>
                    <a:pt x="21069" y="49852"/>
                  </a:cubicBezTo>
                  <a:lnTo>
                    <a:pt x="33605" y="49852"/>
                  </a:lnTo>
                  <a:close/>
                  <a:moveTo>
                    <a:pt x="22488" y="44662"/>
                  </a:moveTo>
                  <a:cubicBezTo>
                    <a:pt x="31713" y="8802"/>
                    <a:pt x="56074" y="5263"/>
                    <a:pt x="62224" y="5263"/>
                  </a:cubicBezTo>
                  <a:cubicBezTo>
                    <a:pt x="73340" y="5263"/>
                    <a:pt x="79726" y="12105"/>
                    <a:pt x="79726" y="20126"/>
                  </a:cubicBezTo>
                  <a:cubicBezTo>
                    <a:pt x="79726" y="44662"/>
                    <a:pt x="41883" y="44662"/>
                    <a:pt x="32186" y="44662"/>
                  </a:cubicBezTo>
                  <a:lnTo>
                    <a:pt x="22488" y="4466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9" name="Freeform: Shape 18">
              <a:extLst>
                <a:ext uri="{FF2B5EF4-FFF2-40B4-BE49-F238E27FC236}">
                  <a16:creationId xmlns:a16="http://schemas.microsoft.com/office/drawing/2014/main" id="{1DA27914-CE05-9BCF-124E-D1A67BB2544A}"/>
                </a:ext>
              </a:extLst>
            </p:cNvPr>
            <p:cNvSpPr/>
            <p:nvPr>
              <p:custDataLst>
                <p:tags r:id="rId158"/>
              </p:custDataLst>
            </p:nvPr>
          </p:nvSpPr>
          <p:spPr>
            <a:xfrm>
              <a:off x="13191244" y="4180290"/>
              <a:ext cx="101490" cy="73323"/>
            </a:xfrm>
            <a:custGeom>
              <a:avLst/>
              <a:gdLst>
                <a:gd name="connsiteX0" fmla="*/ 59863 w 101490"/>
                <a:gd name="connsiteY0" fmla="*/ 33428 h 73323"/>
                <a:gd name="connsiteX1" fmla="*/ 82711 w 101490"/>
                <a:gd name="connsiteY1" fmla="*/ 10474 h 73323"/>
                <a:gd name="connsiteX2" fmla="*/ 98108 w 101490"/>
                <a:gd name="connsiteY2" fmla="*/ 9318 h 73323"/>
                <a:gd name="connsiteX3" fmla="*/ 98108 w 101490"/>
                <a:gd name="connsiteY3" fmla="*/ 70 h 73323"/>
                <a:gd name="connsiteX4" fmla="*/ 82049 w 101490"/>
                <a:gd name="connsiteY4" fmla="*/ 730 h 73323"/>
                <a:gd name="connsiteX5" fmla="*/ 63671 w 101490"/>
                <a:gd name="connsiteY5" fmla="*/ 70 h 73323"/>
                <a:gd name="connsiteX6" fmla="*/ 63671 w 101490"/>
                <a:gd name="connsiteY6" fmla="*/ 9318 h 73323"/>
                <a:gd name="connsiteX7" fmla="*/ 68141 w 101490"/>
                <a:gd name="connsiteY7" fmla="*/ 10308 h 73323"/>
                <a:gd name="connsiteX8" fmla="*/ 52578 w 101490"/>
                <a:gd name="connsiteY8" fmla="*/ 25997 h 73323"/>
                <a:gd name="connsiteX9" fmla="*/ 36519 w 101490"/>
                <a:gd name="connsiteY9" fmla="*/ 9318 h 73323"/>
                <a:gd name="connsiteX10" fmla="*/ 40989 w 101490"/>
                <a:gd name="connsiteY10" fmla="*/ 9318 h 73323"/>
                <a:gd name="connsiteX11" fmla="*/ 40989 w 101490"/>
                <a:gd name="connsiteY11" fmla="*/ 70 h 73323"/>
                <a:gd name="connsiteX12" fmla="*/ 19962 w 101490"/>
                <a:gd name="connsiteY12" fmla="*/ 730 h 73323"/>
                <a:gd name="connsiteX13" fmla="*/ 1254 w 101490"/>
                <a:gd name="connsiteY13" fmla="*/ 70 h 73323"/>
                <a:gd name="connsiteX14" fmla="*/ 1254 w 101490"/>
                <a:gd name="connsiteY14" fmla="*/ 9318 h 73323"/>
                <a:gd name="connsiteX15" fmla="*/ 13671 w 101490"/>
                <a:gd name="connsiteY15" fmla="*/ 9318 h 73323"/>
                <a:gd name="connsiteX16" fmla="*/ 40823 w 101490"/>
                <a:gd name="connsiteY16" fmla="*/ 37557 h 73323"/>
                <a:gd name="connsiteX17" fmla="*/ 16982 w 101490"/>
                <a:gd name="connsiteY17" fmla="*/ 61503 h 73323"/>
                <a:gd name="connsiteX18" fmla="*/ 9532 w 101490"/>
                <a:gd name="connsiteY18" fmla="*/ 63980 h 73323"/>
                <a:gd name="connsiteX19" fmla="*/ 260 w 101490"/>
                <a:gd name="connsiteY19" fmla="*/ 64145 h 73323"/>
                <a:gd name="connsiteX20" fmla="*/ 260 w 101490"/>
                <a:gd name="connsiteY20" fmla="*/ 73393 h 73323"/>
                <a:gd name="connsiteX21" fmla="*/ 16320 w 101490"/>
                <a:gd name="connsiteY21" fmla="*/ 72732 h 73323"/>
                <a:gd name="connsiteX22" fmla="*/ 34698 w 101490"/>
                <a:gd name="connsiteY22" fmla="*/ 73393 h 73323"/>
                <a:gd name="connsiteX23" fmla="*/ 34698 w 101490"/>
                <a:gd name="connsiteY23" fmla="*/ 64145 h 73323"/>
                <a:gd name="connsiteX24" fmla="*/ 30227 w 101490"/>
                <a:gd name="connsiteY24" fmla="*/ 62989 h 73323"/>
                <a:gd name="connsiteX25" fmla="*/ 48108 w 101490"/>
                <a:gd name="connsiteY25" fmla="*/ 45153 h 73323"/>
                <a:gd name="connsiteX26" fmla="*/ 66486 w 101490"/>
                <a:gd name="connsiteY26" fmla="*/ 64145 h 73323"/>
                <a:gd name="connsiteX27" fmla="*/ 62181 w 101490"/>
                <a:gd name="connsiteY27" fmla="*/ 64145 h 73323"/>
                <a:gd name="connsiteX28" fmla="*/ 62181 w 101490"/>
                <a:gd name="connsiteY28" fmla="*/ 73393 h 73323"/>
                <a:gd name="connsiteX29" fmla="*/ 83208 w 101490"/>
                <a:gd name="connsiteY29" fmla="*/ 72732 h 73323"/>
                <a:gd name="connsiteX30" fmla="*/ 101751 w 101490"/>
                <a:gd name="connsiteY30" fmla="*/ 73393 h 73323"/>
                <a:gd name="connsiteX31" fmla="*/ 101751 w 101490"/>
                <a:gd name="connsiteY31" fmla="*/ 64145 h 73323"/>
                <a:gd name="connsiteX32" fmla="*/ 89499 w 101490"/>
                <a:gd name="connsiteY32" fmla="*/ 64145 h 73323"/>
                <a:gd name="connsiteX33" fmla="*/ 59863 w 101490"/>
                <a:gd name="connsiteY33" fmla="*/ 33428 h 73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1490" h="73323">
                  <a:moveTo>
                    <a:pt x="59863" y="33428"/>
                  </a:moveTo>
                  <a:lnTo>
                    <a:pt x="82711" y="10474"/>
                  </a:lnTo>
                  <a:cubicBezTo>
                    <a:pt x="86684" y="9318"/>
                    <a:pt x="90989" y="9318"/>
                    <a:pt x="98108" y="9318"/>
                  </a:cubicBezTo>
                  <a:lnTo>
                    <a:pt x="98108" y="70"/>
                  </a:lnTo>
                  <a:cubicBezTo>
                    <a:pt x="92810" y="565"/>
                    <a:pt x="87347" y="730"/>
                    <a:pt x="82049" y="730"/>
                  </a:cubicBezTo>
                  <a:cubicBezTo>
                    <a:pt x="76420" y="730"/>
                    <a:pt x="64996" y="235"/>
                    <a:pt x="63671" y="70"/>
                  </a:cubicBezTo>
                  <a:lnTo>
                    <a:pt x="63671" y="9318"/>
                  </a:lnTo>
                  <a:cubicBezTo>
                    <a:pt x="65823" y="9318"/>
                    <a:pt x="66982" y="9648"/>
                    <a:pt x="68141" y="10308"/>
                  </a:cubicBezTo>
                  <a:lnTo>
                    <a:pt x="52578" y="25997"/>
                  </a:lnTo>
                  <a:lnTo>
                    <a:pt x="36519" y="9318"/>
                  </a:lnTo>
                  <a:lnTo>
                    <a:pt x="40989" y="9318"/>
                  </a:lnTo>
                  <a:lnTo>
                    <a:pt x="40989" y="70"/>
                  </a:lnTo>
                  <a:cubicBezTo>
                    <a:pt x="39996" y="70"/>
                    <a:pt x="26916" y="730"/>
                    <a:pt x="19962" y="730"/>
                  </a:cubicBezTo>
                  <a:cubicBezTo>
                    <a:pt x="13671" y="730"/>
                    <a:pt x="7545" y="565"/>
                    <a:pt x="1254" y="70"/>
                  </a:cubicBezTo>
                  <a:lnTo>
                    <a:pt x="1254" y="9318"/>
                  </a:lnTo>
                  <a:lnTo>
                    <a:pt x="13671" y="9318"/>
                  </a:lnTo>
                  <a:lnTo>
                    <a:pt x="40823" y="37557"/>
                  </a:lnTo>
                  <a:lnTo>
                    <a:pt x="16982" y="61503"/>
                  </a:lnTo>
                  <a:cubicBezTo>
                    <a:pt x="14830" y="63484"/>
                    <a:pt x="14664" y="63649"/>
                    <a:pt x="9532" y="63980"/>
                  </a:cubicBezTo>
                  <a:cubicBezTo>
                    <a:pt x="6883" y="64145"/>
                    <a:pt x="1088" y="64145"/>
                    <a:pt x="260" y="64145"/>
                  </a:cubicBezTo>
                  <a:lnTo>
                    <a:pt x="260" y="73393"/>
                  </a:lnTo>
                  <a:cubicBezTo>
                    <a:pt x="5558" y="72897"/>
                    <a:pt x="11022" y="72732"/>
                    <a:pt x="16320" y="72732"/>
                  </a:cubicBezTo>
                  <a:cubicBezTo>
                    <a:pt x="20790" y="72732"/>
                    <a:pt x="32545" y="73228"/>
                    <a:pt x="34698" y="73393"/>
                  </a:cubicBezTo>
                  <a:lnTo>
                    <a:pt x="34698" y="64145"/>
                  </a:lnTo>
                  <a:cubicBezTo>
                    <a:pt x="32049" y="64145"/>
                    <a:pt x="31386" y="63815"/>
                    <a:pt x="30227" y="62989"/>
                  </a:cubicBezTo>
                  <a:lnTo>
                    <a:pt x="48108" y="45153"/>
                  </a:lnTo>
                  <a:lnTo>
                    <a:pt x="66486" y="64145"/>
                  </a:lnTo>
                  <a:lnTo>
                    <a:pt x="62181" y="64145"/>
                  </a:lnTo>
                  <a:lnTo>
                    <a:pt x="62181" y="73393"/>
                  </a:lnTo>
                  <a:cubicBezTo>
                    <a:pt x="62347" y="73393"/>
                    <a:pt x="75592" y="72732"/>
                    <a:pt x="83208" y="72732"/>
                  </a:cubicBezTo>
                  <a:cubicBezTo>
                    <a:pt x="89334" y="72732"/>
                    <a:pt x="95625" y="72897"/>
                    <a:pt x="101751" y="73393"/>
                  </a:cubicBezTo>
                  <a:lnTo>
                    <a:pt x="101751" y="64145"/>
                  </a:lnTo>
                  <a:lnTo>
                    <a:pt x="89499" y="64145"/>
                  </a:lnTo>
                  <a:lnTo>
                    <a:pt x="59863" y="3342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 name="Freeform: Shape 19">
              <a:extLst>
                <a:ext uri="{FF2B5EF4-FFF2-40B4-BE49-F238E27FC236}">
                  <a16:creationId xmlns:a16="http://schemas.microsoft.com/office/drawing/2014/main" id="{2A1C40EA-A235-62E2-6FAD-1824F90363B4}"/>
                </a:ext>
              </a:extLst>
            </p:cNvPr>
            <p:cNvSpPr/>
            <p:nvPr>
              <p:custDataLst>
                <p:tags r:id="rId159"/>
              </p:custDataLst>
            </p:nvPr>
          </p:nvSpPr>
          <p:spPr>
            <a:xfrm>
              <a:off x="13309484" y="4116479"/>
              <a:ext cx="32757" cy="61456"/>
            </a:xfrm>
            <a:custGeom>
              <a:avLst/>
              <a:gdLst>
                <a:gd name="connsiteX0" fmla="*/ 31840 w 32757"/>
                <a:gd name="connsiteY0" fmla="*/ 11155 h 61456"/>
                <a:gd name="connsiteX1" fmla="*/ 33023 w 32757"/>
                <a:gd name="connsiteY1" fmla="*/ 7026 h 61456"/>
                <a:gd name="connsiteX2" fmla="*/ 25691 w 32757"/>
                <a:gd name="connsiteY2" fmla="*/ 67 h 61456"/>
                <a:gd name="connsiteX3" fmla="*/ 18950 w 32757"/>
                <a:gd name="connsiteY3" fmla="*/ 5493 h 61456"/>
                <a:gd name="connsiteX4" fmla="*/ 738 w 32757"/>
                <a:gd name="connsiteY4" fmla="*/ 56569 h 61456"/>
                <a:gd name="connsiteX5" fmla="*/ 265 w 32757"/>
                <a:gd name="connsiteY5" fmla="*/ 58456 h 61456"/>
                <a:gd name="connsiteX6" fmla="*/ 5350 w 32757"/>
                <a:gd name="connsiteY6" fmla="*/ 61523 h 61456"/>
                <a:gd name="connsiteX7" fmla="*/ 7361 w 32757"/>
                <a:gd name="connsiteY7" fmla="*/ 59518 h 61456"/>
                <a:gd name="connsiteX8" fmla="*/ 31840 w 32757"/>
                <a:gd name="connsiteY8" fmla="*/ 11155 h 6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57" h="61456">
                  <a:moveTo>
                    <a:pt x="31840" y="11155"/>
                  </a:moveTo>
                  <a:cubicBezTo>
                    <a:pt x="31959" y="11037"/>
                    <a:pt x="33023" y="8795"/>
                    <a:pt x="33023" y="7026"/>
                  </a:cubicBezTo>
                  <a:cubicBezTo>
                    <a:pt x="33023" y="2780"/>
                    <a:pt x="29239" y="67"/>
                    <a:pt x="25691" y="67"/>
                  </a:cubicBezTo>
                  <a:cubicBezTo>
                    <a:pt x="20842" y="67"/>
                    <a:pt x="19541" y="3723"/>
                    <a:pt x="18950" y="5493"/>
                  </a:cubicBezTo>
                  <a:lnTo>
                    <a:pt x="738" y="56569"/>
                  </a:lnTo>
                  <a:cubicBezTo>
                    <a:pt x="265" y="57984"/>
                    <a:pt x="265" y="58338"/>
                    <a:pt x="265" y="58456"/>
                  </a:cubicBezTo>
                  <a:cubicBezTo>
                    <a:pt x="265" y="60344"/>
                    <a:pt x="5232" y="61523"/>
                    <a:pt x="5350" y="61523"/>
                  </a:cubicBezTo>
                  <a:cubicBezTo>
                    <a:pt x="6415" y="61523"/>
                    <a:pt x="6651" y="60933"/>
                    <a:pt x="7361" y="59518"/>
                  </a:cubicBezTo>
                  <a:lnTo>
                    <a:pt x="31840" y="111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 name="Freeform: Shape 20">
              <a:extLst>
                <a:ext uri="{FF2B5EF4-FFF2-40B4-BE49-F238E27FC236}">
                  <a16:creationId xmlns:a16="http://schemas.microsoft.com/office/drawing/2014/main" id="{C5CF1BC9-CF33-064B-5F6F-723A8F042C7E}"/>
                </a:ext>
              </a:extLst>
            </p:cNvPr>
            <p:cNvSpPr/>
            <p:nvPr>
              <p:custDataLst>
                <p:tags r:id="rId160"/>
              </p:custDataLst>
            </p:nvPr>
          </p:nvSpPr>
          <p:spPr>
            <a:xfrm>
              <a:off x="13365938" y="4137683"/>
              <a:ext cx="115728" cy="147967"/>
            </a:xfrm>
            <a:custGeom>
              <a:avLst/>
              <a:gdLst>
                <a:gd name="connsiteX0" fmla="*/ 11029 w 115728"/>
                <a:gd name="connsiteY0" fmla="*/ 144404 h 147967"/>
                <a:gd name="connsiteX1" fmla="*/ 21129 w 115728"/>
                <a:gd name="connsiteY1" fmla="*/ 103614 h 147967"/>
                <a:gd name="connsiteX2" fmla="*/ 58712 w 115728"/>
                <a:gd name="connsiteY2" fmla="*/ 118146 h 147967"/>
                <a:gd name="connsiteX3" fmla="*/ 114672 w 115728"/>
                <a:gd name="connsiteY3" fmla="*/ 72237 h 147967"/>
                <a:gd name="connsiteX4" fmla="*/ 103414 w 115728"/>
                <a:gd name="connsiteY4" fmla="*/ 49777 h 147967"/>
                <a:gd name="connsiteX5" fmla="*/ 115997 w 115728"/>
                <a:gd name="connsiteY5" fmla="*/ 23520 h 147967"/>
                <a:gd name="connsiteX6" fmla="*/ 86526 w 115728"/>
                <a:gd name="connsiteY6" fmla="*/ 70 h 147967"/>
                <a:gd name="connsiteX7" fmla="*/ 25930 w 115728"/>
                <a:gd name="connsiteY7" fmla="*/ 42346 h 147967"/>
                <a:gd name="connsiteX8" fmla="*/ 930 w 115728"/>
                <a:gd name="connsiteY8" fmla="*/ 142257 h 147967"/>
                <a:gd name="connsiteX9" fmla="*/ 268 w 115728"/>
                <a:gd name="connsiteY9" fmla="*/ 145065 h 147967"/>
                <a:gd name="connsiteX10" fmla="*/ 5566 w 115728"/>
                <a:gd name="connsiteY10" fmla="*/ 148037 h 147967"/>
                <a:gd name="connsiteX11" fmla="*/ 11029 w 115728"/>
                <a:gd name="connsiteY11" fmla="*/ 144404 h 147967"/>
                <a:gd name="connsiteX12" fmla="*/ 62851 w 115728"/>
                <a:gd name="connsiteY12" fmla="*/ 51924 h 147967"/>
                <a:gd name="connsiteX13" fmla="*/ 73944 w 115728"/>
                <a:gd name="connsiteY13" fmla="*/ 50273 h 147967"/>
                <a:gd name="connsiteX14" fmla="*/ 81725 w 115728"/>
                <a:gd name="connsiteY14" fmla="*/ 50933 h 147967"/>
                <a:gd name="connsiteX15" fmla="*/ 71626 w 115728"/>
                <a:gd name="connsiteY15" fmla="*/ 52915 h 147967"/>
                <a:gd name="connsiteX16" fmla="*/ 62851 w 115728"/>
                <a:gd name="connsiteY16" fmla="*/ 51924 h 147967"/>
                <a:gd name="connsiteX17" fmla="*/ 89672 w 115728"/>
                <a:gd name="connsiteY17" fmla="*/ 43997 h 147967"/>
                <a:gd name="connsiteX18" fmla="*/ 74440 w 115728"/>
                <a:gd name="connsiteY18" fmla="*/ 42676 h 147967"/>
                <a:gd name="connsiteX19" fmla="*/ 52255 w 115728"/>
                <a:gd name="connsiteY19" fmla="*/ 52585 h 147967"/>
                <a:gd name="connsiteX20" fmla="*/ 71295 w 115728"/>
                <a:gd name="connsiteY20" fmla="*/ 60512 h 147967"/>
                <a:gd name="connsiteX21" fmla="*/ 91659 w 115728"/>
                <a:gd name="connsiteY21" fmla="*/ 57044 h 147967"/>
                <a:gd name="connsiteX22" fmla="*/ 93646 w 115728"/>
                <a:gd name="connsiteY22" fmla="*/ 65796 h 147967"/>
                <a:gd name="connsiteX23" fmla="*/ 83877 w 115728"/>
                <a:gd name="connsiteY23" fmla="*/ 98494 h 147967"/>
                <a:gd name="connsiteX24" fmla="*/ 58546 w 115728"/>
                <a:gd name="connsiteY24" fmla="*/ 110550 h 147967"/>
                <a:gd name="connsiteX25" fmla="*/ 26096 w 115728"/>
                <a:gd name="connsiteY25" fmla="*/ 87100 h 147967"/>
                <a:gd name="connsiteX26" fmla="*/ 29076 w 115728"/>
                <a:gd name="connsiteY26" fmla="*/ 72402 h 147967"/>
                <a:gd name="connsiteX27" fmla="*/ 35533 w 115728"/>
                <a:gd name="connsiteY27" fmla="*/ 46144 h 147967"/>
                <a:gd name="connsiteX28" fmla="*/ 53083 w 115728"/>
                <a:gd name="connsiteY28" fmla="*/ 19226 h 147967"/>
                <a:gd name="connsiteX29" fmla="*/ 85699 w 115728"/>
                <a:gd name="connsiteY29" fmla="*/ 7666 h 147967"/>
                <a:gd name="connsiteX30" fmla="*/ 96957 w 115728"/>
                <a:gd name="connsiteY30" fmla="*/ 17575 h 147967"/>
                <a:gd name="connsiteX31" fmla="*/ 89672 w 115728"/>
                <a:gd name="connsiteY31" fmla="*/ 43997 h 14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728" h="147967">
                  <a:moveTo>
                    <a:pt x="11029" y="144404"/>
                  </a:moveTo>
                  <a:lnTo>
                    <a:pt x="21129" y="103614"/>
                  </a:lnTo>
                  <a:cubicBezTo>
                    <a:pt x="24274" y="107742"/>
                    <a:pt x="35367" y="118146"/>
                    <a:pt x="58712" y="118146"/>
                  </a:cubicBezTo>
                  <a:cubicBezTo>
                    <a:pt x="95798" y="118146"/>
                    <a:pt x="114672" y="93045"/>
                    <a:pt x="114672" y="72237"/>
                  </a:cubicBezTo>
                  <a:cubicBezTo>
                    <a:pt x="114672" y="62659"/>
                    <a:pt x="110864" y="55062"/>
                    <a:pt x="103414" y="49777"/>
                  </a:cubicBezTo>
                  <a:cubicBezTo>
                    <a:pt x="110699" y="43832"/>
                    <a:pt x="115997" y="33263"/>
                    <a:pt x="115997" y="23520"/>
                  </a:cubicBezTo>
                  <a:cubicBezTo>
                    <a:pt x="115997" y="10143"/>
                    <a:pt x="106394" y="70"/>
                    <a:pt x="86526" y="70"/>
                  </a:cubicBezTo>
                  <a:cubicBezTo>
                    <a:pt x="62023" y="70"/>
                    <a:pt x="32553" y="15593"/>
                    <a:pt x="25930" y="42346"/>
                  </a:cubicBezTo>
                  <a:lnTo>
                    <a:pt x="930" y="142257"/>
                  </a:lnTo>
                  <a:cubicBezTo>
                    <a:pt x="268" y="144569"/>
                    <a:pt x="268" y="144899"/>
                    <a:pt x="268" y="145065"/>
                  </a:cubicBezTo>
                  <a:cubicBezTo>
                    <a:pt x="268" y="148037"/>
                    <a:pt x="3082" y="148037"/>
                    <a:pt x="5566" y="148037"/>
                  </a:cubicBezTo>
                  <a:cubicBezTo>
                    <a:pt x="8877" y="148037"/>
                    <a:pt x="10202" y="148037"/>
                    <a:pt x="11029" y="144404"/>
                  </a:cubicBezTo>
                  <a:close/>
                  <a:moveTo>
                    <a:pt x="62851" y="51924"/>
                  </a:moveTo>
                  <a:cubicBezTo>
                    <a:pt x="65003" y="50933"/>
                    <a:pt x="66493" y="50273"/>
                    <a:pt x="73944" y="50273"/>
                  </a:cubicBezTo>
                  <a:cubicBezTo>
                    <a:pt x="76593" y="50273"/>
                    <a:pt x="78745" y="50273"/>
                    <a:pt x="81725" y="50933"/>
                  </a:cubicBezTo>
                  <a:cubicBezTo>
                    <a:pt x="78083" y="52915"/>
                    <a:pt x="74606" y="52915"/>
                    <a:pt x="71626" y="52915"/>
                  </a:cubicBezTo>
                  <a:cubicBezTo>
                    <a:pt x="66659" y="52915"/>
                    <a:pt x="66162" y="52750"/>
                    <a:pt x="62851" y="51924"/>
                  </a:cubicBezTo>
                  <a:close/>
                  <a:moveTo>
                    <a:pt x="89672" y="43997"/>
                  </a:moveTo>
                  <a:cubicBezTo>
                    <a:pt x="83381" y="42676"/>
                    <a:pt x="77752" y="42676"/>
                    <a:pt x="74440" y="42676"/>
                  </a:cubicBezTo>
                  <a:cubicBezTo>
                    <a:pt x="67321" y="42676"/>
                    <a:pt x="52255" y="42676"/>
                    <a:pt x="52255" y="52585"/>
                  </a:cubicBezTo>
                  <a:cubicBezTo>
                    <a:pt x="52255" y="60347"/>
                    <a:pt x="63182" y="60512"/>
                    <a:pt x="71295" y="60512"/>
                  </a:cubicBezTo>
                  <a:cubicBezTo>
                    <a:pt x="76096" y="60512"/>
                    <a:pt x="82884" y="60512"/>
                    <a:pt x="91659" y="57044"/>
                  </a:cubicBezTo>
                  <a:cubicBezTo>
                    <a:pt x="93149" y="59356"/>
                    <a:pt x="93646" y="62824"/>
                    <a:pt x="93646" y="65796"/>
                  </a:cubicBezTo>
                  <a:cubicBezTo>
                    <a:pt x="93646" y="71576"/>
                    <a:pt x="90169" y="89742"/>
                    <a:pt x="83877" y="98494"/>
                  </a:cubicBezTo>
                  <a:cubicBezTo>
                    <a:pt x="77917" y="106586"/>
                    <a:pt x="68811" y="110550"/>
                    <a:pt x="58546" y="110550"/>
                  </a:cubicBezTo>
                  <a:cubicBezTo>
                    <a:pt x="44473" y="110550"/>
                    <a:pt x="26096" y="104109"/>
                    <a:pt x="26096" y="87100"/>
                  </a:cubicBezTo>
                  <a:cubicBezTo>
                    <a:pt x="26096" y="83962"/>
                    <a:pt x="27751" y="77191"/>
                    <a:pt x="29076" y="72402"/>
                  </a:cubicBezTo>
                  <a:cubicBezTo>
                    <a:pt x="29904" y="68769"/>
                    <a:pt x="35202" y="47631"/>
                    <a:pt x="35533" y="46144"/>
                  </a:cubicBezTo>
                  <a:cubicBezTo>
                    <a:pt x="37023" y="40364"/>
                    <a:pt x="39837" y="29135"/>
                    <a:pt x="53083" y="19226"/>
                  </a:cubicBezTo>
                  <a:cubicBezTo>
                    <a:pt x="66659" y="8987"/>
                    <a:pt x="79738" y="7666"/>
                    <a:pt x="85699" y="7666"/>
                  </a:cubicBezTo>
                  <a:cubicBezTo>
                    <a:pt x="96957" y="7666"/>
                    <a:pt x="96957" y="14932"/>
                    <a:pt x="96957" y="17575"/>
                  </a:cubicBezTo>
                  <a:cubicBezTo>
                    <a:pt x="96957" y="21538"/>
                    <a:pt x="93977" y="36566"/>
                    <a:pt x="89672" y="4399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2" name="Freeform: Shape 21">
              <a:extLst>
                <a:ext uri="{FF2B5EF4-FFF2-40B4-BE49-F238E27FC236}">
                  <a16:creationId xmlns:a16="http://schemas.microsoft.com/office/drawing/2014/main" id="{F8D43062-ABF3-635A-EE60-078A542B5DCB}"/>
                </a:ext>
              </a:extLst>
            </p:cNvPr>
            <p:cNvSpPr/>
            <p:nvPr>
              <p:custDataLst>
                <p:tags r:id="rId161"/>
              </p:custDataLst>
            </p:nvPr>
          </p:nvSpPr>
          <p:spPr>
            <a:xfrm>
              <a:off x="12871651" y="4435129"/>
              <a:ext cx="833944" cy="9436"/>
            </a:xfrm>
            <a:custGeom>
              <a:avLst/>
              <a:gdLst>
                <a:gd name="connsiteX0" fmla="*/ 0 w 833944"/>
                <a:gd name="connsiteY0" fmla="*/ 0 h 9436"/>
                <a:gd name="connsiteX1" fmla="*/ 833944 w 833944"/>
                <a:gd name="connsiteY1" fmla="*/ 0 h 9436"/>
                <a:gd name="connsiteX2" fmla="*/ 833944 w 833944"/>
                <a:gd name="connsiteY2" fmla="*/ 9436 h 9436"/>
                <a:gd name="connsiteX3" fmla="*/ 0 w 833944"/>
                <a:gd name="connsiteY3" fmla="*/ 9436 h 9436"/>
              </a:gdLst>
              <a:ahLst/>
              <a:cxnLst>
                <a:cxn ang="0">
                  <a:pos x="connsiteX0" y="connsiteY0"/>
                </a:cxn>
                <a:cxn ang="0">
                  <a:pos x="connsiteX1" y="connsiteY1"/>
                </a:cxn>
                <a:cxn ang="0">
                  <a:pos x="connsiteX2" y="connsiteY2"/>
                </a:cxn>
                <a:cxn ang="0">
                  <a:pos x="connsiteX3" y="connsiteY3"/>
                </a:cxn>
              </a:cxnLst>
              <a:rect l="l" t="t" r="r" b="b"/>
              <a:pathLst>
                <a:path w="833944" h="9436">
                  <a:moveTo>
                    <a:pt x="0" y="0"/>
                  </a:moveTo>
                  <a:lnTo>
                    <a:pt x="833944" y="0"/>
                  </a:lnTo>
                  <a:lnTo>
                    <a:pt x="833944" y="9436"/>
                  </a:lnTo>
                  <a:lnTo>
                    <a:pt x="0" y="943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 name="Freeform: Shape 58">
              <a:extLst>
                <a:ext uri="{FF2B5EF4-FFF2-40B4-BE49-F238E27FC236}">
                  <a16:creationId xmlns:a16="http://schemas.microsoft.com/office/drawing/2014/main" id="{699A13FE-6B65-CECC-9D7B-C8709D7B8949}"/>
                </a:ext>
              </a:extLst>
            </p:cNvPr>
            <p:cNvSpPr/>
            <p:nvPr>
              <p:custDataLst>
                <p:tags r:id="rId162"/>
              </p:custDataLst>
            </p:nvPr>
          </p:nvSpPr>
          <p:spPr>
            <a:xfrm>
              <a:off x="12892701" y="4503533"/>
              <a:ext cx="78051" cy="157121"/>
            </a:xfrm>
            <a:custGeom>
              <a:avLst/>
              <a:gdLst>
                <a:gd name="connsiteX0" fmla="*/ 48734 w 78051"/>
                <a:gd name="connsiteY0" fmla="*/ 6221 h 157121"/>
                <a:gd name="connsiteX1" fmla="*/ 43294 w 78051"/>
                <a:gd name="connsiteY1" fmla="*/ 87 h 157121"/>
                <a:gd name="connsiteX2" fmla="*/ 247 w 78051"/>
                <a:gd name="connsiteY2" fmla="*/ 15185 h 157121"/>
                <a:gd name="connsiteX3" fmla="*/ 247 w 78051"/>
                <a:gd name="connsiteY3" fmla="*/ 22499 h 157121"/>
                <a:gd name="connsiteX4" fmla="*/ 31231 w 78051"/>
                <a:gd name="connsiteY4" fmla="*/ 16365 h 157121"/>
                <a:gd name="connsiteX5" fmla="*/ 31231 w 78051"/>
                <a:gd name="connsiteY5" fmla="*/ 138570 h 157121"/>
                <a:gd name="connsiteX6" fmla="*/ 9235 w 78051"/>
                <a:gd name="connsiteY6" fmla="*/ 149895 h 157121"/>
                <a:gd name="connsiteX7" fmla="*/ 1666 w 78051"/>
                <a:gd name="connsiteY7" fmla="*/ 149895 h 157121"/>
                <a:gd name="connsiteX8" fmla="*/ 1666 w 78051"/>
                <a:gd name="connsiteY8" fmla="*/ 157208 h 157121"/>
                <a:gd name="connsiteX9" fmla="*/ 39982 w 78051"/>
                <a:gd name="connsiteY9" fmla="*/ 156500 h 157121"/>
                <a:gd name="connsiteX10" fmla="*/ 78298 w 78051"/>
                <a:gd name="connsiteY10" fmla="*/ 157208 h 157121"/>
                <a:gd name="connsiteX11" fmla="*/ 78298 w 78051"/>
                <a:gd name="connsiteY11" fmla="*/ 149895 h 157121"/>
                <a:gd name="connsiteX12" fmla="*/ 70730 w 78051"/>
                <a:gd name="connsiteY12" fmla="*/ 149895 h 157121"/>
                <a:gd name="connsiteX13" fmla="*/ 48734 w 78051"/>
                <a:gd name="connsiteY13" fmla="*/ 138570 h 157121"/>
                <a:gd name="connsiteX14" fmla="*/ 48734 w 78051"/>
                <a:gd name="connsiteY14" fmla="*/ 6221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8051" h="157121">
                  <a:moveTo>
                    <a:pt x="48734" y="6221"/>
                  </a:moveTo>
                  <a:cubicBezTo>
                    <a:pt x="48734" y="559"/>
                    <a:pt x="48734" y="87"/>
                    <a:pt x="43294" y="87"/>
                  </a:cubicBezTo>
                  <a:cubicBezTo>
                    <a:pt x="28629" y="15185"/>
                    <a:pt x="7816" y="15185"/>
                    <a:pt x="247" y="15185"/>
                  </a:cubicBezTo>
                  <a:lnTo>
                    <a:pt x="247" y="22499"/>
                  </a:lnTo>
                  <a:cubicBezTo>
                    <a:pt x="4977" y="22499"/>
                    <a:pt x="18932" y="22499"/>
                    <a:pt x="31231" y="16365"/>
                  </a:cubicBezTo>
                  <a:lnTo>
                    <a:pt x="31231" y="138570"/>
                  </a:lnTo>
                  <a:cubicBezTo>
                    <a:pt x="31231" y="147064"/>
                    <a:pt x="30522" y="149895"/>
                    <a:pt x="9235" y="149895"/>
                  </a:cubicBezTo>
                  <a:lnTo>
                    <a:pt x="1666" y="149895"/>
                  </a:lnTo>
                  <a:lnTo>
                    <a:pt x="1666" y="157208"/>
                  </a:lnTo>
                  <a:cubicBezTo>
                    <a:pt x="9944" y="156500"/>
                    <a:pt x="30522" y="156500"/>
                    <a:pt x="39982" y="156500"/>
                  </a:cubicBezTo>
                  <a:cubicBezTo>
                    <a:pt x="49443" y="156500"/>
                    <a:pt x="70020" y="156500"/>
                    <a:pt x="78298" y="157208"/>
                  </a:cubicBezTo>
                  <a:lnTo>
                    <a:pt x="78298" y="149895"/>
                  </a:lnTo>
                  <a:lnTo>
                    <a:pt x="70730" y="149895"/>
                  </a:lnTo>
                  <a:cubicBezTo>
                    <a:pt x="49443" y="149895"/>
                    <a:pt x="48734" y="147299"/>
                    <a:pt x="48734" y="138570"/>
                  </a:cubicBezTo>
                  <a:lnTo>
                    <a:pt x="48734" y="622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 name="Freeform: Shape 59">
              <a:extLst>
                <a:ext uri="{FF2B5EF4-FFF2-40B4-BE49-F238E27FC236}">
                  <a16:creationId xmlns:a16="http://schemas.microsoft.com/office/drawing/2014/main" id="{7BF1709E-DA18-378C-6396-AD3D3D981BDD}"/>
                </a:ext>
              </a:extLst>
            </p:cNvPr>
            <p:cNvSpPr/>
            <p:nvPr>
              <p:custDataLst>
                <p:tags r:id="rId163"/>
              </p:custDataLst>
            </p:nvPr>
          </p:nvSpPr>
          <p:spPr>
            <a:xfrm>
              <a:off x="13055715" y="4523114"/>
              <a:ext cx="157285" cy="157121"/>
            </a:xfrm>
            <a:custGeom>
              <a:avLst/>
              <a:gdLst>
                <a:gd name="connsiteX0" fmla="*/ 83746 w 157285"/>
                <a:gd name="connsiteY0" fmla="*/ 83366 h 157121"/>
                <a:gd name="connsiteX1" fmla="*/ 149735 w 157285"/>
                <a:gd name="connsiteY1" fmla="*/ 83366 h 157121"/>
                <a:gd name="connsiteX2" fmla="*/ 157540 w 157285"/>
                <a:gd name="connsiteY2" fmla="*/ 78647 h 157121"/>
                <a:gd name="connsiteX3" fmla="*/ 149735 w 157285"/>
                <a:gd name="connsiteY3" fmla="*/ 73929 h 157121"/>
                <a:gd name="connsiteX4" fmla="*/ 83746 w 157285"/>
                <a:gd name="connsiteY4" fmla="*/ 73929 h 157121"/>
                <a:gd name="connsiteX5" fmla="*/ 83746 w 157285"/>
                <a:gd name="connsiteY5" fmla="*/ 7872 h 157121"/>
                <a:gd name="connsiteX6" fmla="*/ 79015 w 157285"/>
                <a:gd name="connsiteY6" fmla="*/ 87 h 157121"/>
                <a:gd name="connsiteX7" fmla="*/ 74285 w 157285"/>
                <a:gd name="connsiteY7" fmla="*/ 7872 h 157121"/>
                <a:gd name="connsiteX8" fmla="*/ 74285 w 157285"/>
                <a:gd name="connsiteY8" fmla="*/ 73929 h 157121"/>
                <a:gd name="connsiteX9" fmla="*/ 8059 w 157285"/>
                <a:gd name="connsiteY9" fmla="*/ 73929 h 157121"/>
                <a:gd name="connsiteX10" fmla="*/ 254 w 157285"/>
                <a:gd name="connsiteY10" fmla="*/ 78647 h 157121"/>
                <a:gd name="connsiteX11" fmla="*/ 8059 w 157285"/>
                <a:gd name="connsiteY11" fmla="*/ 83366 h 157121"/>
                <a:gd name="connsiteX12" fmla="*/ 74285 w 157285"/>
                <a:gd name="connsiteY12" fmla="*/ 83366 h 157121"/>
                <a:gd name="connsiteX13" fmla="*/ 74285 w 157285"/>
                <a:gd name="connsiteY13" fmla="*/ 149423 h 157121"/>
                <a:gd name="connsiteX14" fmla="*/ 79015 w 157285"/>
                <a:gd name="connsiteY14" fmla="*/ 157208 h 157121"/>
                <a:gd name="connsiteX15" fmla="*/ 83746 w 157285"/>
                <a:gd name="connsiteY15" fmla="*/ 149423 h 157121"/>
                <a:gd name="connsiteX16" fmla="*/ 83746 w 157285"/>
                <a:gd name="connsiteY16" fmla="*/ 83366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285" h="157121">
                  <a:moveTo>
                    <a:pt x="83746" y="83366"/>
                  </a:moveTo>
                  <a:lnTo>
                    <a:pt x="149735" y="83366"/>
                  </a:lnTo>
                  <a:cubicBezTo>
                    <a:pt x="153046" y="83366"/>
                    <a:pt x="157540" y="83366"/>
                    <a:pt x="157540" y="78647"/>
                  </a:cubicBezTo>
                  <a:cubicBezTo>
                    <a:pt x="157540" y="73929"/>
                    <a:pt x="153046" y="73929"/>
                    <a:pt x="149735" y="73929"/>
                  </a:cubicBezTo>
                  <a:lnTo>
                    <a:pt x="83746" y="73929"/>
                  </a:lnTo>
                  <a:lnTo>
                    <a:pt x="83746" y="7872"/>
                  </a:lnTo>
                  <a:cubicBezTo>
                    <a:pt x="83746" y="4569"/>
                    <a:pt x="83746" y="87"/>
                    <a:pt x="79015" y="87"/>
                  </a:cubicBezTo>
                  <a:cubicBezTo>
                    <a:pt x="74285" y="87"/>
                    <a:pt x="74285" y="4569"/>
                    <a:pt x="74285" y="7872"/>
                  </a:cubicBezTo>
                  <a:lnTo>
                    <a:pt x="74285" y="73929"/>
                  </a:lnTo>
                  <a:lnTo>
                    <a:pt x="8059" y="73929"/>
                  </a:lnTo>
                  <a:cubicBezTo>
                    <a:pt x="4748" y="73929"/>
                    <a:pt x="254" y="73929"/>
                    <a:pt x="254" y="78647"/>
                  </a:cubicBezTo>
                  <a:cubicBezTo>
                    <a:pt x="254" y="83366"/>
                    <a:pt x="4748" y="83366"/>
                    <a:pt x="8059" y="83366"/>
                  </a:cubicBezTo>
                  <a:lnTo>
                    <a:pt x="74285" y="83366"/>
                  </a:lnTo>
                  <a:lnTo>
                    <a:pt x="74285" y="149423"/>
                  </a:lnTo>
                  <a:cubicBezTo>
                    <a:pt x="74285" y="152726"/>
                    <a:pt x="74285" y="157208"/>
                    <a:pt x="79015" y="157208"/>
                  </a:cubicBezTo>
                  <a:cubicBezTo>
                    <a:pt x="83746" y="157208"/>
                    <a:pt x="83746" y="152726"/>
                    <a:pt x="83746" y="149423"/>
                  </a:cubicBezTo>
                  <a:lnTo>
                    <a:pt x="83746" y="8336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 name="Freeform: Shape 60">
              <a:extLst>
                <a:ext uri="{FF2B5EF4-FFF2-40B4-BE49-F238E27FC236}">
                  <a16:creationId xmlns:a16="http://schemas.microsoft.com/office/drawing/2014/main" id="{28BD24BE-DFFD-9E33-E131-F5671C631F3A}"/>
                </a:ext>
              </a:extLst>
            </p:cNvPr>
            <p:cNvSpPr/>
            <p:nvPr>
              <p:custDataLst>
                <p:tags r:id="rId164"/>
              </p:custDataLst>
            </p:nvPr>
          </p:nvSpPr>
          <p:spPr>
            <a:xfrm>
              <a:off x="13289868" y="4556378"/>
              <a:ext cx="90823" cy="106870"/>
            </a:xfrm>
            <a:custGeom>
              <a:avLst/>
              <a:gdLst>
                <a:gd name="connsiteX0" fmla="*/ 33613 w 90823"/>
                <a:gd name="connsiteY0" fmla="*/ 49865 h 106870"/>
                <a:gd name="connsiteX1" fmla="*/ 69801 w 90823"/>
                <a:gd name="connsiteY1" fmla="*/ 44439 h 106870"/>
                <a:gd name="connsiteX2" fmla="*/ 87540 w 90823"/>
                <a:gd name="connsiteY2" fmla="*/ 20140 h 106870"/>
                <a:gd name="connsiteX3" fmla="*/ 62232 w 90823"/>
                <a:gd name="connsiteY3" fmla="*/ 87 h 106870"/>
                <a:gd name="connsiteX4" fmla="*/ 264 w 90823"/>
                <a:gd name="connsiteY4" fmla="*/ 64256 h 106870"/>
                <a:gd name="connsiteX5" fmla="*/ 37398 w 90823"/>
                <a:gd name="connsiteY5" fmla="*/ 106958 h 106870"/>
                <a:gd name="connsiteX6" fmla="*/ 91088 w 90823"/>
                <a:gd name="connsiteY6" fmla="*/ 79119 h 106870"/>
                <a:gd name="connsiteX7" fmla="*/ 88249 w 90823"/>
                <a:gd name="connsiteY7" fmla="*/ 76052 h 106870"/>
                <a:gd name="connsiteX8" fmla="*/ 85175 w 90823"/>
                <a:gd name="connsiteY8" fmla="*/ 78411 h 106870"/>
                <a:gd name="connsiteX9" fmla="*/ 37871 w 90823"/>
                <a:gd name="connsiteY9" fmla="*/ 101767 h 106870"/>
                <a:gd name="connsiteX10" fmla="*/ 17294 w 90823"/>
                <a:gd name="connsiteY10" fmla="*/ 74401 h 106870"/>
                <a:gd name="connsiteX11" fmla="*/ 21078 w 90823"/>
                <a:gd name="connsiteY11" fmla="*/ 49865 h 106870"/>
                <a:gd name="connsiteX12" fmla="*/ 33613 w 90823"/>
                <a:gd name="connsiteY12" fmla="*/ 49865 h 106870"/>
                <a:gd name="connsiteX13" fmla="*/ 22497 w 90823"/>
                <a:gd name="connsiteY13" fmla="*/ 44675 h 106870"/>
                <a:gd name="connsiteX14" fmla="*/ 62232 w 90823"/>
                <a:gd name="connsiteY14" fmla="*/ 5277 h 106870"/>
                <a:gd name="connsiteX15" fmla="*/ 79735 w 90823"/>
                <a:gd name="connsiteY15" fmla="*/ 20140 h 106870"/>
                <a:gd name="connsiteX16" fmla="*/ 32194 w 90823"/>
                <a:gd name="connsiteY16" fmla="*/ 44675 h 106870"/>
                <a:gd name="connsiteX17" fmla="*/ 22497 w 90823"/>
                <a:gd name="connsiteY17" fmla="*/ 44675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823" h="106870">
                  <a:moveTo>
                    <a:pt x="33613" y="49865"/>
                  </a:moveTo>
                  <a:cubicBezTo>
                    <a:pt x="40473" y="49865"/>
                    <a:pt x="57975" y="49394"/>
                    <a:pt x="69801" y="44439"/>
                  </a:cubicBezTo>
                  <a:cubicBezTo>
                    <a:pt x="86357" y="37362"/>
                    <a:pt x="87540" y="23443"/>
                    <a:pt x="87540" y="20140"/>
                  </a:cubicBezTo>
                  <a:cubicBezTo>
                    <a:pt x="87540" y="9759"/>
                    <a:pt x="78552" y="87"/>
                    <a:pt x="62232" y="87"/>
                  </a:cubicBezTo>
                  <a:cubicBezTo>
                    <a:pt x="35979" y="87"/>
                    <a:pt x="264" y="22971"/>
                    <a:pt x="264" y="64256"/>
                  </a:cubicBezTo>
                  <a:cubicBezTo>
                    <a:pt x="264" y="88320"/>
                    <a:pt x="14219" y="106958"/>
                    <a:pt x="37398" y="106958"/>
                  </a:cubicBezTo>
                  <a:cubicBezTo>
                    <a:pt x="71220" y="106958"/>
                    <a:pt x="91088" y="81950"/>
                    <a:pt x="91088" y="79119"/>
                  </a:cubicBezTo>
                  <a:cubicBezTo>
                    <a:pt x="91088" y="77704"/>
                    <a:pt x="89669" y="76052"/>
                    <a:pt x="88249" y="76052"/>
                  </a:cubicBezTo>
                  <a:cubicBezTo>
                    <a:pt x="87067" y="76052"/>
                    <a:pt x="86594" y="76524"/>
                    <a:pt x="85175" y="78411"/>
                  </a:cubicBezTo>
                  <a:cubicBezTo>
                    <a:pt x="66490" y="101767"/>
                    <a:pt x="40709" y="101767"/>
                    <a:pt x="37871" y="101767"/>
                  </a:cubicBezTo>
                  <a:cubicBezTo>
                    <a:pt x="19422" y="101767"/>
                    <a:pt x="17294" y="81950"/>
                    <a:pt x="17294" y="74401"/>
                  </a:cubicBezTo>
                  <a:cubicBezTo>
                    <a:pt x="17294" y="71570"/>
                    <a:pt x="17530" y="64256"/>
                    <a:pt x="21078" y="49865"/>
                  </a:cubicBezTo>
                  <a:lnTo>
                    <a:pt x="33613" y="49865"/>
                  </a:lnTo>
                  <a:close/>
                  <a:moveTo>
                    <a:pt x="22497" y="44675"/>
                  </a:moveTo>
                  <a:cubicBezTo>
                    <a:pt x="31721" y="8816"/>
                    <a:pt x="56083" y="5277"/>
                    <a:pt x="62232" y="5277"/>
                  </a:cubicBezTo>
                  <a:cubicBezTo>
                    <a:pt x="73349" y="5277"/>
                    <a:pt x="79735" y="12119"/>
                    <a:pt x="79735" y="20140"/>
                  </a:cubicBezTo>
                  <a:cubicBezTo>
                    <a:pt x="79735" y="44675"/>
                    <a:pt x="41892" y="44675"/>
                    <a:pt x="32194" y="44675"/>
                  </a:cubicBezTo>
                  <a:lnTo>
                    <a:pt x="22497" y="4467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 name="Freeform: Shape 61">
              <a:extLst>
                <a:ext uri="{FF2B5EF4-FFF2-40B4-BE49-F238E27FC236}">
                  <a16:creationId xmlns:a16="http://schemas.microsoft.com/office/drawing/2014/main" id="{BD1F908D-6E01-458B-0B20-9BD2E7D69BD3}"/>
                </a:ext>
              </a:extLst>
            </p:cNvPr>
            <p:cNvSpPr/>
            <p:nvPr>
              <p:custDataLst>
                <p:tags r:id="rId165"/>
              </p:custDataLst>
            </p:nvPr>
          </p:nvSpPr>
          <p:spPr>
            <a:xfrm>
              <a:off x="13394913" y="4519177"/>
              <a:ext cx="101490" cy="73323"/>
            </a:xfrm>
            <a:custGeom>
              <a:avLst/>
              <a:gdLst>
                <a:gd name="connsiteX0" fmla="*/ 59872 w 101490"/>
                <a:gd name="connsiteY0" fmla="*/ 33443 h 73323"/>
                <a:gd name="connsiteX1" fmla="*/ 82720 w 101490"/>
                <a:gd name="connsiteY1" fmla="*/ 10488 h 73323"/>
                <a:gd name="connsiteX2" fmla="*/ 98117 w 101490"/>
                <a:gd name="connsiteY2" fmla="*/ 9332 h 73323"/>
                <a:gd name="connsiteX3" fmla="*/ 98117 w 101490"/>
                <a:gd name="connsiteY3" fmla="*/ 84 h 73323"/>
                <a:gd name="connsiteX4" fmla="*/ 82057 w 101490"/>
                <a:gd name="connsiteY4" fmla="*/ 744 h 73323"/>
                <a:gd name="connsiteX5" fmla="*/ 63680 w 101490"/>
                <a:gd name="connsiteY5" fmla="*/ 84 h 73323"/>
                <a:gd name="connsiteX6" fmla="*/ 63680 w 101490"/>
                <a:gd name="connsiteY6" fmla="*/ 9332 h 73323"/>
                <a:gd name="connsiteX7" fmla="*/ 68150 w 101490"/>
                <a:gd name="connsiteY7" fmla="*/ 10323 h 73323"/>
                <a:gd name="connsiteX8" fmla="*/ 52587 w 101490"/>
                <a:gd name="connsiteY8" fmla="*/ 26011 h 73323"/>
                <a:gd name="connsiteX9" fmla="*/ 36527 w 101490"/>
                <a:gd name="connsiteY9" fmla="*/ 9332 h 73323"/>
                <a:gd name="connsiteX10" fmla="*/ 40997 w 101490"/>
                <a:gd name="connsiteY10" fmla="*/ 9332 h 73323"/>
                <a:gd name="connsiteX11" fmla="*/ 40997 w 101490"/>
                <a:gd name="connsiteY11" fmla="*/ 84 h 73323"/>
                <a:gd name="connsiteX12" fmla="*/ 19971 w 101490"/>
                <a:gd name="connsiteY12" fmla="*/ 744 h 73323"/>
                <a:gd name="connsiteX13" fmla="*/ 1262 w 101490"/>
                <a:gd name="connsiteY13" fmla="*/ 84 h 73323"/>
                <a:gd name="connsiteX14" fmla="*/ 1262 w 101490"/>
                <a:gd name="connsiteY14" fmla="*/ 9332 h 73323"/>
                <a:gd name="connsiteX15" fmla="*/ 13679 w 101490"/>
                <a:gd name="connsiteY15" fmla="*/ 9332 h 73323"/>
                <a:gd name="connsiteX16" fmla="*/ 40832 w 101490"/>
                <a:gd name="connsiteY16" fmla="*/ 37571 h 73323"/>
                <a:gd name="connsiteX17" fmla="*/ 16991 w 101490"/>
                <a:gd name="connsiteY17" fmla="*/ 61517 h 73323"/>
                <a:gd name="connsiteX18" fmla="*/ 9540 w 101490"/>
                <a:gd name="connsiteY18" fmla="*/ 63994 h 73323"/>
                <a:gd name="connsiteX19" fmla="*/ 269 w 101490"/>
                <a:gd name="connsiteY19" fmla="*/ 64159 h 73323"/>
                <a:gd name="connsiteX20" fmla="*/ 269 w 101490"/>
                <a:gd name="connsiteY20" fmla="*/ 73407 h 73323"/>
                <a:gd name="connsiteX21" fmla="*/ 16329 w 101490"/>
                <a:gd name="connsiteY21" fmla="*/ 72747 h 73323"/>
                <a:gd name="connsiteX22" fmla="*/ 34706 w 101490"/>
                <a:gd name="connsiteY22" fmla="*/ 73407 h 73323"/>
                <a:gd name="connsiteX23" fmla="*/ 34706 w 101490"/>
                <a:gd name="connsiteY23" fmla="*/ 64159 h 73323"/>
                <a:gd name="connsiteX24" fmla="*/ 30236 w 101490"/>
                <a:gd name="connsiteY24" fmla="*/ 63003 h 73323"/>
                <a:gd name="connsiteX25" fmla="*/ 48117 w 101490"/>
                <a:gd name="connsiteY25" fmla="*/ 45168 h 73323"/>
                <a:gd name="connsiteX26" fmla="*/ 66494 w 101490"/>
                <a:gd name="connsiteY26" fmla="*/ 64159 h 73323"/>
                <a:gd name="connsiteX27" fmla="*/ 62190 w 101490"/>
                <a:gd name="connsiteY27" fmla="*/ 64159 h 73323"/>
                <a:gd name="connsiteX28" fmla="*/ 62190 w 101490"/>
                <a:gd name="connsiteY28" fmla="*/ 73407 h 73323"/>
                <a:gd name="connsiteX29" fmla="*/ 83216 w 101490"/>
                <a:gd name="connsiteY29" fmla="*/ 72747 h 73323"/>
                <a:gd name="connsiteX30" fmla="*/ 101759 w 101490"/>
                <a:gd name="connsiteY30" fmla="*/ 73407 h 73323"/>
                <a:gd name="connsiteX31" fmla="*/ 101759 w 101490"/>
                <a:gd name="connsiteY31" fmla="*/ 64159 h 73323"/>
                <a:gd name="connsiteX32" fmla="*/ 89508 w 101490"/>
                <a:gd name="connsiteY32" fmla="*/ 64159 h 73323"/>
                <a:gd name="connsiteX33" fmla="*/ 59872 w 101490"/>
                <a:gd name="connsiteY33" fmla="*/ 33443 h 73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1490" h="73323">
                  <a:moveTo>
                    <a:pt x="59872" y="33443"/>
                  </a:moveTo>
                  <a:lnTo>
                    <a:pt x="82720" y="10488"/>
                  </a:lnTo>
                  <a:cubicBezTo>
                    <a:pt x="86693" y="9332"/>
                    <a:pt x="90998" y="9332"/>
                    <a:pt x="98117" y="9332"/>
                  </a:cubicBezTo>
                  <a:lnTo>
                    <a:pt x="98117" y="84"/>
                  </a:lnTo>
                  <a:cubicBezTo>
                    <a:pt x="92819" y="579"/>
                    <a:pt x="87355" y="744"/>
                    <a:pt x="82057" y="744"/>
                  </a:cubicBezTo>
                  <a:cubicBezTo>
                    <a:pt x="76428" y="744"/>
                    <a:pt x="65004" y="249"/>
                    <a:pt x="63680" y="84"/>
                  </a:cubicBezTo>
                  <a:lnTo>
                    <a:pt x="63680" y="9332"/>
                  </a:lnTo>
                  <a:cubicBezTo>
                    <a:pt x="65832" y="9332"/>
                    <a:pt x="66991" y="9662"/>
                    <a:pt x="68150" y="10323"/>
                  </a:cubicBezTo>
                  <a:lnTo>
                    <a:pt x="52587" y="26011"/>
                  </a:lnTo>
                  <a:lnTo>
                    <a:pt x="36527" y="9332"/>
                  </a:lnTo>
                  <a:lnTo>
                    <a:pt x="40997" y="9332"/>
                  </a:lnTo>
                  <a:lnTo>
                    <a:pt x="40997" y="84"/>
                  </a:lnTo>
                  <a:cubicBezTo>
                    <a:pt x="40004" y="84"/>
                    <a:pt x="26925" y="744"/>
                    <a:pt x="19971" y="744"/>
                  </a:cubicBezTo>
                  <a:cubicBezTo>
                    <a:pt x="13679" y="744"/>
                    <a:pt x="7554" y="579"/>
                    <a:pt x="1262" y="84"/>
                  </a:cubicBezTo>
                  <a:lnTo>
                    <a:pt x="1262" y="9332"/>
                  </a:lnTo>
                  <a:lnTo>
                    <a:pt x="13679" y="9332"/>
                  </a:lnTo>
                  <a:lnTo>
                    <a:pt x="40832" y="37571"/>
                  </a:lnTo>
                  <a:lnTo>
                    <a:pt x="16991" y="61517"/>
                  </a:lnTo>
                  <a:cubicBezTo>
                    <a:pt x="14838" y="63499"/>
                    <a:pt x="14673" y="63664"/>
                    <a:pt x="9540" y="63994"/>
                  </a:cubicBezTo>
                  <a:cubicBezTo>
                    <a:pt x="6891" y="64159"/>
                    <a:pt x="1097" y="64159"/>
                    <a:pt x="269" y="64159"/>
                  </a:cubicBezTo>
                  <a:lnTo>
                    <a:pt x="269" y="73407"/>
                  </a:lnTo>
                  <a:cubicBezTo>
                    <a:pt x="5567" y="72912"/>
                    <a:pt x="11030" y="72747"/>
                    <a:pt x="16329" y="72747"/>
                  </a:cubicBezTo>
                  <a:cubicBezTo>
                    <a:pt x="20799" y="72747"/>
                    <a:pt x="32554" y="73242"/>
                    <a:pt x="34706" y="73407"/>
                  </a:cubicBezTo>
                  <a:lnTo>
                    <a:pt x="34706" y="64159"/>
                  </a:lnTo>
                  <a:cubicBezTo>
                    <a:pt x="32057" y="64159"/>
                    <a:pt x="31395" y="63829"/>
                    <a:pt x="30236" y="63003"/>
                  </a:cubicBezTo>
                  <a:lnTo>
                    <a:pt x="48117" y="45168"/>
                  </a:lnTo>
                  <a:lnTo>
                    <a:pt x="66494" y="64159"/>
                  </a:lnTo>
                  <a:lnTo>
                    <a:pt x="62190" y="64159"/>
                  </a:lnTo>
                  <a:lnTo>
                    <a:pt x="62190" y="73407"/>
                  </a:lnTo>
                  <a:cubicBezTo>
                    <a:pt x="62355" y="73407"/>
                    <a:pt x="75600" y="72747"/>
                    <a:pt x="83216" y="72747"/>
                  </a:cubicBezTo>
                  <a:cubicBezTo>
                    <a:pt x="89342" y="72747"/>
                    <a:pt x="95634" y="72912"/>
                    <a:pt x="101759" y="73407"/>
                  </a:cubicBezTo>
                  <a:lnTo>
                    <a:pt x="101759" y="64159"/>
                  </a:lnTo>
                  <a:lnTo>
                    <a:pt x="89508" y="64159"/>
                  </a:lnTo>
                  <a:lnTo>
                    <a:pt x="59872" y="3344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 name="Freeform: Shape 62">
              <a:extLst>
                <a:ext uri="{FF2B5EF4-FFF2-40B4-BE49-F238E27FC236}">
                  <a16:creationId xmlns:a16="http://schemas.microsoft.com/office/drawing/2014/main" id="{5A901A9A-7868-14F4-0062-4FB08D092FA8}"/>
                </a:ext>
              </a:extLst>
            </p:cNvPr>
            <p:cNvSpPr/>
            <p:nvPr>
              <p:custDataLst>
                <p:tags r:id="rId166"/>
              </p:custDataLst>
            </p:nvPr>
          </p:nvSpPr>
          <p:spPr>
            <a:xfrm>
              <a:off x="13513153" y="4479378"/>
              <a:ext cx="32757" cy="61456"/>
            </a:xfrm>
            <a:custGeom>
              <a:avLst/>
              <a:gdLst>
                <a:gd name="connsiteX0" fmla="*/ 31849 w 32757"/>
                <a:gd name="connsiteY0" fmla="*/ 11170 h 61456"/>
                <a:gd name="connsiteX1" fmla="*/ 33032 w 32757"/>
                <a:gd name="connsiteY1" fmla="*/ 7041 h 61456"/>
                <a:gd name="connsiteX2" fmla="*/ 25699 w 32757"/>
                <a:gd name="connsiteY2" fmla="*/ 82 h 61456"/>
                <a:gd name="connsiteX3" fmla="*/ 18959 w 32757"/>
                <a:gd name="connsiteY3" fmla="*/ 5508 h 61456"/>
                <a:gd name="connsiteX4" fmla="*/ 747 w 32757"/>
                <a:gd name="connsiteY4" fmla="*/ 56584 h 61456"/>
                <a:gd name="connsiteX5" fmla="*/ 274 w 32757"/>
                <a:gd name="connsiteY5" fmla="*/ 58472 h 61456"/>
                <a:gd name="connsiteX6" fmla="*/ 5359 w 32757"/>
                <a:gd name="connsiteY6" fmla="*/ 61538 h 61456"/>
                <a:gd name="connsiteX7" fmla="*/ 7369 w 32757"/>
                <a:gd name="connsiteY7" fmla="*/ 59533 h 61456"/>
                <a:gd name="connsiteX8" fmla="*/ 31849 w 32757"/>
                <a:gd name="connsiteY8" fmla="*/ 11170 h 6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57" h="61456">
                  <a:moveTo>
                    <a:pt x="31849" y="11170"/>
                  </a:moveTo>
                  <a:cubicBezTo>
                    <a:pt x="31967" y="11052"/>
                    <a:pt x="33032" y="8811"/>
                    <a:pt x="33032" y="7041"/>
                  </a:cubicBezTo>
                  <a:cubicBezTo>
                    <a:pt x="33032" y="2795"/>
                    <a:pt x="29247" y="82"/>
                    <a:pt x="25699" y="82"/>
                  </a:cubicBezTo>
                  <a:cubicBezTo>
                    <a:pt x="20851" y="82"/>
                    <a:pt x="19550" y="3739"/>
                    <a:pt x="18959" y="5508"/>
                  </a:cubicBezTo>
                  <a:lnTo>
                    <a:pt x="747" y="56584"/>
                  </a:lnTo>
                  <a:cubicBezTo>
                    <a:pt x="274" y="58000"/>
                    <a:pt x="274" y="58354"/>
                    <a:pt x="274" y="58472"/>
                  </a:cubicBezTo>
                  <a:cubicBezTo>
                    <a:pt x="274" y="60359"/>
                    <a:pt x="5241" y="61538"/>
                    <a:pt x="5359" y="61538"/>
                  </a:cubicBezTo>
                  <a:cubicBezTo>
                    <a:pt x="6423" y="61538"/>
                    <a:pt x="6660" y="60949"/>
                    <a:pt x="7369" y="59533"/>
                  </a:cubicBezTo>
                  <a:lnTo>
                    <a:pt x="31849" y="1117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 name="Freeform: Shape 63">
              <a:extLst>
                <a:ext uri="{FF2B5EF4-FFF2-40B4-BE49-F238E27FC236}">
                  <a16:creationId xmlns:a16="http://schemas.microsoft.com/office/drawing/2014/main" id="{8B5FADBC-F374-25DE-98F8-63B2B0723F57}"/>
                </a:ext>
              </a:extLst>
            </p:cNvPr>
            <p:cNvSpPr/>
            <p:nvPr>
              <p:custDataLst>
                <p:tags r:id="rId167"/>
              </p:custDataLst>
            </p:nvPr>
          </p:nvSpPr>
          <p:spPr>
            <a:xfrm>
              <a:off x="13569607" y="4476570"/>
              <a:ext cx="115728" cy="147967"/>
            </a:xfrm>
            <a:custGeom>
              <a:avLst/>
              <a:gdLst>
                <a:gd name="connsiteX0" fmla="*/ 11038 w 115728"/>
                <a:gd name="connsiteY0" fmla="*/ 144418 h 147967"/>
                <a:gd name="connsiteX1" fmla="*/ 21137 w 115728"/>
                <a:gd name="connsiteY1" fmla="*/ 103628 h 147967"/>
                <a:gd name="connsiteX2" fmla="*/ 58720 w 115728"/>
                <a:gd name="connsiteY2" fmla="*/ 118161 h 147967"/>
                <a:gd name="connsiteX3" fmla="*/ 114681 w 115728"/>
                <a:gd name="connsiteY3" fmla="*/ 72251 h 147967"/>
                <a:gd name="connsiteX4" fmla="*/ 103422 w 115728"/>
                <a:gd name="connsiteY4" fmla="*/ 49792 h 147967"/>
                <a:gd name="connsiteX5" fmla="*/ 116005 w 115728"/>
                <a:gd name="connsiteY5" fmla="*/ 23534 h 147967"/>
                <a:gd name="connsiteX6" fmla="*/ 86535 w 115728"/>
                <a:gd name="connsiteY6" fmla="*/ 84 h 147967"/>
                <a:gd name="connsiteX7" fmla="*/ 25939 w 115728"/>
                <a:gd name="connsiteY7" fmla="*/ 42360 h 147967"/>
                <a:gd name="connsiteX8" fmla="*/ 939 w 115728"/>
                <a:gd name="connsiteY8" fmla="*/ 142272 h 147967"/>
                <a:gd name="connsiteX9" fmla="*/ 276 w 115728"/>
                <a:gd name="connsiteY9" fmla="*/ 145079 h 147967"/>
                <a:gd name="connsiteX10" fmla="*/ 5574 w 115728"/>
                <a:gd name="connsiteY10" fmla="*/ 148052 h 147967"/>
                <a:gd name="connsiteX11" fmla="*/ 11038 w 115728"/>
                <a:gd name="connsiteY11" fmla="*/ 144418 h 147967"/>
                <a:gd name="connsiteX12" fmla="*/ 62859 w 115728"/>
                <a:gd name="connsiteY12" fmla="*/ 51939 h 147967"/>
                <a:gd name="connsiteX13" fmla="*/ 73952 w 115728"/>
                <a:gd name="connsiteY13" fmla="*/ 50287 h 147967"/>
                <a:gd name="connsiteX14" fmla="*/ 81734 w 115728"/>
                <a:gd name="connsiteY14" fmla="*/ 50948 h 147967"/>
                <a:gd name="connsiteX15" fmla="*/ 71634 w 115728"/>
                <a:gd name="connsiteY15" fmla="*/ 52929 h 147967"/>
                <a:gd name="connsiteX16" fmla="*/ 62859 w 115728"/>
                <a:gd name="connsiteY16" fmla="*/ 51939 h 147967"/>
                <a:gd name="connsiteX17" fmla="*/ 89681 w 115728"/>
                <a:gd name="connsiteY17" fmla="*/ 44012 h 147967"/>
                <a:gd name="connsiteX18" fmla="*/ 74449 w 115728"/>
                <a:gd name="connsiteY18" fmla="*/ 42691 h 147967"/>
                <a:gd name="connsiteX19" fmla="*/ 52263 w 115728"/>
                <a:gd name="connsiteY19" fmla="*/ 52599 h 147967"/>
                <a:gd name="connsiteX20" fmla="*/ 71303 w 115728"/>
                <a:gd name="connsiteY20" fmla="*/ 60526 h 147967"/>
                <a:gd name="connsiteX21" fmla="*/ 91667 w 115728"/>
                <a:gd name="connsiteY21" fmla="*/ 57058 h 147967"/>
                <a:gd name="connsiteX22" fmla="*/ 93654 w 115728"/>
                <a:gd name="connsiteY22" fmla="*/ 65811 h 147967"/>
                <a:gd name="connsiteX23" fmla="*/ 83886 w 115728"/>
                <a:gd name="connsiteY23" fmla="*/ 98509 h 147967"/>
                <a:gd name="connsiteX24" fmla="*/ 58555 w 115728"/>
                <a:gd name="connsiteY24" fmla="*/ 110564 h 147967"/>
                <a:gd name="connsiteX25" fmla="*/ 26104 w 115728"/>
                <a:gd name="connsiteY25" fmla="*/ 87114 h 147967"/>
                <a:gd name="connsiteX26" fmla="*/ 29084 w 115728"/>
                <a:gd name="connsiteY26" fmla="*/ 72416 h 147967"/>
                <a:gd name="connsiteX27" fmla="*/ 35541 w 115728"/>
                <a:gd name="connsiteY27" fmla="*/ 46159 h 147967"/>
                <a:gd name="connsiteX28" fmla="*/ 53091 w 115728"/>
                <a:gd name="connsiteY28" fmla="*/ 19240 h 147967"/>
                <a:gd name="connsiteX29" fmla="*/ 85707 w 115728"/>
                <a:gd name="connsiteY29" fmla="*/ 7680 h 147967"/>
                <a:gd name="connsiteX30" fmla="*/ 96965 w 115728"/>
                <a:gd name="connsiteY30" fmla="*/ 17589 h 147967"/>
                <a:gd name="connsiteX31" fmla="*/ 89681 w 115728"/>
                <a:gd name="connsiteY31" fmla="*/ 44012 h 14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728" h="147967">
                  <a:moveTo>
                    <a:pt x="11038" y="144418"/>
                  </a:moveTo>
                  <a:lnTo>
                    <a:pt x="21137" y="103628"/>
                  </a:lnTo>
                  <a:cubicBezTo>
                    <a:pt x="24283" y="107757"/>
                    <a:pt x="35376" y="118161"/>
                    <a:pt x="58720" y="118161"/>
                  </a:cubicBezTo>
                  <a:cubicBezTo>
                    <a:pt x="95807" y="118161"/>
                    <a:pt x="114681" y="93059"/>
                    <a:pt x="114681" y="72251"/>
                  </a:cubicBezTo>
                  <a:cubicBezTo>
                    <a:pt x="114681" y="62673"/>
                    <a:pt x="110873" y="55076"/>
                    <a:pt x="103422" y="49792"/>
                  </a:cubicBezTo>
                  <a:cubicBezTo>
                    <a:pt x="110707" y="43847"/>
                    <a:pt x="116005" y="33277"/>
                    <a:pt x="116005" y="23534"/>
                  </a:cubicBezTo>
                  <a:cubicBezTo>
                    <a:pt x="116005" y="10158"/>
                    <a:pt x="106403" y="84"/>
                    <a:pt x="86535" y="84"/>
                  </a:cubicBezTo>
                  <a:cubicBezTo>
                    <a:pt x="62032" y="84"/>
                    <a:pt x="32561" y="15607"/>
                    <a:pt x="25939" y="42360"/>
                  </a:cubicBezTo>
                  <a:lnTo>
                    <a:pt x="939" y="142272"/>
                  </a:lnTo>
                  <a:cubicBezTo>
                    <a:pt x="276" y="144584"/>
                    <a:pt x="276" y="144914"/>
                    <a:pt x="276" y="145079"/>
                  </a:cubicBezTo>
                  <a:cubicBezTo>
                    <a:pt x="276" y="148052"/>
                    <a:pt x="3091" y="148052"/>
                    <a:pt x="5574" y="148052"/>
                  </a:cubicBezTo>
                  <a:cubicBezTo>
                    <a:pt x="8886" y="148052"/>
                    <a:pt x="10210" y="148052"/>
                    <a:pt x="11038" y="144418"/>
                  </a:cubicBezTo>
                  <a:close/>
                  <a:moveTo>
                    <a:pt x="62859" y="51939"/>
                  </a:moveTo>
                  <a:cubicBezTo>
                    <a:pt x="65012" y="50948"/>
                    <a:pt x="66502" y="50287"/>
                    <a:pt x="73952" y="50287"/>
                  </a:cubicBezTo>
                  <a:cubicBezTo>
                    <a:pt x="76601" y="50287"/>
                    <a:pt x="78753" y="50287"/>
                    <a:pt x="81734" y="50948"/>
                  </a:cubicBezTo>
                  <a:cubicBezTo>
                    <a:pt x="78091" y="52929"/>
                    <a:pt x="74614" y="52929"/>
                    <a:pt x="71634" y="52929"/>
                  </a:cubicBezTo>
                  <a:cubicBezTo>
                    <a:pt x="66667" y="52929"/>
                    <a:pt x="66171" y="52764"/>
                    <a:pt x="62859" y="51939"/>
                  </a:cubicBezTo>
                  <a:close/>
                  <a:moveTo>
                    <a:pt x="89681" y="44012"/>
                  </a:moveTo>
                  <a:cubicBezTo>
                    <a:pt x="83389" y="42691"/>
                    <a:pt x="77760" y="42691"/>
                    <a:pt x="74449" y="42691"/>
                  </a:cubicBezTo>
                  <a:cubicBezTo>
                    <a:pt x="67330" y="42691"/>
                    <a:pt x="52263" y="42691"/>
                    <a:pt x="52263" y="52599"/>
                  </a:cubicBezTo>
                  <a:cubicBezTo>
                    <a:pt x="52263" y="60361"/>
                    <a:pt x="63190" y="60526"/>
                    <a:pt x="71303" y="60526"/>
                  </a:cubicBezTo>
                  <a:cubicBezTo>
                    <a:pt x="76104" y="60526"/>
                    <a:pt x="82893" y="60526"/>
                    <a:pt x="91667" y="57058"/>
                  </a:cubicBezTo>
                  <a:cubicBezTo>
                    <a:pt x="93158" y="59370"/>
                    <a:pt x="93654" y="62838"/>
                    <a:pt x="93654" y="65811"/>
                  </a:cubicBezTo>
                  <a:cubicBezTo>
                    <a:pt x="93654" y="71591"/>
                    <a:pt x="90177" y="89756"/>
                    <a:pt x="83886" y="98509"/>
                  </a:cubicBezTo>
                  <a:cubicBezTo>
                    <a:pt x="77926" y="106601"/>
                    <a:pt x="68820" y="110564"/>
                    <a:pt x="58555" y="110564"/>
                  </a:cubicBezTo>
                  <a:cubicBezTo>
                    <a:pt x="44482" y="110564"/>
                    <a:pt x="26104" y="104124"/>
                    <a:pt x="26104" y="87114"/>
                  </a:cubicBezTo>
                  <a:cubicBezTo>
                    <a:pt x="26104" y="83976"/>
                    <a:pt x="27760" y="77205"/>
                    <a:pt x="29084" y="72416"/>
                  </a:cubicBezTo>
                  <a:cubicBezTo>
                    <a:pt x="29912" y="68783"/>
                    <a:pt x="35210" y="47645"/>
                    <a:pt x="35541" y="46159"/>
                  </a:cubicBezTo>
                  <a:cubicBezTo>
                    <a:pt x="37031" y="40379"/>
                    <a:pt x="39846" y="29149"/>
                    <a:pt x="53091" y="19240"/>
                  </a:cubicBezTo>
                  <a:cubicBezTo>
                    <a:pt x="66667" y="9002"/>
                    <a:pt x="79747" y="7680"/>
                    <a:pt x="85707" y="7680"/>
                  </a:cubicBezTo>
                  <a:cubicBezTo>
                    <a:pt x="96965" y="7680"/>
                    <a:pt x="96965" y="14947"/>
                    <a:pt x="96965" y="17589"/>
                  </a:cubicBezTo>
                  <a:cubicBezTo>
                    <a:pt x="96965" y="21552"/>
                    <a:pt x="93985" y="36580"/>
                    <a:pt x="89681" y="4401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2" name="TextBox 1">
            <a:extLst>
              <a:ext uri="{FF2B5EF4-FFF2-40B4-BE49-F238E27FC236}">
                <a16:creationId xmlns:a16="http://schemas.microsoft.com/office/drawing/2014/main" id="{6EE9846E-E193-BC7C-9DE3-C47F537C676D}"/>
              </a:ext>
            </a:extLst>
          </p:cNvPr>
          <p:cNvSpPr txBox="1"/>
          <p:nvPr/>
        </p:nvSpPr>
        <p:spPr>
          <a:xfrm>
            <a:off x="891589" y="1196080"/>
            <a:ext cx="3736339"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The logit model specification is:</a:t>
            </a:r>
          </a:p>
        </p:txBody>
      </p:sp>
      <p:grpSp>
        <p:nvGrpSpPr>
          <p:cNvPr id="5228" name="Group 5227" descr="\documentclass{article}&#10;\usepackage{amsmath}&#10;\usepackage{amsfonts}&#10;\pagestyle{empty}&#10;\begin{document}&#10;&#10;&#10;\[&#10;p = \frac{1}{(1 + e^{\mathbf{x}'\boldsymbol{\beta}} )(e^{\mathbf{x}'\boldsymbol{\beta}})^{-1}}&#10;\]&#10;&#10;&#10;&#10;&#10;&#10;\end{document}" title="IguanaTex Shape Display">
            <a:extLst>
              <a:ext uri="{FF2B5EF4-FFF2-40B4-BE49-F238E27FC236}">
                <a16:creationId xmlns:a16="http://schemas.microsoft.com/office/drawing/2014/main" id="{0282E029-BBD3-DB71-EE8C-3C42475657F5}"/>
              </a:ext>
            </a:extLst>
          </p:cNvPr>
          <p:cNvGrpSpPr>
            <a:grpSpLocks noChangeAspect="1"/>
          </p:cNvGrpSpPr>
          <p:nvPr>
            <p:custDataLst>
              <p:tags r:id="rId2"/>
            </p:custDataLst>
          </p:nvPr>
        </p:nvGrpSpPr>
        <p:grpSpPr>
          <a:xfrm>
            <a:off x="1088508" y="2896752"/>
            <a:ext cx="1771294" cy="414944"/>
            <a:chOff x="5890380" y="3990086"/>
            <a:chExt cx="2346722" cy="549744"/>
          </a:xfrm>
        </p:grpSpPr>
        <p:sp>
          <p:nvSpPr>
            <p:cNvPr id="5208" name="Freeform: Shape 5207">
              <a:extLst>
                <a:ext uri="{FF2B5EF4-FFF2-40B4-BE49-F238E27FC236}">
                  <a16:creationId xmlns:a16="http://schemas.microsoft.com/office/drawing/2014/main" id="{A994D94F-CCE2-38CC-1FE7-97A58DF70F3A}"/>
                </a:ext>
              </a:extLst>
            </p:cNvPr>
            <p:cNvSpPr/>
            <p:nvPr>
              <p:custDataLst>
                <p:tags r:id="rId128"/>
              </p:custDataLst>
            </p:nvPr>
          </p:nvSpPr>
          <p:spPr>
            <a:xfrm>
              <a:off x="5890380" y="4207360"/>
              <a:ext cx="123149" cy="153453"/>
            </a:xfrm>
            <a:custGeom>
              <a:avLst/>
              <a:gdLst>
                <a:gd name="connsiteX0" fmla="*/ 18349 w 123149"/>
                <a:gd name="connsiteY0" fmla="*/ 136158 h 153453"/>
                <a:gd name="connsiteX1" fmla="*/ 5610 w 123149"/>
                <a:gd name="connsiteY1" fmla="*/ 146051 h 153453"/>
                <a:gd name="connsiteX2" fmla="*/ 184 w 123149"/>
                <a:gd name="connsiteY2" fmla="*/ 150635 h 153453"/>
                <a:gd name="connsiteX3" fmla="*/ 3251 w 123149"/>
                <a:gd name="connsiteY3" fmla="*/ 153531 h 153453"/>
                <a:gd name="connsiteX4" fmla="*/ 23068 w 123149"/>
                <a:gd name="connsiteY4" fmla="*/ 152807 h 153453"/>
                <a:gd name="connsiteX5" fmla="*/ 46424 w 123149"/>
                <a:gd name="connsiteY5" fmla="*/ 153531 h 153453"/>
                <a:gd name="connsiteX6" fmla="*/ 50670 w 123149"/>
                <a:gd name="connsiteY6" fmla="*/ 148705 h 153453"/>
                <a:gd name="connsiteX7" fmla="*/ 45008 w 123149"/>
                <a:gd name="connsiteY7" fmla="*/ 146051 h 153453"/>
                <a:gd name="connsiteX8" fmla="*/ 33212 w 123149"/>
                <a:gd name="connsiteY8" fmla="*/ 142190 h 153453"/>
                <a:gd name="connsiteX9" fmla="*/ 44772 w 123149"/>
                <a:gd name="connsiteY9" fmla="*/ 93935 h 153453"/>
                <a:gd name="connsiteX10" fmla="*/ 66476 w 123149"/>
                <a:gd name="connsiteY10" fmla="*/ 109376 h 153453"/>
                <a:gd name="connsiteX11" fmla="*/ 123333 w 123149"/>
                <a:gd name="connsiteY11" fmla="*/ 38682 h 153453"/>
                <a:gd name="connsiteX12" fmla="*/ 91956 w 123149"/>
                <a:gd name="connsiteY12" fmla="*/ 77 h 153453"/>
                <a:gd name="connsiteX13" fmla="*/ 61050 w 123149"/>
                <a:gd name="connsiteY13" fmla="*/ 18173 h 153453"/>
                <a:gd name="connsiteX14" fmla="*/ 39818 w 123149"/>
                <a:gd name="connsiteY14" fmla="*/ 77 h 153453"/>
                <a:gd name="connsiteX15" fmla="*/ 22360 w 123149"/>
                <a:gd name="connsiteY15" fmla="*/ 13830 h 153453"/>
                <a:gd name="connsiteX16" fmla="*/ 15046 w 123149"/>
                <a:gd name="connsiteY16" fmla="*/ 37234 h 153453"/>
                <a:gd name="connsiteX17" fmla="*/ 17877 w 123149"/>
                <a:gd name="connsiteY17" fmla="*/ 39647 h 153453"/>
                <a:gd name="connsiteX18" fmla="*/ 21888 w 123149"/>
                <a:gd name="connsiteY18" fmla="*/ 34097 h 153453"/>
                <a:gd name="connsiteX19" fmla="*/ 39110 w 123149"/>
                <a:gd name="connsiteY19" fmla="*/ 5385 h 153453"/>
                <a:gd name="connsiteX20" fmla="*/ 46424 w 123149"/>
                <a:gd name="connsiteY20" fmla="*/ 16484 h 153453"/>
                <a:gd name="connsiteX21" fmla="*/ 44772 w 123149"/>
                <a:gd name="connsiteY21" fmla="*/ 28789 h 153453"/>
                <a:gd name="connsiteX22" fmla="*/ 18349 w 123149"/>
                <a:gd name="connsiteY22" fmla="*/ 136158 h 153453"/>
                <a:gd name="connsiteX23" fmla="*/ 59871 w 123149"/>
                <a:gd name="connsiteY23" fmla="*/ 31443 h 153453"/>
                <a:gd name="connsiteX24" fmla="*/ 72139 w 123149"/>
                <a:gd name="connsiteY24" fmla="*/ 14554 h 153453"/>
                <a:gd name="connsiteX25" fmla="*/ 91248 w 123149"/>
                <a:gd name="connsiteY25" fmla="*/ 5385 h 153453"/>
                <a:gd name="connsiteX26" fmla="*/ 106347 w 123149"/>
                <a:gd name="connsiteY26" fmla="*/ 28065 h 153453"/>
                <a:gd name="connsiteX27" fmla="*/ 94315 w 123149"/>
                <a:gd name="connsiteY27" fmla="*/ 79217 h 153453"/>
                <a:gd name="connsiteX28" fmla="*/ 66241 w 123149"/>
                <a:gd name="connsiteY28" fmla="*/ 104068 h 153453"/>
                <a:gd name="connsiteX29" fmla="*/ 47603 w 123149"/>
                <a:gd name="connsiteY29" fmla="*/ 82594 h 153453"/>
                <a:gd name="connsiteX30" fmla="*/ 48311 w 123149"/>
                <a:gd name="connsiteY30" fmla="*/ 78734 h 153453"/>
                <a:gd name="connsiteX31" fmla="*/ 59871 w 123149"/>
                <a:gd name="connsiteY31" fmla="*/ 31443 h 15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149" h="153453">
                  <a:moveTo>
                    <a:pt x="18349" y="136158"/>
                  </a:moveTo>
                  <a:cubicBezTo>
                    <a:pt x="16462" y="144362"/>
                    <a:pt x="15990" y="146051"/>
                    <a:pt x="5610" y="146051"/>
                  </a:cubicBezTo>
                  <a:cubicBezTo>
                    <a:pt x="2779" y="146051"/>
                    <a:pt x="184" y="146051"/>
                    <a:pt x="184" y="150635"/>
                  </a:cubicBezTo>
                  <a:cubicBezTo>
                    <a:pt x="184" y="152565"/>
                    <a:pt x="1363" y="153531"/>
                    <a:pt x="3251" y="153531"/>
                  </a:cubicBezTo>
                  <a:cubicBezTo>
                    <a:pt x="9620" y="153531"/>
                    <a:pt x="16462" y="152807"/>
                    <a:pt x="23068" y="152807"/>
                  </a:cubicBezTo>
                  <a:cubicBezTo>
                    <a:pt x="30853" y="152807"/>
                    <a:pt x="38874" y="153531"/>
                    <a:pt x="46424" y="153531"/>
                  </a:cubicBezTo>
                  <a:cubicBezTo>
                    <a:pt x="47603" y="153531"/>
                    <a:pt x="50670" y="153531"/>
                    <a:pt x="50670" y="148705"/>
                  </a:cubicBezTo>
                  <a:cubicBezTo>
                    <a:pt x="50670" y="146051"/>
                    <a:pt x="48311" y="146051"/>
                    <a:pt x="45008" y="146051"/>
                  </a:cubicBezTo>
                  <a:cubicBezTo>
                    <a:pt x="33212" y="146051"/>
                    <a:pt x="33212" y="144362"/>
                    <a:pt x="33212" y="142190"/>
                  </a:cubicBezTo>
                  <a:cubicBezTo>
                    <a:pt x="33212" y="139295"/>
                    <a:pt x="43121" y="99967"/>
                    <a:pt x="44772" y="93935"/>
                  </a:cubicBezTo>
                  <a:cubicBezTo>
                    <a:pt x="47839" y="100932"/>
                    <a:pt x="54445" y="109376"/>
                    <a:pt x="66476" y="109376"/>
                  </a:cubicBezTo>
                  <a:cubicBezTo>
                    <a:pt x="93843" y="109376"/>
                    <a:pt x="123333" y="74150"/>
                    <a:pt x="123333" y="38682"/>
                  </a:cubicBezTo>
                  <a:cubicBezTo>
                    <a:pt x="123333" y="16001"/>
                    <a:pt x="109885" y="77"/>
                    <a:pt x="91956" y="77"/>
                  </a:cubicBezTo>
                  <a:cubicBezTo>
                    <a:pt x="80160" y="77"/>
                    <a:pt x="68836" y="8763"/>
                    <a:pt x="61050" y="18173"/>
                  </a:cubicBezTo>
                  <a:cubicBezTo>
                    <a:pt x="58691" y="5144"/>
                    <a:pt x="48547" y="77"/>
                    <a:pt x="39818" y="77"/>
                  </a:cubicBezTo>
                  <a:cubicBezTo>
                    <a:pt x="28966" y="77"/>
                    <a:pt x="24483" y="9487"/>
                    <a:pt x="22360" y="13830"/>
                  </a:cubicBezTo>
                  <a:cubicBezTo>
                    <a:pt x="18113" y="22033"/>
                    <a:pt x="15046" y="36510"/>
                    <a:pt x="15046" y="37234"/>
                  </a:cubicBezTo>
                  <a:cubicBezTo>
                    <a:pt x="15046" y="39647"/>
                    <a:pt x="17406" y="39647"/>
                    <a:pt x="17877" y="39647"/>
                  </a:cubicBezTo>
                  <a:cubicBezTo>
                    <a:pt x="20237" y="39647"/>
                    <a:pt x="20473" y="39405"/>
                    <a:pt x="21888" y="34097"/>
                  </a:cubicBezTo>
                  <a:cubicBezTo>
                    <a:pt x="25899" y="16966"/>
                    <a:pt x="30617" y="5385"/>
                    <a:pt x="39110" y="5385"/>
                  </a:cubicBezTo>
                  <a:cubicBezTo>
                    <a:pt x="43121" y="5385"/>
                    <a:pt x="46424" y="7315"/>
                    <a:pt x="46424" y="16484"/>
                  </a:cubicBezTo>
                  <a:cubicBezTo>
                    <a:pt x="46424" y="22033"/>
                    <a:pt x="45716" y="24687"/>
                    <a:pt x="44772" y="28789"/>
                  </a:cubicBezTo>
                  <a:lnTo>
                    <a:pt x="18349" y="136158"/>
                  </a:lnTo>
                  <a:close/>
                  <a:moveTo>
                    <a:pt x="59871" y="31443"/>
                  </a:moveTo>
                  <a:cubicBezTo>
                    <a:pt x="61522" y="24929"/>
                    <a:pt x="67892" y="18173"/>
                    <a:pt x="72139" y="14554"/>
                  </a:cubicBezTo>
                  <a:cubicBezTo>
                    <a:pt x="80396" y="7074"/>
                    <a:pt x="87237" y="5385"/>
                    <a:pt x="91248" y="5385"/>
                  </a:cubicBezTo>
                  <a:cubicBezTo>
                    <a:pt x="100685" y="5385"/>
                    <a:pt x="106347" y="13830"/>
                    <a:pt x="106347" y="28065"/>
                  </a:cubicBezTo>
                  <a:cubicBezTo>
                    <a:pt x="106347" y="42301"/>
                    <a:pt x="98561" y="70048"/>
                    <a:pt x="94315" y="79217"/>
                  </a:cubicBezTo>
                  <a:cubicBezTo>
                    <a:pt x="86294" y="96106"/>
                    <a:pt x="74970" y="104068"/>
                    <a:pt x="66241" y="104068"/>
                  </a:cubicBezTo>
                  <a:cubicBezTo>
                    <a:pt x="50670" y="104068"/>
                    <a:pt x="47603" y="84042"/>
                    <a:pt x="47603" y="82594"/>
                  </a:cubicBezTo>
                  <a:cubicBezTo>
                    <a:pt x="47603" y="82112"/>
                    <a:pt x="47603" y="81629"/>
                    <a:pt x="48311" y="78734"/>
                  </a:cubicBezTo>
                  <a:lnTo>
                    <a:pt x="59871" y="3144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09" name="Freeform: Shape 5208">
              <a:extLst>
                <a:ext uri="{FF2B5EF4-FFF2-40B4-BE49-F238E27FC236}">
                  <a16:creationId xmlns:a16="http://schemas.microsoft.com/office/drawing/2014/main" id="{6FFE9BE4-6D38-DF3B-5DB1-23B48C4ADA53}"/>
                </a:ext>
              </a:extLst>
            </p:cNvPr>
            <p:cNvSpPr/>
            <p:nvPr>
              <p:custDataLst>
                <p:tags r:id="rId129"/>
              </p:custDataLst>
            </p:nvPr>
          </p:nvSpPr>
          <p:spPr>
            <a:xfrm>
              <a:off x="6095368" y="4225456"/>
              <a:ext cx="156885" cy="56459"/>
            </a:xfrm>
            <a:custGeom>
              <a:avLst/>
              <a:gdLst>
                <a:gd name="connsiteX0" fmla="*/ 149056 w 156885"/>
                <a:gd name="connsiteY0" fmla="*/ 9728 h 56459"/>
                <a:gd name="connsiteX1" fmla="*/ 157077 w 156885"/>
                <a:gd name="connsiteY1" fmla="*/ 4903 h 56459"/>
                <a:gd name="connsiteX2" fmla="*/ 149291 w 156885"/>
                <a:gd name="connsiteY2" fmla="*/ 77 h 56459"/>
                <a:gd name="connsiteX3" fmla="*/ 7977 w 156885"/>
                <a:gd name="connsiteY3" fmla="*/ 77 h 56459"/>
                <a:gd name="connsiteX4" fmla="*/ 191 w 156885"/>
                <a:gd name="connsiteY4" fmla="*/ 4903 h 56459"/>
                <a:gd name="connsiteX5" fmla="*/ 8213 w 156885"/>
                <a:gd name="connsiteY5" fmla="*/ 9728 h 56459"/>
                <a:gd name="connsiteX6" fmla="*/ 149056 w 156885"/>
                <a:gd name="connsiteY6" fmla="*/ 9728 h 56459"/>
                <a:gd name="connsiteX7" fmla="*/ 149291 w 156885"/>
                <a:gd name="connsiteY7" fmla="*/ 56536 h 56459"/>
                <a:gd name="connsiteX8" fmla="*/ 157077 w 156885"/>
                <a:gd name="connsiteY8" fmla="*/ 51711 h 56459"/>
                <a:gd name="connsiteX9" fmla="*/ 149056 w 156885"/>
                <a:gd name="connsiteY9" fmla="*/ 46885 h 56459"/>
                <a:gd name="connsiteX10" fmla="*/ 8213 w 156885"/>
                <a:gd name="connsiteY10" fmla="*/ 46885 h 56459"/>
                <a:gd name="connsiteX11" fmla="*/ 191 w 156885"/>
                <a:gd name="connsiteY11" fmla="*/ 51711 h 56459"/>
                <a:gd name="connsiteX12" fmla="*/ 7977 w 156885"/>
                <a:gd name="connsiteY12" fmla="*/ 56536 h 56459"/>
                <a:gd name="connsiteX13" fmla="*/ 149291 w 156885"/>
                <a:gd name="connsiteY13" fmla="*/ 56536 h 5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885" h="56459">
                  <a:moveTo>
                    <a:pt x="149056" y="9728"/>
                  </a:moveTo>
                  <a:cubicBezTo>
                    <a:pt x="152594" y="9728"/>
                    <a:pt x="157077" y="9728"/>
                    <a:pt x="157077" y="4903"/>
                  </a:cubicBezTo>
                  <a:cubicBezTo>
                    <a:pt x="157077" y="77"/>
                    <a:pt x="152594" y="77"/>
                    <a:pt x="149291" y="77"/>
                  </a:cubicBezTo>
                  <a:lnTo>
                    <a:pt x="7977" y="77"/>
                  </a:lnTo>
                  <a:cubicBezTo>
                    <a:pt x="4674" y="77"/>
                    <a:pt x="191" y="77"/>
                    <a:pt x="191" y="4903"/>
                  </a:cubicBezTo>
                  <a:cubicBezTo>
                    <a:pt x="191" y="9728"/>
                    <a:pt x="4674" y="9728"/>
                    <a:pt x="8213" y="9728"/>
                  </a:cubicBezTo>
                  <a:lnTo>
                    <a:pt x="149056" y="9728"/>
                  </a:lnTo>
                  <a:close/>
                  <a:moveTo>
                    <a:pt x="149291" y="56536"/>
                  </a:moveTo>
                  <a:cubicBezTo>
                    <a:pt x="152594" y="56536"/>
                    <a:pt x="157077" y="56536"/>
                    <a:pt x="157077" y="51711"/>
                  </a:cubicBezTo>
                  <a:cubicBezTo>
                    <a:pt x="157077" y="46885"/>
                    <a:pt x="152594" y="46885"/>
                    <a:pt x="149056" y="46885"/>
                  </a:cubicBezTo>
                  <a:lnTo>
                    <a:pt x="8213" y="46885"/>
                  </a:lnTo>
                  <a:cubicBezTo>
                    <a:pt x="4674" y="46885"/>
                    <a:pt x="191" y="46885"/>
                    <a:pt x="191" y="51711"/>
                  </a:cubicBezTo>
                  <a:cubicBezTo>
                    <a:pt x="191" y="56536"/>
                    <a:pt x="4674" y="56536"/>
                    <a:pt x="7977" y="56536"/>
                  </a:cubicBezTo>
                  <a:lnTo>
                    <a:pt x="149291" y="5653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10" name="Freeform: Shape 5209">
              <a:extLst>
                <a:ext uri="{FF2B5EF4-FFF2-40B4-BE49-F238E27FC236}">
                  <a16:creationId xmlns:a16="http://schemas.microsoft.com/office/drawing/2014/main" id="{9598AA67-C2CE-CA03-A532-73FBAB4EC977}"/>
                </a:ext>
              </a:extLst>
            </p:cNvPr>
            <p:cNvSpPr/>
            <p:nvPr>
              <p:custDataLst>
                <p:tags r:id="rId130"/>
              </p:custDataLst>
            </p:nvPr>
          </p:nvSpPr>
          <p:spPr>
            <a:xfrm>
              <a:off x="7260313" y="3990086"/>
              <a:ext cx="77852" cy="160692"/>
            </a:xfrm>
            <a:custGeom>
              <a:avLst/>
              <a:gdLst>
                <a:gd name="connsiteX0" fmla="*/ 48603 w 77852"/>
                <a:gd name="connsiteY0" fmla="*/ 6343 h 160692"/>
                <a:gd name="connsiteX1" fmla="*/ 43177 w 77852"/>
                <a:gd name="connsiteY1" fmla="*/ 70 h 160692"/>
                <a:gd name="connsiteX2" fmla="*/ 240 w 77852"/>
                <a:gd name="connsiteY2" fmla="*/ 15512 h 160692"/>
                <a:gd name="connsiteX3" fmla="*/ 240 w 77852"/>
                <a:gd name="connsiteY3" fmla="*/ 22992 h 160692"/>
                <a:gd name="connsiteX4" fmla="*/ 31146 w 77852"/>
                <a:gd name="connsiteY4" fmla="*/ 16718 h 160692"/>
                <a:gd name="connsiteX5" fmla="*/ 31146 w 77852"/>
                <a:gd name="connsiteY5" fmla="*/ 141701 h 160692"/>
                <a:gd name="connsiteX6" fmla="*/ 9205 w 77852"/>
                <a:gd name="connsiteY6" fmla="*/ 153283 h 160692"/>
                <a:gd name="connsiteX7" fmla="*/ 1656 w 77852"/>
                <a:gd name="connsiteY7" fmla="*/ 153283 h 160692"/>
                <a:gd name="connsiteX8" fmla="*/ 1656 w 77852"/>
                <a:gd name="connsiteY8" fmla="*/ 160762 h 160692"/>
                <a:gd name="connsiteX9" fmla="*/ 39874 w 77852"/>
                <a:gd name="connsiteY9" fmla="*/ 160038 h 160692"/>
                <a:gd name="connsiteX10" fmla="*/ 78093 w 77852"/>
                <a:gd name="connsiteY10" fmla="*/ 160762 h 160692"/>
                <a:gd name="connsiteX11" fmla="*/ 78093 w 77852"/>
                <a:gd name="connsiteY11" fmla="*/ 153283 h 160692"/>
                <a:gd name="connsiteX12" fmla="*/ 70544 w 77852"/>
                <a:gd name="connsiteY12" fmla="*/ 153283 h 160692"/>
                <a:gd name="connsiteX13" fmla="*/ 48603 w 77852"/>
                <a:gd name="connsiteY13" fmla="*/ 141701 h 160692"/>
                <a:gd name="connsiteX14" fmla="*/ 48603 w 77852"/>
                <a:gd name="connsiteY14" fmla="*/ 6343 h 160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52" h="160692">
                  <a:moveTo>
                    <a:pt x="48603" y="6343"/>
                  </a:moveTo>
                  <a:cubicBezTo>
                    <a:pt x="48603" y="553"/>
                    <a:pt x="48603" y="70"/>
                    <a:pt x="43177" y="70"/>
                  </a:cubicBezTo>
                  <a:cubicBezTo>
                    <a:pt x="28550" y="15512"/>
                    <a:pt x="7790" y="15512"/>
                    <a:pt x="240" y="15512"/>
                  </a:cubicBezTo>
                  <a:lnTo>
                    <a:pt x="240" y="22992"/>
                  </a:lnTo>
                  <a:cubicBezTo>
                    <a:pt x="4959" y="22992"/>
                    <a:pt x="18878" y="22992"/>
                    <a:pt x="31146" y="16718"/>
                  </a:cubicBezTo>
                  <a:lnTo>
                    <a:pt x="31146" y="141701"/>
                  </a:lnTo>
                  <a:cubicBezTo>
                    <a:pt x="31146" y="150387"/>
                    <a:pt x="30438" y="153283"/>
                    <a:pt x="9205" y="153283"/>
                  </a:cubicBezTo>
                  <a:lnTo>
                    <a:pt x="1656" y="153283"/>
                  </a:lnTo>
                  <a:lnTo>
                    <a:pt x="1656" y="160762"/>
                  </a:lnTo>
                  <a:cubicBezTo>
                    <a:pt x="9913" y="160038"/>
                    <a:pt x="30438" y="160038"/>
                    <a:pt x="39874" y="160038"/>
                  </a:cubicBezTo>
                  <a:cubicBezTo>
                    <a:pt x="49311" y="160038"/>
                    <a:pt x="69836" y="160038"/>
                    <a:pt x="78093" y="160762"/>
                  </a:cubicBezTo>
                  <a:lnTo>
                    <a:pt x="78093" y="153283"/>
                  </a:lnTo>
                  <a:lnTo>
                    <a:pt x="70544" y="153283"/>
                  </a:lnTo>
                  <a:cubicBezTo>
                    <a:pt x="49311" y="153283"/>
                    <a:pt x="48603" y="150628"/>
                    <a:pt x="48603" y="141701"/>
                  </a:cubicBezTo>
                  <a:lnTo>
                    <a:pt x="48603" y="634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11" name="Freeform: Shape 5210">
              <a:extLst>
                <a:ext uri="{FF2B5EF4-FFF2-40B4-BE49-F238E27FC236}">
                  <a16:creationId xmlns:a16="http://schemas.microsoft.com/office/drawing/2014/main" id="{261757D1-B6A4-AA4B-0E5A-CA69DFDF788F}"/>
                </a:ext>
              </a:extLst>
            </p:cNvPr>
            <p:cNvSpPr/>
            <p:nvPr>
              <p:custDataLst>
                <p:tags r:id="rId131"/>
              </p:custDataLst>
            </p:nvPr>
          </p:nvSpPr>
          <p:spPr>
            <a:xfrm>
              <a:off x="6359490" y="4248860"/>
              <a:ext cx="1877612" cy="9650"/>
            </a:xfrm>
            <a:custGeom>
              <a:avLst/>
              <a:gdLst>
                <a:gd name="connsiteX0" fmla="*/ 0 w 1877612"/>
                <a:gd name="connsiteY0" fmla="*/ 0 h 9650"/>
                <a:gd name="connsiteX1" fmla="*/ 1877613 w 1877612"/>
                <a:gd name="connsiteY1" fmla="*/ 0 h 9650"/>
                <a:gd name="connsiteX2" fmla="*/ 1877613 w 1877612"/>
                <a:gd name="connsiteY2" fmla="*/ 9651 h 9650"/>
                <a:gd name="connsiteX3" fmla="*/ 0 w 1877612"/>
                <a:gd name="connsiteY3" fmla="*/ 9651 h 9650"/>
              </a:gdLst>
              <a:ahLst/>
              <a:cxnLst>
                <a:cxn ang="0">
                  <a:pos x="connsiteX0" y="connsiteY0"/>
                </a:cxn>
                <a:cxn ang="0">
                  <a:pos x="connsiteX1" y="connsiteY1"/>
                </a:cxn>
                <a:cxn ang="0">
                  <a:pos x="connsiteX2" y="connsiteY2"/>
                </a:cxn>
                <a:cxn ang="0">
                  <a:pos x="connsiteX3" y="connsiteY3"/>
                </a:cxn>
              </a:cxnLst>
              <a:rect l="l" t="t" r="r" b="b"/>
              <a:pathLst>
                <a:path w="1877612" h="9650">
                  <a:moveTo>
                    <a:pt x="0" y="0"/>
                  </a:moveTo>
                  <a:lnTo>
                    <a:pt x="1877613" y="0"/>
                  </a:lnTo>
                  <a:lnTo>
                    <a:pt x="1877613" y="9651"/>
                  </a:lnTo>
                  <a:lnTo>
                    <a:pt x="0" y="965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12" name="Freeform: Shape 5211">
              <a:extLst>
                <a:ext uri="{FF2B5EF4-FFF2-40B4-BE49-F238E27FC236}">
                  <a16:creationId xmlns:a16="http://schemas.microsoft.com/office/drawing/2014/main" id="{2D1B816A-F958-38A0-57DA-C058773FD0B8}"/>
                </a:ext>
              </a:extLst>
            </p:cNvPr>
            <p:cNvSpPr/>
            <p:nvPr>
              <p:custDataLst>
                <p:tags r:id="rId132"/>
              </p:custDataLst>
            </p:nvPr>
          </p:nvSpPr>
          <p:spPr>
            <a:xfrm>
              <a:off x="6382846" y="4298551"/>
              <a:ext cx="54732" cy="241279"/>
            </a:xfrm>
            <a:custGeom>
              <a:avLst/>
              <a:gdLst>
                <a:gd name="connsiteX0" fmla="*/ 54936 w 54732"/>
                <a:gd name="connsiteY0" fmla="*/ 238950 h 241279"/>
                <a:gd name="connsiteX1" fmla="*/ 50925 w 54732"/>
                <a:gd name="connsiteY1" fmla="*/ 233642 h 241279"/>
                <a:gd name="connsiteX2" fmla="*/ 13886 w 54732"/>
                <a:gd name="connsiteY2" fmla="*/ 120723 h 241279"/>
                <a:gd name="connsiteX3" fmla="*/ 51869 w 54732"/>
                <a:gd name="connsiteY3" fmla="*/ 6598 h 241279"/>
                <a:gd name="connsiteX4" fmla="*/ 54936 w 54732"/>
                <a:gd name="connsiteY4" fmla="*/ 2497 h 241279"/>
                <a:gd name="connsiteX5" fmla="*/ 52577 w 54732"/>
                <a:gd name="connsiteY5" fmla="*/ 84 h 241279"/>
                <a:gd name="connsiteX6" fmla="*/ 15066 w 54732"/>
                <a:gd name="connsiteY6" fmla="*/ 47133 h 241279"/>
                <a:gd name="connsiteX7" fmla="*/ 203 w 54732"/>
                <a:gd name="connsiteY7" fmla="*/ 120723 h 241279"/>
                <a:gd name="connsiteX8" fmla="*/ 15774 w 54732"/>
                <a:gd name="connsiteY8" fmla="*/ 196003 h 241279"/>
                <a:gd name="connsiteX9" fmla="*/ 52577 w 54732"/>
                <a:gd name="connsiteY9" fmla="*/ 241363 h 241279"/>
                <a:gd name="connsiteX10" fmla="*/ 54936 w 54732"/>
                <a:gd name="connsiteY10" fmla="*/ 238950 h 24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32" h="241279">
                  <a:moveTo>
                    <a:pt x="54936" y="238950"/>
                  </a:moveTo>
                  <a:cubicBezTo>
                    <a:pt x="54936" y="238226"/>
                    <a:pt x="54936" y="237744"/>
                    <a:pt x="50925" y="233642"/>
                  </a:cubicBezTo>
                  <a:cubicBezTo>
                    <a:pt x="21436" y="203241"/>
                    <a:pt x="13886" y="157639"/>
                    <a:pt x="13886" y="120723"/>
                  </a:cubicBezTo>
                  <a:cubicBezTo>
                    <a:pt x="13886" y="78741"/>
                    <a:pt x="22851" y="36758"/>
                    <a:pt x="51869" y="6598"/>
                  </a:cubicBezTo>
                  <a:cubicBezTo>
                    <a:pt x="54936" y="3703"/>
                    <a:pt x="54936" y="3220"/>
                    <a:pt x="54936" y="2497"/>
                  </a:cubicBezTo>
                  <a:cubicBezTo>
                    <a:pt x="54936" y="808"/>
                    <a:pt x="53992" y="84"/>
                    <a:pt x="52577" y="84"/>
                  </a:cubicBezTo>
                  <a:cubicBezTo>
                    <a:pt x="50218" y="84"/>
                    <a:pt x="28985" y="16491"/>
                    <a:pt x="15066" y="47133"/>
                  </a:cubicBezTo>
                  <a:cubicBezTo>
                    <a:pt x="3034" y="73674"/>
                    <a:pt x="203" y="100456"/>
                    <a:pt x="203" y="120723"/>
                  </a:cubicBezTo>
                  <a:cubicBezTo>
                    <a:pt x="203" y="139543"/>
                    <a:pt x="2798" y="168738"/>
                    <a:pt x="15774" y="196003"/>
                  </a:cubicBezTo>
                  <a:cubicBezTo>
                    <a:pt x="29929" y="225680"/>
                    <a:pt x="50218" y="241363"/>
                    <a:pt x="52577" y="241363"/>
                  </a:cubicBezTo>
                  <a:cubicBezTo>
                    <a:pt x="53992" y="241363"/>
                    <a:pt x="54936" y="240639"/>
                    <a:pt x="54936" y="23895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13" name="Freeform: Shape 5212">
              <a:extLst>
                <a:ext uri="{FF2B5EF4-FFF2-40B4-BE49-F238E27FC236}">
                  <a16:creationId xmlns:a16="http://schemas.microsoft.com/office/drawing/2014/main" id="{9ACB79CB-726F-F242-BDD7-7D567181AD04}"/>
                </a:ext>
              </a:extLst>
            </p:cNvPr>
            <p:cNvSpPr/>
            <p:nvPr>
              <p:custDataLst>
                <p:tags r:id="rId133"/>
              </p:custDataLst>
            </p:nvPr>
          </p:nvSpPr>
          <p:spPr>
            <a:xfrm>
              <a:off x="6472233" y="4318819"/>
              <a:ext cx="77852" cy="160692"/>
            </a:xfrm>
            <a:custGeom>
              <a:avLst/>
              <a:gdLst>
                <a:gd name="connsiteX0" fmla="*/ 48570 w 77852"/>
                <a:gd name="connsiteY0" fmla="*/ 6357 h 160692"/>
                <a:gd name="connsiteX1" fmla="*/ 43144 w 77852"/>
                <a:gd name="connsiteY1" fmla="*/ 84 h 160692"/>
                <a:gd name="connsiteX2" fmla="*/ 207 w 77852"/>
                <a:gd name="connsiteY2" fmla="*/ 15526 h 160692"/>
                <a:gd name="connsiteX3" fmla="*/ 207 w 77852"/>
                <a:gd name="connsiteY3" fmla="*/ 23005 h 160692"/>
                <a:gd name="connsiteX4" fmla="*/ 31112 w 77852"/>
                <a:gd name="connsiteY4" fmla="*/ 16732 h 160692"/>
                <a:gd name="connsiteX5" fmla="*/ 31112 w 77852"/>
                <a:gd name="connsiteY5" fmla="*/ 141715 h 160692"/>
                <a:gd name="connsiteX6" fmla="*/ 9172 w 77852"/>
                <a:gd name="connsiteY6" fmla="*/ 153296 h 160692"/>
                <a:gd name="connsiteX7" fmla="*/ 1623 w 77852"/>
                <a:gd name="connsiteY7" fmla="*/ 153296 h 160692"/>
                <a:gd name="connsiteX8" fmla="*/ 1623 w 77852"/>
                <a:gd name="connsiteY8" fmla="*/ 160776 h 160692"/>
                <a:gd name="connsiteX9" fmla="*/ 39841 w 77852"/>
                <a:gd name="connsiteY9" fmla="*/ 160052 h 160692"/>
                <a:gd name="connsiteX10" fmla="*/ 78060 w 77852"/>
                <a:gd name="connsiteY10" fmla="*/ 160776 h 160692"/>
                <a:gd name="connsiteX11" fmla="*/ 78060 w 77852"/>
                <a:gd name="connsiteY11" fmla="*/ 153296 h 160692"/>
                <a:gd name="connsiteX12" fmla="*/ 70510 w 77852"/>
                <a:gd name="connsiteY12" fmla="*/ 153296 h 160692"/>
                <a:gd name="connsiteX13" fmla="*/ 48570 w 77852"/>
                <a:gd name="connsiteY13" fmla="*/ 141715 h 160692"/>
                <a:gd name="connsiteX14" fmla="*/ 48570 w 77852"/>
                <a:gd name="connsiteY14" fmla="*/ 6357 h 160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52" h="160692">
                  <a:moveTo>
                    <a:pt x="48570" y="6357"/>
                  </a:moveTo>
                  <a:cubicBezTo>
                    <a:pt x="48570" y="566"/>
                    <a:pt x="48570" y="84"/>
                    <a:pt x="43144" y="84"/>
                  </a:cubicBezTo>
                  <a:cubicBezTo>
                    <a:pt x="28517" y="15526"/>
                    <a:pt x="7756" y="15526"/>
                    <a:pt x="207" y="15526"/>
                  </a:cubicBezTo>
                  <a:lnTo>
                    <a:pt x="207" y="23005"/>
                  </a:lnTo>
                  <a:cubicBezTo>
                    <a:pt x="4925" y="23005"/>
                    <a:pt x="18845" y="23005"/>
                    <a:pt x="31112" y="16732"/>
                  </a:cubicBezTo>
                  <a:lnTo>
                    <a:pt x="31112" y="141715"/>
                  </a:lnTo>
                  <a:cubicBezTo>
                    <a:pt x="31112" y="150401"/>
                    <a:pt x="30404" y="153296"/>
                    <a:pt x="9172" y="153296"/>
                  </a:cubicBezTo>
                  <a:lnTo>
                    <a:pt x="1623" y="153296"/>
                  </a:lnTo>
                  <a:lnTo>
                    <a:pt x="1623" y="160776"/>
                  </a:lnTo>
                  <a:cubicBezTo>
                    <a:pt x="9880" y="160052"/>
                    <a:pt x="30404" y="160052"/>
                    <a:pt x="39841" y="160052"/>
                  </a:cubicBezTo>
                  <a:cubicBezTo>
                    <a:pt x="49278" y="160052"/>
                    <a:pt x="69803" y="160052"/>
                    <a:pt x="78060" y="160776"/>
                  </a:cubicBezTo>
                  <a:lnTo>
                    <a:pt x="78060" y="153296"/>
                  </a:lnTo>
                  <a:lnTo>
                    <a:pt x="70510" y="153296"/>
                  </a:lnTo>
                  <a:cubicBezTo>
                    <a:pt x="49278" y="153296"/>
                    <a:pt x="48570" y="150642"/>
                    <a:pt x="48570" y="141715"/>
                  </a:cubicBezTo>
                  <a:lnTo>
                    <a:pt x="48570" y="635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14" name="Freeform: Shape 5213">
              <a:extLst>
                <a:ext uri="{FF2B5EF4-FFF2-40B4-BE49-F238E27FC236}">
                  <a16:creationId xmlns:a16="http://schemas.microsoft.com/office/drawing/2014/main" id="{41F0A573-191C-F0C2-0290-19E149E9FA15}"/>
                </a:ext>
              </a:extLst>
            </p:cNvPr>
            <p:cNvSpPr/>
            <p:nvPr>
              <p:custDataLst>
                <p:tags r:id="rId134"/>
              </p:custDataLst>
            </p:nvPr>
          </p:nvSpPr>
          <p:spPr>
            <a:xfrm>
              <a:off x="6634831" y="4338845"/>
              <a:ext cx="156885" cy="160692"/>
            </a:xfrm>
            <a:custGeom>
              <a:avLst/>
              <a:gdLst>
                <a:gd name="connsiteX0" fmla="*/ 83493 w 156885"/>
                <a:gd name="connsiteY0" fmla="*/ 85255 h 160692"/>
                <a:gd name="connsiteX1" fmla="*/ 149314 w 156885"/>
                <a:gd name="connsiteY1" fmla="*/ 85255 h 160692"/>
                <a:gd name="connsiteX2" fmla="*/ 157100 w 156885"/>
                <a:gd name="connsiteY2" fmla="*/ 80430 h 160692"/>
                <a:gd name="connsiteX3" fmla="*/ 149314 w 156885"/>
                <a:gd name="connsiteY3" fmla="*/ 75604 h 160692"/>
                <a:gd name="connsiteX4" fmla="*/ 83493 w 156885"/>
                <a:gd name="connsiteY4" fmla="*/ 75604 h 160692"/>
                <a:gd name="connsiteX5" fmla="*/ 83493 w 156885"/>
                <a:gd name="connsiteY5" fmla="*/ 8046 h 160692"/>
                <a:gd name="connsiteX6" fmla="*/ 78775 w 156885"/>
                <a:gd name="connsiteY6" fmla="*/ 84 h 160692"/>
                <a:gd name="connsiteX7" fmla="*/ 74056 w 156885"/>
                <a:gd name="connsiteY7" fmla="*/ 8046 h 160692"/>
                <a:gd name="connsiteX8" fmla="*/ 74056 w 156885"/>
                <a:gd name="connsiteY8" fmla="*/ 75604 h 160692"/>
                <a:gd name="connsiteX9" fmla="*/ 7999 w 156885"/>
                <a:gd name="connsiteY9" fmla="*/ 75604 h 160692"/>
                <a:gd name="connsiteX10" fmla="*/ 214 w 156885"/>
                <a:gd name="connsiteY10" fmla="*/ 80430 h 160692"/>
                <a:gd name="connsiteX11" fmla="*/ 7999 w 156885"/>
                <a:gd name="connsiteY11" fmla="*/ 85255 h 160692"/>
                <a:gd name="connsiteX12" fmla="*/ 74056 w 156885"/>
                <a:gd name="connsiteY12" fmla="*/ 85255 h 160692"/>
                <a:gd name="connsiteX13" fmla="*/ 74056 w 156885"/>
                <a:gd name="connsiteY13" fmla="*/ 152814 h 160692"/>
                <a:gd name="connsiteX14" fmla="*/ 78775 w 156885"/>
                <a:gd name="connsiteY14" fmla="*/ 160776 h 160692"/>
                <a:gd name="connsiteX15" fmla="*/ 83493 w 156885"/>
                <a:gd name="connsiteY15" fmla="*/ 152814 h 160692"/>
                <a:gd name="connsiteX16" fmla="*/ 83493 w 156885"/>
                <a:gd name="connsiteY16" fmla="*/ 85255 h 160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6885" h="160692">
                  <a:moveTo>
                    <a:pt x="83493" y="85255"/>
                  </a:moveTo>
                  <a:lnTo>
                    <a:pt x="149314" y="85255"/>
                  </a:lnTo>
                  <a:cubicBezTo>
                    <a:pt x="152617" y="85255"/>
                    <a:pt x="157100" y="85255"/>
                    <a:pt x="157100" y="80430"/>
                  </a:cubicBezTo>
                  <a:cubicBezTo>
                    <a:pt x="157100" y="75604"/>
                    <a:pt x="152617" y="75604"/>
                    <a:pt x="149314" y="75604"/>
                  </a:cubicBezTo>
                  <a:lnTo>
                    <a:pt x="83493" y="75604"/>
                  </a:lnTo>
                  <a:lnTo>
                    <a:pt x="83493" y="8046"/>
                  </a:lnTo>
                  <a:cubicBezTo>
                    <a:pt x="83493" y="4668"/>
                    <a:pt x="83493" y="84"/>
                    <a:pt x="78775" y="84"/>
                  </a:cubicBezTo>
                  <a:cubicBezTo>
                    <a:pt x="74056" y="84"/>
                    <a:pt x="74056" y="4668"/>
                    <a:pt x="74056" y="8046"/>
                  </a:cubicBezTo>
                  <a:lnTo>
                    <a:pt x="74056" y="75604"/>
                  </a:lnTo>
                  <a:lnTo>
                    <a:pt x="7999" y="75604"/>
                  </a:lnTo>
                  <a:cubicBezTo>
                    <a:pt x="4697" y="75604"/>
                    <a:pt x="214" y="75604"/>
                    <a:pt x="214" y="80430"/>
                  </a:cubicBezTo>
                  <a:cubicBezTo>
                    <a:pt x="214" y="85255"/>
                    <a:pt x="4697" y="85255"/>
                    <a:pt x="7999" y="85255"/>
                  </a:cubicBezTo>
                  <a:lnTo>
                    <a:pt x="74056" y="85255"/>
                  </a:lnTo>
                  <a:lnTo>
                    <a:pt x="74056" y="152814"/>
                  </a:lnTo>
                  <a:cubicBezTo>
                    <a:pt x="74056" y="156191"/>
                    <a:pt x="74056" y="160776"/>
                    <a:pt x="78775" y="160776"/>
                  </a:cubicBezTo>
                  <a:cubicBezTo>
                    <a:pt x="83493" y="160776"/>
                    <a:pt x="83493" y="156191"/>
                    <a:pt x="83493" y="152814"/>
                  </a:cubicBezTo>
                  <a:lnTo>
                    <a:pt x="83493" y="852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15" name="Freeform: Shape 5214">
              <a:extLst>
                <a:ext uri="{FF2B5EF4-FFF2-40B4-BE49-F238E27FC236}">
                  <a16:creationId xmlns:a16="http://schemas.microsoft.com/office/drawing/2014/main" id="{1BB4BFBA-3D33-8E96-A3EC-C9077761FF13}"/>
                </a:ext>
              </a:extLst>
            </p:cNvPr>
            <p:cNvSpPr/>
            <p:nvPr>
              <p:custDataLst>
                <p:tags r:id="rId135"/>
              </p:custDataLst>
            </p:nvPr>
          </p:nvSpPr>
          <p:spPr>
            <a:xfrm>
              <a:off x="6868389" y="4372865"/>
              <a:ext cx="90592" cy="109299"/>
            </a:xfrm>
            <a:custGeom>
              <a:avLst/>
              <a:gdLst>
                <a:gd name="connsiteX0" fmla="*/ 33489 w 90592"/>
                <a:gd name="connsiteY0" fmla="*/ 50994 h 109299"/>
                <a:gd name="connsiteX1" fmla="*/ 69584 w 90592"/>
                <a:gd name="connsiteY1" fmla="*/ 45444 h 109299"/>
                <a:gd name="connsiteX2" fmla="*/ 87278 w 90592"/>
                <a:gd name="connsiteY2" fmla="*/ 20592 h 109299"/>
                <a:gd name="connsiteX3" fmla="*/ 62035 w 90592"/>
                <a:gd name="connsiteY3" fmla="*/ 84 h 109299"/>
                <a:gd name="connsiteX4" fmla="*/ 224 w 90592"/>
                <a:gd name="connsiteY4" fmla="*/ 65712 h 109299"/>
                <a:gd name="connsiteX5" fmla="*/ 37263 w 90592"/>
                <a:gd name="connsiteY5" fmla="*/ 109383 h 109299"/>
                <a:gd name="connsiteX6" fmla="*/ 90817 w 90592"/>
                <a:gd name="connsiteY6" fmla="*/ 80912 h 109299"/>
                <a:gd name="connsiteX7" fmla="*/ 87986 w 90592"/>
                <a:gd name="connsiteY7" fmla="*/ 77776 h 109299"/>
                <a:gd name="connsiteX8" fmla="*/ 84919 w 90592"/>
                <a:gd name="connsiteY8" fmla="*/ 80188 h 109299"/>
                <a:gd name="connsiteX9" fmla="*/ 37735 w 90592"/>
                <a:gd name="connsiteY9" fmla="*/ 104075 h 109299"/>
                <a:gd name="connsiteX10" fmla="*/ 17210 w 90592"/>
                <a:gd name="connsiteY10" fmla="*/ 76087 h 109299"/>
                <a:gd name="connsiteX11" fmla="*/ 20985 w 90592"/>
                <a:gd name="connsiteY11" fmla="*/ 50994 h 109299"/>
                <a:gd name="connsiteX12" fmla="*/ 33489 w 90592"/>
                <a:gd name="connsiteY12" fmla="*/ 50994 h 109299"/>
                <a:gd name="connsiteX13" fmla="*/ 22400 w 90592"/>
                <a:gd name="connsiteY13" fmla="*/ 45686 h 109299"/>
                <a:gd name="connsiteX14" fmla="*/ 62035 w 90592"/>
                <a:gd name="connsiteY14" fmla="*/ 5392 h 109299"/>
                <a:gd name="connsiteX15" fmla="*/ 79493 w 90592"/>
                <a:gd name="connsiteY15" fmla="*/ 20592 h 109299"/>
                <a:gd name="connsiteX16" fmla="*/ 32073 w 90592"/>
                <a:gd name="connsiteY16" fmla="*/ 45686 h 109299"/>
                <a:gd name="connsiteX17" fmla="*/ 22400 w 90592"/>
                <a:gd name="connsiteY17" fmla="*/ 45686 h 10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592" h="109299">
                  <a:moveTo>
                    <a:pt x="33489" y="50994"/>
                  </a:moveTo>
                  <a:cubicBezTo>
                    <a:pt x="40330" y="50994"/>
                    <a:pt x="57788" y="50511"/>
                    <a:pt x="69584" y="45444"/>
                  </a:cubicBezTo>
                  <a:cubicBezTo>
                    <a:pt x="86098" y="38206"/>
                    <a:pt x="87278" y="23970"/>
                    <a:pt x="87278" y="20592"/>
                  </a:cubicBezTo>
                  <a:cubicBezTo>
                    <a:pt x="87278" y="9976"/>
                    <a:pt x="78313" y="84"/>
                    <a:pt x="62035" y="84"/>
                  </a:cubicBezTo>
                  <a:cubicBezTo>
                    <a:pt x="35848" y="84"/>
                    <a:pt x="224" y="23488"/>
                    <a:pt x="224" y="65712"/>
                  </a:cubicBezTo>
                  <a:cubicBezTo>
                    <a:pt x="224" y="90322"/>
                    <a:pt x="14143" y="109383"/>
                    <a:pt x="37263" y="109383"/>
                  </a:cubicBezTo>
                  <a:cubicBezTo>
                    <a:pt x="70999" y="109383"/>
                    <a:pt x="90817" y="83808"/>
                    <a:pt x="90817" y="80912"/>
                  </a:cubicBezTo>
                  <a:cubicBezTo>
                    <a:pt x="90817" y="79465"/>
                    <a:pt x="89401" y="77776"/>
                    <a:pt x="87986" y="77776"/>
                  </a:cubicBezTo>
                  <a:cubicBezTo>
                    <a:pt x="86806" y="77776"/>
                    <a:pt x="86334" y="78258"/>
                    <a:pt x="84919" y="80188"/>
                  </a:cubicBezTo>
                  <a:cubicBezTo>
                    <a:pt x="66281" y="104075"/>
                    <a:pt x="40566" y="104075"/>
                    <a:pt x="37735" y="104075"/>
                  </a:cubicBezTo>
                  <a:cubicBezTo>
                    <a:pt x="19333" y="104075"/>
                    <a:pt x="17210" y="83808"/>
                    <a:pt x="17210" y="76087"/>
                  </a:cubicBezTo>
                  <a:cubicBezTo>
                    <a:pt x="17210" y="73191"/>
                    <a:pt x="17446" y="65712"/>
                    <a:pt x="20985" y="50994"/>
                  </a:cubicBezTo>
                  <a:lnTo>
                    <a:pt x="33489" y="50994"/>
                  </a:lnTo>
                  <a:close/>
                  <a:moveTo>
                    <a:pt x="22400" y="45686"/>
                  </a:moveTo>
                  <a:cubicBezTo>
                    <a:pt x="31601" y="9011"/>
                    <a:pt x="55901" y="5392"/>
                    <a:pt x="62035" y="5392"/>
                  </a:cubicBezTo>
                  <a:cubicBezTo>
                    <a:pt x="73123" y="5392"/>
                    <a:pt x="79493" y="12389"/>
                    <a:pt x="79493" y="20592"/>
                  </a:cubicBezTo>
                  <a:cubicBezTo>
                    <a:pt x="79493" y="45686"/>
                    <a:pt x="41746" y="45686"/>
                    <a:pt x="32073" y="45686"/>
                  </a:cubicBezTo>
                  <a:lnTo>
                    <a:pt x="22400" y="4568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16" name="Freeform: Shape 5215">
              <a:extLst>
                <a:ext uri="{FF2B5EF4-FFF2-40B4-BE49-F238E27FC236}">
                  <a16:creationId xmlns:a16="http://schemas.microsoft.com/office/drawing/2014/main" id="{3BB23DFD-A932-D334-AD88-D45861F7DF3D}"/>
                </a:ext>
              </a:extLst>
            </p:cNvPr>
            <p:cNvSpPr/>
            <p:nvPr>
              <p:custDataLst>
                <p:tags r:id="rId136"/>
              </p:custDataLst>
            </p:nvPr>
          </p:nvSpPr>
          <p:spPr>
            <a:xfrm>
              <a:off x="6973167" y="4334818"/>
              <a:ext cx="101232" cy="74989"/>
            </a:xfrm>
            <a:custGeom>
              <a:avLst/>
              <a:gdLst>
                <a:gd name="connsiteX0" fmla="*/ 59680 w 101232"/>
                <a:gd name="connsiteY0" fmla="*/ 34198 h 74989"/>
                <a:gd name="connsiteX1" fmla="*/ 82470 w 101232"/>
                <a:gd name="connsiteY1" fmla="*/ 10721 h 74989"/>
                <a:gd name="connsiteX2" fmla="*/ 97828 w 101232"/>
                <a:gd name="connsiteY2" fmla="*/ 9539 h 74989"/>
                <a:gd name="connsiteX3" fmla="*/ 97828 w 101232"/>
                <a:gd name="connsiteY3" fmla="*/ 81 h 74989"/>
                <a:gd name="connsiteX4" fmla="*/ 81809 w 101232"/>
                <a:gd name="connsiteY4" fmla="*/ 756 h 74989"/>
                <a:gd name="connsiteX5" fmla="*/ 63478 w 101232"/>
                <a:gd name="connsiteY5" fmla="*/ 81 h 74989"/>
                <a:gd name="connsiteX6" fmla="*/ 63478 w 101232"/>
                <a:gd name="connsiteY6" fmla="*/ 9539 h 74989"/>
                <a:gd name="connsiteX7" fmla="*/ 67937 w 101232"/>
                <a:gd name="connsiteY7" fmla="*/ 10552 h 74989"/>
                <a:gd name="connsiteX8" fmla="*/ 52414 w 101232"/>
                <a:gd name="connsiteY8" fmla="*/ 26597 h 74989"/>
                <a:gd name="connsiteX9" fmla="*/ 36395 w 101232"/>
                <a:gd name="connsiteY9" fmla="*/ 9539 h 74989"/>
                <a:gd name="connsiteX10" fmla="*/ 40854 w 101232"/>
                <a:gd name="connsiteY10" fmla="*/ 9539 h 74989"/>
                <a:gd name="connsiteX11" fmla="*/ 40854 w 101232"/>
                <a:gd name="connsiteY11" fmla="*/ 81 h 74989"/>
                <a:gd name="connsiteX12" fmla="*/ 19881 w 101232"/>
                <a:gd name="connsiteY12" fmla="*/ 756 h 74989"/>
                <a:gd name="connsiteX13" fmla="*/ 1220 w 101232"/>
                <a:gd name="connsiteY13" fmla="*/ 81 h 74989"/>
                <a:gd name="connsiteX14" fmla="*/ 1220 w 101232"/>
                <a:gd name="connsiteY14" fmla="*/ 9539 h 74989"/>
                <a:gd name="connsiteX15" fmla="*/ 13605 w 101232"/>
                <a:gd name="connsiteY15" fmla="*/ 9539 h 74989"/>
                <a:gd name="connsiteX16" fmla="*/ 40689 w 101232"/>
                <a:gd name="connsiteY16" fmla="*/ 38420 h 74989"/>
                <a:gd name="connsiteX17" fmla="*/ 16908 w 101232"/>
                <a:gd name="connsiteY17" fmla="*/ 62910 h 74989"/>
                <a:gd name="connsiteX18" fmla="*/ 9477 w 101232"/>
                <a:gd name="connsiteY18" fmla="*/ 65443 h 74989"/>
                <a:gd name="connsiteX19" fmla="*/ 229 w 101232"/>
                <a:gd name="connsiteY19" fmla="*/ 65612 h 74989"/>
                <a:gd name="connsiteX20" fmla="*/ 229 w 101232"/>
                <a:gd name="connsiteY20" fmla="*/ 75070 h 74989"/>
                <a:gd name="connsiteX21" fmla="*/ 16248 w 101232"/>
                <a:gd name="connsiteY21" fmla="*/ 74395 h 74989"/>
                <a:gd name="connsiteX22" fmla="*/ 34578 w 101232"/>
                <a:gd name="connsiteY22" fmla="*/ 75070 h 74989"/>
                <a:gd name="connsiteX23" fmla="*/ 34578 w 101232"/>
                <a:gd name="connsiteY23" fmla="*/ 65612 h 74989"/>
                <a:gd name="connsiteX24" fmla="*/ 30120 w 101232"/>
                <a:gd name="connsiteY24" fmla="*/ 64430 h 74989"/>
                <a:gd name="connsiteX25" fmla="*/ 47955 w 101232"/>
                <a:gd name="connsiteY25" fmla="*/ 46189 h 74989"/>
                <a:gd name="connsiteX26" fmla="*/ 66286 w 101232"/>
                <a:gd name="connsiteY26" fmla="*/ 65612 h 74989"/>
                <a:gd name="connsiteX27" fmla="*/ 61992 w 101232"/>
                <a:gd name="connsiteY27" fmla="*/ 65612 h 74989"/>
                <a:gd name="connsiteX28" fmla="*/ 61992 w 101232"/>
                <a:gd name="connsiteY28" fmla="*/ 75070 h 74989"/>
                <a:gd name="connsiteX29" fmla="*/ 82965 w 101232"/>
                <a:gd name="connsiteY29" fmla="*/ 74395 h 74989"/>
                <a:gd name="connsiteX30" fmla="*/ 101461 w 101232"/>
                <a:gd name="connsiteY30" fmla="*/ 75070 h 74989"/>
                <a:gd name="connsiteX31" fmla="*/ 101461 w 101232"/>
                <a:gd name="connsiteY31" fmla="*/ 65612 h 74989"/>
                <a:gd name="connsiteX32" fmla="*/ 89241 w 101232"/>
                <a:gd name="connsiteY32" fmla="*/ 65612 h 74989"/>
                <a:gd name="connsiteX33" fmla="*/ 59680 w 101232"/>
                <a:gd name="connsiteY33" fmla="*/ 34198 h 74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1232" h="74989">
                  <a:moveTo>
                    <a:pt x="59680" y="34198"/>
                  </a:moveTo>
                  <a:lnTo>
                    <a:pt x="82470" y="10721"/>
                  </a:lnTo>
                  <a:cubicBezTo>
                    <a:pt x="86433" y="9539"/>
                    <a:pt x="90727" y="9539"/>
                    <a:pt x="97828" y="9539"/>
                  </a:cubicBezTo>
                  <a:lnTo>
                    <a:pt x="97828" y="81"/>
                  </a:lnTo>
                  <a:cubicBezTo>
                    <a:pt x="92543" y="588"/>
                    <a:pt x="87094" y="756"/>
                    <a:pt x="81809" y="756"/>
                  </a:cubicBezTo>
                  <a:cubicBezTo>
                    <a:pt x="76194" y="756"/>
                    <a:pt x="64799" y="250"/>
                    <a:pt x="63478" y="81"/>
                  </a:cubicBezTo>
                  <a:lnTo>
                    <a:pt x="63478" y="9539"/>
                  </a:lnTo>
                  <a:cubicBezTo>
                    <a:pt x="65625" y="9539"/>
                    <a:pt x="66781" y="9877"/>
                    <a:pt x="67937" y="10552"/>
                  </a:cubicBezTo>
                  <a:lnTo>
                    <a:pt x="52414" y="26597"/>
                  </a:lnTo>
                  <a:lnTo>
                    <a:pt x="36395" y="9539"/>
                  </a:lnTo>
                  <a:lnTo>
                    <a:pt x="40854" y="9539"/>
                  </a:lnTo>
                  <a:lnTo>
                    <a:pt x="40854" y="81"/>
                  </a:lnTo>
                  <a:cubicBezTo>
                    <a:pt x="39863" y="81"/>
                    <a:pt x="26817" y="756"/>
                    <a:pt x="19881" y="756"/>
                  </a:cubicBezTo>
                  <a:cubicBezTo>
                    <a:pt x="13605" y="756"/>
                    <a:pt x="7495" y="588"/>
                    <a:pt x="1220" y="81"/>
                  </a:cubicBezTo>
                  <a:lnTo>
                    <a:pt x="1220" y="9539"/>
                  </a:lnTo>
                  <a:lnTo>
                    <a:pt x="13605" y="9539"/>
                  </a:lnTo>
                  <a:lnTo>
                    <a:pt x="40689" y="38420"/>
                  </a:lnTo>
                  <a:lnTo>
                    <a:pt x="16908" y="62910"/>
                  </a:lnTo>
                  <a:cubicBezTo>
                    <a:pt x="14761" y="64937"/>
                    <a:pt x="14596" y="65106"/>
                    <a:pt x="9477" y="65443"/>
                  </a:cubicBezTo>
                  <a:cubicBezTo>
                    <a:pt x="6834" y="65612"/>
                    <a:pt x="1055" y="65612"/>
                    <a:pt x="229" y="65612"/>
                  </a:cubicBezTo>
                  <a:lnTo>
                    <a:pt x="229" y="75070"/>
                  </a:lnTo>
                  <a:cubicBezTo>
                    <a:pt x="5513" y="74564"/>
                    <a:pt x="10963" y="74395"/>
                    <a:pt x="16248" y="74395"/>
                  </a:cubicBezTo>
                  <a:cubicBezTo>
                    <a:pt x="20706" y="74395"/>
                    <a:pt x="32432" y="74902"/>
                    <a:pt x="34578" y="75070"/>
                  </a:cubicBezTo>
                  <a:lnTo>
                    <a:pt x="34578" y="65612"/>
                  </a:lnTo>
                  <a:cubicBezTo>
                    <a:pt x="31936" y="65612"/>
                    <a:pt x="31276" y="65275"/>
                    <a:pt x="30120" y="64430"/>
                  </a:cubicBezTo>
                  <a:lnTo>
                    <a:pt x="47955" y="46189"/>
                  </a:lnTo>
                  <a:lnTo>
                    <a:pt x="66286" y="65612"/>
                  </a:lnTo>
                  <a:lnTo>
                    <a:pt x="61992" y="65612"/>
                  </a:lnTo>
                  <a:lnTo>
                    <a:pt x="61992" y="75070"/>
                  </a:lnTo>
                  <a:cubicBezTo>
                    <a:pt x="62157" y="75070"/>
                    <a:pt x="75369" y="74395"/>
                    <a:pt x="82965" y="74395"/>
                  </a:cubicBezTo>
                  <a:cubicBezTo>
                    <a:pt x="89075" y="74395"/>
                    <a:pt x="95351" y="74564"/>
                    <a:pt x="101461" y="75070"/>
                  </a:cubicBezTo>
                  <a:lnTo>
                    <a:pt x="101461" y="65612"/>
                  </a:lnTo>
                  <a:lnTo>
                    <a:pt x="89241" y="65612"/>
                  </a:lnTo>
                  <a:lnTo>
                    <a:pt x="59680" y="3419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17" name="Freeform: Shape 5216">
              <a:extLst>
                <a:ext uri="{FF2B5EF4-FFF2-40B4-BE49-F238E27FC236}">
                  <a16:creationId xmlns:a16="http://schemas.microsoft.com/office/drawing/2014/main" id="{ECD79599-AB43-CDF0-618F-6269054D78DC}"/>
                </a:ext>
              </a:extLst>
            </p:cNvPr>
            <p:cNvSpPr/>
            <p:nvPr>
              <p:custDataLst>
                <p:tags r:id="rId137"/>
              </p:custDataLst>
            </p:nvPr>
          </p:nvSpPr>
          <p:spPr>
            <a:xfrm>
              <a:off x="7091106" y="4294115"/>
              <a:ext cx="32674" cy="62853"/>
            </a:xfrm>
            <a:custGeom>
              <a:avLst/>
              <a:gdLst>
                <a:gd name="connsiteX0" fmla="*/ 31729 w 32674"/>
                <a:gd name="connsiteY0" fmla="*/ 11419 h 62853"/>
                <a:gd name="connsiteX1" fmla="*/ 32908 w 32674"/>
                <a:gd name="connsiteY1" fmla="*/ 7197 h 62853"/>
                <a:gd name="connsiteX2" fmla="*/ 25595 w 32674"/>
                <a:gd name="connsiteY2" fmla="*/ 79 h 62853"/>
                <a:gd name="connsiteX3" fmla="*/ 18871 w 32674"/>
                <a:gd name="connsiteY3" fmla="*/ 5628 h 62853"/>
                <a:gd name="connsiteX4" fmla="*/ 705 w 32674"/>
                <a:gd name="connsiteY4" fmla="*/ 57865 h 62853"/>
                <a:gd name="connsiteX5" fmla="*/ 234 w 32674"/>
                <a:gd name="connsiteY5" fmla="*/ 59796 h 62853"/>
                <a:gd name="connsiteX6" fmla="*/ 5306 w 32674"/>
                <a:gd name="connsiteY6" fmla="*/ 62932 h 62853"/>
                <a:gd name="connsiteX7" fmla="*/ 7311 w 32674"/>
                <a:gd name="connsiteY7" fmla="*/ 60881 h 62853"/>
                <a:gd name="connsiteX8" fmla="*/ 31729 w 32674"/>
                <a:gd name="connsiteY8" fmla="*/ 11419 h 62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74" h="62853">
                  <a:moveTo>
                    <a:pt x="31729" y="11419"/>
                  </a:moveTo>
                  <a:cubicBezTo>
                    <a:pt x="31847" y="11298"/>
                    <a:pt x="32908" y="9006"/>
                    <a:pt x="32908" y="7197"/>
                  </a:cubicBezTo>
                  <a:cubicBezTo>
                    <a:pt x="32908" y="2854"/>
                    <a:pt x="29133" y="79"/>
                    <a:pt x="25595" y="79"/>
                  </a:cubicBezTo>
                  <a:cubicBezTo>
                    <a:pt x="20758" y="79"/>
                    <a:pt x="19461" y="3819"/>
                    <a:pt x="18871" y="5628"/>
                  </a:cubicBezTo>
                  <a:lnTo>
                    <a:pt x="705" y="57865"/>
                  </a:lnTo>
                  <a:cubicBezTo>
                    <a:pt x="234" y="59313"/>
                    <a:pt x="234" y="59675"/>
                    <a:pt x="234" y="59796"/>
                  </a:cubicBezTo>
                  <a:cubicBezTo>
                    <a:pt x="234" y="61726"/>
                    <a:pt x="5188" y="62932"/>
                    <a:pt x="5306" y="62932"/>
                  </a:cubicBezTo>
                  <a:cubicBezTo>
                    <a:pt x="6367" y="62932"/>
                    <a:pt x="6603" y="62329"/>
                    <a:pt x="7311" y="60881"/>
                  </a:cubicBezTo>
                  <a:lnTo>
                    <a:pt x="31729" y="114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18" name="Freeform: Shape 5217">
              <a:extLst>
                <a:ext uri="{FF2B5EF4-FFF2-40B4-BE49-F238E27FC236}">
                  <a16:creationId xmlns:a16="http://schemas.microsoft.com/office/drawing/2014/main" id="{95E1EFE0-B72E-5E65-C736-590EE4AF3F02}"/>
                </a:ext>
              </a:extLst>
            </p:cNvPr>
            <p:cNvSpPr/>
            <p:nvPr>
              <p:custDataLst>
                <p:tags r:id="rId138"/>
              </p:custDataLst>
            </p:nvPr>
          </p:nvSpPr>
          <p:spPr>
            <a:xfrm>
              <a:off x="7147417" y="4291243"/>
              <a:ext cx="115434" cy="151330"/>
            </a:xfrm>
            <a:custGeom>
              <a:avLst/>
              <a:gdLst>
                <a:gd name="connsiteX0" fmla="*/ 10971 w 115434"/>
                <a:gd name="connsiteY0" fmla="*/ 147696 h 151330"/>
                <a:gd name="connsiteX1" fmla="*/ 21044 w 115434"/>
                <a:gd name="connsiteY1" fmla="*/ 105978 h 151330"/>
                <a:gd name="connsiteX2" fmla="*/ 58532 w 115434"/>
                <a:gd name="connsiteY2" fmla="*/ 120841 h 151330"/>
                <a:gd name="connsiteX3" fmla="*/ 114350 w 115434"/>
                <a:gd name="connsiteY3" fmla="*/ 73888 h 151330"/>
                <a:gd name="connsiteX4" fmla="*/ 103120 w 115434"/>
                <a:gd name="connsiteY4" fmla="*/ 50918 h 151330"/>
                <a:gd name="connsiteX5" fmla="*/ 115671 w 115434"/>
                <a:gd name="connsiteY5" fmla="*/ 24064 h 151330"/>
                <a:gd name="connsiteX6" fmla="*/ 86275 w 115434"/>
                <a:gd name="connsiteY6" fmla="*/ 81 h 151330"/>
                <a:gd name="connsiteX7" fmla="*/ 25833 w 115434"/>
                <a:gd name="connsiteY7" fmla="*/ 43318 h 151330"/>
                <a:gd name="connsiteX8" fmla="*/ 897 w 115434"/>
                <a:gd name="connsiteY8" fmla="*/ 145500 h 151330"/>
                <a:gd name="connsiteX9" fmla="*/ 236 w 115434"/>
                <a:gd name="connsiteY9" fmla="*/ 148371 h 151330"/>
                <a:gd name="connsiteX10" fmla="*/ 5521 w 115434"/>
                <a:gd name="connsiteY10" fmla="*/ 151411 h 151330"/>
                <a:gd name="connsiteX11" fmla="*/ 10971 w 115434"/>
                <a:gd name="connsiteY11" fmla="*/ 147696 h 151330"/>
                <a:gd name="connsiteX12" fmla="*/ 62660 w 115434"/>
                <a:gd name="connsiteY12" fmla="*/ 53114 h 151330"/>
                <a:gd name="connsiteX13" fmla="*/ 73725 w 115434"/>
                <a:gd name="connsiteY13" fmla="*/ 51425 h 151330"/>
                <a:gd name="connsiteX14" fmla="*/ 81486 w 115434"/>
                <a:gd name="connsiteY14" fmla="*/ 52101 h 151330"/>
                <a:gd name="connsiteX15" fmla="*/ 71413 w 115434"/>
                <a:gd name="connsiteY15" fmla="*/ 54127 h 151330"/>
                <a:gd name="connsiteX16" fmla="*/ 62660 w 115434"/>
                <a:gd name="connsiteY16" fmla="*/ 53114 h 151330"/>
                <a:gd name="connsiteX17" fmla="*/ 89413 w 115434"/>
                <a:gd name="connsiteY17" fmla="*/ 45007 h 151330"/>
                <a:gd name="connsiteX18" fmla="*/ 74220 w 115434"/>
                <a:gd name="connsiteY18" fmla="*/ 43656 h 151330"/>
                <a:gd name="connsiteX19" fmla="*/ 52091 w 115434"/>
                <a:gd name="connsiteY19" fmla="*/ 53790 h 151330"/>
                <a:gd name="connsiteX20" fmla="*/ 71082 w 115434"/>
                <a:gd name="connsiteY20" fmla="*/ 61897 h 151330"/>
                <a:gd name="connsiteX21" fmla="*/ 91395 w 115434"/>
                <a:gd name="connsiteY21" fmla="*/ 58350 h 151330"/>
                <a:gd name="connsiteX22" fmla="*/ 93377 w 115434"/>
                <a:gd name="connsiteY22" fmla="*/ 67301 h 151330"/>
                <a:gd name="connsiteX23" fmla="*/ 83633 w 115434"/>
                <a:gd name="connsiteY23" fmla="*/ 100743 h 151330"/>
                <a:gd name="connsiteX24" fmla="*/ 58366 w 115434"/>
                <a:gd name="connsiteY24" fmla="*/ 113072 h 151330"/>
                <a:gd name="connsiteX25" fmla="*/ 25998 w 115434"/>
                <a:gd name="connsiteY25" fmla="*/ 89089 h 151330"/>
                <a:gd name="connsiteX26" fmla="*/ 28971 w 115434"/>
                <a:gd name="connsiteY26" fmla="*/ 74057 h 151330"/>
                <a:gd name="connsiteX27" fmla="*/ 35412 w 115434"/>
                <a:gd name="connsiteY27" fmla="*/ 47203 h 151330"/>
                <a:gd name="connsiteX28" fmla="*/ 52917 w 115434"/>
                <a:gd name="connsiteY28" fmla="*/ 19673 h 151330"/>
                <a:gd name="connsiteX29" fmla="*/ 85450 w 115434"/>
                <a:gd name="connsiteY29" fmla="*/ 7850 h 151330"/>
                <a:gd name="connsiteX30" fmla="*/ 96679 w 115434"/>
                <a:gd name="connsiteY30" fmla="*/ 17984 h 151330"/>
                <a:gd name="connsiteX31" fmla="*/ 89413 w 115434"/>
                <a:gd name="connsiteY31" fmla="*/ 45007 h 1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434" h="151330">
                  <a:moveTo>
                    <a:pt x="10971" y="147696"/>
                  </a:moveTo>
                  <a:lnTo>
                    <a:pt x="21044" y="105978"/>
                  </a:lnTo>
                  <a:cubicBezTo>
                    <a:pt x="24182" y="110201"/>
                    <a:pt x="35246" y="120841"/>
                    <a:pt x="58532" y="120841"/>
                  </a:cubicBezTo>
                  <a:cubicBezTo>
                    <a:pt x="95523" y="120841"/>
                    <a:pt x="114350" y="95169"/>
                    <a:pt x="114350" y="73888"/>
                  </a:cubicBezTo>
                  <a:cubicBezTo>
                    <a:pt x="114350" y="64092"/>
                    <a:pt x="110551" y="56323"/>
                    <a:pt x="103120" y="50918"/>
                  </a:cubicBezTo>
                  <a:cubicBezTo>
                    <a:pt x="110386" y="44838"/>
                    <a:pt x="115671" y="34029"/>
                    <a:pt x="115671" y="24064"/>
                  </a:cubicBezTo>
                  <a:cubicBezTo>
                    <a:pt x="115671" y="10383"/>
                    <a:pt x="106093" y="81"/>
                    <a:pt x="86275" y="81"/>
                  </a:cubicBezTo>
                  <a:cubicBezTo>
                    <a:pt x="61834" y="81"/>
                    <a:pt x="32439" y="15957"/>
                    <a:pt x="25833" y="43318"/>
                  </a:cubicBezTo>
                  <a:lnTo>
                    <a:pt x="897" y="145500"/>
                  </a:lnTo>
                  <a:cubicBezTo>
                    <a:pt x="236" y="147864"/>
                    <a:pt x="236" y="148202"/>
                    <a:pt x="236" y="148371"/>
                  </a:cubicBezTo>
                  <a:cubicBezTo>
                    <a:pt x="236" y="151411"/>
                    <a:pt x="3044" y="151411"/>
                    <a:pt x="5521" y="151411"/>
                  </a:cubicBezTo>
                  <a:cubicBezTo>
                    <a:pt x="8824" y="151411"/>
                    <a:pt x="10145" y="151411"/>
                    <a:pt x="10971" y="147696"/>
                  </a:cubicBezTo>
                  <a:close/>
                  <a:moveTo>
                    <a:pt x="62660" y="53114"/>
                  </a:moveTo>
                  <a:cubicBezTo>
                    <a:pt x="64807" y="52101"/>
                    <a:pt x="66293" y="51425"/>
                    <a:pt x="73725" y="51425"/>
                  </a:cubicBezTo>
                  <a:cubicBezTo>
                    <a:pt x="76367" y="51425"/>
                    <a:pt x="78514" y="51425"/>
                    <a:pt x="81486" y="52101"/>
                  </a:cubicBezTo>
                  <a:cubicBezTo>
                    <a:pt x="77853" y="54127"/>
                    <a:pt x="74385" y="54127"/>
                    <a:pt x="71413" y="54127"/>
                  </a:cubicBezTo>
                  <a:cubicBezTo>
                    <a:pt x="66458" y="54127"/>
                    <a:pt x="65963" y="53959"/>
                    <a:pt x="62660" y="53114"/>
                  </a:cubicBezTo>
                  <a:close/>
                  <a:moveTo>
                    <a:pt x="89413" y="45007"/>
                  </a:moveTo>
                  <a:cubicBezTo>
                    <a:pt x="83138" y="43656"/>
                    <a:pt x="77523" y="43656"/>
                    <a:pt x="74220" y="43656"/>
                  </a:cubicBezTo>
                  <a:cubicBezTo>
                    <a:pt x="67119" y="43656"/>
                    <a:pt x="52091" y="43656"/>
                    <a:pt x="52091" y="53790"/>
                  </a:cubicBezTo>
                  <a:cubicBezTo>
                    <a:pt x="52091" y="61728"/>
                    <a:pt x="62990" y="61897"/>
                    <a:pt x="71082" y="61897"/>
                  </a:cubicBezTo>
                  <a:cubicBezTo>
                    <a:pt x="75871" y="61897"/>
                    <a:pt x="82642" y="61897"/>
                    <a:pt x="91395" y="58350"/>
                  </a:cubicBezTo>
                  <a:cubicBezTo>
                    <a:pt x="92881" y="60714"/>
                    <a:pt x="93377" y="64261"/>
                    <a:pt x="93377" y="67301"/>
                  </a:cubicBezTo>
                  <a:cubicBezTo>
                    <a:pt x="93377" y="73213"/>
                    <a:pt x="89909" y="91791"/>
                    <a:pt x="83633" y="100743"/>
                  </a:cubicBezTo>
                  <a:cubicBezTo>
                    <a:pt x="77688" y="109018"/>
                    <a:pt x="68605" y="113072"/>
                    <a:pt x="58366" y="113072"/>
                  </a:cubicBezTo>
                  <a:cubicBezTo>
                    <a:pt x="44329" y="113072"/>
                    <a:pt x="25998" y="106485"/>
                    <a:pt x="25998" y="89089"/>
                  </a:cubicBezTo>
                  <a:cubicBezTo>
                    <a:pt x="25998" y="85880"/>
                    <a:pt x="27650" y="78955"/>
                    <a:pt x="28971" y="74057"/>
                  </a:cubicBezTo>
                  <a:cubicBezTo>
                    <a:pt x="29797" y="70341"/>
                    <a:pt x="35081" y="48723"/>
                    <a:pt x="35412" y="47203"/>
                  </a:cubicBezTo>
                  <a:cubicBezTo>
                    <a:pt x="36898" y="41291"/>
                    <a:pt x="39705" y="29806"/>
                    <a:pt x="52917" y="19673"/>
                  </a:cubicBezTo>
                  <a:cubicBezTo>
                    <a:pt x="66458" y="9201"/>
                    <a:pt x="79505" y="7850"/>
                    <a:pt x="85450" y="7850"/>
                  </a:cubicBezTo>
                  <a:cubicBezTo>
                    <a:pt x="96679" y="7850"/>
                    <a:pt x="96679" y="15281"/>
                    <a:pt x="96679" y="17984"/>
                  </a:cubicBezTo>
                  <a:cubicBezTo>
                    <a:pt x="96679" y="22037"/>
                    <a:pt x="93707" y="37407"/>
                    <a:pt x="89413" y="4500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19" name="Freeform: Shape 5218">
              <a:extLst>
                <a:ext uri="{FF2B5EF4-FFF2-40B4-BE49-F238E27FC236}">
                  <a16:creationId xmlns:a16="http://schemas.microsoft.com/office/drawing/2014/main" id="{CABDD7BA-E12C-C59A-FE4A-00BEE7B55B6C}"/>
                </a:ext>
              </a:extLst>
            </p:cNvPr>
            <p:cNvSpPr/>
            <p:nvPr>
              <p:custDataLst>
                <p:tags r:id="rId139"/>
              </p:custDataLst>
            </p:nvPr>
          </p:nvSpPr>
          <p:spPr>
            <a:xfrm>
              <a:off x="7296506" y="4298551"/>
              <a:ext cx="54732" cy="241279"/>
            </a:xfrm>
            <a:custGeom>
              <a:avLst/>
              <a:gdLst>
                <a:gd name="connsiteX0" fmla="*/ 54975 w 54732"/>
                <a:gd name="connsiteY0" fmla="*/ 120723 h 241279"/>
                <a:gd name="connsiteX1" fmla="*/ 39404 w 54732"/>
                <a:gd name="connsiteY1" fmla="*/ 45444 h 241279"/>
                <a:gd name="connsiteX2" fmla="*/ 2601 w 54732"/>
                <a:gd name="connsiteY2" fmla="*/ 84 h 241279"/>
                <a:gd name="connsiteX3" fmla="*/ 242 w 54732"/>
                <a:gd name="connsiteY3" fmla="*/ 2497 h 241279"/>
                <a:gd name="connsiteX4" fmla="*/ 4725 w 54732"/>
                <a:gd name="connsiteY4" fmla="*/ 8046 h 241279"/>
                <a:gd name="connsiteX5" fmla="*/ 41292 w 54732"/>
                <a:gd name="connsiteY5" fmla="*/ 120723 h 241279"/>
                <a:gd name="connsiteX6" fmla="*/ 3309 w 54732"/>
                <a:gd name="connsiteY6" fmla="*/ 234849 h 241279"/>
                <a:gd name="connsiteX7" fmla="*/ 242 w 54732"/>
                <a:gd name="connsiteY7" fmla="*/ 238950 h 241279"/>
                <a:gd name="connsiteX8" fmla="*/ 2601 w 54732"/>
                <a:gd name="connsiteY8" fmla="*/ 241363 h 241279"/>
                <a:gd name="connsiteX9" fmla="*/ 40112 w 54732"/>
                <a:gd name="connsiteY9" fmla="*/ 194314 h 241279"/>
                <a:gd name="connsiteX10" fmla="*/ 54975 w 54732"/>
                <a:gd name="connsiteY10" fmla="*/ 120723 h 24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32" h="241279">
                  <a:moveTo>
                    <a:pt x="54975" y="120723"/>
                  </a:moveTo>
                  <a:cubicBezTo>
                    <a:pt x="54975" y="101904"/>
                    <a:pt x="52380" y="72709"/>
                    <a:pt x="39404" y="45444"/>
                  </a:cubicBezTo>
                  <a:cubicBezTo>
                    <a:pt x="25249" y="15767"/>
                    <a:pt x="4960" y="84"/>
                    <a:pt x="2601" y="84"/>
                  </a:cubicBezTo>
                  <a:cubicBezTo>
                    <a:pt x="1186" y="84"/>
                    <a:pt x="242" y="1049"/>
                    <a:pt x="242" y="2497"/>
                  </a:cubicBezTo>
                  <a:cubicBezTo>
                    <a:pt x="242" y="3220"/>
                    <a:pt x="242" y="3703"/>
                    <a:pt x="4725" y="8046"/>
                  </a:cubicBezTo>
                  <a:cubicBezTo>
                    <a:pt x="27845" y="31933"/>
                    <a:pt x="41292" y="70296"/>
                    <a:pt x="41292" y="120723"/>
                  </a:cubicBezTo>
                  <a:cubicBezTo>
                    <a:pt x="41292" y="161982"/>
                    <a:pt x="32563" y="204447"/>
                    <a:pt x="3309" y="234849"/>
                  </a:cubicBezTo>
                  <a:cubicBezTo>
                    <a:pt x="242" y="237744"/>
                    <a:pt x="242" y="238226"/>
                    <a:pt x="242" y="238950"/>
                  </a:cubicBezTo>
                  <a:cubicBezTo>
                    <a:pt x="242" y="240398"/>
                    <a:pt x="1186" y="241363"/>
                    <a:pt x="2601" y="241363"/>
                  </a:cubicBezTo>
                  <a:cubicBezTo>
                    <a:pt x="4960" y="241363"/>
                    <a:pt x="26193" y="224956"/>
                    <a:pt x="40112" y="194314"/>
                  </a:cubicBezTo>
                  <a:cubicBezTo>
                    <a:pt x="52144" y="167773"/>
                    <a:pt x="54975" y="140991"/>
                    <a:pt x="54975" y="12072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20" name="Freeform: Shape 5219">
              <a:extLst>
                <a:ext uri="{FF2B5EF4-FFF2-40B4-BE49-F238E27FC236}">
                  <a16:creationId xmlns:a16="http://schemas.microsoft.com/office/drawing/2014/main" id="{EA1CE5F4-1931-A735-C858-A4ACF592F1D2}"/>
                </a:ext>
              </a:extLst>
            </p:cNvPr>
            <p:cNvSpPr/>
            <p:nvPr>
              <p:custDataLst>
                <p:tags r:id="rId140"/>
              </p:custDataLst>
            </p:nvPr>
          </p:nvSpPr>
          <p:spPr>
            <a:xfrm>
              <a:off x="7398160" y="4298551"/>
              <a:ext cx="54732" cy="241279"/>
            </a:xfrm>
            <a:custGeom>
              <a:avLst/>
              <a:gdLst>
                <a:gd name="connsiteX0" fmla="*/ 54979 w 54732"/>
                <a:gd name="connsiteY0" fmla="*/ 238950 h 241279"/>
                <a:gd name="connsiteX1" fmla="*/ 50968 w 54732"/>
                <a:gd name="connsiteY1" fmla="*/ 233642 h 241279"/>
                <a:gd name="connsiteX2" fmla="*/ 13929 w 54732"/>
                <a:gd name="connsiteY2" fmla="*/ 120723 h 241279"/>
                <a:gd name="connsiteX3" fmla="*/ 51912 w 54732"/>
                <a:gd name="connsiteY3" fmla="*/ 6598 h 241279"/>
                <a:gd name="connsiteX4" fmla="*/ 54979 w 54732"/>
                <a:gd name="connsiteY4" fmla="*/ 2497 h 241279"/>
                <a:gd name="connsiteX5" fmla="*/ 52620 w 54732"/>
                <a:gd name="connsiteY5" fmla="*/ 84 h 241279"/>
                <a:gd name="connsiteX6" fmla="*/ 15109 w 54732"/>
                <a:gd name="connsiteY6" fmla="*/ 47133 h 241279"/>
                <a:gd name="connsiteX7" fmla="*/ 246 w 54732"/>
                <a:gd name="connsiteY7" fmla="*/ 120723 h 241279"/>
                <a:gd name="connsiteX8" fmla="*/ 15817 w 54732"/>
                <a:gd name="connsiteY8" fmla="*/ 196003 h 241279"/>
                <a:gd name="connsiteX9" fmla="*/ 52620 w 54732"/>
                <a:gd name="connsiteY9" fmla="*/ 241363 h 241279"/>
                <a:gd name="connsiteX10" fmla="*/ 54979 w 54732"/>
                <a:gd name="connsiteY10" fmla="*/ 238950 h 24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32" h="241279">
                  <a:moveTo>
                    <a:pt x="54979" y="238950"/>
                  </a:moveTo>
                  <a:cubicBezTo>
                    <a:pt x="54979" y="238226"/>
                    <a:pt x="54979" y="237744"/>
                    <a:pt x="50968" y="233642"/>
                  </a:cubicBezTo>
                  <a:cubicBezTo>
                    <a:pt x="21479" y="203241"/>
                    <a:pt x="13929" y="157639"/>
                    <a:pt x="13929" y="120723"/>
                  </a:cubicBezTo>
                  <a:cubicBezTo>
                    <a:pt x="13929" y="78741"/>
                    <a:pt x="22894" y="36758"/>
                    <a:pt x="51912" y="6598"/>
                  </a:cubicBezTo>
                  <a:cubicBezTo>
                    <a:pt x="54979" y="3703"/>
                    <a:pt x="54979" y="3220"/>
                    <a:pt x="54979" y="2497"/>
                  </a:cubicBezTo>
                  <a:cubicBezTo>
                    <a:pt x="54979" y="808"/>
                    <a:pt x="54035" y="84"/>
                    <a:pt x="52620" y="84"/>
                  </a:cubicBezTo>
                  <a:cubicBezTo>
                    <a:pt x="50261" y="84"/>
                    <a:pt x="29028" y="16491"/>
                    <a:pt x="15109" y="47133"/>
                  </a:cubicBezTo>
                  <a:cubicBezTo>
                    <a:pt x="3077" y="73674"/>
                    <a:pt x="246" y="100456"/>
                    <a:pt x="246" y="120723"/>
                  </a:cubicBezTo>
                  <a:cubicBezTo>
                    <a:pt x="246" y="139543"/>
                    <a:pt x="2841" y="168738"/>
                    <a:pt x="15817" y="196003"/>
                  </a:cubicBezTo>
                  <a:cubicBezTo>
                    <a:pt x="29972" y="225680"/>
                    <a:pt x="50261" y="241363"/>
                    <a:pt x="52620" y="241363"/>
                  </a:cubicBezTo>
                  <a:cubicBezTo>
                    <a:pt x="54035" y="241363"/>
                    <a:pt x="54979" y="240639"/>
                    <a:pt x="54979" y="23895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21" name="Freeform: Shape 5220">
              <a:extLst>
                <a:ext uri="{FF2B5EF4-FFF2-40B4-BE49-F238E27FC236}">
                  <a16:creationId xmlns:a16="http://schemas.microsoft.com/office/drawing/2014/main" id="{8145BF34-F800-C17A-50E1-6F949BDB13DB}"/>
                </a:ext>
              </a:extLst>
            </p:cNvPr>
            <p:cNvSpPr/>
            <p:nvPr>
              <p:custDataLst>
                <p:tags r:id="rId141"/>
              </p:custDataLst>
            </p:nvPr>
          </p:nvSpPr>
          <p:spPr>
            <a:xfrm>
              <a:off x="7477403" y="4372865"/>
              <a:ext cx="90592" cy="109299"/>
            </a:xfrm>
            <a:custGeom>
              <a:avLst/>
              <a:gdLst>
                <a:gd name="connsiteX0" fmla="*/ 33514 w 90592"/>
                <a:gd name="connsiteY0" fmla="*/ 50994 h 109299"/>
                <a:gd name="connsiteX1" fmla="*/ 69610 w 90592"/>
                <a:gd name="connsiteY1" fmla="*/ 45444 h 109299"/>
                <a:gd name="connsiteX2" fmla="*/ 87304 w 90592"/>
                <a:gd name="connsiteY2" fmla="*/ 20592 h 109299"/>
                <a:gd name="connsiteX3" fmla="*/ 62060 w 90592"/>
                <a:gd name="connsiteY3" fmla="*/ 84 h 109299"/>
                <a:gd name="connsiteX4" fmla="*/ 250 w 90592"/>
                <a:gd name="connsiteY4" fmla="*/ 65712 h 109299"/>
                <a:gd name="connsiteX5" fmla="*/ 37289 w 90592"/>
                <a:gd name="connsiteY5" fmla="*/ 109383 h 109299"/>
                <a:gd name="connsiteX6" fmla="*/ 90842 w 90592"/>
                <a:gd name="connsiteY6" fmla="*/ 80912 h 109299"/>
                <a:gd name="connsiteX7" fmla="*/ 88011 w 90592"/>
                <a:gd name="connsiteY7" fmla="*/ 77776 h 109299"/>
                <a:gd name="connsiteX8" fmla="*/ 84944 w 90592"/>
                <a:gd name="connsiteY8" fmla="*/ 80188 h 109299"/>
                <a:gd name="connsiteX9" fmla="*/ 37761 w 90592"/>
                <a:gd name="connsiteY9" fmla="*/ 104075 h 109299"/>
                <a:gd name="connsiteX10" fmla="*/ 17236 w 90592"/>
                <a:gd name="connsiteY10" fmla="*/ 76087 h 109299"/>
                <a:gd name="connsiteX11" fmla="*/ 21011 w 90592"/>
                <a:gd name="connsiteY11" fmla="*/ 50994 h 109299"/>
                <a:gd name="connsiteX12" fmla="*/ 33514 w 90592"/>
                <a:gd name="connsiteY12" fmla="*/ 50994 h 109299"/>
                <a:gd name="connsiteX13" fmla="*/ 22426 w 90592"/>
                <a:gd name="connsiteY13" fmla="*/ 45686 h 109299"/>
                <a:gd name="connsiteX14" fmla="*/ 62060 w 90592"/>
                <a:gd name="connsiteY14" fmla="*/ 5392 h 109299"/>
                <a:gd name="connsiteX15" fmla="*/ 79518 w 90592"/>
                <a:gd name="connsiteY15" fmla="*/ 20592 h 109299"/>
                <a:gd name="connsiteX16" fmla="*/ 32099 w 90592"/>
                <a:gd name="connsiteY16" fmla="*/ 45686 h 109299"/>
                <a:gd name="connsiteX17" fmla="*/ 22426 w 90592"/>
                <a:gd name="connsiteY17" fmla="*/ 45686 h 10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592" h="109299">
                  <a:moveTo>
                    <a:pt x="33514" y="50994"/>
                  </a:moveTo>
                  <a:cubicBezTo>
                    <a:pt x="40356" y="50994"/>
                    <a:pt x="57814" y="50511"/>
                    <a:pt x="69610" y="45444"/>
                  </a:cubicBezTo>
                  <a:cubicBezTo>
                    <a:pt x="86124" y="38206"/>
                    <a:pt x="87304" y="23970"/>
                    <a:pt x="87304" y="20592"/>
                  </a:cubicBezTo>
                  <a:cubicBezTo>
                    <a:pt x="87304" y="9976"/>
                    <a:pt x="78339" y="84"/>
                    <a:pt x="62060" y="84"/>
                  </a:cubicBezTo>
                  <a:cubicBezTo>
                    <a:pt x="35873" y="84"/>
                    <a:pt x="250" y="23488"/>
                    <a:pt x="250" y="65712"/>
                  </a:cubicBezTo>
                  <a:cubicBezTo>
                    <a:pt x="250" y="90322"/>
                    <a:pt x="14169" y="109383"/>
                    <a:pt x="37289" y="109383"/>
                  </a:cubicBezTo>
                  <a:cubicBezTo>
                    <a:pt x="71025" y="109383"/>
                    <a:pt x="90842" y="83808"/>
                    <a:pt x="90842" y="80912"/>
                  </a:cubicBezTo>
                  <a:cubicBezTo>
                    <a:pt x="90842" y="79465"/>
                    <a:pt x="89427" y="77776"/>
                    <a:pt x="88011" y="77776"/>
                  </a:cubicBezTo>
                  <a:cubicBezTo>
                    <a:pt x="86832" y="77776"/>
                    <a:pt x="86360" y="78258"/>
                    <a:pt x="84944" y="80188"/>
                  </a:cubicBezTo>
                  <a:cubicBezTo>
                    <a:pt x="66307" y="104075"/>
                    <a:pt x="40592" y="104075"/>
                    <a:pt x="37761" y="104075"/>
                  </a:cubicBezTo>
                  <a:cubicBezTo>
                    <a:pt x="19359" y="104075"/>
                    <a:pt x="17236" y="83808"/>
                    <a:pt x="17236" y="76087"/>
                  </a:cubicBezTo>
                  <a:cubicBezTo>
                    <a:pt x="17236" y="73191"/>
                    <a:pt x="17472" y="65712"/>
                    <a:pt x="21011" y="50994"/>
                  </a:cubicBezTo>
                  <a:lnTo>
                    <a:pt x="33514" y="50994"/>
                  </a:lnTo>
                  <a:close/>
                  <a:moveTo>
                    <a:pt x="22426" y="45686"/>
                  </a:moveTo>
                  <a:cubicBezTo>
                    <a:pt x="31627" y="9011"/>
                    <a:pt x="55926" y="5392"/>
                    <a:pt x="62060" y="5392"/>
                  </a:cubicBezTo>
                  <a:cubicBezTo>
                    <a:pt x="73148" y="5392"/>
                    <a:pt x="79518" y="12389"/>
                    <a:pt x="79518" y="20592"/>
                  </a:cubicBezTo>
                  <a:cubicBezTo>
                    <a:pt x="79518" y="45686"/>
                    <a:pt x="41771" y="45686"/>
                    <a:pt x="32099" y="45686"/>
                  </a:cubicBezTo>
                  <a:lnTo>
                    <a:pt x="22426" y="4568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22" name="Freeform: Shape 5221">
              <a:extLst>
                <a:ext uri="{FF2B5EF4-FFF2-40B4-BE49-F238E27FC236}">
                  <a16:creationId xmlns:a16="http://schemas.microsoft.com/office/drawing/2014/main" id="{BE9DD28F-2351-E3FD-656C-4FFCD1CCBD47}"/>
                </a:ext>
              </a:extLst>
            </p:cNvPr>
            <p:cNvSpPr/>
            <p:nvPr>
              <p:custDataLst>
                <p:tags r:id="rId142"/>
              </p:custDataLst>
            </p:nvPr>
          </p:nvSpPr>
          <p:spPr>
            <a:xfrm>
              <a:off x="7582180" y="4334818"/>
              <a:ext cx="101232" cy="74989"/>
            </a:xfrm>
            <a:custGeom>
              <a:avLst/>
              <a:gdLst>
                <a:gd name="connsiteX0" fmla="*/ 59706 w 101232"/>
                <a:gd name="connsiteY0" fmla="*/ 34198 h 74989"/>
                <a:gd name="connsiteX1" fmla="*/ 82495 w 101232"/>
                <a:gd name="connsiteY1" fmla="*/ 10721 h 74989"/>
                <a:gd name="connsiteX2" fmla="*/ 97854 w 101232"/>
                <a:gd name="connsiteY2" fmla="*/ 9539 h 74989"/>
                <a:gd name="connsiteX3" fmla="*/ 97854 w 101232"/>
                <a:gd name="connsiteY3" fmla="*/ 81 h 74989"/>
                <a:gd name="connsiteX4" fmla="*/ 81835 w 101232"/>
                <a:gd name="connsiteY4" fmla="*/ 756 h 74989"/>
                <a:gd name="connsiteX5" fmla="*/ 63504 w 101232"/>
                <a:gd name="connsiteY5" fmla="*/ 81 h 74989"/>
                <a:gd name="connsiteX6" fmla="*/ 63504 w 101232"/>
                <a:gd name="connsiteY6" fmla="*/ 9539 h 74989"/>
                <a:gd name="connsiteX7" fmla="*/ 67963 w 101232"/>
                <a:gd name="connsiteY7" fmla="*/ 10552 h 74989"/>
                <a:gd name="connsiteX8" fmla="*/ 52440 w 101232"/>
                <a:gd name="connsiteY8" fmla="*/ 26597 h 74989"/>
                <a:gd name="connsiteX9" fmla="*/ 36421 w 101232"/>
                <a:gd name="connsiteY9" fmla="*/ 9539 h 74989"/>
                <a:gd name="connsiteX10" fmla="*/ 40880 w 101232"/>
                <a:gd name="connsiteY10" fmla="*/ 9539 h 74989"/>
                <a:gd name="connsiteX11" fmla="*/ 40880 w 101232"/>
                <a:gd name="connsiteY11" fmla="*/ 81 h 74989"/>
                <a:gd name="connsiteX12" fmla="*/ 19906 w 101232"/>
                <a:gd name="connsiteY12" fmla="*/ 756 h 74989"/>
                <a:gd name="connsiteX13" fmla="*/ 1245 w 101232"/>
                <a:gd name="connsiteY13" fmla="*/ 81 h 74989"/>
                <a:gd name="connsiteX14" fmla="*/ 1245 w 101232"/>
                <a:gd name="connsiteY14" fmla="*/ 9539 h 74989"/>
                <a:gd name="connsiteX15" fmla="*/ 13631 w 101232"/>
                <a:gd name="connsiteY15" fmla="*/ 9539 h 74989"/>
                <a:gd name="connsiteX16" fmla="*/ 40714 w 101232"/>
                <a:gd name="connsiteY16" fmla="*/ 38420 h 74989"/>
                <a:gd name="connsiteX17" fmla="*/ 16934 w 101232"/>
                <a:gd name="connsiteY17" fmla="*/ 62910 h 74989"/>
                <a:gd name="connsiteX18" fmla="*/ 9502 w 101232"/>
                <a:gd name="connsiteY18" fmla="*/ 65443 h 74989"/>
                <a:gd name="connsiteX19" fmla="*/ 255 w 101232"/>
                <a:gd name="connsiteY19" fmla="*/ 65612 h 74989"/>
                <a:gd name="connsiteX20" fmla="*/ 255 w 101232"/>
                <a:gd name="connsiteY20" fmla="*/ 75070 h 74989"/>
                <a:gd name="connsiteX21" fmla="*/ 16273 w 101232"/>
                <a:gd name="connsiteY21" fmla="*/ 74395 h 74989"/>
                <a:gd name="connsiteX22" fmla="*/ 34604 w 101232"/>
                <a:gd name="connsiteY22" fmla="*/ 75070 h 74989"/>
                <a:gd name="connsiteX23" fmla="*/ 34604 w 101232"/>
                <a:gd name="connsiteY23" fmla="*/ 65612 h 74989"/>
                <a:gd name="connsiteX24" fmla="*/ 30145 w 101232"/>
                <a:gd name="connsiteY24" fmla="*/ 64430 h 74989"/>
                <a:gd name="connsiteX25" fmla="*/ 47981 w 101232"/>
                <a:gd name="connsiteY25" fmla="*/ 46189 h 74989"/>
                <a:gd name="connsiteX26" fmla="*/ 66311 w 101232"/>
                <a:gd name="connsiteY26" fmla="*/ 65612 h 74989"/>
                <a:gd name="connsiteX27" fmla="*/ 62018 w 101232"/>
                <a:gd name="connsiteY27" fmla="*/ 65612 h 74989"/>
                <a:gd name="connsiteX28" fmla="*/ 62018 w 101232"/>
                <a:gd name="connsiteY28" fmla="*/ 75070 h 74989"/>
                <a:gd name="connsiteX29" fmla="*/ 82991 w 101232"/>
                <a:gd name="connsiteY29" fmla="*/ 74395 h 74989"/>
                <a:gd name="connsiteX30" fmla="*/ 101487 w 101232"/>
                <a:gd name="connsiteY30" fmla="*/ 75070 h 74989"/>
                <a:gd name="connsiteX31" fmla="*/ 101487 w 101232"/>
                <a:gd name="connsiteY31" fmla="*/ 65612 h 74989"/>
                <a:gd name="connsiteX32" fmla="*/ 89266 w 101232"/>
                <a:gd name="connsiteY32" fmla="*/ 65612 h 74989"/>
                <a:gd name="connsiteX33" fmla="*/ 59706 w 101232"/>
                <a:gd name="connsiteY33" fmla="*/ 34198 h 74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1232" h="74989">
                  <a:moveTo>
                    <a:pt x="59706" y="34198"/>
                  </a:moveTo>
                  <a:lnTo>
                    <a:pt x="82495" y="10721"/>
                  </a:lnTo>
                  <a:cubicBezTo>
                    <a:pt x="86459" y="9539"/>
                    <a:pt x="90753" y="9539"/>
                    <a:pt x="97854" y="9539"/>
                  </a:cubicBezTo>
                  <a:lnTo>
                    <a:pt x="97854" y="81"/>
                  </a:lnTo>
                  <a:cubicBezTo>
                    <a:pt x="92569" y="588"/>
                    <a:pt x="87119" y="756"/>
                    <a:pt x="81835" y="756"/>
                  </a:cubicBezTo>
                  <a:cubicBezTo>
                    <a:pt x="76220" y="756"/>
                    <a:pt x="64825" y="250"/>
                    <a:pt x="63504" y="81"/>
                  </a:cubicBezTo>
                  <a:lnTo>
                    <a:pt x="63504" y="9539"/>
                  </a:lnTo>
                  <a:cubicBezTo>
                    <a:pt x="65651" y="9539"/>
                    <a:pt x="66807" y="9877"/>
                    <a:pt x="67963" y="10552"/>
                  </a:cubicBezTo>
                  <a:lnTo>
                    <a:pt x="52440" y="26597"/>
                  </a:lnTo>
                  <a:lnTo>
                    <a:pt x="36421" y="9539"/>
                  </a:lnTo>
                  <a:lnTo>
                    <a:pt x="40880" y="9539"/>
                  </a:lnTo>
                  <a:lnTo>
                    <a:pt x="40880" y="81"/>
                  </a:lnTo>
                  <a:cubicBezTo>
                    <a:pt x="39889" y="81"/>
                    <a:pt x="26842" y="756"/>
                    <a:pt x="19906" y="756"/>
                  </a:cubicBezTo>
                  <a:cubicBezTo>
                    <a:pt x="13631" y="756"/>
                    <a:pt x="7521" y="588"/>
                    <a:pt x="1245" y="81"/>
                  </a:cubicBezTo>
                  <a:lnTo>
                    <a:pt x="1245" y="9539"/>
                  </a:lnTo>
                  <a:lnTo>
                    <a:pt x="13631" y="9539"/>
                  </a:lnTo>
                  <a:lnTo>
                    <a:pt x="40714" y="38420"/>
                  </a:lnTo>
                  <a:lnTo>
                    <a:pt x="16934" y="62910"/>
                  </a:lnTo>
                  <a:cubicBezTo>
                    <a:pt x="14787" y="64937"/>
                    <a:pt x="14622" y="65106"/>
                    <a:pt x="9502" y="65443"/>
                  </a:cubicBezTo>
                  <a:cubicBezTo>
                    <a:pt x="6860" y="65612"/>
                    <a:pt x="1080" y="65612"/>
                    <a:pt x="255" y="65612"/>
                  </a:cubicBezTo>
                  <a:lnTo>
                    <a:pt x="255" y="75070"/>
                  </a:lnTo>
                  <a:cubicBezTo>
                    <a:pt x="5539" y="74564"/>
                    <a:pt x="10989" y="74395"/>
                    <a:pt x="16273" y="74395"/>
                  </a:cubicBezTo>
                  <a:cubicBezTo>
                    <a:pt x="20732" y="74395"/>
                    <a:pt x="32457" y="74902"/>
                    <a:pt x="34604" y="75070"/>
                  </a:cubicBezTo>
                  <a:lnTo>
                    <a:pt x="34604" y="65612"/>
                  </a:lnTo>
                  <a:cubicBezTo>
                    <a:pt x="31962" y="65612"/>
                    <a:pt x="31301" y="65275"/>
                    <a:pt x="30145" y="64430"/>
                  </a:cubicBezTo>
                  <a:lnTo>
                    <a:pt x="47981" y="46189"/>
                  </a:lnTo>
                  <a:lnTo>
                    <a:pt x="66311" y="65612"/>
                  </a:lnTo>
                  <a:lnTo>
                    <a:pt x="62018" y="65612"/>
                  </a:lnTo>
                  <a:lnTo>
                    <a:pt x="62018" y="75070"/>
                  </a:lnTo>
                  <a:cubicBezTo>
                    <a:pt x="62183" y="75070"/>
                    <a:pt x="75394" y="74395"/>
                    <a:pt x="82991" y="74395"/>
                  </a:cubicBezTo>
                  <a:cubicBezTo>
                    <a:pt x="89101" y="74395"/>
                    <a:pt x="95377" y="74564"/>
                    <a:pt x="101487" y="75070"/>
                  </a:cubicBezTo>
                  <a:lnTo>
                    <a:pt x="101487" y="65612"/>
                  </a:lnTo>
                  <a:lnTo>
                    <a:pt x="89266" y="65612"/>
                  </a:lnTo>
                  <a:lnTo>
                    <a:pt x="59706" y="3419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23" name="Freeform: Shape 5222">
              <a:extLst>
                <a:ext uri="{FF2B5EF4-FFF2-40B4-BE49-F238E27FC236}">
                  <a16:creationId xmlns:a16="http://schemas.microsoft.com/office/drawing/2014/main" id="{A82FCE97-0B1C-E138-7437-455BE31DA823}"/>
                </a:ext>
              </a:extLst>
            </p:cNvPr>
            <p:cNvSpPr/>
            <p:nvPr>
              <p:custDataLst>
                <p:tags r:id="rId143"/>
              </p:custDataLst>
            </p:nvPr>
          </p:nvSpPr>
          <p:spPr>
            <a:xfrm>
              <a:off x="7700119" y="4294115"/>
              <a:ext cx="32674" cy="62853"/>
            </a:xfrm>
            <a:custGeom>
              <a:avLst/>
              <a:gdLst>
                <a:gd name="connsiteX0" fmla="*/ 31754 w 32674"/>
                <a:gd name="connsiteY0" fmla="*/ 11419 h 62853"/>
                <a:gd name="connsiteX1" fmla="*/ 32934 w 32674"/>
                <a:gd name="connsiteY1" fmla="*/ 7197 h 62853"/>
                <a:gd name="connsiteX2" fmla="*/ 25620 w 32674"/>
                <a:gd name="connsiteY2" fmla="*/ 79 h 62853"/>
                <a:gd name="connsiteX3" fmla="*/ 18897 w 32674"/>
                <a:gd name="connsiteY3" fmla="*/ 5628 h 62853"/>
                <a:gd name="connsiteX4" fmla="*/ 731 w 32674"/>
                <a:gd name="connsiteY4" fmla="*/ 57865 h 62853"/>
                <a:gd name="connsiteX5" fmla="*/ 259 w 32674"/>
                <a:gd name="connsiteY5" fmla="*/ 59796 h 62853"/>
                <a:gd name="connsiteX6" fmla="*/ 5332 w 32674"/>
                <a:gd name="connsiteY6" fmla="*/ 62932 h 62853"/>
                <a:gd name="connsiteX7" fmla="*/ 7337 w 32674"/>
                <a:gd name="connsiteY7" fmla="*/ 60881 h 62853"/>
                <a:gd name="connsiteX8" fmla="*/ 31754 w 32674"/>
                <a:gd name="connsiteY8" fmla="*/ 11419 h 62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74" h="62853">
                  <a:moveTo>
                    <a:pt x="31754" y="11419"/>
                  </a:moveTo>
                  <a:cubicBezTo>
                    <a:pt x="31872" y="11298"/>
                    <a:pt x="32934" y="9006"/>
                    <a:pt x="32934" y="7197"/>
                  </a:cubicBezTo>
                  <a:cubicBezTo>
                    <a:pt x="32934" y="2854"/>
                    <a:pt x="29159" y="79"/>
                    <a:pt x="25620" y="79"/>
                  </a:cubicBezTo>
                  <a:cubicBezTo>
                    <a:pt x="20784" y="79"/>
                    <a:pt x="19487" y="3819"/>
                    <a:pt x="18897" y="5628"/>
                  </a:cubicBezTo>
                  <a:lnTo>
                    <a:pt x="731" y="57865"/>
                  </a:lnTo>
                  <a:cubicBezTo>
                    <a:pt x="259" y="59313"/>
                    <a:pt x="259" y="59675"/>
                    <a:pt x="259" y="59796"/>
                  </a:cubicBezTo>
                  <a:cubicBezTo>
                    <a:pt x="259" y="61726"/>
                    <a:pt x="5214" y="62932"/>
                    <a:pt x="5332" y="62932"/>
                  </a:cubicBezTo>
                  <a:cubicBezTo>
                    <a:pt x="6393" y="62932"/>
                    <a:pt x="6629" y="62329"/>
                    <a:pt x="7337" y="60881"/>
                  </a:cubicBezTo>
                  <a:lnTo>
                    <a:pt x="31754" y="114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24" name="Freeform: Shape 5223">
              <a:extLst>
                <a:ext uri="{FF2B5EF4-FFF2-40B4-BE49-F238E27FC236}">
                  <a16:creationId xmlns:a16="http://schemas.microsoft.com/office/drawing/2014/main" id="{3448FC76-50F9-55C5-EDBB-468056A5E7AF}"/>
                </a:ext>
              </a:extLst>
            </p:cNvPr>
            <p:cNvSpPr/>
            <p:nvPr>
              <p:custDataLst>
                <p:tags r:id="rId144"/>
              </p:custDataLst>
            </p:nvPr>
          </p:nvSpPr>
          <p:spPr>
            <a:xfrm>
              <a:off x="7756430" y="4291243"/>
              <a:ext cx="115434" cy="151330"/>
            </a:xfrm>
            <a:custGeom>
              <a:avLst/>
              <a:gdLst>
                <a:gd name="connsiteX0" fmla="*/ 10996 w 115434"/>
                <a:gd name="connsiteY0" fmla="*/ 147696 h 151330"/>
                <a:gd name="connsiteX1" fmla="*/ 21070 w 115434"/>
                <a:gd name="connsiteY1" fmla="*/ 105978 h 151330"/>
                <a:gd name="connsiteX2" fmla="*/ 58557 w 115434"/>
                <a:gd name="connsiteY2" fmla="*/ 120841 h 151330"/>
                <a:gd name="connsiteX3" fmla="*/ 114375 w 115434"/>
                <a:gd name="connsiteY3" fmla="*/ 73888 h 151330"/>
                <a:gd name="connsiteX4" fmla="*/ 103146 w 115434"/>
                <a:gd name="connsiteY4" fmla="*/ 50918 h 151330"/>
                <a:gd name="connsiteX5" fmla="*/ 115697 w 115434"/>
                <a:gd name="connsiteY5" fmla="*/ 24064 h 151330"/>
                <a:gd name="connsiteX6" fmla="*/ 86301 w 115434"/>
                <a:gd name="connsiteY6" fmla="*/ 81 h 151330"/>
                <a:gd name="connsiteX7" fmla="*/ 25859 w 115434"/>
                <a:gd name="connsiteY7" fmla="*/ 43318 h 151330"/>
                <a:gd name="connsiteX8" fmla="*/ 923 w 115434"/>
                <a:gd name="connsiteY8" fmla="*/ 145500 h 151330"/>
                <a:gd name="connsiteX9" fmla="*/ 262 w 115434"/>
                <a:gd name="connsiteY9" fmla="*/ 148371 h 151330"/>
                <a:gd name="connsiteX10" fmla="*/ 5547 w 115434"/>
                <a:gd name="connsiteY10" fmla="*/ 151411 h 151330"/>
                <a:gd name="connsiteX11" fmla="*/ 10996 w 115434"/>
                <a:gd name="connsiteY11" fmla="*/ 147696 h 151330"/>
                <a:gd name="connsiteX12" fmla="*/ 62686 w 115434"/>
                <a:gd name="connsiteY12" fmla="*/ 53114 h 151330"/>
                <a:gd name="connsiteX13" fmla="*/ 73750 w 115434"/>
                <a:gd name="connsiteY13" fmla="*/ 51425 h 151330"/>
                <a:gd name="connsiteX14" fmla="*/ 81512 w 115434"/>
                <a:gd name="connsiteY14" fmla="*/ 52101 h 151330"/>
                <a:gd name="connsiteX15" fmla="*/ 71438 w 115434"/>
                <a:gd name="connsiteY15" fmla="*/ 54127 h 151330"/>
                <a:gd name="connsiteX16" fmla="*/ 62686 w 115434"/>
                <a:gd name="connsiteY16" fmla="*/ 53114 h 151330"/>
                <a:gd name="connsiteX17" fmla="*/ 89439 w 115434"/>
                <a:gd name="connsiteY17" fmla="*/ 45007 h 151330"/>
                <a:gd name="connsiteX18" fmla="*/ 74246 w 115434"/>
                <a:gd name="connsiteY18" fmla="*/ 43656 h 151330"/>
                <a:gd name="connsiteX19" fmla="*/ 52117 w 115434"/>
                <a:gd name="connsiteY19" fmla="*/ 53790 h 151330"/>
                <a:gd name="connsiteX20" fmla="*/ 71108 w 115434"/>
                <a:gd name="connsiteY20" fmla="*/ 61897 h 151330"/>
                <a:gd name="connsiteX21" fmla="*/ 91421 w 115434"/>
                <a:gd name="connsiteY21" fmla="*/ 58350 h 151330"/>
                <a:gd name="connsiteX22" fmla="*/ 93402 w 115434"/>
                <a:gd name="connsiteY22" fmla="*/ 67301 h 151330"/>
                <a:gd name="connsiteX23" fmla="*/ 83659 w 115434"/>
                <a:gd name="connsiteY23" fmla="*/ 100743 h 151330"/>
                <a:gd name="connsiteX24" fmla="*/ 58392 w 115434"/>
                <a:gd name="connsiteY24" fmla="*/ 113072 h 151330"/>
                <a:gd name="connsiteX25" fmla="*/ 26024 w 115434"/>
                <a:gd name="connsiteY25" fmla="*/ 89089 h 151330"/>
                <a:gd name="connsiteX26" fmla="*/ 28997 w 115434"/>
                <a:gd name="connsiteY26" fmla="*/ 74057 h 151330"/>
                <a:gd name="connsiteX27" fmla="*/ 35437 w 115434"/>
                <a:gd name="connsiteY27" fmla="*/ 47203 h 151330"/>
                <a:gd name="connsiteX28" fmla="*/ 52942 w 115434"/>
                <a:gd name="connsiteY28" fmla="*/ 19673 h 151330"/>
                <a:gd name="connsiteX29" fmla="*/ 85475 w 115434"/>
                <a:gd name="connsiteY29" fmla="*/ 7850 h 151330"/>
                <a:gd name="connsiteX30" fmla="*/ 96705 w 115434"/>
                <a:gd name="connsiteY30" fmla="*/ 17984 h 151330"/>
                <a:gd name="connsiteX31" fmla="*/ 89439 w 115434"/>
                <a:gd name="connsiteY31" fmla="*/ 45007 h 1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434" h="151330">
                  <a:moveTo>
                    <a:pt x="10996" y="147696"/>
                  </a:moveTo>
                  <a:lnTo>
                    <a:pt x="21070" y="105978"/>
                  </a:lnTo>
                  <a:cubicBezTo>
                    <a:pt x="24208" y="110201"/>
                    <a:pt x="35272" y="120841"/>
                    <a:pt x="58557" y="120841"/>
                  </a:cubicBezTo>
                  <a:cubicBezTo>
                    <a:pt x="95549" y="120841"/>
                    <a:pt x="114375" y="95169"/>
                    <a:pt x="114375" y="73888"/>
                  </a:cubicBezTo>
                  <a:cubicBezTo>
                    <a:pt x="114375" y="64092"/>
                    <a:pt x="110577" y="56323"/>
                    <a:pt x="103146" y="50918"/>
                  </a:cubicBezTo>
                  <a:cubicBezTo>
                    <a:pt x="110412" y="44838"/>
                    <a:pt x="115697" y="34029"/>
                    <a:pt x="115697" y="24064"/>
                  </a:cubicBezTo>
                  <a:cubicBezTo>
                    <a:pt x="115697" y="10383"/>
                    <a:pt x="106118" y="81"/>
                    <a:pt x="86301" y="81"/>
                  </a:cubicBezTo>
                  <a:cubicBezTo>
                    <a:pt x="61860" y="81"/>
                    <a:pt x="32465" y="15957"/>
                    <a:pt x="25859" y="43318"/>
                  </a:cubicBezTo>
                  <a:lnTo>
                    <a:pt x="923" y="145500"/>
                  </a:lnTo>
                  <a:cubicBezTo>
                    <a:pt x="262" y="147864"/>
                    <a:pt x="262" y="148202"/>
                    <a:pt x="262" y="148371"/>
                  </a:cubicBezTo>
                  <a:cubicBezTo>
                    <a:pt x="262" y="151411"/>
                    <a:pt x="3069" y="151411"/>
                    <a:pt x="5547" y="151411"/>
                  </a:cubicBezTo>
                  <a:cubicBezTo>
                    <a:pt x="8849" y="151411"/>
                    <a:pt x="10171" y="151411"/>
                    <a:pt x="10996" y="147696"/>
                  </a:cubicBezTo>
                  <a:close/>
                  <a:moveTo>
                    <a:pt x="62686" y="53114"/>
                  </a:moveTo>
                  <a:cubicBezTo>
                    <a:pt x="64833" y="52101"/>
                    <a:pt x="66319" y="51425"/>
                    <a:pt x="73750" y="51425"/>
                  </a:cubicBezTo>
                  <a:cubicBezTo>
                    <a:pt x="76393" y="51425"/>
                    <a:pt x="78539" y="51425"/>
                    <a:pt x="81512" y="52101"/>
                  </a:cubicBezTo>
                  <a:cubicBezTo>
                    <a:pt x="77879" y="54127"/>
                    <a:pt x="74411" y="54127"/>
                    <a:pt x="71438" y="54127"/>
                  </a:cubicBezTo>
                  <a:cubicBezTo>
                    <a:pt x="66484" y="54127"/>
                    <a:pt x="65989" y="53959"/>
                    <a:pt x="62686" y="53114"/>
                  </a:cubicBezTo>
                  <a:close/>
                  <a:moveTo>
                    <a:pt x="89439" y="45007"/>
                  </a:moveTo>
                  <a:cubicBezTo>
                    <a:pt x="83163" y="43656"/>
                    <a:pt x="77549" y="43656"/>
                    <a:pt x="74246" y="43656"/>
                  </a:cubicBezTo>
                  <a:cubicBezTo>
                    <a:pt x="67145" y="43656"/>
                    <a:pt x="52117" y="43656"/>
                    <a:pt x="52117" y="53790"/>
                  </a:cubicBezTo>
                  <a:cubicBezTo>
                    <a:pt x="52117" y="61728"/>
                    <a:pt x="63016" y="61897"/>
                    <a:pt x="71108" y="61897"/>
                  </a:cubicBezTo>
                  <a:cubicBezTo>
                    <a:pt x="75897" y="61897"/>
                    <a:pt x="82668" y="61897"/>
                    <a:pt x="91421" y="58350"/>
                  </a:cubicBezTo>
                  <a:cubicBezTo>
                    <a:pt x="92907" y="60714"/>
                    <a:pt x="93402" y="64261"/>
                    <a:pt x="93402" y="67301"/>
                  </a:cubicBezTo>
                  <a:cubicBezTo>
                    <a:pt x="93402" y="73213"/>
                    <a:pt x="89934" y="91791"/>
                    <a:pt x="83659" y="100743"/>
                  </a:cubicBezTo>
                  <a:cubicBezTo>
                    <a:pt x="77714" y="109018"/>
                    <a:pt x="68631" y="113072"/>
                    <a:pt x="58392" y="113072"/>
                  </a:cubicBezTo>
                  <a:cubicBezTo>
                    <a:pt x="44355" y="113072"/>
                    <a:pt x="26024" y="106485"/>
                    <a:pt x="26024" y="89089"/>
                  </a:cubicBezTo>
                  <a:cubicBezTo>
                    <a:pt x="26024" y="85880"/>
                    <a:pt x="27676" y="78955"/>
                    <a:pt x="28997" y="74057"/>
                  </a:cubicBezTo>
                  <a:cubicBezTo>
                    <a:pt x="29822" y="70341"/>
                    <a:pt x="35107" y="48723"/>
                    <a:pt x="35437" y="47203"/>
                  </a:cubicBezTo>
                  <a:cubicBezTo>
                    <a:pt x="36924" y="41291"/>
                    <a:pt x="39731" y="29806"/>
                    <a:pt x="52942" y="19673"/>
                  </a:cubicBezTo>
                  <a:cubicBezTo>
                    <a:pt x="66484" y="9201"/>
                    <a:pt x="79530" y="7850"/>
                    <a:pt x="85475" y="7850"/>
                  </a:cubicBezTo>
                  <a:cubicBezTo>
                    <a:pt x="96705" y="7850"/>
                    <a:pt x="96705" y="15281"/>
                    <a:pt x="96705" y="17984"/>
                  </a:cubicBezTo>
                  <a:cubicBezTo>
                    <a:pt x="96705" y="22037"/>
                    <a:pt x="93733" y="37407"/>
                    <a:pt x="89439" y="4500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25" name="Freeform: Shape 5224">
              <a:extLst>
                <a:ext uri="{FF2B5EF4-FFF2-40B4-BE49-F238E27FC236}">
                  <a16:creationId xmlns:a16="http://schemas.microsoft.com/office/drawing/2014/main" id="{A6207D0A-1EF1-9B73-562D-B16D10899152}"/>
                </a:ext>
              </a:extLst>
            </p:cNvPr>
            <p:cNvSpPr/>
            <p:nvPr>
              <p:custDataLst>
                <p:tags r:id="rId145"/>
              </p:custDataLst>
            </p:nvPr>
          </p:nvSpPr>
          <p:spPr>
            <a:xfrm>
              <a:off x="7905519" y="4298551"/>
              <a:ext cx="54732" cy="241279"/>
            </a:xfrm>
            <a:custGeom>
              <a:avLst/>
              <a:gdLst>
                <a:gd name="connsiteX0" fmla="*/ 55001 w 54732"/>
                <a:gd name="connsiteY0" fmla="*/ 120723 h 241279"/>
                <a:gd name="connsiteX1" fmla="*/ 39430 w 54732"/>
                <a:gd name="connsiteY1" fmla="*/ 45444 h 241279"/>
                <a:gd name="connsiteX2" fmla="*/ 2627 w 54732"/>
                <a:gd name="connsiteY2" fmla="*/ 84 h 241279"/>
                <a:gd name="connsiteX3" fmla="*/ 268 w 54732"/>
                <a:gd name="connsiteY3" fmla="*/ 2497 h 241279"/>
                <a:gd name="connsiteX4" fmla="*/ 4750 w 54732"/>
                <a:gd name="connsiteY4" fmla="*/ 8046 h 241279"/>
                <a:gd name="connsiteX5" fmla="*/ 41318 w 54732"/>
                <a:gd name="connsiteY5" fmla="*/ 120723 h 241279"/>
                <a:gd name="connsiteX6" fmla="*/ 3335 w 54732"/>
                <a:gd name="connsiteY6" fmla="*/ 234849 h 241279"/>
                <a:gd name="connsiteX7" fmla="*/ 268 w 54732"/>
                <a:gd name="connsiteY7" fmla="*/ 238950 h 241279"/>
                <a:gd name="connsiteX8" fmla="*/ 2627 w 54732"/>
                <a:gd name="connsiteY8" fmla="*/ 241363 h 241279"/>
                <a:gd name="connsiteX9" fmla="*/ 40138 w 54732"/>
                <a:gd name="connsiteY9" fmla="*/ 194314 h 241279"/>
                <a:gd name="connsiteX10" fmla="*/ 55001 w 54732"/>
                <a:gd name="connsiteY10" fmla="*/ 120723 h 24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32" h="241279">
                  <a:moveTo>
                    <a:pt x="55001" y="120723"/>
                  </a:moveTo>
                  <a:cubicBezTo>
                    <a:pt x="55001" y="101904"/>
                    <a:pt x="52406" y="72709"/>
                    <a:pt x="39430" y="45444"/>
                  </a:cubicBezTo>
                  <a:cubicBezTo>
                    <a:pt x="25275" y="15767"/>
                    <a:pt x="4986" y="84"/>
                    <a:pt x="2627" y="84"/>
                  </a:cubicBezTo>
                  <a:cubicBezTo>
                    <a:pt x="1212" y="84"/>
                    <a:pt x="268" y="1049"/>
                    <a:pt x="268" y="2497"/>
                  </a:cubicBezTo>
                  <a:cubicBezTo>
                    <a:pt x="268" y="3220"/>
                    <a:pt x="268" y="3703"/>
                    <a:pt x="4750" y="8046"/>
                  </a:cubicBezTo>
                  <a:cubicBezTo>
                    <a:pt x="27870" y="31933"/>
                    <a:pt x="41318" y="70296"/>
                    <a:pt x="41318" y="120723"/>
                  </a:cubicBezTo>
                  <a:cubicBezTo>
                    <a:pt x="41318" y="161982"/>
                    <a:pt x="32589" y="204447"/>
                    <a:pt x="3335" y="234849"/>
                  </a:cubicBezTo>
                  <a:cubicBezTo>
                    <a:pt x="268" y="237744"/>
                    <a:pt x="268" y="238226"/>
                    <a:pt x="268" y="238950"/>
                  </a:cubicBezTo>
                  <a:cubicBezTo>
                    <a:pt x="268" y="240398"/>
                    <a:pt x="1212" y="241363"/>
                    <a:pt x="2627" y="241363"/>
                  </a:cubicBezTo>
                  <a:cubicBezTo>
                    <a:pt x="4986" y="241363"/>
                    <a:pt x="26219" y="224956"/>
                    <a:pt x="40138" y="194314"/>
                  </a:cubicBezTo>
                  <a:cubicBezTo>
                    <a:pt x="52170" y="167773"/>
                    <a:pt x="55001" y="140991"/>
                    <a:pt x="55001" y="12072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26" name="Freeform: Shape 5225">
              <a:extLst>
                <a:ext uri="{FF2B5EF4-FFF2-40B4-BE49-F238E27FC236}">
                  <a16:creationId xmlns:a16="http://schemas.microsoft.com/office/drawing/2014/main" id="{C3A077FC-B529-6FD3-F8D6-CBEEB6AA5699}"/>
                </a:ext>
              </a:extLst>
            </p:cNvPr>
            <p:cNvSpPr/>
            <p:nvPr>
              <p:custDataLst>
                <p:tags r:id="rId146"/>
              </p:custDataLst>
            </p:nvPr>
          </p:nvSpPr>
          <p:spPr>
            <a:xfrm>
              <a:off x="8001654" y="4363362"/>
              <a:ext cx="111636" cy="8275"/>
            </a:xfrm>
            <a:custGeom>
              <a:avLst/>
              <a:gdLst>
                <a:gd name="connsiteX0" fmla="*/ 105302 w 111636"/>
                <a:gd name="connsiteY0" fmla="*/ 8357 h 8275"/>
                <a:gd name="connsiteX1" fmla="*/ 111908 w 111636"/>
                <a:gd name="connsiteY1" fmla="*/ 4303 h 8275"/>
                <a:gd name="connsiteX2" fmla="*/ 105302 w 111636"/>
                <a:gd name="connsiteY2" fmla="*/ 81 h 8275"/>
                <a:gd name="connsiteX3" fmla="*/ 6877 w 111636"/>
                <a:gd name="connsiteY3" fmla="*/ 81 h 8275"/>
                <a:gd name="connsiteX4" fmla="*/ 272 w 111636"/>
                <a:gd name="connsiteY4" fmla="*/ 4134 h 8275"/>
                <a:gd name="connsiteX5" fmla="*/ 6877 w 111636"/>
                <a:gd name="connsiteY5" fmla="*/ 8357 h 8275"/>
                <a:gd name="connsiteX6" fmla="*/ 105302 w 111636"/>
                <a:gd name="connsiteY6" fmla="*/ 8357 h 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636" h="8275">
                  <a:moveTo>
                    <a:pt x="105302" y="8357"/>
                  </a:moveTo>
                  <a:cubicBezTo>
                    <a:pt x="107945" y="8357"/>
                    <a:pt x="111908" y="8357"/>
                    <a:pt x="111908" y="4303"/>
                  </a:cubicBezTo>
                  <a:cubicBezTo>
                    <a:pt x="111908" y="81"/>
                    <a:pt x="108110" y="81"/>
                    <a:pt x="105302" y="81"/>
                  </a:cubicBezTo>
                  <a:lnTo>
                    <a:pt x="6877" y="81"/>
                  </a:lnTo>
                  <a:cubicBezTo>
                    <a:pt x="4235" y="81"/>
                    <a:pt x="272" y="81"/>
                    <a:pt x="272" y="4134"/>
                  </a:cubicBezTo>
                  <a:cubicBezTo>
                    <a:pt x="272" y="8357"/>
                    <a:pt x="4070" y="8357"/>
                    <a:pt x="6877" y="8357"/>
                  </a:cubicBezTo>
                  <a:lnTo>
                    <a:pt x="105302" y="835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27" name="Freeform: Shape 5226">
              <a:extLst>
                <a:ext uri="{FF2B5EF4-FFF2-40B4-BE49-F238E27FC236}">
                  <a16:creationId xmlns:a16="http://schemas.microsoft.com/office/drawing/2014/main" id="{D72399E9-DD70-2385-51AB-80887F7D5E4D}"/>
                </a:ext>
              </a:extLst>
            </p:cNvPr>
            <p:cNvSpPr/>
            <p:nvPr>
              <p:custDataLst>
                <p:tags r:id="rId147"/>
              </p:custDataLst>
            </p:nvPr>
          </p:nvSpPr>
          <p:spPr>
            <a:xfrm>
              <a:off x="8149268" y="4297661"/>
              <a:ext cx="60111" cy="112146"/>
            </a:xfrm>
            <a:custGeom>
              <a:avLst/>
              <a:gdLst>
                <a:gd name="connsiteX0" fmla="*/ 37600 w 60111"/>
                <a:gd name="connsiteY0" fmla="*/ 4810 h 112146"/>
                <a:gd name="connsiteX1" fmla="*/ 32646 w 60111"/>
                <a:gd name="connsiteY1" fmla="*/ 81 h 112146"/>
                <a:gd name="connsiteX2" fmla="*/ 278 w 60111"/>
                <a:gd name="connsiteY2" fmla="*/ 10890 h 112146"/>
                <a:gd name="connsiteX3" fmla="*/ 278 w 60111"/>
                <a:gd name="connsiteY3" fmla="*/ 16970 h 112146"/>
                <a:gd name="connsiteX4" fmla="*/ 24224 w 60111"/>
                <a:gd name="connsiteY4" fmla="*/ 12241 h 112146"/>
                <a:gd name="connsiteX5" fmla="*/ 24224 w 60111"/>
                <a:gd name="connsiteY5" fmla="*/ 98378 h 112146"/>
                <a:gd name="connsiteX6" fmla="*/ 7709 w 60111"/>
                <a:gd name="connsiteY6" fmla="*/ 106147 h 112146"/>
                <a:gd name="connsiteX7" fmla="*/ 1434 w 60111"/>
                <a:gd name="connsiteY7" fmla="*/ 106147 h 112146"/>
                <a:gd name="connsiteX8" fmla="*/ 1434 w 60111"/>
                <a:gd name="connsiteY8" fmla="*/ 112227 h 112146"/>
                <a:gd name="connsiteX9" fmla="*/ 30829 w 60111"/>
                <a:gd name="connsiteY9" fmla="*/ 111552 h 112146"/>
                <a:gd name="connsiteX10" fmla="*/ 60390 w 60111"/>
                <a:gd name="connsiteY10" fmla="*/ 112227 h 112146"/>
                <a:gd name="connsiteX11" fmla="*/ 60390 w 60111"/>
                <a:gd name="connsiteY11" fmla="*/ 106147 h 112146"/>
                <a:gd name="connsiteX12" fmla="*/ 54114 w 60111"/>
                <a:gd name="connsiteY12" fmla="*/ 106147 h 112146"/>
                <a:gd name="connsiteX13" fmla="*/ 37600 w 60111"/>
                <a:gd name="connsiteY13" fmla="*/ 98378 h 112146"/>
                <a:gd name="connsiteX14" fmla="*/ 37600 w 60111"/>
                <a:gd name="connsiteY14" fmla="*/ 4810 h 112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111" h="112146">
                  <a:moveTo>
                    <a:pt x="37600" y="4810"/>
                  </a:moveTo>
                  <a:cubicBezTo>
                    <a:pt x="37600" y="250"/>
                    <a:pt x="37270" y="81"/>
                    <a:pt x="32646" y="81"/>
                  </a:cubicBezTo>
                  <a:cubicBezTo>
                    <a:pt x="22077" y="10721"/>
                    <a:pt x="7049" y="10890"/>
                    <a:pt x="278" y="10890"/>
                  </a:cubicBezTo>
                  <a:lnTo>
                    <a:pt x="278" y="16970"/>
                  </a:lnTo>
                  <a:cubicBezTo>
                    <a:pt x="4241" y="16970"/>
                    <a:pt x="15141" y="16970"/>
                    <a:pt x="24224" y="12241"/>
                  </a:cubicBezTo>
                  <a:lnTo>
                    <a:pt x="24224" y="98378"/>
                  </a:lnTo>
                  <a:cubicBezTo>
                    <a:pt x="24224" y="103952"/>
                    <a:pt x="24224" y="106147"/>
                    <a:pt x="7709" y="106147"/>
                  </a:cubicBezTo>
                  <a:lnTo>
                    <a:pt x="1434" y="106147"/>
                  </a:lnTo>
                  <a:lnTo>
                    <a:pt x="1434" y="112227"/>
                  </a:lnTo>
                  <a:cubicBezTo>
                    <a:pt x="4407" y="112059"/>
                    <a:pt x="24719" y="111552"/>
                    <a:pt x="30829" y="111552"/>
                  </a:cubicBezTo>
                  <a:cubicBezTo>
                    <a:pt x="35949" y="111552"/>
                    <a:pt x="56757" y="112059"/>
                    <a:pt x="60390" y="112227"/>
                  </a:cubicBezTo>
                  <a:lnTo>
                    <a:pt x="60390" y="106147"/>
                  </a:lnTo>
                  <a:lnTo>
                    <a:pt x="54114" y="106147"/>
                  </a:lnTo>
                  <a:cubicBezTo>
                    <a:pt x="37600" y="106147"/>
                    <a:pt x="37600" y="103952"/>
                    <a:pt x="37600" y="98378"/>
                  </a:cubicBezTo>
                  <a:lnTo>
                    <a:pt x="37600" y="481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5297" name="Group 5296" descr="\documentclass{article}&#10;\usepackage{amsmath}&#10;\usepackage{amsfonts}&#10;\pagestyle{empty}&#10;\begin{document}&#10;&#10;&#10;\[&#10;p = \frac{1}{e^{-\mathbf{x}'\boldsymbol{\beta}} + e^{\mathbf{x}'\boldsymbol{\beta} -\mathbf{x}'\boldsymbol{\beta}}}&#10;\]&#10;&#10;&#10;&#10;&#10;&#10;\end{document}" title="IguanaTex Shape Display">
            <a:extLst>
              <a:ext uri="{FF2B5EF4-FFF2-40B4-BE49-F238E27FC236}">
                <a16:creationId xmlns:a16="http://schemas.microsoft.com/office/drawing/2014/main" id="{D3DEC952-E86D-55E8-9DB8-6D13342DE74F}"/>
              </a:ext>
            </a:extLst>
          </p:cNvPr>
          <p:cNvGrpSpPr>
            <a:grpSpLocks noChangeAspect="1"/>
          </p:cNvGrpSpPr>
          <p:nvPr>
            <p:custDataLst>
              <p:tags r:id="rId3"/>
            </p:custDataLst>
          </p:nvPr>
        </p:nvGrpSpPr>
        <p:grpSpPr>
          <a:xfrm>
            <a:off x="1088508" y="3984743"/>
            <a:ext cx="1666035" cy="375986"/>
            <a:chOff x="5954512" y="4678165"/>
            <a:chExt cx="2207268" cy="498130"/>
          </a:xfrm>
        </p:grpSpPr>
        <p:sp>
          <p:nvSpPr>
            <p:cNvPr id="5279" name="Freeform: Shape 5278">
              <a:extLst>
                <a:ext uri="{FF2B5EF4-FFF2-40B4-BE49-F238E27FC236}">
                  <a16:creationId xmlns:a16="http://schemas.microsoft.com/office/drawing/2014/main" id="{3F58BC35-4FFB-FD66-C339-1739429929F3}"/>
                </a:ext>
              </a:extLst>
            </p:cNvPr>
            <p:cNvSpPr/>
            <p:nvPr>
              <p:custDataLst>
                <p:tags r:id="rId110"/>
              </p:custDataLst>
            </p:nvPr>
          </p:nvSpPr>
          <p:spPr>
            <a:xfrm>
              <a:off x="5954512" y="4890611"/>
              <a:ext cx="123149" cy="150043"/>
            </a:xfrm>
            <a:custGeom>
              <a:avLst/>
              <a:gdLst>
                <a:gd name="connsiteX0" fmla="*/ 18352 w 123149"/>
                <a:gd name="connsiteY0" fmla="*/ 133135 h 150043"/>
                <a:gd name="connsiteX1" fmla="*/ 5613 w 123149"/>
                <a:gd name="connsiteY1" fmla="*/ 142807 h 150043"/>
                <a:gd name="connsiteX2" fmla="*/ 187 w 123149"/>
                <a:gd name="connsiteY2" fmla="*/ 147290 h 150043"/>
                <a:gd name="connsiteX3" fmla="*/ 3254 w 123149"/>
                <a:gd name="connsiteY3" fmla="*/ 150121 h 150043"/>
                <a:gd name="connsiteX4" fmla="*/ 23071 w 123149"/>
                <a:gd name="connsiteY4" fmla="*/ 149413 h 150043"/>
                <a:gd name="connsiteX5" fmla="*/ 46426 w 123149"/>
                <a:gd name="connsiteY5" fmla="*/ 150121 h 150043"/>
                <a:gd name="connsiteX6" fmla="*/ 50673 w 123149"/>
                <a:gd name="connsiteY6" fmla="*/ 145402 h 150043"/>
                <a:gd name="connsiteX7" fmla="*/ 45011 w 123149"/>
                <a:gd name="connsiteY7" fmla="*/ 142807 h 150043"/>
                <a:gd name="connsiteX8" fmla="*/ 33215 w 123149"/>
                <a:gd name="connsiteY8" fmla="*/ 139032 h 150043"/>
                <a:gd name="connsiteX9" fmla="*/ 44775 w 123149"/>
                <a:gd name="connsiteY9" fmla="*/ 91849 h 150043"/>
                <a:gd name="connsiteX10" fmla="*/ 66479 w 123149"/>
                <a:gd name="connsiteY10" fmla="*/ 106948 h 150043"/>
                <a:gd name="connsiteX11" fmla="*/ 123336 w 123149"/>
                <a:gd name="connsiteY11" fmla="*/ 37824 h 150043"/>
                <a:gd name="connsiteX12" fmla="*/ 91959 w 123149"/>
                <a:gd name="connsiteY12" fmla="*/ 77 h 150043"/>
                <a:gd name="connsiteX13" fmla="*/ 61053 w 123149"/>
                <a:gd name="connsiteY13" fmla="*/ 17771 h 150043"/>
                <a:gd name="connsiteX14" fmla="*/ 39821 w 123149"/>
                <a:gd name="connsiteY14" fmla="*/ 77 h 150043"/>
                <a:gd name="connsiteX15" fmla="*/ 22363 w 123149"/>
                <a:gd name="connsiteY15" fmla="*/ 13524 h 150043"/>
                <a:gd name="connsiteX16" fmla="*/ 15049 w 123149"/>
                <a:gd name="connsiteY16" fmla="*/ 36408 h 150043"/>
                <a:gd name="connsiteX17" fmla="*/ 17880 w 123149"/>
                <a:gd name="connsiteY17" fmla="*/ 38767 h 150043"/>
                <a:gd name="connsiteX18" fmla="*/ 21891 w 123149"/>
                <a:gd name="connsiteY18" fmla="*/ 33341 h 150043"/>
                <a:gd name="connsiteX19" fmla="*/ 39113 w 123149"/>
                <a:gd name="connsiteY19" fmla="*/ 5267 h 150043"/>
                <a:gd name="connsiteX20" fmla="*/ 46426 w 123149"/>
                <a:gd name="connsiteY20" fmla="*/ 16119 h 150043"/>
                <a:gd name="connsiteX21" fmla="*/ 44775 w 123149"/>
                <a:gd name="connsiteY21" fmla="*/ 28151 h 150043"/>
                <a:gd name="connsiteX22" fmla="*/ 18352 w 123149"/>
                <a:gd name="connsiteY22" fmla="*/ 133135 h 150043"/>
                <a:gd name="connsiteX23" fmla="*/ 59874 w 123149"/>
                <a:gd name="connsiteY23" fmla="*/ 30746 h 150043"/>
                <a:gd name="connsiteX24" fmla="*/ 72142 w 123149"/>
                <a:gd name="connsiteY24" fmla="*/ 14232 h 150043"/>
                <a:gd name="connsiteX25" fmla="*/ 91251 w 123149"/>
                <a:gd name="connsiteY25" fmla="*/ 5267 h 150043"/>
                <a:gd name="connsiteX26" fmla="*/ 106350 w 123149"/>
                <a:gd name="connsiteY26" fmla="*/ 27443 h 150043"/>
                <a:gd name="connsiteX27" fmla="*/ 94318 w 123149"/>
                <a:gd name="connsiteY27" fmla="*/ 77458 h 150043"/>
                <a:gd name="connsiteX28" fmla="*/ 66244 w 123149"/>
                <a:gd name="connsiteY28" fmla="*/ 101757 h 150043"/>
                <a:gd name="connsiteX29" fmla="*/ 47606 w 123149"/>
                <a:gd name="connsiteY29" fmla="*/ 80761 h 150043"/>
                <a:gd name="connsiteX30" fmla="*/ 48314 w 123149"/>
                <a:gd name="connsiteY30" fmla="*/ 76986 h 150043"/>
                <a:gd name="connsiteX31" fmla="*/ 59874 w 123149"/>
                <a:gd name="connsiteY31" fmla="*/ 30746 h 150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149" h="150043">
                  <a:moveTo>
                    <a:pt x="18352" y="133135"/>
                  </a:moveTo>
                  <a:cubicBezTo>
                    <a:pt x="16465" y="141156"/>
                    <a:pt x="15993" y="142807"/>
                    <a:pt x="5613" y="142807"/>
                  </a:cubicBezTo>
                  <a:cubicBezTo>
                    <a:pt x="2782" y="142807"/>
                    <a:pt x="187" y="142807"/>
                    <a:pt x="187" y="147290"/>
                  </a:cubicBezTo>
                  <a:cubicBezTo>
                    <a:pt x="187" y="149177"/>
                    <a:pt x="1366" y="150121"/>
                    <a:pt x="3254" y="150121"/>
                  </a:cubicBezTo>
                  <a:cubicBezTo>
                    <a:pt x="9623" y="150121"/>
                    <a:pt x="16465" y="149413"/>
                    <a:pt x="23071" y="149413"/>
                  </a:cubicBezTo>
                  <a:cubicBezTo>
                    <a:pt x="30856" y="149413"/>
                    <a:pt x="38877" y="150121"/>
                    <a:pt x="46426" y="150121"/>
                  </a:cubicBezTo>
                  <a:cubicBezTo>
                    <a:pt x="47606" y="150121"/>
                    <a:pt x="50673" y="150121"/>
                    <a:pt x="50673" y="145402"/>
                  </a:cubicBezTo>
                  <a:cubicBezTo>
                    <a:pt x="50673" y="142807"/>
                    <a:pt x="48314" y="142807"/>
                    <a:pt x="45011" y="142807"/>
                  </a:cubicBezTo>
                  <a:cubicBezTo>
                    <a:pt x="33215" y="142807"/>
                    <a:pt x="33215" y="141156"/>
                    <a:pt x="33215" y="139032"/>
                  </a:cubicBezTo>
                  <a:cubicBezTo>
                    <a:pt x="33215" y="136201"/>
                    <a:pt x="43124" y="97747"/>
                    <a:pt x="44775" y="91849"/>
                  </a:cubicBezTo>
                  <a:cubicBezTo>
                    <a:pt x="47842" y="98691"/>
                    <a:pt x="54448" y="106948"/>
                    <a:pt x="66479" y="106948"/>
                  </a:cubicBezTo>
                  <a:cubicBezTo>
                    <a:pt x="93846" y="106948"/>
                    <a:pt x="123336" y="72504"/>
                    <a:pt x="123336" y="37824"/>
                  </a:cubicBezTo>
                  <a:cubicBezTo>
                    <a:pt x="123336" y="15647"/>
                    <a:pt x="109888" y="77"/>
                    <a:pt x="91959" y="77"/>
                  </a:cubicBezTo>
                  <a:cubicBezTo>
                    <a:pt x="80163" y="77"/>
                    <a:pt x="68839" y="8570"/>
                    <a:pt x="61053" y="17771"/>
                  </a:cubicBezTo>
                  <a:cubicBezTo>
                    <a:pt x="58694" y="5031"/>
                    <a:pt x="48550" y="77"/>
                    <a:pt x="39821" y="77"/>
                  </a:cubicBezTo>
                  <a:cubicBezTo>
                    <a:pt x="28969" y="77"/>
                    <a:pt x="24486" y="9278"/>
                    <a:pt x="22363" y="13524"/>
                  </a:cubicBezTo>
                  <a:cubicBezTo>
                    <a:pt x="18116" y="21545"/>
                    <a:pt x="15049" y="35701"/>
                    <a:pt x="15049" y="36408"/>
                  </a:cubicBezTo>
                  <a:cubicBezTo>
                    <a:pt x="15049" y="38767"/>
                    <a:pt x="17409" y="38767"/>
                    <a:pt x="17880" y="38767"/>
                  </a:cubicBezTo>
                  <a:cubicBezTo>
                    <a:pt x="20240" y="38767"/>
                    <a:pt x="20476" y="38532"/>
                    <a:pt x="21891" y="33341"/>
                  </a:cubicBezTo>
                  <a:cubicBezTo>
                    <a:pt x="25902" y="16591"/>
                    <a:pt x="30620" y="5267"/>
                    <a:pt x="39113" y="5267"/>
                  </a:cubicBezTo>
                  <a:cubicBezTo>
                    <a:pt x="43124" y="5267"/>
                    <a:pt x="46426" y="7154"/>
                    <a:pt x="46426" y="16119"/>
                  </a:cubicBezTo>
                  <a:cubicBezTo>
                    <a:pt x="46426" y="21545"/>
                    <a:pt x="45719" y="24141"/>
                    <a:pt x="44775" y="28151"/>
                  </a:cubicBezTo>
                  <a:lnTo>
                    <a:pt x="18352" y="133135"/>
                  </a:lnTo>
                  <a:close/>
                  <a:moveTo>
                    <a:pt x="59874" y="30746"/>
                  </a:moveTo>
                  <a:cubicBezTo>
                    <a:pt x="61525" y="24376"/>
                    <a:pt x="67895" y="17771"/>
                    <a:pt x="72142" y="14232"/>
                  </a:cubicBezTo>
                  <a:cubicBezTo>
                    <a:pt x="80399" y="6919"/>
                    <a:pt x="87240" y="5267"/>
                    <a:pt x="91251" y="5267"/>
                  </a:cubicBezTo>
                  <a:cubicBezTo>
                    <a:pt x="100688" y="5267"/>
                    <a:pt x="106350" y="13524"/>
                    <a:pt x="106350" y="27443"/>
                  </a:cubicBezTo>
                  <a:cubicBezTo>
                    <a:pt x="106350" y="41362"/>
                    <a:pt x="98564" y="68493"/>
                    <a:pt x="94318" y="77458"/>
                  </a:cubicBezTo>
                  <a:cubicBezTo>
                    <a:pt x="86297" y="93972"/>
                    <a:pt x="74972" y="101757"/>
                    <a:pt x="66244" y="101757"/>
                  </a:cubicBezTo>
                  <a:cubicBezTo>
                    <a:pt x="50673" y="101757"/>
                    <a:pt x="47606" y="82176"/>
                    <a:pt x="47606" y="80761"/>
                  </a:cubicBezTo>
                  <a:cubicBezTo>
                    <a:pt x="47606" y="80289"/>
                    <a:pt x="47606" y="79817"/>
                    <a:pt x="48314" y="76986"/>
                  </a:cubicBezTo>
                  <a:lnTo>
                    <a:pt x="59874" y="3074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80" name="Freeform: Shape 5279">
              <a:extLst>
                <a:ext uri="{FF2B5EF4-FFF2-40B4-BE49-F238E27FC236}">
                  <a16:creationId xmlns:a16="http://schemas.microsoft.com/office/drawing/2014/main" id="{7B8DC827-0E75-DD45-DBC4-4F570BF84258}"/>
                </a:ext>
              </a:extLst>
            </p:cNvPr>
            <p:cNvSpPr/>
            <p:nvPr>
              <p:custDataLst>
                <p:tags r:id="rId111"/>
              </p:custDataLst>
            </p:nvPr>
          </p:nvSpPr>
          <p:spPr>
            <a:xfrm>
              <a:off x="6159500" y="4908305"/>
              <a:ext cx="156885" cy="55204"/>
            </a:xfrm>
            <a:custGeom>
              <a:avLst/>
              <a:gdLst>
                <a:gd name="connsiteX0" fmla="*/ 149058 w 156885"/>
                <a:gd name="connsiteY0" fmla="*/ 9514 h 55204"/>
                <a:gd name="connsiteX1" fmla="*/ 157080 w 156885"/>
                <a:gd name="connsiteY1" fmla="*/ 4795 h 55204"/>
                <a:gd name="connsiteX2" fmla="*/ 149294 w 156885"/>
                <a:gd name="connsiteY2" fmla="*/ 77 h 55204"/>
                <a:gd name="connsiteX3" fmla="*/ 7980 w 156885"/>
                <a:gd name="connsiteY3" fmla="*/ 77 h 55204"/>
                <a:gd name="connsiteX4" fmla="*/ 194 w 156885"/>
                <a:gd name="connsiteY4" fmla="*/ 4795 h 55204"/>
                <a:gd name="connsiteX5" fmla="*/ 8216 w 156885"/>
                <a:gd name="connsiteY5" fmla="*/ 9514 h 55204"/>
                <a:gd name="connsiteX6" fmla="*/ 149058 w 156885"/>
                <a:gd name="connsiteY6" fmla="*/ 9514 h 55204"/>
                <a:gd name="connsiteX7" fmla="*/ 149294 w 156885"/>
                <a:gd name="connsiteY7" fmla="*/ 55282 h 55204"/>
                <a:gd name="connsiteX8" fmla="*/ 157080 w 156885"/>
                <a:gd name="connsiteY8" fmla="*/ 50563 h 55204"/>
                <a:gd name="connsiteX9" fmla="*/ 149058 w 156885"/>
                <a:gd name="connsiteY9" fmla="*/ 45845 h 55204"/>
                <a:gd name="connsiteX10" fmla="*/ 8216 w 156885"/>
                <a:gd name="connsiteY10" fmla="*/ 45845 h 55204"/>
                <a:gd name="connsiteX11" fmla="*/ 194 w 156885"/>
                <a:gd name="connsiteY11" fmla="*/ 50563 h 55204"/>
                <a:gd name="connsiteX12" fmla="*/ 7980 w 156885"/>
                <a:gd name="connsiteY12" fmla="*/ 55282 h 55204"/>
                <a:gd name="connsiteX13" fmla="*/ 149294 w 156885"/>
                <a:gd name="connsiteY13" fmla="*/ 55282 h 55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885" h="55204">
                  <a:moveTo>
                    <a:pt x="149058" y="9514"/>
                  </a:moveTo>
                  <a:cubicBezTo>
                    <a:pt x="152597" y="9514"/>
                    <a:pt x="157080" y="9514"/>
                    <a:pt x="157080" y="4795"/>
                  </a:cubicBezTo>
                  <a:cubicBezTo>
                    <a:pt x="157080" y="77"/>
                    <a:pt x="152597" y="77"/>
                    <a:pt x="149294" y="77"/>
                  </a:cubicBezTo>
                  <a:lnTo>
                    <a:pt x="7980" y="77"/>
                  </a:lnTo>
                  <a:cubicBezTo>
                    <a:pt x="4677" y="77"/>
                    <a:pt x="194" y="77"/>
                    <a:pt x="194" y="4795"/>
                  </a:cubicBezTo>
                  <a:cubicBezTo>
                    <a:pt x="194" y="9514"/>
                    <a:pt x="4677" y="9514"/>
                    <a:pt x="8216" y="9514"/>
                  </a:cubicBezTo>
                  <a:lnTo>
                    <a:pt x="149058" y="9514"/>
                  </a:lnTo>
                  <a:close/>
                  <a:moveTo>
                    <a:pt x="149294" y="55282"/>
                  </a:moveTo>
                  <a:cubicBezTo>
                    <a:pt x="152597" y="55282"/>
                    <a:pt x="157080" y="55282"/>
                    <a:pt x="157080" y="50563"/>
                  </a:cubicBezTo>
                  <a:cubicBezTo>
                    <a:pt x="157080" y="45845"/>
                    <a:pt x="152597" y="45845"/>
                    <a:pt x="149058" y="45845"/>
                  </a:cubicBezTo>
                  <a:lnTo>
                    <a:pt x="8216" y="45845"/>
                  </a:lnTo>
                  <a:cubicBezTo>
                    <a:pt x="4677" y="45845"/>
                    <a:pt x="194" y="45845"/>
                    <a:pt x="194" y="50563"/>
                  </a:cubicBezTo>
                  <a:cubicBezTo>
                    <a:pt x="194" y="55282"/>
                    <a:pt x="4677" y="55282"/>
                    <a:pt x="7980" y="55282"/>
                  </a:cubicBezTo>
                  <a:lnTo>
                    <a:pt x="149294" y="5528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81" name="Freeform: Shape 5280">
              <a:extLst>
                <a:ext uri="{FF2B5EF4-FFF2-40B4-BE49-F238E27FC236}">
                  <a16:creationId xmlns:a16="http://schemas.microsoft.com/office/drawing/2014/main" id="{1A6061FE-07F7-8A11-3EA9-8093D530C23E}"/>
                </a:ext>
              </a:extLst>
            </p:cNvPr>
            <p:cNvSpPr/>
            <p:nvPr>
              <p:custDataLst>
                <p:tags r:id="rId112"/>
              </p:custDataLst>
            </p:nvPr>
          </p:nvSpPr>
          <p:spPr>
            <a:xfrm>
              <a:off x="7254718" y="4678165"/>
              <a:ext cx="77852" cy="157121"/>
            </a:xfrm>
            <a:custGeom>
              <a:avLst/>
              <a:gdLst>
                <a:gd name="connsiteX0" fmla="*/ 48603 w 77852"/>
                <a:gd name="connsiteY0" fmla="*/ 6204 h 157121"/>
                <a:gd name="connsiteX1" fmla="*/ 43177 w 77852"/>
                <a:gd name="connsiteY1" fmla="*/ 70 h 157121"/>
                <a:gd name="connsiteX2" fmla="*/ 240 w 77852"/>
                <a:gd name="connsiteY2" fmla="*/ 15169 h 157121"/>
                <a:gd name="connsiteX3" fmla="*/ 240 w 77852"/>
                <a:gd name="connsiteY3" fmla="*/ 22482 h 157121"/>
                <a:gd name="connsiteX4" fmla="*/ 31146 w 77852"/>
                <a:gd name="connsiteY4" fmla="*/ 16348 h 157121"/>
                <a:gd name="connsiteX5" fmla="*/ 31146 w 77852"/>
                <a:gd name="connsiteY5" fmla="*/ 138554 h 157121"/>
                <a:gd name="connsiteX6" fmla="*/ 9205 w 77852"/>
                <a:gd name="connsiteY6" fmla="*/ 149878 h 157121"/>
                <a:gd name="connsiteX7" fmla="*/ 1656 w 77852"/>
                <a:gd name="connsiteY7" fmla="*/ 149878 h 157121"/>
                <a:gd name="connsiteX8" fmla="*/ 1656 w 77852"/>
                <a:gd name="connsiteY8" fmla="*/ 157191 h 157121"/>
                <a:gd name="connsiteX9" fmla="*/ 39874 w 77852"/>
                <a:gd name="connsiteY9" fmla="*/ 156484 h 157121"/>
                <a:gd name="connsiteX10" fmla="*/ 78093 w 77852"/>
                <a:gd name="connsiteY10" fmla="*/ 157191 h 157121"/>
                <a:gd name="connsiteX11" fmla="*/ 78093 w 77852"/>
                <a:gd name="connsiteY11" fmla="*/ 149878 h 157121"/>
                <a:gd name="connsiteX12" fmla="*/ 70544 w 77852"/>
                <a:gd name="connsiteY12" fmla="*/ 149878 h 157121"/>
                <a:gd name="connsiteX13" fmla="*/ 48603 w 77852"/>
                <a:gd name="connsiteY13" fmla="*/ 138554 h 157121"/>
                <a:gd name="connsiteX14" fmla="*/ 48603 w 77852"/>
                <a:gd name="connsiteY14" fmla="*/ 6204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52" h="157121">
                  <a:moveTo>
                    <a:pt x="48603" y="6204"/>
                  </a:moveTo>
                  <a:cubicBezTo>
                    <a:pt x="48603" y="542"/>
                    <a:pt x="48603" y="70"/>
                    <a:pt x="43177" y="70"/>
                  </a:cubicBezTo>
                  <a:cubicBezTo>
                    <a:pt x="28550" y="15169"/>
                    <a:pt x="7790" y="15169"/>
                    <a:pt x="240" y="15169"/>
                  </a:cubicBezTo>
                  <a:lnTo>
                    <a:pt x="240" y="22482"/>
                  </a:lnTo>
                  <a:cubicBezTo>
                    <a:pt x="4959" y="22482"/>
                    <a:pt x="18878" y="22482"/>
                    <a:pt x="31146" y="16348"/>
                  </a:cubicBezTo>
                  <a:lnTo>
                    <a:pt x="31146" y="138554"/>
                  </a:lnTo>
                  <a:cubicBezTo>
                    <a:pt x="31146" y="147047"/>
                    <a:pt x="30438" y="149878"/>
                    <a:pt x="9205" y="149878"/>
                  </a:cubicBezTo>
                  <a:lnTo>
                    <a:pt x="1656" y="149878"/>
                  </a:lnTo>
                  <a:lnTo>
                    <a:pt x="1656" y="157191"/>
                  </a:lnTo>
                  <a:cubicBezTo>
                    <a:pt x="9913" y="156484"/>
                    <a:pt x="30438" y="156484"/>
                    <a:pt x="39874" y="156484"/>
                  </a:cubicBezTo>
                  <a:cubicBezTo>
                    <a:pt x="49311" y="156484"/>
                    <a:pt x="69836" y="156484"/>
                    <a:pt x="78093" y="157191"/>
                  </a:cubicBezTo>
                  <a:lnTo>
                    <a:pt x="78093" y="149878"/>
                  </a:lnTo>
                  <a:lnTo>
                    <a:pt x="70544" y="149878"/>
                  </a:lnTo>
                  <a:cubicBezTo>
                    <a:pt x="49311" y="149878"/>
                    <a:pt x="48603" y="147283"/>
                    <a:pt x="48603" y="138554"/>
                  </a:cubicBezTo>
                  <a:lnTo>
                    <a:pt x="48603" y="620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82" name="Freeform: Shape 5281">
              <a:extLst>
                <a:ext uri="{FF2B5EF4-FFF2-40B4-BE49-F238E27FC236}">
                  <a16:creationId xmlns:a16="http://schemas.microsoft.com/office/drawing/2014/main" id="{1D6A84E6-21B1-2680-721F-D6745A05C71D}"/>
                </a:ext>
              </a:extLst>
            </p:cNvPr>
            <p:cNvSpPr/>
            <p:nvPr>
              <p:custDataLst>
                <p:tags r:id="rId113"/>
              </p:custDataLst>
            </p:nvPr>
          </p:nvSpPr>
          <p:spPr>
            <a:xfrm>
              <a:off x="6423622" y="4931189"/>
              <a:ext cx="1738158" cy="9436"/>
            </a:xfrm>
            <a:custGeom>
              <a:avLst/>
              <a:gdLst>
                <a:gd name="connsiteX0" fmla="*/ 0 w 1738158"/>
                <a:gd name="connsiteY0" fmla="*/ 0 h 9436"/>
                <a:gd name="connsiteX1" fmla="*/ 1738158 w 1738158"/>
                <a:gd name="connsiteY1" fmla="*/ 0 h 9436"/>
                <a:gd name="connsiteX2" fmla="*/ 1738158 w 1738158"/>
                <a:gd name="connsiteY2" fmla="*/ 9436 h 9436"/>
                <a:gd name="connsiteX3" fmla="*/ 0 w 1738158"/>
                <a:gd name="connsiteY3" fmla="*/ 9436 h 9436"/>
              </a:gdLst>
              <a:ahLst/>
              <a:cxnLst>
                <a:cxn ang="0">
                  <a:pos x="connsiteX0" y="connsiteY0"/>
                </a:cxn>
                <a:cxn ang="0">
                  <a:pos x="connsiteX1" y="connsiteY1"/>
                </a:cxn>
                <a:cxn ang="0">
                  <a:pos x="connsiteX2" y="connsiteY2"/>
                </a:cxn>
                <a:cxn ang="0">
                  <a:pos x="connsiteX3" y="connsiteY3"/>
                </a:cxn>
              </a:cxnLst>
              <a:rect l="l" t="t" r="r" b="b"/>
              <a:pathLst>
                <a:path w="1738158" h="9436">
                  <a:moveTo>
                    <a:pt x="0" y="0"/>
                  </a:moveTo>
                  <a:lnTo>
                    <a:pt x="1738158" y="0"/>
                  </a:lnTo>
                  <a:lnTo>
                    <a:pt x="1738158" y="9436"/>
                  </a:lnTo>
                  <a:lnTo>
                    <a:pt x="0" y="943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83" name="Freeform: Shape 5282">
              <a:extLst>
                <a:ext uri="{FF2B5EF4-FFF2-40B4-BE49-F238E27FC236}">
                  <a16:creationId xmlns:a16="http://schemas.microsoft.com/office/drawing/2014/main" id="{B2F29179-69FB-C00D-C667-A8B7D0AA0A10}"/>
                </a:ext>
              </a:extLst>
            </p:cNvPr>
            <p:cNvSpPr/>
            <p:nvPr>
              <p:custDataLst>
                <p:tags r:id="rId114"/>
              </p:custDataLst>
            </p:nvPr>
          </p:nvSpPr>
          <p:spPr>
            <a:xfrm>
              <a:off x="6434474" y="5052439"/>
              <a:ext cx="90592" cy="106870"/>
            </a:xfrm>
            <a:custGeom>
              <a:avLst/>
              <a:gdLst>
                <a:gd name="connsiteX0" fmla="*/ 33470 w 90592"/>
                <a:gd name="connsiteY0" fmla="*/ 49862 h 106870"/>
                <a:gd name="connsiteX1" fmla="*/ 69566 w 90592"/>
                <a:gd name="connsiteY1" fmla="*/ 44436 h 106870"/>
                <a:gd name="connsiteX2" fmla="*/ 87260 w 90592"/>
                <a:gd name="connsiteY2" fmla="*/ 20137 h 106870"/>
                <a:gd name="connsiteX3" fmla="*/ 62017 w 90592"/>
                <a:gd name="connsiteY3" fmla="*/ 84 h 106870"/>
                <a:gd name="connsiteX4" fmla="*/ 206 w 90592"/>
                <a:gd name="connsiteY4" fmla="*/ 64253 h 106870"/>
                <a:gd name="connsiteX5" fmla="*/ 37245 w 90592"/>
                <a:gd name="connsiteY5" fmla="*/ 106954 h 106870"/>
                <a:gd name="connsiteX6" fmla="*/ 90799 w 90592"/>
                <a:gd name="connsiteY6" fmla="*/ 79116 h 106870"/>
                <a:gd name="connsiteX7" fmla="*/ 87968 w 90592"/>
                <a:gd name="connsiteY7" fmla="*/ 76049 h 106870"/>
                <a:gd name="connsiteX8" fmla="*/ 84901 w 90592"/>
                <a:gd name="connsiteY8" fmla="*/ 78408 h 106870"/>
                <a:gd name="connsiteX9" fmla="*/ 37717 w 90592"/>
                <a:gd name="connsiteY9" fmla="*/ 101764 h 106870"/>
                <a:gd name="connsiteX10" fmla="*/ 17192 w 90592"/>
                <a:gd name="connsiteY10" fmla="*/ 74398 h 106870"/>
                <a:gd name="connsiteX11" fmla="*/ 20967 w 90592"/>
                <a:gd name="connsiteY11" fmla="*/ 49862 h 106870"/>
                <a:gd name="connsiteX12" fmla="*/ 33470 w 90592"/>
                <a:gd name="connsiteY12" fmla="*/ 49862 h 106870"/>
                <a:gd name="connsiteX13" fmla="*/ 22382 w 90592"/>
                <a:gd name="connsiteY13" fmla="*/ 44672 h 106870"/>
                <a:gd name="connsiteX14" fmla="*/ 62017 w 90592"/>
                <a:gd name="connsiteY14" fmla="*/ 5274 h 106870"/>
                <a:gd name="connsiteX15" fmla="*/ 79474 w 90592"/>
                <a:gd name="connsiteY15" fmla="*/ 20137 h 106870"/>
                <a:gd name="connsiteX16" fmla="*/ 32055 w 90592"/>
                <a:gd name="connsiteY16" fmla="*/ 44672 h 106870"/>
                <a:gd name="connsiteX17" fmla="*/ 22382 w 90592"/>
                <a:gd name="connsiteY17" fmla="*/ 44672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592" h="106870">
                  <a:moveTo>
                    <a:pt x="33470" y="49862"/>
                  </a:moveTo>
                  <a:cubicBezTo>
                    <a:pt x="40312" y="49862"/>
                    <a:pt x="57770" y="49391"/>
                    <a:pt x="69566" y="44436"/>
                  </a:cubicBezTo>
                  <a:cubicBezTo>
                    <a:pt x="86080" y="37359"/>
                    <a:pt x="87260" y="23440"/>
                    <a:pt x="87260" y="20137"/>
                  </a:cubicBezTo>
                  <a:cubicBezTo>
                    <a:pt x="87260" y="9756"/>
                    <a:pt x="78295" y="84"/>
                    <a:pt x="62017" y="84"/>
                  </a:cubicBezTo>
                  <a:cubicBezTo>
                    <a:pt x="35830" y="84"/>
                    <a:pt x="206" y="22968"/>
                    <a:pt x="206" y="64253"/>
                  </a:cubicBezTo>
                  <a:cubicBezTo>
                    <a:pt x="206" y="88317"/>
                    <a:pt x="14125" y="106954"/>
                    <a:pt x="37245" y="106954"/>
                  </a:cubicBezTo>
                  <a:cubicBezTo>
                    <a:pt x="70981" y="106954"/>
                    <a:pt x="90799" y="81947"/>
                    <a:pt x="90799" y="79116"/>
                  </a:cubicBezTo>
                  <a:cubicBezTo>
                    <a:pt x="90799" y="77701"/>
                    <a:pt x="89383" y="76049"/>
                    <a:pt x="87968" y="76049"/>
                  </a:cubicBezTo>
                  <a:cubicBezTo>
                    <a:pt x="86788" y="76049"/>
                    <a:pt x="86316" y="76521"/>
                    <a:pt x="84901" y="78408"/>
                  </a:cubicBezTo>
                  <a:cubicBezTo>
                    <a:pt x="66263" y="101764"/>
                    <a:pt x="40548" y="101764"/>
                    <a:pt x="37717" y="101764"/>
                  </a:cubicBezTo>
                  <a:cubicBezTo>
                    <a:pt x="19315" y="101764"/>
                    <a:pt x="17192" y="81947"/>
                    <a:pt x="17192" y="74398"/>
                  </a:cubicBezTo>
                  <a:cubicBezTo>
                    <a:pt x="17192" y="71567"/>
                    <a:pt x="17428" y="64253"/>
                    <a:pt x="20967" y="49862"/>
                  </a:cubicBezTo>
                  <a:lnTo>
                    <a:pt x="33470" y="49862"/>
                  </a:lnTo>
                  <a:close/>
                  <a:moveTo>
                    <a:pt x="22382" y="44672"/>
                  </a:moveTo>
                  <a:cubicBezTo>
                    <a:pt x="31583" y="8813"/>
                    <a:pt x="55883" y="5274"/>
                    <a:pt x="62017" y="5274"/>
                  </a:cubicBezTo>
                  <a:cubicBezTo>
                    <a:pt x="73105" y="5274"/>
                    <a:pt x="79474" y="12116"/>
                    <a:pt x="79474" y="20137"/>
                  </a:cubicBezTo>
                  <a:cubicBezTo>
                    <a:pt x="79474" y="44672"/>
                    <a:pt x="41728" y="44672"/>
                    <a:pt x="32055" y="44672"/>
                  </a:cubicBezTo>
                  <a:lnTo>
                    <a:pt x="22382" y="4467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84" name="Freeform: Shape 5283">
              <a:extLst>
                <a:ext uri="{FF2B5EF4-FFF2-40B4-BE49-F238E27FC236}">
                  <a16:creationId xmlns:a16="http://schemas.microsoft.com/office/drawing/2014/main" id="{63290A29-0E0A-005E-AF0E-02658A65BE0C}"/>
                </a:ext>
              </a:extLst>
            </p:cNvPr>
            <p:cNvSpPr/>
            <p:nvPr>
              <p:custDataLst>
                <p:tags r:id="rId115"/>
              </p:custDataLst>
            </p:nvPr>
          </p:nvSpPr>
          <p:spPr>
            <a:xfrm>
              <a:off x="6551307" y="5043146"/>
              <a:ext cx="111636" cy="8091"/>
            </a:xfrm>
            <a:custGeom>
              <a:avLst/>
              <a:gdLst>
                <a:gd name="connsiteX0" fmla="*/ 105241 w 111636"/>
                <a:gd name="connsiteY0" fmla="*/ 8173 h 8091"/>
                <a:gd name="connsiteX1" fmla="*/ 111847 w 111636"/>
                <a:gd name="connsiteY1" fmla="*/ 4209 h 8091"/>
                <a:gd name="connsiteX2" fmla="*/ 105241 w 111636"/>
                <a:gd name="connsiteY2" fmla="*/ 81 h 8091"/>
                <a:gd name="connsiteX3" fmla="*/ 6816 w 111636"/>
                <a:gd name="connsiteY3" fmla="*/ 81 h 8091"/>
                <a:gd name="connsiteX4" fmla="*/ 211 w 111636"/>
                <a:gd name="connsiteY4" fmla="*/ 4044 h 8091"/>
                <a:gd name="connsiteX5" fmla="*/ 6816 w 111636"/>
                <a:gd name="connsiteY5" fmla="*/ 8173 h 8091"/>
                <a:gd name="connsiteX6" fmla="*/ 105241 w 111636"/>
                <a:gd name="connsiteY6" fmla="*/ 8173 h 8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636" h="8091">
                  <a:moveTo>
                    <a:pt x="105241" y="8173"/>
                  </a:moveTo>
                  <a:cubicBezTo>
                    <a:pt x="107884" y="8173"/>
                    <a:pt x="111847" y="8173"/>
                    <a:pt x="111847" y="4209"/>
                  </a:cubicBezTo>
                  <a:cubicBezTo>
                    <a:pt x="111847" y="81"/>
                    <a:pt x="108049" y="81"/>
                    <a:pt x="105241" y="81"/>
                  </a:cubicBezTo>
                  <a:lnTo>
                    <a:pt x="6816" y="81"/>
                  </a:lnTo>
                  <a:cubicBezTo>
                    <a:pt x="4174" y="81"/>
                    <a:pt x="211" y="81"/>
                    <a:pt x="211" y="4044"/>
                  </a:cubicBezTo>
                  <a:cubicBezTo>
                    <a:pt x="211" y="8173"/>
                    <a:pt x="4009" y="8173"/>
                    <a:pt x="6816" y="8173"/>
                  </a:cubicBezTo>
                  <a:lnTo>
                    <a:pt x="105241" y="817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85" name="Freeform: Shape 5284">
              <a:extLst>
                <a:ext uri="{FF2B5EF4-FFF2-40B4-BE49-F238E27FC236}">
                  <a16:creationId xmlns:a16="http://schemas.microsoft.com/office/drawing/2014/main" id="{F3292CAC-0B9D-D481-501C-6256F6BDCB6E}"/>
                </a:ext>
              </a:extLst>
            </p:cNvPr>
            <p:cNvSpPr/>
            <p:nvPr>
              <p:custDataLst>
                <p:tags r:id="rId116"/>
              </p:custDataLst>
            </p:nvPr>
          </p:nvSpPr>
          <p:spPr>
            <a:xfrm>
              <a:off x="6686701" y="5015237"/>
              <a:ext cx="101232" cy="73323"/>
            </a:xfrm>
            <a:custGeom>
              <a:avLst/>
              <a:gdLst>
                <a:gd name="connsiteX0" fmla="*/ 59668 w 101232"/>
                <a:gd name="connsiteY0" fmla="*/ 33440 h 73323"/>
                <a:gd name="connsiteX1" fmla="*/ 82458 w 101232"/>
                <a:gd name="connsiteY1" fmla="*/ 10485 h 73323"/>
                <a:gd name="connsiteX2" fmla="*/ 97816 w 101232"/>
                <a:gd name="connsiteY2" fmla="*/ 9329 h 73323"/>
                <a:gd name="connsiteX3" fmla="*/ 97816 w 101232"/>
                <a:gd name="connsiteY3" fmla="*/ 81 h 73323"/>
                <a:gd name="connsiteX4" fmla="*/ 81797 w 101232"/>
                <a:gd name="connsiteY4" fmla="*/ 741 h 73323"/>
                <a:gd name="connsiteX5" fmla="*/ 63466 w 101232"/>
                <a:gd name="connsiteY5" fmla="*/ 81 h 73323"/>
                <a:gd name="connsiteX6" fmla="*/ 63466 w 101232"/>
                <a:gd name="connsiteY6" fmla="*/ 9329 h 73323"/>
                <a:gd name="connsiteX7" fmla="*/ 67925 w 101232"/>
                <a:gd name="connsiteY7" fmla="*/ 10320 h 73323"/>
                <a:gd name="connsiteX8" fmla="*/ 52402 w 101232"/>
                <a:gd name="connsiteY8" fmla="*/ 26008 h 73323"/>
                <a:gd name="connsiteX9" fmla="*/ 36383 w 101232"/>
                <a:gd name="connsiteY9" fmla="*/ 9329 h 73323"/>
                <a:gd name="connsiteX10" fmla="*/ 40842 w 101232"/>
                <a:gd name="connsiteY10" fmla="*/ 9329 h 73323"/>
                <a:gd name="connsiteX11" fmla="*/ 40842 w 101232"/>
                <a:gd name="connsiteY11" fmla="*/ 81 h 73323"/>
                <a:gd name="connsiteX12" fmla="*/ 19869 w 101232"/>
                <a:gd name="connsiteY12" fmla="*/ 741 h 73323"/>
                <a:gd name="connsiteX13" fmla="*/ 1208 w 101232"/>
                <a:gd name="connsiteY13" fmla="*/ 81 h 73323"/>
                <a:gd name="connsiteX14" fmla="*/ 1208 w 101232"/>
                <a:gd name="connsiteY14" fmla="*/ 9329 h 73323"/>
                <a:gd name="connsiteX15" fmla="*/ 13593 w 101232"/>
                <a:gd name="connsiteY15" fmla="*/ 9329 h 73323"/>
                <a:gd name="connsiteX16" fmla="*/ 40677 w 101232"/>
                <a:gd name="connsiteY16" fmla="*/ 37568 h 73323"/>
                <a:gd name="connsiteX17" fmla="*/ 16896 w 101232"/>
                <a:gd name="connsiteY17" fmla="*/ 61514 h 73323"/>
                <a:gd name="connsiteX18" fmla="*/ 9465 w 101232"/>
                <a:gd name="connsiteY18" fmla="*/ 63991 h 73323"/>
                <a:gd name="connsiteX19" fmla="*/ 217 w 101232"/>
                <a:gd name="connsiteY19" fmla="*/ 64156 h 73323"/>
                <a:gd name="connsiteX20" fmla="*/ 217 w 101232"/>
                <a:gd name="connsiteY20" fmla="*/ 73404 h 73323"/>
                <a:gd name="connsiteX21" fmla="*/ 16236 w 101232"/>
                <a:gd name="connsiteY21" fmla="*/ 72744 h 73323"/>
                <a:gd name="connsiteX22" fmla="*/ 34567 w 101232"/>
                <a:gd name="connsiteY22" fmla="*/ 73404 h 73323"/>
                <a:gd name="connsiteX23" fmla="*/ 34567 w 101232"/>
                <a:gd name="connsiteY23" fmla="*/ 64156 h 73323"/>
                <a:gd name="connsiteX24" fmla="*/ 30108 w 101232"/>
                <a:gd name="connsiteY24" fmla="*/ 63000 h 73323"/>
                <a:gd name="connsiteX25" fmla="*/ 47943 w 101232"/>
                <a:gd name="connsiteY25" fmla="*/ 45165 h 73323"/>
                <a:gd name="connsiteX26" fmla="*/ 66274 w 101232"/>
                <a:gd name="connsiteY26" fmla="*/ 64156 h 73323"/>
                <a:gd name="connsiteX27" fmla="*/ 61980 w 101232"/>
                <a:gd name="connsiteY27" fmla="*/ 64156 h 73323"/>
                <a:gd name="connsiteX28" fmla="*/ 61980 w 101232"/>
                <a:gd name="connsiteY28" fmla="*/ 73404 h 73323"/>
                <a:gd name="connsiteX29" fmla="*/ 82953 w 101232"/>
                <a:gd name="connsiteY29" fmla="*/ 72744 h 73323"/>
                <a:gd name="connsiteX30" fmla="*/ 101449 w 101232"/>
                <a:gd name="connsiteY30" fmla="*/ 73404 h 73323"/>
                <a:gd name="connsiteX31" fmla="*/ 101449 w 101232"/>
                <a:gd name="connsiteY31" fmla="*/ 64156 h 73323"/>
                <a:gd name="connsiteX32" fmla="*/ 89229 w 101232"/>
                <a:gd name="connsiteY32" fmla="*/ 64156 h 73323"/>
                <a:gd name="connsiteX33" fmla="*/ 59668 w 101232"/>
                <a:gd name="connsiteY33" fmla="*/ 33440 h 73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1232" h="73323">
                  <a:moveTo>
                    <a:pt x="59668" y="33440"/>
                  </a:moveTo>
                  <a:lnTo>
                    <a:pt x="82458" y="10485"/>
                  </a:lnTo>
                  <a:cubicBezTo>
                    <a:pt x="86421" y="9329"/>
                    <a:pt x="90715" y="9329"/>
                    <a:pt x="97816" y="9329"/>
                  </a:cubicBezTo>
                  <a:lnTo>
                    <a:pt x="97816" y="81"/>
                  </a:lnTo>
                  <a:cubicBezTo>
                    <a:pt x="92532" y="576"/>
                    <a:pt x="87082" y="741"/>
                    <a:pt x="81797" y="741"/>
                  </a:cubicBezTo>
                  <a:cubicBezTo>
                    <a:pt x="76182" y="741"/>
                    <a:pt x="64788" y="246"/>
                    <a:pt x="63466" y="81"/>
                  </a:cubicBezTo>
                  <a:lnTo>
                    <a:pt x="63466" y="9329"/>
                  </a:lnTo>
                  <a:cubicBezTo>
                    <a:pt x="65613" y="9329"/>
                    <a:pt x="66769" y="9659"/>
                    <a:pt x="67925" y="10320"/>
                  </a:cubicBezTo>
                  <a:lnTo>
                    <a:pt x="52402" y="26008"/>
                  </a:lnTo>
                  <a:lnTo>
                    <a:pt x="36383" y="9329"/>
                  </a:lnTo>
                  <a:lnTo>
                    <a:pt x="40842" y="9329"/>
                  </a:lnTo>
                  <a:lnTo>
                    <a:pt x="40842" y="81"/>
                  </a:lnTo>
                  <a:cubicBezTo>
                    <a:pt x="39851" y="81"/>
                    <a:pt x="26805" y="741"/>
                    <a:pt x="19869" y="741"/>
                  </a:cubicBezTo>
                  <a:cubicBezTo>
                    <a:pt x="13593" y="741"/>
                    <a:pt x="7483" y="576"/>
                    <a:pt x="1208" y="81"/>
                  </a:cubicBezTo>
                  <a:lnTo>
                    <a:pt x="1208" y="9329"/>
                  </a:lnTo>
                  <a:lnTo>
                    <a:pt x="13593" y="9329"/>
                  </a:lnTo>
                  <a:lnTo>
                    <a:pt x="40677" y="37568"/>
                  </a:lnTo>
                  <a:lnTo>
                    <a:pt x="16896" y="61514"/>
                  </a:lnTo>
                  <a:cubicBezTo>
                    <a:pt x="14749" y="63496"/>
                    <a:pt x="14584" y="63661"/>
                    <a:pt x="9465" y="63991"/>
                  </a:cubicBezTo>
                  <a:cubicBezTo>
                    <a:pt x="6823" y="64156"/>
                    <a:pt x="1043" y="64156"/>
                    <a:pt x="217" y="64156"/>
                  </a:cubicBezTo>
                  <a:lnTo>
                    <a:pt x="217" y="73404"/>
                  </a:lnTo>
                  <a:cubicBezTo>
                    <a:pt x="5501" y="72909"/>
                    <a:pt x="10951" y="72744"/>
                    <a:pt x="16236" y="72744"/>
                  </a:cubicBezTo>
                  <a:cubicBezTo>
                    <a:pt x="20695" y="72744"/>
                    <a:pt x="32420" y="73239"/>
                    <a:pt x="34567" y="73404"/>
                  </a:cubicBezTo>
                  <a:lnTo>
                    <a:pt x="34567" y="64156"/>
                  </a:lnTo>
                  <a:cubicBezTo>
                    <a:pt x="31924" y="64156"/>
                    <a:pt x="31264" y="63826"/>
                    <a:pt x="30108" y="63000"/>
                  </a:cubicBezTo>
                  <a:lnTo>
                    <a:pt x="47943" y="45165"/>
                  </a:lnTo>
                  <a:lnTo>
                    <a:pt x="66274" y="64156"/>
                  </a:lnTo>
                  <a:lnTo>
                    <a:pt x="61980" y="64156"/>
                  </a:lnTo>
                  <a:lnTo>
                    <a:pt x="61980" y="73404"/>
                  </a:lnTo>
                  <a:cubicBezTo>
                    <a:pt x="62145" y="73404"/>
                    <a:pt x="75357" y="72744"/>
                    <a:pt x="82953" y="72744"/>
                  </a:cubicBezTo>
                  <a:cubicBezTo>
                    <a:pt x="89064" y="72744"/>
                    <a:pt x="95339" y="72909"/>
                    <a:pt x="101449" y="73404"/>
                  </a:cubicBezTo>
                  <a:lnTo>
                    <a:pt x="101449" y="64156"/>
                  </a:lnTo>
                  <a:lnTo>
                    <a:pt x="89229" y="64156"/>
                  </a:lnTo>
                  <a:lnTo>
                    <a:pt x="59668" y="3344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86" name="Freeform: Shape 5285">
              <a:extLst>
                <a:ext uri="{FF2B5EF4-FFF2-40B4-BE49-F238E27FC236}">
                  <a16:creationId xmlns:a16="http://schemas.microsoft.com/office/drawing/2014/main" id="{B415D308-AE0A-4E34-2CD5-0CF13F4C139A}"/>
                </a:ext>
              </a:extLst>
            </p:cNvPr>
            <p:cNvSpPr/>
            <p:nvPr>
              <p:custDataLst>
                <p:tags r:id="rId117"/>
              </p:custDataLst>
            </p:nvPr>
          </p:nvSpPr>
          <p:spPr>
            <a:xfrm>
              <a:off x="6804640" y="4975438"/>
              <a:ext cx="32674" cy="61456"/>
            </a:xfrm>
            <a:custGeom>
              <a:avLst/>
              <a:gdLst>
                <a:gd name="connsiteX0" fmla="*/ 31717 w 32674"/>
                <a:gd name="connsiteY0" fmla="*/ 11167 h 61456"/>
                <a:gd name="connsiteX1" fmla="*/ 32896 w 32674"/>
                <a:gd name="connsiteY1" fmla="*/ 7038 h 61456"/>
                <a:gd name="connsiteX2" fmla="*/ 25583 w 32674"/>
                <a:gd name="connsiteY2" fmla="*/ 79 h 61456"/>
                <a:gd name="connsiteX3" fmla="*/ 18859 w 32674"/>
                <a:gd name="connsiteY3" fmla="*/ 5505 h 61456"/>
                <a:gd name="connsiteX4" fmla="*/ 694 w 32674"/>
                <a:gd name="connsiteY4" fmla="*/ 56581 h 61456"/>
                <a:gd name="connsiteX5" fmla="*/ 222 w 32674"/>
                <a:gd name="connsiteY5" fmla="*/ 58469 h 61456"/>
                <a:gd name="connsiteX6" fmla="*/ 5294 w 32674"/>
                <a:gd name="connsiteY6" fmla="*/ 61535 h 61456"/>
                <a:gd name="connsiteX7" fmla="*/ 7299 w 32674"/>
                <a:gd name="connsiteY7" fmla="*/ 59530 h 61456"/>
                <a:gd name="connsiteX8" fmla="*/ 31717 w 32674"/>
                <a:gd name="connsiteY8" fmla="*/ 11167 h 6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74" h="61456">
                  <a:moveTo>
                    <a:pt x="31717" y="11167"/>
                  </a:moveTo>
                  <a:cubicBezTo>
                    <a:pt x="31835" y="11049"/>
                    <a:pt x="32896" y="8808"/>
                    <a:pt x="32896" y="7038"/>
                  </a:cubicBezTo>
                  <a:cubicBezTo>
                    <a:pt x="32896" y="2792"/>
                    <a:pt x="29122" y="79"/>
                    <a:pt x="25583" y="79"/>
                  </a:cubicBezTo>
                  <a:cubicBezTo>
                    <a:pt x="20747" y="79"/>
                    <a:pt x="19449" y="3736"/>
                    <a:pt x="18859" y="5505"/>
                  </a:cubicBezTo>
                  <a:lnTo>
                    <a:pt x="694" y="56581"/>
                  </a:lnTo>
                  <a:cubicBezTo>
                    <a:pt x="222" y="57997"/>
                    <a:pt x="222" y="58351"/>
                    <a:pt x="222" y="58469"/>
                  </a:cubicBezTo>
                  <a:cubicBezTo>
                    <a:pt x="222" y="60356"/>
                    <a:pt x="5176" y="61535"/>
                    <a:pt x="5294" y="61535"/>
                  </a:cubicBezTo>
                  <a:cubicBezTo>
                    <a:pt x="6356" y="61535"/>
                    <a:pt x="6591" y="60946"/>
                    <a:pt x="7299" y="59530"/>
                  </a:cubicBezTo>
                  <a:lnTo>
                    <a:pt x="31717" y="1116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87" name="Freeform: Shape 5286">
              <a:extLst>
                <a:ext uri="{FF2B5EF4-FFF2-40B4-BE49-F238E27FC236}">
                  <a16:creationId xmlns:a16="http://schemas.microsoft.com/office/drawing/2014/main" id="{1AB3B59F-9089-E764-261B-E2DA7A88D820}"/>
                </a:ext>
              </a:extLst>
            </p:cNvPr>
            <p:cNvSpPr/>
            <p:nvPr>
              <p:custDataLst>
                <p:tags r:id="rId118"/>
              </p:custDataLst>
            </p:nvPr>
          </p:nvSpPr>
          <p:spPr>
            <a:xfrm>
              <a:off x="6860951" y="4972630"/>
              <a:ext cx="115434" cy="147967"/>
            </a:xfrm>
            <a:custGeom>
              <a:avLst/>
              <a:gdLst>
                <a:gd name="connsiteX0" fmla="*/ 10959 w 115434"/>
                <a:gd name="connsiteY0" fmla="*/ 144415 h 147967"/>
                <a:gd name="connsiteX1" fmla="*/ 21032 w 115434"/>
                <a:gd name="connsiteY1" fmla="*/ 103625 h 147967"/>
                <a:gd name="connsiteX2" fmla="*/ 58520 w 115434"/>
                <a:gd name="connsiteY2" fmla="*/ 118158 h 147967"/>
                <a:gd name="connsiteX3" fmla="*/ 114338 w 115434"/>
                <a:gd name="connsiteY3" fmla="*/ 72248 h 147967"/>
                <a:gd name="connsiteX4" fmla="*/ 103108 w 115434"/>
                <a:gd name="connsiteY4" fmla="*/ 49789 h 147967"/>
                <a:gd name="connsiteX5" fmla="*/ 115659 w 115434"/>
                <a:gd name="connsiteY5" fmla="*/ 23531 h 147967"/>
                <a:gd name="connsiteX6" fmla="*/ 86264 w 115434"/>
                <a:gd name="connsiteY6" fmla="*/ 81 h 147967"/>
                <a:gd name="connsiteX7" fmla="*/ 25821 w 115434"/>
                <a:gd name="connsiteY7" fmla="*/ 42357 h 147967"/>
                <a:gd name="connsiteX8" fmla="*/ 885 w 115434"/>
                <a:gd name="connsiteY8" fmla="*/ 142268 h 147967"/>
                <a:gd name="connsiteX9" fmla="*/ 224 w 115434"/>
                <a:gd name="connsiteY9" fmla="*/ 145076 h 147967"/>
                <a:gd name="connsiteX10" fmla="*/ 5509 w 115434"/>
                <a:gd name="connsiteY10" fmla="*/ 148048 h 147967"/>
                <a:gd name="connsiteX11" fmla="*/ 10959 w 115434"/>
                <a:gd name="connsiteY11" fmla="*/ 144415 h 147967"/>
                <a:gd name="connsiteX12" fmla="*/ 62648 w 115434"/>
                <a:gd name="connsiteY12" fmla="*/ 51936 h 147967"/>
                <a:gd name="connsiteX13" fmla="*/ 73713 w 115434"/>
                <a:gd name="connsiteY13" fmla="*/ 50284 h 147967"/>
                <a:gd name="connsiteX14" fmla="*/ 81474 w 115434"/>
                <a:gd name="connsiteY14" fmla="*/ 50945 h 147967"/>
                <a:gd name="connsiteX15" fmla="*/ 71401 w 115434"/>
                <a:gd name="connsiteY15" fmla="*/ 52926 h 147967"/>
                <a:gd name="connsiteX16" fmla="*/ 62648 w 115434"/>
                <a:gd name="connsiteY16" fmla="*/ 51936 h 147967"/>
                <a:gd name="connsiteX17" fmla="*/ 89401 w 115434"/>
                <a:gd name="connsiteY17" fmla="*/ 44009 h 147967"/>
                <a:gd name="connsiteX18" fmla="*/ 74208 w 115434"/>
                <a:gd name="connsiteY18" fmla="*/ 42688 h 147967"/>
                <a:gd name="connsiteX19" fmla="*/ 52079 w 115434"/>
                <a:gd name="connsiteY19" fmla="*/ 52596 h 147967"/>
                <a:gd name="connsiteX20" fmla="*/ 71071 w 115434"/>
                <a:gd name="connsiteY20" fmla="*/ 60523 h 147967"/>
                <a:gd name="connsiteX21" fmla="*/ 91383 w 115434"/>
                <a:gd name="connsiteY21" fmla="*/ 57055 h 147967"/>
                <a:gd name="connsiteX22" fmla="*/ 93365 w 115434"/>
                <a:gd name="connsiteY22" fmla="*/ 65808 h 147967"/>
                <a:gd name="connsiteX23" fmla="*/ 83621 w 115434"/>
                <a:gd name="connsiteY23" fmla="*/ 98506 h 147967"/>
                <a:gd name="connsiteX24" fmla="*/ 58355 w 115434"/>
                <a:gd name="connsiteY24" fmla="*/ 110561 h 147967"/>
                <a:gd name="connsiteX25" fmla="*/ 25987 w 115434"/>
                <a:gd name="connsiteY25" fmla="*/ 87111 h 147967"/>
                <a:gd name="connsiteX26" fmla="*/ 28959 w 115434"/>
                <a:gd name="connsiteY26" fmla="*/ 72413 h 147967"/>
                <a:gd name="connsiteX27" fmla="*/ 35400 w 115434"/>
                <a:gd name="connsiteY27" fmla="*/ 46156 h 147967"/>
                <a:gd name="connsiteX28" fmla="*/ 52905 w 115434"/>
                <a:gd name="connsiteY28" fmla="*/ 19237 h 147967"/>
                <a:gd name="connsiteX29" fmla="*/ 85438 w 115434"/>
                <a:gd name="connsiteY29" fmla="*/ 7677 h 147967"/>
                <a:gd name="connsiteX30" fmla="*/ 96668 w 115434"/>
                <a:gd name="connsiteY30" fmla="*/ 17586 h 147967"/>
                <a:gd name="connsiteX31" fmla="*/ 89401 w 115434"/>
                <a:gd name="connsiteY31" fmla="*/ 44009 h 14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434" h="147967">
                  <a:moveTo>
                    <a:pt x="10959" y="144415"/>
                  </a:moveTo>
                  <a:lnTo>
                    <a:pt x="21032" y="103625"/>
                  </a:lnTo>
                  <a:cubicBezTo>
                    <a:pt x="24170" y="107754"/>
                    <a:pt x="35235" y="118158"/>
                    <a:pt x="58520" y="118158"/>
                  </a:cubicBezTo>
                  <a:cubicBezTo>
                    <a:pt x="95512" y="118158"/>
                    <a:pt x="114338" y="93056"/>
                    <a:pt x="114338" y="72248"/>
                  </a:cubicBezTo>
                  <a:cubicBezTo>
                    <a:pt x="114338" y="62670"/>
                    <a:pt x="110540" y="55073"/>
                    <a:pt x="103108" y="49789"/>
                  </a:cubicBezTo>
                  <a:cubicBezTo>
                    <a:pt x="110374" y="43844"/>
                    <a:pt x="115659" y="33274"/>
                    <a:pt x="115659" y="23531"/>
                  </a:cubicBezTo>
                  <a:cubicBezTo>
                    <a:pt x="115659" y="10155"/>
                    <a:pt x="106081" y="81"/>
                    <a:pt x="86264" y="81"/>
                  </a:cubicBezTo>
                  <a:cubicBezTo>
                    <a:pt x="61823" y="81"/>
                    <a:pt x="32427" y="15604"/>
                    <a:pt x="25821" y="42357"/>
                  </a:cubicBezTo>
                  <a:lnTo>
                    <a:pt x="885" y="142268"/>
                  </a:lnTo>
                  <a:cubicBezTo>
                    <a:pt x="224" y="144580"/>
                    <a:pt x="224" y="144911"/>
                    <a:pt x="224" y="145076"/>
                  </a:cubicBezTo>
                  <a:cubicBezTo>
                    <a:pt x="224" y="148048"/>
                    <a:pt x="3032" y="148048"/>
                    <a:pt x="5509" y="148048"/>
                  </a:cubicBezTo>
                  <a:cubicBezTo>
                    <a:pt x="8812" y="148048"/>
                    <a:pt x="10133" y="148048"/>
                    <a:pt x="10959" y="144415"/>
                  </a:cubicBezTo>
                  <a:close/>
                  <a:moveTo>
                    <a:pt x="62648" y="51936"/>
                  </a:moveTo>
                  <a:cubicBezTo>
                    <a:pt x="64795" y="50945"/>
                    <a:pt x="66281" y="50284"/>
                    <a:pt x="73713" y="50284"/>
                  </a:cubicBezTo>
                  <a:cubicBezTo>
                    <a:pt x="76355" y="50284"/>
                    <a:pt x="78502" y="50284"/>
                    <a:pt x="81474" y="50945"/>
                  </a:cubicBezTo>
                  <a:cubicBezTo>
                    <a:pt x="77841" y="52926"/>
                    <a:pt x="74373" y="52926"/>
                    <a:pt x="71401" y="52926"/>
                  </a:cubicBezTo>
                  <a:cubicBezTo>
                    <a:pt x="66447" y="52926"/>
                    <a:pt x="65951" y="52761"/>
                    <a:pt x="62648" y="51936"/>
                  </a:cubicBezTo>
                  <a:close/>
                  <a:moveTo>
                    <a:pt x="89401" y="44009"/>
                  </a:moveTo>
                  <a:cubicBezTo>
                    <a:pt x="83126" y="42688"/>
                    <a:pt x="77511" y="42688"/>
                    <a:pt x="74208" y="42688"/>
                  </a:cubicBezTo>
                  <a:cubicBezTo>
                    <a:pt x="67107" y="42688"/>
                    <a:pt x="52079" y="42688"/>
                    <a:pt x="52079" y="52596"/>
                  </a:cubicBezTo>
                  <a:cubicBezTo>
                    <a:pt x="52079" y="60358"/>
                    <a:pt x="62979" y="60523"/>
                    <a:pt x="71071" y="60523"/>
                  </a:cubicBezTo>
                  <a:cubicBezTo>
                    <a:pt x="75860" y="60523"/>
                    <a:pt x="82630" y="60523"/>
                    <a:pt x="91383" y="57055"/>
                  </a:cubicBezTo>
                  <a:cubicBezTo>
                    <a:pt x="92869" y="59367"/>
                    <a:pt x="93365" y="62835"/>
                    <a:pt x="93365" y="65808"/>
                  </a:cubicBezTo>
                  <a:cubicBezTo>
                    <a:pt x="93365" y="71588"/>
                    <a:pt x="89897" y="89753"/>
                    <a:pt x="83621" y="98506"/>
                  </a:cubicBezTo>
                  <a:cubicBezTo>
                    <a:pt x="77676" y="106598"/>
                    <a:pt x="68593" y="110561"/>
                    <a:pt x="58355" y="110561"/>
                  </a:cubicBezTo>
                  <a:cubicBezTo>
                    <a:pt x="44317" y="110561"/>
                    <a:pt x="25987" y="104121"/>
                    <a:pt x="25987" y="87111"/>
                  </a:cubicBezTo>
                  <a:cubicBezTo>
                    <a:pt x="25987" y="83973"/>
                    <a:pt x="27638" y="77202"/>
                    <a:pt x="28959" y="72413"/>
                  </a:cubicBezTo>
                  <a:cubicBezTo>
                    <a:pt x="29785" y="68780"/>
                    <a:pt x="35069" y="47642"/>
                    <a:pt x="35400" y="46156"/>
                  </a:cubicBezTo>
                  <a:cubicBezTo>
                    <a:pt x="36886" y="40376"/>
                    <a:pt x="39693" y="29146"/>
                    <a:pt x="52905" y="19237"/>
                  </a:cubicBezTo>
                  <a:cubicBezTo>
                    <a:pt x="66447" y="8999"/>
                    <a:pt x="79493" y="7677"/>
                    <a:pt x="85438" y="7677"/>
                  </a:cubicBezTo>
                  <a:cubicBezTo>
                    <a:pt x="96668" y="7677"/>
                    <a:pt x="96668" y="14944"/>
                    <a:pt x="96668" y="17586"/>
                  </a:cubicBezTo>
                  <a:cubicBezTo>
                    <a:pt x="96668" y="21549"/>
                    <a:pt x="93695" y="36577"/>
                    <a:pt x="89401" y="4400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88" name="Freeform: Shape 5287">
              <a:extLst>
                <a:ext uri="{FF2B5EF4-FFF2-40B4-BE49-F238E27FC236}">
                  <a16:creationId xmlns:a16="http://schemas.microsoft.com/office/drawing/2014/main" id="{CE78EE34-7A6B-A33A-B90A-BE47D36501D4}"/>
                </a:ext>
              </a:extLst>
            </p:cNvPr>
            <p:cNvSpPr/>
            <p:nvPr>
              <p:custDataLst>
                <p:tags r:id="rId119"/>
              </p:custDataLst>
            </p:nvPr>
          </p:nvSpPr>
          <p:spPr>
            <a:xfrm>
              <a:off x="7062229" y="5019174"/>
              <a:ext cx="156885" cy="157121"/>
            </a:xfrm>
            <a:custGeom>
              <a:avLst/>
              <a:gdLst>
                <a:gd name="connsiteX0" fmla="*/ 83511 w 156885"/>
                <a:gd name="connsiteY0" fmla="*/ 83363 h 157121"/>
                <a:gd name="connsiteX1" fmla="*/ 149333 w 156885"/>
                <a:gd name="connsiteY1" fmla="*/ 83363 h 157121"/>
                <a:gd name="connsiteX2" fmla="*/ 157118 w 156885"/>
                <a:gd name="connsiteY2" fmla="*/ 78644 h 157121"/>
                <a:gd name="connsiteX3" fmla="*/ 149333 w 156885"/>
                <a:gd name="connsiteY3" fmla="*/ 73926 h 157121"/>
                <a:gd name="connsiteX4" fmla="*/ 83511 w 156885"/>
                <a:gd name="connsiteY4" fmla="*/ 73926 h 157121"/>
                <a:gd name="connsiteX5" fmla="*/ 83511 w 156885"/>
                <a:gd name="connsiteY5" fmla="*/ 7869 h 157121"/>
                <a:gd name="connsiteX6" fmla="*/ 78793 w 156885"/>
                <a:gd name="connsiteY6" fmla="*/ 84 h 157121"/>
                <a:gd name="connsiteX7" fmla="*/ 74075 w 156885"/>
                <a:gd name="connsiteY7" fmla="*/ 7869 h 157121"/>
                <a:gd name="connsiteX8" fmla="*/ 74075 w 156885"/>
                <a:gd name="connsiteY8" fmla="*/ 73926 h 157121"/>
                <a:gd name="connsiteX9" fmla="*/ 8018 w 156885"/>
                <a:gd name="connsiteY9" fmla="*/ 73926 h 157121"/>
                <a:gd name="connsiteX10" fmla="*/ 232 w 156885"/>
                <a:gd name="connsiteY10" fmla="*/ 78644 h 157121"/>
                <a:gd name="connsiteX11" fmla="*/ 8018 w 156885"/>
                <a:gd name="connsiteY11" fmla="*/ 83363 h 157121"/>
                <a:gd name="connsiteX12" fmla="*/ 74075 w 156885"/>
                <a:gd name="connsiteY12" fmla="*/ 83363 h 157121"/>
                <a:gd name="connsiteX13" fmla="*/ 74075 w 156885"/>
                <a:gd name="connsiteY13" fmla="*/ 149420 h 157121"/>
                <a:gd name="connsiteX14" fmla="*/ 78793 w 156885"/>
                <a:gd name="connsiteY14" fmla="*/ 157205 h 157121"/>
                <a:gd name="connsiteX15" fmla="*/ 83511 w 156885"/>
                <a:gd name="connsiteY15" fmla="*/ 149420 h 157121"/>
                <a:gd name="connsiteX16" fmla="*/ 83511 w 156885"/>
                <a:gd name="connsiteY16" fmla="*/ 83363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6885" h="157121">
                  <a:moveTo>
                    <a:pt x="83511" y="83363"/>
                  </a:moveTo>
                  <a:lnTo>
                    <a:pt x="149333" y="83363"/>
                  </a:lnTo>
                  <a:cubicBezTo>
                    <a:pt x="152635" y="83363"/>
                    <a:pt x="157118" y="83363"/>
                    <a:pt x="157118" y="78644"/>
                  </a:cubicBezTo>
                  <a:cubicBezTo>
                    <a:pt x="157118" y="73926"/>
                    <a:pt x="152635" y="73926"/>
                    <a:pt x="149333" y="73926"/>
                  </a:cubicBezTo>
                  <a:lnTo>
                    <a:pt x="83511" y="73926"/>
                  </a:lnTo>
                  <a:lnTo>
                    <a:pt x="83511" y="7869"/>
                  </a:lnTo>
                  <a:cubicBezTo>
                    <a:pt x="83511" y="4566"/>
                    <a:pt x="83511" y="84"/>
                    <a:pt x="78793" y="84"/>
                  </a:cubicBezTo>
                  <a:cubicBezTo>
                    <a:pt x="74075" y="84"/>
                    <a:pt x="74075" y="4566"/>
                    <a:pt x="74075" y="7869"/>
                  </a:cubicBezTo>
                  <a:lnTo>
                    <a:pt x="74075" y="73926"/>
                  </a:lnTo>
                  <a:lnTo>
                    <a:pt x="8018" y="73926"/>
                  </a:lnTo>
                  <a:cubicBezTo>
                    <a:pt x="4715" y="73926"/>
                    <a:pt x="232" y="73926"/>
                    <a:pt x="232" y="78644"/>
                  </a:cubicBezTo>
                  <a:cubicBezTo>
                    <a:pt x="232" y="83363"/>
                    <a:pt x="4715" y="83363"/>
                    <a:pt x="8018" y="83363"/>
                  </a:cubicBezTo>
                  <a:lnTo>
                    <a:pt x="74075" y="83363"/>
                  </a:lnTo>
                  <a:lnTo>
                    <a:pt x="74075" y="149420"/>
                  </a:lnTo>
                  <a:cubicBezTo>
                    <a:pt x="74075" y="152723"/>
                    <a:pt x="74075" y="157205"/>
                    <a:pt x="78793" y="157205"/>
                  </a:cubicBezTo>
                  <a:cubicBezTo>
                    <a:pt x="83511" y="157205"/>
                    <a:pt x="83511" y="152723"/>
                    <a:pt x="83511" y="149420"/>
                  </a:cubicBezTo>
                  <a:lnTo>
                    <a:pt x="83511" y="8336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89" name="Freeform: Shape 5288">
              <a:extLst>
                <a:ext uri="{FF2B5EF4-FFF2-40B4-BE49-F238E27FC236}">
                  <a16:creationId xmlns:a16="http://schemas.microsoft.com/office/drawing/2014/main" id="{BBFCC218-03F8-7341-8A65-08F2426B2650}"/>
                </a:ext>
              </a:extLst>
            </p:cNvPr>
            <p:cNvSpPr/>
            <p:nvPr>
              <p:custDataLst>
                <p:tags r:id="rId120"/>
              </p:custDataLst>
            </p:nvPr>
          </p:nvSpPr>
          <p:spPr>
            <a:xfrm>
              <a:off x="7295786" y="5052439"/>
              <a:ext cx="90592" cy="106870"/>
            </a:xfrm>
            <a:custGeom>
              <a:avLst/>
              <a:gdLst>
                <a:gd name="connsiteX0" fmla="*/ 33507 w 90592"/>
                <a:gd name="connsiteY0" fmla="*/ 49862 h 106870"/>
                <a:gd name="connsiteX1" fmla="*/ 69602 w 90592"/>
                <a:gd name="connsiteY1" fmla="*/ 44436 h 106870"/>
                <a:gd name="connsiteX2" fmla="*/ 87296 w 90592"/>
                <a:gd name="connsiteY2" fmla="*/ 20137 h 106870"/>
                <a:gd name="connsiteX3" fmla="*/ 62053 w 90592"/>
                <a:gd name="connsiteY3" fmla="*/ 84 h 106870"/>
                <a:gd name="connsiteX4" fmla="*/ 242 w 90592"/>
                <a:gd name="connsiteY4" fmla="*/ 64253 h 106870"/>
                <a:gd name="connsiteX5" fmla="*/ 37282 w 90592"/>
                <a:gd name="connsiteY5" fmla="*/ 106954 h 106870"/>
                <a:gd name="connsiteX6" fmla="*/ 90835 w 90592"/>
                <a:gd name="connsiteY6" fmla="*/ 79116 h 106870"/>
                <a:gd name="connsiteX7" fmla="*/ 88004 w 90592"/>
                <a:gd name="connsiteY7" fmla="*/ 76049 h 106870"/>
                <a:gd name="connsiteX8" fmla="*/ 84937 w 90592"/>
                <a:gd name="connsiteY8" fmla="*/ 78408 h 106870"/>
                <a:gd name="connsiteX9" fmla="*/ 37753 w 90592"/>
                <a:gd name="connsiteY9" fmla="*/ 101764 h 106870"/>
                <a:gd name="connsiteX10" fmla="*/ 17229 w 90592"/>
                <a:gd name="connsiteY10" fmla="*/ 74398 h 106870"/>
                <a:gd name="connsiteX11" fmla="*/ 21003 w 90592"/>
                <a:gd name="connsiteY11" fmla="*/ 49862 h 106870"/>
                <a:gd name="connsiteX12" fmla="*/ 33507 w 90592"/>
                <a:gd name="connsiteY12" fmla="*/ 49862 h 106870"/>
                <a:gd name="connsiteX13" fmla="*/ 22419 w 90592"/>
                <a:gd name="connsiteY13" fmla="*/ 44672 h 106870"/>
                <a:gd name="connsiteX14" fmla="*/ 62053 w 90592"/>
                <a:gd name="connsiteY14" fmla="*/ 5274 h 106870"/>
                <a:gd name="connsiteX15" fmla="*/ 79511 w 90592"/>
                <a:gd name="connsiteY15" fmla="*/ 20137 h 106870"/>
                <a:gd name="connsiteX16" fmla="*/ 32091 w 90592"/>
                <a:gd name="connsiteY16" fmla="*/ 44672 h 106870"/>
                <a:gd name="connsiteX17" fmla="*/ 22419 w 90592"/>
                <a:gd name="connsiteY17" fmla="*/ 44672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592" h="106870">
                  <a:moveTo>
                    <a:pt x="33507" y="49862"/>
                  </a:moveTo>
                  <a:cubicBezTo>
                    <a:pt x="40348" y="49862"/>
                    <a:pt x="57806" y="49391"/>
                    <a:pt x="69602" y="44436"/>
                  </a:cubicBezTo>
                  <a:cubicBezTo>
                    <a:pt x="86117" y="37359"/>
                    <a:pt x="87296" y="23440"/>
                    <a:pt x="87296" y="20137"/>
                  </a:cubicBezTo>
                  <a:cubicBezTo>
                    <a:pt x="87296" y="9756"/>
                    <a:pt x="78331" y="84"/>
                    <a:pt x="62053" y="84"/>
                  </a:cubicBezTo>
                  <a:cubicBezTo>
                    <a:pt x="35866" y="84"/>
                    <a:pt x="242" y="22968"/>
                    <a:pt x="242" y="64253"/>
                  </a:cubicBezTo>
                  <a:cubicBezTo>
                    <a:pt x="242" y="88317"/>
                    <a:pt x="14162" y="106954"/>
                    <a:pt x="37282" y="106954"/>
                  </a:cubicBezTo>
                  <a:cubicBezTo>
                    <a:pt x="71018" y="106954"/>
                    <a:pt x="90835" y="81947"/>
                    <a:pt x="90835" y="79116"/>
                  </a:cubicBezTo>
                  <a:cubicBezTo>
                    <a:pt x="90835" y="77701"/>
                    <a:pt x="89419" y="76049"/>
                    <a:pt x="88004" y="76049"/>
                  </a:cubicBezTo>
                  <a:cubicBezTo>
                    <a:pt x="86824" y="76049"/>
                    <a:pt x="86352" y="76521"/>
                    <a:pt x="84937" y="78408"/>
                  </a:cubicBezTo>
                  <a:cubicBezTo>
                    <a:pt x="66299" y="101764"/>
                    <a:pt x="40584" y="101764"/>
                    <a:pt x="37753" y="101764"/>
                  </a:cubicBezTo>
                  <a:cubicBezTo>
                    <a:pt x="19352" y="101764"/>
                    <a:pt x="17229" y="81947"/>
                    <a:pt x="17229" y="74398"/>
                  </a:cubicBezTo>
                  <a:cubicBezTo>
                    <a:pt x="17229" y="71567"/>
                    <a:pt x="17464" y="64253"/>
                    <a:pt x="21003" y="49862"/>
                  </a:cubicBezTo>
                  <a:lnTo>
                    <a:pt x="33507" y="49862"/>
                  </a:lnTo>
                  <a:close/>
                  <a:moveTo>
                    <a:pt x="22419" y="44672"/>
                  </a:moveTo>
                  <a:cubicBezTo>
                    <a:pt x="31620" y="8813"/>
                    <a:pt x="55919" y="5274"/>
                    <a:pt x="62053" y="5274"/>
                  </a:cubicBezTo>
                  <a:cubicBezTo>
                    <a:pt x="73141" y="5274"/>
                    <a:pt x="79511" y="12116"/>
                    <a:pt x="79511" y="20137"/>
                  </a:cubicBezTo>
                  <a:cubicBezTo>
                    <a:pt x="79511" y="44672"/>
                    <a:pt x="41764" y="44672"/>
                    <a:pt x="32091" y="44672"/>
                  </a:cubicBezTo>
                  <a:lnTo>
                    <a:pt x="22419" y="4467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0" name="Freeform: Shape 5289">
              <a:extLst>
                <a:ext uri="{FF2B5EF4-FFF2-40B4-BE49-F238E27FC236}">
                  <a16:creationId xmlns:a16="http://schemas.microsoft.com/office/drawing/2014/main" id="{A44761A1-BA4A-9EC5-6E91-C0AA3D374BC5}"/>
                </a:ext>
              </a:extLst>
            </p:cNvPr>
            <p:cNvSpPr/>
            <p:nvPr>
              <p:custDataLst>
                <p:tags r:id="rId121"/>
              </p:custDataLst>
            </p:nvPr>
          </p:nvSpPr>
          <p:spPr>
            <a:xfrm>
              <a:off x="7400564" y="5015237"/>
              <a:ext cx="101232" cy="73323"/>
            </a:xfrm>
            <a:custGeom>
              <a:avLst/>
              <a:gdLst>
                <a:gd name="connsiteX0" fmla="*/ 59698 w 101232"/>
                <a:gd name="connsiteY0" fmla="*/ 33440 h 73323"/>
                <a:gd name="connsiteX1" fmla="*/ 82488 w 101232"/>
                <a:gd name="connsiteY1" fmla="*/ 10485 h 73323"/>
                <a:gd name="connsiteX2" fmla="*/ 97846 w 101232"/>
                <a:gd name="connsiteY2" fmla="*/ 9329 h 73323"/>
                <a:gd name="connsiteX3" fmla="*/ 97846 w 101232"/>
                <a:gd name="connsiteY3" fmla="*/ 81 h 73323"/>
                <a:gd name="connsiteX4" fmla="*/ 81827 w 101232"/>
                <a:gd name="connsiteY4" fmla="*/ 741 h 73323"/>
                <a:gd name="connsiteX5" fmla="*/ 63497 w 101232"/>
                <a:gd name="connsiteY5" fmla="*/ 81 h 73323"/>
                <a:gd name="connsiteX6" fmla="*/ 63497 w 101232"/>
                <a:gd name="connsiteY6" fmla="*/ 9329 h 73323"/>
                <a:gd name="connsiteX7" fmla="*/ 67955 w 101232"/>
                <a:gd name="connsiteY7" fmla="*/ 10320 h 73323"/>
                <a:gd name="connsiteX8" fmla="*/ 52432 w 101232"/>
                <a:gd name="connsiteY8" fmla="*/ 26008 h 73323"/>
                <a:gd name="connsiteX9" fmla="*/ 36413 w 101232"/>
                <a:gd name="connsiteY9" fmla="*/ 9329 h 73323"/>
                <a:gd name="connsiteX10" fmla="*/ 40872 w 101232"/>
                <a:gd name="connsiteY10" fmla="*/ 9329 h 73323"/>
                <a:gd name="connsiteX11" fmla="*/ 40872 w 101232"/>
                <a:gd name="connsiteY11" fmla="*/ 81 h 73323"/>
                <a:gd name="connsiteX12" fmla="*/ 19899 w 101232"/>
                <a:gd name="connsiteY12" fmla="*/ 741 h 73323"/>
                <a:gd name="connsiteX13" fmla="*/ 1238 w 101232"/>
                <a:gd name="connsiteY13" fmla="*/ 81 h 73323"/>
                <a:gd name="connsiteX14" fmla="*/ 1238 w 101232"/>
                <a:gd name="connsiteY14" fmla="*/ 9329 h 73323"/>
                <a:gd name="connsiteX15" fmla="*/ 13624 w 101232"/>
                <a:gd name="connsiteY15" fmla="*/ 9329 h 73323"/>
                <a:gd name="connsiteX16" fmla="*/ 40707 w 101232"/>
                <a:gd name="connsiteY16" fmla="*/ 37568 h 73323"/>
                <a:gd name="connsiteX17" fmla="*/ 16926 w 101232"/>
                <a:gd name="connsiteY17" fmla="*/ 61514 h 73323"/>
                <a:gd name="connsiteX18" fmla="*/ 9495 w 101232"/>
                <a:gd name="connsiteY18" fmla="*/ 63991 h 73323"/>
                <a:gd name="connsiteX19" fmla="*/ 247 w 101232"/>
                <a:gd name="connsiteY19" fmla="*/ 64156 h 73323"/>
                <a:gd name="connsiteX20" fmla="*/ 247 w 101232"/>
                <a:gd name="connsiteY20" fmla="*/ 73404 h 73323"/>
                <a:gd name="connsiteX21" fmla="*/ 16266 w 101232"/>
                <a:gd name="connsiteY21" fmla="*/ 72744 h 73323"/>
                <a:gd name="connsiteX22" fmla="*/ 34597 w 101232"/>
                <a:gd name="connsiteY22" fmla="*/ 73404 h 73323"/>
                <a:gd name="connsiteX23" fmla="*/ 34597 w 101232"/>
                <a:gd name="connsiteY23" fmla="*/ 64156 h 73323"/>
                <a:gd name="connsiteX24" fmla="*/ 30138 w 101232"/>
                <a:gd name="connsiteY24" fmla="*/ 63000 h 73323"/>
                <a:gd name="connsiteX25" fmla="*/ 47973 w 101232"/>
                <a:gd name="connsiteY25" fmla="*/ 45165 h 73323"/>
                <a:gd name="connsiteX26" fmla="*/ 66304 w 101232"/>
                <a:gd name="connsiteY26" fmla="*/ 64156 h 73323"/>
                <a:gd name="connsiteX27" fmla="*/ 62010 w 101232"/>
                <a:gd name="connsiteY27" fmla="*/ 64156 h 73323"/>
                <a:gd name="connsiteX28" fmla="*/ 62010 w 101232"/>
                <a:gd name="connsiteY28" fmla="*/ 73404 h 73323"/>
                <a:gd name="connsiteX29" fmla="*/ 82983 w 101232"/>
                <a:gd name="connsiteY29" fmla="*/ 72744 h 73323"/>
                <a:gd name="connsiteX30" fmla="*/ 101479 w 101232"/>
                <a:gd name="connsiteY30" fmla="*/ 73404 h 73323"/>
                <a:gd name="connsiteX31" fmla="*/ 101479 w 101232"/>
                <a:gd name="connsiteY31" fmla="*/ 64156 h 73323"/>
                <a:gd name="connsiteX32" fmla="*/ 89259 w 101232"/>
                <a:gd name="connsiteY32" fmla="*/ 64156 h 73323"/>
                <a:gd name="connsiteX33" fmla="*/ 59698 w 101232"/>
                <a:gd name="connsiteY33" fmla="*/ 33440 h 73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1232" h="73323">
                  <a:moveTo>
                    <a:pt x="59698" y="33440"/>
                  </a:moveTo>
                  <a:lnTo>
                    <a:pt x="82488" y="10485"/>
                  </a:lnTo>
                  <a:cubicBezTo>
                    <a:pt x="86451" y="9329"/>
                    <a:pt x="90745" y="9329"/>
                    <a:pt x="97846" y="9329"/>
                  </a:cubicBezTo>
                  <a:lnTo>
                    <a:pt x="97846" y="81"/>
                  </a:lnTo>
                  <a:cubicBezTo>
                    <a:pt x="92562" y="576"/>
                    <a:pt x="87112" y="741"/>
                    <a:pt x="81827" y="741"/>
                  </a:cubicBezTo>
                  <a:cubicBezTo>
                    <a:pt x="76213" y="741"/>
                    <a:pt x="64818" y="246"/>
                    <a:pt x="63497" y="81"/>
                  </a:cubicBezTo>
                  <a:lnTo>
                    <a:pt x="63497" y="9329"/>
                  </a:lnTo>
                  <a:cubicBezTo>
                    <a:pt x="65643" y="9329"/>
                    <a:pt x="66799" y="9659"/>
                    <a:pt x="67955" y="10320"/>
                  </a:cubicBezTo>
                  <a:lnTo>
                    <a:pt x="52432" y="26008"/>
                  </a:lnTo>
                  <a:lnTo>
                    <a:pt x="36413" y="9329"/>
                  </a:lnTo>
                  <a:lnTo>
                    <a:pt x="40872" y="9329"/>
                  </a:lnTo>
                  <a:lnTo>
                    <a:pt x="40872" y="81"/>
                  </a:lnTo>
                  <a:cubicBezTo>
                    <a:pt x="39881" y="81"/>
                    <a:pt x="26835" y="741"/>
                    <a:pt x="19899" y="741"/>
                  </a:cubicBezTo>
                  <a:cubicBezTo>
                    <a:pt x="13624" y="741"/>
                    <a:pt x="7513" y="576"/>
                    <a:pt x="1238" y="81"/>
                  </a:cubicBezTo>
                  <a:lnTo>
                    <a:pt x="1238" y="9329"/>
                  </a:lnTo>
                  <a:lnTo>
                    <a:pt x="13624" y="9329"/>
                  </a:lnTo>
                  <a:lnTo>
                    <a:pt x="40707" y="37568"/>
                  </a:lnTo>
                  <a:lnTo>
                    <a:pt x="16926" y="61514"/>
                  </a:lnTo>
                  <a:cubicBezTo>
                    <a:pt x="14780" y="63496"/>
                    <a:pt x="14614" y="63661"/>
                    <a:pt x="9495" y="63991"/>
                  </a:cubicBezTo>
                  <a:cubicBezTo>
                    <a:pt x="6853" y="64156"/>
                    <a:pt x="1073" y="64156"/>
                    <a:pt x="247" y="64156"/>
                  </a:cubicBezTo>
                  <a:lnTo>
                    <a:pt x="247" y="73404"/>
                  </a:lnTo>
                  <a:cubicBezTo>
                    <a:pt x="5532" y="72909"/>
                    <a:pt x="10981" y="72744"/>
                    <a:pt x="16266" y="72744"/>
                  </a:cubicBezTo>
                  <a:cubicBezTo>
                    <a:pt x="20725" y="72744"/>
                    <a:pt x="32450" y="73239"/>
                    <a:pt x="34597" y="73404"/>
                  </a:cubicBezTo>
                  <a:lnTo>
                    <a:pt x="34597" y="64156"/>
                  </a:lnTo>
                  <a:cubicBezTo>
                    <a:pt x="31954" y="64156"/>
                    <a:pt x="31294" y="63826"/>
                    <a:pt x="30138" y="63000"/>
                  </a:cubicBezTo>
                  <a:lnTo>
                    <a:pt x="47973" y="45165"/>
                  </a:lnTo>
                  <a:lnTo>
                    <a:pt x="66304" y="64156"/>
                  </a:lnTo>
                  <a:lnTo>
                    <a:pt x="62010" y="64156"/>
                  </a:lnTo>
                  <a:lnTo>
                    <a:pt x="62010" y="73404"/>
                  </a:lnTo>
                  <a:cubicBezTo>
                    <a:pt x="62176" y="73404"/>
                    <a:pt x="75387" y="72744"/>
                    <a:pt x="82983" y="72744"/>
                  </a:cubicBezTo>
                  <a:cubicBezTo>
                    <a:pt x="89094" y="72744"/>
                    <a:pt x="95369" y="72909"/>
                    <a:pt x="101479" y="73404"/>
                  </a:cubicBezTo>
                  <a:lnTo>
                    <a:pt x="101479" y="64156"/>
                  </a:lnTo>
                  <a:lnTo>
                    <a:pt x="89259" y="64156"/>
                  </a:lnTo>
                  <a:lnTo>
                    <a:pt x="59698" y="3344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1" name="Freeform: Shape 5290">
              <a:extLst>
                <a:ext uri="{FF2B5EF4-FFF2-40B4-BE49-F238E27FC236}">
                  <a16:creationId xmlns:a16="http://schemas.microsoft.com/office/drawing/2014/main" id="{F0390A25-B638-4031-4758-B87BC9FC56F4}"/>
                </a:ext>
              </a:extLst>
            </p:cNvPr>
            <p:cNvSpPr/>
            <p:nvPr>
              <p:custDataLst>
                <p:tags r:id="rId122"/>
              </p:custDataLst>
            </p:nvPr>
          </p:nvSpPr>
          <p:spPr>
            <a:xfrm>
              <a:off x="7518503" y="4975438"/>
              <a:ext cx="32674" cy="61456"/>
            </a:xfrm>
            <a:custGeom>
              <a:avLst/>
              <a:gdLst>
                <a:gd name="connsiteX0" fmla="*/ 31747 w 32674"/>
                <a:gd name="connsiteY0" fmla="*/ 11167 h 61456"/>
                <a:gd name="connsiteX1" fmla="*/ 32926 w 32674"/>
                <a:gd name="connsiteY1" fmla="*/ 7038 h 61456"/>
                <a:gd name="connsiteX2" fmla="*/ 25613 w 32674"/>
                <a:gd name="connsiteY2" fmla="*/ 79 h 61456"/>
                <a:gd name="connsiteX3" fmla="*/ 18889 w 32674"/>
                <a:gd name="connsiteY3" fmla="*/ 5505 h 61456"/>
                <a:gd name="connsiteX4" fmla="*/ 724 w 32674"/>
                <a:gd name="connsiteY4" fmla="*/ 56581 h 61456"/>
                <a:gd name="connsiteX5" fmla="*/ 252 w 32674"/>
                <a:gd name="connsiteY5" fmla="*/ 58469 h 61456"/>
                <a:gd name="connsiteX6" fmla="*/ 5324 w 32674"/>
                <a:gd name="connsiteY6" fmla="*/ 61535 h 61456"/>
                <a:gd name="connsiteX7" fmla="*/ 7329 w 32674"/>
                <a:gd name="connsiteY7" fmla="*/ 59530 h 61456"/>
                <a:gd name="connsiteX8" fmla="*/ 31747 w 32674"/>
                <a:gd name="connsiteY8" fmla="*/ 11167 h 6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74" h="61456">
                  <a:moveTo>
                    <a:pt x="31747" y="11167"/>
                  </a:moveTo>
                  <a:cubicBezTo>
                    <a:pt x="31865" y="11049"/>
                    <a:pt x="32926" y="8808"/>
                    <a:pt x="32926" y="7038"/>
                  </a:cubicBezTo>
                  <a:cubicBezTo>
                    <a:pt x="32926" y="2792"/>
                    <a:pt x="29152" y="79"/>
                    <a:pt x="25613" y="79"/>
                  </a:cubicBezTo>
                  <a:cubicBezTo>
                    <a:pt x="20777" y="79"/>
                    <a:pt x="19479" y="3736"/>
                    <a:pt x="18889" y="5505"/>
                  </a:cubicBezTo>
                  <a:lnTo>
                    <a:pt x="724" y="56581"/>
                  </a:lnTo>
                  <a:cubicBezTo>
                    <a:pt x="252" y="57997"/>
                    <a:pt x="252" y="58351"/>
                    <a:pt x="252" y="58469"/>
                  </a:cubicBezTo>
                  <a:cubicBezTo>
                    <a:pt x="252" y="60356"/>
                    <a:pt x="5206" y="61535"/>
                    <a:pt x="5324" y="61535"/>
                  </a:cubicBezTo>
                  <a:cubicBezTo>
                    <a:pt x="6386" y="61535"/>
                    <a:pt x="6622" y="60946"/>
                    <a:pt x="7329" y="59530"/>
                  </a:cubicBezTo>
                  <a:lnTo>
                    <a:pt x="31747" y="1116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2" name="Freeform: Shape 5291">
              <a:extLst>
                <a:ext uri="{FF2B5EF4-FFF2-40B4-BE49-F238E27FC236}">
                  <a16:creationId xmlns:a16="http://schemas.microsoft.com/office/drawing/2014/main" id="{5DB559C4-A10B-FBD8-BC4F-B950C210C9A7}"/>
                </a:ext>
              </a:extLst>
            </p:cNvPr>
            <p:cNvSpPr/>
            <p:nvPr>
              <p:custDataLst>
                <p:tags r:id="rId123"/>
              </p:custDataLst>
            </p:nvPr>
          </p:nvSpPr>
          <p:spPr>
            <a:xfrm>
              <a:off x="7574814" y="4972630"/>
              <a:ext cx="115434" cy="147967"/>
            </a:xfrm>
            <a:custGeom>
              <a:avLst/>
              <a:gdLst>
                <a:gd name="connsiteX0" fmla="*/ 10989 w 115434"/>
                <a:gd name="connsiteY0" fmla="*/ 144415 h 147967"/>
                <a:gd name="connsiteX1" fmla="*/ 21062 w 115434"/>
                <a:gd name="connsiteY1" fmla="*/ 103625 h 147967"/>
                <a:gd name="connsiteX2" fmla="*/ 58550 w 115434"/>
                <a:gd name="connsiteY2" fmla="*/ 118158 h 147967"/>
                <a:gd name="connsiteX3" fmla="*/ 114368 w 115434"/>
                <a:gd name="connsiteY3" fmla="*/ 72248 h 147967"/>
                <a:gd name="connsiteX4" fmla="*/ 103138 w 115434"/>
                <a:gd name="connsiteY4" fmla="*/ 49789 h 147967"/>
                <a:gd name="connsiteX5" fmla="*/ 115689 w 115434"/>
                <a:gd name="connsiteY5" fmla="*/ 23531 h 147967"/>
                <a:gd name="connsiteX6" fmla="*/ 86294 w 115434"/>
                <a:gd name="connsiteY6" fmla="*/ 81 h 147967"/>
                <a:gd name="connsiteX7" fmla="*/ 25852 w 115434"/>
                <a:gd name="connsiteY7" fmla="*/ 42357 h 147967"/>
                <a:gd name="connsiteX8" fmla="*/ 915 w 115434"/>
                <a:gd name="connsiteY8" fmla="*/ 142268 h 147967"/>
                <a:gd name="connsiteX9" fmla="*/ 255 w 115434"/>
                <a:gd name="connsiteY9" fmla="*/ 145076 h 147967"/>
                <a:gd name="connsiteX10" fmla="*/ 5539 w 115434"/>
                <a:gd name="connsiteY10" fmla="*/ 148048 h 147967"/>
                <a:gd name="connsiteX11" fmla="*/ 10989 w 115434"/>
                <a:gd name="connsiteY11" fmla="*/ 144415 h 147967"/>
                <a:gd name="connsiteX12" fmla="*/ 62678 w 115434"/>
                <a:gd name="connsiteY12" fmla="*/ 51936 h 147967"/>
                <a:gd name="connsiteX13" fmla="*/ 73743 w 115434"/>
                <a:gd name="connsiteY13" fmla="*/ 50284 h 147967"/>
                <a:gd name="connsiteX14" fmla="*/ 81505 w 115434"/>
                <a:gd name="connsiteY14" fmla="*/ 50945 h 147967"/>
                <a:gd name="connsiteX15" fmla="*/ 71431 w 115434"/>
                <a:gd name="connsiteY15" fmla="*/ 52926 h 147967"/>
                <a:gd name="connsiteX16" fmla="*/ 62678 w 115434"/>
                <a:gd name="connsiteY16" fmla="*/ 51936 h 147967"/>
                <a:gd name="connsiteX17" fmla="*/ 89431 w 115434"/>
                <a:gd name="connsiteY17" fmla="*/ 44009 h 147967"/>
                <a:gd name="connsiteX18" fmla="*/ 74238 w 115434"/>
                <a:gd name="connsiteY18" fmla="*/ 42688 h 147967"/>
                <a:gd name="connsiteX19" fmla="*/ 52109 w 115434"/>
                <a:gd name="connsiteY19" fmla="*/ 52596 h 147967"/>
                <a:gd name="connsiteX20" fmla="*/ 71101 w 115434"/>
                <a:gd name="connsiteY20" fmla="*/ 60523 h 147967"/>
                <a:gd name="connsiteX21" fmla="*/ 91413 w 115434"/>
                <a:gd name="connsiteY21" fmla="*/ 57055 h 147967"/>
                <a:gd name="connsiteX22" fmla="*/ 93395 w 115434"/>
                <a:gd name="connsiteY22" fmla="*/ 65808 h 147967"/>
                <a:gd name="connsiteX23" fmla="*/ 83651 w 115434"/>
                <a:gd name="connsiteY23" fmla="*/ 98506 h 147967"/>
                <a:gd name="connsiteX24" fmla="*/ 58385 w 115434"/>
                <a:gd name="connsiteY24" fmla="*/ 110561 h 147967"/>
                <a:gd name="connsiteX25" fmla="*/ 26017 w 115434"/>
                <a:gd name="connsiteY25" fmla="*/ 87111 h 147967"/>
                <a:gd name="connsiteX26" fmla="*/ 28989 w 115434"/>
                <a:gd name="connsiteY26" fmla="*/ 72413 h 147967"/>
                <a:gd name="connsiteX27" fmla="*/ 35430 w 115434"/>
                <a:gd name="connsiteY27" fmla="*/ 46156 h 147967"/>
                <a:gd name="connsiteX28" fmla="*/ 52935 w 115434"/>
                <a:gd name="connsiteY28" fmla="*/ 19237 h 147967"/>
                <a:gd name="connsiteX29" fmla="*/ 85468 w 115434"/>
                <a:gd name="connsiteY29" fmla="*/ 7677 h 147967"/>
                <a:gd name="connsiteX30" fmla="*/ 96698 w 115434"/>
                <a:gd name="connsiteY30" fmla="*/ 17586 h 147967"/>
                <a:gd name="connsiteX31" fmla="*/ 89431 w 115434"/>
                <a:gd name="connsiteY31" fmla="*/ 44009 h 14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434" h="147967">
                  <a:moveTo>
                    <a:pt x="10989" y="144415"/>
                  </a:moveTo>
                  <a:lnTo>
                    <a:pt x="21062" y="103625"/>
                  </a:lnTo>
                  <a:cubicBezTo>
                    <a:pt x="24200" y="107754"/>
                    <a:pt x="35265" y="118158"/>
                    <a:pt x="58550" y="118158"/>
                  </a:cubicBezTo>
                  <a:cubicBezTo>
                    <a:pt x="95542" y="118158"/>
                    <a:pt x="114368" y="93056"/>
                    <a:pt x="114368" y="72248"/>
                  </a:cubicBezTo>
                  <a:cubicBezTo>
                    <a:pt x="114368" y="62670"/>
                    <a:pt x="110570" y="55073"/>
                    <a:pt x="103138" y="49789"/>
                  </a:cubicBezTo>
                  <a:cubicBezTo>
                    <a:pt x="110405" y="43844"/>
                    <a:pt x="115689" y="33274"/>
                    <a:pt x="115689" y="23531"/>
                  </a:cubicBezTo>
                  <a:cubicBezTo>
                    <a:pt x="115689" y="10155"/>
                    <a:pt x="106111" y="81"/>
                    <a:pt x="86294" y="81"/>
                  </a:cubicBezTo>
                  <a:cubicBezTo>
                    <a:pt x="61853" y="81"/>
                    <a:pt x="32457" y="15604"/>
                    <a:pt x="25852" y="42357"/>
                  </a:cubicBezTo>
                  <a:lnTo>
                    <a:pt x="915" y="142268"/>
                  </a:lnTo>
                  <a:cubicBezTo>
                    <a:pt x="255" y="144580"/>
                    <a:pt x="255" y="144911"/>
                    <a:pt x="255" y="145076"/>
                  </a:cubicBezTo>
                  <a:cubicBezTo>
                    <a:pt x="255" y="148048"/>
                    <a:pt x="3062" y="148048"/>
                    <a:pt x="5539" y="148048"/>
                  </a:cubicBezTo>
                  <a:cubicBezTo>
                    <a:pt x="8842" y="148048"/>
                    <a:pt x="10163" y="148048"/>
                    <a:pt x="10989" y="144415"/>
                  </a:cubicBezTo>
                  <a:close/>
                  <a:moveTo>
                    <a:pt x="62678" y="51936"/>
                  </a:moveTo>
                  <a:cubicBezTo>
                    <a:pt x="64825" y="50945"/>
                    <a:pt x="66312" y="50284"/>
                    <a:pt x="73743" y="50284"/>
                  </a:cubicBezTo>
                  <a:cubicBezTo>
                    <a:pt x="76385" y="50284"/>
                    <a:pt x="78532" y="50284"/>
                    <a:pt x="81505" y="50945"/>
                  </a:cubicBezTo>
                  <a:cubicBezTo>
                    <a:pt x="77871" y="52926"/>
                    <a:pt x="74404" y="52926"/>
                    <a:pt x="71431" y="52926"/>
                  </a:cubicBezTo>
                  <a:cubicBezTo>
                    <a:pt x="66477" y="52926"/>
                    <a:pt x="65981" y="52761"/>
                    <a:pt x="62678" y="51936"/>
                  </a:cubicBezTo>
                  <a:close/>
                  <a:moveTo>
                    <a:pt x="89431" y="44009"/>
                  </a:moveTo>
                  <a:cubicBezTo>
                    <a:pt x="83156" y="42688"/>
                    <a:pt x="77541" y="42688"/>
                    <a:pt x="74238" y="42688"/>
                  </a:cubicBezTo>
                  <a:cubicBezTo>
                    <a:pt x="67137" y="42688"/>
                    <a:pt x="52109" y="42688"/>
                    <a:pt x="52109" y="52596"/>
                  </a:cubicBezTo>
                  <a:cubicBezTo>
                    <a:pt x="52109" y="60358"/>
                    <a:pt x="63009" y="60523"/>
                    <a:pt x="71101" y="60523"/>
                  </a:cubicBezTo>
                  <a:cubicBezTo>
                    <a:pt x="75890" y="60523"/>
                    <a:pt x="82661" y="60523"/>
                    <a:pt x="91413" y="57055"/>
                  </a:cubicBezTo>
                  <a:cubicBezTo>
                    <a:pt x="92899" y="59367"/>
                    <a:pt x="93395" y="62835"/>
                    <a:pt x="93395" y="65808"/>
                  </a:cubicBezTo>
                  <a:cubicBezTo>
                    <a:pt x="93395" y="71588"/>
                    <a:pt x="89927" y="89753"/>
                    <a:pt x="83651" y="98506"/>
                  </a:cubicBezTo>
                  <a:cubicBezTo>
                    <a:pt x="77706" y="106598"/>
                    <a:pt x="68624" y="110561"/>
                    <a:pt x="58385" y="110561"/>
                  </a:cubicBezTo>
                  <a:cubicBezTo>
                    <a:pt x="44348" y="110561"/>
                    <a:pt x="26017" y="104121"/>
                    <a:pt x="26017" y="87111"/>
                  </a:cubicBezTo>
                  <a:cubicBezTo>
                    <a:pt x="26017" y="83973"/>
                    <a:pt x="27668" y="77202"/>
                    <a:pt x="28989" y="72413"/>
                  </a:cubicBezTo>
                  <a:cubicBezTo>
                    <a:pt x="29815" y="68780"/>
                    <a:pt x="35100" y="47642"/>
                    <a:pt x="35430" y="46156"/>
                  </a:cubicBezTo>
                  <a:cubicBezTo>
                    <a:pt x="36916" y="40376"/>
                    <a:pt x="39724" y="29146"/>
                    <a:pt x="52935" y="19237"/>
                  </a:cubicBezTo>
                  <a:cubicBezTo>
                    <a:pt x="66477" y="8999"/>
                    <a:pt x="79523" y="7677"/>
                    <a:pt x="85468" y="7677"/>
                  </a:cubicBezTo>
                  <a:cubicBezTo>
                    <a:pt x="96698" y="7677"/>
                    <a:pt x="96698" y="14944"/>
                    <a:pt x="96698" y="17586"/>
                  </a:cubicBezTo>
                  <a:cubicBezTo>
                    <a:pt x="96698" y="21549"/>
                    <a:pt x="93725" y="36577"/>
                    <a:pt x="89431" y="4400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3" name="Freeform: Shape 5292">
              <a:extLst>
                <a:ext uri="{FF2B5EF4-FFF2-40B4-BE49-F238E27FC236}">
                  <a16:creationId xmlns:a16="http://schemas.microsoft.com/office/drawing/2014/main" id="{EA8F82FE-ECDE-D38D-6623-E0B7622169A6}"/>
                </a:ext>
              </a:extLst>
            </p:cNvPr>
            <p:cNvSpPr/>
            <p:nvPr>
              <p:custDataLst>
                <p:tags r:id="rId124"/>
              </p:custDataLst>
            </p:nvPr>
          </p:nvSpPr>
          <p:spPr>
            <a:xfrm>
              <a:off x="7716495" y="5043146"/>
              <a:ext cx="111636" cy="8091"/>
            </a:xfrm>
            <a:custGeom>
              <a:avLst/>
              <a:gdLst>
                <a:gd name="connsiteX0" fmla="*/ 105291 w 111636"/>
                <a:gd name="connsiteY0" fmla="*/ 8173 h 8091"/>
                <a:gd name="connsiteX1" fmla="*/ 111896 w 111636"/>
                <a:gd name="connsiteY1" fmla="*/ 4209 h 8091"/>
                <a:gd name="connsiteX2" fmla="*/ 105291 w 111636"/>
                <a:gd name="connsiteY2" fmla="*/ 81 h 8091"/>
                <a:gd name="connsiteX3" fmla="*/ 6866 w 111636"/>
                <a:gd name="connsiteY3" fmla="*/ 81 h 8091"/>
                <a:gd name="connsiteX4" fmla="*/ 260 w 111636"/>
                <a:gd name="connsiteY4" fmla="*/ 4044 h 8091"/>
                <a:gd name="connsiteX5" fmla="*/ 6866 w 111636"/>
                <a:gd name="connsiteY5" fmla="*/ 8173 h 8091"/>
                <a:gd name="connsiteX6" fmla="*/ 105291 w 111636"/>
                <a:gd name="connsiteY6" fmla="*/ 8173 h 8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636" h="8091">
                  <a:moveTo>
                    <a:pt x="105291" y="8173"/>
                  </a:moveTo>
                  <a:cubicBezTo>
                    <a:pt x="107933" y="8173"/>
                    <a:pt x="111896" y="8173"/>
                    <a:pt x="111896" y="4209"/>
                  </a:cubicBezTo>
                  <a:cubicBezTo>
                    <a:pt x="111896" y="81"/>
                    <a:pt x="108098" y="81"/>
                    <a:pt x="105291" y="81"/>
                  </a:cubicBezTo>
                  <a:lnTo>
                    <a:pt x="6866" y="81"/>
                  </a:lnTo>
                  <a:cubicBezTo>
                    <a:pt x="4223" y="81"/>
                    <a:pt x="260" y="81"/>
                    <a:pt x="260" y="4044"/>
                  </a:cubicBezTo>
                  <a:cubicBezTo>
                    <a:pt x="260" y="8173"/>
                    <a:pt x="4058" y="8173"/>
                    <a:pt x="6866" y="8173"/>
                  </a:cubicBezTo>
                  <a:lnTo>
                    <a:pt x="105291" y="817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4" name="Freeform: Shape 5293">
              <a:extLst>
                <a:ext uri="{FF2B5EF4-FFF2-40B4-BE49-F238E27FC236}">
                  <a16:creationId xmlns:a16="http://schemas.microsoft.com/office/drawing/2014/main" id="{3609074E-579F-53E6-ACC3-B401B2551E32}"/>
                </a:ext>
              </a:extLst>
            </p:cNvPr>
            <p:cNvSpPr/>
            <p:nvPr>
              <p:custDataLst>
                <p:tags r:id="rId125"/>
              </p:custDataLst>
            </p:nvPr>
          </p:nvSpPr>
          <p:spPr>
            <a:xfrm>
              <a:off x="7851889" y="5015237"/>
              <a:ext cx="101232" cy="73323"/>
            </a:xfrm>
            <a:custGeom>
              <a:avLst/>
              <a:gdLst>
                <a:gd name="connsiteX0" fmla="*/ 59717 w 101232"/>
                <a:gd name="connsiteY0" fmla="*/ 33440 h 73323"/>
                <a:gd name="connsiteX1" fmla="*/ 82507 w 101232"/>
                <a:gd name="connsiteY1" fmla="*/ 10485 h 73323"/>
                <a:gd name="connsiteX2" fmla="*/ 97865 w 101232"/>
                <a:gd name="connsiteY2" fmla="*/ 9329 h 73323"/>
                <a:gd name="connsiteX3" fmla="*/ 97865 w 101232"/>
                <a:gd name="connsiteY3" fmla="*/ 81 h 73323"/>
                <a:gd name="connsiteX4" fmla="*/ 81847 w 101232"/>
                <a:gd name="connsiteY4" fmla="*/ 741 h 73323"/>
                <a:gd name="connsiteX5" fmla="*/ 63516 w 101232"/>
                <a:gd name="connsiteY5" fmla="*/ 81 h 73323"/>
                <a:gd name="connsiteX6" fmla="*/ 63516 w 101232"/>
                <a:gd name="connsiteY6" fmla="*/ 9329 h 73323"/>
                <a:gd name="connsiteX7" fmla="*/ 67975 w 101232"/>
                <a:gd name="connsiteY7" fmla="*/ 10320 h 73323"/>
                <a:gd name="connsiteX8" fmla="*/ 52451 w 101232"/>
                <a:gd name="connsiteY8" fmla="*/ 26008 h 73323"/>
                <a:gd name="connsiteX9" fmla="*/ 36432 w 101232"/>
                <a:gd name="connsiteY9" fmla="*/ 9329 h 73323"/>
                <a:gd name="connsiteX10" fmla="*/ 40891 w 101232"/>
                <a:gd name="connsiteY10" fmla="*/ 9329 h 73323"/>
                <a:gd name="connsiteX11" fmla="*/ 40891 w 101232"/>
                <a:gd name="connsiteY11" fmla="*/ 81 h 73323"/>
                <a:gd name="connsiteX12" fmla="*/ 19918 w 101232"/>
                <a:gd name="connsiteY12" fmla="*/ 741 h 73323"/>
                <a:gd name="connsiteX13" fmla="*/ 1257 w 101232"/>
                <a:gd name="connsiteY13" fmla="*/ 81 h 73323"/>
                <a:gd name="connsiteX14" fmla="*/ 1257 w 101232"/>
                <a:gd name="connsiteY14" fmla="*/ 9329 h 73323"/>
                <a:gd name="connsiteX15" fmla="*/ 13643 w 101232"/>
                <a:gd name="connsiteY15" fmla="*/ 9329 h 73323"/>
                <a:gd name="connsiteX16" fmla="*/ 40726 w 101232"/>
                <a:gd name="connsiteY16" fmla="*/ 37568 h 73323"/>
                <a:gd name="connsiteX17" fmla="*/ 16946 w 101232"/>
                <a:gd name="connsiteY17" fmla="*/ 61514 h 73323"/>
                <a:gd name="connsiteX18" fmla="*/ 9514 w 101232"/>
                <a:gd name="connsiteY18" fmla="*/ 63991 h 73323"/>
                <a:gd name="connsiteX19" fmla="*/ 266 w 101232"/>
                <a:gd name="connsiteY19" fmla="*/ 64156 h 73323"/>
                <a:gd name="connsiteX20" fmla="*/ 266 w 101232"/>
                <a:gd name="connsiteY20" fmla="*/ 73404 h 73323"/>
                <a:gd name="connsiteX21" fmla="*/ 16285 w 101232"/>
                <a:gd name="connsiteY21" fmla="*/ 72744 h 73323"/>
                <a:gd name="connsiteX22" fmla="*/ 34616 w 101232"/>
                <a:gd name="connsiteY22" fmla="*/ 73404 h 73323"/>
                <a:gd name="connsiteX23" fmla="*/ 34616 w 101232"/>
                <a:gd name="connsiteY23" fmla="*/ 64156 h 73323"/>
                <a:gd name="connsiteX24" fmla="*/ 30157 w 101232"/>
                <a:gd name="connsiteY24" fmla="*/ 63000 h 73323"/>
                <a:gd name="connsiteX25" fmla="*/ 47992 w 101232"/>
                <a:gd name="connsiteY25" fmla="*/ 45165 h 73323"/>
                <a:gd name="connsiteX26" fmla="*/ 66323 w 101232"/>
                <a:gd name="connsiteY26" fmla="*/ 64156 h 73323"/>
                <a:gd name="connsiteX27" fmla="*/ 62029 w 101232"/>
                <a:gd name="connsiteY27" fmla="*/ 64156 h 73323"/>
                <a:gd name="connsiteX28" fmla="*/ 62029 w 101232"/>
                <a:gd name="connsiteY28" fmla="*/ 73404 h 73323"/>
                <a:gd name="connsiteX29" fmla="*/ 83003 w 101232"/>
                <a:gd name="connsiteY29" fmla="*/ 72744 h 73323"/>
                <a:gd name="connsiteX30" fmla="*/ 101498 w 101232"/>
                <a:gd name="connsiteY30" fmla="*/ 73404 h 73323"/>
                <a:gd name="connsiteX31" fmla="*/ 101498 w 101232"/>
                <a:gd name="connsiteY31" fmla="*/ 64156 h 73323"/>
                <a:gd name="connsiteX32" fmla="*/ 89278 w 101232"/>
                <a:gd name="connsiteY32" fmla="*/ 64156 h 73323"/>
                <a:gd name="connsiteX33" fmla="*/ 59717 w 101232"/>
                <a:gd name="connsiteY33" fmla="*/ 33440 h 73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1232" h="73323">
                  <a:moveTo>
                    <a:pt x="59717" y="33440"/>
                  </a:moveTo>
                  <a:lnTo>
                    <a:pt x="82507" y="10485"/>
                  </a:lnTo>
                  <a:cubicBezTo>
                    <a:pt x="86470" y="9329"/>
                    <a:pt x="90764" y="9329"/>
                    <a:pt x="97865" y="9329"/>
                  </a:cubicBezTo>
                  <a:lnTo>
                    <a:pt x="97865" y="81"/>
                  </a:lnTo>
                  <a:cubicBezTo>
                    <a:pt x="92581" y="576"/>
                    <a:pt x="87131" y="741"/>
                    <a:pt x="81847" y="741"/>
                  </a:cubicBezTo>
                  <a:cubicBezTo>
                    <a:pt x="76232" y="741"/>
                    <a:pt x="64837" y="246"/>
                    <a:pt x="63516" y="81"/>
                  </a:cubicBezTo>
                  <a:lnTo>
                    <a:pt x="63516" y="9329"/>
                  </a:lnTo>
                  <a:cubicBezTo>
                    <a:pt x="65663" y="9329"/>
                    <a:pt x="66819" y="9659"/>
                    <a:pt x="67975" y="10320"/>
                  </a:cubicBezTo>
                  <a:lnTo>
                    <a:pt x="52451" y="26008"/>
                  </a:lnTo>
                  <a:lnTo>
                    <a:pt x="36432" y="9329"/>
                  </a:lnTo>
                  <a:lnTo>
                    <a:pt x="40891" y="9329"/>
                  </a:lnTo>
                  <a:lnTo>
                    <a:pt x="40891" y="81"/>
                  </a:lnTo>
                  <a:cubicBezTo>
                    <a:pt x="39900" y="81"/>
                    <a:pt x="26854" y="741"/>
                    <a:pt x="19918" y="741"/>
                  </a:cubicBezTo>
                  <a:cubicBezTo>
                    <a:pt x="13643" y="741"/>
                    <a:pt x="7532" y="576"/>
                    <a:pt x="1257" y="81"/>
                  </a:cubicBezTo>
                  <a:lnTo>
                    <a:pt x="1257" y="9329"/>
                  </a:lnTo>
                  <a:lnTo>
                    <a:pt x="13643" y="9329"/>
                  </a:lnTo>
                  <a:lnTo>
                    <a:pt x="40726" y="37568"/>
                  </a:lnTo>
                  <a:lnTo>
                    <a:pt x="16946" y="61514"/>
                  </a:lnTo>
                  <a:cubicBezTo>
                    <a:pt x="14799" y="63496"/>
                    <a:pt x="14634" y="63661"/>
                    <a:pt x="9514" y="63991"/>
                  </a:cubicBezTo>
                  <a:cubicBezTo>
                    <a:pt x="6872" y="64156"/>
                    <a:pt x="1092" y="64156"/>
                    <a:pt x="266" y="64156"/>
                  </a:cubicBezTo>
                  <a:lnTo>
                    <a:pt x="266" y="73404"/>
                  </a:lnTo>
                  <a:cubicBezTo>
                    <a:pt x="5551" y="72909"/>
                    <a:pt x="11000" y="72744"/>
                    <a:pt x="16285" y="72744"/>
                  </a:cubicBezTo>
                  <a:cubicBezTo>
                    <a:pt x="20744" y="72744"/>
                    <a:pt x="32469" y="73239"/>
                    <a:pt x="34616" y="73404"/>
                  </a:cubicBezTo>
                  <a:lnTo>
                    <a:pt x="34616" y="64156"/>
                  </a:lnTo>
                  <a:cubicBezTo>
                    <a:pt x="31973" y="64156"/>
                    <a:pt x="31313" y="63826"/>
                    <a:pt x="30157" y="63000"/>
                  </a:cubicBezTo>
                  <a:lnTo>
                    <a:pt x="47992" y="45165"/>
                  </a:lnTo>
                  <a:lnTo>
                    <a:pt x="66323" y="64156"/>
                  </a:lnTo>
                  <a:lnTo>
                    <a:pt x="62029" y="64156"/>
                  </a:lnTo>
                  <a:lnTo>
                    <a:pt x="62029" y="73404"/>
                  </a:lnTo>
                  <a:cubicBezTo>
                    <a:pt x="62195" y="73404"/>
                    <a:pt x="75406" y="72744"/>
                    <a:pt x="83003" y="72744"/>
                  </a:cubicBezTo>
                  <a:cubicBezTo>
                    <a:pt x="89113" y="72744"/>
                    <a:pt x="95388" y="72909"/>
                    <a:pt x="101498" y="73404"/>
                  </a:cubicBezTo>
                  <a:lnTo>
                    <a:pt x="101498" y="64156"/>
                  </a:lnTo>
                  <a:lnTo>
                    <a:pt x="89278" y="64156"/>
                  </a:lnTo>
                  <a:lnTo>
                    <a:pt x="59717" y="3344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5" name="Freeform: Shape 5294">
              <a:extLst>
                <a:ext uri="{FF2B5EF4-FFF2-40B4-BE49-F238E27FC236}">
                  <a16:creationId xmlns:a16="http://schemas.microsoft.com/office/drawing/2014/main" id="{88F365B2-F395-4E72-5850-C80B073BDDE2}"/>
                </a:ext>
              </a:extLst>
            </p:cNvPr>
            <p:cNvSpPr/>
            <p:nvPr>
              <p:custDataLst>
                <p:tags r:id="rId126"/>
              </p:custDataLst>
            </p:nvPr>
          </p:nvSpPr>
          <p:spPr>
            <a:xfrm>
              <a:off x="7969828" y="4975438"/>
              <a:ext cx="32674" cy="61456"/>
            </a:xfrm>
            <a:custGeom>
              <a:avLst/>
              <a:gdLst>
                <a:gd name="connsiteX0" fmla="*/ 31766 w 32674"/>
                <a:gd name="connsiteY0" fmla="*/ 11167 h 61456"/>
                <a:gd name="connsiteX1" fmla="*/ 32946 w 32674"/>
                <a:gd name="connsiteY1" fmla="*/ 7038 h 61456"/>
                <a:gd name="connsiteX2" fmla="*/ 25632 w 32674"/>
                <a:gd name="connsiteY2" fmla="*/ 79 h 61456"/>
                <a:gd name="connsiteX3" fmla="*/ 18908 w 32674"/>
                <a:gd name="connsiteY3" fmla="*/ 5505 h 61456"/>
                <a:gd name="connsiteX4" fmla="*/ 743 w 32674"/>
                <a:gd name="connsiteY4" fmla="*/ 56581 h 61456"/>
                <a:gd name="connsiteX5" fmla="*/ 271 w 32674"/>
                <a:gd name="connsiteY5" fmla="*/ 58469 h 61456"/>
                <a:gd name="connsiteX6" fmla="*/ 5343 w 32674"/>
                <a:gd name="connsiteY6" fmla="*/ 61535 h 61456"/>
                <a:gd name="connsiteX7" fmla="*/ 7348 w 32674"/>
                <a:gd name="connsiteY7" fmla="*/ 59530 h 61456"/>
                <a:gd name="connsiteX8" fmla="*/ 31766 w 32674"/>
                <a:gd name="connsiteY8" fmla="*/ 11167 h 6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74" h="61456">
                  <a:moveTo>
                    <a:pt x="31766" y="11167"/>
                  </a:moveTo>
                  <a:cubicBezTo>
                    <a:pt x="31884" y="11049"/>
                    <a:pt x="32946" y="8808"/>
                    <a:pt x="32946" y="7038"/>
                  </a:cubicBezTo>
                  <a:cubicBezTo>
                    <a:pt x="32946" y="2792"/>
                    <a:pt x="29171" y="79"/>
                    <a:pt x="25632" y="79"/>
                  </a:cubicBezTo>
                  <a:cubicBezTo>
                    <a:pt x="20796" y="79"/>
                    <a:pt x="19498" y="3736"/>
                    <a:pt x="18908" y="5505"/>
                  </a:cubicBezTo>
                  <a:lnTo>
                    <a:pt x="743" y="56581"/>
                  </a:lnTo>
                  <a:cubicBezTo>
                    <a:pt x="271" y="57997"/>
                    <a:pt x="271" y="58351"/>
                    <a:pt x="271" y="58469"/>
                  </a:cubicBezTo>
                  <a:cubicBezTo>
                    <a:pt x="271" y="60356"/>
                    <a:pt x="5225" y="61535"/>
                    <a:pt x="5343" y="61535"/>
                  </a:cubicBezTo>
                  <a:cubicBezTo>
                    <a:pt x="6405" y="61535"/>
                    <a:pt x="6641" y="60946"/>
                    <a:pt x="7348" y="59530"/>
                  </a:cubicBezTo>
                  <a:lnTo>
                    <a:pt x="31766" y="1116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96" name="Freeform: Shape 5295">
              <a:extLst>
                <a:ext uri="{FF2B5EF4-FFF2-40B4-BE49-F238E27FC236}">
                  <a16:creationId xmlns:a16="http://schemas.microsoft.com/office/drawing/2014/main" id="{D1CF2463-0845-0151-05F9-DA0BEC66B52F}"/>
                </a:ext>
              </a:extLst>
            </p:cNvPr>
            <p:cNvSpPr/>
            <p:nvPr>
              <p:custDataLst>
                <p:tags r:id="rId127"/>
              </p:custDataLst>
            </p:nvPr>
          </p:nvSpPr>
          <p:spPr>
            <a:xfrm>
              <a:off x="8026139" y="4972630"/>
              <a:ext cx="115434" cy="147967"/>
            </a:xfrm>
            <a:custGeom>
              <a:avLst/>
              <a:gdLst>
                <a:gd name="connsiteX0" fmla="*/ 11008 w 115434"/>
                <a:gd name="connsiteY0" fmla="*/ 144415 h 147967"/>
                <a:gd name="connsiteX1" fmla="*/ 21082 w 115434"/>
                <a:gd name="connsiteY1" fmla="*/ 103625 h 147967"/>
                <a:gd name="connsiteX2" fmla="*/ 58569 w 115434"/>
                <a:gd name="connsiteY2" fmla="*/ 118158 h 147967"/>
                <a:gd name="connsiteX3" fmla="*/ 114387 w 115434"/>
                <a:gd name="connsiteY3" fmla="*/ 72248 h 147967"/>
                <a:gd name="connsiteX4" fmla="*/ 103157 w 115434"/>
                <a:gd name="connsiteY4" fmla="*/ 49789 h 147967"/>
                <a:gd name="connsiteX5" fmla="*/ 115708 w 115434"/>
                <a:gd name="connsiteY5" fmla="*/ 23531 h 147967"/>
                <a:gd name="connsiteX6" fmla="*/ 86313 w 115434"/>
                <a:gd name="connsiteY6" fmla="*/ 81 h 147967"/>
                <a:gd name="connsiteX7" fmla="*/ 25871 w 115434"/>
                <a:gd name="connsiteY7" fmla="*/ 42357 h 147967"/>
                <a:gd name="connsiteX8" fmla="*/ 934 w 115434"/>
                <a:gd name="connsiteY8" fmla="*/ 142268 h 147967"/>
                <a:gd name="connsiteX9" fmla="*/ 274 w 115434"/>
                <a:gd name="connsiteY9" fmla="*/ 145076 h 147967"/>
                <a:gd name="connsiteX10" fmla="*/ 5558 w 115434"/>
                <a:gd name="connsiteY10" fmla="*/ 148048 h 147967"/>
                <a:gd name="connsiteX11" fmla="*/ 11008 w 115434"/>
                <a:gd name="connsiteY11" fmla="*/ 144415 h 147967"/>
                <a:gd name="connsiteX12" fmla="*/ 62697 w 115434"/>
                <a:gd name="connsiteY12" fmla="*/ 51936 h 147967"/>
                <a:gd name="connsiteX13" fmla="*/ 73762 w 115434"/>
                <a:gd name="connsiteY13" fmla="*/ 50284 h 147967"/>
                <a:gd name="connsiteX14" fmla="*/ 81524 w 115434"/>
                <a:gd name="connsiteY14" fmla="*/ 50945 h 147967"/>
                <a:gd name="connsiteX15" fmla="*/ 71450 w 115434"/>
                <a:gd name="connsiteY15" fmla="*/ 52926 h 147967"/>
                <a:gd name="connsiteX16" fmla="*/ 62697 w 115434"/>
                <a:gd name="connsiteY16" fmla="*/ 51936 h 147967"/>
                <a:gd name="connsiteX17" fmla="*/ 89451 w 115434"/>
                <a:gd name="connsiteY17" fmla="*/ 44009 h 147967"/>
                <a:gd name="connsiteX18" fmla="*/ 74257 w 115434"/>
                <a:gd name="connsiteY18" fmla="*/ 42688 h 147967"/>
                <a:gd name="connsiteX19" fmla="*/ 52128 w 115434"/>
                <a:gd name="connsiteY19" fmla="*/ 52596 h 147967"/>
                <a:gd name="connsiteX20" fmla="*/ 71120 w 115434"/>
                <a:gd name="connsiteY20" fmla="*/ 60523 h 147967"/>
                <a:gd name="connsiteX21" fmla="*/ 91432 w 115434"/>
                <a:gd name="connsiteY21" fmla="*/ 57055 h 147967"/>
                <a:gd name="connsiteX22" fmla="*/ 93414 w 115434"/>
                <a:gd name="connsiteY22" fmla="*/ 65808 h 147967"/>
                <a:gd name="connsiteX23" fmla="*/ 83671 w 115434"/>
                <a:gd name="connsiteY23" fmla="*/ 98506 h 147967"/>
                <a:gd name="connsiteX24" fmla="*/ 58404 w 115434"/>
                <a:gd name="connsiteY24" fmla="*/ 110561 h 147967"/>
                <a:gd name="connsiteX25" fmla="*/ 26036 w 115434"/>
                <a:gd name="connsiteY25" fmla="*/ 87111 h 147967"/>
                <a:gd name="connsiteX26" fmla="*/ 29008 w 115434"/>
                <a:gd name="connsiteY26" fmla="*/ 72413 h 147967"/>
                <a:gd name="connsiteX27" fmla="*/ 35449 w 115434"/>
                <a:gd name="connsiteY27" fmla="*/ 46156 h 147967"/>
                <a:gd name="connsiteX28" fmla="*/ 52954 w 115434"/>
                <a:gd name="connsiteY28" fmla="*/ 19237 h 147967"/>
                <a:gd name="connsiteX29" fmla="*/ 85487 w 115434"/>
                <a:gd name="connsiteY29" fmla="*/ 7677 h 147967"/>
                <a:gd name="connsiteX30" fmla="*/ 96717 w 115434"/>
                <a:gd name="connsiteY30" fmla="*/ 17586 h 147967"/>
                <a:gd name="connsiteX31" fmla="*/ 89451 w 115434"/>
                <a:gd name="connsiteY31" fmla="*/ 44009 h 14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434" h="147967">
                  <a:moveTo>
                    <a:pt x="11008" y="144415"/>
                  </a:moveTo>
                  <a:lnTo>
                    <a:pt x="21082" y="103625"/>
                  </a:lnTo>
                  <a:cubicBezTo>
                    <a:pt x="24219" y="107754"/>
                    <a:pt x="35284" y="118158"/>
                    <a:pt x="58569" y="118158"/>
                  </a:cubicBezTo>
                  <a:cubicBezTo>
                    <a:pt x="95561" y="118158"/>
                    <a:pt x="114387" y="93056"/>
                    <a:pt x="114387" y="72248"/>
                  </a:cubicBezTo>
                  <a:cubicBezTo>
                    <a:pt x="114387" y="62670"/>
                    <a:pt x="110589" y="55073"/>
                    <a:pt x="103157" y="49789"/>
                  </a:cubicBezTo>
                  <a:cubicBezTo>
                    <a:pt x="110424" y="43844"/>
                    <a:pt x="115708" y="33274"/>
                    <a:pt x="115708" y="23531"/>
                  </a:cubicBezTo>
                  <a:cubicBezTo>
                    <a:pt x="115708" y="10155"/>
                    <a:pt x="106130" y="81"/>
                    <a:pt x="86313" y="81"/>
                  </a:cubicBezTo>
                  <a:cubicBezTo>
                    <a:pt x="61872" y="81"/>
                    <a:pt x="32476" y="15604"/>
                    <a:pt x="25871" y="42357"/>
                  </a:cubicBezTo>
                  <a:lnTo>
                    <a:pt x="934" y="142268"/>
                  </a:lnTo>
                  <a:cubicBezTo>
                    <a:pt x="274" y="144580"/>
                    <a:pt x="274" y="144911"/>
                    <a:pt x="274" y="145076"/>
                  </a:cubicBezTo>
                  <a:cubicBezTo>
                    <a:pt x="274" y="148048"/>
                    <a:pt x="3081" y="148048"/>
                    <a:pt x="5558" y="148048"/>
                  </a:cubicBezTo>
                  <a:cubicBezTo>
                    <a:pt x="8861" y="148048"/>
                    <a:pt x="10182" y="148048"/>
                    <a:pt x="11008" y="144415"/>
                  </a:cubicBezTo>
                  <a:close/>
                  <a:moveTo>
                    <a:pt x="62697" y="51936"/>
                  </a:moveTo>
                  <a:cubicBezTo>
                    <a:pt x="64844" y="50945"/>
                    <a:pt x="66331" y="50284"/>
                    <a:pt x="73762" y="50284"/>
                  </a:cubicBezTo>
                  <a:cubicBezTo>
                    <a:pt x="76404" y="50284"/>
                    <a:pt x="78551" y="50284"/>
                    <a:pt x="81524" y="50945"/>
                  </a:cubicBezTo>
                  <a:cubicBezTo>
                    <a:pt x="77891" y="52926"/>
                    <a:pt x="74423" y="52926"/>
                    <a:pt x="71450" y="52926"/>
                  </a:cubicBezTo>
                  <a:cubicBezTo>
                    <a:pt x="66496" y="52926"/>
                    <a:pt x="66000" y="52761"/>
                    <a:pt x="62697" y="51936"/>
                  </a:cubicBezTo>
                  <a:close/>
                  <a:moveTo>
                    <a:pt x="89451" y="44009"/>
                  </a:moveTo>
                  <a:cubicBezTo>
                    <a:pt x="83175" y="42688"/>
                    <a:pt x="77560" y="42688"/>
                    <a:pt x="74257" y="42688"/>
                  </a:cubicBezTo>
                  <a:cubicBezTo>
                    <a:pt x="67156" y="42688"/>
                    <a:pt x="52128" y="42688"/>
                    <a:pt x="52128" y="52596"/>
                  </a:cubicBezTo>
                  <a:cubicBezTo>
                    <a:pt x="52128" y="60358"/>
                    <a:pt x="63028" y="60523"/>
                    <a:pt x="71120" y="60523"/>
                  </a:cubicBezTo>
                  <a:cubicBezTo>
                    <a:pt x="75909" y="60523"/>
                    <a:pt x="82680" y="60523"/>
                    <a:pt x="91432" y="57055"/>
                  </a:cubicBezTo>
                  <a:cubicBezTo>
                    <a:pt x="92919" y="59367"/>
                    <a:pt x="93414" y="62835"/>
                    <a:pt x="93414" y="65808"/>
                  </a:cubicBezTo>
                  <a:cubicBezTo>
                    <a:pt x="93414" y="71588"/>
                    <a:pt x="89946" y="89753"/>
                    <a:pt x="83671" y="98506"/>
                  </a:cubicBezTo>
                  <a:cubicBezTo>
                    <a:pt x="77725" y="106598"/>
                    <a:pt x="68643" y="110561"/>
                    <a:pt x="58404" y="110561"/>
                  </a:cubicBezTo>
                  <a:cubicBezTo>
                    <a:pt x="44367" y="110561"/>
                    <a:pt x="26036" y="104121"/>
                    <a:pt x="26036" y="87111"/>
                  </a:cubicBezTo>
                  <a:cubicBezTo>
                    <a:pt x="26036" y="83973"/>
                    <a:pt x="27687" y="77202"/>
                    <a:pt x="29008" y="72413"/>
                  </a:cubicBezTo>
                  <a:cubicBezTo>
                    <a:pt x="29834" y="68780"/>
                    <a:pt x="35119" y="47642"/>
                    <a:pt x="35449" y="46156"/>
                  </a:cubicBezTo>
                  <a:cubicBezTo>
                    <a:pt x="36935" y="40376"/>
                    <a:pt x="39743" y="29146"/>
                    <a:pt x="52954" y="19237"/>
                  </a:cubicBezTo>
                  <a:cubicBezTo>
                    <a:pt x="66496" y="8999"/>
                    <a:pt x="79542" y="7677"/>
                    <a:pt x="85487" y="7677"/>
                  </a:cubicBezTo>
                  <a:cubicBezTo>
                    <a:pt x="96717" y="7677"/>
                    <a:pt x="96717" y="14944"/>
                    <a:pt x="96717" y="17586"/>
                  </a:cubicBezTo>
                  <a:cubicBezTo>
                    <a:pt x="96717" y="21549"/>
                    <a:pt x="93744" y="36577"/>
                    <a:pt x="89451" y="4400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5352" name="Group 5351" descr="\documentclass{article}&#10;\usepackage{amsmath}&#10;\usepackage{amsfonts}&#10;\pagestyle{empty}&#10;\begin{document}&#10;&#10;&#10;\[&#10;p = \frac{1}{ 1 + e^{-\mathbf{x}'\boldsymbol{\beta}}}&#10;\]&#10;&#10;&#10;&#10;&#10;&#10;\end{document}" title="IguanaTex Shape Display">
            <a:extLst>
              <a:ext uri="{FF2B5EF4-FFF2-40B4-BE49-F238E27FC236}">
                <a16:creationId xmlns:a16="http://schemas.microsoft.com/office/drawing/2014/main" id="{69C9CDB2-D0E2-60F2-E3B5-79E22DC43A0F}"/>
              </a:ext>
            </a:extLst>
          </p:cNvPr>
          <p:cNvGrpSpPr>
            <a:grpSpLocks noChangeAspect="1"/>
          </p:cNvGrpSpPr>
          <p:nvPr>
            <p:custDataLst>
              <p:tags r:id="rId4"/>
            </p:custDataLst>
          </p:nvPr>
        </p:nvGrpSpPr>
        <p:grpSpPr>
          <a:xfrm>
            <a:off x="1088508" y="5390709"/>
            <a:ext cx="1088751" cy="375986"/>
            <a:chOff x="6324002" y="5350414"/>
            <a:chExt cx="1442446" cy="498130"/>
          </a:xfrm>
        </p:grpSpPr>
        <p:sp>
          <p:nvSpPr>
            <p:cNvPr id="5341" name="Freeform: Shape 5340">
              <a:extLst>
                <a:ext uri="{FF2B5EF4-FFF2-40B4-BE49-F238E27FC236}">
                  <a16:creationId xmlns:a16="http://schemas.microsoft.com/office/drawing/2014/main" id="{4BF65E68-CA23-3D43-0B7A-06BD795E72AF}"/>
                </a:ext>
              </a:extLst>
            </p:cNvPr>
            <p:cNvSpPr/>
            <p:nvPr>
              <p:custDataLst>
                <p:tags r:id="rId99"/>
              </p:custDataLst>
            </p:nvPr>
          </p:nvSpPr>
          <p:spPr>
            <a:xfrm>
              <a:off x="6324002" y="5562860"/>
              <a:ext cx="122644" cy="150043"/>
            </a:xfrm>
            <a:custGeom>
              <a:avLst/>
              <a:gdLst>
                <a:gd name="connsiteX0" fmla="*/ 18294 w 122644"/>
                <a:gd name="connsiteY0" fmla="*/ 133135 h 150043"/>
                <a:gd name="connsiteX1" fmla="*/ 5606 w 122644"/>
                <a:gd name="connsiteY1" fmla="*/ 142807 h 150043"/>
                <a:gd name="connsiteX2" fmla="*/ 203 w 122644"/>
                <a:gd name="connsiteY2" fmla="*/ 147290 h 150043"/>
                <a:gd name="connsiteX3" fmla="*/ 3257 w 122644"/>
                <a:gd name="connsiteY3" fmla="*/ 150121 h 150043"/>
                <a:gd name="connsiteX4" fmla="*/ 22993 w 122644"/>
                <a:gd name="connsiteY4" fmla="*/ 149413 h 150043"/>
                <a:gd name="connsiteX5" fmla="*/ 46253 w 122644"/>
                <a:gd name="connsiteY5" fmla="*/ 150121 h 150043"/>
                <a:gd name="connsiteX6" fmla="*/ 50482 w 122644"/>
                <a:gd name="connsiteY6" fmla="*/ 145402 h 150043"/>
                <a:gd name="connsiteX7" fmla="*/ 44843 w 122644"/>
                <a:gd name="connsiteY7" fmla="*/ 142807 h 150043"/>
                <a:gd name="connsiteX8" fmla="*/ 33096 w 122644"/>
                <a:gd name="connsiteY8" fmla="*/ 139032 h 150043"/>
                <a:gd name="connsiteX9" fmla="*/ 44608 w 122644"/>
                <a:gd name="connsiteY9" fmla="*/ 91849 h 150043"/>
                <a:gd name="connsiteX10" fmla="*/ 66224 w 122644"/>
                <a:gd name="connsiteY10" fmla="*/ 106948 h 150043"/>
                <a:gd name="connsiteX11" fmla="*/ 122847 w 122644"/>
                <a:gd name="connsiteY11" fmla="*/ 37824 h 150043"/>
                <a:gd name="connsiteX12" fmla="*/ 91599 w 122644"/>
                <a:gd name="connsiteY12" fmla="*/ 77 h 150043"/>
                <a:gd name="connsiteX13" fmla="*/ 60820 w 122644"/>
                <a:gd name="connsiteY13" fmla="*/ 17771 h 150043"/>
                <a:gd name="connsiteX14" fmla="*/ 39674 w 122644"/>
                <a:gd name="connsiteY14" fmla="*/ 77 h 150043"/>
                <a:gd name="connsiteX15" fmla="*/ 22288 w 122644"/>
                <a:gd name="connsiteY15" fmla="*/ 13524 h 150043"/>
                <a:gd name="connsiteX16" fmla="*/ 15005 w 122644"/>
                <a:gd name="connsiteY16" fmla="*/ 36408 h 150043"/>
                <a:gd name="connsiteX17" fmla="*/ 17824 w 122644"/>
                <a:gd name="connsiteY17" fmla="*/ 38767 h 150043"/>
                <a:gd name="connsiteX18" fmla="*/ 21818 w 122644"/>
                <a:gd name="connsiteY18" fmla="*/ 33341 h 150043"/>
                <a:gd name="connsiteX19" fmla="*/ 38969 w 122644"/>
                <a:gd name="connsiteY19" fmla="*/ 5267 h 150043"/>
                <a:gd name="connsiteX20" fmla="*/ 46253 w 122644"/>
                <a:gd name="connsiteY20" fmla="*/ 16119 h 150043"/>
                <a:gd name="connsiteX21" fmla="*/ 44608 w 122644"/>
                <a:gd name="connsiteY21" fmla="*/ 28151 h 150043"/>
                <a:gd name="connsiteX22" fmla="*/ 18294 w 122644"/>
                <a:gd name="connsiteY22" fmla="*/ 133135 h 150043"/>
                <a:gd name="connsiteX23" fmla="*/ 59645 w 122644"/>
                <a:gd name="connsiteY23" fmla="*/ 30746 h 150043"/>
                <a:gd name="connsiteX24" fmla="*/ 71863 w 122644"/>
                <a:gd name="connsiteY24" fmla="*/ 14232 h 150043"/>
                <a:gd name="connsiteX25" fmla="*/ 90894 w 122644"/>
                <a:gd name="connsiteY25" fmla="*/ 5267 h 150043"/>
                <a:gd name="connsiteX26" fmla="*/ 105931 w 122644"/>
                <a:gd name="connsiteY26" fmla="*/ 27443 h 150043"/>
                <a:gd name="connsiteX27" fmla="*/ 93948 w 122644"/>
                <a:gd name="connsiteY27" fmla="*/ 77458 h 150043"/>
                <a:gd name="connsiteX28" fmla="*/ 65989 w 122644"/>
                <a:gd name="connsiteY28" fmla="*/ 101757 h 150043"/>
                <a:gd name="connsiteX29" fmla="*/ 47428 w 122644"/>
                <a:gd name="connsiteY29" fmla="*/ 80761 h 150043"/>
                <a:gd name="connsiteX30" fmla="*/ 48133 w 122644"/>
                <a:gd name="connsiteY30" fmla="*/ 76986 h 150043"/>
                <a:gd name="connsiteX31" fmla="*/ 59645 w 122644"/>
                <a:gd name="connsiteY31" fmla="*/ 30746 h 150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2644" h="150043">
                  <a:moveTo>
                    <a:pt x="18294" y="133135"/>
                  </a:moveTo>
                  <a:cubicBezTo>
                    <a:pt x="16414" y="141156"/>
                    <a:pt x="15944" y="142807"/>
                    <a:pt x="5606" y="142807"/>
                  </a:cubicBezTo>
                  <a:cubicBezTo>
                    <a:pt x="2787" y="142807"/>
                    <a:pt x="203" y="142807"/>
                    <a:pt x="203" y="147290"/>
                  </a:cubicBezTo>
                  <a:cubicBezTo>
                    <a:pt x="203" y="149177"/>
                    <a:pt x="1377" y="150121"/>
                    <a:pt x="3257" y="150121"/>
                  </a:cubicBezTo>
                  <a:cubicBezTo>
                    <a:pt x="9601" y="150121"/>
                    <a:pt x="16414" y="149413"/>
                    <a:pt x="22993" y="149413"/>
                  </a:cubicBezTo>
                  <a:cubicBezTo>
                    <a:pt x="30746" y="149413"/>
                    <a:pt x="38735" y="150121"/>
                    <a:pt x="46253" y="150121"/>
                  </a:cubicBezTo>
                  <a:cubicBezTo>
                    <a:pt x="47428" y="150121"/>
                    <a:pt x="50482" y="150121"/>
                    <a:pt x="50482" y="145402"/>
                  </a:cubicBezTo>
                  <a:cubicBezTo>
                    <a:pt x="50482" y="142807"/>
                    <a:pt x="48133" y="142807"/>
                    <a:pt x="44843" y="142807"/>
                  </a:cubicBezTo>
                  <a:cubicBezTo>
                    <a:pt x="33096" y="142807"/>
                    <a:pt x="33096" y="141156"/>
                    <a:pt x="33096" y="139032"/>
                  </a:cubicBezTo>
                  <a:cubicBezTo>
                    <a:pt x="33096" y="136201"/>
                    <a:pt x="42964" y="97747"/>
                    <a:pt x="44608" y="91849"/>
                  </a:cubicBezTo>
                  <a:cubicBezTo>
                    <a:pt x="47663" y="98691"/>
                    <a:pt x="54241" y="106948"/>
                    <a:pt x="66224" y="106948"/>
                  </a:cubicBezTo>
                  <a:cubicBezTo>
                    <a:pt x="93478" y="106948"/>
                    <a:pt x="122847" y="72504"/>
                    <a:pt x="122847" y="37824"/>
                  </a:cubicBezTo>
                  <a:cubicBezTo>
                    <a:pt x="122847" y="15647"/>
                    <a:pt x="109455" y="77"/>
                    <a:pt x="91599" y="77"/>
                  </a:cubicBezTo>
                  <a:cubicBezTo>
                    <a:pt x="79851" y="77"/>
                    <a:pt x="68573" y="8570"/>
                    <a:pt x="60820" y="17771"/>
                  </a:cubicBezTo>
                  <a:cubicBezTo>
                    <a:pt x="58470" y="5031"/>
                    <a:pt x="48368" y="77"/>
                    <a:pt x="39674" y="77"/>
                  </a:cubicBezTo>
                  <a:cubicBezTo>
                    <a:pt x="28867" y="77"/>
                    <a:pt x="24403" y="9278"/>
                    <a:pt x="22288" y="13524"/>
                  </a:cubicBezTo>
                  <a:cubicBezTo>
                    <a:pt x="18059" y="21545"/>
                    <a:pt x="15005" y="35701"/>
                    <a:pt x="15005" y="36408"/>
                  </a:cubicBezTo>
                  <a:cubicBezTo>
                    <a:pt x="15005" y="38767"/>
                    <a:pt x="17354" y="38767"/>
                    <a:pt x="17824" y="38767"/>
                  </a:cubicBezTo>
                  <a:cubicBezTo>
                    <a:pt x="20173" y="38767"/>
                    <a:pt x="20408" y="38532"/>
                    <a:pt x="21818" y="33341"/>
                  </a:cubicBezTo>
                  <a:cubicBezTo>
                    <a:pt x="25812" y="16591"/>
                    <a:pt x="30511" y="5267"/>
                    <a:pt x="38969" y="5267"/>
                  </a:cubicBezTo>
                  <a:cubicBezTo>
                    <a:pt x="42964" y="5267"/>
                    <a:pt x="46253" y="7154"/>
                    <a:pt x="46253" y="16119"/>
                  </a:cubicBezTo>
                  <a:cubicBezTo>
                    <a:pt x="46253" y="21545"/>
                    <a:pt x="45548" y="24141"/>
                    <a:pt x="44608" y="28151"/>
                  </a:cubicBezTo>
                  <a:lnTo>
                    <a:pt x="18294" y="133135"/>
                  </a:lnTo>
                  <a:close/>
                  <a:moveTo>
                    <a:pt x="59645" y="30746"/>
                  </a:moveTo>
                  <a:cubicBezTo>
                    <a:pt x="61290" y="24376"/>
                    <a:pt x="67633" y="17771"/>
                    <a:pt x="71863" y="14232"/>
                  </a:cubicBezTo>
                  <a:cubicBezTo>
                    <a:pt x="80086" y="6919"/>
                    <a:pt x="86899" y="5267"/>
                    <a:pt x="90894" y="5267"/>
                  </a:cubicBezTo>
                  <a:cubicBezTo>
                    <a:pt x="100292" y="5267"/>
                    <a:pt x="105931" y="13524"/>
                    <a:pt x="105931" y="27443"/>
                  </a:cubicBezTo>
                  <a:cubicBezTo>
                    <a:pt x="105931" y="41362"/>
                    <a:pt x="98177" y="68493"/>
                    <a:pt x="93948" y="77458"/>
                  </a:cubicBezTo>
                  <a:cubicBezTo>
                    <a:pt x="85960" y="93972"/>
                    <a:pt x="74682" y="101757"/>
                    <a:pt x="65989" y="101757"/>
                  </a:cubicBezTo>
                  <a:cubicBezTo>
                    <a:pt x="50482" y="101757"/>
                    <a:pt x="47428" y="82176"/>
                    <a:pt x="47428" y="80761"/>
                  </a:cubicBezTo>
                  <a:cubicBezTo>
                    <a:pt x="47428" y="80289"/>
                    <a:pt x="47428" y="79817"/>
                    <a:pt x="48133" y="76986"/>
                  </a:cubicBezTo>
                  <a:lnTo>
                    <a:pt x="59645" y="3074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2" name="Freeform: Shape 5341">
              <a:extLst>
                <a:ext uri="{FF2B5EF4-FFF2-40B4-BE49-F238E27FC236}">
                  <a16:creationId xmlns:a16="http://schemas.microsoft.com/office/drawing/2014/main" id="{5D534A6E-EF1D-FAB8-7137-E328462F2EF8}"/>
                </a:ext>
              </a:extLst>
            </p:cNvPr>
            <p:cNvSpPr/>
            <p:nvPr>
              <p:custDataLst>
                <p:tags r:id="rId100"/>
              </p:custDataLst>
            </p:nvPr>
          </p:nvSpPr>
          <p:spPr>
            <a:xfrm>
              <a:off x="6528151" y="5580554"/>
              <a:ext cx="156242" cy="55204"/>
            </a:xfrm>
            <a:custGeom>
              <a:avLst/>
              <a:gdLst>
                <a:gd name="connsiteX0" fmla="*/ 148464 w 156242"/>
                <a:gd name="connsiteY0" fmla="*/ 9514 h 55204"/>
                <a:gd name="connsiteX1" fmla="*/ 156453 w 156242"/>
                <a:gd name="connsiteY1" fmla="*/ 4795 h 55204"/>
                <a:gd name="connsiteX2" fmla="*/ 148699 w 156242"/>
                <a:gd name="connsiteY2" fmla="*/ 77 h 55204"/>
                <a:gd name="connsiteX3" fmla="*/ 7964 w 156242"/>
                <a:gd name="connsiteY3" fmla="*/ 77 h 55204"/>
                <a:gd name="connsiteX4" fmla="*/ 210 w 156242"/>
                <a:gd name="connsiteY4" fmla="*/ 4795 h 55204"/>
                <a:gd name="connsiteX5" fmla="*/ 8199 w 156242"/>
                <a:gd name="connsiteY5" fmla="*/ 9514 h 55204"/>
                <a:gd name="connsiteX6" fmla="*/ 148464 w 156242"/>
                <a:gd name="connsiteY6" fmla="*/ 9514 h 55204"/>
                <a:gd name="connsiteX7" fmla="*/ 148699 w 156242"/>
                <a:gd name="connsiteY7" fmla="*/ 55282 h 55204"/>
                <a:gd name="connsiteX8" fmla="*/ 156453 w 156242"/>
                <a:gd name="connsiteY8" fmla="*/ 50563 h 55204"/>
                <a:gd name="connsiteX9" fmla="*/ 148464 w 156242"/>
                <a:gd name="connsiteY9" fmla="*/ 45845 h 55204"/>
                <a:gd name="connsiteX10" fmla="*/ 8199 w 156242"/>
                <a:gd name="connsiteY10" fmla="*/ 45845 h 55204"/>
                <a:gd name="connsiteX11" fmla="*/ 210 w 156242"/>
                <a:gd name="connsiteY11" fmla="*/ 50563 h 55204"/>
                <a:gd name="connsiteX12" fmla="*/ 7964 w 156242"/>
                <a:gd name="connsiteY12" fmla="*/ 55282 h 55204"/>
                <a:gd name="connsiteX13" fmla="*/ 148699 w 156242"/>
                <a:gd name="connsiteY13" fmla="*/ 55282 h 55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242" h="55204">
                  <a:moveTo>
                    <a:pt x="148464" y="9514"/>
                  </a:moveTo>
                  <a:cubicBezTo>
                    <a:pt x="151989" y="9514"/>
                    <a:pt x="156453" y="9514"/>
                    <a:pt x="156453" y="4795"/>
                  </a:cubicBezTo>
                  <a:cubicBezTo>
                    <a:pt x="156453" y="77"/>
                    <a:pt x="151989" y="77"/>
                    <a:pt x="148699" y="77"/>
                  </a:cubicBezTo>
                  <a:lnTo>
                    <a:pt x="7964" y="77"/>
                  </a:lnTo>
                  <a:cubicBezTo>
                    <a:pt x="4674" y="77"/>
                    <a:pt x="210" y="77"/>
                    <a:pt x="210" y="4795"/>
                  </a:cubicBezTo>
                  <a:cubicBezTo>
                    <a:pt x="210" y="9514"/>
                    <a:pt x="4674" y="9514"/>
                    <a:pt x="8199" y="9514"/>
                  </a:cubicBezTo>
                  <a:lnTo>
                    <a:pt x="148464" y="9514"/>
                  </a:lnTo>
                  <a:close/>
                  <a:moveTo>
                    <a:pt x="148699" y="55282"/>
                  </a:moveTo>
                  <a:cubicBezTo>
                    <a:pt x="151989" y="55282"/>
                    <a:pt x="156453" y="55282"/>
                    <a:pt x="156453" y="50563"/>
                  </a:cubicBezTo>
                  <a:cubicBezTo>
                    <a:pt x="156453" y="45845"/>
                    <a:pt x="151989" y="45845"/>
                    <a:pt x="148464" y="45845"/>
                  </a:cubicBezTo>
                  <a:lnTo>
                    <a:pt x="8199" y="45845"/>
                  </a:lnTo>
                  <a:cubicBezTo>
                    <a:pt x="4674" y="45845"/>
                    <a:pt x="210" y="45845"/>
                    <a:pt x="210" y="50563"/>
                  </a:cubicBezTo>
                  <a:cubicBezTo>
                    <a:pt x="210" y="55282"/>
                    <a:pt x="4674" y="55282"/>
                    <a:pt x="7964" y="55282"/>
                  </a:cubicBezTo>
                  <a:lnTo>
                    <a:pt x="148699" y="5528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3" name="Freeform: Shape 5342">
              <a:extLst>
                <a:ext uri="{FF2B5EF4-FFF2-40B4-BE49-F238E27FC236}">
                  <a16:creationId xmlns:a16="http://schemas.microsoft.com/office/drawing/2014/main" id="{D385E53D-29C0-9092-77AC-11B978DA5CA2}"/>
                </a:ext>
              </a:extLst>
            </p:cNvPr>
            <p:cNvSpPr/>
            <p:nvPr>
              <p:custDataLst>
                <p:tags r:id="rId101"/>
              </p:custDataLst>
            </p:nvPr>
          </p:nvSpPr>
          <p:spPr>
            <a:xfrm>
              <a:off x="7240992" y="5350414"/>
              <a:ext cx="77533" cy="157121"/>
            </a:xfrm>
            <a:custGeom>
              <a:avLst/>
              <a:gdLst>
                <a:gd name="connsiteX0" fmla="*/ 48405 w 77533"/>
                <a:gd name="connsiteY0" fmla="*/ 6204 h 157121"/>
                <a:gd name="connsiteX1" fmla="*/ 43001 w 77533"/>
                <a:gd name="connsiteY1" fmla="*/ 70 h 157121"/>
                <a:gd name="connsiteX2" fmla="*/ 240 w 77533"/>
                <a:gd name="connsiteY2" fmla="*/ 15169 h 157121"/>
                <a:gd name="connsiteX3" fmla="*/ 240 w 77533"/>
                <a:gd name="connsiteY3" fmla="*/ 22482 h 157121"/>
                <a:gd name="connsiteX4" fmla="*/ 31019 w 77533"/>
                <a:gd name="connsiteY4" fmla="*/ 16348 h 157121"/>
                <a:gd name="connsiteX5" fmla="*/ 31019 w 77533"/>
                <a:gd name="connsiteY5" fmla="*/ 138554 h 157121"/>
                <a:gd name="connsiteX6" fmla="*/ 9168 w 77533"/>
                <a:gd name="connsiteY6" fmla="*/ 149878 h 157121"/>
                <a:gd name="connsiteX7" fmla="*/ 1650 w 77533"/>
                <a:gd name="connsiteY7" fmla="*/ 149878 h 157121"/>
                <a:gd name="connsiteX8" fmla="*/ 1650 w 77533"/>
                <a:gd name="connsiteY8" fmla="*/ 157191 h 157121"/>
                <a:gd name="connsiteX9" fmla="*/ 39712 w 77533"/>
                <a:gd name="connsiteY9" fmla="*/ 156484 h 157121"/>
                <a:gd name="connsiteX10" fmla="*/ 77774 w 77533"/>
                <a:gd name="connsiteY10" fmla="*/ 157191 h 157121"/>
                <a:gd name="connsiteX11" fmla="*/ 77774 w 77533"/>
                <a:gd name="connsiteY11" fmla="*/ 149878 h 157121"/>
                <a:gd name="connsiteX12" fmla="*/ 70256 w 77533"/>
                <a:gd name="connsiteY12" fmla="*/ 149878 h 157121"/>
                <a:gd name="connsiteX13" fmla="*/ 48405 w 77533"/>
                <a:gd name="connsiteY13" fmla="*/ 138554 h 157121"/>
                <a:gd name="connsiteX14" fmla="*/ 48405 w 77533"/>
                <a:gd name="connsiteY14" fmla="*/ 6204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533" h="157121">
                  <a:moveTo>
                    <a:pt x="48405" y="6204"/>
                  </a:moveTo>
                  <a:cubicBezTo>
                    <a:pt x="48405" y="542"/>
                    <a:pt x="48405" y="70"/>
                    <a:pt x="43001" y="70"/>
                  </a:cubicBezTo>
                  <a:cubicBezTo>
                    <a:pt x="28434" y="15169"/>
                    <a:pt x="7759" y="15169"/>
                    <a:pt x="240" y="15169"/>
                  </a:cubicBezTo>
                  <a:lnTo>
                    <a:pt x="240" y="22482"/>
                  </a:lnTo>
                  <a:cubicBezTo>
                    <a:pt x="4939" y="22482"/>
                    <a:pt x="18801" y="22482"/>
                    <a:pt x="31019" y="16348"/>
                  </a:cubicBezTo>
                  <a:lnTo>
                    <a:pt x="31019" y="138554"/>
                  </a:lnTo>
                  <a:cubicBezTo>
                    <a:pt x="31019" y="147047"/>
                    <a:pt x="30314" y="149878"/>
                    <a:pt x="9168" y="149878"/>
                  </a:cubicBezTo>
                  <a:lnTo>
                    <a:pt x="1650" y="149878"/>
                  </a:lnTo>
                  <a:lnTo>
                    <a:pt x="1650" y="157191"/>
                  </a:lnTo>
                  <a:cubicBezTo>
                    <a:pt x="9873" y="156484"/>
                    <a:pt x="30314" y="156484"/>
                    <a:pt x="39712" y="156484"/>
                  </a:cubicBezTo>
                  <a:cubicBezTo>
                    <a:pt x="49110" y="156484"/>
                    <a:pt x="69551" y="156484"/>
                    <a:pt x="77774" y="157191"/>
                  </a:cubicBezTo>
                  <a:lnTo>
                    <a:pt x="77774" y="149878"/>
                  </a:lnTo>
                  <a:lnTo>
                    <a:pt x="70256" y="149878"/>
                  </a:lnTo>
                  <a:cubicBezTo>
                    <a:pt x="49110" y="149878"/>
                    <a:pt x="48405" y="147283"/>
                    <a:pt x="48405" y="138554"/>
                  </a:cubicBezTo>
                  <a:lnTo>
                    <a:pt x="48405" y="620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4" name="Freeform: Shape 5343">
              <a:extLst>
                <a:ext uri="{FF2B5EF4-FFF2-40B4-BE49-F238E27FC236}">
                  <a16:creationId xmlns:a16="http://schemas.microsoft.com/office/drawing/2014/main" id="{53EAB599-7027-2A62-3783-A40898AAEB6F}"/>
                </a:ext>
              </a:extLst>
            </p:cNvPr>
            <p:cNvSpPr/>
            <p:nvPr>
              <p:custDataLst>
                <p:tags r:id="rId102"/>
              </p:custDataLst>
            </p:nvPr>
          </p:nvSpPr>
          <p:spPr>
            <a:xfrm>
              <a:off x="6791190" y="5603438"/>
              <a:ext cx="975258" cy="9436"/>
            </a:xfrm>
            <a:custGeom>
              <a:avLst/>
              <a:gdLst>
                <a:gd name="connsiteX0" fmla="*/ 0 w 975258"/>
                <a:gd name="connsiteY0" fmla="*/ 0 h 9436"/>
                <a:gd name="connsiteX1" fmla="*/ 975258 w 975258"/>
                <a:gd name="connsiteY1" fmla="*/ 0 h 9436"/>
                <a:gd name="connsiteX2" fmla="*/ 975258 w 975258"/>
                <a:gd name="connsiteY2" fmla="*/ 9436 h 9436"/>
                <a:gd name="connsiteX3" fmla="*/ 0 w 975258"/>
                <a:gd name="connsiteY3" fmla="*/ 9436 h 9436"/>
              </a:gdLst>
              <a:ahLst/>
              <a:cxnLst>
                <a:cxn ang="0">
                  <a:pos x="connsiteX0" y="connsiteY0"/>
                </a:cxn>
                <a:cxn ang="0">
                  <a:pos x="connsiteX1" y="connsiteY1"/>
                </a:cxn>
                <a:cxn ang="0">
                  <a:pos x="connsiteX2" y="connsiteY2"/>
                </a:cxn>
                <a:cxn ang="0">
                  <a:pos x="connsiteX3" y="connsiteY3"/>
                </a:cxn>
              </a:cxnLst>
              <a:rect l="l" t="t" r="r" b="b"/>
              <a:pathLst>
                <a:path w="975258" h="9436">
                  <a:moveTo>
                    <a:pt x="0" y="0"/>
                  </a:moveTo>
                  <a:lnTo>
                    <a:pt x="975258" y="0"/>
                  </a:lnTo>
                  <a:lnTo>
                    <a:pt x="975258" y="9436"/>
                  </a:lnTo>
                  <a:lnTo>
                    <a:pt x="0" y="943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5" name="Freeform: Shape 5344">
              <a:extLst>
                <a:ext uri="{FF2B5EF4-FFF2-40B4-BE49-F238E27FC236}">
                  <a16:creationId xmlns:a16="http://schemas.microsoft.com/office/drawing/2014/main" id="{5A07EE9B-D3F5-7AD2-8D2E-16CBB8C6B9A5}"/>
                </a:ext>
              </a:extLst>
            </p:cNvPr>
            <p:cNvSpPr/>
            <p:nvPr>
              <p:custDataLst>
                <p:tags r:id="rId103"/>
              </p:custDataLst>
            </p:nvPr>
          </p:nvSpPr>
          <p:spPr>
            <a:xfrm>
              <a:off x="6812101" y="5671842"/>
              <a:ext cx="77533" cy="157121"/>
            </a:xfrm>
            <a:custGeom>
              <a:avLst/>
              <a:gdLst>
                <a:gd name="connsiteX0" fmla="*/ 48387 w 77533"/>
                <a:gd name="connsiteY0" fmla="*/ 6218 h 157121"/>
                <a:gd name="connsiteX1" fmla="*/ 42983 w 77533"/>
                <a:gd name="connsiteY1" fmla="*/ 84 h 157121"/>
                <a:gd name="connsiteX2" fmla="*/ 222 w 77533"/>
                <a:gd name="connsiteY2" fmla="*/ 15182 h 157121"/>
                <a:gd name="connsiteX3" fmla="*/ 222 w 77533"/>
                <a:gd name="connsiteY3" fmla="*/ 22496 h 157121"/>
                <a:gd name="connsiteX4" fmla="*/ 31001 w 77533"/>
                <a:gd name="connsiteY4" fmla="*/ 16362 h 157121"/>
                <a:gd name="connsiteX5" fmla="*/ 31001 w 77533"/>
                <a:gd name="connsiteY5" fmla="*/ 138567 h 157121"/>
                <a:gd name="connsiteX6" fmla="*/ 9150 w 77533"/>
                <a:gd name="connsiteY6" fmla="*/ 149891 h 157121"/>
                <a:gd name="connsiteX7" fmla="*/ 1632 w 77533"/>
                <a:gd name="connsiteY7" fmla="*/ 149891 h 157121"/>
                <a:gd name="connsiteX8" fmla="*/ 1632 w 77533"/>
                <a:gd name="connsiteY8" fmla="*/ 157205 h 157121"/>
                <a:gd name="connsiteX9" fmla="*/ 39694 w 77533"/>
                <a:gd name="connsiteY9" fmla="*/ 156497 h 157121"/>
                <a:gd name="connsiteX10" fmla="*/ 77756 w 77533"/>
                <a:gd name="connsiteY10" fmla="*/ 157205 h 157121"/>
                <a:gd name="connsiteX11" fmla="*/ 77756 w 77533"/>
                <a:gd name="connsiteY11" fmla="*/ 149891 h 157121"/>
                <a:gd name="connsiteX12" fmla="*/ 70237 w 77533"/>
                <a:gd name="connsiteY12" fmla="*/ 149891 h 157121"/>
                <a:gd name="connsiteX13" fmla="*/ 48387 w 77533"/>
                <a:gd name="connsiteY13" fmla="*/ 138567 h 157121"/>
                <a:gd name="connsiteX14" fmla="*/ 48387 w 77533"/>
                <a:gd name="connsiteY14" fmla="*/ 6218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533" h="157121">
                  <a:moveTo>
                    <a:pt x="48387" y="6218"/>
                  </a:moveTo>
                  <a:cubicBezTo>
                    <a:pt x="48387" y="556"/>
                    <a:pt x="48387" y="84"/>
                    <a:pt x="42983" y="84"/>
                  </a:cubicBezTo>
                  <a:cubicBezTo>
                    <a:pt x="28416" y="15182"/>
                    <a:pt x="7741" y="15182"/>
                    <a:pt x="222" y="15182"/>
                  </a:cubicBezTo>
                  <a:lnTo>
                    <a:pt x="222" y="22496"/>
                  </a:lnTo>
                  <a:cubicBezTo>
                    <a:pt x="4921" y="22496"/>
                    <a:pt x="18783" y="22496"/>
                    <a:pt x="31001" y="16362"/>
                  </a:cubicBezTo>
                  <a:lnTo>
                    <a:pt x="31001" y="138567"/>
                  </a:lnTo>
                  <a:cubicBezTo>
                    <a:pt x="31001" y="147060"/>
                    <a:pt x="30296" y="149891"/>
                    <a:pt x="9150" y="149891"/>
                  </a:cubicBezTo>
                  <a:lnTo>
                    <a:pt x="1632" y="149891"/>
                  </a:lnTo>
                  <a:lnTo>
                    <a:pt x="1632" y="157205"/>
                  </a:lnTo>
                  <a:cubicBezTo>
                    <a:pt x="9855" y="156497"/>
                    <a:pt x="30296" y="156497"/>
                    <a:pt x="39694" y="156497"/>
                  </a:cubicBezTo>
                  <a:cubicBezTo>
                    <a:pt x="49092" y="156497"/>
                    <a:pt x="69533" y="156497"/>
                    <a:pt x="77756" y="157205"/>
                  </a:cubicBezTo>
                  <a:lnTo>
                    <a:pt x="77756" y="149891"/>
                  </a:lnTo>
                  <a:lnTo>
                    <a:pt x="70237" y="149891"/>
                  </a:lnTo>
                  <a:cubicBezTo>
                    <a:pt x="49092" y="149891"/>
                    <a:pt x="48387" y="147296"/>
                    <a:pt x="48387" y="138567"/>
                  </a:cubicBezTo>
                  <a:lnTo>
                    <a:pt x="48387" y="621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6" name="Freeform: Shape 5345">
              <a:extLst>
                <a:ext uri="{FF2B5EF4-FFF2-40B4-BE49-F238E27FC236}">
                  <a16:creationId xmlns:a16="http://schemas.microsoft.com/office/drawing/2014/main" id="{1464E8A7-2DFF-5E03-615A-CEAF7B130EB5}"/>
                </a:ext>
              </a:extLst>
            </p:cNvPr>
            <p:cNvSpPr/>
            <p:nvPr>
              <p:custDataLst>
                <p:tags r:id="rId104"/>
              </p:custDataLst>
            </p:nvPr>
          </p:nvSpPr>
          <p:spPr>
            <a:xfrm>
              <a:off x="6974033" y="5691423"/>
              <a:ext cx="156242" cy="157121"/>
            </a:xfrm>
            <a:custGeom>
              <a:avLst/>
              <a:gdLst>
                <a:gd name="connsiteX0" fmla="*/ 83167 w 156242"/>
                <a:gd name="connsiteY0" fmla="*/ 83363 h 157121"/>
                <a:gd name="connsiteX1" fmla="*/ 148718 w 156242"/>
                <a:gd name="connsiteY1" fmla="*/ 83363 h 157121"/>
                <a:gd name="connsiteX2" fmla="*/ 156472 w 156242"/>
                <a:gd name="connsiteY2" fmla="*/ 78644 h 157121"/>
                <a:gd name="connsiteX3" fmla="*/ 148718 w 156242"/>
                <a:gd name="connsiteY3" fmla="*/ 73926 h 157121"/>
                <a:gd name="connsiteX4" fmla="*/ 83167 w 156242"/>
                <a:gd name="connsiteY4" fmla="*/ 73926 h 157121"/>
                <a:gd name="connsiteX5" fmla="*/ 83167 w 156242"/>
                <a:gd name="connsiteY5" fmla="*/ 7869 h 157121"/>
                <a:gd name="connsiteX6" fmla="*/ 78468 w 156242"/>
                <a:gd name="connsiteY6" fmla="*/ 84 h 157121"/>
                <a:gd name="connsiteX7" fmla="*/ 73769 w 156242"/>
                <a:gd name="connsiteY7" fmla="*/ 7869 h 157121"/>
                <a:gd name="connsiteX8" fmla="*/ 73769 w 156242"/>
                <a:gd name="connsiteY8" fmla="*/ 73926 h 157121"/>
                <a:gd name="connsiteX9" fmla="*/ 7983 w 156242"/>
                <a:gd name="connsiteY9" fmla="*/ 73926 h 157121"/>
                <a:gd name="connsiteX10" fmla="*/ 229 w 156242"/>
                <a:gd name="connsiteY10" fmla="*/ 78644 h 157121"/>
                <a:gd name="connsiteX11" fmla="*/ 7983 w 156242"/>
                <a:gd name="connsiteY11" fmla="*/ 83363 h 157121"/>
                <a:gd name="connsiteX12" fmla="*/ 73769 w 156242"/>
                <a:gd name="connsiteY12" fmla="*/ 83363 h 157121"/>
                <a:gd name="connsiteX13" fmla="*/ 73769 w 156242"/>
                <a:gd name="connsiteY13" fmla="*/ 149420 h 157121"/>
                <a:gd name="connsiteX14" fmla="*/ 78468 w 156242"/>
                <a:gd name="connsiteY14" fmla="*/ 157205 h 157121"/>
                <a:gd name="connsiteX15" fmla="*/ 83167 w 156242"/>
                <a:gd name="connsiteY15" fmla="*/ 149420 h 157121"/>
                <a:gd name="connsiteX16" fmla="*/ 83167 w 156242"/>
                <a:gd name="connsiteY16" fmla="*/ 83363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6242" h="157121">
                  <a:moveTo>
                    <a:pt x="83167" y="83363"/>
                  </a:moveTo>
                  <a:lnTo>
                    <a:pt x="148718" y="83363"/>
                  </a:lnTo>
                  <a:cubicBezTo>
                    <a:pt x="152008" y="83363"/>
                    <a:pt x="156472" y="83363"/>
                    <a:pt x="156472" y="78644"/>
                  </a:cubicBezTo>
                  <a:cubicBezTo>
                    <a:pt x="156472" y="73926"/>
                    <a:pt x="152008" y="73926"/>
                    <a:pt x="148718" y="73926"/>
                  </a:cubicBezTo>
                  <a:lnTo>
                    <a:pt x="83167" y="73926"/>
                  </a:lnTo>
                  <a:lnTo>
                    <a:pt x="83167" y="7869"/>
                  </a:lnTo>
                  <a:cubicBezTo>
                    <a:pt x="83167" y="4566"/>
                    <a:pt x="83167" y="84"/>
                    <a:pt x="78468" y="84"/>
                  </a:cubicBezTo>
                  <a:cubicBezTo>
                    <a:pt x="73769" y="84"/>
                    <a:pt x="73769" y="4566"/>
                    <a:pt x="73769" y="7869"/>
                  </a:cubicBezTo>
                  <a:lnTo>
                    <a:pt x="73769" y="73926"/>
                  </a:lnTo>
                  <a:lnTo>
                    <a:pt x="7983" y="73926"/>
                  </a:lnTo>
                  <a:cubicBezTo>
                    <a:pt x="4693" y="73926"/>
                    <a:pt x="229" y="73926"/>
                    <a:pt x="229" y="78644"/>
                  </a:cubicBezTo>
                  <a:cubicBezTo>
                    <a:pt x="229" y="83363"/>
                    <a:pt x="4693" y="83363"/>
                    <a:pt x="7983" y="83363"/>
                  </a:cubicBezTo>
                  <a:lnTo>
                    <a:pt x="73769" y="83363"/>
                  </a:lnTo>
                  <a:lnTo>
                    <a:pt x="73769" y="149420"/>
                  </a:lnTo>
                  <a:cubicBezTo>
                    <a:pt x="73769" y="152723"/>
                    <a:pt x="73769" y="157205"/>
                    <a:pt x="78468" y="157205"/>
                  </a:cubicBezTo>
                  <a:cubicBezTo>
                    <a:pt x="83167" y="157205"/>
                    <a:pt x="83167" y="152723"/>
                    <a:pt x="83167" y="149420"/>
                  </a:cubicBezTo>
                  <a:lnTo>
                    <a:pt x="83167" y="8336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7" name="Freeform: Shape 5346">
              <a:extLst>
                <a:ext uri="{FF2B5EF4-FFF2-40B4-BE49-F238E27FC236}">
                  <a16:creationId xmlns:a16="http://schemas.microsoft.com/office/drawing/2014/main" id="{4755A810-C7B9-37F9-5C1D-F070F1F023E7}"/>
                </a:ext>
              </a:extLst>
            </p:cNvPr>
            <p:cNvSpPr/>
            <p:nvPr>
              <p:custDataLst>
                <p:tags r:id="rId105"/>
              </p:custDataLst>
            </p:nvPr>
          </p:nvSpPr>
          <p:spPr>
            <a:xfrm>
              <a:off x="7206634" y="5724688"/>
              <a:ext cx="90221" cy="106870"/>
            </a:xfrm>
            <a:custGeom>
              <a:avLst/>
              <a:gdLst>
                <a:gd name="connsiteX0" fmla="*/ 33367 w 90221"/>
                <a:gd name="connsiteY0" fmla="*/ 49862 h 106870"/>
                <a:gd name="connsiteX1" fmla="*/ 69315 w 90221"/>
                <a:gd name="connsiteY1" fmla="*/ 44436 h 106870"/>
                <a:gd name="connsiteX2" fmla="*/ 86936 w 90221"/>
                <a:gd name="connsiteY2" fmla="*/ 20137 h 106870"/>
                <a:gd name="connsiteX3" fmla="*/ 61796 w 90221"/>
                <a:gd name="connsiteY3" fmla="*/ 84 h 106870"/>
                <a:gd name="connsiteX4" fmla="*/ 239 w 90221"/>
                <a:gd name="connsiteY4" fmla="*/ 64253 h 106870"/>
                <a:gd name="connsiteX5" fmla="*/ 37127 w 90221"/>
                <a:gd name="connsiteY5" fmla="*/ 106954 h 106870"/>
                <a:gd name="connsiteX6" fmla="*/ 90460 w 90221"/>
                <a:gd name="connsiteY6" fmla="*/ 79116 h 106870"/>
                <a:gd name="connsiteX7" fmla="*/ 87641 w 90221"/>
                <a:gd name="connsiteY7" fmla="*/ 76049 h 106870"/>
                <a:gd name="connsiteX8" fmla="*/ 84587 w 90221"/>
                <a:gd name="connsiteY8" fmla="*/ 78408 h 106870"/>
                <a:gd name="connsiteX9" fmla="*/ 37596 w 90221"/>
                <a:gd name="connsiteY9" fmla="*/ 101764 h 106870"/>
                <a:gd name="connsiteX10" fmla="*/ 17156 w 90221"/>
                <a:gd name="connsiteY10" fmla="*/ 74398 h 106870"/>
                <a:gd name="connsiteX11" fmla="*/ 20915 w 90221"/>
                <a:gd name="connsiteY11" fmla="*/ 49862 h 106870"/>
                <a:gd name="connsiteX12" fmla="*/ 33367 w 90221"/>
                <a:gd name="connsiteY12" fmla="*/ 49862 h 106870"/>
                <a:gd name="connsiteX13" fmla="*/ 22325 w 90221"/>
                <a:gd name="connsiteY13" fmla="*/ 44672 h 106870"/>
                <a:gd name="connsiteX14" fmla="*/ 61796 w 90221"/>
                <a:gd name="connsiteY14" fmla="*/ 5274 h 106870"/>
                <a:gd name="connsiteX15" fmla="*/ 79183 w 90221"/>
                <a:gd name="connsiteY15" fmla="*/ 20137 h 106870"/>
                <a:gd name="connsiteX16" fmla="*/ 31958 w 90221"/>
                <a:gd name="connsiteY16" fmla="*/ 44672 h 106870"/>
                <a:gd name="connsiteX17" fmla="*/ 22325 w 90221"/>
                <a:gd name="connsiteY17" fmla="*/ 44672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221" h="106870">
                  <a:moveTo>
                    <a:pt x="33367" y="49862"/>
                  </a:moveTo>
                  <a:cubicBezTo>
                    <a:pt x="40181" y="49862"/>
                    <a:pt x="57567" y="49391"/>
                    <a:pt x="69315" y="44436"/>
                  </a:cubicBezTo>
                  <a:cubicBezTo>
                    <a:pt x="85761" y="37359"/>
                    <a:pt x="86936" y="23440"/>
                    <a:pt x="86936" y="20137"/>
                  </a:cubicBezTo>
                  <a:cubicBezTo>
                    <a:pt x="86936" y="9756"/>
                    <a:pt x="78008" y="84"/>
                    <a:pt x="61796" y="84"/>
                  </a:cubicBezTo>
                  <a:cubicBezTo>
                    <a:pt x="35717" y="84"/>
                    <a:pt x="239" y="22968"/>
                    <a:pt x="239" y="64253"/>
                  </a:cubicBezTo>
                  <a:cubicBezTo>
                    <a:pt x="239" y="88317"/>
                    <a:pt x="14101" y="106954"/>
                    <a:pt x="37127" y="106954"/>
                  </a:cubicBezTo>
                  <a:cubicBezTo>
                    <a:pt x="70725" y="106954"/>
                    <a:pt x="90460" y="81947"/>
                    <a:pt x="90460" y="79116"/>
                  </a:cubicBezTo>
                  <a:cubicBezTo>
                    <a:pt x="90460" y="77701"/>
                    <a:pt x="89051" y="76049"/>
                    <a:pt x="87641" y="76049"/>
                  </a:cubicBezTo>
                  <a:cubicBezTo>
                    <a:pt x="86466" y="76049"/>
                    <a:pt x="85996" y="76521"/>
                    <a:pt x="84587" y="78408"/>
                  </a:cubicBezTo>
                  <a:cubicBezTo>
                    <a:pt x="66026" y="101764"/>
                    <a:pt x="40416" y="101764"/>
                    <a:pt x="37596" y="101764"/>
                  </a:cubicBezTo>
                  <a:cubicBezTo>
                    <a:pt x="19270" y="101764"/>
                    <a:pt x="17156" y="81947"/>
                    <a:pt x="17156" y="74398"/>
                  </a:cubicBezTo>
                  <a:cubicBezTo>
                    <a:pt x="17156" y="71567"/>
                    <a:pt x="17391" y="64253"/>
                    <a:pt x="20915" y="49862"/>
                  </a:cubicBezTo>
                  <a:lnTo>
                    <a:pt x="33367" y="49862"/>
                  </a:lnTo>
                  <a:close/>
                  <a:moveTo>
                    <a:pt x="22325" y="44672"/>
                  </a:moveTo>
                  <a:cubicBezTo>
                    <a:pt x="31488" y="8813"/>
                    <a:pt x="55688" y="5274"/>
                    <a:pt x="61796" y="5274"/>
                  </a:cubicBezTo>
                  <a:cubicBezTo>
                    <a:pt x="72839" y="5274"/>
                    <a:pt x="79183" y="12116"/>
                    <a:pt x="79183" y="20137"/>
                  </a:cubicBezTo>
                  <a:cubicBezTo>
                    <a:pt x="79183" y="44672"/>
                    <a:pt x="41591" y="44672"/>
                    <a:pt x="31958" y="44672"/>
                  </a:cubicBezTo>
                  <a:lnTo>
                    <a:pt x="22325" y="4467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8" name="Freeform: Shape 5347">
              <a:extLst>
                <a:ext uri="{FF2B5EF4-FFF2-40B4-BE49-F238E27FC236}">
                  <a16:creationId xmlns:a16="http://schemas.microsoft.com/office/drawing/2014/main" id="{E85DFB46-55F9-45C6-1C1F-3AEB9A8D6DB2}"/>
                </a:ext>
              </a:extLst>
            </p:cNvPr>
            <p:cNvSpPr/>
            <p:nvPr>
              <p:custDataLst>
                <p:tags r:id="rId106"/>
              </p:custDataLst>
            </p:nvPr>
          </p:nvSpPr>
          <p:spPr>
            <a:xfrm>
              <a:off x="7322988" y="5715395"/>
              <a:ext cx="111178" cy="8091"/>
            </a:xfrm>
            <a:custGeom>
              <a:avLst/>
              <a:gdLst>
                <a:gd name="connsiteX0" fmla="*/ 104844 w 111178"/>
                <a:gd name="connsiteY0" fmla="*/ 8173 h 8091"/>
                <a:gd name="connsiteX1" fmla="*/ 111423 w 111178"/>
                <a:gd name="connsiteY1" fmla="*/ 4209 h 8091"/>
                <a:gd name="connsiteX2" fmla="*/ 104844 w 111178"/>
                <a:gd name="connsiteY2" fmla="*/ 81 h 8091"/>
                <a:gd name="connsiteX3" fmla="*/ 6823 w 111178"/>
                <a:gd name="connsiteY3" fmla="*/ 81 h 8091"/>
                <a:gd name="connsiteX4" fmla="*/ 244 w 111178"/>
                <a:gd name="connsiteY4" fmla="*/ 4044 h 8091"/>
                <a:gd name="connsiteX5" fmla="*/ 6823 w 111178"/>
                <a:gd name="connsiteY5" fmla="*/ 8173 h 8091"/>
                <a:gd name="connsiteX6" fmla="*/ 104844 w 111178"/>
                <a:gd name="connsiteY6" fmla="*/ 8173 h 8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178" h="8091">
                  <a:moveTo>
                    <a:pt x="104844" y="8173"/>
                  </a:moveTo>
                  <a:cubicBezTo>
                    <a:pt x="107475" y="8173"/>
                    <a:pt x="111423" y="8173"/>
                    <a:pt x="111423" y="4209"/>
                  </a:cubicBezTo>
                  <a:cubicBezTo>
                    <a:pt x="111423" y="81"/>
                    <a:pt x="107640" y="81"/>
                    <a:pt x="104844" y="81"/>
                  </a:cubicBezTo>
                  <a:lnTo>
                    <a:pt x="6823" y="81"/>
                  </a:lnTo>
                  <a:cubicBezTo>
                    <a:pt x="4191" y="81"/>
                    <a:pt x="244" y="81"/>
                    <a:pt x="244" y="4044"/>
                  </a:cubicBezTo>
                  <a:cubicBezTo>
                    <a:pt x="244" y="8173"/>
                    <a:pt x="4027" y="8173"/>
                    <a:pt x="6823" y="8173"/>
                  </a:cubicBezTo>
                  <a:lnTo>
                    <a:pt x="104844" y="817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9" name="Freeform: Shape 5348">
              <a:extLst>
                <a:ext uri="{FF2B5EF4-FFF2-40B4-BE49-F238E27FC236}">
                  <a16:creationId xmlns:a16="http://schemas.microsoft.com/office/drawing/2014/main" id="{3F12A4F1-4B68-1808-3671-07B03F5EECBF}"/>
                </a:ext>
              </a:extLst>
            </p:cNvPr>
            <p:cNvSpPr/>
            <p:nvPr>
              <p:custDataLst>
                <p:tags r:id="rId107"/>
              </p:custDataLst>
            </p:nvPr>
          </p:nvSpPr>
          <p:spPr>
            <a:xfrm>
              <a:off x="7457827" y="5687486"/>
              <a:ext cx="100817" cy="73323"/>
            </a:xfrm>
            <a:custGeom>
              <a:avLst/>
              <a:gdLst>
                <a:gd name="connsiteX0" fmla="*/ 59458 w 100817"/>
                <a:gd name="connsiteY0" fmla="*/ 33440 h 73323"/>
                <a:gd name="connsiteX1" fmla="*/ 82154 w 100817"/>
                <a:gd name="connsiteY1" fmla="*/ 10485 h 73323"/>
                <a:gd name="connsiteX2" fmla="*/ 97449 w 100817"/>
                <a:gd name="connsiteY2" fmla="*/ 9329 h 73323"/>
                <a:gd name="connsiteX3" fmla="*/ 97449 w 100817"/>
                <a:gd name="connsiteY3" fmla="*/ 81 h 73323"/>
                <a:gd name="connsiteX4" fmla="*/ 81496 w 100817"/>
                <a:gd name="connsiteY4" fmla="*/ 741 h 73323"/>
                <a:gd name="connsiteX5" fmla="*/ 63240 w 100817"/>
                <a:gd name="connsiteY5" fmla="*/ 81 h 73323"/>
                <a:gd name="connsiteX6" fmla="*/ 63240 w 100817"/>
                <a:gd name="connsiteY6" fmla="*/ 9329 h 73323"/>
                <a:gd name="connsiteX7" fmla="*/ 67681 w 100817"/>
                <a:gd name="connsiteY7" fmla="*/ 10320 h 73323"/>
                <a:gd name="connsiteX8" fmla="*/ 52221 w 100817"/>
                <a:gd name="connsiteY8" fmla="*/ 26008 h 73323"/>
                <a:gd name="connsiteX9" fmla="*/ 36268 w 100817"/>
                <a:gd name="connsiteY9" fmla="*/ 9329 h 73323"/>
                <a:gd name="connsiteX10" fmla="*/ 40709 w 100817"/>
                <a:gd name="connsiteY10" fmla="*/ 9329 h 73323"/>
                <a:gd name="connsiteX11" fmla="*/ 40709 w 100817"/>
                <a:gd name="connsiteY11" fmla="*/ 81 h 73323"/>
                <a:gd name="connsiteX12" fmla="*/ 19822 w 100817"/>
                <a:gd name="connsiteY12" fmla="*/ 741 h 73323"/>
                <a:gd name="connsiteX13" fmla="*/ 1237 w 100817"/>
                <a:gd name="connsiteY13" fmla="*/ 81 h 73323"/>
                <a:gd name="connsiteX14" fmla="*/ 1237 w 100817"/>
                <a:gd name="connsiteY14" fmla="*/ 9329 h 73323"/>
                <a:gd name="connsiteX15" fmla="*/ 13572 w 100817"/>
                <a:gd name="connsiteY15" fmla="*/ 9329 h 73323"/>
                <a:gd name="connsiteX16" fmla="*/ 40544 w 100817"/>
                <a:gd name="connsiteY16" fmla="*/ 37568 h 73323"/>
                <a:gd name="connsiteX17" fmla="*/ 16861 w 100817"/>
                <a:gd name="connsiteY17" fmla="*/ 61514 h 73323"/>
                <a:gd name="connsiteX18" fmla="*/ 9460 w 100817"/>
                <a:gd name="connsiteY18" fmla="*/ 63991 h 73323"/>
                <a:gd name="connsiteX19" fmla="*/ 250 w 100817"/>
                <a:gd name="connsiteY19" fmla="*/ 64156 h 73323"/>
                <a:gd name="connsiteX20" fmla="*/ 250 w 100817"/>
                <a:gd name="connsiteY20" fmla="*/ 73404 h 73323"/>
                <a:gd name="connsiteX21" fmla="*/ 16203 w 100817"/>
                <a:gd name="connsiteY21" fmla="*/ 72744 h 73323"/>
                <a:gd name="connsiteX22" fmla="*/ 34459 w 100817"/>
                <a:gd name="connsiteY22" fmla="*/ 73404 h 73323"/>
                <a:gd name="connsiteX23" fmla="*/ 34459 w 100817"/>
                <a:gd name="connsiteY23" fmla="*/ 64156 h 73323"/>
                <a:gd name="connsiteX24" fmla="*/ 30018 w 100817"/>
                <a:gd name="connsiteY24" fmla="*/ 63000 h 73323"/>
                <a:gd name="connsiteX25" fmla="*/ 47781 w 100817"/>
                <a:gd name="connsiteY25" fmla="*/ 45165 h 73323"/>
                <a:gd name="connsiteX26" fmla="*/ 66036 w 100817"/>
                <a:gd name="connsiteY26" fmla="*/ 64156 h 73323"/>
                <a:gd name="connsiteX27" fmla="*/ 61760 w 100817"/>
                <a:gd name="connsiteY27" fmla="*/ 64156 h 73323"/>
                <a:gd name="connsiteX28" fmla="*/ 61760 w 100817"/>
                <a:gd name="connsiteY28" fmla="*/ 73404 h 73323"/>
                <a:gd name="connsiteX29" fmla="*/ 82647 w 100817"/>
                <a:gd name="connsiteY29" fmla="*/ 72744 h 73323"/>
                <a:gd name="connsiteX30" fmla="*/ 101068 w 100817"/>
                <a:gd name="connsiteY30" fmla="*/ 73404 h 73323"/>
                <a:gd name="connsiteX31" fmla="*/ 101068 w 100817"/>
                <a:gd name="connsiteY31" fmla="*/ 64156 h 73323"/>
                <a:gd name="connsiteX32" fmla="*/ 88897 w 100817"/>
                <a:gd name="connsiteY32" fmla="*/ 64156 h 73323"/>
                <a:gd name="connsiteX33" fmla="*/ 59458 w 100817"/>
                <a:gd name="connsiteY33" fmla="*/ 33440 h 73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0817" h="73323">
                  <a:moveTo>
                    <a:pt x="59458" y="33440"/>
                  </a:moveTo>
                  <a:lnTo>
                    <a:pt x="82154" y="10485"/>
                  </a:lnTo>
                  <a:cubicBezTo>
                    <a:pt x="86101" y="9329"/>
                    <a:pt x="90377" y="9329"/>
                    <a:pt x="97449" y="9329"/>
                  </a:cubicBezTo>
                  <a:lnTo>
                    <a:pt x="97449" y="81"/>
                  </a:lnTo>
                  <a:cubicBezTo>
                    <a:pt x="92186" y="576"/>
                    <a:pt x="86759" y="741"/>
                    <a:pt x="81496" y="741"/>
                  </a:cubicBezTo>
                  <a:cubicBezTo>
                    <a:pt x="75904" y="741"/>
                    <a:pt x="64556" y="246"/>
                    <a:pt x="63240" y="81"/>
                  </a:cubicBezTo>
                  <a:lnTo>
                    <a:pt x="63240" y="9329"/>
                  </a:lnTo>
                  <a:cubicBezTo>
                    <a:pt x="65379" y="9329"/>
                    <a:pt x="66530" y="9659"/>
                    <a:pt x="67681" y="10320"/>
                  </a:cubicBezTo>
                  <a:lnTo>
                    <a:pt x="52221" y="26008"/>
                  </a:lnTo>
                  <a:lnTo>
                    <a:pt x="36268" y="9329"/>
                  </a:lnTo>
                  <a:lnTo>
                    <a:pt x="40709" y="9329"/>
                  </a:lnTo>
                  <a:lnTo>
                    <a:pt x="40709" y="81"/>
                  </a:lnTo>
                  <a:cubicBezTo>
                    <a:pt x="39722" y="81"/>
                    <a:pt x="26729" y="741"/>
                    <a:pt x="19822" y="741"/>
                  </a:cubicBezTo>
                  <a:cubicBezTo>
                    <a:pt x="13572" y="741"/>
                    <a:pt x="7487" y="576"/>
                    <a:pt x="1237" y="81"/>
                  </a:cubicBezTo>
                  <a:lnTo>
                    <a:pt x="1237" y="9329"/>
                  </a:lnTo>
                  <a:lnTo>
                    <a:pt x="13572" y="9329"/>
                  </a:lnTo>
                  <a:lnTo>
                    <a:pt x="40544" y="37568"/>
                  </a:lnTo>
                  <a:lnTo>
                    <a:pt x="16861" y="61514"/>
                  </a:lnTo>
                  <a:cubicBezTo>
                    <a:pt x="14723" y="63496"/>
                    <a:pt x="14559" y="63661"/>
                    <a:pt x="9460" y="63991"/>
                  </a:cubicBezTo>
                  <a:cubicBezTo>
                    <a:pt x="6829" y="64156"/>
                    <a:pt x="1072" y="64156"/>
                    <a:pt x="250" y="64156"/>
                  </a:cubicBezTo>
                  <a:lnTo>
                    <a:pt x="250" y="73404"/>
                  </a:lnTo>
                  <a:cubicBezTo>
                    <a:pt x="5513" y="72909"/>
                    <a:pt x="10940" y="72744"/>
                    <a:pt x="16203" y="72744"/>
                  </a:cubicBezTo>
                  <a:cubicBezTo>
                    <a:pt x="20644" y="72744"/>
                    <a:pt x="32321" y="73239"/>
                    <a:pt x="34459" y="73404"/>
                  </a:cubicBezTo>
                  <a:lnTo>
                    <a:pt x="34459" y="64156"/>
                  </a:lnTo>
                  <a:cubicBezTo>
                    <a:pt x="31828" y="64156"/>
                    <a:pt x="31170" y="63826"/>
                    <a:pt x="30018" y="63000"/>
                  </a:cubicBezTo>
                  <a:lnTo>
                    <a:pt x="47781" y="45165"/>
                  </a:lnTo>
                  <a:lnTo>
                    <a:pt x="66036" y="64156"/>
                  </a:lnTo>
                  <a:lnTo>
                    <a:pt x="61760" y="64156"/>
                  </a:lnTo>
                  <a:lnTo>
                    <a:pt x="61760" y="73404"/>
                  </a:lnTo>
                  <a:cubicBezTo>
                    <a:pt x="61925" y="73404"/>
                    <a:pt x="75082" y="72744"/>
                    <a:pt x="82647" y="72744"/>
                  </a:cubicBezTo>
                  <a:cubicBezTo>
                    <a:pt x="88733" y="72744"/>
                    <a:pt x="94982" y="72909"/>
                    <a:pt x="101068" y="73404"/>
                  </a:cubicBezTo>
                  <a:lnTo>
                    <a:pt x="101068" y="64156"/>
                  </a:lnTo>
                  <a:lnTo>
                    <a:pt x="88897" y="64156"/>
                  </a:lnTo>
                  <a:lnTo>
                    <a:pt x="59458" y="3344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50" name="Freeform: Shape 5349">
              <a:extLst>
                <a:ext uri="{FF2B5EF4-FFF2-40B4-BE49-F238E27FC236}">
                  <a16:creationId xmlns:a16="http://schemas.microsoft.com/office/drawing/2014/main" id="{AB9FC4DE-3AE5-11B9-23AB-81FF1BAC35E1}"/>
                </a:ext>
              </a:extLst>
            </p:cNvPr>
            <p:cNvSpPr/>
            <p:nvPr>
              <p:custDataLst>
                <p:tags r:id="rId108"/>
              </p:custDataLst>
            </p:nvPr>
          </p:nvSpPr>
          <p:spPr>
            <a:xfrm>
              <a:off x="7575283" y="5647687"/>
              <a:ext cx="32540" cy="61456"/>
            </a:xfrm>
            <a:custGeom>
              <a:avLst/>
              <a:gdLst>
                <a:gd name="connsiteX0" fmla="*/ 31621 w 32540"/>
                <a:gd name="connsiteY0" fmla="*/ 11167 h 61456"/>
                <a:gd name="connsiteX1" fmla="*/ 32796 w 32540"/>
                <a:gd name="connsiteY1" fmla="*/ 7038 h 61456"/>
                <a:gd name="connsiteX2" fmla="*/ 25512 w 32540"/>
                <a:gd name="connsiteY2" fmla="*/ 79 h 61456"/>
                <a:gd name="connsiteX3" fmla="*/ 18816 w 32540"/>
                <a:gd name="connsiteY3" fmla="*/ 5505 h 61456"/>
                <a:gd name="connsiteX4" fmla="*/ 725 w 32540"/>
                <a:gd name="connsiteY4" fmla="*/ 56581 h 61456"/>
                <a:gd name="connsiteX5" fmla="*/ 255 w 32540"/>
                <a:gd name="connsiteY5" fmla="*/ 58469 h 61456"/>
                <a:gd name="connsiteX6" fmla="*/ 5306 w 32540"/>
                <a:gd name="connsiteY6" fmla="*/ 61535 h 61456"/>
                <a:gd name="connsiteX7" fmla="*/ 7303 w 32540"/>
                <a:gd name="connsiteY7" fmla="*/ 59530 h 61456"/>
                <a:gd name="connsiteX8" fmla="*/ 31621 w 32540"/>
                <a:gd name="connsiteY8" fmla="*/ 11167 h 6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40" h="61456">
                  <a:moveTo>
                    <a:pt x="31621" y="11167"/>
                  </a:moveTo>
                  <a:cubicBezTo>
                    <a:pt x="31738" y="11049"/>
                    <a:pt x="32796" y="8808"/>
                    <a:pt x="32796" y="7038"/>
                  </a:cubicBezTo>
                  <a:cubicBezTo>
                    <a:pt x="32796" y="2792"/>
                    <a:pt x="29036" y="79"/>
                    <a:pt x="25512" y="79"/>
                  </a:cubicBezTo>
                  <a:cubicBezTo>
                    <a:pt x="20696" y="79"/>
                    <a:pt x="19403" y="3736"/>
                    <a:pt x="18816" y="5505"/>
                  </a:cubicBezTo>
                  <a:lnTo>
                    <a:pt x="725" y="56581"/>
                  </a:lnTo>
                  <a:cubicBezTo>
                    <a:pt x="255" y="57997"/>
                    <a:pt x="255" y="58351"/>
                    <a:pt x="255" y="58469"/>
                  </a:cubicBezTo>
                  <a:cubicBezTo>
                    <a:pt x="255" y="60356"/>
                    <a:pt x="5189" y="61535"/>
                    <a:pt x="5306" y="61535"/>
                  </a:cubicBezTo>
                  <a:cubicBezTo>
                    <a:pt x="6364" y="61535"/>
                    <a:pt x="6599" y="60946"/>
                    <a:pt x="7303" y="59530"/>
                  </a:cubicBezTo>
                  <a:lnTo>
                    <a:pt x="31621" y="1116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51" name="Freeform: Shape 5350">
              <a:extLst>
                <a:ext uri="{FF2B5EF4-FFF2-40B4-BE49-F238E27FC236}">
                  <a16:creationId xmlns:a16="http://schemas.microsoft.com/office/drawing/2014/main" id="{D13B91B2-5D89-1806-9DF4-1867A22B5FA2}"/>
                </a:ext>
              </a:extLst>
            </p:cNvPr>
            <p:cNvSpPr/>
            <p:nvPr>
              <p:custDataLst>
                <p:tags r:id="rId109"/>
              </p:custDataLst>
            </p:nvPr>
          </p:nvSpPr>
          <p:spPr>
            <a:xfrm>
              <a:off x="7631363" y="5644879"/>
              <a:ext cx="114961" cy="147967"/>
            </a:xfrm>
            <a:custGeom>
              <a:avLst/>
              <a:gdLst>
                <a:gd name="connsiteX0" fmla="*/ 10948 w 114961"/>
                <a:gd name="connsiteY0" fmla="*/ 144415 h 147967"/>
                <a:gd name="connsiteX1" fmla="*/ 20980 w 114961"/>
                <a:gd name="connsiteY1" fmla="*/ 103625 h 147967"/>
                <a:gd name="connsiteX2" fmla="*/ 58314 w 114961"/>
                <a:gd name="connsiteY2" fmla="*/ 118158 h 147967"/>
                <a:gd name="connsiteX3" fmla="*/ 113903 w 114961"/>
                <a:gd name="connsiteY3" fmla="*/ 72248 h 147967"/>
                <a:gd name="connsiteX4" fmla="*/ 102720 w 114961"/>
                <a:gd name="connsiteY4" fmla="*/ 49789 h 147967"/>
                <a:gd name="connsiteX5" fmla="*/ 115219 w 114961"/>
                <a:gd name="connsiteY5" fmla="*/ 23531 h 147967"/>
                <a:gd name="connsiteX6" fmla="*/ 85944 w 114961"/>
                <a:gd name="connsiteY6" fmla="*/ 81 h 147967"/>
                <a:gd name="connsiteX7" fmla="*/ 25750 w 114961"/>
                <a:gd name="connsiteY7" fmla="*/ 42357 h 147967"/>
                <a:gd name="connsiteX8" fmla="*/ 915 w 114961"/>
                <a:gd name="connsiteY8" fmla="*/ 142268 h 147967"/>
                <a:gd name="connsiteX9" fmla="*/ 258 w 114961"/>
                <a:gd name="connsiteY9" fmla="*/ 145076 h 147967"/>
                <a:gd name="connsiteX10" fmla="*/ 5520 w 114961"/>
                <a:gd name="connsiteY10" fmla="*/ 148048 h 147967"/>
                <a:gd name="connsiteX11" fmla="*/ 10948 w 114961"/>
                <a:gd name="connsiteY11" fmla="*/ 144415 h 147967"/>
                <a:gd name="connsiteX12" fmla="*/ 62426 w 114961"/>
                <a:gd name="connsiteY12" fmla="*/ 51936 h 147967"/>
                <a:gd name="connsiteX13" fmla="*/ 73445 w 114961"/>
                <a:gd name="connsiteY13" fmla="*/ 50284 h 147967"/>
                <a:gd name="connsiteX14" fmla="*/ 81175 w 114961"/>
                <a:gd name="connsiteY14" fmla="*/ 50945 h 147967"/>
                <a:gd name="connsiteX15" fmla="*/ 71142 w 114961"/>
                <a:gd name="connsiteY15" fmla="*/ 52926 h 147967"/>
                <a:gd name="connsiteX16" fmla="*/ 62426 w 114961"/>
                <a:gd name="connsiteY16" fmla="*/ 51936 h 147967"/>
                <a:gd name="connsiteX17" fmla="*/ 89069 w 114961"/>
                <a:gd name="connsiteY17" fmla="*/ 44009 h 147967"/>
                <a:gd name="connsiteX18" fmla="*/ 73938 w 114961"/>
                <a:gd name="connsiteY18" fmla="*/ 42688 h 147967"/>
                <a:gd name="connsiteX19" fmla="*/ 51900 w 114961"/>
                <a:gd name="connsiteY19" fmla="*/ 52596 h 147967"/>
                <a:gd name="connsiteX20" fmla="*/ 70813 w 114961"/>
                <a:gd name="connsiteY20" fmla="*/ 60523 h 147967"/>
                <a:gd name="connsiteX21" fmla="*/ 91043 w 114961"/>
                <a:gd name="connsiteY21" fmla="*/ 57055 h 147967"/>
                <a:gd name="connsiteX22" fmla="*/ 93016 w 114961"/>
                <a:gd name="connsiteY22" fmla="*/ 65808 h 147967"/>
                <a:gd name="connsiteX23" fmla="*/ 83313 w 114961"/>
                <a:gd name="connsiteY23" fmla="*/ 98506 h 147967"/>
                <a:gd name="connsiteX24" fmla="*/ 58149 w 114961"/>
                <a:gd name="connsiteY24" fmla="*/ 110561 h 147967"/>
                <a:gd name="connsiteX25" fmla="*/ 25914 w 114961"/>
                <a:gd name="connsiteY25" fmla="*/ 87111 h 147967"/>
                <a:gd name="connsiteX26" fmla="*/ 28875 w 114961"/>
                <a:gd name="connsiteY26" fmla="*/ 72413 h 147967"/>
                <a:gd name="connsiteX27" fmla="*/ 35289 w 114961"/>
                <a:gd name="connsiteY27" fmla="*/ 46156 h 147967"/>
                <a:gd name="connsiteX28" fmla="*/ 52722 w 114961"/>
                <a:gd name="connsiteY28" fmla="*/ 19237 h 147967"/>
                <a:gd name="connsiteX29" fmla="*/ 85122 w 114961"/>
                <a:gd name="connsiteY29" fmla="*/ 7677 h 147967"/>
                <a:gd name="connsiteX30" fmla="*/ 96306 w 114961"/>
                <a:gd name="connsiteY30" fmla="*/ 17586 h 147967"/>
                <a:gd name="connsiteX31" fmla="*/ 89069 w 114961"/>
                <a:gd name="connsiteY31" fmla="*/ 44009 h 14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4961" h="147967">
                  <a:moveTo>
                    <a:pt x="10948" y="144415"/>
                  </a:moveTo>
                  <a:lnTo>
                    <a:pt x="20980" y="103625"/>
                  </a:lnTo>
                  <a:cubicBezTo>
                    <a:pt x="24105" y="107754"/>
                    <a:pt x="35124" y="118158"/>
                    <a:pt x="58314" y="118158"/>
                  </a:cubicBezTo>
                  <a:cubicBezTo>
                    <a:pt x="95154" y="118158"/>
                    <a:pt x="113903" y="93056"/>
                    <a:pt x="113903" y="72248"/>
                  </a:cubicBezTo>
                  <a:cubicBezTo>
                    <a:pt x="113903" y="62670"/>
                    <a:pt x="110121" y="55073"/>
                    <a:pt x="102720" y="49789"/>
                  </a:cubicBezTo>
                  <a:cubicBezTo>
                    <a:pt x="109956" y="43844"/>
                    <a:pt x="115219" y="33274"/>
                    <a:pt x="115219" y="23531"/>
                  </a:cubicBezTo>
                  <a:cubicBezTo>
                    <a:pt x="115219" y="10155"/>
                    <a:pt x="105680" y="81"/>
                    <a:pt x="85944" y="81"/>
                  </a:cubicBezTo>
                  <a:cubicBezTo>
                    <a:pt x="61603" y="81"/>
                    <a:pt x="32328" y="15604"/>
                    <a:pt x="25750" y="42357"/>
                  </a:cubicBezTo>
                  <a:lnTo>
                    <a:pt x="915" y="142268"/>
                  </a:lnTo>
                  <a:cubicBezTo>
                    <a:pt x="258" y="144580"/>
                    <a:pt x="258" y="144911"/>
                    <a:pt x="258" y="145076"/>
                  </a:cubicBezTo>
                  <a:cubicBezTo>
                    <a:pt x="258" y="148048"/>
                    <a:pt x="3053" y="148048"/>
                    <a:pt x="5520" y="148048"/>
                  </a:cubicBezTo>
                  <a:cubicBezTo>
                    <a:pt x="8810" y="148048"/>
                    <a:pt x="10126" y="148048"/>
                    <a:pt x="10948" y="144415"/>
                  </a:cubicBezTo>
                  <a:close/>
                  <a:moveTo>
                    <a:pt x="62426" y="51936"/>
                  </a:moveTo>
                  <a:cubicBezTo>
                    <a:pt x="64564" y="50945"/>
                    <a:pt x="66044" y="50284"/>
                    <a:pt x="73445" y="50284"/>
                  </a:cubicBezTo>
                  <a:cubicBezTo>
                    <a:pt x="76076" y="50284"/>
                    <a:pt x="78214" y="50284"/>
                    <a:pt x="81175" y="50945"/>
                  </a:cubicBezTo>
                  <a:cubicBezTo>
                    <a:pt x="77556" y="52926"/>
                    <a:pt x="74103" y="52926"/>
                    <a:pt x="71142" y="52926"/>
                  </a:cubicBezTo>
                  <a:cubicBezTo>
                    <a:pt x="66208" y="52926"/>
                    <a:pt x="65715" y="52761"/>
                    <a:pt x="62426" y="51936"/>
                  </a:cubicBezTo>
                  <a:close/>
                  <a:moveTo>
                    <a:pt x="89069" y="44009"/>
                  </a:moveTo>
                  <a:cubicBezTo>
                    <a:pt x="82819" y="42688"/>
                    <a:pt x="77227" y="42688"/>
                    <a:pt x="73938" y="42688"/>
                  </a:cubicBezTo>
                  <a:cubicBezTo>
                    <a:pt x="66866" y="42688"/>
                    <a:pt x="51900" y="42688"/>
                    <a:pt x="51900" y="52596"/>
                  </a:cubicBezTo>
                  <a:cubicBezTo>
                    <a:pt x="51900" y="60358"/>
                    <a:pt x="62755" y="60523"/>
                    <a:pt x="70813" y="60523"/>
                  </a:cubicBezTo>
                  <a:cubicBezTo>
                    <a:pt x="75583" y="60523"/>
                    <a:pt x="82326" y="60523"/>
                    <a:pt x="91043" y="57055"/>
                  </a:cubicBezTo>
                  <a:cubicBezTo>
                    <a:pt x="92523" y="59367"/>
                    <a:pt x="93016" y="62835"/>
                    <a:pt x="93016" y="65808"/>
                  </a:cubicBezTo>
                  <a:cubicBezTo>
                    <a:pt x="93016" y="71588"/>
                    <a:pt x="89562" y="89753"/>
                    <a:pt x="83313" y="98506"/>
                  </a:cubicBezTo>
                  <a:cubicBezTo>
                    <a:pt x="77392" y="106598"/>
                    <a:pt x="68346" y="110561"/>
                    <a:pt x="58149" y="110561"/>
                  </a:cubicBezTo>
                  <a:cubicBezTo>
                    <a:pt x="44170" y="110561"/>
                    <a:pt x="25914" y="104121"/>
                    <a:pt x="25914" y="87111"/>
                  </a:cubicBezTo>
                  <a:cubicBezTo>
                    <a:pt x="25914" y="83973"/>
                    <a:pt x="27559" y="77202"/>
                    <a:pt x="28875" y="72413"/>
                  </a:cubicBezTo>
                  <a:cubicBezTo>
                    <a:pt x="29697" y="68780"/>
                    <a:pt x="34960" y="47642"/>
                    <a:pt x="35289" y="46156"/>
                  </a:cubicBezTo>
                  <a:cubicBezTo>
                    <a:pt x="36769" y="40376"/>
                    <a:pt x="39565" y="29146"/>
                    <a:pt x="52722" y="19237"/>
                  </a:cubicBezTo>
                  <a:cubicBezTo>
                    <a:pt x="66208" y="8999"/>
                    <a:pt x="79201" y="7677"/>
                    <a:pt x="85122" y="7677"/>
                  </a:cubicBezTo>
                  <a:cubicBezTo>
                    <a:pt x="96306" y="7677"/>
                    <a:pt x="96306" y="14944"/>
                    <a:pt x="96306" y="17586"/>
                  </a:cubicBezTo>
                  <a:cubicBezTo>
                    <a:pt x="96306" y="21549"/>
                    <a:pt x="93345" y="36577"/>
                    <a:pt x="89069" y="4400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5397" name="Group 5396" descr="\documentclass{article}&#10;\usepackage{amsmath}&#10;\usepackage{amsfonts}&#10;\pagestyle{empty}&#10;\begin{document}&#10;&#10;&#10;\[&#10;p + p e^{-\mathbf{x}'\boldsymbol{\beta}} = 1&#10;\]&#10;&#10;&#10;&#10;&#10;&#10;\end{document}" title="IguanaTex Shape Display">
            <a:extLst>
              <a:ext uri="{FF2B5EF4-FFF2-40B4-BE49-F238E27FC236}">
                <a16:creationId xmlns:a16="http://schemas.microsoft.com/office/drawing/2014/main" id="{6A2C8A30-AE54-B672-1147-4766CDB53F8D}"/>
              </a:ext>
            </a:extLst>
          </p:cNvPr>
          <p:cNvGrpSpPr>
            <a:grpSpLocks noChangeAspect="1"/>
          </p:cNvGrpSpPr>
          <p:nvPr>
            <p:custDataLst>
              <p:tags r:id="rId5"/>
            </p:custDataLst>
          </p:nvPr>
        </p:nvGrpSpPr>
        <p:grpSpPr>
          <a:xfrm>
            <a:off x="6745995" y="1583923"/>
            <a:ext cx="1138207" cy="211577"/>
            <a:chOff x="5830313" y="6154815"/>
            <a:chExt cx="1507968" cy="280310"/>
          </a:xfrm>
        </p:grpSpPr>
        <p:sp>
          <p:nvSpPr>
            <p:cNvPr id="5387" name="Freeform: Shape 5386">
              <a:extLst>
                <a:ext uri="{FF2B5EF4-FFF2-40B4-BE49-F238E27FC236}">
                  <a16:creationId xmlns:a16="http://schemas.microsoft.com/office/drawing/2014/main" id="{9469E704-F3F4-9928-7FC9-0ACDC5BC9A64}"/>
                </a:ext>
              </a:extLst>
            </p:cNvPr>
            <p:cNvSpPr/>
            <p:nvPr>
              <p:custDataLst>
                <p:tags r:id="rId89"/>
              </p:custDataLst>
            </p:nvPr>
          </p:nvSpPr>
          <p:spPr>
            <a:xfrm>
              <a:off x="5830313" y="6285082"/>
              <a:ext cx="122201" cy="150043"/>
            </a:xfrm>
            <a:custGeom>
              <a:avLst/>
              <a:gdLst>
                <a:gd name="connsiteX0" fmla="*/ 18227 w 122201"/>
                <a:gd name="connsiteY0" fmla="*/ 133132 h 150043"/>
                <a:gd name="connsiteX1" fmla="*/ 5586 w 122201"/>
                <a:gd name="connsiteY1" fmla="*/ 142805 h 150043"/>
                <a:gd name="connsiteX2" fmla="*/ 201 w 122201"/>
                <a:gd name="connsiteY2" fmla="*/ 147287 h 150043"/>
                <a:gd name="connsiteX3" fmla="*/ 3245 w 122201"/>
                <a:gd name="connsiteY3" fmla="*/ 150118 h 150043"/>
                <a:gd name="connsiteX4" fmla="*/ 22909 w 122201"/>
                <a:gd name="connsiteY4" fmla="*/ 149411 h 150043"/>
                <a:gd name="connsiteX5" fmla="*/ 46085 w 122201"/>
                <a:gd name="connsiteY5" fmla="*/ 150118 h 150043"/>
                <a:gd name="connsiteX6" fmla="*/ 50299 w 122201"/>
                <a:gd name="connsiteY6" fmla="*/ 145400 h 150043"/>
                <a:gd name="connsiteX7" fmla="*/ 44681 w 122201"/>
                <a:gd name="connsiteY7" fmla="*/ 142805 h 150043"/>
                <a:gd name="connsiteX8" fmla="*/ 32976 w 122201"/>
                <a:gd name="connsiteY8" fmla="*/ 139030 h 150043"/>
                <a:gd name="connsiteX9" fmla="*/ 44447 w 122201"/>
                <a:gd name="connsiteY9" fmla="*/ 91847 h 150043"/>
                <a:gd name="connsiteX10" fmla="*/ 65984 w 122201"/>
                <a:gd name="connsiteY10" fmla="*/ 106945 h 150043"/>
                <a:gd name="connsiteX11" fmla="*/ 122403 w 122201"/>
                <a:gd name="connsiteY11" fmla="*/ 37822 h 150043"/>
                <a:gd name="connsiteX12" fmla="*/ 91267 w 122201"/>
                <a:gd name="connsiteY12" fmla="*/ 75 h 150043"/>
                <a:gd name="connsiteX13" fmla="*/ 60600 w 122201"/>
                <a:gd name="connsiteY13" fmla="*/ 17769 h 150043"/>
                <a:gd name="connsiteX14" fmla="*/ 39531 w 122201"/>
                <a:gd name="connsiteY14" fmla="*/ 75 h 150043"/>
                <a:gd name="connsiteX15" fmla="*/ 22207 w 122201"/>
                <a:gd name="connsiteY15" fmla="*/ 13522 h 150043"/>
                <a:gd name="connsiteX16" fmla="*/ 14950 w 122201"/>
                <a:gd name="connsiteY16" fmla="*/ 36406 h 150043"/>
                <a:gd name="connsiteX17" fmla="*/ 17759 w 122201"/>
                <a:gd name="connsiteY17" fmla="*/ 38765 h 150043"/>
                <a:gd name="connsiteX18" fmla="*/ 21739 w 122201"/>
                <a:gd name="connsiteY18" fmla="*/ 33339 h 150043"/>
                <a:gd name="connsiteX19" fmla="*/ 38828 w 122201"/>
                <a:gd name="connsiteY19" fmla="*/ 5265 h 150043"/>
                <a:gd name="connsiteX20" fmla="*/ 46085 w 122201"/>
                <a:gd name="connsiteY20" fmla="*/ 16117 h 150043"/>
                <a:gd name="connsiteX21" fmla="*/ 44447 w 122201"/>
                <a:gd name="connsiteY21" fmla="*/ 28149 h 150043"/>
                <a:gd name="connsiteX22" fmla="*/ 18227 w 122201"/>
                <a:gd name="connsiteY22" fmla="*/ 133132 h 150043"/>
                <a:gd name="connsiteX23" fmla="*/ 59429 w 122201"/>
                <a:gd name="connsiteY23" fmla="*/ 30744 h 150043"/>
                <a:gd name="connsiteX24" fmla="*/ 71603 w 122201"/>
                <a:gd name="connsiteY24" fmla="*/ 14230 h 150043"/>
                <a:gd name="connsiteX25" fmla="*/ 90565 w 122201"/>
                <a:gd name="connsiteY25" fmla="*/ 5265 h 150043"/>
                <a:gd name="connsiteX26" fmla="*/ 105548 w 122201"/>
                <a:gd name="connsiteY26" fmla="*/ 27441 h 150043"/>
                <a:gd name="connsiteX27" fmla="*/ 93608 w 122201"/>
                <a:gd name="connsiteY27" fmla="*/ 77456 h 150043"/>
                <a:gd name="connsiteX28" fmla="*/ 65750 w 122201"/>
                <a:gd name="connsiteY28" fmla="*/ 101755 h 150043"/>
                <a:gd name="connsiteX29" fmla="*/ 47256 w 122201"/>
                <a:gd name="connsiteY29" fmla="*/ 80759 h 150043"/>
                <a:gd name="connsiteX30" fmla="*/ 47958 w 122201"/>
                <a:gd name="connsiteY30" fmla="*/ 76984 h 150043"/>
                <a:gd name="connsiteX31" fmla="*/ 59429 w 122201"/>
                <a:gd name="connsiteY31" fmla="*/ 30744 h 150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2201" h="150043">
                  <a:moveTo>
                    <a:pt x="18227" y="133132"/>
                  </a:moveTo>
                  <a:cubicBezTo>
                    <a:pt x="16354" y="141154"/>
                    <a:pt x="15886" y="142805"/>
                    <a:pt x="5586" y="142805"/>
                  </a:cubicBezTo>
                  <a:cubicBezTo>
                    <a:pt x="2776" y="142805"/>
                    <a:pt x="201" y="142805"/>
                    <a:pt x="201" y="147287"/>
                  </a:cubicBezTo>
                  <a:cubicBezTo>
                    <a:pt x="201" y="149175"/>
                    <a:pt x="1372" y="150118"/>
                    <a:pt x="3245" y="150118"/>
                  </a:cubicBezTo>
                  <a:cubicBezTo>
                    <a:pt x="9565" y="150118"/>
                    <a:pt x="16354" y="149411"/>
                    <a:pt x="22909" y="149411"/>
                  </a:cubicBezTo>
                  <a:cubicBezTo>
                    <a:pt x="30635" y="149411"/>
                    <a:pt x="38594" y="150118"/>
                    <a:pt x="46085" y="150118"/>
                  </a:cubicBezTo>
                  <a:cubicBezTo>
                    <a:pt x="47256" y="150118"/>
                    <a:pt x="50299" y="150118"/>
                    <a:pt x="50299" y="145400"/>
                  </a:cubicBezTo>
                  <a:cubicBezTo>
                    <a:pt x="50299" y="142805"/>
                    <a:pt x="47958" y="142805"/>
                    <a:pt x="44681" y="142805"/>
                  </a:cubicBezTo>
                  <a:cubicBezTo>
                    <a:pt x="32976" y="142805"/>
                    <a:pt x="32976" y="141154"/>
                    <a:pt x="32976" y="139030"/>
                  </a:cubicBezTo>
                  <a:cubicBezTo>
                    <a:pt x="32976" y="136199"/>
                    <a:pt x="42808" y="97745"/>
                    <a:pt x="44447" y="91847"/>
                  </a:cubicBezTo>
                  <a:cubicBezTo>
                    <a:pt x="47490" y="98688"/>
                    <a:pt x="54045" y="106945"/>
                    <a:pt x="65984" y="106945"/>
                  </a:cubicBezTo>
                  <a:cubicBezTo>
                    <a:pt x="93140" y="106945"/>
                    <a:pt x="122403" y="72502"/>
                    <a:pt x="122403" y="37822"/>
                  </a:cubicBezTo>
                  <a:cubicBezTo>
                    <a:pt x="122403" y="15645"/>
                    <a:pt x="109059" y="75"/>
                    <a:pt x="91267" y="75"/>
                  </a:cubicBezTo>
                  <a:cubicBezTo>
                    <a:pt x="79562" y="75"/>
                    <a:pt x="68325" y="8568"/>
                    <a:pt x="60600" y="17769"/>
                  </a:cubicBezTo>
                  <a:cubicBezTo>
                    <a:pt x="58259" y="5029"/>
                    <a:pt x="48192" y="75"/>
                    <a:pt x="39531" y="75"/>
                  </a:cubicBezTo>
                  <a:cubicBezTo>
                    <a:pt x="28762" y="75"/>
                    <a:pt x="24314" y="9276"/>
                    <a:pt x="22207" y="13522"/>
                  </a:cubicBezTo>
                  <a:cubicBezTo>
                    <a:pt x="17993" y="21543"/>
                    <a:pt x="14950" y="35698"/>
                    <a:pt x="14950" y="36406"/>
                  </a:cubicBezTo>
                  <a:cubicBezTo>
                    <a:pt x="14950" y="38765"/>
                    <a:pt x="17291" y="38765"/>
                    <a:pt x="17759" y="38765"/>
                  </a:cubicBezTo>
                  <a:cubicBezTo>
                    <a:pt x="20100" y="38765"/>
                    <a:pt x="20334" y="38529"/>
                    <a:pt x="21739" y="33339"/>
                  </a:cubicBezTo>
                  <a:cubicBezTo>
                    <a:pt x="25719" y="16589"/>
                    <a:pt x="30401" y="5265"/>
                    <a:pt x="38828" y="5265"/>
                  </a:cubicBezTo>
                  <a:cubicBezTo>
                    <a:pt x="42808" y="5265"/>
                    <a:pt x="46085" y="7152"/>
                    <a:pt x="46085" y="16117"/>
                  </a:cubicBezTo>
                  <a:cubicBezTo>
                    <a:pt x="46085" y="21543"/>
                    <a:pt x="45383" y="24138"/>
                    <a:pt x="44447" y="28149"/>
                  </a:cubicBezTo>
                  <a:lnTo>
                    <a:pt x="18227" y="133132"/>
                  </a:lnTo>
                  <a:close/>
                  <a:moveTo>
                    <a:pt x="59429" y="30744"/>
                  </a:moveTo>
                  <a:cubicBezTo>
                    <a:pt x="61068" y="24374"/>
                    <a:pt x="67389" y="17769"/>
                    <a:pt x="71603" y="14230"/>
                  </a:cubicBezTo>
                  <a:cubicBezTo>
                    <a:pt x="79796" y="6916"/>
                    <a:pt x="86585" y="5265"/>
                    <a:pt x="90565" y="5265"/>
                  </a:cubicBezTo>
                  <a:cubicBezTo>
                    <a:pt x="99929" y="5265"/>
                    <a:pt x="105548" y="13522"/>
                    <a:pt x="105548" y="27441"/>
                  </a:cubicBezTo>
                  <a:cubicBezTo>
                    <a:pt x="105548" y="41360"/>
                    <a:pt x="97822" y="68491"/>
                    <a:pt x="93608" y="77456"/>
                  </a:cubicBezTo>
                  <a:cubicBezTo>
                    <a:pt x="85649" y="93970"/>
                    <a:pt x="74412" y="101755"/>
                    <a:pt x="65750" y="101755"/>
                  </a:cubicBezTo>
                  <a:cubicBezTo>
                    <a:pt x="50299" y="101755"/>
                    <a:pt x="47256" y="82174"/>
                    <a:pt x="47256" y="80759"/>
                  </a:cubicBezTo>
                  <a:cubicBezTo>
                    <a:pt x="47256" y="80287"/>
                    <a:pt x="47256" y="79815"/>
                    <a:pt x="47958" y="76984"/>
                  </a:cubicBezTo>
                  <a:lnTo>
                    <a:pt x="59429" y="3074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88" name="Freeform: Shape 5387">
              <a:extLst>
                <a:ext uri="{FF2B5EF4-FFF2-40B4-BE49-F238E27FC236}">
                  <a16:creationId xmlns:a16="http://schemas.microsoft.com/office/drawing/2014/main" id="{C5F1BDDB-8A53-6A25-F215-417EA5481415}"/>
                </a:ext>
              </a:extLst>
            </p:cNvPr>
            <p:cNvSpPr/>
            <p:nvPr>
              <p:custDataLst>
                <p:tags r:id="rId90"/>
              </p:custDataLst>
            </p:nvPr>
          </p:nvSpPr>
          <p:spPr>
            <a:xfrm>
              <a:off x="6020719" y="6251818"/>
              <a:ext cx="155678" cy="157121"/>
            </a:xfrm>
            <a:custGeom>
              <a:avLst/>
              <a:gdLst>
                <a:gd name="connsiteX0" fmla="*/ 82847 w 155678"/>
                <a:gd name="connsiteY0" fmla="*/ 83354 h 157121"/>
                <a:gd name="connsiteX1" fmla="*/ 148162 w 155678"/>
                <a:gd name="connsiteY1" fmla="*/ 83354 h 157121"/>
                <a:gd name="connsiteX2" fmla="*/ 155887 w 155678"/>
                <a:gd name="connsiteY2" fmla="*/ 78635 h 157121"/>
                <a:gd name="connsiteX3" fmla="*/ 148162 w 155678"/>
                <a:gd name="connsiteY3" fmla="*/ 73917 h 157121"/>
                <a:gd name="connsiteX4" fmla="*/ 82847 w 155678"/>
                <a:gd name="connsiteY4" fmla="*/ 73917 h 157121"/>
                <a:gd name="connsiteX5" fmla="*/ 82847 w 155678"/>
                <a:gd name="connsiteY5" fmla="*/ 7860 h 157121"/>
                <a:gd name="connsiteX6" fmla="*/ 78165 w 155678"/>
                <a:gd name="connsiteY6" fmla="*/ 75 h 157121"/>
                <a:gd name="connsiteX7" fmla="*/ 73483 w 155678"/>
                <a:gd name="connsiteY7" fmla="*/ 7860 h 157121"/>
                <a:gd name="connsiteX8" fmla="*/ 73483 w 155678"/>
                <a:gd name="connsiteY8" fmla="*/ 73917 h 157121"/>
                <a:gd name="connsiteX9" fmla="*/ 7934 w 155678"/>
                <a:gd name="connsiteY9" fmla="*/ 73917 h 157121"/>
                <a:gd name="connsiteX10" fmla="*/ 209 w 155678"/>
                <a:gd name="connsiteY10" fmla="*/ 78635 h 157121"/>
                <a:gd name="connsiteX11" fmla="*/ 7934 w 155678"/>
                <a:gd name="connsiteY11" fmla="*/ 83354 h 157121"/>
                <a:gd name="connsiteX12" fmla="*/ 73483 w 155678"/>
                <a:gd name="connsiteY12" fmla="*/ 83354 h 157121"/>
                <a:gd name="connsiteX13" fmla="*/ 73483 w 155678"/>
                <a:gd name="connsiteY13" fmla="*/ 149411 h 157121"/>
                <a:gd name="connsiteX14" fmla="*/ 78165 w 155678"/>
                <a:gd name="connsiteY14" fmla="*/ 157196 h 157121"/>
                <a:gd name="connsiteX15" fmla="*/ 82847 w 155678"/>
                <a:gd name="connsiteY15" fmla="*/ 149411 h 157121"/>
                <a:gd name="connsiteX16" fmla="*/ 82847 w 155678"/>
                <a:gd name="connsiteY16" fmla="*/ 83354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5678" h="157121">
                  <a:moveTo>
                    <a:pt x="82847" y="83354"/>
                  </a:moveTo>
                  <a:lnTo>
                    <a:pt x="148162" y="83354"/>
                  </a:lnTo>
                  <a:cubicBezTo>
                    <a:pt x="151439" y="83354"/>
                    <a:pt x="155887" y="83354"/>
                    <a:pt x="155887" y="78635"/>
                  </a:cubicBezTo>
                  <a:cubicBezTo>
                    <a:pt x="155887" y="73917"/>
                    <a:pt x="151439" y="73917"/>
                    <a:pt x="148162" y="73917"/>
                  </a:cubicBezTo>
                  <a:lnTo>
                    <a:pt x="82847" y="73917"/>
                  </a:lnTo>
                  <a:lnTo>
                    <a:pt x="82847" y="7860"/>
                  </a:lnTo>
                  <a:cubicBezTo>
                    <a:pt x="82847" y="4557"/>
                    <a:pt x="82847" y="75"/>
                    <a:pt x="78165" y="75"/>
                  </a:cubicBezTo>
                  <a:cubicBezTo>
                    <a:pt x="73483" y="75"/>
                    <a:pt x="73483" y="4557"/>
                    <a:pt x="73483" y="7860"/>
                  </a:cubicBezTo>
                  <a:lnTo>
                    <a:pt x="73483" y="73917"/>
                  </a:lnTo>
                  <a:lnTo>
                    <a:pt x="7934" y="73917"/>
                  </a:lnTo>
                  <a:cubicBezTo>
                    <a:pt x="4656" y="73917"/>
                    <a:pt x="209" y="73917"/>
                    <a:pt x="209" y="78635"/>
                  </a:cubicBezTo>
                  <a:cubicBezTo>
                    <a:pt x="209" y="83354"/>
                    <a:pt x="4656" y="83354"/>
                    <a:pt x="7934" y="83354"/>
                  </a:cubicBezTo>
                  <a:lnTo>
                    <a:pt x="73483" y="83354"/>
                  </a:lnTo>
                  <a:lnTo>
                    <a:pt x="73483" y="149411"/>
                  </a:lnTo>
                  <a:cubicBezTo>
                    <a:pt x="73483" y="152714"/>
                    <a:pt x="73483" y="157196"/>
                    <a:pt x="78165" y="157196"/>
                  </a:cubicBezTo>
                  <a:cubicBezTo>
                    <a:pt x="82847" y="157196"/>
                    <a:pt x="82847" y="152714"/>
                    <a:pt x="82847" y="149411"/>
                  </a:cubicBezTo>
                  <a:lnTo>
                    <a:pt x="82847" y="8335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89" name="Freeform: Shape 5388">
              <a:extLst>
                <a:ext uri="{FF2B5EF4-FFF2-40B4-BE49-F238E27FC236}">
                  <a16:creationId xmlns:a16="http://schemas.microsoft.com/office/drawing/2014/main" id="{A325BEEA-CB8A-C289-E98B-46BC604AA450}"/>
                </a:ext>
              </a:extLst>
            </p:cNvPr>
            <p:cNvSpPr/>
            <p:nvPr>
              <p:custDataLst>
                <p:tags r:id="rId91"/>
              </p:custDataLst>
            </p:nvPr>
          </p:nvSpPr>
          <p:spPr>
            <a:xfrm>
              <a:off x="6234220" y="6285082"/>
              <a:ext cx="122201" cy="150043"/>
            </a:xfrm>
            <a:custGeom>
              <a:avLst/>
              <a:gdLst>
                <a:gd name="connsiteX0" fmla="*/ 18244 w 122201"/>
                <a:gd name="connsiteY0" fmla="*/ 133132 h 150043"/>
                <a:gd name="connsiteX1" fmla="*/ 5603 w 122201"/>
                <a:gd name="connsiteY1" fmla="*/ 142805 h 150043"/>
                <a:gd name="connsiteX2" fmla="*/ 218 w 122201"/>
                <a:gd name="connsiteY2" fmla="*/ 147287 h 150043"/>
                <a:gd name="connsiteX3" fmla="*/ 3262 w 122201"/>
                <a:gd name="connsiteY3" fmla="*/ 150118 h 150043"/>
                <a:gd name="connsiteX4" fmla="*/ 22926 w 122201"/>
                <a:gd name="connsiteY4" fmla="*/ 149411 h 150043"/>
                <a:gd name="connsiteX5" fmla="*/ 46103 w 122201"/>
                <a:gd name="connsiteY5" fmla="*/ 150118 h 150043"/>
                <a:gd name="connsiteX6" fmla="*/ 50317 w 122201"/>
                <a:gd name="connsiteY6" fmla="*/ 145400 h 150043"/>
                <a:gd name="connsiteX7" fmla="*/ 44698 w 122201"/>
                <a:gd name="connsiteY7" fmla="*/ 142805 h 150043"/>
                <a:gd name="connsiteX8" fmla="*/ 32993 w 122201"/>
                <a:gd name="connsiteY8" fmla="*/ 139030 h 150043"/>
                <a:gd name="connsiteX9" fmla="*/ 44464 w 122201"/>
                <a:gd name="connsiteY9" fmla="*/ 91847 h 150043"/>
                <a:gd name="connsiteX10" fmla="*/ 66001 w 122201"/>
                <a:gd name="connsiteY10" fmla="*/ 106945 h 150043"/>
                <a:gd name="connsiteX11" fmla="*/ 122420 w 122201"/>
                <a:gd name="connsiteY11" fmla="*/ 37822 h 150043"/>
                <a:gd name="connsiteX12" fmla="*/ 91285 w 122201"/>
                <a:gd name="connsiteY12" fmla="*/ 75 h 150043"/>
                <a:gd name="connsiteX13" fmla="*/ 60617 w 122201"/>
                <a:gd name="connsiteY13" fmla="*/ 17769 h 150043"/>
                <a:gd name="connsiteX14" fmla="*/ 39548 w 122201"/>
                <a:gd name="connsiteY14" fmla="*/ 75 h 150043"/>
                <a:gd name="connsiteX15" fmla="*/ 22224 w 122201"/>
                <a:gd name="connsiteY15" fmla="*/ 13522 h 150043"/>
                <a:gd name="connsiteX16" fmla="*/ 14967 w 122201"/>
                <a:gd name="connsiteY16" fmla="*/ 36406 h 150043"/>
                <a:gd name="connsiteX17" fmla="*/ 17776 w 122201"/>
                <a:gd name="connsiteY17" fmla="*/ 38765 h 150043"/>
                <a:gd name="connsiteX18" fmla="*/ 21756 w 122201"/>
                <a:gd name="connsiteY18" fmla="*/ 33339 h 150043"/>
                <a:gd name="connsiteX19" fmla="*/ 38845 w 122201"/>
                <a:gd name="connsiteY19" fmla="*/ 5265 h 150043"/>
                <a:gd name="connsiteX20" fmla="*/ 46103 w 122201"/>
                <a:gd name="connsiteY20" fmla="*/ 16117 h 150043"/>
                <a:gd name="connsiteX21" fmla="*/ 44464 w 122201"/>
                <a:gd name="connsiteY21" fmla="*/ 28149 h 150043"/>
                <a:gd name="connsiteX22" fmla="*/ 18244 w 122201"/>
                <a:gd name="connsiteY22" fmla="*/ 133132 h 150043"/>
                <a:gd name="connsiteX23" fmla="*/ 59447 w 122201"/>
                <a:gd name="connsiteY23" fmla="*/ 30744 h 150043"/>
                <a:gd name="connsiteX24" fmla="*/ 71620 w 122201"/>
                <a:gd name="connsiteY24" fmla="*/ 14230 h 150043"/>
                <a:gd name="connsiteX25" fmla="*/ 90582 w 122201"/>
                <a:gd name="connsiteY25" fmla="*/ 5265 h 150043"/>
                <a:gd name="connsiteX26" fmla="*/ 105565 w 122201"/>
                <a:gd name="connsiteY26" fmla="*/ 27441 h 150043"/>
                <a:gd name="connsiteX27" fmla="*/ 93626 w 122201"/>
                <a:gd name="connsiteY27" fmla="*/ 77456 h 150043"/>
                <a:gd name="connsiteX28" fmla="*/ 65767 w 122201"/>
                <a:gd name="connsiteY28" fmla="*/ 101755 h 150043"/>
                <a:gd name="connsiteX29" fmla="*/ 47273 w 122201"/>
                <a:gd name="connsiteY29" fmla="*/ 80759 h 150043"/>
                <a:gd name="connsiteX30" fmla="*/ 47975 w 122201"/>
                <a:gd name="connsiteY30" fmla="*/ 76984 h 150043"/>
                <a:gd name="connsiteX31" fmla="*/ 59447 w 122201"/>
                <a:gd name="connsiteY31" fmla="*/ 30744 h 150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2201" h="150043">
                  <a:moveTo>
                    <a:pt x="18244" y="133132"/>
                  </a:moveTo>
                  <a:cubicBezTo>
                    <a:pt x="16372" y="141154"/>
                    <a:pt x="15903" y="142805"/>
                    <a:pt x="5603" y="142805"/>
                  </a:cubicBezTo>
                  <a:cubicBezTo>
                    <a:pt x="2794" y="142805"/>
                    <a:pt x="218" y="142805"/>
                    <a:pt x="218" y="147287"/>
                  </a:cubicBezTo>
                  <a:cubicBezTo>
                    <a:pt x="218" y="149175"/>
                    <a:pt x="1389" y="150118"/>
                    <a:pt x="3262" y="150118"/>
                  </a:cubicBezTo>
                  <a:cubicBezTo>
                    <a:pt x="9583" y="150118"/>
                    <a:pt x="16372" y="149411"/>
                    <a:pt x="22926" y="149411"/>
                  </a:cubicBezTo>
                  <a:cubicBezTo>
                    <a:pt x="30652" y="149411"/>
                    <a:pt x="38611" y="150118"/>
                    <a:pt x="46103" y="150118"/>
                  </a:cubicBezTo>
                  <a:cubicBezTo>
                    <a:pt x="47273" y="150118"/>
                    <a:pt x="50317" y="150118"/>
                    <a:pt x="50317" y="145400"/>
                  </a:cubicBezTo>
                  <a:cubicBezTo>
                    <a:pt x="50317" y="142805"/>
                    <a:pt x="47975" y="142805"/>
                    <a:pt x="44698" y="142805"/>
                  </a:cubicBezTo>
                  <a:cubicBezTo>
                    <a:pt x="32993" y="142805"/>
                    <a:pt x="32993" y="141154"/>
                    <a:pt x="32993" y="139030"/>
                  </a:cubicBezTo>
                  <a:cubicBezTo>
                    <a:pt x="32993" y="136199"/>
                    <a:pt x="42825" y="97745"/>
                    <a:pt x="44464" y="91847"/>
                  </a:cubicBezTo>
                  <a:cubicBezTo>
                    <a:pt x="47507" y="98688"/>
                    <a:pt x="54062" y="106945"/>
                    <a:pt x="66001" y="106945"/>
                  </a:cubicBezTo>
                  <a:cubicBezTo>
                    <a:pt x="93157" y="106945"/>
                    <a:pt x="122420" y="72502"/>
                    <a:pt x="122420" y="37822"/>
                  </a:cubicBezTo>
                  <a:cubicBezTo>
                    <a:pt x="122420" y="15645"/>
                    <a:pt x="109076" y="75"/>
                    <a:pt x="91285" y="75"/>
                  </a:cubicBezTo>
                  <a:cubicBezTo>
                    <a:pt x="79579" y="75"/>
                    <a:pt x="68342" y="8568"/>
                    <a:pt x="60617" y="17769"/>
                  </a:cubicBezTo>
                  <a:cubicBezTo>
                    <a:pt x="58276" y="5029"/>
                    <a:pt x="48210" y="75"/>
                    <a:pt x="39548" y="75"/>
                  </a:cubicBezTo>
                  <a:cubicBezTo>
                    <a:pt x="28779" y="75"/>
                    <a:pt x="24331" y="9276"/>
                    <a:pt x="22224" y="13522"/>
                  </a:cubicBezTo>
                  <a:cubicBezTo>
                    <a:pt x="18010" y="21543"/>
                    <a:pt x="14967" y="35698"/>
                    <a:pt x="14967" y="36406"/>
                  </a:cubicBezTo>
                  <a:cubicBezTo>
                    <a:pt x="14967" y="38765"/>
                    <a:pt x="17308" y="38765"/>
                    <a:pt x="17776" y="38765"/>
                  </a:cubicBezTo>
                  <a:cubicBezTo>
                    <a:pt x="20117" y="38765"/>
                    <a:pt x="20351" y="38529"/>
                    <a:pt x="21756" y="33339"/>
                  </a:cubicBezTo>
                  <a:cubicBezTo>
                    <a:pt x="25736" y="16589"/>
                    <a:pt x="30418" y="5265"/>
                    <a:pt x="38845" y="5265"/>
                  </a:cubicBezTo>
                  <a:cubicBezTo>
                    <a:pt x="42825" y="5265"/>
                    <a:pt x="46103" y="7152"/>
                    <a:pt x="46103" y="16117"/>
                  </a:cubicBezTo>
                  <a:cubicBezTo>
                    <a:pt x="46103" y="21543"/>
                    <a:pt x="45400" y="24138"/>
                    <a:pt x="44464" y="28149"/>
                  </a:cubicBezTo>
                  <a:lnTo>
                    <a:pt x="18244" y="133132"/>
                  </a:lnTo>
                  <a:close/>
                  <a:moveTo>
                    <a:pt x="59447" y="30744"/>
                  </a:moveTo>
                  <a:cubicBezTo>
                    <a:pt x="61085" y="24374"/>
                    <a:pt x="67406" y="17769"/>
                    <a:pt x="71620" y="14230"/>
                  </a:cubicBezTo>
                  <a:cubicBezTo>
                    <a:pt x="79814" y="6916"/>
                    <a:pt x="86603" y="5265"/>
                    <a:pt x="90582" y="5265"/>
                  </a:cubicBezTo>
                  <a:cubicBezTo>
                    <a:pt x="99946" y="5265"/>
                    <a:pt x="105565" y="13522"/>
                    <a:pt x="105565" y="27441"/>
                  </a:cubicBezTo>
                  <a:cubicBezTo>
                    <a:pt x="105565" y="41360"/>
                    <a:pt x="97839" y="68491"/>
                    <a:pt x="93626" y="77456"/>
                  </a:cubicBezTo>
                  <a:cubicBezTo>
                    <a:pt x="85666" y="93970"/>
                    <a:pt x="74429" y="101755"/>
                    <a:pt x="65767" y="101755"/>
                  </a:cubicBezTo>
                  <a:cubicBezTo>
                    <a:pt x="50317" y="101755"/>
                    <a:pt x="47273" y="82174"/>
                    <a:pt x="47273" y="80759"/>
                  </a:cubicBezTo>
                  <a:cubicBezTo>
                    <a:pt x="47273" y="80287"/>
                    <a:pt x="47273" y="79815"/>
                    <a:pt x="47975" y="76984"/>
                  </a:cubicBezTo>
                  <a:lnTo>
                    <a:pt x="59447" y="3074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90" name="Freeform: Shape 5389">
              <a:extLst>
                <a:ext uri="{FF2B5EF4-FFF2-40B4-BE49-F238E27FC236}">
                  <a16:creationId xmlns:a16="http://schemas.microsoft.com/office/drawing/2014/main" id="{21C7F0F4-AB4F-5BBC-F13D-3D8D29CFC6C2}"/>
                </a:ext>
              </a:extLst>
            </p:cNvPr>
            <p:cNvSpPr/>
            <p:nvPr>
              <p:custDataLst>
                <p:tags r:id="rId92"/>
              </p:custDataLst>
            </p:nvPr>
          </p:nvSpPr>
          <p:spPr>
            <a:xfrm>
              <a:off x="6370264" y="6285082"/>
              <a:ext cx="89895" cy="106870"/>
            </a:xfrm>
            <a:custGeom>
              <a:avLst/>
              <a:gdLst>
                <a:gd name="connsiteX0" fmla="*/ 33232 w 89895"/>
                <a:gd name="connsiteY0" fmla="*/ 49853 h 106870"/>
                <a:gd name="connsiteX1" fmla="*/ 69050 w 89895"/>
                <a:gd name="connsiteY1" fmla="*/ 44427 h 106870"/>
                <a:gd name="connsiteX2" fmla="*/ 86608 w 89895"/>
                <a:gd name="connsiteY2" fmla="*/ 20128 h 106870"/>
                <a:gd name="connsiteX3" fmla="*/ 61558 w 89895"/>
                <a:gd name="connsiteY3" fmla="*/ 75 h 106870"/>
                <a:gd name="connsiteX4" fmla="*/ 223 w 89895"/>
                <a:gd name="connsiteY4" fmla="*/ 64244 h 106870"/>
                <a:gd name="connsiteX5" fmla="*/ 36978 w 89895"/>
                <a:gd name="connsiteY5" fmla="*/ 106945 h 106870"/>
                <a:gd name="connsiteX6" fmla="*/ 90119 w 89895"/>
                <a:gd name="connsiteY6" fmla="*/ 79107 h 106870"/>
                <a:gd name="connsiteX7" fmla="*/ 87310 w 89895"/>
                <a:gd name="connsiteY7" fmla="*/ 76040 h 106870"/>
                <a:gd name="connsiteX8" fmla="*/ 84266 w 89895"/>
                <a:gd name="connsiteY8" fmla="*/ 78399 h 106870"/>
                <a:gd name="connsiteX9" fmla="*/ 37446 w 89895"/>
                <a:gd name="connsiteY9" fmla="*/ 101755 h 106870"/>
                <a:gd name="connsiteX10" fmla="*/ 17079 w 89895"/>
                <a:gd name="connsiteY10" fmla="*/ 74389 h 106870"/>
                <a:gd name="connsiteX11" fmla="*/ 20825 w 89895"/>
                <a:gd name="connsiteY11" fmla="*/ 49853 h 106870"/>
                <a:gd name="connsiteX12" fmla="*/ 33232 w 89895"/>
                <a:gd name="connsiteY12" fmla="*/ 49853 h 106870"/>
                <a:gd name="connsiteX13" fmla="*/ 22229 w 89895"/>
                <a:gd name="connsiteY13" fmla="*/ 44663 h 106870"/>
                <a:gd name="connsiteX14" fmla="*/ 61558 w 89895"/>
                <a:gd name="connsiteY14" fmla="*/ 5265 h 106870"/>
                <a:gd name="connsiteX15" fmla="*/ 78882 w 89895"/>
                <a:gd name="connsiteY15" fmla="*/ 20128 h 106870"/>
                <a:gd name="connsiteX16" fmla="*/ 31827 w 89895"/>
                <a:gd name="connsiteY16" fmla="*/ 44663 h 106870"/>
                <a:gd name="connsiteX17" fmla="*/ 22229 w 89895"/>
                <a:gd name="connsiteY17" fmla="*/ 44663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9895" h="106870">
                  <a:moveTo>
                    <a:pt x="33232" y="49853"/>
                  </a:moveTo>
                  <a:cubicBezTo>
                    <a:pt x="40021" y="49853"/>
                    <a:pt x="57345" y="49382"/>
                    <a:pt x="69050" y="44427"/>
                  </a:cubicBezTo>
                  <a:cubicBezTo>
                    <a:pt x="85437" y="37350"/>
                    <a:pt x="86608" y="23431"/>
                    <a:pt x="86608" y="20128"/>
                  </a:cubicBezTo>
                  <a:cubicBezTo>
                    <a:pt x="86608" y="9747"/>
                    <a:pt x="77712" y="75"/>
                    <a:pt x="61558" y="75"/>
                  </a:cubicBezTo>
                  <a:cubicBezTo>
                    <a:pt x="35573" y="75"/>
                    <a:pt x="223" y="22959"/>
                    <a:pt x="223" y="64244"/>
                  </a:cubicBezTo>
                  <a:cubicBezTo>
                    <a:pt x="223" y="88308"/>
                    <a:pt x="14036" y="106945"/>
                    <a:pt x="36978" y="106945"/>
                  </a:cubicBezTo>
                  <a:cubicBezTo>
                    <a:pt x="70454" y="106945"/>
                    <a:pt x="90119" y="81938"/>
                    <a:pt x="90119" y="79107"/>
                  </a:cubicBezTo>
                  <a:cubicBezTo>
                    <a:pt x="90119" y="77692"/>
                    <a:pt x="88714" y="76040"/>
                    <a:pt x="87310" y="76040"/>
                  </a:cubicBezTo>
                  <a:cubicBezTo>
                    <a:pt x="86139" y="76040"/>
                    <a:pt x="85671" y="76512"/>
                    <a:pt x="84266" y="78399"/>
                  </a:cubicBezTo>
                  <a:cubicBezTo>
                    <a:pt x="65772" y="101755"/>
                    <a:pt x="40255" y="101755"/>
                    <a:pt x="37446" y="101755"/>
                  </a:cubicBezTo>
                  <a:cubicBezTo>
                    <a:pt x="19186" y="101755"/>
                    <a:pt x="17079" y="81938"/>
                    <a:pt x="17079" y="74389"/>
                  </a:cubicBezTo>
                  <a:cubicBezTo>
                    <a:pt x="17079" y="71558"/>
                    <a:pt x="17313" y="64244"/>
                    <a:pt x="20825" y="49853"/>
                  </a:cubicBezTo>
                  <a:lnTo>
                    <a:pt x="33232" y="49853"/>
                  </a:lnTo>
                  <a:close/>
                  <a:moveTo>
                    <a:pt x="22229" y="44663"/>
                  </a:moveTo>
                  <a:cubicBezTo>
                    <a:pt x="31359" y="8804"/>
                    <a:pt x="55472" y="5265"/>
                    <a:pt x="61558" y="5265"/>
                  </a:cubicBezTo>
                  <a:cubicBezTo>
                    <a:pt x="72561" y="5265"/>
                    <a:pt x="78882" y="12107"/>
                    <a:pt x="78882" y="20128"/>
                  </a:cubicBezTo>
                  <a:cubicBezTo>
                    <a:pt x="78882" y="44663"/>
                    <a:pt x="41426" y="44663"/>
                    <a:pt x="31827" y="44663"/>
                  </a:cubicBezTo>
                  <a:lnTo>
                    <a:pt x="22229" y="4466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91" name="Freeform: Shape 5390">
              <a:extLst>
                <a:ext uri="{FF2B5EF4-FFF2-40B4-BE49-F238E27FC236}">
                  <a16:creationId xmlns:a16="http://schemas.microsoft.com/office/drawing/2014/main" id="{B10C1027-8FB0-E75E-B6BF-179A19952B71}"/>
                </a:ext>
              </a:extLst>
            </p:cNvPr>
            <p:cNvSpPr/>
            <p:nvPr>
              <p:custDataLst>
                <p:tags r:id="rId93"/>
              </p:custDataLst>
            </p:nvPr>
          </p:nvSpPr>
          <p:spPr>
            <a:xfrm>
              <a:off x="6486198" y="6246535"/>
              <a:ext cx="110777" cy="8091"/>
            </a:xfrm>
            <a:custGeom>
              <a:avLst/>
              <a:gdLst>
                <a:gd name="connsiteX0" fmla="*/ 104451 w 110777"/>
                <a:gd name="connsiteY0" fmla="*/ 8163 h 8091"/>
                <a:gd name="connsiteX1" fmla="*/ 111006 w 110777"/>
                <a:gd name="connsiteY1" fmla="*/ 4199 h 8091"/>
                <a:gd name="connsiteX2" fmla="*/ 104451 w 110777"/>
                <a:gd name="connsiteY2" fmla="*/ 71 h 8091"/>
                <a:gd name="connsiteX3" fmla="*/ 6783 w 110777"/>
                <a:gd name="connsiteY3" fmla="*/ 71 h 8091"/>
                <a:gd name="connsiteX4" fmla="*/ 228 w 110777"/>
                <a:gd name="connsiteY4" fmla="*/ 4034 h 8091"/>
                <a:gd name="connsiteX5" fmla="*/ 6783 w 110777"/>
                <a:gd name="connsiteY5" fmla="*/ 8163 h 8091"/>
                <a:gd name="connsiteX6" fmla="*/ 104451 w 110777"/>
                <a:gd name="connsiteY6" fmla="*/ 8163 h 8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777" h="8091">
                  <a:moveTo>
                    <a:pt x="104451" y="8163"/>
                  </a:moveTo>
                  <a:cubicBezTo>
                    <a:pt x="107073" y="8163"/>
                    <a:pt x="111006" y="8163"/>
                    <a:pt x="111006" y="4199"/>
                  </a:cubicBezTo>
                  <a:cubicBezTo>
                    <a:pt x="111006" y="71"/>
                    <a:pt x="107237" y="71"/>
                    <a:pt x="104451" y="71"/>
                  </a:cubicBezTo>
                  <a:lnTo>
                    <a:pt x="6783" y="71"/>
                  </a:lnTo>
                  <a:cubicBezTo>
                    <a:pt x="4161" y="71"/>
                    <a:pt x="228" y="71"/>
                    <a:pt x="228" y="4034"/>
                  </a:cubicBezTo>
                  <a:cubicBezTo>
                    <a:pt x="228" y="8163"/>
                    <a:pt x="3997" y="8163"/>
                    <a:pt x="6783" y="8163"/>
                  </a:cubicBezTo>
                  <a:lnTo>
                    <a:pt x="104451" y="816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92" name="Freeform: Shape 5391">
              <a:extLst>
                <a:ext uri="{FF2B5EF4-FFF2-40B4-BE49-F238E27FC236}">
                  <a16:creationId xmlns:a16="http://schemas.microsoft.com/office/drawing/2014/main" id="{85CB40BF-6F3E-57BC-9B93-B6F1E31413EB}"/>
                </a:ext>
              </a:extLst>
            </p:cNvPr>
            <p:cNvSpPr/>
            <p:nvPr>
              <p:custDataLst>
                <p:tags r:id="rId94"/>
              </p:custDataLst>
            </p:nvPr>
          </p:nvSpPr>
          <p:spPr>
            <a:xfrm>
              <a:off x="6620550" y="6218626"/>
              <a:ext cx="100453" cy="73323"/>
            </a:xfrm>
            <a:custGeom>
              <a:avLst/>
              <a:gdLst>
                <a:gd name="connsiteX0" fmla="*/ 59228 w 100453"/>
                <a:gd name="connsiteY0" fmla="*/ 33429 h 73323"/>
                <a:gd name="connsiteX1" fmla="*/ 81843 w 100453"/>
                <a:gd name="connsiteY1" fmla="*/ 10475 h 73323"/>
                <a:gd name="connsiteX2" fmla="*/ 97083 w 100453"/>
                <a:gd name="connsiteY2" fmla="*/ 9319 h 73323"/>
                <a:gd name="connsiteX3" fmla="*/ 97083 w 100453"/>
                <a:gd name="connsiteY3" fmla="*/ 71 h 73323"/>
                <a:gd name="connsiteX4" fmla="*/ 81187 w 100453"/>
                <a:gd name="connsiteY4" fmla="*/ 731 h 73323"/>
                <a:gd name="connsiteX5" fmla="*/ 62997 w 100453"/>
                <a:gd name="connsiteY5" fmla="*/ 71 h 73323"/>
                <a:gd name="connsiteX6" fmla="*/ 62997 w 100453"/>
                <a:gd name="connsiteY6" fmla="*/ 9319 h 73323"/>
                <a:gd name="connsiteX7" fmla="*/ 67422 w 100453"/>
                <a:gd name="connsiteY7" fmla="*/ 10309 h 73323"/>
                <a:gd name="connsiteX8" fmla="*/ 52018 w 100453"/>
                <a:gd name="connsiteY8" fmla="*/ 25998 h 73323"/>
                <a:gd name="connsiteX9" fmla="*/ 36122 w 100453"/>
                <a:gd name="connsiteY9" fmla="*/ 9319 h 73323"/>
                <a:gd name="connsiteX10" fmla="*/ 40547 w 100453"/>
                <a:gd name="connsiteY10" fmla="*/ 9319 h 73323"/>
                <a:gd name="connsiteX11" fmla="*/ 40547 w 100453"/>
                <a:gd name="connsiteY11" fmla="*/ 71 h 73323"/>
                <a:gd name="connsiteX12" fmla="*/ 19735 w 100453"/>
                <a:gd name="connsiteY12" fmla="*/ 731 h 73323"/>
                <a:gd name="connsiteX13" fmla="*/ 1218 w 100453"/>
                <a:gd name="connsiteY13" fmla="*/ 71 h 73323"/>
                <a:gd name="connsiteX14" fmla="*/ 1218 w 100453"/>
                <a:gd name="connsiteY14" fmla="*/ 9319 h 73323"/>
                <a:gd name="connsiteX15" fmla="*/ 13508 w 100453"/>
                <a:gd name="connsiteY15" fmla="*/ 9319 h 73323"/>
                <a:gd name="connsiteX16" fmla="*/ 40383 w 100453"/>
                <a:gd name="connsiteY16" fmla="*/ 37558 h 73323"/>
                <a:gd name="connsiteX17" fmla="*/ 16785 w 100453"/>
                <a:gd name="connsiteY17" fmla="*/ 61504 h 73323"/>
                <a:gd name="connsiteX18" fmla="*/ 9411 w 100453"/>
                <a:gd name="connsiteY18" fmla="*/ 63981 h 73323"/>
                <a:gd name="connsiteX19" fmla="*/ 234 w 100453"/>
                <a:gd name="connsiteY19" fmla="*/ 64146 h 73323"/>
                <a:gd name="connsiteX20" fmla="*/ 234 w 100453"/>
                <a:gd name="connsiteY20" fmla="*/ 73394 h 73323"/>
                <a:gd name="connsiteX21" fmla="*/ 16130 w 100453"/>
                <a:gd name="connsiteY21" fmla="*/ 72733 h 73323"/>
                <a:gd name="connsiteX22" fmla="*/ 34320 w 100453"/>
                <a:gd name="connsiteY22" fmla="*/ 73394 h 73323"/>
                <a:gd name="connsiteX23" fmla="*/ 34320 w 100453"/>
                <a:gd name="connsiteY23" fmla="*/ 64146 h 73323"/>
                <a:gd name="connsiteX24" fmla="*/ 29895 w 100453"/>
                <a:gd name="connsiteY24" fmla="*/ 62990 h 73323"/>
                <a:gd name="connsiteX25" fmla="*/ 47593 w 100453"/>
                <a:gd name="connsiteY25" fmla="*/ 45155 h 73323"/>
                <a:gd name="connsiteX26" fmla="*/ 65783 w 100453"/>
                <a:gd name="connsiteY26" fmla="*/ 64146 h 73323"/>
                <a:gd name="connsiteX27" fmla="*/ 61523 w 100453"/>
                <a:gd name="connsiteY27" fmla="*/ 64146 h 73323"/>
                <a:gd name="connsiteX28" fmla="*/ 61523 w 100453"/>
                <a:gd name="connsiteY28" fmla="*/ 73394 h 73323"/>
                <a:gd name="connsiteX29" fmla="*/ 82334 w 100453"/>
                <a:gd name="connsiteY29" fmla="*/ 72733 h 73323"/>
                <a:gd name="connsiteX30" fmla="*/ 100688 w 100453"/>
                <a:gd name="connsiteY30" fmla="*/ 73394 h 73323"/>
                <a:gd name="connsiteX31" fmla="*/ 100688 w 100453"/>
                <a:gd name="connsiteY31" fmla="*/ 64146 h 73323"/>
                <a:gd name="connsiteX32" fmla="*/ 88561 w 100453"/>
                <a:gd name="connsiteY32" fmla="*/ 64146 h 73323"/>
                <a:gd name="connsiteX33" fmla="*/ 59228 w 100453"/>
                <a:gd name="connsiteY33" fmla="*/ 33429 h 73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0453" h="73323">
                  <a:moveTo>
                    <a:pt x="59228" y="33429"/>
                  </a:moveTo>
                  <a:lnTo>
                    <a:pt x="81843" y="10475"/>
                  </a:lnTo>
                  <a:cubicBezTo>
                    <a:pt x="85776" y="9319"/>
                    <a:pt x="90036" y="9319"/>
                    <a:pt x="97083" y="9319"/>
                  </a:cubicBezTo>
                  <a:lnTo>
                    <a:pt x="97083" y="71"/>
                  </a:lnTo>
                  <a:cubicBezTo>
                    <a:pt x="91839" y="566"/>
                    <a:pt x="86431" y="731"/>
                    <a:pt x="81187" y="731"/>
                  </a:cubicBezTo>
                  <a:cubicBezTo>
                    <a:pt x="75616" y="731"/>
                    <a:pt x="64308" y="236"/>
                    <a:pt x="62997" y="71"/>
                  </a:cubicBezTo>
                  <a:lnTo>
                    <a:pt x="62997" y="9319"/>
                  </a:lnTo>
                  <a:cubicBezTo>
                    <a:pt x="65128" y="9319"/>
                    <a:pt x="66275" y="9649"/>
                    <a:pt x="67422" y="10309"/>
                  </a:cubicBezTo>
                  <a:lnTo>
                    <a:pt x="52018" y="25998"/>
                  </a:lnTo>
                  <a:lnTo>
                    <a:pt x="36122" y="9319"/>
                  </a:lnTo>
                  <a:lnTo>
                    <a:pt x="40547" y="9319"/>
                  </a:lnTo>
                  <a:lnTo>
                    <a:pt x="40547" y="71"/>
                  </a:lnTo>
                  <a:cubicBezTo>
                    <a:pt x="39564" y="71"/>
                    <a:pt x="26618" y="731"/>
                    <a:pt x="19735" y="731"/>
                  </a:cubicBezTo>
                  <a:cubicBezTo>
                    <a:pt x="13508" y="731"/>
                    <a:pt x="7445" y="566"/>
                    <a:pt x="1218" y="71"/>
                  </a:cubicBezTo>
                  <a:lnTo>
                    <a:pt x="1218" y="9319"/>
                  </a:lnTo>
                  <a:lnTo>
                    <a:pt x="13508" y="9319"/>
                  </a:lnTo>
                  <a:lnTo>
                    <a:pt x="40383" y="37558"/>
                  </a:lnTo>
                  <a:lnTo>
                    <a:pt x="16785" y="61504"/>
                  </a:lnTo>
                  <a:cubicBezTo>
                    <a:pt x="14655" y="63485"/>
                    <a:pt x="14491" y="63650"/>
                    <a:pt x="9411" y="63981"/>
                  </a:cubicBezTo>
                  <a:cubicBezTo>
                    <a:pt x="6789" y="64146"/>
                    <a:pt x="1054" y="64146"/>
                    <a:pt x="234" y="64146"/>
                  </a:cubicBezTo>
                  <a:lnTo>
                    <a:pt x="234" y="73394"/>
                  </a:lnTo>
                  <a:cubicBezTo>
                    <a:pt x="5478" y="72898"/>
                    <a:pt x="10886" y="72733"/>
                    <a:pt x="16130" y="72733"/>
                  </a:cubicBezTo>
                  <a:cubicBezTo>
                    <a:pt x="20555" y="72733"/>
                    <a:pt x="32189" y="73229"/>
                    <a:pt x="34320" y="73394"/>
                  </a:cubicBezTo>
                  <a:lnTo>
                    <a:pt x="34320" y="64146"/>
                  </a:lnTo>
                  <a:cubicBezTo>
                    <a:pt x="31698" y="64146"/>
                    <a:pt x="31042" y="63816"/>
                    <a:pt x="29895" y="62990"/>
                  </a:cubicBezTo>
                  <a:lnTo>
                    <a:pt x="47593" y="45155"/>
                  </a:lnTo>
                  <a:lnTo>
                    <a:pt x="65783" y="64146"/>
                  </a:lnTo>
                  <a:lnTo>
                    <a:pt x="61523" y="64146"/>
                  </a:lnTo>
                  <a:lnTo>
                    <a:pt x="61523" y="73394"/>
                  </a:lnTo>
                  <a:cubicBezTo>
                    <a:pt x="61686" y="73394"/>
                    <a:pt x="74796" y="72733"/>
                    <a:pt x="82334" y="72733"/>
                  </a:cubicBezTo>
                  <a:cubicBezTo>
                    <a:pt x="88398" y="72733"/>
                    <a:pt x="94625" y="72898"/>
                    <a:pt x="100688" y="73394"/>
                  </a:cubicBezTo>
                  <a:lnTo>
                    <a:pt x="100688" y="64146"/>
                  </a:lnTo>
                  <a:lnTo>
                    <a:pt x="88561" y="64146"/>
                  </a:lnTo>
                  <a:lnTo>
                    <a:pt x="59228" y="3342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93" name="Freeform: Shape 5392">
              <a:extLst>
                <a:ext uri="{FF2B5EF4-FFF2-40B4-BE49-F238E27FC236}">
                  <a16:creationId xmlns:a16="http://schemas.microsoft.com/office/drawing/2014/main" id="{E55A0A76-1A47-019D-8108-C2B10941630B}"/>
                </a:ext>
              </a:extLst>
            </p:cNvPr>
            <p:cNvSpPr/>
            <p:nvPr>
              <p:custDataLst>
                <p:tags r:id="rId95"/>
              </p:custDataLst>
            </p:nvPr>
          </p:nvSpPr>
          <p:spPr>
            <a:xfrm>
              <a:off x="6737582" y="6154815"/>
              <a:ext cx="32423" cy="61456"/>
            </a:xfrm>
            <a:custGeom>
              <a:avLst/>
              <a:gdLst>
                <a:gd name="connsiteX0" fmla="*/ 31492 w 32423"/>
                <a:gd name="connsiteY0" fmla="*/ 11156 h 61456"/>
                <a:gd name="connsiteX1" fmla="*/ 32662 w 32423"/>
                <a:gd name="connsiteY1" fmla="*/ 7027 h 61456"/>
                <a:gd name="connsiteX2" fmla="*/ 25405 w 32423"/>
                <a:gd name="connsiteY2" fmla="*/ 68 h 61456"/>
                <a:gd name="connsiteX3" fmla="*/ 18733 w 32423"/>
                <a:gd name="connsiteY3" fmla="*/ 5494 h 61456"/>
                <a:gd name="connsiteX4" fmla="*/ 707 w 32423"/>
                <a:gd name="connsiteY4" fmla="*/ 56570 h 61456"/>
                <a:gd name="connsiteX5" fmla="*/ 239 w 32423"/>
                <a:gd name="connsiteY5" fmla="*/ 58457 h 61456"/>
                <a:gd name="connsiteX6" fmla="*/ 5272 w 32423"/>
                <a:gd name="connsiteY6" fmla="*/ 61524 h 61456"/>
                <a:gd name="connsiteX7" fmla="*/ 7262 w 32423"/>
                <a:gd name="connsiteY7" fmla="*/ 59519 h 61456"/>
                <a:gd name="connsiteX8" fmla="*/ 31492 w 32423"/>
                <a:gd name="connsiteY8" fmla="*/ 11156 h 6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23" h="61456">
                  <a:moveTo>
                    <a:pt x="31492" y="11156"/>
                  </a:moveTo>
                  <a:cubicBezTo>
                    <a:pt x="31609" y="11038"/>
                    <a:pt x="32662" y="8797"/>
                    <a:pt x="32662" y="7027"/>
                  </a:cubicBezTo>
                  <a:cubicBezTo>
                    <a:pt x="32662" y="2781"/>
                    <a:pt x="28917" y="68"/>
                    <a:pt x="25405" y="68"/>
                  </a:cubicBezTo>
                  <a:cubicBezTo>
                    <a:pt x="20606" y="68"/>
                    <a:pt x="19319" y="3724"/>
                    <a:pt x="18733" y="5494"/>
                  </a:cubicBezTo>
                  <a:lnTo>
                    <a:pt x="707" y="56570"/>
                  </a:lnTo>
                  <a:cubicBezTo>
                    <a:pt x="239" y="57985"/>
                    <a:pt x="239" y="58339"/>
                    <a:pt x="239" y="58457"/>
                  </a:cubicBezTo>
                  <a:cubicBezTo>
                    <a:pt x="239" y="60345"/>
                    <a:pt x="5155" y="61524"/>
                    <a:pt x="5272" y="61524"/>
                  </a:cubicBezTo>
                  <a:cubicBezTo>
                    <a:pt x="6326" y="61524"/>
                    <a:pt x="6560" y="60934"/>
                    <a:pt x="7262" y="59519"/>
                  </a:cubicBezTo>
                  <a:lnTo>
                    <a:pt x="31492" y="111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94" name="Freeform: Shape 5393">
              <a:extLst>
                <a:ext uri="{FF2B5EF4-FFF2-40B4-BE49-F238E27FC236}">
                  <a16:creationId xmlns:a16="http://schemas.microsoft.com/office/drawing/2014/main" id="{E423CF94-1D84-BF25-B4F4-6ABF50960AFF}"/>
                </a:ext>
              </a:extLst>
            </p:cNvPr>
            <p:cNvSpPr/>
            <p:nvPr>
              <p:custDataLst>
                <p:tags r:id="rId96"/>
              </p:custDataLst>
            </p:nvPr>
          </p:nvSpPr>
          <p:spPr>
            <a:xfrm>
              <a:off x="6793460" y="6176019"/>
              <a:ext cx="114546" cy="147967"/>
            </a:xfrm>
            <a:custGeom>
              <a:avLst/>
              <a:gdLst>
                <a:gd name="connsiteX0" fmla="*/ 10894 w 114546"/>
                <a:gd name="connsiteY0" fmla="*/ 144405 h 147967"/>
                <a:gd name="connsiteX1" fmla="*/ 20890 w 114546"/>
                <a:gd name="connsiteY1" fmla="*/ 103615 h 147967"/>
                <a:gd name="connsiteX2" fmla="*/ 58089 w 114546"/>
                <a:gd name="connsiteY2" fmla="*/ 118147 h 147967"/>
                <a:gd name="connsiteX3" fmla="*/ 113477 w 114546"/>
                <a:gd name="connsiteY3" fmla="*/ 72238 h 147967"/>
                <a:gd name="connsiteX4" fmla="*/ 102334 w 114546"/>
                <a:gd name="connsiteY4" fmla="*/ 49778 h 147967"/>
                <a:gd name="connsiteX5" fmla="*/ 114788 w 114546"/>
                <a:gd name="connsiteY5" fmla="*/ 23521 h 147967"/>
                <a:gd name="connsiteX6" fmla="*/ 85619 w 114546"/>
                <a:gd name="connsiteY6" fmla="*/ 71 h 147967"/>
                <a:gd name="connsiteX7" fmla="*/ 25642 w 114546"/>
                <a:gd name="connsiteY7" fmla="*/ 42347 h 147967"/>
                <a:gd name="connsiteX8" fmla="*/ 897 w 114546"/>
                <a:gd name="connsiteY8" fmla="*/ 142258 h 147967"/>
                <a:gd name="connsiteX9" fmla="*/ 242 w 114546"/>
                <a:gd name="connsiteY9" fmla="*/ 145066 h 147967"/>
                <a:gd name="connsiteX10" fmla="*/ 5486 w 114546"/>
                <a:gd name="connsiteY10" fmla="*/ 148038 h 147967"/>
                <a:gd name="connsiteX11" fmla="*/ 10894 w 114546"/>
                <a:gd name="connsiteY11" fmla="*/ 144405 h 147967"/>
                <a:gd name="connsiteX12" fmla="*/ 62185 w 114546"/>
                <a:gd name="connsiteY12" fmla="*/ 51925 h 147967"/>
                <a:gd name="connsiteX13" fmla="*/ 73165 w 114546"/>
                <a:gd name="connsiteY13" fmla="*/ 50274 h 147967"/>
                <a:gd name="connsiteX14" fmla="*/ 80867 w 114546"/>
                <a:gd name="connsiteY14" fmla="*/ 50934 h 147967"/>
                <a:gd name="connsiteX15" fmla="*/ 70871 w 114546"/>
                <a:gd name="connsiteY15" fmla="*/ 52916 h 147967"/>
                <a:gd name="connsiteX16" fmla="*/ 62185 w 114546"/>
                <a:gd name="connsiteY16" fmla="*/ 51925 h 147967"/>
                <a:gd name="connsiteX17" fmla="*/ 88733 w 114546"/>
                <a:gd name="connsiteY17" fmla="*/ 43998 h 147967"/>
                <a:gd name="connsiteX18" fmla="*/ 73657 w 114546"/>
                <a:gd name="connsiteY18" fmla="*/ 42677 h 147967"/>
                <a:gd name="connsiteX19" fmla="*/ 51698 w 114546"/>
                <a:gd name="connsiteY19" fmla="*/ 52586 h 147967"/>
                <a:gd name="connsiteX20" fmla="*/ 70543 w 114546"/>
                <a:gd name="connsiteY20" fmla="*/ 60513 h 147967"/>
                <a:gd name="connsiteX21" fmla="*/ 90699 w 114546"/>
                <a:gd name="connsiteY21" fmla="*/ 57045 h 147967"/>
                <a:gd name="connsiteX22" fmla="*/ 92666 w 114546"/>
                <a:gd name="connsiteY22" fmla="*/ 65797 h 147967"/>
                <a:gd name="connsiteX23" fmla="*/ 82997 w 114546"/>
                <a:gd name="connsiteY23" fmla="*/ 98496 h 147967"/>
                <a:gd name="connsiteX24" fmla="*/ 57925 w 114546"/>
                <a:gd name="connsiteY24" fmla="*/ 110551 h 147967"/>
                <a:gd name="connsiteX25" fmla="*/ 25806 w 114546"/>
                <a:gd name="connsiteY25" fmla="*/ 87101 h 147967"/>
                <a:gd name="connsiteX26" fmla="*/ 28756 w 114546"/>
                <a:gd name="connsiteY26" fmla="*/ 72403 h 147967"/>
                <a:gd name="connsiteX27" fmla="*/ 35147 w 114546"/>
                <a:gd name="connsiteY27" fmla="*/ 46145 h 147967"/>
                <a:gd name="connsiteX28" fmla="*/ 52517 w 114546"/>
                <a:gd name="connsiteY28" fmla="*/ 19227 h 147967"/>
                <a:gd name="connsiteX29" fmla="*/ 84800 w 114546"/>
                <a:gd name="connsiteY29" fmla="*/ 7667 h 147967"/>
                <a:gd name="connsiteX30" fmla="*/ 95943 w 114546"/>
                <a:gd name="connsiteY30" fmla="*/ 17576 h 147967"/>
                <a:gd name="connsiteX31" fmla="*/ 88733 w 114546"/>
                <a:gd name="connsiteY31" fmla="*/ 43998 h 14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4546" h="147967">
                  <a:moveTo>
                    <a:pt x="10894" y="144405"/>
                  </a:moveTo>
                  <a:lnTo>
                    <a:pt x="20890" y="103615"/>
                  </a:lnTo>
                  <a:cubicBezTo>
                    <a:pt x="24003" y="107743"/>
                    <a:pt x="34983" y="118147"/>
                    <a:pt x="58089" y="118147"/>
                  </a:cubicBezTo>
                  <a:cubicBezTo>
                    <a:pt x="94796" y="118147"/>
                    <a:pt x="113477" y="93046"/>
                    <a:pt x="113477" y="72238"/>
                  </a:cubicBezTo>
                  <a:cubicBezTo>
                    <a:pt x="113477" y="62660"/>
                    <a:pt x="109708" y="55063"/>
                    <a:pt x="102334" y="49778"/>
                  </a:cubicBezTo>
                  <a:cubicBezTo>
                    <a:pt x="109545" y="43833"/>
                    <a:pt x="114788" y="33264"/>
                    <a:pt x="114788" y="23521"/>
                  </a:cubicBezTo>
                  <a:cubicBezTo>
                    <a:pt x="114788" y="10144"/>
                    <a:pt x="105284" y="71"/>
                    <a:pt x="85619" y="71"/>
                  </a:cubicBezTo>
                  <a:cubicBezTo>
                    <a:pt x="61366" y="71"/>
                    <a:pt x="32197" y="15594"/>
                    <a:pt x="25642" y="42347"/>
                  </a:cubicBezTo>
                  <a:lnTo>
                    <a:pt x="897" y="142258"/>
                  </a:lnTo>
                  <a:cubicBezTo>
                    <a:pt x="242" y="144570"/>
                    <a:pt x="242" y="144901"/>
                    <a:pt x="242" y="145066"/>
                  </a:cubicBezTo>
                  <a:cubicBezTo>
                    <a:pt x="242" y="148038"/>
                    <a:pt x="3028" y="148038"/>
                    <a:pt x="5486" y="148038"/>
                  </a:cubicBezTo>
                  <a:cubicBezTo>
                    <a:pt x="8763" y="148038"/>
                    <a:pt x="10074" y="148038"/>
                    <a:pt x="10894" y="144405"/>
                  </a:cubicBezTo>
                  <a:close/>
                  <a:moveTo>
                    <a:pt x="62185" y="51925"/>
                  </a:moveTo>
                  <a:cubicBezTo>
                    <a:pt x="64316" y="50934"/>
                    <a:pt x="65791" y="50274"/>
                    <a:pt x="73165" y="50274"/>
                  </a:cubicBezTo>
                  <a:cubicBezTo>
                    <a:pt x="75787" y="50274"/>
                    <a:pt x="77917" y="50274"/>
                    <a:pt x="80867" y="50934"/>
                  </a:cubicBezTo>
                  <a:cubicBezTo>
                    <a:pt x="77262" y="52916"/>
                    <a:pt x="73820" y="52916"/>
                    <a:pt x="70871" y="52916"/>
                  </a:cubicBezTo>
                  <a:cubicBezTo>
                    <a:pt x="65955" y="52916"/>
                    <a:pt x="65463" y="52751"/>
                    <a:pt x="62185" y="51925"/>
                  </a:cubicBezTo>
                  <a:close/>
                  <a:moveTo>
                    <a:pt x="88733" y="43998"/>
                  </a:moveTo>
                  <a:cubicBezTo>
                    <a:pt x="82506" y="42677"/>
                    <a:pt x="76934" y="42677"/>
                    <a:pt x="73657" y="42677"/>
                  </a:cubicBezTo>
                  <a:cubicBezTo>
                    <a:pt x="66610" y="42677"/>
                    <a:pt x="51698" y="42677"/>
                    <a:pt x="51698" y="52586"/>
                  </a:cubicBezTo>
                  <a:cubicBezTo>
                    <a:pt x="51698" y="60348"/>
                    <a:pt x="62513" y="60513"/>
                    <a:pt x="70543" y="60513"/>
                  </a:cubicBezTo>
                  <a:cubicBezTo>
                    <a:pt x="75295" y="60513"/>
                    <a:pt x="82014" y="60513"/>
                    <a:pt x="90699" y="57045"/>
                  </a:cubicBezTo>
                  <a:cubicBezTo>
                    <a:pt x="92174" y="59357"/>
                    <a:pt x="92666" y="62825"/>
                    <a:pt x="92666" y="65797"/>
                  </a:cubicBezTo>
                  <a:cubicBezTo>
                    <a:pt x="92666" y="71577"/>
                    <a:pt x="89224" y="89743"/>
                    <a:pt x="82997" y="98496"/>
                  </a:cubicBezTo>
                  <a:cubicBezTo>
                    <a:pt x="77098" y="106587"/>
                    <a:pt x="68085" y="110551"/>
                    <a:pt x="57925" y="110551"/>
                  </a:cubicBezTo>
                  <a:cubicBezTo>
                    <a:pt x="43996" y="110551"/>
                    <a:pt x="25806" y="104110"/>
                    <a:pt x="25806" y="87101"/>
                  </a:cubicBezTo>
                  <a:cubicBezTo>
                    <a:pt x="25806" y="83963"/>
                    <a:pt x="27445" y="77192"/>
                    <a:pt x="28756" y="72403"/>
                  </a:cubicBezTo>
                  <a:cubicBezTo>
                    <a:pt x="29575" y="68770"/>
                    <a:pt x="34819" y="47632"/>
                    <a:pt x="35147" y="46145"/>
                  </a:cubicBezTo>
                  <a:cubicBezTo>
                    <a:pt x="36621" y="40365"/>
                    <a:pt x="39407" y="29136"/>
                    <a:pt x="52517" y="19227"/>
                  </a:cubicBezTo>
                  <a:cubicBezTo>
                    <a:pt x="65955" y="8988"/>
                    <a:pt x="78900" y="7667"/>
                    <a:pt x="84800" y="7667"/>
                  </a:cubicBezTo>
                  <a:cubicBezTo>
                    <a:pt x="95943" y="7667"/>
                    <a:pt x="95943" y="14933"/>
                    <a:pt x="95943" y="17576"/>
                  </a:cubicBezTo>
                  <a:cubicBezTo>
                    <a:pt x="95943" y="21539"/>
                    <a:pt x="92993" y="36567"/>
                    <a:pt x="88733" y="4399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95" name="Freeform: Shape 5394">
              <a:extLst>
                <a:ext uri="{FF2B5EF4-FFF2-40B4-BE49-F238E27FC236}">
                  <a16:creationId xmlns:a16="http://schemas.microsoft.com/office/drawing/2014/main" id="{300769EB-E34B-6A95-A371-9CF878F22551}"/>
                </a:ext>
              </a:extLst>
            </p:cNvPr>
            <p:cNvSpPr/>
            <p:nvPr>
              <p:custDataLst>
                <p:tags r:id="rId97"/>
              </p:custDataLst>
            </p:nvPr>
          </p:nvSpPr>
          <p:spPr>
            <a:xfrm>
              <a:off x="7006195" y="6302776"/>
              <a:ext cx="155678" cy="55204"/>
            </a:xfrm>
            <a:custGeom>
              <a:avLst/>
              <a:gdLst>
                <a:gd name="connsiteX0" fmla="*/ 147969 w 155678"/>
                <a:gd name="connsiteY0" fmla="*/ 9511 h 55204"/>
                <a:gd name="connsiteX1" fmla="*/ 155929 w 155678"/>
                <a:gd name="connsiteY1" fmla="*/ 4793 h 55204"/>
                <a:gd name="connsiteX2" fmla="*/ 148204 w 155678"/>
                <a:gd name="connsiteY2" fmla="*/ 75 h 55204"/>
                <a:gd name="connsiteX3" fmla="*/ 7976 w 155678"/>
                <a:gd name="connsiteY3" fmla="*/ 75 h 55204"/>
                <a:gd name="connsiteX4" fmla="*/ 250 w 155678"/>
                <a:gd name="connsiteY4" fmla="*/ 4793 h 55204"/>
                <a:gd name="connsiteX5" fmla="*/ 8210 w 155678"/>
                <a:gd name="connsiteY5" fmla="*/ 9511 h 55204"/>
                <a:gd name="connsiteX6" fmla="*/ 147969 w 155678"/>
                <a:gd name="connsiteY6" fmla="*/ 9511 h 55204"/>
                <a:gd name="connsiteX7" fmla="*/ 148204 w 155678"/>
                <a:gd name="connsiteY7" fmla="*/ 55279 h 55204"/>
                <a:gd name="connsiteX8" fmla="*/ 155929 w 155678"/>
                <a:gd name="connsiteY8" fmla="*/ 50561 h 55204"/>
                <a:gd name="connsiteX9" fmla="*/ 147969 w 155678"/>
                <a:gd name="connsiteY9" fmla="*/ 45843 h 55204"/>
                <a:gd name="connsiteX10" fmla="*/ 8210 w 155678"/>
                <a:gd name="connsiteY10" fmla="*/ 45843 h 55204"/>
                <a:gd name="connsiteX11" fmla="*/ 250 w 155678"/>
                <a:gd name="connsiteY11" fmla="*/ 50561 h 55204"/>
                <a:gd name="connsiteX12" fmla="*/ 7976 w 155678"/>
                <a:gd name="connsiteY12" fmla="*/ 55279 h 55204"/>
                <a:gd name="connsiteX13" fmla="*/ 148204 w 155678"/>
                <a:gd name="connsiteY13" fmla="*/ 55279 h 55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5678" h="55204">
                  <a:moveTo>
                    <a:pt x="147969" y="9511"/>
                  </a:moveTo>
                  <a:cubicBezTo>
                    <a:pt x="151481" y="9511"/>
                    <a:pt x="155929" y="9511"/>
                    <a:pt x="155929" y="4793"/>
                  </a:cubicBezTo>
                  <a:cubicBezTo>
                    <a:pt x="155929" y="75"/>
                    <a:pt x="151481" y="75"/>
                    <a:pt x="148204" y="75"/>
                  </a:cubicBezTo>
                  <a:lnTo>
                    <a:pt x="7976" y="75"/>
                  </a:lnTo>
                  <a:cubicBezTo>
                    <a:pt x="4698" y="75"/>
                    <a:pt x="250" y="75"/>
                    <a:pt x="250" y="4793"/>
                  </a:cubicBezTo>
                  <a:cubicBezTo>
                    <a:pt x="250" y="9511"/>
                    <a:pt x="4698" y="9511"/>
                    <a:pt x="8210" y="9511"/>
                  </a:cubicBezTo>
                  <a:lnTo>
                    <a:pt x="147969" y="9511"/>
                  </a:lnTo>
                  <a:close/>
                  <a:moveTo>
                    <a:pt x="148204" y="55279"/>
                  </a:moveTo>
                  <a:cubicBezTo>
                    <a:pt x="151481" y="55279"/>
                    <a:pt x="155929" y="55279"/>
                    <a:pt x="155929" y="50561"/>
                  </a:cubicBezTo>
                  <a:cubicBezTo>
                    <a:pt x="155929" y="45843"/>
                    <a:pt x="151481" y="45843"/>
                    <a:pt x="147969" y="45843"/>
                  </a:cubicBezTo>
                  <a:lnTo>
                    <a:pt x="8210" y="45843"/>
                  </a:lnTo>
                  <a:cubicBezTo>
                    <a:pt x="4698" y="45843"/>
                    <a:pt x="250" y="45843"/>
                    <a:pt x="250" y="50561"/>
                  </a:cubicBezTo>
                  <a:cubicBezTo>
                    <a:pt x="250" y="55279"/>
                    <a:pt x="4698" y="55279"/>
                    <a:pt x="7976" y="55279"/>
                  </a:cubicBezTo>
                  <a:lnTo>
                    <a:pt x="148204" y="5527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96" name="Freeform: Shape 5395">
              <a:extLst>
                <a:ext uri="{FF2B5EF4-FFF2-40B4-BE49-F238E27FC236}">
                  <a16:creationId xmlns:a16="http://schemas.microsoft.com/office/drawing/2014/main" id="{AA3B6FE3-E19A-EFF8-FCF0-9034841C6E83}"/>
                </a:ext>
              </a:extLst>
            </p:cNvPr>
            <p:cNvSpPr/>
            <p:nvPr>
              <p:custDataLst>
                <p:tags r:id="rId98"/>
              </p:custDataLst>
            </p:nvPr>
          </p:nvSpPr>
          <p:spPr>
            <a:xfrm>
              <a:off x="7261028" y="6232237"/>
              <a:ext cx="77253" cy="157121"/>
            </a:xfrm>
            <a:custGeom>
              <a:avLst/>
              <a:gdLst>
                <a:gd name="connsiteX0" fmla="*/ 48252 w 77253"/>
                <a:gd name="connsiteY0" fmla="*/ 6209 h 157121"/>
                <a:gd name="connsiteX1" fmla="*/ 42868 w 77253"/>
                <a:gd name="connsiteY1" fmla="*/ 75 h 157121"/>
                <a:gd name="connsiteX2" fmla="*/ 261 w 77253"/>
                <a:gd name="connsiteY2" fmla="*/ 15173 h 157121"/>
                <a:gd name="connsiteX3" fmla="*/ 261 w 77253"/>
                <a:gd name="connsiteY3" fmla="*/ 22487 h 157121"/>
                <a:gd name="connsiteX4" fmla="*/ 30928 w 77253"/>
                <a:gd name="connsiteY4" fmla="*/ 16353 h 157121"/>
                <a:gd name="connsiteX5" fmla="*/ 30928 w 77253"/>
                <a:gd name="connsiteY5" fmla="*/ 138558 h 157121"/>
                <a:gd name="connsiteX6" fmla="*/ 9157 w 77253"/>
                <a:gd name="connsiteY6" fmla="*/ 149883 h 157121"/>
                <a:gd name="connsiteX7" fmla="*/ 1666 w 77253"/>
                <a:gd name="connsiteY7" fmla="*/ 149883 h 157121"/>
                <a:gd name="connsiteX8" fmla="*/ 1666 w 77253"/>
                <a:gd name="connsiteY8" fmla="*/ 157196 h 157121"/>
                <a:gd name="connsiteX9" fmla="*/ 39590 w 77253"/>
                <a:gd name="connsiteY9" fmla="*/ 156488 h 157121"/>
                <a:gd name="connsiteX10" fmla="*/ 77515 w 77253"/>
                <a:gd name="connsiteY10" fmla="*/ 157196 h 157121"/>
                <a:gd name="connsiteX11" fmla="*/ 77515 w 77253"/>
                <a:gd name="connsiteY11" fmla="*/ 149883 h 157121"/>
                <a:gd name="connsiteX12" fmla="*/ 70024 w 77253"/>
                <a:gd name="connsiteY12" fmla="*/ 149883 h 157121"/>
                <a:gd name="connsiteX13" fmla="*/ 48252 w 77253"/>
                <a:gd name="connsiteY13" fmla="*/ 138558 h 157121"/>
                <a:gd name="connsiteX14" fmla="*/ 48252 w 77253"/>
                <a:gd name="connsiteY14" fmla="*/ 6209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253" h="157121">
                  <a:moveTo>
                    <a:pt x="48252" y="6209"/>
                  </a:moveTo>
                  <a:cubicBezTo>
                    <a:pt x="48252" y="547"/>
                    <a:pt x="48252" y="75"/>
                    <a:pt x="42868" y="75"/>
                  </a:cubicBezTo>
                  <a:cubicBezTo>
                    <a:pt x="28353" y="15173"/>
                    <a:pt x="7752" y="15173"/>
                    <a:pt x="261" y="15173"/>
                  </a:cubicBezTo>
                  <a:lnTo>
                    <a:pt x="261" y="22487"/>
                  </a:lnTo>
                  <a:cubicBezTo>
                    <a:pt x="4943" y="22487"/>
                    <a:pt x="18755" y="22487"/>
                    <a:pt x="30928" y="16353"/>
                  </a:cubicBezTo>
                  <a:lnTo>
                    <a:pt x="30928" y="138558"/>
                  </a:lnTo>
                  <a:cubicBezTo>
                    <a:pt x="30928" y="147052"/>
                    <a:pt x="30226" y="149883"/>
                    <a:pt x="9157" y="149883"/>
                  </a:cubicBezTo>
                  <a:lnTo>
                    <a:pt x="1666" y="149883"/>
                  </a:lnTo>
                  <a:lnTo>
                    <a:pt x="1666" y="157196"/>
                  </a:lnTo>
                  <a:cubicBezTo>
                    <a:pt x="9859" y="156488"/>
                    <a:pt x="30226" y="156488"/>
                    <a:pt x="39590" y="156488"/>
                  </a:cubicBezTo>
                  <a:cubicBezTo>
                    <a:pt x="48954" y="156488"/>
                    <a:pt x="69321" y="156488"/>
                    <a:pt x="77515" y="157196"/>
                  </a:cubicBezTo>
                  <a:lnTo>
                    <a:pt x="77515" y="149883"/>
                  </a:lnTo>
                  <a:lnTo>
                    <a:pt x="70024" y="149883"/>
                  </a:lnTo>
                  <a:cubicBezTo>
                    <a:pt x="48954" y="149883"/>
                    <a:pt x="48252" y="147287"/>
                    <a:pt x="48252" y="138558"/>
                  </a:cubicBezTo>
                  <a:lnTo>
                    <a:pt x="48252" y="620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5461" name="Group 5460" descr="\documentclass{article}&#10;\usepackage{amsmath}&#10;\usepackage{amsfonts}&#10;\pagestyle{empty}&#10;\begin{document}&#10;&#10;&#10;\[&#10; \frac{1 - p}{p}= e^{-\mathbf{x}'\boldsymbol{\beta}}&#10;\]&#10;&#10;&#10;&#10;&#10;&#10;\end{document}" title="IguanaTex Shape Display">
            <a:extLst>
              <a:ext uri="{FF2B5EF4-FFF2-40B4-BE49-F238E27FC236}">
                <a16:creationId xmlns:a16="http://schemas.microsoft.com/office/drawing/2014/main" id="{284271BC-7A2A-EA39-2463-19D6CB9B3CAE}"/>
              </a:ext>
            </a:extLst>
          </p:cNvPr>
          <p:cNvGrpSpPr>
            <a:grpSpLocks noChangeAspect="1"/>
          </p:cNvGrpSpPr>
          <p:nvPr>
            <p:custDataLst>
              <p:tags r:id="rId6"/>
            </p:custDataLst>
          </p:nvPr>
        </p:nvGrpSpPr>
        <p:grpSpPr>
          <a:xfrm>
            <a:off x="6745995" y="2013422"/>
            <a:ext cx="1072281" cy="391254"/>
            <a:chOff x="5935991" y="6630019"/>
            <a:chExt cx="1420625" cy="518358"/>
          </a:xfrm>
        </p:grpSpPr>
        <p:sp>
          <p:nvSpPr>
            <p:cNvPr id="5450" name="Freeform: Shape 5449">
              <a:extLst>
                <a:ext uri="{FF2B5EF4-FFF2-40B4-BE49-F238E27FC236}">
                  <a16:creationId xmlns:a16="http://schemas.microsoft.com/office/drawing/2014/main" id="{D6658833-A3DD-2C88-9E2F-876E232DDFA6}"/>
                </a:ext>
              </a:extLst>
            </p:cNvPr>
            <p:cNvSpPr/>
            <p:nvPr>
              <p:custDataLst>
                <p:tags r:id="rId78"/>
              </p:custDataLst>
            </p:nvPr>
          </p:nvSpPr>
          <p:spPr>
            <a:xfrm>
              <a:off x="5956988" y="6630019"/>
              <a:ext cx="77852" cy="155335"/>
            </a:xfrm>
            <a:custGeom>
              <a:avLst/>
              <a:gdLst>
                <a:gd name="connsiteX0" fmla="*/ 48567 w 77852"/>
                <a:gd name="connsiteY0" fmla="*/ 6134 h 155335"/>
                <a:gd name="connsiteX1" fmla="*/ 43141 w 77852"/>
                <a:gd name="connsiteY1" fmla="*/ 70 h 155335"/>
                <a:gd name="connsiteX2" fmla="*/ 204 w 77852"/>
                <a:gd name="connsiteY2" fmla="*/ 14997 h 155335"/>
                <a:gd name="connsiteX3" fmla="*/ 204 w 77852"/>
                <a:gd name="connsiteY3" fmla="*/ 22228 h 155335"/>
                <a:gd name="connsiteX4" fmla="*/ 31109 w 77852"/>
                <a:gd name="connsiteY4" fmla="*/ 16164 h 155335"/>
                <a:gd name="connsiteX5" fmla="*/ 31109 w 77852"/>
                <a:gd name="connsiteY5" fmla="*/ 136980 h 155335"/>
                <a:gd name="connsiteX6" fmla="*/ 9169 w 77852"/>
                <a:gd name="connsiteY6" fmla="*/ 148175 h 155335"/>
                <a:gd name="connsiteX7" fmla="*/ 1619 w 77852"/>
                <a:gd name="connsiteY7" fmla="*/ 148175 h 155335"/>
                <a:gd name="connsiteX8" fmla="*/ 1619 w 77852"/>
                <a:gd name="connsiteY8" fmla="*/ 155406 h 155335"/>
                <a:gd name="connsiteX9" fmla="*/ 39838 w 77852"/>
                <a:gd name="connsiteY9" fmla="*/ 154706 h 155335"/>
                <a:gd name="connsiteX10" fmla="*/ 78057 w 77852"/>
                <a:gd name="connsiteY10" fmla="*/ 155406 h 155335"/>
                <a:gd name="connsiteX11" fmla="*/ 78057 w 77852"/>
                <a:gd name="connsiteY11" fmla="*/ 148175 h 155335"/>
                <a:gd name="connsiteX12" fmla="*/ 70507 w 77852"/>
                <a:gd name="connsiteY12" fmla="*/ 148175 h 155335"/>
                <a:gd name="connsiteX13" fmla="*/ 48567 w 77852"/>
                <a:gd name="connsiteY13" fmla="*/ 136980 h 155335"/>
                <a:gd name="connsiteX14" fmla="*/ 48567 w 77852"/>
                <a:gd name="connsiteY14" fmla="*/ 6134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52" h="155335">
                  <a:moveTo>
                    <a:pt x="48567" y="6134"/>
                  </a:moveTo>
                  <a:cubicBezTo>
                    <a:pt x="48567" y="537"/>
                    <a:pt x="48567" y="70"/>
                    <a:pt x="43141" y="70"/>
                  </a:cubicBezTo>
                  <a:cubicBezTo>
                    <a:pt x="28514" y="14997"/>
                    <a:pt x="7753" y="14997"/>
                    <a:pt x="204" y="14997"/>
                  </a:cubicBezTo>
                  <a:lnTo>
                    <a:pt x="204" y="22228"/>
                  </a:lnTo>
                  <a:cubicBezTo>
                    <a:pt x="4922" y="22228"/>
                    <a:pt x="18841" y="22228"/>
                    <a:pt x="31109" y="16164"/>
                  </a:cubicBezTo>
                  <a:lnTo>
                    <a:pt x="31109" y="136980"/>
                  </a:lnTo>
                  <a:cubicBezTo>
                    <a:pt x="31109" y="145377"/>
                    <a:pt x="30401" y="148175"/>
                    <a:pt x="9169" y="148175"/>
                  </a:cubicBezTo>
                  <a:lnTo>
                    <a:pt x="1619" y="148175"/>
                  </a:lnTo>
                  <a:lnTo>
                    <a:pt x="1619" y="155406"/>
                  </a:lnTo>
                  <a:cubicBezTo>
                    <a:pt x="9876" y="154706"/>
                    <a:pt x="30401" y="154706"/>
                    <a:pt x="39838" y="154706"/>
                  </a:cubicBezTo>
                  <a:cubicBezTo>
                    <a:pt x="49275" y="154706"/>
                    <a:pt x="69800" y="154706"/>
                    <a:pt x="78057" y="155406"/>
                  </a:cubicBezTo>
                  <a:lnTo>
                    <a:pt x="78057" y="148175"/>
                  </a:lnTo>
                  <a:lnTo>
                    <a:pt x="70507" y="148175"/>
                  </a:lnTo>
                  <a:cubicBezTo>
                    <a:pt x="49275" y="148175"/>
                    <a:pt x="48567" y="145610"/>
                    <a:pt x="48567" y="136980"/>
                  </a:cubicBezTo>
                  <a:lnTo>
                    <a:pt x="48567" y="613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1" name="Freeform: Shape 5450">
              <a:extLst>
                <a:ext uri="{FF2B5EF4-FFF2-40B4-BE49-F238E27FC236}">
                  <a16:creationId xmlns:a16="http://schemas.microsoft.com/office/drawing/2014/main" id="{5DC29F0B-18DD-AE55-57D3-316DEAF97E35}"/>
                </a:ext>
              </a:extLst>
            </p:cNvPr>
            <p:cNvSpPr/>
            <p:nvPr>
              <p:custDataLst>
                <p:tags r:id="rId79"/>
              </p:custDataLst>
            </p:nvPr>
          </p:nvSpPr>
          <p:spPr>
            <a:xfrm>
              <a:off x="6125957" y="6722381"/>
              <a:ext cx="144145" cy="9329"/>
            </a:xfrm>
            <a:custGeom>
              <a:avLst/>
              <a:gdLst>
                <a:gd name="connsiteX0" fmla="*/ 136100 w 144145"/>
                <a:gd name="connsiteY0" fmla="*/ 9400 h 9329"/>
                <a:gd name="connsiteX1" fmla="*/ 144357 w 144145"/>
                <a:gd name="connsiteY1" fmla="*/ 4735 h 9329"/>
                <a:gd name="connsiteX2" fmla="*/ 136100 w 144145"/>
                <a:gd name="connsiteY2" fmla="*/ 70 h 9329"/>
                <a:gd name="connsiteX3" fmla="*/ 8468 w 144145"/>
                <a:gd name="connsiteY3" fmla="*/ 70 h 9329"/>
                <a:gd name="connsiteX4" fmla="*/ 211 w 144145"/>
                <a:gd name="connsiteY4" fmla="*/ 4735 h 9329"/>
                <a:gd name="connsiteX5" fmla="*/ 8468 w 144145"/>
                <a:gd name="connsiteY5" fmla="*/ 9400 h 9329"/>
                <a:gd name="connsiteX6" fmla="*/ 136100 w 144145"/>
                <a:gd name="connsiteY6" fmla="*/ 9400 h 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145" h="9329">
                  <a:moveTo>
                    <a:pt x="136100" y="9400"/>
                  </a:moveTo>
                  <a:cubicBezTo>
                    <a:pt x="140110" y="9400"/>
                    <a:pt x="144357" y="9400"/>
                    <a:pt x="144357" y="4735"/>
                  </a:cubicBezTo>
                  <a:cubicBezTo>
                    <a:pt x="144357" y="70"/>
                    <a:pt x="140110" y="70"/>
                    <a:pt x="136100" y="70"/>
                  </a:cubicBezTo>
                  <a:lnTo>
                    <a:pt x="8468" y="70"/>
                  </a:lnTo>
                  <a:cubicBezTo>
                    <a:pt x="4458" y="70"/>
                    <a:pt x="211" y="70"/>
                    <a:pt x="211" y="4735"/>
                  </a:cubicBezTo>
                  <a:cubicBezTo>
                    <a:pt x="211" y="9400"/>
                    <a:pt x="4458" y="9400"/>
                    <a:pt x="8468" y="9400"/>
                  </a:cubicBezTo>
                  <a:lnTo>
                    <a:pt x="136100" y="94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2" name="Freeform: Shape 5451">
              <a:extLst>
                <a:ext uri="{FF2B5EF4-FFF2-40B4-BE49-F238E27FC236}">
                  <a16:creationId xmlns:a16="http://schemas.microsoft.com/office/drawing/2014/main" id="{AA806281-4789-D9B3-E03D-F65E2B660FB6}"/>
                </a:ext>
              </a:extLst>
            </p:cNvPr>
            <p:cNvSpPr/>
            <p:nvPr>
              <p:custDataLst>
                <p:tags r:id="rId80"/>
              </p:custDataLst>
            </p:nvPr>
          </p:nvSpPr>
          <p:spPr>
            <a:xfrm>
              <a:off x="6334743" y="6682264"/>
              <a:ext cx="123149" cy="148338"/>
            </a:xfrm>
            <a:custGeom>
              <a:avLst/>
              <a:gdLst>
                <a:gd name="connsiteX0" fmla="*/ 18387 w 123149"/>
                <a:gd name="connsiteY0" fmla="*/ 131616 h 148338"/>
                <a:gd name="connsiteX1" fmla="*/ 5647 w 123149"/>
                <a:gd name="connsiteY1" fmla="*/ 141178 h 148338"/>
                <a:gd name="connsiteX2" fmla="*/ 221 w 123149"/>
                <a:gd name="connsiteY2" fmla="*/ 145610 h 148338"/>
                <a:gd name="connsiteX3" fmla="*/ 3288 w 123149"/>
                <a:gd name="connsiteY3" fmla="*/ 148409 h 148338"/>
                <a:gd name="connsiteX4" fmla="*/ 23105 w 123149"/>
                <a:gd name="connsiteY4" fmla="*/ 147709 h 148338"/>
                <a:gd name="connsiteX5" fmla="*/ 46461 w 123149"/>
                <a:gd name="connsiteY5" fmla="*/ 148409 h 148338"/>
                <a:gd name="connsiteX6" fmla="*/ 50707 w 123149"/>
                <a:gd name="connsiteY6" fmla="*/ 143744 h 148338"/>
                <a:gd name="connsiteX7" fmla="*/ 45045 w 123149"/>
                <a:gd name="connsiteY7" fmla="*/ 141178 h 148338"/>
                <a:gd name="connsiteX8" fmla="*/ 33249 w 123149"/>
                <a:gd name="connsiteY8" fmla="*/ 137447 h 148338"/>
                <a:gd name="connsiteX9" fmla="*/ 44809 w 123149"/>
                <a:gd name="connsiteY9" fmla="*/ 90799 h 148338"/>
                <a:gd name="connsiteX10" fmla="*/ 66514 w 123149"/>
                <a:gd name="connsiteY10" fmla="*/ 105726 h 148338"/>
                <a:gd name="connsiteX11" fmla="*/ 123370 w 123149"/>
                <a:gd name="connsiteY11" fmla="*/ 37388 h 148338"/>
                <a:gd name="connsiteX12" fmla="*/ 91993 w 123149"/>
                <a:gd name="connsiteY12" fmla="*/ 70 h 148338"/>
                <a:gd name="connsiteX13" fmla="*/ 61088 w 123149"/>
                <a:gd name="connsiteY13" fmla="*/ 17563 h 148338"/>
                <a:gd name="connsiteX14" fmla="*/ 39855 w 123149"/>
                <a:gd name="connsiteY14" fmla="*/ 70 h 148338"/>
                <a:gd name="connsiteX15" fmla="*/ 22397 w 123149"/>
                <a:gd name="connsiteY15" fmla="*/ 13365 h 148338"/>
                <a:gd name="connsiteX16" fmla="*/ 15084 w 123149"/>
                <a:gd name="connsiteY16" fmla="*/ 35989 h 148338"/>
                <a:gd name="connsiteX17" fmla="*/ 17915 w 123149"/>
                <a:gd name="connsiteY17" fmla="*/ 38321 h 148338"/>
                <a:gd name="connsiteX18" fmla="*/ 21925 w 123149"/>
                <a:gd name="connsiteY18" fmla="*/ 32957 h 148338"/>
                <a:gd name="connsiteX19" fmla="*/ 39147 w 123149"/>
                <a:gd name="connsiteY19" fmla="*/ 5201 h 148338"/>
                <a:gd name="connsiteX20" fmla="*/ 46461 w 123149"/>
                <a:gd name="connsiteY20" fmla="*/ 15930 h 148338"/>
                <a:gd name="connsiteX21" fmla="*/ 44809 w 123149"/>
                <a:gd name="connsiteY21" fmla="*/ 27825 h 148338"/>
                <a:gd name="connsiteX22" fmla="*/ 18387 w 123149"/>
                <a:gd name="connsiteY22" fmla="*/ 131616 h 148338"/>
                <a:gd name="connsiteX23" fmla="*/ 59908 w 123149"/>
                <a:gd name="connsiteY23" fmla="*/ 30391 h 148338"/>
                <a:gd name="connsiteX24" fmla="*/ 72176 w 123149"/>
                <a:gd name="connsiteY24" fmla="*/ 14064 h 148338"/>
                <a:gd name="connsiteX25" fmla="*/ 91285 w 123149"/>
                <a:gd name="connsiteY25" fmla="*/ 5201 h 148338"/>
                <a:gd name="connsiteX26" fmla="*/ 106384 w 123149"/>
                <a:gd name="connsiteY26" fmla="*/ 27126 h 148338"/>
                <a:gd name="connsiteX27" fmla="*/ 94352 w 123149"/>
                <a:gd name="connsiteY27" fmla="*/ 76572 h 148338"/>
                <a:gd name="connsiteX28" fmla="*/ 66278 w 123149"/>
                <a:gd name="connsiteY28" fmla="*/ 100595 h 148338"/>
                <a:gd name="connsiteX29" fmla="*/ 47640 w 123149"/>
                <a:gd name="connsiteY29" fmla="*/ 79837 h 148338"/>
                <a:gd name="connsiteX30" fmla="*/ 48348 w 123149"/>
                <a:gd name="connsiteY30" fmla="*/ 76105 h 148338"/>
                <a:gd name="connsiteX31" fmla="*/ 59908 w 123149"/>
                <a:gd name="connsiteY31" fmla="*/ 30391 h 148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149" h="148338">
                  <a:moveTo>
                    <a:pt x="18387" y="131616"/>
                  </a:moveTo>
                  <a:cubicBezTo>
                    <a:pt x="16499" y="139546"/>
                    <a:pt x="16027" y="141178"/>
                    <a:pt x="5647" y="141178"/>
                  </a:cubicBezTo>
                  <a:cubicBezTo>
                    <a:pt x="2816" y="141178"/>
                    <a:pt x="221" y="141178"/>
                    <a:pt x="221" y="145610"/>
                  </a:cubicBezTo>
                  <a:cubicBezTo>
                    <a:pt x="221" y="147476"/>
                    <a:pt x="1401" y="148409"/>
                    <a:pt x="3288" y="148409"/>
                  </a:cubicBezTo>
                  <a:cubicBezTo>
                    <a:pt x="9658" y="148409"/>
                    <a:pt x="16499" y="147709"/>
                    <a:pt x="23105" y="147709"/>
                  </a:cubicBezTo>
                  <a:cubicBezTo>
                    <a:pt x="30890" y="147709"/>
                    <a:pt x="38911" y="148409"/>
                    <a:pt x="46461" y="148409"/>
                  </a:cubicBezTo>
                  <a:cubicBezTo>
                    <a:pt x="47640" y="148409"/>
                    <a:pt x="50707" y="148409"/>
                    <a:pt x="50707" y="143744"/>
                  </a:cubicBezTo>
                  <a:cubicBezTo>
                    <a:pt x="50707" y="141178"/>
                    <a:pt x="48348" y="141178"/>
                    <a:pt x="45045" y="141178"/>
                  </a:cubicBezTo>
                  <a:cubicBezTo>
                    <a:pt x="33249" y="141178"/>
                    <a:pt x="33249" y="139546"/>
                    <a:pt x="33249" y="137447"/>
                  </a:cubicBezTo>
                  <a:cubicBezTo>
                    <a:pt x="33249" y="134648"/>
                    <a:pt x="43158" y="96630"/>
                    <a:pt x="44809" y="90799"/>
                  </a:cubicBezTo>
                  <a:cubicBezTo>
                    <a:pt x="47876" y="97563"/>
                    <a:pt x="54482" y="105726"/>
                    <a:pt x="66514" y="105726"/>
                  </a:cubicBezTo>
                  <a:cubicBezTo>
                    <a:pt x="93880" y="105726"/>
                    <a:pt x="123370" y="71674"/>
                    <a:pt x="123370" y="37388"/>
                  </a:cubicBezTo>
                  <a:cubicBezTo>
                    <a:pt x="123370" y="15464"/>
                    <a:pt x="109923" y="70"/>
                    <a:pt x="91993" y="70"/>
                  </a:cubicBezTo>
                  <a:cubicBezTo>
                    <a:pt x="80197" y="70"/>
                    <a:pt x="68873" y="8467"/>
                    <a:pt x="61088" y="17563"/>
                  </a:cubicBezTo>
                  <a:cubicBezTo>
                    <a:pt x="58729" y="4968"/>
                    <a:pt x="48584" y="70"/>
                    <a:pt x="39855" y="70"/>
                  </a:cubicBezTo>
                  <a:cubicBezTo>
                    <a:pt x="29003" y="70"/>
                    <a:pt x="24520" y="9166"/>
                    <a:pt x="22397" y="13365"/>
                  </a:cubicBezTo>
                  <a:cubicBezTo>
                    <a:pt x="18151" y="21295"/>
                    <a:pt x="15084" y="35289"/>
                    <a:pt x="15084" y="35989"/>
                  </a:cubicBezTo>
                  <a:cubicBezTo>
                    <a:pt x="15084" y="38321"/>
                    <a:pt x="17443" y="38321"/>
                    <a:pt x="17915" y="38321"/>
                  </a:cubicBezTo>
                  <a:cubicBezTo>
                    <a:pt x="20274" y="38321"/>
                    <a:pt x="20510" y="38088"/>
                    <a:pt x="21925" y="32957"/>
                  </a:cubicBezTo>
                  <a:cubicBezTo>
                    <a:pt x="25936" y="16397"/>
                    <a:pt x="30654" y="5201"/>
                    <a:pt x="39147" y="5201"/>
                  </a:cubicBezTo>
                  <a:cubicBezTo>
                    <a:pt x="43158" y="5201"/>
                    <a:pt x="46461" y="7067"/>
                    <a:pt x="46461" y="15930"/>
                  </a:cubicBezTo>
                  <a:cubicBezTo>
                    <a:pt x="46461" y="21295"/>
                    <a:pt x="45753" y="23860"/>
                    <a:pt x="44809" y="27825"/>
                  </a:cubicBezTo>
                  <a:lnTo>
                    <a:pt x="18387" y="131616"/>
                  </a:lnTo>
                  <a:close/>
                  <a:moveTo>
                    <a:pt x="59908" y="30391"/>
                  </a:moveTo>
                  <a:cubicBezTo>
                    <a:pt x="61560" y="24094"/>
                    <a:pt x="67929" y="17563"/>
                    <a:pt x="72176" y="14064"/>
                  </a:cubicBezTo>
                  <a:cubicBezTo>
                    <a:pt x="80433" y="6834"/>
                    <a:pt x="87275" y="5201"/>
                    <a:pt x="91285" y="5201"/>
                  </a:cubicBezTo>
                  <a:cubicBezTo>
                    <a:pt x="100722" y="5201"/>
                    <a:pt x="106384" y="13365"/>
                    <a:pt x="106384" y="27126"/>
                  </a:cubicBezTo>
                  <a:cubicBezTo>
                    <a:pt x="106384" y="40887"/>
                    <a:pt x="98599" y="67709"/>
                    <a:pt x="94352" y="76572"/>
                  </a:cubicBezTo>
                  <a:cubicBezTo>
                    <a:pt x="86331" y="92898"/>
                    <a:pt x="75007" y="100595"/>
                    <a:pt x="66278" y="100595"/>
                  </a:cubicBezTo>
                  <a:cubicBezTo>
                    <a:pt x="50707" y="100595"/>
                    <a:pt x="47640" y="81237"/>
                    <a:pt x="47640" y="79837"/>
                  </a:cubicBezTo>
                  <a:cubicBezTo>
                    <a:pt x="47640" y="79371"/>
                    <a:pt x="47640" y="78904"/>
                    <a:pt x="48348" y="76105"/>
                  </a:cubicBezTo>
                  <a:lnTo>
                    <a:pt x="59908" y="3039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3" name="Freeform: Shape 5452">
              <a:extLst>
                <a:ext uri="{FF2B5EF4-FFF2-40B4-BE49-F238E27FC236}">
                  <a16:creationId xmlns:a16="http://schemas.microsoft.com/office/drawing/2014/main" id="{D48A74E8-DDE5-F399-3310-FF1865BDF4D8}"/>
                </a:ext>
              </a:extLst>
            </p:cNvPr>
            <p:cNvSpPr/>
            <p:nvPr>
              <p:custDataLst>
                <p:tags r:id="rId81"/>
              </p:custDataLst>
            </p:nvPr>
          </p:nvSpPr>
          <p:spPr>
            <a:xfrm>
              <a:off x="5935991" y="6880167"/>
              <a:ext cx="524997" cy="9328"/>
            </a:xfrm>
            <a:custGeom>
              <a:avLst/>
              <a:gdLst>
                <a:gd name="connsiteX0" fmla="*/ 0 w 524997"/>
                <a:gd name="connsiteY0" fmla="*/ 0 h 9328"/>
                <a:gd name="connsiteX1" fmla="*/ 524997 w 524997"/>
                <a:gd name="connsiteY1" fmla="*/ 0 h 9328"/>
                <a:gd name="connsiteX2" fmla="*/ 524997 w 524997"/>
                <a:gd name="connsiteY2" fmla="*/ 9329 h 9328"/>
                <a:gd name="connsiteX3" fmla="*/ 0 w 524997"/>
                <a:gd name="connsiteY3" fmla="*/ 9329 h 9328"/>
              </a:gdLst>
              <a:ahLst/>
              <a:cxnLst>
                <a:cxn ang="0">
                  <a:pos x="connsiteX0" y="connsiteY0"/>
                </a:cxn>
                <a:cxn ang="0">
                  <a:pos x="connsiteX1" y="connsiteY1"/>
                </a:cxn>
                <a:cxn ang="0">
                  <a:pos x="connsiteX2" y="connsiteY2"/>
                </a:cxn>
                <a:cxn ang="0">
                  <a:pos x="connsiteX3" y="connsiteY3"/>
                </a:cxn>
              </a:cxnLst>
              <a:rect l="l" t="t" r="r" b="b"/>
              <a:pathLst>
                <a:path w="524997" h="9328">
                  <a:moveTo>
                    <a:pt x="0" y="0"/>
                  </a:moveTo>
                  <a:lnTo>
                    <a:pt x="524997" y="0"/>
                  </a:lnTo>
                  <a:lnTo>
                    <a:pt x="524997" y="9329"/>
                  </a:lnTo>
                  <a:lnTo>
                    <a:pt x="0" y="932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4" name="Freeform: Shape 5453">
              <a:extLst>
                <a:ext uri="{FF2B5EF4-FFF2-40B4-BE49-F238E27FC236}">
                  <a16:creationId xmlns:a16="http://schemas.microsoft.com/office/drawing/2014/main" id="{85A1E7AD-1B41-B435-26F5-0049CBA4FF83}"/>
                </a:ext>
              </a:extLst>
            </p:cNvPr>
            <p:cNvSpPr/>
            <p:nvPr>
              <p:custDataLst>
                <p:tags r:id="rId82"/>
              </p:custDataLst>
            </p:nvPr>
          </p:nvSpPr>
          <p:spPr>
            <a:xfrm>
              <a:off x="6131593" y="7000039"/>
              <a:ext cx="123149" cy="148338"/>
            </a:xfrm>
            <a:custGeom>
              <a:avLst/>
              <a:gdLst>
                <a:gd name="connsiteX0" fmla="*/ 18378 w 123149"/>
                <a:gd name="connsiteY0" fmla="*/ 131629 h 148338"/>
                <a:gd name="connsiteX1" fmla="*/ 5638 w 123149"/>
                <a:gd name="connsiteY1" fmla="*/ 141192 h 148338"/>
                <a:gd name="connsiteX2" fmla="*/ 212 w 123149"/>
                <a:gd name="connsiteY2" fmla="*/ 145623 h 148338"/>
                <a:gd name="connsiteX3" fmla="*/ 3279 w 123149"/>
                <a:gd name="connsiteY3" fmla="*/ 148422 h 148338"/>
                <a:gd name="connsiteX4" fmla="*/ 23096 w 123149"/>
                <a:gd name="connsiteY4" fmla="*/ 147723 h 148338"/>
                <a:gd name="connsiteX5" fmla="*/ 46452 w 123149"/>
                <a:gd name="connsiteY5" fmla="*/ 148422 h 148338"/>
                <a:gd name="connsiteX6" fmla="*/ 50699 w 123149"/>
                <a:gd name="connsiteY6" fmla="*/ 143758 h 148338"/>
                <a:gd name="connsiteX7" fmla="*/ 45037 w 123149"/>
                <a:gd name="connsiteY7" fmla="*/ 141192 h 148338"/>
                <a:gd name="connsiteX8" fmla="*/ 33241 w 123149"/>
                <a:gd name="connsiteY8" fmla="*/ 137460 h 148338"/>
                <a:gd name="connsiteX9" fmla="*/ 44801 w 123149"/>
                <a:gd name="connsiteY9" fmla="*/ 90813 h 148338"/>
                <a:gd name="connsiteX10" fmla="*/ 66505 w 123149"/>
                <a:gd name="connsiteY10" fmla="*/ 105740 h 148338"/>
                <a:gd name="connsiteX11" fmla="*/ 123361 w 123149"/>
                <a:gd name="connsiteY11" fmla="*/ 37402 h 148338"/>
                <a:gd name="connsiteX12" fmla="*/ 91984 w 123149"/>
                <a:gd name="connsiteY12" fmla="*/ 84 h 148338"/>
                <a:gd name="connsiteX13" fmla="*/ 61079 w 123149"/>
                <a:gd name="connsiteY13" fmla="*/ 17577 h 148338"/>
                <a:gd name="connsiteX14" fmla="*/ 39847 w 123149"/>
                <a:gd name="connsiteY14" fmla="*/ 84 h 148338"/>
                <a:gd name="connsiteX15" fmla="*/ 22389 w 123149"/>
                <a:gd name="connsiteY15" fmla="*/ 13378 h 148338"/>
                <a:gd name="connsiteX16" fmla="*/ 15075 w 123149"/>
                <a:gd name="connsiteY16" fmla="*/ 36002 h 148338"/>
                <a:gd name="connsiteX17" fmla="*/ 17906 w 123149"/>
                <a:gd name="connsiteY17" fmla="*/ 38335 h 148338"/>
                <a:gd name="connsiteX18" fmla="*/ 21917 w 123149"/>
                <a:gd name="connsiteY18" fmla="*/ 32970 h 148338"/>
                <a:gd name="connsiteX19" fmla="*/ 39139 w 123149"/>
                <a:gd name="connsiteY19" fmla="*/ 5215 h 148338"/>
                <a:gd name="connsiteX20" fmla="*/ 46452 w 123149"/>
                <a:gd name="connsiteY20" fmla="*/ 15944 h 148338"/>
                <a:gd name="connsiteX21" fmla="*/ 44801 w 123149"/>
                <a:gd name="connsiteY21" fmla="*/ 27839 h 148338"/>
                <a:gd name="connsiteX22" fmla="*/ 18378 w 123149"/>
                <a:gd name="connsiteY22" fmla="*/ 131629 h 148338"/>
                <a:gd name="connsiteX23" fmla="*/ 59900 w 123149"/>
                <a:gd name="connsiteY23" fmla="*/ 30405 h 148338"/>
                <a:gd name="connsiteX24" fmla="*/ 72167 w 123149"/>
                <a:gd name="connsiteY24" fmla="*/ 14078 h 148338"/>
                <a:gd name="connsiteX25" fmla="*/ 91277 w 123149"/>
                <a:gd name="connsiteY25" fmla="*/ 5215 h 148338"/>
                <a:gd name="connsiteX26" fmla="*/ 106375 w 123149"/>
                <a:gd name="connsiteY26" fmla="*/ 27139 h 148338"/>
                <a:gd name="connsiteX27" fmla="*/ 94344 w 123149"/>
                <a:gd name="connsiteY27" fmla="*/ 76585 h 148338"/>
                <a:gd name="connsiteX28" fmla="*/ 66269 w 123149"/>
                <a:gd name="connsiteY28" fmla="*/ 100609 h 148338"/>
                <a:gd name="connsiteX29" fmla="*/ 47632 w 123149"/>
                <a:gd name="connsiteY29" fmla="*/ 79851 h 148338"/>
                <a:gd name="connsiteX30" fmla="*/ 48340 w 123149"/>
                <a:gd name="connsiteY30" fmla="*/ 76119 h 148338"/>
                <a:gd name="connsiteX31" fmla="*/ 59900 w 123149"/>
                <a:gd name="connsiteY31" fmla="*/ 30405 h 148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149" h="148338">
                  <a:moveTo>
                    <a:pt x="18378" y="131629"/>
                  </a:moveTo>
                  <a:cubicBezTo>
                    <a:pt x="16491" y="139559"/>
                    <a:pt x="16019" y="141192"/>
                    <a:pt x="5638" y="141192"/>
                  </a:cubicBezTo>
                  <a:cubicBezTo>
                    <a:pt x="2807" y="141192"/>
                    <a:pt x="212" y="141192"/>
                    <a:pt x="212" y="145623"/>
                  </a:cubicBezTo>
                  <a:cubicBezTo>
                    <a:pt x="212" y="147489"/>
                    <a:pt x="1392" y="148422"/>
                    <a:pt x="3279" y="148422"/>
                  </a:cubicBezTo>
                  <a:cubicBezTo>
                    <a:pt x="9649" y="148422"/>
                    <a:pt x="16491" y="147723"/>
                    <a:pt x="23096" y="147723"/>
                  </a:cubicBezTo>
                  <a:cubicBezTo>
                    <a:pt x="30882" y="147723"/>
                    <a:pt x="38903" y="148422"/>
                    <a:pt x="46452" y="148422"/>
                  </a:cubicBezTo>
                  <a:cubicBezTo>
                    <a:pt x="47632" y="148422"/>
                    <a:pt x="50699" y="148422"/>
                    <a:pt x="50699" y="143758"/>
                  </a:cubicBezTo>
                  <a:cubicBezTo>
                    <a:pt x="50699" y="141192"/>
                    <a:pt x="48340" y="141192"/>
                    <a:pt x="45037" y="141192"/>
                  </a:cubicBezTo>
                  <a:cubicBezTo>
                    <a:pt x="33241" y="141192"/>
                    <a:pt x="33241" y="139559"/>
                    <a:pt x="33241" y="137460"/>
                  </a:cubicBezTo>
                  <a:cubicBezTo>
                    <a:pt x="33241" y="134661"/>
                    <a:pt x="43149" y="96644"/>
                    <a:pt x="44801" y="90813"/>
                  </a:cubicBezTo>
                  <a:cubicBezTo>
                    <a:pt x="47868" y="97577"/>
                    <a:pt x="54473" y="105740"/>
                    <a:pt x="66505" y="105740"/>
                  </a:cubicBezTo>
                  <a:cubicBezTo>
                    <a:pt x="93872" y="105740"/>
                    <a:pt x="123361" y="71687"/>
                    <a:pt x="123361" y="37402"/>
                  </a:cubicBezTo>
                  <a:cubicBezTo>
                    <a:pt x="123361" y="15477"/>
                    <a:pt x="109914" y="84"/>
                    <a:pt x="91984" y="84"/>
                  </a:cubicBezTo>
                  <a:cubicBezTo>
                    <a:pt x="80189" y="84"/>
                    <a:pt x="68864" y="8480"/>
                    <a:pt x="61079" y="17577"/>
                  </a:cubicBezTo>
                  <a:cubicBezTo>
                    <a:pt x="58720" y="4982"/>
                    <a:pt x="48576" y="84"/>
                    <a:pt x="39847" y="84"/>
                  </a:cubicBezTo>
                  <a:cubicBezTo>
                    <a:pt x="28994" y="84"/>
                    <a:pt x="24512" y="9180"/>
                    <a:pt x="22389" y="13378"/>
                  </a:cubicBezTo>
                  <a:cubicBezTo>
                    <a:pt x="18142" y="21308"/>
                    <a:pt x="15075" y="35303"/>
                    <a:pt x="15075" y="36002"/>
                  </a:cubicBezTo>
                  <a:cubicBezTo>
                    <a:pt x="15075" y="38335"/>
                    <a:pt x="17434" y="38335"/>
                    <a:pt x="17906" y="38335"/>
                  </a:cubicBezTo>
                  <a:cubicBezTo>
                    <a:pt x="20265" y="38335"/>
                    <a:pt x="20501" y="38101"/>
                    <a:pt x="21917" y="32970"/>
                  </a:cubicBezTo>
                  <a:cubicBezTo>
                    <a:pt x="25927" y="16410"/>
                    <a:pt x="30646" y="5215"/>
                    <a:pt x="39139" y="5215"/>
                  </a:cubicBezTo>
                  <a:cubicBezTo>
                    <a:pt x="43149" y="5215"/>
                    <a:pt x="46452" y="7081"/>
                    <a:pt x="46452" y="15944"/>
                  </a:cubicBezTo>
                  <a:cubicBezTo>
                    <a:pt x="46452" y="21308"/>
                    <a:pt x="45745" y="23874"/>
                    <a:pt x="44801" y="27839"/>
                  </a:cubicBezTo>
                  <a:lnTo>
                    <a:pt x="18378" y="131629"/>
                  </a:lnTo>
                  <a:close/>
                  <a:moveTo>
                    <a:pt x="59900" y="30405"/>
                  </a:moveTo>
                  <a:cubicBezTo>
                    <a:pt x="61551" y="24107"/>
                    <a:pt x="67921" y="17577"/>
                    <a:pt x="72167" y="14078"/>
                  </a:cubicBezTo>
                  <a:cubicBezTo>
                    <a:pt x="80424" y="6848"/>
                    <a:pt x="87266" y="5215"/>
                    <a:pt x="91277" y="5215"/>
                  </a:cubicBezTo>
                  <a:cubicBezTo>
                    <a:pt x="100713" y="5215"/>
                    <a:pt x="106375" y="13378"/>
                    <a:pt x="106375" y="27139"/>
                  </a:cubicBezTo>
                  <a:cubicBezTo>
                    <a:pt x="106375" y="40900"/>
                    <a:pt x="98590" y="67722"/>
                    <a:pt x="94344" y="76585"/>
                  </a:cubicBezTo>
                  <a:cubicBezTo>
                    <a:pt x="86322" y="92912"/>
                    <a:pt x="74998" y="100609"/>
                    <a:pt x="66269" y="100609"/>
                  </a:cubicBezTo>
                  <a:cubicBezTo>
                    <a:pt x="50699" y="100609"/>
                    <a:pt x="47632" y="81250"/>
                    <a:pt x="47632" y="79851"/>
                  </a:cubicBezTo>
                  <a:cubicBezTo>
                    <a:pt x="47632" y="79384"/>
                    <a:pt x="47632" y="78918"/>
                    <a:pt x="48340" y="76119"/>
                  </a:cubicBezTo>
                  <a:lnTo>
                    <a:pt x="59900" y="3040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5" name="Freeform: Shape 5454">
              <a:extLst>
                <a:ext uri="{FF2B5EF4-FFF2-40B4-BE49-F238E27FC236}">
                  <a16:creationId xmlns:a16="http://schemas.microsoft.com/office/drawing/2014/main" id="{B9AF20A1-36C0-AA3D-2627-691D3B167358}"/>
                </a:ext>
              </a:extLst>
            </p:cNvPr>
            <p:cNvSpPr/>
            <p:nvPr>
              <p:custDataLst>
                <p:tags r:id="rId83"/>
              </p:custDataLst>
            </p:nvPr>
          </p:nvSpPr>
          <p:spPr>
            <a:xfrm>
              <a:off x="6568041" y="6857543"/>
              <a:ext cx="156885" cy="54577"/>
            </a:xfrm>
            <a:custGeom>
              <a:avLst/>
              <a:gdLst>
                <a:gd name="connsiteX0" fmla="*/ 149094 w 156885"/>
                <a:gd name="connsiteY0" fmla="*/ 9406 h 54577"/>
                <a:gd name="connsiteX1" fmla="*/ 157115 w 156885"/>
                <a:gd name="connsiteY1" fmla="*/ 4742 h 54577"/>
                <a:gd name="connsiteX2" fmla="*/ 149330 w 156885"/>
                <a:gd name="connsiteY2" fmla="*/ 77 h 54577"/>
                <a:gd name="connsiteX3" fmla="*/ 8015 w 156885"/>
                <a:gd name="connsiteY3" fmla="*/ 77 h 54577"/>
                <a:gd name="connsiteX4" fmla="*/ 230 w 156885"/>
                <a:gd name="connsiteY4" fmla="*/ 4742 h 54577"/>
                <a:gd name="connsiteX5" fmla="*/ 8251 w 156885"/>
                <a:gd name="connsiteY5" fmla="*/ 9406 h 54577"/>
                <a:gd name="connsiteX6" fmla="*/ 149094 w 156885"/>
                <a:gd name="connsiteY6" fmla="*/ 9406 h 54577"/>
                <a:gd name="connsiteX7" fmla="*/ 149330 w 156885"/>
                <a:gd name="connsiteY7" fmla="*/ 54654 h 54577"/>
                <a:gd name="connsiteX8" fmla="*/ 157115 w 156885"/>
                <a:gd name="connsiteY8" fmla="*/ 49990 h 54577"/>
                <a:gd name="connsiteX9" fmla="*/ 149094 w 156885"/>
                <a:gd name="connsiteY9" fmla="*/ 45325 h 54577"/>
                <a:gd name="connsiteX10" fmla="*/ 8251 w 156885"/>
                <a:gd name="connsiteY10" fmla="*/ 45325 h 54577"/>
                <a:gd name="connsiteX11" fmla="*/ 230 w 156885"/>
                <a:gd name="connsiteY11" fmla="*/ 49990 h 54577"/>
                <a:gd name="connsiteX12" fmla="*/ 8015 w 156885"/>
                <a:gd name="connsiteY12" fmla="*/ 54654 h 54577"/>
                <a:gd name="connsiteX13" fmla="*/ 149330 w 156885"/>
                <a:gd name="connsiteY13" fmla="*/ 54654 h 54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885" h="54577">
                  <a:moveTo>
                    <a:pt x="149094" y="9406"/>
                  </a:moveTo>
                  <a:cubicBezTo>
                    <a:pt x="152633" y="9406"/>
                    <a:pt x="157115" y="9406"/>
                    <a:pt x="157115" y="4742"/>
                  </a:cubicBezTo>
                  <a:cubicBezTo>
                    <a:pt x="157115" y="77"/>
                    <a:pt x="152633" y="77"/>
                    <a:pt x="149330" y="77"/>
                  </a:cubicBezTo>
                  <a:lnTo>
                    <a:pt x="8015" y="77"/>
                  </a:lnTo>
                  <a:cubicBezTo>
                    <a:pt x="4712" y="77"/>
                    <a:pt x="230" y="77"/>
                    <a:pt x="230" y="4742"/>
                  </a:cubicBezTo>
                  <a:cubicBezTo>
                    <a:pt x="230" y="9406"/>
                    <a:pt x="4712" y="9406"/>
                    <a:pt x="8251" y="9406"/>
                  </a:cubicBezTo>
                  <a:lnTo>
                    <a:pt x="149094" y="9406"/>
                  </a:lnTo>
                  <a:close/>
                  <a:moveTo>
                    <a:pt x="149330" y="54654"/>
                  </a:moveTo>
                  <a:cubicBezTo>
                    <a:pt x="152633" y="54654"/>
                    <a:pt x="157115" y="54654"/>
                    <a:pt x="157115" y="49990"/>
                  </a:cubicBezTo>
                  <a:cubicBezTo>
                    <a:pt x="157115" y="45325"/>
                    <a:pt x="152633" y="45325"/>
                    <a:pt x="149094" y="45325"/>
                  </a:cubicBezTo>
                  <a:lnTo>
                    <a:pt x="8251" y="45325"/>
                  </a:lnTo>
                  <a:cubicBezTo>
                    <a:pt x="4712" y="45325"/>
                    <a:pt x="230" y="45325"/>
                    <a:pt x="230" y="49990"/>
                  </a:cubicBezTo>
                  <a:cubicBezTo>
                    <a:pt x="230" y="54654"/>
                    <a:pt x="4712" y="54654"/>
                    <a:pt x="8015" y="54654"/>
                  </a:cubicBezTo>
                  <a:lnTo>
                    <a:pt x="149330" y="5465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6" name="Freeform: Shape 5455">
              <a:extLst>
                <a:ext uri="{FF2B5EF4-FFF2-40B4-BE49-F238E27FC236}">
                  <a16:creationId xmlns:a16="http://schemas.microsoft.com/office/drawing/2014/main" id="{2EA2C20B-A010-3213-195E-3CCB96EB4383}"/>
                </a:ext>
              </a:extLst>
            </p:cNvPr>
            <p:cNvSpPr/>
            <p:nvPr>
              <p:custDataLst>
                <p:tags r:id="rId84"/>
              </p:custDataLst>
            </p:nvPr>
          </p:nvSpPr>
          <p:spPr>
            <a:xfrm>
              <a:off x="6814705" y="6840050"/>
              <a:ext cx="90592" cy="105656"/>
            </a:xfrm>
            <a:custGeom>
              <a:avLst/>
              <a:gdLst>
                <a:gd name="connsiteX0" fmla="*/ 33505 w 90592"/>
                <a:gd name="connsiteY0" fmla="*/ 49290 h 105656"/>
                <a:gd name="connsiteX1" fmla="*/ 69600 w 90592"/>
                <a:gd name="connsiteY1" fmla="*/ 43925 h 105656"/>
                <a:gd name="connsiteX2" fmla="*/ 87294 w 90592"/>
                <a:gd name="connsiteY2" fmla="*/ 19902 h 105656"/>
                <a:gd name="connsiteX3" fmla="*/ 62051 w 90592"/>
                <a:gd name="connsiteY3" fmla="*/ 77 h 105656"/>
                <a:gd name="connsiteX4" fmla="*/ 240 w 90592"/>
                <a:gd name="connsiteY4" fmla="*/ 63517 h 105656"/>
                <a:gd name="connsiteX5" fmla="*/ 37280 w 90592"/>
                <a:gd name="connsiteY5" fmla="*/ 105733 h 105656"/>
                <a:gd name="connsiteX6" fmla="*/ 90833 w 90592"/>
                <a:gd name="connsiteY6" fmla="*/ 78211 h 105656"/>
                <a:gd name="connsiteX7" fmla="*/ 88002 w 90592"/>
                <a:gd name="connsiteY7" fmla="*/ 75179 h 105656"/>
                <a:gd name="connsiteX8" fmla="*/ 84935 w 90592"/>
                <a:gd name="connsiteY8" fmla="*/ 77512 h 105656"/>
                <a:gd name="connsiteX9" fmla="*/ 37751 w 90592"/>
                <a:gd name="connsiteY9" fmla="*/ 100602 h 105656"/>
                <a:gd name="connsiteX10" fmla="*/ 17227 w 90592"/>
                <a:gd name="connsiteY10" fmla="*/ 73547 h 105656"/>
                <a:gd name="connsiteX11" fmla="*/ 21001 w 90592"/>
                <a:gd name="connsiteY11" fmla="*/ 49290 h 105656"/>
                <a:gd name="connsiteX12" fmla="*/ 33505 w 90592"/>
                <a:gd name="connsiteY12" fmla="*/ 49290 h 105656"/>
                <a:gd name="connsiteX13" fmla="*/ 22417 w 90592"/>
                <a:gd name="connsiteY13" fmla="*/ 44159 h 105656"/>
                <a:gd name="connsiteX14" fmla="*/ 62051 w 90592"/>
                <a:gd name="connsiteY14" fmla="*/ 5208 h 105656"/>
                <a:gd name="connsiteX15" fmla="*/ 79509 w 90592"/>
                <a:gd name="connsiteY15" fmla="*/ 19902 h 105656"/>
                <a:gd name="connsiteX16" fmla="*/ 32089 w 90592"/>
                <a:gd name="connsiteY16" fmla="*/ 44159 h 105656"/>
                <a:gd name="connsiteX17" fmla="*/ 22417 w 90592"/>
                <a:gd name="connsiteY17" fmla="*/ 44159 h 10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592" h="105656">
                  <a:moveTo>
                    <a:pt x="33505" y="49290"/>
                  </a:moveTo>
                  <a:cubicBezTo>
                    <a:pt x="40346" y="49290"/>
                    <a:pt x="57804" y="48823"/>
                    <a:pt x="69600" y="43925"/>
                  </a:cubicBezTo>
                  <a:cubicBezTo>
                    <a:pt x="86115" y="36928"/>
                    <a:pt x="87294" y="23167"/>
                    <a:pt x="87294" y="19902"/>
                  </a:cubicBezTo>
                  <a:cubicBezTo>
                    <a:pt x="87294" y="9640"/>
                    <a:pt x="78329" y="77"/>
                    <a:pt x="62051" y="77"/>
                  </a:cubicBezTo>
                  <a:cubicBezTo>
                    <a:pt x="35864" y="77"/>
                    <a:pt x="240" y="22701"/>
                    <a:pt x="240" y="63517"/>
                  </a:cubicBezTo>
                  <a:cubicBezTo>
                    <a:pt x="240" y="87307"/>
                    <a:pt x="14160" y="105733"/>
                    <a:pt x="37280" y="105733"/>
                  </a:cubicBezTo>
                  <a:cubicBezTo>
                    <a:pt x="71016" y="105733"/>
                    <a:pt x="90833" y="81010"/>
                    <a:pt x="90833" y="78211"/>
                  </a:cubicBezTo>
                  <a:cubicBezTo>
                    <a:pt x="90833" y="76812"/>
                    <a:pt x="89417" y="75179"/>
                    <a:pt x="88002" y="75179"/>
                  </a:cubicBezTo>
                  <a:cubicBezTo>
                    <a:pt x="86822" y="75179"/>
                    <a:pt x="86350" y="75646"/>
                    <a:pt x="84935" y="77512"/>
                  </a:cubicBezTo>
                  <a:cubicBezTo>
                    <a:pt x="66297" y="100602"/>
                    <a:pt x="40582" y="100602"/>
                    <a:pt x="37751" y="100602"/>
                  </a:cubicBezTo>
                  <a:cubicBezTo>
                    <a:pt x="19350" y="100602"/>
                    <a:pt x="17227" y="81010"/>
                    <a:pt x="17227" y="73547"/>
                  </a:cubicBezTo>
                  <a:cubicBezTo>
                    <a:pt x="17227" y="70748"/>
                    <a:pt x="17462" y="63517"/>
                    <a:pt x="21001" y="49290"/>
                  </a:cubicBezTo>
                  <a:lnTo>
                    <a:pt x="33505" y="49290"/>
                  </a:lnTo>
                  <a:close/>
                  <a:moveTo>
                    <a:pt x="22417" y="44159"/>
                  </a:moveTo>
                  <a:cubicBezTo>
                    <a:pt x="31618" y="8707"/>
                    <a:pt x="55917" y="5208"/>
                    <a:pt x="62051" y="5208"/>
                  </a:cubicBezTo>
                  <a:cubicBezTo>
                    <a:pt x="73139" y="5208"/>
                    <a:pt x="79509" y="11972"/>
                    <a:pt x="79509" y="19902"/>
                  </a:cubicBezTo>
                  <a:cubicBezTo>
                    <a:pt x="79509" y="44159"/>
                    <a:pt x="41762" y="44159"/>
                    <a:pt x="32089" y="44159"/>
                  </a:cubicBezTo>
                  <a:lnTo>
                    <a:pt x="22417" y="441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7" name="Freeform: Shape 5456">
              <a:extLst>
                <a:ext uri="{FF2B5EF4-FFF2-40B4-BE49-F238E27FC236}">
                  <a16:creationId xmlns:a16="http://schemas.microsoft.com/office/drawing/2014/main" id="{69CA36CD-C5DE-CEAE-4386-D0C996769D0E}"/>
                </a:ext>
              </a:extLst>
            </p:cNvPr>
            <p:cNvSpPr/>
            <p:nvPr>
              <p:custDataLst>
                <p:tags r:id="rId85"/>
              </p:custDataLst>
            </p:nvPr>
          </p:nvSpPr>
          <p:spPr>
            <a:xfrm>
              <a:off x="6931538" y="6801941"/>
              <a:ext cx="111636" cy="8000"/>
            </a:xfrm>
            <a:custGeom>
              <a:avLst/>
              <a:gdLst>
                <a:gd name="connsiteX0" fmla="*/ 105276 w 111636"/>
                <a:gd name="connsiteY0" fmla="*/ 8073 h 8000"/>
                <a:gd name="connsiteX1" fmla="*/ 111881 w 111636"/>
                <a:gd name="connsiteY1" fmla="*/ 4154 h 8000"/>
                <a:gd name="connsiteX2" fmla="*/ 105276 w 111636"/>
                <a:gd name="connsiteY2" fmla="*/ 73 h 8000"/>
                <a:gd name="connsiteX3" fmla="*/ 6851 w 111636"/>
                <a:gd name="connsiteY3" fmla="*/ 73 h 8000"/>
                <a:gd name="connsiteX4" fmla="*/ 245 w 111636"/>
                <a:gd name="connsiteY4" fmla="*/ 3991 h 8000"/>
                <a:gd name="connsiteX5" fmla="*/ 6851 w 111636"/>
                <a:gd name="connsiteY5" fmla="*/ 8073 h 8000"/>
                <a:gd name="connsiteX6" fmla="*/ 105276 w 111636"/>
                <a:gd name="connsiteY6" fmla="*/ 8073 h 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636" h="8000">
                  <a:moveTo>
                    <a:pt x="105276" y="8073"/>
                  </a:moveTo>
                  <a:cubicBezTo>
                    <a:pt x="107918" y="8073"/>
                    <a:pt x="111881" y="8073"/>
                    <a:pt x="111881" y="4154"/>
                  </a:cubicBezTo>
                  <a:cubicBezTo>
                    <a:pt x="111881" y="73"/>
                    <a:pt x="108083" y="73"/>
                    <a:pt x="105276" y="73"/>
                  </a:cubicBezTo>
                  <a:lnTo>
                    <a:pt x="6851" y="73"/>
                  </a:lnTo>
                  <a:cubicBezTo>
                    <a:pt x="4208" y="73"/>
                    <a:pt x="245" y="73"/>
                    <a:pt x="245" y="3991"/>
                  </a:cubicBezTo>
                  <a:cubicBezTo>
                    <a:pt x="245" y="8073"/>
                    <a:pt x="4043" y="8073"/>
                    <a:pt x="6851" y="8073"/>
                  </a:cubicBezTo>
                  <a:lnTo>
                    <a:pt x="105276" y="807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8" name="Freeform: Shape 5457">
              <a:extLst>
                <a:ext uri="{FF2B5EF4-FFF2-40B4-BE49-F238E27FC236}">
                  <a16:creationId xmlns:a16="http://schemas.microsoft.com/office/drawing/2014/main" id="{20C329BD-49E6-8848-30C7-20F2CAB39485}"/>
                </a:ext>
              </a:extLst>
            </p:cNvPr>
            <p:cNvSpPr/>
            <p:nvPr>
              <p:custDataLst>
                <p:tags r:id="rId86"/>
              </p:custDataLst>
            </p:nvPr>
          </p:nvSpPr>
          <p:spPr>
            <a:xfrm>
              <a:off x="7066932" y="6774349"/>
              <a:ext cx="101232" cy="72489"/>
            </a:xfrm>
            <a:custGeom>
              <a:avLst/>
              <a:gdLst>
                <a:gd name="connsiteX0" fmla="*/ 59703 w 101232"/>
                <a:gd name="connsiteY0" fmla="*/ 33053 h 72489"/>
                <a:gd name="connsiteX1" fmla="*/ 82492 w 101232"/>
                <a:gd name="connsiteY1" fmla="*/ 10359 h 72489"/>
                <a:gd name="connsiteX2" fmla="*/ 97851 w 101232"/>
                <a:gd name="connsiteY2" fmla="*/ 9216 h 72489"/>
                <a:gd name="connsiteX3" fmla="*/ 97851 w 101232"/>
                <a:gd name="connsiteY3" fmla="*/ 73 h 72489"/>
                <a:gd name="connsiteX4" fmla="*/ 81832 w 101232"/>
                <a:gd name="connsiteY4" fmla="*/ 726 h 72489"/>
                <a:gd name="connsiteX5" fmla="*/ 63501 w 101232"/>
                <a:gd name="connsiteY5" fmla="*/ 73 h 72489"/>
                <a:gd name="connsiteX6" fmla="*/ 63501 w 101232"/>
                <a:gd name="connsiteY6" fmla="*/ 9216 h 72489"/>
                <a:gd name="connsiteX7" fmla="*/ 67960 w 101232"/>
                <a:gd name="connsiteY7" fmla="*/ 10195 h 72489"/>
                <a:gd name="connsiteX8" fmla="*/ 52436 w 101232"/>
                <a:gd name="connsiteY8" fmla="*/ 25706 h 72489"/>
                <a:gd name="connsiteX9" fmla="*/ 36417 w 101232"/>
                <a:gd name="connsiteY9" fmla="*/ 9216 h 72489"/>
                <a:gd name="connsiteX10" fmla="*/ 40876 w 101232"/>
                <a:gd name="connsiteY10" fmla="*/ 9216 h 72489"/>
                <a:gd name="connsiteX11" fmla="*/ 40876 w 101232"/>
                <a:gd name="connsiteY11" fmla="*/ 73 h 72489"/>
                <a:gd name="connsiteX12" fmla="*/ 19903 w 101232"/>
                <a:gd name="connsiteY12" fmla="*/ 726 h 72489"/>
                <a:gd name="connsiteX13" fmla="*/ 1242 w 101232"/>
                <a:gd name="connsiteY13" fmla="*/ 73 h 72489"/>
                <a:gd name="connsiteX14" fmla="*/ 1242 w 101232"/>
                <a:gd name="connsiteY14" fmla="*/ 9216 h 72489"/>
                <a:gd name="connsiteX15" fmla="*/ 13628 w 101232"/>
                <a:gd name="connsiteY15" fmla="*/ 9216 h 72489"/>
                <a:gd name="connsiteX16" fmla="*/ 40711 w 101232"/>
                <a:gd name="connsiteY16" fmla="*/ 37134 h 72489"/>
                <a:gd name="connsiteX17" fmla="*/ 16931 w 101232"/>
                <a:gd name="connsiteY17" fmla="*/ 60808 h 72489"/>
                <a:gd name="connsiteX18" fmla="*/ 9499 w 101232"/>
                <a:gd name="connsiteY18" fmla="*/ 63257 h 72489"/>
                <a:gd name="connsiteX19" fmla="*/ 251 w 101232"/>
                <a:gd name="connsiteY19" fmla="*/ 63420 h 72489"/>
                <a:gd name="connsiteX20" fmla="*/ 251 w 101232"/>
                <a:gd name="connsiteY20" fmla="*/ 72563 h 72489"/>
                <a:gd name="connsiteX21" fmla="*/ 16270 w 101232"/>
                <a:gd name="connsiteY21" fmla="*/ 71910 h 72489"/>
                <a:gd name="connsiteX22" fmla="*/ 34601 w 101232"/>
                <a:gd name="connsiteY22" fmla="*/ 72563 h 72489"/>
                <a:gd name="connsiteX23" fmla="*/ 34601 w 101232"/>
                <a:gd name="connsiteY23" fmla="*/ 63420 h 72489"/>
                <a:gd name="connsiteX24" fmla="*/ 30142 w 101232"/>
                <a:gd name="connsiteY24" fmla="*/ 62277 h 72489"/>
                <a:gd name="connsiteX25" fmla="*/ 47977 w 101232"/>
                <a:gd name="connsiteY25" fmla="*/ 44644 h 72489"/>
                <a:gd name="connsiteX26" fmla="*/ 66308 w 101232"/>
                <a:gd name="connsiteY26" fmla="*/ 63420 h 72489"/>
                <a:gd name="connsiteX27" fmla="*/ 62015 w 101232"/>
                <a:gd name="connsiteY27" fmla="*/ 63420 h 72489"/>
                <a:gd name="connsiteX28" fmla="*/ 62015 w 101232"/>
                <a:gd name="connsiteY28" fmla="*/ 72563 h 72489"/>
                <a:gd name="connsiteX29" fmla="*/ 82988 w 101232"/>
                <a:gd name="connsiteY29" fmla="*/ 71910 h 72489"/>
                <a:gd name="connsiteX30" fmla="*/ 101484 w 101232"/>
                <a:gd name="connsiteY30" fmla="*/ 72563 h 72489"/>
                <a:gd name="connsiteX31" fmla="*/ 101484 w 101232"/>
                <a:gd name="connsiteY31" fmla="*/ 63420 h 72489"/>
                <a:gd name="connsiteX32" fmla="*/ 89263 w 101232"/>
                <a:gd name="connsiteY32" fmla="*/ 63420 h 72489"/>
                <a:gd name="connsiteX33" fmla="*/ 59703 w 101232"/>
                <a:gd name="connsiteY33" fmla="*/ 33053 h 72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1232" h="72489">
                  <a:moveTo>
                    <a:pt x="59703" y="33053"/>
                  </a:moveTo>
                  <a:lnTo>
                    <a:pt x="82492" y="10359"/>
                  </a:lnTo>
                  <a:cubicBezTo>
                    <a:pt x="86456" y="9216"/>
                    <a:pt x="90749" y="9216"/>
                    <a:pt x="97851" y="9216"/>
                  </a:cubicBezTo>
                  <a:lnTo>
                    <a:pt x="97851" y="73"/>
                  </a:lnTo>
                  <a:cubicBezTo>
                    <a:pt x="92566" y="563"/>
                    <a:pt x="87116" y="726"/>
                    <a:pt x="81832" y="726"/>
                  </a:cubicBezTo>
                  <a:cubicBezTo>
                    <a:pt x="76217" y="726"/>
                    <a:pt x="64822" y="236"/>
                    <a:pt x="63501" y="73"/>
                  </a:cubicBezTo>
                  <a:lnTo>
                    <a:pt x="63501" y="9216"/>
                  </a:lnTo>
                  <a:cubicBezTo>
                    <a:pt x="65648" y="9216"/>
                    <a:pt x="66804" y="9542"/>
                    <a:pt x="67960" y="10195"/>
                  </a:cubicBezTo>
                  <a:lnTo>
                    <a:pt x="52436" y="25706"/>
                  </a:lnTo>
                  <a:lnTo>
                    <a:pt x="36417" y="9216"/>
                  </a:lnTo>
                  <a:lnTo>
                    <a:pt x="40876" y="9216"/>
                  </a:lnTo>
                  <a:lnTo>
                    <a:pt x="40876" y="73"/>
                  </a:lnTo>
                  <a:cubicBezTo>
                    <a:pt x="39885" y="73"/>
                    <a:pt x="26839" y="726"/>
                    <a:pt x="19903" y="726"/>
                  </a:cubicBezTo>
                  <a:cubicBezTo>
                    <a:pt x="13628" y="726"/>
                    <a:pt x="7518" y="563"/>
                    <a:pt x="1242" y="73"/>
                  </a:cubicBezTo>
                  <a:lnTo>
                    <a:pt x="1242" y="9216"/>
                  </a:lnTo>
                  <a:lnTo>
                    <a:pt x="13628" y="9216"/>
                  </a:lnTo>
                  <a:lnTo>
                    <a:pt x="40711" y="37134"/>
                  </a:lnTo>
                  <a:lnTo>
                    <a:pt x="16931" y="60808"/>
                  </a:lnTo>
                  <a:cubicBezTo>
                    <a:pt x="14784" y="62767"/>
                    <a:pt x="14619" y="62930"/>
                    <a:pt x="9499" y="63257"/>
                  </a:cubicBezTo>
                  <a:cubicBezTo>
                    <a:pt x="6857" y="63420"/>
                    <a:pt x="1077" y="63420"/>
                    <a:pt x="251" y="63420"/>
                  </a:cubicBezTo>
                  <a:lnTo>
                    <a:pt x="251" y="72563"/>
                  </a:lnTo>
                  <a:cubicBezTo>
                    <a:pt x="5536" y="72073"/>
                    <a:pt x="10986" y="71910"/>
                    <a:pt x="16270" y="71910"/>
                  </a:cubicBezTo>
                  <a:cubicBezTo>
                    <a:pt x="20729" y="71910"/>
                    <a:pt x="32454" y="72400"/>
                    <a:pt x="34601" y="72563"/>
                  </a:cubicBezTo>
                  <a:lnTo>
                    <a:pt x="34601" y="63420"/>
                  </a:lnTo>
                  <a:cubicBezTo>
                    <a:pt x="31959" y="63420"/>
                    <a:pt x="31298" y="63093"/>
                    <a:pt x="30142" y="62277"/>
                  </a:cubicBezTo>
                  <a:lnTo>
                    <a:pt x="47977" y="44644"/>
                  </a:lnTo>
                  <a:lnTo>
                    <a:pt x="66308" y="63420"/>
                  </a:lnTo>
                  <a:lnTo>
                    <a:pt x="62015" y="63420"/>
                  </a:lnTo>
                  <a:lnTo>
                    <a:pt x="62015" y="72563"/>
                  </a:lnTo>
                  <a:cubicBezTo>
                    <a:pt x="62180" y="72563"/>
                    <a:pt x="75391" y="71910"/>
                    <a:pt x="82988" y="71910"/>
                  </a:cubicBezTo>
                  <a:cubicBezTo>
                    <a:pt x="89098" y="71910"/>
                    <a:pt x="95373" y="72073"/>
                    <a:pt x="101484" y="72563"/>
                  </a:cubicBezTo>
                  <a:lnTo>
                    <a:pt x="101484" y="63420"/>
                  </a:lnTo>
                  <a:lnTo>
                    <a:pt x="89263" y="63420"/>
                  </a:lnTo>
                  <a:lnTo>
                    <a:pt x="59703" y="3305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9" name="Freeform: Shape 5458">
              <a:extLst>
                <a:ext uri="{FF2B5EF4-FFF2-40B4-BE49-F238E27FC236}">
                  <a16:creationId xmlns:a16="http://schemas.microsoft.com/office/drawing/2014/main" id="{C1C2F483-85F4-81C3-72A0-2FDEAA0F9C11}"/>
                </a:ext>
              </a:extLst>
            </p:cNvPr>
            <p:cNvSpPr/>
            <p:nvPr>
              <p:custDataLst>
                <p:tags r:id="rId87"/>
              </p:custDataLst>
            </p:nvPr>
          </p:nvSpPr>
          <p:spPr>
            <a:xfrm>
              <a:off x="7184871" y="6711264"/>
              <a:ext cx="32674" cy="60758"/>
            </a:xfrm>
            <a:custGeom>
              <a:avLst/>
              <a:gdLst>
                <a:gd name="connsiteX0" fmla="*/ 31751 w 32674"/>
                <a:gd name="connsiteY0" fmla="*/ 11032 h 60758"/>
                <a:gd name="connsiteX1" fmla="*/ 32931 w 32674"/>
                <a:gd name="connsiteY1" fmla="*/ 6950 h 60758"/>
                <a:gd name="connsiteX2" fmla="*/ 25617 w 32674"/>
                <a:gd name="connsiteY2" fmla="*/ 70 h 60758"/>
                <a:gd name="connsiteX3" fmla="*/ 18894 w 32674"/>
                <a:gd name="connsiteY3" fmla="*/ 5434 h 60758"/>
                <a:gd name="connsiteX4" fmla="*/ 728 w 32674"/>
                <a:gd name="connsiteY4" fmla="*/ 55930 h 60758"/>
                <a:gd name="connsiteX5" fmla="*/ 256 w 32674"/>
                <a:gd name="connsiteY5" fmla="*/ 57796 h 60758"/>
                <a:gd name="connsiteX6" fmla="*/ 5328 w 32674"/>
                <a:gd name="connsiteY6" fmla="*/ 60828 h 60758"/>
                <a:gd name="connsiteX7" fmla="*/ 7334 w 32674"/>
                <a:gd name="connsiteY7" fmla="*/ 58845 h 60758"/>
                <a:gd name="connsiteX8" fmla="*/ 31751 w 32674"/>
                <a:gd name="connsiteY8" fmla="*/ 11032 h 60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74" h="60758">
                  <a:moveTo>
                    <a:pt x="31751" y="11032"/>
                  </a:moveTo>
                  <a:cubicBezTo>
                    <a:pt x="31869" y="10915"/>
                    <a:pt x="32931" y="8700"/>
                    <a:pt x="32931" y="6950"/>
                  </a:cubicBezTo>
                  <a:cubicBezTo>
                    <a:pt x="32931" y="2752"/>
                    <a:pt x="29156" y="70"/>
                    <a:pt x="25617" y="70"/>
                  </a:cubicBezTo>
                  <a:cubicBezTo>
                    <a:pt x="20781" y="70"/>
                    <a:pt x="19483" y="3685"/>
                    <a:pt x="18894" y="5434"/>
                  </a:cubicBezTo>
                  <a:lnTo>
                    <a:pt x="728" y="55930"/>
                  </a:lnTo>
                  <a:cubicBezTo>
                    <a:pt x="256" y="57329"/>
                    <a:pt x="256" y="57679"/>
                    <a:pt x="256" y="57796"/>
                  </a:cubicBezTo>
                  <a:cubicBezTo>
                    <a:pt x="256" y="59662"/>
                    <a:pt x="5210" y="60828"/>
                    <a:pt x="5328" y="60828"/>
                  </a:cubicBezTo>
                  <a:cubicBezTo>
                    <a:pt x="6390" y="60828"/>
                    <a:pt x="6626" y="60245"/>
                    <a:pt x="7334" y="58845"/>
                  </a:cubicBezTo>
                  <a:lnTo>
                    <a:pt x="31751" y="1103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60" name="Freeform: Shape 5459">
              <a:extLst>
                <a:ext uri="{FF2B5EF4-FFF2-40B4-BE49-F238E27FC236}">
                  <a16:creationId xmlns:a16="http://schemas.microsoft.com/office/drawing/2014/main" id="{A591ADB5-A9F1-0487-159E-C3FCAF000B8E}"/>
                </a:ext>
              </a:extLst>
            </p:cNvPr>
            <p:cNvSpPr/>
            <p:nvPr>
              <p:custDataLst>
                <p:tags r:id="rId88"/>
              </p:custDataLst>
            </p:nvPr>
          </p:nvSpPr>
          <p:spPr>
            <a:xfrm>
              <a:off x="7241182" y="6732227"/>
              <a:ext cx="115434" cy="146286"/>
            </a:xfrm>
            <a:custGeom>
              <a:avLst/>
              <a:gdLst>
                <a:gd name="connsiteX0" fmla="*/ 10993 w 115434"/>
                <a:gd name="connsiteY0" fmla="*/ 142767 h 146286"/>
                <a:gd name="connsiteX1" fmla="*/ 21067 w 115434"/>
                <a:gd name="connsiteY1" fmla="*/ 102440 h 146286"/>
                <a:gd name="connsiteX2" fmla="*/ 58554 w 115434"/>
                <a:gd name="connsiteY2" fmla="*/ 116808 h 146286"/>
                <a:gd name="connsiteX3" fmla="*/ 114372 w 115434"/>
                <a:gd name="connsiteY3" fmla="*/ 71420 h 146286"/>
                <a:gd name="connsiteX4" fmla="*/ 103143 w 115434"/>
                <a:gd name="connsiteY4" fmla="*/ 49216 h 146286"/>
                <a:gd name="connsiteX5" fmla="*/ 115693 w 115434"/>
                <a:gd name="connsiteY5" fmla="*/ 23257 h 146286"/>
                <a:gd name="connsiteX6" fmla="*/ 86298 w 115434"/>
                <a:gd name="connsiteY6" fmla="*/ 73 h 146286"/>
                <a:gd name="connsiteX7" fmla="*/ 25856 w 115434"/>
                <a:gd name="connsiteY7" fmla="*/ 41869 h 146286"/>
                <a:gd name="connsiteX8" fmla="*/ 919 w 115434"/>
                <a:gd name="connsiteY8" fmla="*/ 140645 h 146286"/>
                <a:gd name="connsiteX9" fmla="*/ 259 w 115434"/>
                <a:gd name="connsiteY9" fmla="*/ 143420 h 146286"/>
                <a:gd name="connsiteX10" fmla="*/ 5543 w 115434"/>
                <a:gd name="connsiteY10" fmla="*/ 146359 h 146286"/>
                <a:gd name="connsiteX11" fmla="*/ 10993 w 115434"/>
                <a:gd name="connsiteY11" fmla="*/ 142767 h 146286"/>
                <a:gd name="connsiteX12" fmla="*/ 62683 w 115434"/>
                <a:gd name="connsiteY12" fmla="*/ 51338 h 146286"/>
                <a:gd name="connsiteX13" fmla="*/ 73747 w 115434"/>
                <a:gd name="connsiteY13" fmla="*/ 49706 h 146286"/>
                <a:gd name="connsiteX14" fmla="*/ 81509 w 115434"/>
                <a:gd name="connsiteY14" fmla="*/ 50359 h 146286"/>
                <a:gd name="connsiteX15" fmla="*/ 71435 w 115434"/>
                <a:gd name="connsiteY15" fmla="*/ 52318 h 146286"/>
                <a:gd name="connsiteX16" fmla="*/ 62683 w 115434"/>
                <a:gd name="connsiteY16" fmla="*/ 51338 h 146286"/>
                <a:gd name="connsiteX17" fmla="*/ 89436 w 115434"/>
                <a:gd name="connsiteY17" fmla="*/ 43501 h 146286"/>
                <a:gd name="connsiteX18" fmla="*/ 74243 w 115434"/>
                <a:gd name="connsiteY18" fmla="*/ 42195 h 146286"/>
                <a:gd name="connsiteX19" fmla="*/ 52114 w 115434"/>
                <a:gd name="connsiteY19" fmla="*/ 51991 h 146286"/>
                <a:gd name="connsiteX20" fmla="*/ 71105 w 115434"/>
                <a:gd name="connsiteY20" fmla="*/ 59828 h 146286"/>
                <a:gd name="connsiteX21" fmla="*/ 91417 w 115434"/>
                <a:gd name="connsiteY21" fmla="*/ 56399 h 146286"/>
                <a:gd name="connsiteX22" fmla="*/ 93399 w 115434"/>
                <a:gd name="connsiteY22" fmla="*/ 65053 h 146286"/>
                <a:gd name="connsiteX23" fmla="*/ 83656 w 115434"/>
                <a:gd name="connsiteY23" fmla="*/ 97379 h 146286"/>
                <a:gd name="connsiteX24" fmla="*/ 58389 w 115434"/>
                <a:gd name="connsiteY24" fmla="*/ 109298 h 146286"/>
                <a:gd name="connsiteX25" fmla="*/ 26021 w 115434"/>
                <a:gd name="connsiteY25" fmla="*/ 86114 h 146286"/>
                <a:gd name="connsiteX26" fmla="*/ 28994 w 115434"/>
                <a:gd name="connsiteY26" fmla="*/ 71583 h 146286"/>
                <a:gd name="connsiteX27" fmla="*/ 35434 w 115434"/>
                <a:gd name="connsiteY27" fmla="*/ 45624 h 146286"/>
                <a:gd name="connsiteX28" fmla="*/ 52939 w 115434"/>
                <a:gd name="connsiteY28" fmla="*/ 19012 h 146286"/>
                <a:gd name="connsiteX29" fmla="*/ 85472 w 115434"/>
                <a:gd name="connsiteY29" fmla="*/ 7583 h 146286"/>
                <a:gd name="connsiteX30" fmla="*/ 96702 w 115434"/>
                <a:gd name="connsiteY30" fmla="*/ 17379 h 146286"/>
                <a:gd name="connsiteX31" fmla="*/ 89436 w 115434"/>
                <a:gd name="connsiteY31" fmla="*/ 43501 h 146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434" h="146286">
                  <a:moveTo>
                    <a:pt x="10993" y="142767"/>
                  </a:moveTo>
                  <a:lnTo>
                    <a:pt x="21067" y="102440"/>
                  </a:lnTo>
                  <a:cubicBezTo>
                    <a:pt x="24204" y="106522"/>
                    <a:pt x="35269" y="116808"/>
                    <a:pt x="58554" y="116808"/>
                  </a:cubicBezTo>
                  <a:cubicBezTo>
                    <a:pt x="95546" y="116808"/>
                    <a:pt x="114372" y="91991"/>
                    <a:pt x="114372" y="71420"/>
                  </a:cubicBezTo>
                  <a:cubicBezTo>
                    <a:pt x="114372" y="61950"/>
                    <a:pt x="110574" y="54440"/>
                    <a:pt x="103143" y="49216"/>
                  </a:cubicBezTo>
                  <a:cubicBezTo>
                    <a:pt x="110409" y="43338"/>
                    <a:pt x="115693" y="32889"/>
                    <a:pt x="115693" y="23257"/>
                  </a:cubicBezTo>
                  <a:cubicBezTo>
                    <a:pt x="115693" y="10032"/>
                    <a:pt x="106115" y="73"/>
                    <a:pt x="86298" y="73"/>
                  </a:cubicBezTo>
                  <a:cubicBezTo>
                    <a:pt x="61857" y="73"/>
                    <a:pt x="32462" y="15420"/>
                    <a:pt x="25856" y="41869"/>
                  </a:cubicBezTo>
                  <a:lnTo>
                    <a:pt x="919" y="140645"/>
                  </a:lnTo>
                  <a:cubicBezTo>
                    <a:pt x="259" y="142930"/>
                    <a:pt x="259" y="143257"/>
                    <a:pt x="259" y="143420"/>
                  </a:cubicBezTo>
                  <a:cubicBezTo>
                    <a:pt x="259" y="146359"/>
                    <a:pt x="3066" y="146359"/>
                    <a:pt x="5543" y="146359"/>
                  </a:cubicBezTo>
                  <a:cubicBezTo>
                    <a:pt x="8846" y="146359"/>
                    <a:pt x="10167" y="146359"/>
                    <a:pt x="10993" y="142767"/>
                  </a:cubicBezTo>
                  <a:close/>
                  <a:moveTo>
                    <a:pt x="62683" y="51338"/>
                  </a:moveTo>
                  <a:cubicBezTo>
                    <a:pt x="64829" y="50359"/>
                    <a:pt x="66316" y="49706"/>
                    <a:pt x="73747" y="49706"/>
                  </a:cubicBezTo>
                  <a:cubicBezTo>
                    <a:pt x="76389" y="49706"/>
                    <a:pt x="78536" y="49706"/>
                    <a:pt x="81509" y="50359"/>
                  </a:cubicBezTo>
                  <a:cubicBezTo>
                    <a:pt x="77876" y="52318"/>
                    <a:pt x="74408" y="52318"/>
                    <a:pt x="71435" y="52318"/>
                  </a:cubicBezTo>
                  <a:cubicBezTo>
                    <a:pt x="66481" y="52318"/>
                    <a:pt x="65985" y="52155"/>
                    <a:pt x="62683" y="51338"/>
                  </a:cubicBezTo>
                  <a:close/>
                  <a:moveTo>
                    <a:pt x="89436" y="43501"/>
                  </a:moveTo>
                  <a:cubicBezTo>
                    <a:pt x="83160" y="42195"/>
                    <a:pt x="77545" y="42195"/>
                    <a:pt x="74243" y="42195"/>
                  </a:cubicBezTo>
                  <a:cubicBezTo>
                    <a:pt x="67141" y="42195"/>
                    <a:pt x="52114" y="42195"/>
                    <a:pt x="52114" y="51991"/>
                  </a:cubicBezTo>
                  <a:cubicBezTo>
                    <a:pt x="52114" y="59665"/>
                    <a:pt x="63013" y="59828"/>
                    <a:pt x="71105" y="59828"/>
                  </a:cubicBezTo>
                  <a:cubicBezTo>
                    <a:pt x="75894" y="59828"/>
                    <a:pt x="82665" y="59828"/>
                    <a:pt x="91417" y="56399"/>
                  </a:cubicBezTo>
                  <a:cubicBezTo>
                    <a:pt x="92904" y="58685"/>
                    <a:pt x="93399" y="62114"/>
                    <a:pt x="93399" y="65053"/>
                  </a:cubicBezTo>
                  <a:cubicBezTo>
                    <a:pt x="93399" y="70767"/>
                    <a:pt x="89931" y="88726"/>
                    <a:pt x="83656" y="97379"/>
                  </a:cubicBezTo>
                  <a:cubicBezTo>
                    <a:pt x="77711" y="105379"/>
                    <a:pt x="68628" y="109298"/>
                    <a:pt x="58389" y="109298"/>
                  </a:cubicBezTo>
                  <a:cubicBezTo>
                    <a:pt x="44352" y="109298"/>
                    <a:pt x="26021" y="102930"/>
                    <a:pt x="26021" y="86114"/>
                  </a:cubicBezTo>
                  <a:cubicBezTo>
                    <a:pt x="26021" y="83012"/>
                    <a:pt x="27672" y="76318"/>
                    <a:pt x="28994" y="71583"/>
                  </a:cubicBezTo>
                  <a:cubicBezTo>
                    <a:pt x="29819" y="67991"/>
                    <a:pt x="35104" y="47093"/>
                    <a:pt x="35434" y="45624"/>
                  </a:cubicBezTo>
                  <a:cubicBezTo>
                    <a:pt x="36920" y="39910"/>
                    <a:pt x="39728" y="28808"/>
                    <a:pt x="52939" y="19012"/>
                  </a:cubicBezTo>
                  <a:cubicBezTo>
                    <a:pt x="66481" y="8889"/>
                    <a:pt x="79527" y="7583"/>
                    <a:pt x="85472" y="7583"/>
                  </a:cubicBezTo>
                  <a:cubicBezTo>
                    <a:pt x="96702" y="7583"/>
                    <a:pt x="96702" y="14767"/>
                    <a:pt x="96702" y="17379"/>
                  </a:cubicBezTo>
                  <a:cubicBezTo>
                    <a:pt x="96702" y="21297"/>
                    <a:pt x="93729" y="36155"/>
                    <a:pt x="89436" y="4350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5508" name="Group 5507" descr="\documentclass{article}&#10;\usepackage{amsmath}&#10;\usepackage{amsfonts}&#10;\pagestyle{empty}&#10;\begin{document}&#10;&#10;&#10;\[&#10; \text{ln}(\frac{1 - p}{p})= \text{ln}(e^{-\mathbf{x}'\boldsymbol{\beta}})&#10;\]&#10;&#10;&#10;&#10;&#10;&#10;\end{document}" title="IguanaTex Shape Display">
            <a:extLst>
              <a:ext uri="{FF2B5EF4-FFF2-40B4-BE49-F238E27FC236}">
                <a16:creationId xmlns:a16="http://schemas.microsoft.com/office/drawing/2014/main" id="{77FC629E-7B57-F006-67ED-A1A131FEE173}"/>
              </a:ext>
            </a:extLst>
          </p:cNvPr>
          <p:cNvGrpSpPr>
            <a:grpSpLocks noChangeAspect="1"/>
          </p:cNvGrpSpPr>
          <p:nvPr>
            <p:custDataLst>
              <p:tags r:id="rId7"/>
            </p:custDataLst>
          </p:nvPr>
        </p:nvGrpSpPr>
        <p:grpSpPr>
          <a:xfrm>
            <a:off x="6745995" y="3113064"/>
            <a:ext cx="1667843" cy="391254"/>
            <a:chOff x="9028554" y="3346967"/>
            <a:chExt cx="2209664" cy="518358"/>
          </a:xfrm>
        </p:grpSpPr>
        <p:sp>
          <p:nvSpPr>
            <p:cNvPr id="5489" name="Freeform: Shape 5488">
              <a:extLst>
                <a:ext uri="{FF2B5EF4-FFF2-40B4-BE49-F238E27FC236}">
                  <a16:creationId xmlns:a16="http://schemas.microsoft.com/office/drawing/2014/main" id="{FA9F100E-2B80-9D4F-DAAB-31C1511E0E11}"/>
                </a:ext>
              </a:extLst>
            </p:cNvPr>
            <p:cNvSpPr/>
            <p:nvPr>
              <p:custDataLst>
                <p:tags r:id="rId59"/>
              </p:custDataLst>
            </p:nvPr>
          </p:nvSpPr>
          <p:spPr>
            <a:xfrm>
              <a:off x="9028554" y="3498223"/>
              <a:ext cx="52652" cy="161866"/>
            </a:xfrm>
            <a:custGeom>
              <a:avLst/>
              <a:gdLst>
                <a:gd name="connsiteX0" fmla="*/ 34339 w 52652"/>
                <a:gd name="connsiteY0" fmla="*/ 77 h 161866"/>
                <a:gd name="connsiteX1" fmla="*/ 187 w 52652"/>
                <a:gd name="connsiteY1" fmla="*/ 2643 h 161866"/>
                <a:gd name="connsiteX2" fmla="*/ 187 w 52652"/>
                <a:gd name="connsiteY2" fmla="*/ 9873 h 161866"/>
                <a:gd name="connsiteX3" fmla="*/ 18686 w 52652"/>
                <a:gd name="connsiteY3" fmla="*/ 22934 h 161866"/>
                <a:gd name="connsiteX4" fmla="*/ 18686 w 52652"/>
                <a:gd name="connsiteY4" fmla="*/ 144217 h 161866"/>
                <a:gd name="connsiteX5" fmla="*/ 187 w 52652"/>
                <a:gd name="connsiteY5" fmla="*/ 154713 h 161866"/>
                <a:gd name="connsiteX6" fmla="*/ 187 w 52652"/>
                <a:gd name="connsiteY6" fmla="*/ 161943 h 161866"/>
                <a:gd name="connsiteX7" fmla="*/ 26513 w 52652"/>
                <a:gd name="connsiteY7" fmla="*/ 161244 h 161866"/>
                <a:gd name="connsiteX8" fmla="*/ 52839 w 52652"/>
                <a:gd name="connsiteY8" fmla="*/ 161943 h 161866"/>
                <a:gd name="connsiteX9" fmla="*/ 52839 w 52652"/>
                <a:gd name="connsiteY9" fmla="*/ 154713 h 161866"/>
                <a:gd name="connsiteX10" fmla="*/ 34339 w 52652"/>
                <a:gd name="connsiteY10" fmla="*/ 144217 h 161866"/>
                <a:gd name="connsiteX11" fmla="*/ 34339 w 52652"/>
                <a:gd name="connsiteY11" fmla="*/ 77 h 16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652" h="161866">
                  <a:moveTo>
                    <a:pt x="34339" y="77"/>
                  </a:moveTo>
                  <a:lnTo>
                    <a:pt x="187" y="2643"/>
                  </a:lnTo>
                  <a:lnTo>
                    <a:pt x="187" y="9873"/>
                  </a:lnTo>
                  <a:cubicBezTo>
                    <a:pt x="16789" y="9873"/>
                    <a:pt x="18686" y="11506"/>
                    <a:pt x="18686" y="22934"/>
                  </a:cubicBezTo>
                  <a:lnTo>
                    <a:pt x="18686" y="144217"/>
                  </a:lnTo>
                  <a:cubicBezTo>
                    <a:pt x="18686" y="154713"/>
                    <a:pt x="16077" y="154713"/>
                    <a:pt x="187" y="154713"/>
                  </a:cubicBezTo>
                  <a:lnTo>
                    <a:pt x="187" y="161943"/>
                  </a:lnTo>
                  <a:cubicBezTo>
                    <a:pt x="8013" y="161710"/>
                    <a:pt x="20583" y="161244"/>
                    <a:pt x="26513" y="161244"/>
                  </a:cubicBezTo>
                  <a:cubicBezTo>
                    <a:pt x="32442" y="161244"/>
                    <a:pt x="44064" y="161710"/>
                    <a:pt x="52839" y="161943"/>
                  </a:cubicBezTo>
                  <a:lnTo>
                    <a:pt x="52839" y="154713"/>
                  </a:lnTo>
                  <a:cubicBezTo>
                    <a:pt x="36948" y="154713"/>
                    <a:pt x="34339" y="154713"/>
                    <a:pt x="34339" y="144217"/>
                  </a:cubicBezTo>
                  <a:lnTo>
                    <a:pt x="34339" y="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0" name="Freeform: Shape 5489">
              <a:extLst>
                <a:ext uri="{FF2B5EF4-FFF2-40B4-BE49-F238E27FC236}">
                  <a16:creationId xmlns:a16="http://schemas.microsoft.com/office/drawing/2014/main" id="{7FE2FC02-3BCC-C0E0-8565-6A2A6F4E457D}"/>
                </a:ext>
              </a:extLst>
            </p:cNvPr>
            <p:cNvSpPr/>
            <p:nvPr>
              <p:custDataLst>
                <p:tags r:id="rId60"/>
              </p:custDataLst>
            </p:nvPr>
          </p:nvSpPr>
          <p:spPr>
            <a:xfrm>
              <a:off x="9094198" y="3556998"/>
              <a:ext cx="119297" cy="103090"/>
            </a:xfrm>
            <a:custGeom>
              <a:avLst/>
              <a:gdLst>
                <a:gd name="connsiteX0" fmla="*/ 18689 w 119297"/>
                <a:gd name="connsiteY0" fmla="*/ 22934 h 103090"/>
                <a:gd name="connsiteX1" fmla="*/ 18689 w 119297"/>
                <a:gd name="connsiteY1" fmla="*/ 85442 h 103090"/>
                <a:gd name="connsiteX2" fmla="*/ 189 w 119297"/>
                <a:gd name="connsiteY2" fmla="*/ 95937 h 103090"/>
                <a:gd name="connsiteX3" fmla="*/ 189 w 119297"/>
                <a:gd name="connsiteY3" fmla="*/ 103168 h 103090"/>
                <a:gd name="connsiteX4" fmla="*/ 26990 w 119297"/>
                <a:gd name="connsiteY4" fmla="*/ 102468 h 103090"/>
                <a:gd name="connsiteX5" fmla="*/ 53553 w 119297"/>
                <a:gd name="connsiteY5" fmla="*/ 103168 h 103090"/>
                <a:gd name="connsiteX6" fmla="*/ 53553 w 119297"/>
                <a:gd name="connsiteY6" fmla="*/ 95937 h 103090"/>
                <a:gd name="connsiteX7" fmla="*/ 35054 w 119297"/>
                <a:gd name="connsiteY7" fmla="*/ 85442 h 103090"/>
                <a:gd name="connsiteX8" fmla="*/ 35054 w 119297"/>
                <a:gd name="connsiteY8" fmla="*/ 42526 h 103090"/>
                <a:gd name="connsiteX9" fmla="*/ 67072 w 119297"/>
                <a:gd name="connsiteY9" fmla="*/ 5208 h 103090"/>
                <a:gd name="connsiteX10" fmla="*/ 84623 w 119297"/>
                <a:gd name="connsiteY10" fmla="*/ 31097 h 103090"/>
                <a:gd name="connsiteX11" fmla="*/ 84623 w 119297"/>
                <a:gd name="connsiteY11" fmla="*/ 85442 h 103090"/>
                <a:gd name="connsiteX12" fmla="*/ 66123 w 119297"/>
                <a:gd name="connsiteY12" fmla="*/ 95937 h 103090"/>
                <a:gd name="connsiteX13" fmla="*/ 66123 w 119297"/>
                <a:gd name="connsiteY13" fmla="*/ 103168 h 103090"/>
                <a:gd name="connsiteX14" fmla="*/ 92924 w 119297"/>
                <a:gd name="connsiteY14" fmla="*/ 102468 h 103090"/>
                <a:gd name="connsiteX15" fmla="*/ 119487 w 119297"/>
                <a:gd name="connsiteY15" fmla="*/ 103168 h 103090"/>
                <a:gd name="connsiteX16" fmla="*/ 119487 w 119297"/>
                <a:gd name="connsiteY16" fmla="*/ 95937 h 103090"/>
                <a:gd name="connsiteX17" fmla="*/ 100988 w 119297"/>
                <a:gd name="connsiteY17" fmla="*/ 88940 h 103090"/>
                <a:gd name="connsiteX18" fmla="*/ 100988 w 119297"/>
                <a:gd name="connsiteY18" fmla="*/ 44392 h 103090"/>
                <a:gd name="connsiteX19" fmla="*/ 93635 w 119297"/>
                <a:gd name="connsiteY19" fmla="*/ 8707 h 103090"/>
                <a:gd name="connsiteX20" fmla="*/ 68732 w 119297"/>
                <a:gd name="connsiteY20" fmla="*/ 77 h 103090"/>
                <a:gd name="connsiteX21" fmla="*/ 33631 w 119297"/>
                <a:gd name="connsiteY21" fmla="*/ 24567 h 103090"/>
                <a:gd name="connsiteX22" fmla="*/ 33631 w 119297"/>
                <a:gd name="connsiteY22" fmla="*/ 77 h 103090"/>
                <a:gd name="connsiteX23" fmla="*/ 189 w 119297"/>
                <a:gd name="connsiteY23" fmla="*/ 2643 h 103090"/>
                <a:gd name="connsiteX24" fmla="*/ 189 w 119297"/>
                <a:gd name="connsiteY24" fmla="*/ 9873 h 103090"/>
                <a:gd name="connsiteX25" fmla="*/ 18689 w 119297"/>
                <a:gd name="connsiteY25" fmla="*/ 22934 h 103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9297" h="103090">
                  <a:moveTo>
                    <a:pt x="18689" y="22934"/>
                  </a:moveTo>
                  <a:lnTo>
                    <a:pt x="18689" y="85442"/>
                  </a:lnTo>
                  <a:cubicBezTo>
                    <a:pt x="18689" y="95937"/>
                    <a:pt x="16080" y="95937"/>
                    <a:pt x="189" y="95937"/>
                  </a:cubicBezTo>
                  <a:lnTo>
                    <a:pt x="189" y="103168"/>
                  </a:lnTo>
                  <a:cubicBezTo>
                    <a:pt x="8490" y="102934"/>
                    <a:pt x="20586" y="102468"/>
                    <a:pt x="26990" y="102468"/>
                  </a:cubicBezTo>
                  <a:cubicBezTo>
                    <a:pt x="33156" y="102468"/>
                    <a:pt x="45489" y="102934"/>
                    <a:pt x="53553" y="103168"/>
                  </a:cubicBezTo>
                  <a:lnTo>
                    <a:pt x="53553" y="95937"/>
                  </a:lnTo>
                  <a:cubicBezTo>
                    <a:pt x="37663" y="95937"/>
                    <a:pt x="35054" y="95937"/>
                    <a:pt x="35054" y="85442"/>
                  </a:cubicBezTo>
                  <a:lnTo>
                    <a:pt x="35054" y="42526"/>
                  </a:lnTo>
                  <a:cubicBezTo>
                    <a:pt x="35054" y="18269"/>
                    <a:pt x="51893" y="5208"/>
                    <a:pt x="67072" y="5208"/>
                  </a:cubicBezTo>
                  <a:cubicBezTo>
                    <a:pt x="82014" y="5208"/>
                    <a:pt x="84623" y="17803"/>
                    <a:pt x="84623" y="31097"/>
                  </a:cubicBezTo>
                  <a:lnTo>
                    <a:pt x="84623" y="85442"/>
                  </a:lnTo>
                  <a:cubicBezTo>
                    <a:pt x="84623" y="95937"/>
                    <a:pt x="82014" y="95937"/>
                    <a:pt x="66123" y="95937"/>
                  </a:cubicBezTo>
                  <a:lnTo>
                    <a:pt x="66123" y="103168"/>
                  </a:lnTo>
                  <a:cubicBezTo>
                    <a:pt x="74424" y="102934"/>
                    <a:pt x="86520" y="102468"/>
                    <a:pt x="92924" y="102468"/>
                  </a:cubicBezTo>
                  <a:cubicBezTo>
                    <a:pt x="99090" y="102468"/>
                    <a:pt x="111423" y="102934"/>
                    <a:pt x="119487" y="103168"/>
                  </a:cubicBezTo>
                  <a:lnTo>
                    <a:pt x="119487" y="95937"/>
                  </a:lnTo>
                  <a:cubicBezTo>
                    <a:pt x="107154" y="95937"/>
                    <a:pt x="101225" y="95937"/>
                    <a:pt x="100988" y="88940"/>
                  </a:cubicBezTo>
                  <a:lnTo>
                    <a:pt x="100988" y="44392"/>
                  </a:lnTo>
                  <a:cubicBezTo>
                    <a:pt x="100988" y="24334"/>
                    <a:pt x="100988" y="17103"/>
                    <a:pt x="93635" y="8707"/>
                  </a:cubicBezTo>
                  <a:cubicBezTo>
                    <a:pt x="90315" y="4742"/>
                    <a:pt x="82488" y="77"/>
                    <a:pt x="68732" y="77"/>
                  </a:cubicBezTo>
                  <a:cubicBezTo>
                    <a:pt x="51419" y="77"/>
                    <a:pt x="40272" y="10106"/>
                    <a:pt x="33631" y="24567"/>
                  </a:cubicBezTo>
                  <a:lnTo>
                    <a:pt x="33631" y="77"/>
                  </a:lnTo>
                  <a:lnTo>
                    <a:pt x="189" y="2643"/>
                  </a:lnTo>
                  <a:lnTo>
                    <a:pt x="189" y="9873"/>
                  </a:lnTo>
                  <a:cubicBezTo>
                    <a:pt x="16791" y="9873"/>
                    <a:pt x="18689" y="11506"/>
                    <a:pt x="18689" y="2293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1" name="Freeform: Shape 5490">
              <a:extLst>
                <a:ext uri="{FF2B5EF4-FFF2-40B4-BE49-F238E27FC236}">
                  <a16:creationId xmlns:a16="http://schemas.microsoft.com/office/drawing/2014/main" id="{1523F9A9-4EBC-FBA1-CB0C-FD429D7BE9B4}"/>
                </a:ext>
              </a:extLst>
            </p:cNvPr>
            <p:cNvSpPr/>
            <p:nvPr>
              <p:custDataLst>
                <p:tags r:id="rId61"/>
              </p:custDataLst>
            </p:nvPr>
          </p:nvSpPr>
          <p:spPr>
            <a:xfrm>
              <a:off x="9241851" y="3485161"/>
              <a:ext cx="55024" cy="233236"/>
            </a:xfrm>
            <a:custGeom>
              <a:avLst/>
              <a:gdLst>
                <a:gd name="connsiteX0" fmla="*/ 55219 w 55024"/>
                <a:gd name="connsiteY0" fmla="*/ 230981 h 233236"/>
                <a:gd name="connsiteX1" fmla="*/ 51187 w 55024"/>
                <a:gd name="connsiteY1" fmla="*/ 225850 h 233236"/>
                <a:gd name="connsiteX2" fmla="*/ 13951 w 55024"/>
                <a:gd name="connsiteY2" fmla="*/ 116695 h 233236"/>
                <a:gd name="connsiteX3" fmla="*/ 52136 w 55024"/>
                <a:gd name="connsiteY3" fmla="*/ 6374 h 233236"/>
                <a:gd name="connsiteX4" fmla="*/ 55219 w 55024"/>
                <a:gd name="connsiteY4" fmla="*/ 2409 h 233236"/>
                <a:gd name="connsiteX5" fmla="*/ 52847 w 55024"/>
                <a:gd name="connsiteY5" fmla="*/ 77 h 233236"/>
                <a:gd name="connsiteX6" fmla="*/ 15137 w 55024"/>
                <a:gd name="connsiteY6" fmla="*/ 45558 h 233236"/>
                <a:gd name="connsiteX7" fmla="*/ 195 w 55024"/>
                <a:gd name="connsiteY7" fmla="*/ 116695 h 233236"/>
                <a:gd name="connsiteX8" fmla="*/ 15848 w 55024"/>
                <a:gd name="connsiteY8" fmla="*/ 189465 h 233236"/>
                <a:gd name="connsiteX9" fmla="*/ 52847 w 55024"/>
                <a:gd name="connsiteY9" fmla="*/ 233314 h 233236"/>
                <a:gd name="connsiteX10" fmla="*/ 55219 w 55024"/>
                <a:gd name="connsiteY10" fmla="*/ 230981 h 233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24" h="233236">
                  <a:moveTo>
                    <a:pt x="55219" y="230981"/>
                  </a:moveTo>
                  <a:cubicBezTo>
                    <a:pt x="55219" y="230282"/>
                    <a:pt x="55219" y="229815"/>
                    <a:pt x="51187" y="225850"/>
                  </a:cubicBezTo>
                  <a:cubicBezTo>
                    <a:pt x="21540" y="196462"/>
                    <a:pt x="13951" y="152381"/>
                    <a:pt x="13951" y="116695"/>
                  </a:cubicBezTo>
                  <a:cubicBezTo>
                    <a:pt x="13951" y="76112"/>
                    <a:pt x="22963" y="35529"/>
                    <a:pt x="52136" y="6374"/>
                  </a:cubicBezTo>
                  <a:cubicBezTo>
                    <a:pt x="55219" y="3575"/>
                    <a:pt x="55219" y="3109"/>
                    <a:pt x="55219" y="2409"/>
                  </a:cubicBezTo>
                  <a:cubicBezTo>
                    <a:pt x="55219" y="777"/>
                    <a:pt x="54270" y="77"/>
                    <a:pt x="52847" y="77"/>
                  </a:cubicBezTo>
                  <a:cubicBezTo>
                    <a:pt x="50475" y="77"/>
                    <a:pt x="29130" y="15937"/>
                    <a:pt x="15137" y="45558"/>
                  </a:cubicBezTo>
                  <a:cubicBezTo>
                    <a:pt x="3041" y="71214"/>
                    <a:pt x="195" y="97103"/>
                    <a:pt x="195" y="116695"/>
                  </a:cubicBezTo>
                  <a:cubicBezTo>
                    <a:pt x="195" y="134888"/>
                    <a:pt x="2804" y="163109"/>
                    <a:pt x="15848" y="189465"/>
                  </a:cubicBezTo>
                  <a:cubicBezTo>
                    <a:pt x="30079" y="218153"/>
                    <a:pt x="50475" y="233314"/>
                    <a:pt x="52847" y="233314"/>
                  </a:cubicBezTo>
                  <a:cubicBezTo>
                    <a:pt x="54270" y="233314"/>
                    <a:pt x="55219" y="232614"/>
                    <a:pt x="55219" y="23098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2" name="Freeform: Shape 5491">
              <a:extLst>
                <a:ext uri="{FF2B5EF4-FFF2-40B4-BE49-F238E27FC236}">
                  <a16:creationId xmlns:a16="http://schemas.microsoft.com/office/drawing/2014/main" id="{E135722E-5ABF-DD77-7B71-654B33B32A98}"/>
                </a:ext>
              </a:extLst>
            </p:cNvPr>
            <p:cNvSpPr/>
            <p:nvPr>
              <p:custDataLst>
                <p:tags r:id="rId62"/>
              </p:custDataLst>
            </p:nvPr>
          </p:nvSpPr>
          <p:spPr>
            <a:xfrm>
              <a:off x="9360174" y="3346967"/>
              <a:ext cx="78266" cy="155335"/>
            </a:xfrm>
            <a:custGeom>
              <a:avLst/>
              <a:gdLst>
                <a:gd name="connsiteX0" fmla="*/ 48820 w 78266"/>
                <a:gd name="connsiteY0" fmla="*/ 6134 h 155335"/>
                <a:gd name="connsiteX1" fmla="*/ 43365 w 78266"/>
                <a:gd name="connsiteY1" fmla="*/ 70 h 155335"/>
                <a:gd name="connsiteX2" fmla="*/ 200 w 78266"/>
                <a:gd name="connsiteY2" fmla="*/ 14997 h 155335"/>
                <a:gd name="connsiteX3" fmla="*/ 200 w 78266"/>
                <a:gd name="connsiteY3" fmla="*/ 22228 h 155335"/>
                <a:gd name="connsiteX4" fmla="*/ 31270 w 78266"/>
                <a:gd name="connsiteY4" fmla="*/ 16164 h 155335"/>
                <a:gd name="connsiteX5" fmla="*/ 31270 w 78266"/>
                <a:gd name="connsiteY5" fmla="*/ 136980 h 155335"/>
                <a:gd name="connsiteX6" fmla="*/ 9212 w 78266"/>
                <a:gd name="connsiteY6" fmla="*/ 148175 h 155335"/>
                <a:gd name="connsiteX7" fmla="*/ 1623 w 78266"/>
                <a:gd name="connsiteY7" fmla="*/ 148175 h 155335"/>
                <a:gd name="connsiteX8" fmla="*/ 1623 w 78266"/>
                <a:gd name="connsiteY8" fmla="*/ 155406 h 155335"/>
                <a:gd name="connsiteX9" fmla="*/ 40045 w 78266"/>
                <a:gd name="connsiteY9" fmla="*/ 154706 h 155335"/>
                <a:gd name="connsiteX10" fmla="*/ 78467 w 78266"/>
                <a:gd name="connsiteY10" fmla="*/ 155406 h 155335"/>
                <a:gd name="connsiteX11" fmla="*/ 78467 w 78266"/>
                <a:gd name="connsiteY11" fmla="*/ 148175 h 155335"/>
                <a:gd name="connsiteX12" fmla="*/ 70877 w 78266"/>
                <a:gd name="connsiteY12" fmla="*/ 148175 h 155335"/>
                <a:gd name="connsiteX13" fmla="*/ 48820 w 78266"/>
                <a:gd name="connsiteY13" fmla="*/ 136980 h 155335"/>
                <a:gd name="connsiteX14" fmla="*/ 48820 w 78266"/>
                <a:gd name="connsiteY14" fmla="*/ 6134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8266" h="155335">
                  <a:moveTo>
                    <a:pt x="48820" y="6134"/>
                  </a:moveTo>
                  <a:cubicBezTo>
                    <a:pt x="48820" y="537"/>
                    <a:pt x="48820" y="70"/>
                    <a:pt x="43365" y="70"/>
                  </a:cubicBezTo>
                  <a:cubicBezTo>
                    <a:pt x="28661" y="14997"/>
                    <a:pt x="7789" y="14997"/>
                    <a:pt x="200" y="14997"/>
                  </a:cubicBezTo>
                  <a:lnTo>
                    <a:pt x="200" y="22228"/>
                  </a:lnTo>
                  <a:cubicBezTo>
                    <a:pt x="4943" y="22228"/>
                    <a:pt x="18937" y="22228"/>
                    <a:pt x="31270" y="16164"/>
                  </a:cubicBezTo>
                  <a:lnTo>
                    <a:pt x="31270" y="136980"/>
                  </a:lnTo>
                  <a:cubicBezTo>
                    <a:pt x="31270" y="145377"/>
                    <a:pt x="30558" y="148175"/>
                    <a:pt x="9212" y="148175"/>
                  </a:cubicBezTo>
                  <a:lnTo>
                    <a:pt x="1623" y="148175"/>
                  </a:lnTo>
                  <a:lnTo>
                    <a:pt x="1623" y="155406"/>
                  </a:lnTo>
                  <a:cubicBezTo>
                    <a:pt x="9924" y="154706"/>
                    <a:pt x="30558" y="154706"/>
                    <a:pt x="40045" y="154706"/>
                  </a:cubicBezTo>
                  <a:cubicBezTo>
                    <a:pt x="49532" y="154706"/>
                    <a:pt x="70166" y="154706"/>
                    <a:pt x="78467" y="155406"/>
                  </a:cubicBezTo>
                  <a:lnTo>
                    <a:pt x="78467" y="148175"/>
                  </a:lnTo>
                  <a:lnTo>
                    <a:pt x="70877" y="148175"/>
                  </a:lnTo>
                  <a:cubicBezTo>
                    <a:pt x="49532" y="148175"/>
                    <a:pt x="48820" y="145610"/>
                    <a:pt x="48820" y="136980"/>
                  </a:cubicBezTo>
                  <a:lnTo>
                    <a:pt x="48820" y="613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3" name="Freeform: Shape 5492">
              <a:extLst>
                <a:ext uri="{FF2B5EF4-FFF2-40B4-BE49-F238E27FC236}">
                  <a16:creationId xmlns:a16="http://schemas.microsoft.com/office/drawing/2014/main" id="{468E16D5-26BE-B578-65DA-EA2C90865972}"/>
                </a:ext>
              </a:extLst>
            </p:cNvPr>
            <p:cNvSpPr/>
            <p:nvPr>
              <p:custDataLst>
                <p:tags r:id="rId63"/>
              </p:custDataLst>
            </p:nvPr>
          </p:nvSpPr>
          <p:spPr>
            <a:xfrm>
              <a:off x="9530042" y="3439329"/>
              <a:ext cx="144912" cy="9329"/>
            </a:xfrm>
            <a:custGeom>
              <a:avLst/>
              <a:gdLst>
                <a:gd name="connsiteX0" fmla="*/ 136819 w 144912"/>
                <a:gd name="connsiteY0" fmla="*/ 9400 h 9329"/>
                <a:gd name="connsiteX1" fmla="*/ 145120 w 144912"/>
                <a:gd name="connsiteY1" fmla="*/ 4735 h 9329"/>
                <a:gd name="connsiteX2" fmla="*/ 136819 w 144912"/>
                <a:gd name="connsiteY2" fmla="*/ 70 h 9329"/>
                <a:gd name="connsiteX3" fmla="*/ 8508 w 144912"/>
                <a:gd name="connsiteY3" fmla="*/ 70 h 9329"/>
                <a:gd name="connsiteX4" fmla="*/ 207 w 144912"/>
                <a:gd name="connsiteY4" fmla="*/ 4735 h 9329"/>
                <a:gd name="connsiteX5" fmla="*/ 8508 w 144912"/>
                <a:gd name="connsiteY5" fmla="*/ 9400 h 9329"/>
                <a:gd name="connsiteX6" fmla="*/ 136819 w 144912"/>
                <a:gd name="connsiteY6" fmla="*/ 9400 h 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912" h="9329">
                  <a:moveTo>
                    <a:pt x="136819" y="9400"/>
                  </a:moveTo>
                  <a:cubicBezTo>
                    <a:pt x="140851" y="9400"/>
                    <a:pt x="145120" y="9400"/>
                    <a:pt x="145120" y="4735"/>
                  </a:cubicBezTo>
                  <a:cubicBezTo>
                    <a:pt x="145120" y="70"/>
                    <a:pt x="140851" y="70"/>
                    <a:pt x="136819" y="70"/>
                  </a:cubicBezTo>
                  <a:lnTo>
                    <a:pt x="8508" y="70"/>
                  </a:lnTo>
                  <a:cubicBezTo>
                    <a:pt x="4476" y="70"/>
                    <a:pt x="207" y="70"/>
                    <a:pt x="207" y="4735"/>
                  </a:cubicBezTo>
                  <a:cubicBezTo>
                    <a:pt x="207" y="9400"/>
                    <a:pt x="4476" y="9400"/>
                    <a:pt x="8508" y="9400"/>
                  </a:cubicBezTo>
                  <a:lnTo>
                    <a:pt x="136819" y="94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4" name="Freeform: Shape 5493">
              <a:extLst>
                <a:ext uri="{FF2B5EF4-FFF2-40B4-BE49-F238E27FC236}">
                  <a16:creationId xmlns:a16="http://schemas.microsoft.com/office/drawing/2014/main" id="{B009F80C-21DA-E76A-10C5-1BF7D61FB9BE}"/>
                </a:ext>
              </a:extLst>
            </p:cNvPr>
            <p:cNvSpPr/>
            <p:nvPr>
              <p:custDataLst>
                <p:tags r:id="rId64"/>
              </p:custDataLst>
            </p:nvPr>
          </p:nvSpPr>
          <p:spPr>
            <a:xfrm>
              <a:off x="9739939" y="3399212"/>
              <a:ext cx="123804" cy="148338"/>
            </a:xfrm>
            <a:custGeom>
              <a:avLst/>
              <a:gdLst>
                <a:gd name="connsiteX0" fmla="*/ 18479 w 123804"/>
                <a:gd name="connsiteY0" fmla="*/ 131616 h 148338"/>
                <a:gd name="connsiteX1" fmla="*/ 5672 w 123804"/>
                <a:gd name="connsiteY1" fmla="*/ 141178 h 148338"/>
                <a:gd name="connsiteX2" fmla="*/ 217 w 123804"/>
                <a:gd name="connsiteY2" fmla="*/ 145610 h 148338"/>
                <a:gd name="connsiteX3" fmla="*/ 3300 w 123804"/>
                <a:gd name="connsiteY3" fmla="*/ 148409 h 148338"/>
                <a:gd name="connsiteX4" fmla="*/ 23223 w 123804"/>
                <a:gd name="connsiteY4" fmla="*/ 147709 h 148338"/>
                <a:gd name="connsiteX5" fmla="*/ 46703 w 123804"/>
                <a:gd name="connsiteY5" fmla="*/ 148409 h 148338"/>
                <a:gd name="connsiteX6" fmla="*/ 50972 w 123804"/>
                <a:gd name="connsiteY6" fmla="*/ 143744 h 148338"/>
                <a:gd name="connsiteX7" fmla="*/ 45280 w 123804"/>
                <a:gd name="connsiteY7" fmla="*/ 141178 h 148338"/>
                <a:gd name="connsiteX8" fmla="*/ 33421 w 123804"/>
                <a:gd name="connsiteY8" fmla="*/ 137447 h 148338"/>
                <a:gd name="connsiteX9" fmla="*/ 45043 w 123804"/>
                <a:gd name="connsiteY9" fmla="*/ 90799 h 148338"/>
                <a:gd name="connsiteX10" fmla="*/ 66863 w 123804"/>
                <a:gd name="connsiteY10" fmla="*/ 105726 h 148338"/>
                <a:gd name="connsiteX11" fmla="*/ 124021 w 123804"/>
                <a:gd name="connsiteY11" fmla="*/ 37388 h 148338"/>
                <a:gd name="connsiteX12" fmla="*/ 92477 w 123804"/>
                <a:gd name="connsiteY12" fmla="*/ 70 h 148338"/>
                <a:gd name="connsiteX13" fmla="*/ 61408 w 123804"/>
                <a:gd name="connsiteY13" fmla="*/ 17563 h 148338"/>
                <a:gd name="connsiteX14" fmla="*/ 40062 w 123804"/>
                <a:gd name="connsiteY14" fmla="*/ 70 h 148338"/>
                <a:gd name="connsiteX15" fmla="*/ 22511 w 123804"/>
                <a:gd name="connsiteY15" fmla="*/ 13365 h 148338"/>
                <a:gd name="connsiteX16" fmla="*/ 15159 w 123804"/>
                <a:gd name="connsiteY16" fmla="*/ 35989 h 148338"/>
                <a:gd name="connsiteX17" fmla="*/ 18005 w 123804"/>
                <a:gd name="connsiteY17" fmla="*/ 38321 h 148338"/>
                <a:gd name="connsiteX18" fmla="*/ 22037 w 123804"/>
                <a:gd name="connsiteY18" fmla="*/ 32957 h 148338"/>
                <a:gd name="connsiteX19" fmla="*/ 39351 w 123804"/>
                <a:gd name="connsiteY19" fmla="*/ 5201 h 148338"/>
                <a:gd name="connsiteX20" fmla="*/ 46703 w 123804"/>
                <a:gd name="connsiteY20" fmla="*/ 15930 h 148338"/>
                <a:gd name="connsiteX21" fmla="*/ 45043 w 123804"/>
                <a:gd name="connsiteY21" fmla="*/ 27825 h 148338"/>
                <a:gd name="connsiteX22" fmla="*/ 18479 w 123804"/>
                <a:gd name="connsiteY22" fmla="*/ 131616 h 148338"/>
                <a:gd name="connsiteX23" fmla="*/ 60222 w 123804"/>
                <a:gd name="connsiteY23" fmla="*/ 30391 h 148338"/>
                <a:gd name="connsiteX24" fmla="*/ 72555 w 123804"/>
                <a:gd name="connsiteY24" fmla="*/ 14064 h 148338"/>
                <a:gd name="connsiteX25" fmla="*/ 91766 w 123804"/>
                <a:gd name="connsiteY25" fmla="*/ 5201 h 148338"/>
                <a:gd name="connsiteX26" fmla="*/ 106945 w 123804"/>
                <a:gd name="connsiteY26" fmla="*/ 27126 h 148338"/>
                <a:gd name="connsiteX27" fmla="*/ 94849 w 123804"/>
                <a:gd name="connsiteY27" fmla="*/ 76572 h 148338"/>
                <a:gd name="connsiteX28" fmla="*/ 66625 w 123804"/>
                <a:gd name="connsiteY28" fmla="*/ 100595 h 148338"/>
                <a:gd name="connsiteX29" fmla="*/ 47889 w 123804"/>
                <a:gd name="connsiteY29" fmla="*/ 79837 h 148338"/>
                <a:gd name="connsiteX30" fmla="*/ 48600 w 123804"/>
                <a:gd name="connsiteY30" fmla="*/ 76105 h 148338"/>
                <a:gd name="connsiteX31" fmla="*/ 60222 w 123804"/>
                <a:gd name="connsiteY31" fmla="*/ 30391 h 148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804" h="148338">
                  <a:moveTo>
                    <a:pt x="18479" y="131616"/>
                  </a:moveTo>
                  <a:cubicBezTo>
                    <a:pt x="16582" y="139546"/>
                    <a:pt x="16108" y="141178"/>
                    <a:pt x="5672" y="141178"/>
                  </a:cubicBezTo>
                  <a:cubicBezTo>
                    <a:pt x="2826" y="141178"/>
                    <a:pt x="217" y="141178"/>
                    <a:pt x="217" y="145610"/>
                  </a:cubicBezTo>
                  <a:cubicBezTo>
                    <a:pt x="217" y="147476"/>
                    <a:pt x="1403" y="148409"/>
                    <a:pt x="3300" y="148409"/>
                  </a:cubicBezTo>
                  <a:cubicBezTo>
                    <a:pt x="9704" y="148409"/>
                    <a:pt x="16582" y="147709"/>
                    <a:pt x="23223" y="147709"/>
                  </a:cubicBezTo>
                  <a:cubicBezTo>
                    <a:pt x="31050" y="147709"/>
                    <a:pt x="39113" y="148409"/>
                    <a:pt x="46703" y="148409"/>
                  </a:cubicBezTo>
                  <a:cubicBezTo>
                    <a:pt x="47889" y="148409"/>
                    <a:pt x="50972" y="148409"/>
                    <a:pt x="50972" y="143744"/>
                  </a:cubicBezTo>
                  <a:cubicBezTo>
                    <a:pt x="50972" y="141178"/>
                    <a:pt x="48600" y="141178"/>
                    <a:pt x="45280" y="141178"/>
                  </a:cubicBezTo>
                  <a:cubicBezTo>
                    <a:pt x="33421" y="141178"/>
                    <a:pt x="33421" y="139546"/>
                    <a:pt x="33421" y="137447"/>
                  </a:cubicBezTo>
                  <a:cubicBezTo>
                    <a:pt x="33421" y="134648"/>
                    <a:pt x="43382" y="96630"/>
                    <a:pt x="45043" y="90799"/>
                  </a:cubicBezTo>
                  <a:cubicBezTo>
                    <a:pt x="48126" y="97563"/>
                    <a:pt x="54767" y="105726"/>
                    <a:pt x="66863" y="105726"/>
                  </a:cubicBezTo>
                  <a:cubicBezTo>
                    <a:pt x="94375" y="105726"/>
                    <a:pt x="124021" y="71674"/>
                    <a:pt x="124021" y="37388"/>
                  </a:cubicBezTo>
                  <a:cubicBezTo>
                    <a:pt x="124021" y="15464"/>
                    <a:pt x="110502" y="70"/>
                    <a:pt x="92477" y="70"/>
                  </a:cubicBezTo>
                  <a:cubicBezTo>
                    <a:pt x="80619" y="70"/>
                    <a:pt x="69234" y="8467"/>
                    <a:pt x="61408" y="17563"/>
                  </a:cubicBezTo>
                  <a:cubicBezTo>
                    <a:pt x="59036" y="4968"/>
                    <a:pt x="48837" y="70"/>
                    <a:pt x="40062" y="70"/>
                  </a:cubicBezTo>
                  <a:cubicBezTo>
                    <a:pt x="29152" y="70"/>
                    <a:pt x="24646" y="9166"/>
                    <a:pt x="22511" y="13365"/>
                  </a:cubicBezTo>
                  <a:cubicBezTo>
                    <a:pt x="18242" y="21295"/>
                    <a:pt x="15159" y="35289"/>
                    <a:pt x="15159" y="35989"/>
                  </a:cubicBezTo>
                  <a:cubicBezTo>
                    <a:pt x="15159" y="38321"/>
                    <a:pt x="17531" y="38321"/>
                    <a:pt x="18005" y="38321"/>
                  </a:cubicBezTo>
                  <a:cubicBezTo>
                    <a:pt x="20377" y="38321"/>
                    <a:pt x="20614" y="38088"/>
                    <a:pt x="22037" y="32957"/>
                  </a:cubicBezTo>
                  <a:cubicBezTo>
                    <a:pt x="26069" y="16397"/>
                    <a:pt x="30812" y="5201"/>
                    <a:pt x="39351" y="5201"/>
                  </a:cubicBezTo>
                  <a:cubicBezTo>
                    <a:pt x="43382" y="5201"/>
                    <a:pt x="46703" y="7067"/>
                    <a:pt x="46703" y="15930"/>
                  </a:cubicBezTo>
                  <a:cubicBezTo>
                    <a:pt x="46703" y="21295"/>
                    <a:pt x="45991" y="23860"/>
                    <a:pt x="45043" y="27825"/>
                  </a:cubicBezTo>
                  <a:lnTo>
                    <a:pt x="18479" y="131616"/>
                  </a:lnTo>
                  <a:close/>
                  <a:moveTo>
                    <a:pt x="60222" y="30391"/>
                  </a:moveTo>
                  <a:cubicBezTo>
                    <a:pt x="61882" y="24094"/>
                    <a:pt x="68286" y="17563"/>
                    <a:pt x="72555" y="14064"/>
                  </a:cubicBezTo>
                  <a:cubicBezTo>
                    <a:pt x="80856" y="6834"/>
                    <a:pt x="87734" y="5201"/>
                    <a:pt x="91766" y="5201"/>
                  </a:cubicBezTo>
                  <a:cubicBezTo>
                    <a:pt x="101253" y="5201"/>
                    <a:pt x="106945" y="13365"/>
                    <a:pt x="106945" y="27126"/>
                  </a:cubicBezTo>
                  <a:cubicBezTo>
                    <a:pt x="106945" y="40887"/>
                    <a:pt x="99118" y="67709"/>
                    <a:pt x="94849" y="76572"/>
                  </a:cubicBezTo>
                  <a:cubicBezTo>
                    <a:pt x="86785" y="92898"/>
                    <a:pt x="75401" y="100595"/>
                    <a:pt x="66625" y="100595"/>
                  </a:cubicBezTo>
                  <a:cubicBezTo>
                    <a:pt x="50972" y="100595"/>
                    <a:pt x="47889" y="81237"/>
                    <a:pt x="47889" y="79837"/>
                  </a:cubicBezTo>
                  <a:cubicBezTo>
                    <a:pt x="47889" y="79371"/>
                    <a:pt x="47889" y="78904"/>
                    <a:pt x="48600" y="76105"/>
                  </a:cubicBezTo>
                  <a:lnTo>
                    <a:pt x="60222" y="3039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5" name="Freeform: Shape 5494">
              <a:extLst>
                <a:ext uri="{FF2B5EF4-FFF2-40B4-BE49-F238E27FC236}">
                  <a16:creationId xmlns:a16="http://schemas.microsoft.com/office/drawing/2014/main" id="{1C5B5912-B5DC-CE75-FB7B-4C9850C2959B}"/>
                </a:ext>
              </a:extLst>
            </p:cNvPr>
            <p:cNvSpPr/>
            <p:nvPr>
              <p:custDataLst>
                <p:tags r:id="rId65"/>
              </p:custDataLst>
            </p:nvPr>
          </p:nvSpPr>
          <p:spPr>
            <a:xfrm>
              <a:off x="9339066" y="3597115"/>
              <a:ext cx="527789" cy="9328"/>
            </a:xfrm>
            <a:custGeom>
              <a:avLst/>
              <a:gdLst>
                <a:gd name="connsiteX0" fmla="*/ 0 w 527789"/>
                <a:gd name="connsiteY0" fmla="*/ 0 h 9328"/>
                <a:gd name="connsiteX1" fmla="*/ 527790 w 527789"/>
                <a:gd name="connsiteY1" fmla="*/ 0 h 9328"/>
                <a:gd name="connsiteX2" fmla="*/ 527790 w 527789"/>
                <a:gd name="connsiteY2" fmla="*/ 9329 h 9328"/>
                <a:gd name="connsiteX3" fmla="*/ 0 w 527789"/>
                <a:gd name="connsiteY3" fmla="*/ 9329 h 9328"/>
              </a:gdLst>
              <a:ahLst/>
              <a:cxnLst>
                <a:cxn ang="0">
                  <a:pos x="connsiteX0" y="connsiteY0"/>
                </a:cxn>
                <a:cxn ang="0">
                  <a:pos x="connsiteX1" y="connsiteY1"/>
                </a:cxn>
                <a:cxn ang="0">
                  <a:pos x="connsiteX2" y="connsiteY2"/>
                </a:cxn>
                <a:cxn ang="0">
                  <a:pos x="connsiteX3" y="connsiteY3"/>
                </a:cxn>
              </a:cxnLst>
              <a:rect l="l" t="t" r="r" b="b"/>
              <a:pathLst>
                <a:path w="527789" h="9328">
                  <a:moveTo>
                    <a:pt x="0" y="0"/>
                  </a:moveTo>
                  <a:lnTo>
                    <a:pt x="527790" y="0"/>
                  </a:lnTo>
                  <a:lnTo>
                    <a:pt x="527790" y="9329"/>
                  </a:lnTo>
                  <a:lnTo>
                    <a:pt x="0" y="932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6" name="Freeform: Shape 5495">
              <a:extLst>
                <a:ext uri="{FF2B5EF4-FFF2-40B4-BE49-F238E27FC236}">
                  <a16:creationId xmlns:a16="http://schemas.microsoft.com/office/drawing/2014/main" id="{696D304E-A776-8FDD-25BB-914461106199}"/>
                </a:ext>
              </a:extLst>
            </p:cNvPr>
            <p:cNvSpPr/>
            <p:nvPr>
              <p:custDataLst>
                <p:tags r:id="rId66"/>
              </p:custDataLst>
            </p:nvPr>
          </p:nvSpPr>
          <p:spPr>
            <a:xfrm>
              <a:off x="9535708" y="3716987"/>
              <a:ext cx="123804" cy="148338"/>
            </a:xfrm>
            <a:custGeom>
              <a:avLst/>
              <a:gdLst>
                <a:gd name="connsiteX0" fmla="*/ 18471 w 123804"/>
                <a:gd name="connsiteY0" fmla="*/ 131629 h 148338"/>
                <a:gd name="connsiteX1" fmla="*/ 5663 w 123804"/>
                <a:gd name="connsiteY1" fmla="*/ 141192 h 148338"/>
                <a:gd name="connsiteX2" fmla="*/ 209 w 123804"/>
                <a:gd name="connsiteY2" fmla="*/ 145623 h 148338"/>
                <a:gd name="connsiteX3" fmla="*/ 3292 w 123804"/>
                <a:gd name="connsiteY3" fmla="*/ 148422 h 148338"/>
                <a:gd name="connsiteX4" fmla="*/ 23214 w 123804"/>
                <a:gd name="connsiteY4" fmla="*/ 147723 h 148338"/>
                <a:gd name="connsiteX5" fmla="*/ 46694 w 123804"/>
                <a:gd name="connsiteY5" fmla="*/ 148422 h 148338"/>
                <a:gd name="connsiteX6" fmla="*/ 50963 w 123804"/>
                <a:gd name="connsiteY6" fmla="*/ 143758 h 148338"/>
                <a:gd name="connsiteX7" fmla="*/ 45271 w 123804"/>
                <a:gd name="connsiteY7" fmla="*/ 141192 h 148338"/>
                <a:gd name="connsiteX8" fmla="*/ 33413 w 123804"/>
                <a:gd name="connsiteY8" fmla="*/ 137460 h 148338"/>
                <a:gd name="connsiteX9" fmla="*/ 45034 w 123804"/>
                <a:gd name="connsiteY9" fmla="*/ 90813 h 148338"/>
                <a:gd name="connsiteX10" fmla="*/ 66854 w 123804"/>
                <a:gd name="connsiteY10" fmla="*/ 105740 h 148338"/>
                <a:gd name="connsiteX11" fmla="*/ 124013 w 123804"/>
                <a:gd name="connsiteY11" fmla="*/ 37402 h 148338"/>
                <a:gd name="connsiteX12" fmla="*/ 92469 w 123804"/>
                <a:gd name="connsiteY12" fmla="*/ 84 h 148338"/>
                <a:gd name="connsiteX13" fmla="*/ 61399 w 123804"/>
                <a:gd name="connsiteY13" fmla="*/ 17577 h 148338"/>
                <a:gd name="connsiteX14" fmla="*/ 40053 w 123804"/>
                <a:gd name="connsiteY14" fmla="*/ 84 h 148338"/>
                <a:gd name="connsiteX15" fmla="*/ 22503 w 123804"/>
                <a:gd name="connsiteY15" fmla="*/ 13378 h 148338"/>
                <a:gd name="connsiteX16" fmla="*/ 15150 w 123804"/>
                <a:gd name="connsiteY16" fmla="*/ 36002 h 148338"/>
                <a:gd name="connsiteX17" fmla="*/ 17996 w 123804"/>
                <a:gd name="connsiteY17" fmla="*/ 38335 h 148338"/>
                <a:gd name="connsiteX18" fmla="*/ 22028 w 123804"/>
                <a:gd name="connsiteY18" fmla="*/ 32970 h 148338"/>
                <a:gd name="connsiteX19" fmla="*/ 39342 w 123804"/>
                <a:gd name="connsiteY19" fmla="*/ 5215 h 148338"/>
                <a:gd name="connsiteX20" fmla="*/ 46694 w 123804"/>
                <a:gd name="connsiteY20" fmla="*/ 15944 h 148338"/>
                <a:gd name="connsiteX21" fmla="*/ 45034 w 123804"/>
                <a:gd name="connsiteY21" fmla="*/ 27839 h 148338"/>
                <a:gd name="connsiteX22" fmla="*/ 18471 w 123804"/>
                <a:gd name="connsiteY22" fmla="*/ 131629 h 148338"/>
                <a:gd name="connsiteX23" fmla="*/ 60213 w 123804"/>
                <a:gd name="connsiteY23" fmla="*/ 30405 h 148338"/>
                <a:gd name="connsiteX24" fmla="*/ 72546 w 123804"/>
                <a:gd name="connsiteY24" fmla="*/ 14078 h 148338"/>
                <a:gd name="connsiteX25" fmla="*/ 91757 w 123804"/>
                <a:gd name="connsiteY25" fmla="*/ 5215 h 148338"/>
                <a:gd name="connsiteX26" fmla="*/ 106936 w 123804"/>
                <a:gd name="connsiteY26" fmla="*/ 27139 h 148338"/>
                <a:gd name="connsiteX27" fmla="*/ 94840 w 123804"/>
                <a:gd name="connsiteY27" fmla="*/ 76585 h 148338"/>
                <a:gd name="connsiteX28" fmla="*/ 66617 w 123804"/>
                <a:gd name="connsiteY28" fmla="*/ 100609 h 148338"/>
                <a:gd name="connsiteX29" fmla="*/ 47880 w 123804"/>
                <a:gd name="connsiteY29" fmla="*/ 79851 h 148338"/>
                <a:gd name="connsiteX30" fmla="*/ 48592 w 123804"/>
                <a:gd name="connsiteY30" fmla="*/ 76119 h 148338"/>
                <a:gd name="connsiteX31" fmla="*/ 60213 w 123804"/>
                <a:gd name="connsiteY31" fmla="*/ 30405 h 148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804" h="148338">
                  <a:moveTo>
                    <a:pt x="18471" y="131629"/>
                  </a:moveTo>
                  <a:cubicBezTo>
                    <a:pt x="16573" y="139559"/>
                    <a:pt x="16099" y="141192"/>
                    <a:pt x="5663" y="141192"/>
                  </a:cubicBezTo>
                  <a:cubicBezTo>
                    <a:pt x="2817" y="141192"/>
                    <a:pt x="209" y="141192"/>
                    <a:pt x="209" y="145623"/>
                  </a:cubicBezTo>
                  <a:cubicBezTo>
                    <a:pt x="209" y="147489"/>
                    <a:pt x="1394" y="148422"/>
                    <a:pt x="3292" y="148422"/>
                  </a:cubicBezTo>
                  <a:cubicBezTo>
                    <a:pt x="9695" y="148422"/>
                    <a:pt x="16573" y="147723"/>
                    <a:pt x="23214" y="147723"/>
                  </a:cubicBezTo>
                  <a:cubicBezTo>
                    <a:pt x="31041" y="147723"/>
                    <a:pt x="39105" y="148422"/>
                    <a:pt x="46694" y="148422"/>
                  </a:cubicBezTo>
                  <a:cubicBezTo>
                    <a:pt x="47880" y="148422"/>
                    <a:pt x="50963" y="148422"/>
                    <a:pt x="50963" y="143758"/>
                  </a:cubicBezTo>
                  <a:cubicBezTo>
                    <a:pt x="50963" y="141192"/>
                    <a:pt x="48592" y="141192"/>
                    <a:pt x="45271" y="141192"/>
                  </a:cubicBezTo>
                  <a:cubicBezTo>
                    <a:pt x="33413" y="141192"/>
                    <a:pt x="33413" y="139559"/>
                    <a:pt x="33413" y="137460"/>
                  </a:cubicBezTo>
                  <a:cubicBezTo>
                    <a:pt x="33413" y="134661"/>
                    <a:pt x="43374" y="96644"/>
                    <a:pt x="45034" y="90813"/>
                  </a:cubicBezTo>
                  <a:cubicBezTo>
                    <a:pt x="48117" y="97577"/>
                    <a:pt x="54758" y="105740"/>
                    <a:pt x="66854" y="105740"/>
                  </a:cubicBezTo>
                  <a:cubicBezTo>
                    <a:pt x="94366" y="105740"/>
                    <a:pt x="124013" y="71687"/>
                    <a:pt x="124013" y="37402"/>
                  </a:cubicBezTo>
                  <a:cubicBezTo>
                    <a:pt x="124013" y="15477"/>
                    <a:pt x="110494" y="84"/>
                    <a:pt x="92469" y="84"/>
                  </a:cubicBezTo>
                  <a:cubicBezTo>
                    <a:pt x="80610" y="84"/>
                    <a:pt x="69226" y="8480"/>
                    <a:pt x="61399" y="17577"/>
                  </a:cubicBezTo>
                  <a:cubicBezTo>
                    <a:pt x="59027" y="4982"/>
                    <a:pt x="48829" y="84"/>
                    <a:pt x="40053" y="84"/>
                  </a:cubicBezTo>
                  <a:cubicBezTo>
                    <a:pt x="29144" y="84"/>
                    <a:pt x="24637" y="9180"/>
                    <a:pt x="22503" y="13378"/>
                  </a:cubicBezTo>
                  <a:cubicBezTo>
                    <a:pt x="18234" y="21308"/>
                    <a:pt x="15150" y="35303"/>
                    <a:pt x="15150" y="36002"/>
                  </a:cubicBezTo>
                  <a:cubicBezTo>
                    <a:pt x="15150" y="38335"/>
                    <a:pt x="17522" y="38335"/>
                    <a:pt x="17996" y="38335"/>
                  </a:cubicBezTo>
                  <a:cubicBezTo>
                    <a:pt x="20368" y="38335"/>
                    <a:pt x="20605" y="38101"/>
                    <a:pt x="22028" y="32970"/>
                  </a:cubicBezTo>
                  <a:cubicBezTo>
                    <a:pt x="26060" y="16410"/>
                    <a:pt x="30804" y="5215"/>
                    <a:pt x="39342" y="5215"/>
                  </a:cubicBezTo>
                  <a:cubicBezTo>
                    <a:pt x="43374" y="5215"/>
                    <a:pt x="46694" y="7081"/>
                    <a:pt x="46694" y="15944"/>
                  </a:cubicBezTo>
                  <a:cubicBezTo>
                    <a:pt x="46694" y="21308"/>
                    <a:pt x="45983" y="23874"/>
                    <a:pt x="45034" y="27839"/>
                  </a:cubicBezTo>
                  <a:lnTo>
                    <a:pt x="18471" y="131629"/>
                  </a:lnTo>
                  <a:close/>
                  <a:moveTo>
                    <a:pt x="60213" y="30405"/>
                  </a:moveTo>
                  <a:cubicBezTo>
                    <a:pt x="61873" y="24107"/>
                    <a:pt x="68277" y="17577"/>
                    <a:pt x="72546" y="14078"/>
                  </a:cubicBezTo>
                  <a:cubicBezTo>
                    <a:pt x="80847" y="6848"/>
                    <a:pt x="87725" y="5215"/>
                    <a:pt x="91757" y="5215"/>
                  </a:cubicBezTo>
                  <a:cubicBezTo>
                    <a:pt x="101244" y="5215"/>
                    <a:pt x="106936" y="13378"/>
                    <a:pt x="106936" y="27139"/>
                  </a:cubicBezTo>
                  <a:cubicBezTo>
                    <a:pt x="106936" y="40900"/>
                    <a:pt x="99109" y="67722"/>
                    <a:pt x="94840" y="76585"/>
                  </a:cubicBezTo>
                  <a:cubicBezTo>
                    <a:pt x="86777" y="92912"/>
                    <a:pt x="75392" y="100609"/>
                    <a:pt x="66617" y="100609"/>
                  </a:cubicBezTo>
                  <a:cubicBezTo>
                    <a:pt x="50963" y="100609"/>
                    <a:pt x="47880" y="81250"/>
                    <a:pt x="47880" y="79851"/>
                  </a:cubicBezTo>
                  <a:cubicBezTo>
                    <a:pt x="47880" y="79384"/>
                    <a:pt x="47880" y="78918"/>
                    <a:pt x="48592" y="76119"/>
                  </a:cubicBezTo>
                  <a:lnTo>
                    <a:pt x="60213" y="3040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7" name="Freeform: Shape 5496">
              <a:extLst>
                <a:ext uri="{FF2B5EF4-FFF2-40B4-BE49-F238E27FC236}">
                  <a16:creationId xmlns:a16="http://schemas.microsoft.com/office/drawing/2014/main" id="{0CA30F71-29E9-A1BD-1ADA-ECCFD43CFEBC}"/>
                </a:ext>
              </a:extLst>
            </p:cNvPr>
            <p:cNvSpPr/>
            <p:nvPr>
              <p:custDataLst>
                <p:tags r:id="rId67"/>
              </p:custDataLst>
            </p:nvPr>
          </p:nvSpPr>
          <p:spPr>
            <a:xfrm>
              <a:off x="9908835" y="3485161"/>
              <a:ext cx="55024" cy="233236"/>
            </a:xfrm>
            <a:custGeom>
              <a:avLst/>
              <a:gdLst>
                <a:gd name="connsiteX0" fmla="*/ 55247 w 55024"/>
                <a:gd name="connsiteY0" fmla="*/ 116695 h 233236"/>
                <a:gd name="connsiteX1" fmla="*/ 39594 w 55024"/>
                <a:gd name="connsiteY1" fmla="*/ 43925 h 233236"/>
                <a:gd name="connsiteX2" fmla="*/ 2595 w 55024"/>
                <a:gd name="connsiteY2" fmla="*/ 77 h 233236"/>
                <a:gd name="connsiteX3" fmla="*/ 223 w 55024"/>
                <a:gd name="connsiteY3" fmla="*/ 2409 h 233236"/>
                <a:gd name="connsiteX4" fmla="*/ 4730 w 55024"/>
                <a:gd name="connsiteY4" fmla="*/ 7774 h 233236"/>
                <a:gd name="connsiteX5" fmla="*/ 41491 w 55024"/>
                <a:gd name="connsiteY5" fmla="*/ 116695 h 233236"/>
                <a:gd name="connsiteX6" fmla="*/ 3307 w 55024"/>
                <a:gd name="connsiteY6" fmla="*/ 227016 h 233236"/>
                <a:gd name="connsiteX7" fmla="*/ 223 w 55024"/>
                <a:gd name="connsiteY7" fmla="*/ 230981 h 233236"/>
                <a:gd name="connsiteX8" fmla="*/ 2595 w 55024"/>
                <a:gd name="connsiteY8" fmla="*/ 233314 h 233236"/>
                <a:gd name="connsiteX9" fmla="*/ 40305 w 55024"/>
                <a:gd name="connsiteY9" fmla="*/ 187832 h 233236"/>
                <a:gd name="connsiteX10" fmla="*/ 55247 w 55024"/>
                <a:gd name="connsiteY10" fmla="*/ 116695 h 233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24" h="233236">
                  <a:moveTo>
                    <a:pt x="55247" y="116695"/>
                  </a:moveTo>
                  <a:cubicBezTo>
                    <a:pt x="55247" y="98503"/>
                    <a:pt x="52638" y="70281"/>
                    <a:pt x="39594" y="43925"/>
                  </a:cubicBezTo>
                  <a:cubicBezTo>
                    <a:pt x="25364" y="15237"/>
                    <a:pt x="4967" y="77"/>
                    <a:pt x="2595" y="77"/>
                  </a:cubicBezTo>
                  <a:cubicBezTo>
                    <a:pt x="1172" y="77"/>
                    <a:pt x="223" y="1010"/>
                    <a:pt x="223" y="2409"/>
                  </a:cubicBezTo>
                  <a:cubicBezTo>
                    <a:pt x="223" y="3109"/>
                    <a:pt x="223" y="3575"/>
                    <a:pt x="4730" y="7774"/>
                  </a:cubicBezTo>
                  <a:cubicBezTo>
                    <a:pt x="27972" y="30864"/>
                    <a:pt x="41491" y="67949"/>
                    <a:pt x="41491" y="116695"/>
                  </a:cubicBezTo>
                  <a:cubicBezTo>
                    <a:pt x="41491" y="156579"/>
                    <a:pt x="32716" y="197628"/>
                    <a:pt x="3307" y="227016"/>
                  </a:cubicBezTo>
                  <a:cubicBezTo>
                    <a:pt x="223" y="229815"/>
                    <a:pt x="223" y="230282"/>
                    <a:pt x="223" y="230981"/>
                  </a:cubicBezTo>
                  <a:cubicBezTo>
                    <a:pt x="223" y="232381"/>
                    <a:pt x="1172" y="233314"/>
                    <a:pt x="2595" y="233314"/>
                  </a:cubicBezTo>
                  <a:cubicBezTo>
                    <a:pt x="4967" y="233314"/>
                    <a:pt x="26312" y="217454"/>
                    <a:pt x="40305" y="187832"/>
                  </a:cubicBezTo>
                  <a:cubicBezTo>
                    <a:pt x="52401" y="162176"/>
                    <a:pt x="55247" y="136287"/>
                    <a:pt x="55247" y="11669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8" name="Freeform: Shape 5497">
              <a:extLst>
                <a:ext uri="{FF2B5EF4-FFF2-40B4-BE49-F238E27FC236}">
                  <a16:creationId xmlns:a16="http://schemas.microsoft.com/office/drawing/2014/main" id="{5F533E9F-9779-28B2-8113-73313FA49EBE}"/>
                </a:ext>
              </a:extLst>
            </p:cNvPr>
            <p:cNvSpPr/>
            <p:nvPr>
              <p:custDataLst>
                <p:tags r:id="rId68"/>
              </p:custDataLst>
            </p:nvPr>
          </p:nvSpPr>
          <p:spPr>
            <a:xfrm>
              <a:off x="10066712" y="3574491"/>
              <a:ext cx="157719" cy="54577"/>
            </a:xfrm>
            <a:custGeom>
              <a:avLst/>
              <a:gdLst>
                <a:gd name="connsiteX0" fmla="*/ 149886 w 157719"/>
                <a:gd name="connsiteY0" fmla="*/ 9406 h 54577"/>
                <a:gd name="connsiteX1" fmla="*/ 157950 w 157719"/>
                <a:gd name="connsiteY1" fmla="*/ 4742 h 54577"/>
                <a:gd name="connsiteX2" fmla="*/ 150123 w 157719"/>
                <a:gd name="connsiteY2" fmla="*/ 77 h 54577"/>
                <a:gd name="connsiteX3" fmla="*/ 8057 w 157719"/>
                <a:gd name="connsiteY3" fmla="*/ 77 h 54577"/>
                <a:gd name="connsiteX4" fmla="*/ 230 w 157719"/>
                <a:gd name="connsiteY4" fmla="*/ 4742 h 54577"/>
                <a:gd name="connsiteX5" fmla="*/ 8294 w 157719"/>
                <a:gd name="connsiteY5" fmla="*/ 9406 h 54577"/>
                <a:gd name="connsiteX6" fmla="*/ 149886 w 157719"/>
                <a:gd name="connsiteY6" fmla="*/ 9406 h 54577"/>
                <a:gd name="connsiteX7" fmla="*/ 150123 w 157719"/>
                <a:gd name="connsiteY7" fmla="*/ 54654 h 54577"/>
                <a:gd name="connsiteX8" fmla="*/ 157950 w 157719"/>
                <a:gd name="connsiteY8" fmla="*/ 49990 h 54577"/>
                <a:gd name="connsiteX9" fmla="*/ 149886 w 157719"/>
                <a:gd name="connsiteY9" fmla="*/ 45325 h 54577"/>
                <a:gd name="connsiteX10" fmla="*/ 8294 w 157719"/>
                <a:gd name="connsiteY10" fmla="*/ 45325 h 54577"/>
                <a:gd name="connsiteX11" fmla="*/ 230 w 157719"/>
                <a:gd name="connsiteY11" fmla="*/ 49990 h 54577"/>
                <a:gd name="connsiteX12" fmla="*/ 8057 w 157719"/>
                <a:gd name="connsiteY12" fmla="*/ 54654 h 54577"/>
                <a:gd name="connsiteX13" fmla="*/ 150123 w 157719"/>
                <a:gd name="connsiteY13" fmla="*/ 54654 h 54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719" h="54577">
                  <a:moveTo>
                    <a:pt x="149886" y="9406"/>
                  </a:moveTo>
                  <a:cubicBezTo>
                    <a:pt x="153443" y="9406"/>
                    <a:pt x="157950" y="9406"/>
                    <a:pt x="157950" y="4742"/>
                  </a:cubicBezTo>
                  <a:cubicBezTo>
                    <a:pt x="157950" y="77"/>
                    <a:pt x="153443" y="77"/>
                    <a:pt x="150123" y="77"/>
                  </a:cubicBezTo>
                  <a:lnTo>
                    <a:pt x="8057" y="77"/>
                  </a:lnTo>
                  <a:cubicBezTo>
                    <a:pt x="4736" y="77"/>
                    <a:pt x="230" y="77"/>
                    <a:pt x="230" y="4742"/>
                  </a:cubicBezTo>
                  <a:cubicBezTo>
                    <a:pt x="230" y="9406"/>
                    <a:pt x="4736" y="9406"/>
                    <a:pt x="8294" y="9406"/>
                  </a:cubicBezTo>
                  <a:lnTo>
                    <a:pt x="149886" y="9406"/>
                  </a:lnTo>
                  <a:close/>
                  <a:moveTo>
                    <a:pt x="150123" y="54654"/>
                  </a:moveTo>
                  <a:cubicBezTo>
                    <a:pt x="153443" y="54654"/>
                    <a:pt x="157950" y="54654"/>
                    <a:pt x="157950" y="49990"/>
                  </a:cubicBezTo>
                  <a:cubicBezTo>
                    <a:pt x="157950" y="45325"/>
                    <a:pt x="153443" y="45325"/>
                    <a:pt x="149886" y="45325"/>
                  </a:cubicBezTo>
                  <a:lnTo>
                    <a:pt x="8294" y="45325"/>
                  </a:lnTo>
                  <a:cubicBezTo>
                    <a:pt x="4736" y="45325"/>
                    <a:pt x="230" y="45325"/>
                    <a:pt x="230" y="49990"/>
                  </a:cubicBezTo>
                  <a:cubicBezTo>
                    <a:pt x="230" y="54654"/>
                    <a:pt x="4736" y="54654"/>
                    <a:pt x="8057" y="54654"/>
                  </a:cubicBezTo>
                  <a:lnTo>
                    <a:pt x="150123" y="5465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9" name="Freeform: Shape 5498">
              <a:extLst>
                <a:ext uri="{FF2B5EF4-FFF2-40B4-BE49-F238E27FC236}">
                  <a16:creationId xmlns:a16="http://schemas.microsoft.com/office/drawing/2014/main" id="{BE55036C-F48B-C26B-51D0-59DFA6052034}"/>
                </a:ext>
              </a:extLst>
            </p:cNvPr>
            <p:cNvSpPr/>
            <p:nvPr>
              <p:custDataLst>
                <p:tags r:id="rId69"/>
              </p:custDataLst>
            </p:nvPr>
          </p:nvSpPr>
          <p:spPr>
            <a:xfrm>
              <a:off x="10311605" y="3498223"/>
              <a:ext cx="52652" cy="161866"/>
            </a:xfrm>
            <a:custGeom>
              <a:avLst/>
              <a:gdLst>
                <a:gd name="connsiteX0" fmla="*/ 34393 w 52652"/>
                <a:gd name="connsiteY0" fmla="*/ 77 h 161866"/>
                <a:gd name="connsiteX1" fmla="*/ 240 w 52652"/>
                <a:gd name="connsiteY1" fmla="*/ 2643 h 161866"/>
                <a:gd name="connsiteX2" fmla="*/ 240 w 52652"/>
                <a:gd name="connsiteY2" fmla="*/ 9873 h 161866"/>
                <a:gd name="connsiteX3" fmla="*/ 18740 w 52652"/>
                <a:gd name="connsiteY3" fmla="*/ 22934 h 161866"/>
                <a:gd name="connsiteX4" fmla="*/ 18740 w 52652"/>
                <a:gd name="connsiteY4" fmla="*/ 144217 h 161866"/>
                <a:gd name="connsiteX5" fmla="*/ 240 w 52652"/>
                <a:gd name="connsiteY5" fmla="*/ 154713 h 161866"/>
                <a:gd name="connsiteX6" fmla="*/ 240 w 52652"/>
                <a:gd name="connsiteY6" fmla="*/ 161943 h 161866"/>
                <a:gd name="connsiteX7" fmla="*/ 26567 w 52652"/>
                <a:gd name="connsiteY7" fmla="*/ 161244 h 161866"/>
                <a:gd name="connsiteX8" fmla="*/ 52893 w 52652"/>
                <a:gd name="connsiteY8" fmla="*/ 161943 h 161866"/>
                <a:gd name="connsiteX9" fmla="*/ 52893 w 52652"/>
                <a:gd name="connsiteY9" fmla="*/ 154713 h 161866"/>
                <a:gd name="connsiteX10" fmla="*/ 34393 w 52652"/>
                <a:gd name="connsiteY10" fmla="*/ 144217 h 161866"/>
                <a:gd name="connsiteX11" fmla="*/ 34393 w 52652"/>
                <a:gd name="connsiteY11" fmla="*/ 77 h 16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652" h="161866">
                  <a:moveTo>
                    <a:pt x="34393" y="77"/>
                  </a:moveTo>
                  <a:lnTo>
                    <a:pt x="240" y="2643"/>
                  </a:lnTo>
                  <a:lnTo>
                    <a:pt x="240" y="9873"/>
                  </a:lnTo>
                  <a:cubicBezTo>
                    <a:pt x="16843" y="9873"/>
                    <a:pt x="18740" y="11506"/>
                    <a:pt x="18740" y="22934"/>
                  </a:cubicBezTo>
                  <a:lnTo>
                    <a:pt x="18740" y="144217"/>
                  </a:lnTo>
                  <a:cubicBezTo>
                    <a:pt x="18740" y="154713"/>
                    <a:pt x="16131" y="154713"/>
                    <a:pt x="240" y="154713"/>
                  </a:cubicBezTo>
                  <a:lnTo>
                    <a:pt x="240" y="161943"/>
                  </a:lnTo>
                  <a:cubicBezTo>
                    <a:pt x="8067" y="161710"/>
                    <a:pt x="20637" y="161244"/>
                    <a:pt x="26567" y="161244"/>
                  </a:cubicBezTo>
                  <a:cubicBezTo>
                    <a:pt x="32496" y="161244"/>
                    <a:pt x="44117" y="161710"/>
                    <a:pt x="52893" y="161943"/>
                  </a:cubicBezTo>
                  <a:lnTo>
                    <a:pt x="52893" y="154713"/>
                  </a:lnTo>
                  <a:cubicBezTo>
                    <a:pt x="37002" y="154713"/>
                    <a:pt x="34393" y="154713"/>
                    <a:pt x="34393" y="144217"/>
                  </a:cubicBezTo>
                  <a:lnTo>
                    <a:pt x="34393" y="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00" name="Freeform: Shape 5499">
              <a:extLst>
                <a:ext uri="{FF2B5EF4-FFF2-40B4-BE49-F238E27FC236}">
                  <a16:creationId xmlns:a16="http://schemas.microsoft.com/office/drawing/2014/main" id="{0805BB46-78B8-4AFB-14A2-9DF13BEC6574}"/>
                </a:ext>
              </a:extLst>
            </p:cNvPr>
            <p:cNvSpPr/>
            <p:nvPr>
              <p:custDataLst>
                <p:tags r:id="rId70"/>
              </p:custDataLst>
            </p:nvPr>
          </p:nvSpPr>
          <p:spPr>
            <a:xfrm>
              <a:off x="10377249" y="3556998"/>
              <a:ext cx="119297" cy="103090"/>
            </a:xfrm>
            <a:custGeom>
              <a:avLst/>
              <a:gdLst>
                <a:gd name="connsiteX0" fmla="*/ 18743 w 119297"/>
                <a:gd name="connsiteY0" fmla="*/ 22934 h 103090"/>
                <a:gd name="connsiteX1" fmla="*/ 18743 w 119297"/>
                <a:gd name="connsiteY1" fmla="*/ 85442 h 103090"/>
                <a:gd name="connsiteX2" fmla="*/ 243 w 119297"/>
                <a:gd name="connsiteY2" fmla="*/ 95937 h 103090"/>
                <a:gd name="connsiteX3" fmla="*/ 243 w 119297"/>
                <a:gd name="connsiteY3" fmla="*/ 103168 h 103090"/>
                <a:gd name="connsiteX4" fmla="*/ 27044 w 119297"/>
                <a:gd name="connsiteY4" fmla="*/ 102468 h 103090"/>
                <a:gd name="connsiteX5" fmla="*/ 53607 w 119297"/>
                <a:gd name="connsiteY5" fmla="*/ 103168 h 103090"/>
                <a:gd name="connsiteX6" fmla="*/ 53607 w 119297"/>
                <a:gd name="connsiteY6" fmla="*/ 95937 h 103090"/>
                <a:gd name="connsiteX7" fmla="*/ 35108 w 119297"/>
                <a:gd name="connsiteY7" fmla="*/ 85442 h 103090"/>
                <a:gd name="connsiteX8" fmla="*/ 35108 w 119297"/>
                <a:gd name="connsiteY8" fmla="*/ 42526 h 103090"/>
                <a:gd name="connsiteX9" fmla="*/ 67126 w 119297"/>
                <a:gd name="connsiteY9" fmla="*/ 5208 h 103090"/>
                <a:gd name="connsiteX10" fmla="*/ 84677 w 119297"/>
                <a:gd name="connsiteY10" fmla="*/ 31097 h 103090"/>
                <a:gd name="connsiteX11" fmla="*/ 84677 w 119297"/>
                <a:gd name="connsiteY11" fmla="*/ 85442 h 103090"/>
                <a:gd name="connsiteX12" fmla="*/ 66177 w 119297"/>
                <a:gd name="connsiteY12" fmla="*/ 95937 h 103090"/>
                <a:gd name="connsiteX13" fmla="*/ 66177 w 119297"/>
                <a:gd name="connsiteY13" fmla="*/ 103168 h 103090"/>
                <a:gd name="connsiteX14" fmla="*/ 92978 w 119297"/>
                <a:gd name="connsiteY14" fmla="*/ 102468 h 103090"/>
                <a:gd name="connsiteX15" fmla="*/ 119541 w 119297"/>
                <a:gd name="connsiteY15" fmla="*/ 103168 h 103090"/>
                <a:gd name="connsiteX16" fmla="*/ 119541 w 119297"/>
                <a:gd name="connsiteY16" fmla="*/ 95937 h 103090"/>
                <a:gd name="connsiteX17" fmla="*/ 101042 w 119297"/>
                <a:gd name="connsiteY17" fmla="*/ 88940 h 103090"/>
                <a:gd name="connsiteX18" fmla="*/ 101042 w 119297"/>
                <a:gd name="connsiteY18" fmla="*/ 44392 h 103090"/>
                <a:gd name="connsiteX19" fmla="*/ 93689 w 119297"/>
                <a:gd name="connsiteY19" fmla="*/ 8707 h 103090"/>
                <a:gd name="connsiteX20" fmla="*/ 68786 w 119297"/>
                <a:gd name="connsiteY20" fmla="*/ 77 h 103090"/>
                <a:gd name="connsiteX21" fmla="*/ 33685 w 119297"/>
                <a:gd name="connsiteY21" fmla="*/ 24567 h 103090"/>
                <a:gd name="connsiteX22" fmla="*/ 33685 w 119297"/>
                <a:gd name="connsiteY22" fmla="*/ 77 h 103090"/>
                <a:gd name="connsiteX23" fmla="*/ 243 w 119297"/>
                <a:gd name="connsiteY23" fmla="*/ 2643 h 103090"/>
                <a:gd name="connsiteX24" fmla="*/ 243 w 119297"/>
                <a:gd name="connsiteY24" fmla="*/ 9873 h 103090"/>
                <a:gd name="connsiteX25" fmla="*/ 18743 w 119297"/>
                <a:gd name="connsiteY25" fmla="*/ 22934 h 103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9297" h="103090">
                  <a:moveTo>
                    <a:pt x="18743" y="22934"/>
                  </a:moveTo>
                  <a:lnTo>
                    <a:pt x="18743" y="85442"/>
                  </a:lnTo>
                  <a:cubicBezTo>
                    <a:pt x="18743" y="95937"/>
                    <a:pt x="16134" y="95937"/>
                    <a:pt x="243" y="95937"/>
                  </a:cubicBezTo>
                  <a:lnTo>
                    <a:pt x="243" y="103168"/>
                  </a:lnTo>
                  <a:cubicBezTo>
                    <a:pt x="8544" y="102934"/>
                    <a:pt x="20640" y="102468"/>
                    <a:pt x="27044" y="102468"/>
                  </a:cubicBezTo>
                  <a:cubicBezTo>
                    <a:pt x="33210" y="102468"/>
                    <a:pt x="45543" y="102934"/>
                    <a:pt x="53607" y="103168"/>
                  </a:cubicBezTo>
                  <a:lnTo>
                    <a:pt x="53607" y="95937"/>
                  </a:lnTo>
                  <a:cubicBezTo>
                    <a:pt x="37717" y="95937"/>
                    <a:pt x="35108" y="95937"/>
                    <a:pt x="35108" y="85442"/>
                  </a:cubicBezTo>
                  <a:lnTo>
                    <a:pt x="35108" y="42526"/>
                  </a:lnTo>
                  <a:cubicBezTo>
                    <a:pt x="35108" y="18269"/>
                    <a:pt x="51947" y="5208"/>
                    <a:pt x="67126" y="5208"/>
                  </a:cubicBezTo>
                  <a:cubicBezTo>
                    <a:pt x="82068" y="5208"/>
                    <a:pt x="84677" y="17803"/>
                    <a:pt x="84677" y="31097"/>
                  </a:cubicBezTo>
                  <a:lnTo>
                    <a:pt x="84677" y="85442"/>
                  </a:lnTo>
                  <a:cubicBezTo>
                    <a:pt x="84677" y="95937"/>
                    <a:pt x="82068" y="95937"/>
                    <a:pt x="66177" y="95937"/>
                  </a:cubicBezTo>
                  <a:lnTo>
                    <a:pt x="66177" y="103168"/>
                  </a:lnTo>
                  <a:cubicBezTo>
                    <a:pt x="74478" y="102934"/>
                    <a:pt x="86574" y="102468"/>
                    <a:pt x="92978" y="102468"/>
                  </a:cubicBezTo>
                  <a:cubicBezTo>
                    <a:pt x="99144" y="102468"/>
                    <a:pt x="111477" y="102934"/>
                    <a:pt x="119541" y="103168"/>
                  </a:cubicBezTo>
                  <a:lnTo>
                    <a:pt x="119541" y="95937"/>
                  </a:lnTo>
                  <a:cubicBezTo>
                    <a:pt x="107208" y="95937"/>
                    <a:pt x="101279" y="95937"/>
                    <a:pt x="101042" y="88940"/>
                  </a:cubicBezTo>
                  <a:lnTo>
                    <a:pt x="101042" y="44392"/>
                  </a:lnTo>
                  <a:cubicBezTo>
                    <a:pt x="101042" y="24334"/>
                    <a:pt x="101042" y="17103"/>
                    <a:pt x="93689" y="8707"/>
                  </a:cubicBezTo>
                  <a:cubicBezTo>
                    <a:pt x="90369" y="4742"/>
                    <a:pt x="82542" y="77"/>
                    <a:pt x="68786" y="77"/>
                  </a:cubicBezTo>
                  <a:cubicBezTo>
                    <a:pt x="51473" y="77"/>
                    <a:pt x="40325" y="10106"/>
                    <a:pt x="33685" y="24567"/>
                  </a:cubicBezTo>
                  <a:lnTo>
                    <a:pt x="33685" y="77"/>
                  </a:lnTo>
                  <a:lnTo>
                    <a:pt x="243" y="2643"/>
                  </a:lnTo>
                  <a:lnTo>
                    <a:pt x="243" y="9873"/>
                  </a:lnTo>
                  <a:cubicBezTo>
                    <a:pt x="16845" y="9873"/>
                    <a:pt x="18743" y="11506"/>
                    <a:pt x="18743" y="2293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01" name="Freeform: Shape 5500">
              <a:extLst>
                <a:ext uri="{FF2B5EF4-FFF2-40B4-BE49-F238E27FC236}">
                  <a16:creationId xmlns:a16="http://schemas.microsoft.com/office/drawing/2014/main" id="{716A268A-D326-8072-FE43-F87DAB4DB6A6}"/>
                </a:ext>
              </a:extLst>
            </p:cNvPr>
            <p:cNvSpPr/>
            <p:nvPr>
              <p:custDataLst>
                <p:tags r:id="rId71"/>
              </p:custDataLst>
            </p:nvPr>
          </p:nvSpPr>
          <p:spPr>
            <a:xfrm>
              <a:off x="10524903" y="3485161"/>
              <a:ext cx="55024" cy="233236"/>
            </a:xfrm>
            <a:custGeom>
              <a:avLst/>
              <a:gdLst>
                <a:gd name="connsiteX0" fmla="*/ 55273 w 55024"/>
                <a:gd name="connsiteY0" fmla="*/ 230981 h 233236"/>
                <a:gd name="connsiteX1" fmla="*/ 51241 w 55024"/>
                <a:gd name="connsiteY1" fmla="*/ 225850 h 233236"/>
                <a:gd name="connsiteX2" fmla="*/ 14005 w 55024"/>
                <a:gd name="connsiteY2" fmla="*/ 116695 h 233236"/>
                <a:gd name="connsiteX3" fmla="*/ 52190 w 55024"/>
                <a:gd name="connsiteY3" fmla="*/ 6374 h 233236"/>
                <a:gd name="connsiteX4" fmla="*/ 55273 w 55024"/>
                <a:gd name="connsiteY4" fmla="*/ 2409 h 233236"/>
                <a:gd name="connsiteX5" fmla="*/ 52901 w 55024"/>
                <a:gd name="connsiteY5" fmla="*/ 77 h 233236"/>
                <a:gd name="connsiteX6" fmla="*/ 15191 w 55024"/>
                <a:gd name="connsiteY6" fmla="*/ 45558 h 233236"/>
                <a:gd name="connsiteX7" fmla="*/ 249 w 55024"/>
                <a:gd name="connsiteY7" fmla="*/ 116695 h 233236"/>
                <a:gd name="connsiteX8" fmla="*/ 15902 w 55024"/>
                <a:gd name="connsiteY8" fmla="*/ 189465 h 233236"/>
                <a:gd name="connsiteX9" fmla="*/ 52901 w 55024"/>
                <a:gd name="connsiteY9" fmla="*/ 233314 h 233236"/>
                <a:gd name="connsiteX10" fmla="*/ 55273 w 55024"/>
                <a:gd name="connsiteY10" fmla="*/ 230981 h 233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24" h="233236">
                  <a:moveTo>
                    <a:pt x="55273" y="230981"/>
                  </a:moveTo>
                  <a:cubicBezTo>
                    <a:pt x="55273" y="230282"/>
                    <a:pt x="55273" y="229815"/>
                    <a:pt x="51241" y="225850"/>
                  </a:cubicBezTo>
                  <a:cubicBezTo>
                    <a:pt x="21594" y="196462"/>
                    <a:pt x="14005" y="152381"/>
                    <a:pt x="14005" y="116695"/>
                  </a:cubicBezTo>
                  <a:cubicBezTo>
                    <a:pt x="14005" y="76112"/>
                    <a:pt x="23017" y="35529"/>
                    <a:pt x="52190" y="6374"/>
                  </a:cubicBezTo>
                  <a:cubicBezTo>
                    <a:pt x="55273" y="3575"/>
                    <a:pt x="55273" y="3109"/>
                    <a:pt x="55273" y="2409"/>
                  </a:cubicBezTo>
                  <a:cubicBezTo>
                    <a:pt x="55273" y="777"/>
                    <a:pt x="54324" y="77"/>
                    <a:pt x="52901" y="77"/>
                  </a:cubicBezTo>
                  <a:cubicBezTo>
                    <a:pt x="50529" y="77"/>
                    <a:pt x="29184" y="15937"/>
                    <a:pt x="15191" y="45558"/>
                  </a:cubicBezTo>
                  <a:cubicBezTo>
                    <a:pt x="3095" y="71214"/>
                    <a:pt x="249" y="97103"/>
                    <a:pt x="249" y="116695"/>
                  </a:cubicBezTo>
                  <a:cubicBezTo>
                    <a:pt x="249" y="134888"/>
                    <a:pt x="2858" y="163109"/>
                    <a:pt x="15902" y="189465"/>
                  </a:cubicBezTo>
                  <a:cubicBezTo>
                    <a:pt x="30133" y="218153"/>
                    <a:pt x="50529" y="233314"/>
                    <a:pt x="52901" y="233314"/>
                  </a:cubicBezTo>
                  <a:cubicBezTo>
                    <a:pt x="54324" y="233314"/>
                    <a:pt x="55273" y="232614"/>
                    <a:pt x="55273" y="23098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02" name="Freeform: Shape 5501">
              <a:extLst>
                <a:ext uri="{FF2B5EF4-FFF2-40B4-BE49-F238E27FC236}">
                  <a16:creationId xmlns:a16="http://schemas.microsoft.com/office/drawing/2014/main" id="{CDB5CAC8-670B-DDA3-1209-3821BCE16DD9}"/>
                </a:ext>
              </a:extLst>
            </p:cNvPr>
            <p:cNvSpPr/>
            <p:nvPr>
              <p:custDataLst>
                <p:tags r:id="rId72"/>
              </p:custDataLst>
            </p:nvPr>
          </p:nvSpPr>
          <p:spPr>
            <a:xfrm>
              <a:off x="10604567" y="3556998"/>
              <a:ext cx="91074" cy="105656"/>
            </a:xfrm>
            <a:custGeom>
              <a:avLst/>
              <a:gdLst>
                <a:gd name="connsiteX0" fmla="*/ 33694 w 91074"/>
                <a:gd name="connsiteY0" fmla="*/ 49290 h 105656"/>
                <a:gd name="connsiteX1" fmla="*/ 69981 w 91074"/>
                <a:gd name="connsiteY1" fmla="*/ 43925 h 105656"/>
                <a:gd name="connsiteX2" fmla="*/ 87769 w 91074"/>
                <a:gd name="connsiteY2" fmla="*/ 19902 h 105656"/>
                <a:gd name="connsiteX3" fmla="*/ 62392 w 91074"/>
                <a:gd name="connsiteY3" fmla="*/ 77 h 105656"/>
                <a:gd name="connsiteX4" fmla="*/ 253 w 91074"/>
                <a:gd name="connsiteY4" fmla="*/ 63517 h 105656"/>
                <a:gd name="connsiteX5" fmla="*/ 37489 w 91074"/>
                <a:gd name="connsiteY5" fmla="*/ 105733 h 105656"/>
                <a:gd name="connsiteX6" fmla="*/ 91327 w 91074"/>
                <a:gd name="connsiteY6" fmla="*/ 78211 h 105656"/>
                <a:gd name="connsiteX7" fmla="*/ 88481 w 91074"/>
                <a:gd name="connsiteY7" fmla="*/ 75179 h 105656"/>
                <a:gd name="connsiteX8" fmla="*/ 85398 w 91074"/>
                <a:gd name="connsiteY8" fmla="*/ 77512 h 105656"/>
                <a:gd name="connsiteX9" fmla="*/ 37963 w 91074"/>
                <a:gd name="connsiteY9" fmla="*/ 100602 h 105656"/>
                <a:gd name="connsiteX10" fmla="*/ 17329 w 91074"/>
                <a:gd name="connsiteY10" fmla="*/ 73547 h 105656"/>
                <a:gd name="connsiteX11" fmla="*/ 21124 w 91074"/>
                <a:gd name="connsiteY11" fmla="*/ 49290 h 105656"/>
                <a:gd name="connsiteX12" fmla="*/ 33694 w 91074"/>
                <a:gd name="connsiteY12" fmla="*/ 49290 h 105656"/>
                <a:gd name="connsiteX13" fmla="*/ 22547 w 91074"/>
                <a:gd name="connsiteY13" fmla="*/ 44159 h 105656"/>
                <a:gd name="connsiteX14" fmla="*/ 62392 w 91074"/>
                <a:gd name="connsiteY14" fmla="*/ 5208 h 105656"/>
                <a:gd name="connsiteX15" fmla="*/ 79943 w 91074"/>
                <a:gd name="connsiteY15" fmla="*/ 19902 h 105656"/>
                <a:gd name="connsiteX16" fmla="*/ 32271 w 91074"/>
                <a:gd name="connsiteY16" fmla="*/ 44159 h 105656"/>
                <a:gd name="connsiteX17" fmla="*/ 22547 w 91074"/>
                <a:gd name="connsiteY17" fmla="*/ 44159 h 10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074" h="105656">
                  <a:moveTo>
                    <a:pt x="33694" y="49290"/>
                  </a:moveTo>
                  <a:cubicBezTo>
                    <a:pt x="40572" y="49290"/>
                    <a:pt x="58123" y="48823"/>
                    <a:pt x="69981" y="43925"/>
                  </a:cubicBezTo>
                  <a:cubicBezTo>
                    <a:pt x="86583" y="36928"/>
                    <a:pt x="87769" y="23167"/>
                    <a:pt x="87769" y="19902"/>
                  </a:cubicBezTo>
                  <a:cubicBezTo>
                    <a:pt x="87769" y="9640"/>
                    <a:pt x="78757" y="77"/>
                    <a:pt x="62392" y="77"/>
                  </a:cubicBezTo>
                  <a:cubicBezTo>
                    <a:pt x="36066" y="77"/>
                    <a:pt x="253" y="22701"/>
                    <a:pt x="253" y="63517"/>
                  </a:cubicBezTo>
                  <a:cubicBezTo>
                    <a:pt x="253" y="87307"/>
                    <a:pt x="14246" y="105733"/>
                    <a:pt x="37489" y="105733"/>
                  </a:cubicBezTo>
                  <a:cubicBezTo>
                    <a:pt x="71404" y="105733"/>
                    <a:pt x="91327" y="81010"/>
                    <a:pt x="91327" y="78211"/>
                  </a:cubicBezTo>
                  <a:cubicBezTo>
                    <a:pt x="91327" y="76812"/>
                    <a:pt x="89904" y="75179"/>
                    <a:pt x="88481" y="75179"/>
                  </a:cubicBezTo>
                  <a:cubicBezTo>
                    <a:pt x="87295" y="75179"/>
                    <a:pt x="86821" y="75646"/>
                    <a:pt x="85398" y="77512"/>
                  </a:cubicBezTo>
                  <a:cubicBezTo>
                    <a:pt x="66661" y="100602"/>
                    <a:pt x="40809" y="100602"/>
                    <a:pt x="37963" y="100602"/>
                  </a:cubicBezTo>
                  <a:cubicBezTo>
                    <a:pt x="19464" y="100602"/>
                    <a:pt x="17329" y="81010"/>
                    <a:pt x="17329" y="73547"/>
                  </a:cubicBezTo>
                  <a:cubicBezTo>
                    <a:pt x="17329" y="70748"/>
                    <a:pt x="17566" y="63517"/>
                    <a:pt x="21124" y="49290"/>
                  </a:cubicBezTo>
                  <a:lnTo>
                    <a:pt x="33694" y="49290"/>
                  </a:lnTo>
                  <a:close/>
                  <a:moveTo>
                    <a:pt x="22547" y="44159"/>
                  </a:moveTo>
                  <a:cubicBezTo>
                    <a:pt x="31797" y="8707"/>
                    <a:pt x="56225" y="5208"/>
                    <a:pt x="62392" y="5208"/>
                  </a:cubicBezTo>
                  <a:cubicBezTo>
                    <a:pt x="73539" y="5208"/>
                    <a:pt x="79943" y="11972"/>
                    <a:pt x="79943" y="19902"/>
                  </a:cubicBezTo>
                  <a:cubicBezTo>
                    <a:pt x="79943" y="44159"/>
                    <a:pt x="41995" y="44159"/>
                    <a:pt x="32271" y="44159"/>
                  </a:cubicBezTo>
                  <a:lnTo>
                    <a:pt x="22547" y="441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03" name="Freeform: Shape 5502">
              <a:extLst>
                <a:ext uri="{FF2B5EF4-FFF2-40B4-BE49-F238E27FC236}">
                  <a16:creationId xmlns:a16="http://schemas.microsoft.com/office/drawing/2014/main" id="{B0A8D67C-25B1-9D04-8DEA-4FB908165117}"/>
                </a:ext>
              </a:extLst>
            </p:cNvPr>
            <p:cNvSpPr/>
            <p:nvPr>
              <p:custDataLst>
                <p:tags r:id="rId73"/>
              </p:custDataLst>
            </p:nvPr>
          </p:nvSpPr>
          <p:spPr>
            <a:xfrm>
              <a:off x="10722021" y="3518889"/>
              <a:ext cx="112230" cy="8000"/>
            </a:xfrm>
            <a:custGeom>
              <a:avLst/>
              <a:gdLst>
                <a:gd name="connsiteX0" fmla="*/ 105847 w 112230"/>
                <a:gd name="connsiteY0" fmla="*/ 8073 h 8000"/>
                <a:gd name="connsiteX1" fmla="*/ 112487 w 112230"/>
                <a:gd name="connsiteY1" fmla="*/ 4154 h 8000"/>
                <a:gd name="connsiteX2" fmla="*/ 105847 w 112230"/>
                <a:gd name="connsiteY2" fmla="*/ 73 h 8000"/>
                <a:gd name="connsiteX3" fmla="*/ 6898 w 112230"/>
                <a:gd name="connsiteY3" fmla="*/ 73 h 8000"/>
                <a:gd name="connsiteX4" fmla="*/ 257 w 112230"/>
                <a:gd name="connsiteY4" fmla="*/ 3991 h 8000"/>
                <a:gd name="connsiteX5" fmla="*/ 6898 w 112230"/>
                <a:gd name="connsiteY5" fmla="*/ 8073 h 8000"/>
                <a:gd name="connsiteX6" fmla="*/ 105847 w 112230"/>
                <a:gd name="connsiteY6" fmla="*/ 8073 h 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230" h="8000">
                  <a:moveTo>
                    <a:pt x="105847" y="8073"/>
                  </a:moveTo>
                  <a:cubicBezTo>
                    <a:pt x="108503" y="8073"/>
                    <a:pt x="112487" y="8073"/>
                    <a:pt x="112487" y="4154"/>
                  </a:cubicBezTo>
                  <a:cubicBezTo>
                    <a:pt x="112487" y="73"/>
                    <a:pt x="108669" y="73"/>
                    <a:pt x="105847" y="73"/>
                  </a:cubicBezTo>
                  <a:lnTo>
                    <a:pt x="6898" y="73"/>
                  </a:lnTo>
                  <a:cubicBezTo>
                    <a:pt x="4242" y="73"/>
                    <a:pt x="257" y="73"/>
                    <a:pt x="257" y="3991"/>
                  </a:cubicBezTo>
                  <a:cubicBezTo>
                    <a:pt x="257" y="8073"/>
                    <a:pt x="4076" y="8073"/>
                    <a:pt x="6898" y="8073"/>
                  </a:cubicBezTo>
                  <a:lnTo>
                    <a:pt x="105847" y="807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04" name="Freeform: Shape 5503">
              <a:extLst>
                <a:ext uri="{FF2B5EF4-FFF2-40B4-BE49-F238E27FC236}">
                  <a16:creationId xmlns:a16="http://schemas.microsoft.com/office/drawing/2014/main" id="{9AD710AA-08CC-ACA4-3CF2-01AFAE67EE71}"/>
                </a:ext>
              </a:extLst>
            </p:cNvPr>
            <p:cNvSpPr/>
            <p:nvPr>
              <p:custDataLst>
                <p:tags r:id="rId74"/>
              </p:custDataLst>
            </p:nvPr>
          </p:nvSpPr>
          <p:spPr>
            <a:xfrm>
              <a:off x="10858135" y="3491297"/>
              <a:ext cx="101770" cy="72489"/>
            </a:xfrm>
            <a:custGeom>
              <a:avLst/>
              <a:gdLst>
                <a:gd name="connsiteX0" fmla="*/ 60031 w 101770"/>
                <a:gd name="connsiteY0" fmla="*/ 33053 h 72489"/>
                <a:gd name="connsiteX1" fmla="*/ 82942 w 101770"/>
                <a:gd name="connsiteY1" fmla="*/ 10359 h 72489"/>
                <a:gd name="connsiteX2" fmla="*/ 98382 w 101770"/>
                <a:gd name="connsiteY2" fmla="*/ 9216 h 72489"/>
                <a:gd name="connsiteX3" fmla="*/ 98382 w 101770"/>
                <a:gd name="connsiteY3" fmla="*/ 73 h 72489"/>
                <a:gd name="connsiteX4" fmla="*/ 82278 w 101770"/>
                <a:gd name="connsiteY4" fmla="*/ 726 h 72489"/>
                <a:gd name="connsiteX5" fmla="*/ 63849 w 101770"/>
                <a:gd name="connsiteY5" fmla="*/ 73 h 72489"/>
                <a:gd name="connsiteX6" fmla="*/ 63849 w 101770"/>
                <a:gd name="connsiteY6" fmla="*/ 9216 h 72489"/>
                <a:gd name="connsiteX7" fmla="*/ 68332 w 101770"/>
                <a:gd name="connsiteY7" fmla="*/ 10195 h 72489"/>
                <a:gd name="connsiteX8" fmla="*/ 52726 w 101770"/>
                <a:gd name="connsiteY8" fmla="*/ 25706 h 72489"/>
                <a:gd name="connsiteX9" fmla="*/ 36622 w 101770"/>
                <a:gd name="connsiteY9" fmla="*/ 9216 h 72489"/>
                <a:gd name="connsiteX10" fmla="*/ 41105 w 101770"/>
                <a:gd name="connsiteY10" fmla="*/ 9216 h 72489"/>
                <a:gd name="connsiteX11" fmla="*/ 41105 w 101770"/>
                <a:gd name="connsiteY11" fmla="*/ 73 h 72489"/>
                <a:gd name="connsiteX12" fmla="*/ 20020 w 101770"/>
                <a:gd name="connsiteY12" fmla="*/ 726 h 72489"/>
                <a:gd name="connsiteX13" fmla="*/ 1260 w 101770"/>
                <a:gd name="connsiteY13" fmla="*/ 73 h 72489"/>
                <a:gd name="connsiteX14" fmla="*/ 1260 w 101770"/>
                <a:gd name="connsiteY14" fmla="*/ 9216 h 72489"/>
                <a:gd name="connsiteX15" fmla="*/ 13711 w 101770"/>
                <a:gd name="connsiteY15" fmla="*/ 9216 h 72489"/>
                <a:gd name="connsiteX16" fmla="*/ 40939 w 101770"/>
                <a:gd name="connsiteY16" fmla="*/ 37134 h 72489"/>
                <a:gd name="connsiteX17" fmla="*/ 17032 w 101770"/>
                <a:gd name="connsiteY17" fmla="*/ 60808 h 72489"/>
                <a:gd name="connsiteX18" fmla="*/ 9561 w 101770"/>
                <a:gd name="connsiteY18" fmla="*/ 63257 h 72489"/>
                <a:gd name="connsiteX19" fmla="*/ 263 w 101770"/>
                <a:gd name="connsiteY19" fmla="*/ 63420 h 72489"/>
                <a:gd name="connsiteX20" fmla="*/ 263 w 101770"/>
                <a:gd name="connsiteY20" fmla="*/ 72563 h 72489"/>
                <a:gd name="connsiteX21" fmla="*/ 16368 w 101770"/>
                <a:gd name="connsiteY21" fmla="*/ 71910 h 72489"/>
                <a:gd name="connsiteX22" fmla="*/ 34796 w 101770"/>
                <a:gd name="connsiteY22" fmla="*/ 72563 h 72489"/>
                <a:gd name="connsiteX23" fmla="*/ 34796 w 101770"/>
                <a:gd name="connsiteY23" fmla="*/ 63420 h 72489"/>
                <a:gd name="connsiteX24" fmla="*/ 30313 w 101770"/>
                <a:gd name="connsiteY24" fmla="*/ 62277 h 72489"/>
                <a:gd name="connsiteX25" fmla="*/ 48244 w 101770"/>
                <a:gd name="connsiteY25" fmla="*/ 44644 h 72489"/>
                <a:gd name="connsiteX26" fmla="*/ 66672 w 101770"/>
                <a:gd name="connsiteY26" fmla="*/ 63420 h 72489"/>
                <a:gd name="connsiteX27" fmla="*/ 62355 w 101770"/>
                <a:gd name="connsiteY27" fmla="*/ 63420 h 72489"/>
                <a:gd name="connsiteX28" fmla="*/ 62355 w 101770"/>
                <a:gd name="connsiteY28" fmla="*/ 72563 h 72489"/>
                <a:gd name="connsiteX29" fmla="*/ 83440 w 101770"/>
                <a:gd name="connsiteY29" fmla="*/ 71910 h 72489"/>
                <a:gd name="connsiteX30" fmla="*/ 102034 w 101770"/>
                <a:gd name="connsiteY30" fmla="*/ 72563 h 72489"/>
                <a:gd name="connsiteX31" fmla="*/ 102034 w 101770"/>
                <a:gd name="connsiteY31" fmla="*/ 63420 h 72489"/>
                <a:gd name="connsiteX32" fmla="*/ 89749 w 101770"/>
                <a:gd name="connsiteY32" fmla="*/ 63420 h 72489"/>
                <a:gd name="connsiteX33" fmla="*/ 60031 w 101770"/>
                <a:gd name="connsiteY33" fmla="*/ 33053 h 72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1770" h="72489">
                  <a:moveTo>
                    <a:pt x="60031" y="33053"/>
                  </a:moveTo>
                  <a:lnTo>
                    <a:pt x="82942" y="10359"/>
                  </a:lnTo>
                  <a:cubicBezTo>
                    <a:pt x="86926" y="9216"/>
                    <a:pt x="91243" y="9216"/>
                    <a:pt x="98382" y="9216"/>
                  </a:cubicBezTo>
                  <a:lnTo>
                    <a:pt x="98382" y="73"/>
                  </a:lnTo>
                  <a:cubicBezTo>
                    <a:pt x="93069" y="563"/>
                    <a:pt x="87590" y="726"/>
                    <a:pt x="82278" y="726"/>
                  </a:cubicBezTo>
                  <a:cubicBezTo>
                    <a:pt x="76633" y="726"/>
                    <a:pt x="65178" y="236"/>
                    <a:pt x="63849" y="73"/>
                  </a:cubicBezTo>
                  <a:lnTo>
                    <a:pt x="63849" y="9216"/>
                  </a:lnTo>
                  <a:cubicBezTo>
                    <a:pt x="66008" y="9216"/>
                    <a:pt x="67170" y="9542"/>
                    <a:pt x="68332" y="10195"/>
                  </a:cubicBezTo>
                  <a:lnTo>
                    <a:pt x="52726" y="25706"/>
                  </a:lnTo>
                  <a:lnTo>
                    <a:pt x="36622" y="9216"/>
                  </a:lnTo>
                  <a:lnTo>
                    <a:pt x="41105" y="9216"/>
                  </a:lnTo>
                  <a:lnTo>
                    <a:pt x="41105" y="73"/>
                  </a:lnTo>
                  <a:cubicBezTo>
                    <a:pt x="40108" y="73"/>
                    <a:pt x="26993" y="726"/>
                    <a:pt x="20020" y="726"/>
                  </a:cubicBezTo>
                  <a:cubicBezTo>
                    <a:pt x="13711" y="726"/>
                    <a:pt x="7568" y="563"/>
                    <a:pt x="1260" y="73"/>
                  </a:cubicBezTo>
                  <a:lnTo>
                    <a:pt x="1260" y="9216"/>
                  </a:lnTo>
                  <a:lnTo>
                    <a:pt x="13711" y="9216"/>
                  </a:lnTo>
                  <a:lnTo>
                    <a:pt x="40939" y="37134"/>
                  </a:lnTo>
                  <a:lnTo>
                    <a:pt x="17032" y="60808"/>
                  </a:lnTo>
                  <a:cubicBezTo>
                    <a:pt x="14873" y="62767"/>
                    <a:pt x="14707" y="62930"/>
                    <a:pt x="9561" y="63257"/>
                  </a:cubicBezTo>
                  <a:cubicBezTo>
                    <a:pt x="6904" y="63420"/>
                    <a:pt x="1094" y="63420"/>
                    <a:pt x="263" y="63420"/>
                  </a:cubicBezTo>
                  <a:lnTo>
                    <a:pt x="263" y="72563"/>
                  </a:lnTo>
                  <a:cubicBezTo>
                    <a:pt x="5576" y="72073"/>
                    <a:pt x="11055" y="71910"/>
                    <a:pt x="16368" y="71910"/>
                  </a:cubicBezTo>
                  <a:cubicBezTo>
                    <a:pt x="20850" y="71910"/>
                    <a:pt x="32638" y="72400"/>
                    <a:pt x="34796" y="72563"/>
                  </a:cubicBezTo>
                  <a:lnTo>
                    <a:pt x="34796" y="63420"/>
                  </a:lnTo>
                  <a:cubicBezTo>
                    <a:pt x="32139" y="63420"/>
                    <a:pt x="31475" y="63093"/>
                    <a:pt x="30313" y="62277"/>
                  </a:cubicBezTo>
                  <a:lnTo>
                    <a:pt x="48244" y="44644"/>
                  </a:lnTo>
                  <a:lnTo>
                    <a:pt x="66672" y="63420"/>
                  </a:lnTo>
                  <a:lnTo>
                    <a:pt x="62355" y="63420"/>
                  </a:lnTo>
                  <a:lnTo>
                    <a:pt x="62355" y="72563"/>
                  </a:lnTo>
                  <a:cubicBezTo>
                    <a:pt x="62521" y="72563"/>
                    <a:pt x="75803" y="71910"/>
                    <a:pt x="83440" y="71910"/>
                  </a:cubicBezTo>
                  <a:cubicBezTo>
                    <a:pt x="89583" y="71910"/>
                    <a:pt x="95891" y="72073"/>
                    <a:pt x="102034" y="72563"/>
                  </a:cubicBezTo>
                  <a:lnTo>
                    <a:pt x="102034" y="63420"/>
                  </a:lnTo>
                  <a:lnTo>
                    <a:pt x="89749" y="63420"/>
                  </a:lnTo>
                  <a:lnTo>
                    <a:pt x="60031" y="3305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05" name="Freeform: Shape 5504">
              <a:extLst>
                <a:ext uri="{FF2B5EF4-FFF2-40B4-BE49-F238E27FC236}">
                  <a16:creationId xmlns:a16="http://schemas.microsoft.com/office/drawing/2014/main" id="{416D75E0-1EB7-8203-2030-EC9C041920F4}"/>
                </a:ext>
              </a:extLst>
            </p:cNvPr>
            <p:cNvSpPr/>
            <p:nvPr>
              <p:custDataLst>
                <p:tags r:id="rId75"/>
              </p:custDataLst>
            </p:nvPr>
          </p:nvSpPr>
          <p:spPr>
            <a:xfrm>
              <a:off x="10976701" y="3428212"/>
              <a:ext cx="32848" cy="60758"/>
            </a:xfrm>
            <a:custGeom>
              <a:avLst/>
              <a:gdLst>
                <a:gd name="connsiteX0" fmla="*/ 31931 w 32848"/>
                <a:gd name="connsiteY0" fmla="*/ 11032 h 60758"/>
                <a:gd name="connsiteX1" fmla="*/ 33117 w 32848"/>
                <a:gd name="connsiteY1" fmla="*/ 6950 h 60758"/>
                <a:gd name="connsiteX2" fmla="*/ 25764 w 32848"/>
                <a:gd name="connsiteY2" fmla="*/ 70 h 60758"/>
                <a:gd name="connsiteX3" fmla="*/ 19005 w 32848"/>
                <a:gd name="connsiteY3" fmla="*/ 5434 h 60758"/>
                <a:gd name="connsiteX4" fmla="*/ 743 w 32848"/>
                <a:gd name="connsiteY4" fmla="*/ 55930 h 60758"/>
                <a:gd name="connsiteX5" fmla="*/ 268 w 32848"/>
                <a:gd name="connsiteY5" fmla="*/ 57796 h 60758"/>
                <a:gd name="connsiteX6" fmla="*/ 5367 w 32848"/>
                <a:gd name="connsiteY6" fmla="*/ 60828 h 60758"/>
                <a:gd name="connsiteX7" fmla="*/ 7383 w 32848"/>
                <a:gd name="connsiteY7" fmla="*/ 58845 h 60758"/>
                <a:gd name="connsiteX8" fmla="*/ 31931 w 32848"/>
                <a:gd name="connsiteY8" fmla="*/ 11032 h 60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8" h="60758">
                  <a:moveTo>
                    <a:pt x="31931" y="11032"/>
                  </a:moveTo>
                  <a:cubicBezTo>
                    <a:pt x="32049" y="10915"/>
                    <a:pt x="33117" y="8700"/>
                    <a:pt x="33117" y="6950"/>
                  </a:cubicBezTo>
                  <a:cubicBezTo>
                    <a:pt x="33117" y="2752"/>
                    <a:pt x="29322" y="70"/>
                    <a:pt x="25764" y="70"/>
                  </a:cubicBezTo>
                  <a:cubicBezTo>
                    <a:pt x="20902" y="70"/>
                    <a:pt x="19598" y="3685"/>
                    <a:pt x="19005" y="5434"/>
                  </a:cubicBezTo>
                  <a:lnTo>
                    <a:pt x="743" y="55930"/>
                  </a:lnTo>
                  <a:cubicBezTo>
                    <a:pt x="268" y="57329"/>
                    <a:pt x="268" y="57679"/>
                    <a:pt x="268" y="57796"/>
                  </a:cubicBezTo>
                  <a:cubicBezTo>
                    <a:pt x="268" y="59662"/>
                    <a:pt x="5249" y="60828"/>
                    <a:pt x="5367" y="60828"/>
                  </a:cubicBezTo>
                  <a:cubicBezTo>
                    <a:pt x="6435" y="60828"/>
                    <a:pt x="6672" y="60245"/>
                    <a:pt x="7383" y="58845"/>
                  </a:cubicBezTo>
                  <a:lnTo>
                    <a:pt x="31931" y="1103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06" name="Freeform: Shape 5505">
              <a:extLst>
                <a:ext uri="{FF2B5EF4-FFF2-40B4-BE49-F238E27FC236}">
                  <a16:creationId xmlns:a16="http://schemas.microsoft.com/office/drawing/2014/main" id="{FFD5DD02-0949-5B41-6992-2FCCA5C5BEB2}"/>
                </a:ext>
              </a:extLst>
            </p:cNvPr>
            <p:cNvSpPr/>
            <p:nvPr>
              <p:custDataLst>
                <p:tags r:id="rId76"/>
              </p:custDataLst>
            </p:nvPr>
          </p:nvSpPr>
          <p:spPr>
            <a:xfrm>
              <a:off x="11033312" y="3449175"/>
              <a:ext cx="116048" cy="146286"/>
            </a:xfrm>
            <a:custGeom>
              <a:avLst/>
              <a:gdLst>
                <a:gd name="connsiteX0" fmla="*/ 11062 w 116048"/>
                <a:gd name="connsiteY0" fmla="*/ 142767 h 146286"/>
                <a:gd name="connsiteX1" fmla="*/ 21190 w 116048"/>
                <a:gd name="connsiteY1" fmla="*/ 102440 h 146286"/>
                <a:gd name="connsiteX2" fmla="*/ 58876 w 116048"/>
                <a:gd name="connsiteY2" fmla="*/ 116808 h 146286"/>
                <a:gd name="connsiteX3" fmla="*/ 114991 w 116048"/>
                <a:gd name="connsiteY3" fmla="*/ 71420 h 146286"/>
                <a:gd name="connsiteX4" fmla="*/ 103702 w 116048"/>
                <a:gd name="connsiteY4" fmla="*/ 49216 h 146286"/>
                <a:gd name="connsiteX5" fmla="*/ 116320 w 116048"/>
                <a:gd name="connsiteY5" fmla="*/ 23257 h 146286"/>
                <a:gd name="connsiteX6" fmla="*/ 86768 w 116048"/>
                <a:gd name="connsiteY6" fmla="*/ 73 h 146286"/>
                <a:gd name="connsiteX7" fmla="*/ 26004 w 116048"/>
                <a:gd name="connsiteY7" fmla="*/ 41869 h 146286"/>
                <a:gd name="connsiteX8" fmla="*/ 935 w 116048"/>
                <a:gd name="connsiteY8" fmla="*/ 140645 h 146286"/>
                <a:gd name="connsiteX9" fmla="*/ 271 w 116048"/>
                <a:gd name="connsiteY9" fmla="*/ 143420 h 146286"/>
                <a:gd name="connsiteX10" fmla="*/ 5584 w 116048"/>
                <a:gd name="connsiteY10" fmla="*/ 146359 h 146286"/>
                <a:gd name="connsiteX11" fmla="*/ 11062 w 116048"/>
                <a:gd name="connsiteY11" fmla="*/ 142767 h 146286"/>
                <a:gd name="connsiteX12" fmla="*/ 63027 w 116048"/>
                <a:gd name="connsiteY12" fmla="*/ 51338 h 146286"/>
                <a:gd name="connsiteX13" fmla="*/ 74150 w 116048"/>
                <a:gd name="connsiteY13" fmla="*/ 49706 h 146286"/>
                <a:gd name="connsiteX14" fmla="*/ 81953 w 116048"/>
                <a:gd name="connsiteY14" fmla="*/ 50359 h 146286"/>
                <a:gd name="connsiteX15" fmla="*/ 71826 w 116048"/>
                <a:gd name="connsiteY15" fmla="*/ 52318 h 146286"/>
                <a:gd name="connsiteX16" fmla="*/ 63027 w 116048"/>
                <a:gd name="connsiteY16" fmla="*/ 51338 h 146286"/>
                <a:gd name="connsiteX17" fmla="*/ 89922 w 116048"/>
                <a:gd name="connsiteY17" fmla="*/ 43501 h 146286"/>
                <a:gd name="connsiteX18" fmla="*/ 74648 w 116048"/>
                <a:gd name="connsiteY18" fmla="*/ 42195 h 146286"/>
                <a:gd name="connsiteX19" fmla="*/ 52401 w 116048"/>
                <a:gd name="connsiteY19" fmla="*/ 51991 h 146286"/>
                <a:gd name="connsiteX20" fmla="*/ 71494 w 116048"/>
                <a:gd name="connsiteY20" fmla="*/ 59828 h 146286"/>
                <a:gd name="connsiteX21" fmla="*/ 91914 w 116048"/>
                <a:gd name="connsiteY21" fmla="*/ 56399 h 146286"/>
                <a:gd name="connsiteX22" fmla="*/ 93907 w 116048"/>
                <a:gd name="connsiteY22" fmla="*/ 65053 h 146286"/>
                <a:gd name="connsiteX23" fmla="*/ 84111 w 116048"/>
                <a:gd name="connsiteY23" fmla="*/ 97379 h 146286"/>
                <a:gd name="connsiteX24" fmla="*/ 58710 w 116048"/>
                <a:gd name="connsiteY24" fmla="*/ 109298 h 146286"/>
                <a:gd name="connsiteX25" fmla="*/ 26170 w 116048"/>
                <a:gd name="connsiteY25" fmla="*/ 86114 h 146286"/>
                <a:gd name="connsiteX26" fmla="*/ 29159 w 116048"/>
                <a:gd name="connsiteY26" fmla="*/ 71583 h 146286"/>
                <a:gd name="connsiteX27" fmla="*/ 35633 w 116048"/>
                <a:gd name="connsiteY27" fmla="*/ 45624 h 146286"/>
                <a:gd name="connsiteX28" fmla="*/ 53232 w 116048"/>
                <a:gd name="connsiteY28" fmla="*/ 19012 h 146286"/>
                <a:gd name="connsiteX29" fmla="*/ 85938 w 116048"/>
                <a:gd name="connsiteY29" fmla="*/ 7583 h 146286"/>
                <a:gd name="connsiteX30" fmla="*/ 97227 w 116048"/>
                <a:gd name="connsiteY30" fmla="*/ 17379 h 146286"/>
                <a:gd name="connsiteX31" fmla="*/ 89922 w 116048"/>
                <a:gd name="connsiteY31" fmla="*/ 43501 h 146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6048" h="146286">
                  <a:moveTo>
                    <a:pt x="11062" y="142767"/>
                  </a:moveTo>
                  <a:lnTo>
                    <a:pt x="21190" y="102440"/>
                  </a:lnTo>
                  <a:cubicBezTo>
                    <a:pt x="24344" y="106522"/>
                    <a:pt x="35467" y="116808"/>
                    <a:pt x="58876" y="116808"/>
                  </a:cubicBezTo>
                  <a:cubicBezTo>
                    <a:pt x="96065" y="116808"/>
                    <a:pt x="114991" y="91991"/>
                    <a:pt x="114991" y="71420"/>
                  </a:cubicBezTo>
                  <a:cubicBezTo>
                    <a:pt x="114991" y="61950"/>
                    <a:pt x="111173" y="54440"/>
                    <a:pt x="103702" y="49216"/>
                  </a:cubicBezTo>
                  <a:cubicBezTo>
                    <a:pt x="111007" y="43338"/>
                    <a:pt x="116320" y="32889"/>
                    <a:pt x="116320" y="23257"/>
                  </a:cubicBezTo>
                  <a:cubicBezTo>
                    <a:pt x="116320" y="10032"/>
                    <a:pt x="106690" y="73"/>
                    <a:pt x="86768" y="73"/>
                  </a:cubicBezTo>
                  <a:cubicBezTo>
                    <a:pt x="62197" y="73"/>
                    <a:pt x="32645" y="15420"/>
                    <a:pt x="26004" y="41869"/>
                  </a:cubicBezTo>
                  <a:lnTo>
                    <a:pt x="935" y="140645"/>
                  </a:lnTo>
                  <a:cubicBezTo>
                    <a:pt x="271" y="142930"/>
                    <a:pt x="271" y="143257"/>
                    <a:pt x="271" y="143420"/>
                  </a:cubicBezTo>
                  <a:cubicBezTo>
                    <a:pt x="271" y="146359"/>
                    <a:pt x="3093" y="146359"/>
                    <a:pt x="5584" y="146359"/>
                  </a:cubicBezTo>
                  <a:cubicBezTo>
                    <a:pt x="8904" y="146359"/>
                    <a:pt x="10232" y="146359"/>
                    <a:pt x="11062" y="142767"/>
                  </a:cubicBezTo>
                  <a:close/>
                  <a:moveTo>
                    <a:pt x="63027" y="51338"/>
                  </a:moveTo>
                  <a:cubicBezTo>
                    <a:pt x="65185" y="50359"/>
                    <a:pt x="66679" y="49706"/>
                    <a:pt x="74150" y="49706"/>
                  </a:cubicBezTo>
                  <a:cubicBezTo>
                    <a:pt x="76807" y="49706"/>
                    <a:pt x="78965" y="49706"/>
                    <a:pt x="81953" y="50359"/>
                  </a:cubicBezTo>
                  <a:cubicBezTo>
                    <a:pt x="78301" y="52318"/>
                    <a:pt x="74814" y="52318"/>
                    <a:pt x="71826" y="52318"/>
                  </a:cubicBezTo>
                  <a:cubicBezTo>
                    <a:pt x="66845" y="52318"/>
                    <a:pt x="66347" y="52155"/>
                    <a:pt x="63027" y="51338"/>
                  </a:cubicBezTo>
                  <a:close/>
                  <a:moveTo>
                    <a:pt x="89922" y="43501"/>
                  </a:moveTo>
                  <a:cubicBezTo>
                    <a:pt x="83613" y="42195"/>
                    <a:pt x="77969" y="42195"/>
                    <a:pt x="74648" y="42195"/>
                  </a:cubicBezTo>
                  <a:cubicBezTo>
                    <a:pt x="67509" y="42195"/>
                    <a:pt x="52401" y="42195"/>
                    <a:pt x="52401" y="51991"/>
                  </a:cubicBezTo>
                  <a:cubicBezTo>
                    <a:pt x="52401" y="59665"/>
                    <a:pt x="63359" y="59828"/>
                    <a:pt x="71494" y="59828"/>
                  </a:cubicBezTo>
                  <a:cubicBezTo>
                    <a:pt x="76308" y="59828"/>
                    <a:pt x="83115" y="59828"/>
                    <a:pt x="91914" y="56399"/>
                  </a:cubicBezTo>
                  <a:cubicBezTo>
                    <a:pt x="93409" y="58685"/>
                    <a:pt x="93907" y="62114"/>
                    <a:pt x="93907" y="65053"/>
                  </a:cubicBezTo>
                  <a:cubicBezTo>
                    <a:pt x="93907" y="70767"/>
                    <a:pt x="90420" y="88726"/>
                    <a:pt x="84111" y="97379"/>
                  </a:cubicBezTo>
                  <a:cubicBezTo>
                    <a:pt x="78135" y="105379"/>
                    <a:pt x="69004" y="109298"/>
                    <a:pt x="58710" y="109298"/>
                  </a:cubicBezTo>
                  <a:cubicBezTo>
                    <a:pt x="44598" y="109298"/>
                    <a:pt x="26170" y="102930"/>
                    <a:pt x="26170" y="86114"/>
                  </a:cubicBezTo>
                  <a:cubicBezTo>
                    <a:pt x="26170" y="83012"/>
                    <a:pt x="27830" y="76318"/>
                    <a:pt x="29159" y="71583"/>
                  </a:cubicBezTo>
                  <a:cubicBezTo>
                    <a:pt x="29989" y="67991"/>
                    <a:pt x="35301" y="47093"/>
                    <a:pt x="35633" y="45624"/>
                  </a:cubicBezTo>
                  <a:cubicBezTo>
                    <a:pt x="37128" y="39910"/>
                    <a:pt x="39950" y="28808"/>
                    <a:pt x="53232" y="19012"/>
                  </a:cubicBezTo>
                  <a:cubicBezTo>
                    <a:pt x="66845" y="8889"/>
                    <a:pt x="79961" y="7583"/>
                    <a:pt x="85938" y="7583"/>
                  </a:cubicBezTo>
                  <a:cubicBezTo>
                    <a:pt x="97227" y="7583"/>
                    <a:pt x="97227" y="14767"/>
                    <a:pt x="97227" y="17379"/>
                  </a:cubicBezTo>
                  <a:cubicBezTo>
                    <a:pt x="97227" y="21297"/>
                    <a:pt x="94239" y="36155"/>
                    <a:pt x="89922" y="4350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07" name="Freeform: Shape 5506">
              <a:extLst>
                <a:ext uri="{FF2B5EF4-FFF2-40B4-BE49-F238E27FC236}">
                  <a16:creationId xmlns:a16="http://schemas.microsoft.com/office/drawing/2014/main" id="{DD5C8910-C980-B3FD-F92B-457B9DC292AB}"/>
                </a:ext>
              </a:extLst>
            </p:cNvPr>
            <p:cNvSpPr/>
            <p:nvPr>
              <p:custDataLst>
                <p:tags r:id="rId77"/>
              </p:custDataLst>
            </p:nvPr>
          </p:nvSpPr>
          <p:spPr>
            <a:xfrm>
              <a:off x="11183194" y="3485161"/>
              <a:ext cx="55024" cy="233236"/>
            </a:xfrm>
            <a:custGeom>
              <a:avLst/>
              <a:gdLst>
                <a:gd name="connsiteX0" fmla="*/ 55301 w 55024"/>
                <a:gd name="connsiteY0" fmla="*/ 116695 h 233236"/>
                <a:gd name="connsiteX1" fmla="*/ 39647 w 55024"/>
                <a:gd name="connsiteY1" fmla="*/ 43925 h 233236"/>
                <a:gd name="connsiteX2" fmla="*/ 2649 w 55024"/>
                <a:gd name="connsiteY2" fmla="*/ 77 h 233236"/>
                <a:gd name="connsiteX3" fmla="*/ 277 w 55024"/>
                <a:gd name="connsiteY3" fmla="*/ 2409 h 233236"/>
                <a:gd name="connsiteX4" fmla="*/ 4783 w 55024"/>
                <a:gd name="connsiteY4" fmla="*/ 7774 h 233236"/>
                <a:gd name="connsiteX5" fmla="*/ 41545 w 55024"/>
                <a:gd name="connsiteY5" fmla="*/ 116695 h 233236"/>
                <a:gd name="connsiteX6" fmla="*/ 3360 w 55024"/>
                <a:gd name="connsiteY6" fmla="*/ 227016 h 233236"/>
                <a:gd name="connsiteX7" fmla="*/ 277 w 55024"/>
                <a:gd name="connsiteY7" fmla="*/ 230981 h 233236"/>
                <a:gd name="connsiteX8" fmla="*/ 2649 w 55024"/>
                <a:gd name="connsiteY8" fmla="*/ 233314 h 233236"/>
                <a:gd name="connsiteX9" fmla="*/ 40359 w 55024"/>
                <a:gd name="connsiteY9" fmla="*/ 187832 h 233236"/>
                <a:gd name="connsiteX10" fmla="*/ 55301 w 55024"/>
                <a:gd name="connsiteY10" fmla="*/ 116695 h 233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24" h="233236">
                  <a:moveTo>
                    <a:pt x="55301" y="116695"/>
                  </a:moveTo>
                  <a:cubicBezTo>
                    <a:pt x="55301" y="98503"/>
                    <a:pt x="52692" y="70281"/>
                    <a:pt x="39647" y="43925"/>
                  </a:cubicBezTo>
                  <a:cubicBezTo>
                    <a:pt x="25417" y="15237"/>
                    <a:pt x="5020" y="77"/>
                    <a:pt x="2649" y="77"/>
                  </a:cubicBezTo>
                  <a:cubicBezTo>
                    <a:pt x="1226" y="77"/>
                    <a:pt x="277" y="1010"/>
                    <a:pt x="277" y="2409"/>
                  </a:cubicBezTo>
                  <a:cubicBezTo>
                    <a:pt x="277" y="3109"/>
                    <a:pt x="277" y="3575"/>
                    <a:pt x="4783" y="7774"/>
                  </a:cubicBezTo>
                  <a:cubicBezTo>
                    <a:pt x="28026" y="30864"/>
                    <a:pt x="41545" y="67949"/>
                    <a:pt x="41545" y="116695"/>
                  </a:cubicBezTo>
                  <a:cubicBezTo>
                    <a:pt x="41545" y="156579"/>
                    <a:pt x="32769" y="197628"/>
                    <a:pt x="3360" y="227016"/>
                  </a:cubicBezTo>
                  <a:cubicBezTo>
                    <a:pt x="277" y="229815"/>
                    <a:pt x="277" y="230282"/>
                    <a:pt x="277" y="230981"/>
                  </a:cubicBezTo>
                  <a:cubicBezTo>
                    <a:pt x="277" y="232381"/>
                    <a:pt x="1226" y="233314"/>
                    <a:pt x="2649" y="233314"/>
                  </a:cubicBezTo>
                  <a:cubicBezTo>
                    <a:pt x="5020" y="233314"/>
                    <a:pt x="26366" y="217454"/>
                    <a:pt x="40359" y="187832"/>
                  </a:cubicBezTo>
                  <a:cubicBezTo>
                    <a:pt x="52455" y="162176"/>
                    <a:pt x="55301" y="136287"/>
                    <a:pt x="55301" y="11669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5562" name="Group 5561" descr="\documentclass{article}&#10;\usepackage{amsmath}&#10;\usepackage{amsfonts}&#10;\pagestyle{empty}&#10;\begin{document}&#10;&#10;&#10;\[&#10; \text{ln}(1 - p) -  \text{ln}(p)= -\mathbf{x}'\boldsymbol{\beta}&#10;\]&#10;&#10;&#10;&#10;&#10;&#10;\end{document}" title="IguanaTex Shape Display">
            <a:extLst>
              <a:ext uri="{FF2B5EF4-FFF2-40B4-BE49-F238E27FC236}">
                <a16:creationId xmlns:a16="http://schemas.microsoft.com/office/drawing/2014/main" id="{3A998E24-616D-099C-4371-041A64A9C17E}"/>
              </a:ext>
            </a:extLst>
          </p:cNvPr>
          <p:cNvGrpSpPr>
            <a:grpSpLocks noChangeAspect="1"/>
          </p:cNvGrpSpPr>
          <p:nvPr>
            <p:custDataLst>
              <p:tags r:id="rId8"/>
            </p:custDataLst>
          </p:nvPr>
        </p:nvGrpSpPr>
        <p:grpSpPr>
          <a:xfrm>
            <a:off x="6745995" y="4331061"/>
            <a:ext cx="1921996" cy="197105"/>
            <a:chOff x="8862154" y="4178446"/>
            <a:chExt cx="2546382" cy="261137"/>
          </a:xfrm>
        </p:grpSpPr>
        <p:sp>
          <p:nvSpPr>
            <p:cNvPr id="5544" name="Freeform: Shape 5543">
              <a:extLst>
                <a:ext uri="{FF2B5EF4-FFF2-40B4-BE49-F238E27FC236}">
                  <a16:creationId xmlns:a16="http://schemas.microsoft.com/office/drawing/2014/main" id="{04FE29E3-8C49-1912-8627-7407A257513A}"/>
                </a:ext>
              </a:extLst>
            </p:cNvPr>
            <p:cNvSpPr/>
            <p:nvPr>
              <p:custDataLst>
                <p:tags r:id="rId41"/>
              </p:custDataLst>
            </p:nvPr>
          </p:nvSpPr>
          <p:spPr>
            <a:xfrm>
              <a:off x="8862154" y="4205742"/>
              <a:ext cx="52373" cy="171912"/>
            </a:xfrm>
            <a:custGeom>
              <a:avLst/>
              <a:gdLst>
                <a:gd name="connsiteX0" fmla="*/ 34152 w 52373"/>
                <a:gd name="connsiteY0" fmla="*/ 75 h 171912"/>
                <a:gd name="connsiteX1" fmla="*/ 180 w 52373"/>
                <a:gd name="connsiteY1" fmla="*/ 2800 h 171912"/>
                <a:gd name="connsiteX2" fmla="*/ 180 w 52373"/>
                <a:gd name="connsiteY2" fmla="*/ 10479 h 171912"/>
                <a:gd name="connsiteX3" fmla="*/ 18581 w 52373"/>
                <a:gd name="connsiteY3" fmla="*/ 24351 h 171912"/>
                <a:gd name="connsiteX4" fmla="*/ 18581 w 52373"/>
                <a:gd name="connsiteY4" fmla="*/ 153161 h 171912"/>
                <a:gd name="connsiteX5" fmla="*/ 180 w 52373"/>
                <a:gd name="connsiteY5" fmla="*/ 164308 h 171912"/>
                <a:gd name="connsiteX6" fmla="*/ 180 w 52373"/>
                <a:gd name="connsiteY6" fmla="*/ 171988 h 171912"/>
                <a:gd name="connsiteX7" fmla="*/ 26366 w 52373"/>
                <a:gd name="connsiteY7" fmla="*/ 171244 h 171912"/>
                <a:gd name="connsiteX8" fmla="*/ 52553 w 52373"/>
                <a:gd name="connsiteY8" fmla="*/ 171988 h 171912"/>
                <a:gd name="connsiteX9" fmla="*/ 52553 w 52373"/>
                <a:gd name="connsiteY9" fmla="*/ 164308 h 171912"/>
                <a:gd name="connsiteX10" fmla="*/ 34152 w 52373"/>
                <a:gd name="connsiteY10" fmla="*/ 153161 h 171912"/>
                <a:gd name="connsiteX11" fmla="*/ 34152 w 52373"/>
                <a:gd name="connsiteY11" fmla="*/ 75 h 17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73" h="171912">
                  <a:moveTo>
                    <a:pt x="34152" y="75"/>
                  </a:moveTo>
                  <a:lnTo>
                    <a:pt x="180" y="2800"/>
                  </a:lnTo>
                  <a:lnTo>
                    <a:pt x="180" y="10479"/>
                  </a:lnTo>
                  <a:cubicBezTo>
                    <a:pt x="16694" y="10479"/>
                    <a:pt x="18581" y="12213"/>
                    <a:pt x="18581" y="24351"/>
                  </a:cubicBezTo>
                  <a:lnTo>
                    <a:pt x="18581" y="153161"/>
                  </a:lnTo>
                  <a:cubicBezTo>
                    <a:pt x="18581" y="164308"/>
                    <a:pt x="15986" y="164308"/>
                    <a:pt x="180" y="164308"/>
                  </a:cubicBezTo>
                  <a:lnTo>
                    <a:pt x="180" y="171988"/>
                  </a:lnTo>
                  <a:cubicBezTo>
                    <a:pt x="7965" y="171740"/>
                    <a:pt x="20468" y="171244"/>
                    <a:pt x="26366" y="171244"/>
                  </a:cubicBezTo>
                  <a:cubicBezTo>
                    <a:pt x="32264" y="171244"/>
                    <a:pt x="43824" y="171740"/>
                    <a:pt x="52553" y="171988"/>
                  </a:cubicBezTo>
                  <a:lnTo>
                    <a:pt x="52553" y="164308"/>
                  </a:lnTo>
                  <a:cubicBezTo>
                    <a:pt x="36747" y="164308"/>
                    <a:pt x="34152" y="164308"/>
                    <a:pt x="34152" y="153161"/>
                  </a:cubicBezTo>
                  <a:lnTo>
                    <a:pt x="34152" y="7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45" name="Freeform: Shape 5544">
              <a:extLst>
                <a:ext uri="{FF2B5EF4-FFF2-40B4-BE49-F238E27FC236}">
                  <a16:creationId xmlns:a16="http://schemas.microsoft.com/office/drawing/2014/main" id="{1F2C6F9D-B861-DA6E-7BC7-F9EF7833D235}"/>
                </a:ext>
              </a:extLst>
            </p:cNvPr>
            <p:cNvSpPr/>
            <p:nvPr>
              <p:custDataLst>
                <p:tags r:id="rId42"/>
              </p:custDataLst>
            </p:nvPr>
          </p:nvSpPr>
          <p:spPr>
            <a:xfrm>
              <a:off x="8927451" y="4268165"/>
              <a:ext cx="118666" cy="109489"/>
            </a:xfrm>
            <a:custGeom>
              <a:avLst/>
              <a:gdLst>
                <a:gd name="connsiteX0" fmla="*/ 18584 w 118666"/>
                <a:gd name="connsiteY0" fmla="*/ 24351 h 109489"/>
                <a:gd name="connsiteX1" fmla="*/ 18584 w 118666"/>
                <a:gd name="connsiteY1" fmla="*/ 90738 h 109489"/>
                <a:gd name="connsiteX2" fmla="*/ 182 w 118666"/>
                <a:gd name="connsiteY2" fmla="*/ 101885 h 109489"/>
                <a:gd name="connsiteX3" fmla="*/ 182 w 118666"/>
                <a:gd name="connsiteY3" fmla="*/ 109564 h 109489"/>
                <a:gd name="connsiteX4" fmla="*/ 26841 w 118666"/>
                <a:gd name="connsiteY4" fmla="*/ 108821 h 109489"/>
                <a:gd name="connsiteX5" fmla="*/ 53264 w 118666"/>
                <a:gd name="connsiteY5" fmla="*/ 109564 h 109489"/>
                <a:gd name="connsiteX6" fmla="*/ 53264 w 118666"/>
                <a:gd name="connsiteY6" fmla="*/ 101885 h 109489"/>
                <a:gd name="connsiteX7" fmla="*/ 34862 w 118666"/>
                <a:gd name="connsiteY7" fmla="*/ 90738 h 109489"/>
                <a:gd name="connsiteX8" fmla="*/ 34862 w 118666"/>
                <a:gd name="connsiteY8" fmla="*/ 45159 h 109489"/>
                <a:gd name="connsiteX9" fmla="*/ 66711 w 118666"/>
                <a:gd name="connsiteY9" fmla="*/ 5524 h 109489"/>
                <a:gd name="connsiteX10" fmla="*/ 84169 w 118666"/>
                <a:gd name="connsiteY10" fmla="*/ 33021 h 109489"/>
                <a:gd name="connsiteX11" fmla="*/ 84169 w 118666"/>
                <a:gd name="connsiteY11" fmla="*/ 90738 h 109489"/>
                <a:gd name="connsiteX12" fmla="*/ 65767 w 118666"/>
                <a:gd name="connsiteY12" fmla="*/ 101885 h 109489"/>
                <a:gd name="connsiteX13" fmla="*/ 65767 w 118666"/>
                <a:gd name="connsiteY13" fmla="*/ 109564 h 109489"/>
                <a:gd name="connsiteX14" fmla="*/ 92426 w 118666"/>
                <a:gd name="connsiteY14" fmla="*/ 108821 h 109489"/>
                <a:gd name="connsiteX15" fmla="*/ 118849 w 118666"/>
                <a:gd name="connsiteY15" fmla="*/ 109564 h 109489"/>
                <a:gd name="connsiteX16" fmla="*/ 118849 w 118666"/>
                <a:gd name="connsiteY16" fmla="*/ 101885 h 109489"/>
                <a:gd name="connsiteX17" fmla="*/ 100447 w 118666"/>
                <a:gd name="connsiteY17" fmla="*/ 94453 h 109489"/>
                <a:gd name="connsiteX18" fmla="*/ 100447 w 118666"/>
                <a:gd name="connsiteY18" fmla="*/ 47140 h 109489"/>
                <a:gd name="connsiteX19" fmla="*/ 93134 w 118666"/>
                <a:gd name="connsiteY19" fmla="*/ 9240 h 109489"/>
                <a:gd name="connsiteX20" fmla="*/ 68363 w 118666"/>
                <a:gd name="connsiteY20" fmla="*/ 75 h 109489"/>
                <a:gd name="connsiteX21" fmla="*/ 33447 w 118666"/>
                <a:gd name="connsiteY21" fmla="*/ 26085 h 109489"/>
                <a:gd name="connsiteX22" fmla="*/ 33447 w 118666"/>
                <a:gd name="connsiteY22" fmla="*/ 75 h 109489"/>
                <a:gd name="connsiteX23" fmla="*/ 182 w 118666"/>
                <a:gd name="connsiteY23" fmla="*/ 2800 h 109489"/>
                <a:gd name="connsiteX24" fmla="*/ 182 w 118666"/>
                <a:gd name="connsiteY24" fmla="*/ 10479 h 109489"/>
                <a:gd name="connsiteX25" fmla="*/ 18584 w 118666"/>
                <a:gd name="connsiteY25" fmla="*/ 24351 h 10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8666" h="109489">
                  <a:moveTo>
                    <a:pt x="18584" y="24351"/>
                  </a:moveTo>
                  <a:lnTo>
                    <a:pt x="18584" y="90738"/>
                  </a:lnTo>
                  <a:cubicBezTo>
                    <a:pt x="18584" y="101885"/>
                    <a:pt x="15989" y="101885"/>
                    <a:pt x="182" y="101885"/>
                  </a:cubicBezTo>
                  <a:lnTo>
                    <a:pt x="182" y="109564"/>
                  </a:lnTo>
                  <a:cubicBezTo>
                    <a:pt x="8439" y="109316"/>
                    <a:pt x="20471" y="108821"/>
                    <a:pt x="26841" y="108821"/>
                  </a:cubicBezTo>
                  <a:cubicBezTo>
                    <a:pt x="32975" y="108821"/>
                    <a:pt x="45243" y="109316"/>
                    <a:pt x="53264" y="109564"/>
                  </a:cubicBezTo>
                  <a:lnTo>
                    <a:pt x="53264" y="101885"/>
                  </a:lnTo>
                  <a:cubicBezTo>
                    <a:pt x="37457" y="101885"/>
                    <a:pt x="34862" y="101885"/>
                    <a:pt x="34862" y="90738"/>
                  </a:cubicBezTo>
                  <a:lnTo>
                    <a:pt x="34862" y="45159"/>
                  </a:lnTo>
                  <a:cubicBezTo>
                    <a:pt x="34862" y="19396"/>
                    <a:pt x="51612" y="5524"/>
                    <a:pt x="66711" y="5524"/>
                  </a:cubicBezTo>
                  <a:cubicBezTo>
                    <a:pt x="81574" y="5524"/>
                    <a:pt x="84169" y="18901"/>
                    <a:pt x="84169" y="33021"/>
                  </a:cubicBezTo>
                  <a:lnTo>
                    <a:pt x="84169" y="90738"/>
                  </a:lnTo>
                  <a:cubicBezTo>
                    <a:pt x="84169" y="101885"/>
                    <a:pt x="81574" y="101885"/>
                    <a:pt x="65767" y="101885"/>
                  </a:cubicBezTo>
                  <a:lnTo>
                    <a:pt x="65767" y="109564"/>
                  </a:lnTo>
                  <a:cubicBezTo>
                    <a:pt x="74025" y="109316"/>
                    <a:pt x="86056" y="108821"/>
                    <a:pt x="92426" y="108821"/>
                  </a:cubicBezTo>
                  <a:cubicBezTo>
                    <a:pt x="98560" y="108821"/>
                    <a:pt x="110828" y="109316"/>
                    <a:pt x="118849" y="109564"/>
                  </a:cubicBezTo>
                  <a:lnTo>
                    <a:pt x="118849" y="101885"/>
                  </a:lnTo>
                  <a:cubicBezTo>
                    <a:pt x="106581" y="101885"/>
                    <a:pt x="100683" y="101885"/>
                    <a:pt x="100447" y="94453"/>
                  </a:cubicBezTo>
                  <a:lnTo>
                    <a:pt x="100447" y="47140"/>
                  </a:lnTo>
                  <a:cubicBezTo>
                    <a:pt x="100447" y="25837"/>
                    <a:pt x="100447" y="18158"/>
                    <a:pt x="93134" y="9240"/>
                  </a:cubicBezTo>
                  <a:cubicBezTo>
                    <a:pt x="89831" y="5029"/>
                    <a:pt x="82046" y="75"/>
                    <a:pt x="68363" y="75"/>
                  </a:cubicBezTo>
                  <a:cubicBezTo>
                    <a:pt x="51141" y="75"/>
                    <a:pt x="40052" y="10726"/>
                    <a:pt x="33447" y="26085"/>
                  </a:cubicBezTo>
                  <a:lnTo>
                    <a:pt x="33447" y="75"/>
                  </a:lnTo>
                  <a:lnTo>
                    <a:pt x="182" y="2800"/>
                  </a:lnTo>
                  <a:lnTo>
                    <a:pt x="182" y="10479"/>
                  </a:lnTo>
                  <a:cubicBezTo>
                    <a:pt x="16697" y="10479"/>
                    <a:pt x="18584" y="12213"/>
                    <a:pt x="18584" y="2435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46" name="Freeform: Shape 5545">
              <a:extLst>
                <a:ext uri="{FF2B5EF4-FFF2-40B4-BE49-F238E27FC236}">
                  <a16:creationId xmlns:a16="http://schemas.microsoft.com/office/drawing/2014/main" id="{DFC903DA-4FA9-64F6-ECD2-D68115F7D094}"/>
                </a:ext>
              </a:extLst>
            </p:cNvPr>
            <p:cNvSpPr/>
            <p:nvPr>
              <p:custDataLst>
                <p:tags r:id="rId43"/>
              </p:custDataLst>
            </p:nvPr>
          </p:nvSpPr>
          <p:spPr>
            <a:xfrm>
              <a:off x="9074323" y="4191870"/>
              <a:ext cx="54732" cy="247713"/>
            </a:xfrm>
            <a:custGeom>
              <a:avLst/>
              <a:gdLst>
                <a:gd name="connsiteX0" fmla="*/ 54921 w 54732"/>
                <a:gd name="connsiteY0" fmla="*/ 245311 h 247713"/>
                <a:gd name="connsiteX1" fmla="*/ 50910 w 54732"/>
                <a:gd name="connsiteY1" fmla="*/ 239861 h 247713"/>
                <a:gd name="connsiteX2" fmla="*/ 13871 w 54732"/>
                <a:gd name="connsiteY2" fmla="*/ 123931 h 247713"/>
                <a:gd name="connsiteX3" fmla="*/ 51854 w 54732"/>
                <a:gd name="connsiteY3" fmla="*/ 6763 h 247713"/>
                <a:gd name="connsiteX4" fmla="*/ 54921 w 54732"/>
                <a:gd name="connsiteY4" fmla="*/ 2552 h 247713"/>
                <a:gd name="connsiteX5" fmla="*/ 52562 w 54732"/>
                <a:gd name="connsiteY5" fmla="*/ 75 h 247713"/>
                <a:gd name="connsiteX6" fmla="*/ 15051 w 54732"/>
                <a:gd name="connsiteY6" fmla="*/ 48379 h 247713"/>
                <a:gd name="connsiteX7" fmla="*/ 188 w 54732"/>
                <a:gd name="connsiteY7" fmla="*/ 123931 h 247713"/>
                <a:gd name="connsiteX8" fmla="*/ 15758 w 54732"/>
                <a:gd name="connsiteY8" fmla="*/ 201218 h 247713"/>
                <a:gd name="connsiteX9" fmla="*/ 52562 w 54732"/>
                <a:gd name="connsiteY9" fmla="*/ 247788 h 247713"/>
                <a:gd name="connsiteX10" fmla="*/ 54921 w 54732"/>
                <a:gd name="connsiteY10" fmla="*/ 245311 h 24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32" h="247713">
                  <a:moveTo>
                    <a:pt x="54921" y="245311"/>
                  </a:moveTo>
                  <a:cubicBezTo>
                    <a:pt x="54921" y="244568"/>
                    <a:pt x="54921" y="244072"/>
                    <a:pt x="50910" y="239861"/>
                  </a:cubicBezTo>
                  <a:cubicBezTo>
                    <a:pt x="21420" y="208649"/>
                    <a:pt x="13871" y="161831"/>
                    <a:pt x="13871" y="123931"/>
                  </a:cubicBezTo>
                  <a:cubicBezTo>
                    <a:pt x="13871" y="80829"/>
                    <a:pt x="22836" y="37727"/>
                    <a:pt x="51854" y="6763"/>
                  </a:cubicBezTo>
                  <a:cubicBezTo>
                    <a:pt x="54921" y="3790"/>
                    <a:pt x="54921" y="3295"/>
                    <a:pt x="54921" y="2552"/>
                  </a:cubicBezTo>
                  <a:cubicBezTo>
                    <a:pt x="54921" y="818"/>
                    <a:pt x="53977" y="75"/>
                    <a:pt x="52562" y="75"/>
                  </a:cubicBezTo>
                  <a:cubicBezTo>
                    <a:pt x="50202" y="75"/>
                    <a:pt x="28970" y="16919"/>
                    <a:pt x="15051" y="48379"/>
                  </a:cubicBezTo>
                  <a:cubicBezTo>
                    <a:pt x="3019" y="75627"/>
                    <a:pt x="188" y="103123"/>
                    <a:pt x="188" y="123931"/>
                  </a:cubicBezTo>
                  <a:cubicBezTo>
                    <a:pt x="188" y="143253"/>
                    <a:pt x="2783" y="173226"/>
                    <a:pt x="15758" y="201218"/>
                  </a:cubicBezTo>
                  <a:cubicBezTo>
                    <a:pt x="29913" y="231686"/>
                    <a:pt x="50202" y="247788"/>
                    <a:pt x="52562" y="247788"/>
                  </a:cubicBezTo>
                  <a:cubicBezTo>
                    <a:pt x="53977" y="247788"/>
                    <a:pt x="54921" y="247045"/>
                    <a:pt x="54921" y="24531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47" name="Freeform: Shape 5546">
              <a:extLst>
                <a:ext uri="{FF2B5EF4-FFF2-40B4-BE49-F238E27FC236}">
                  <a16:creationId xmlns:a16="http://schemas.microsoft.com/office/drawing/2014/main" id="{FFA48257-4C47-70A8-34A9-350B46CE557A}"/>
                </a:ext>
              </a:extLst>
            </p:cNvPr>
            <p:cNvSpPr/>
            <p:nvPr>
              <p:custDataLst>
                <p:tags r:id="rId44"/>
              </p:custDataLst>
            </p:nvPr>
          </p:nvSpPr>
          <p:spPr>
            <a:xfrm>
              <a:off x="9163710" y="4212678"/>
              <a:ext cx="77852" cy="164976"/>
            </a:xfrm>
            <a:custGeom>
              <a:avLst/>
              <a:gdLst>
                <a:gd name="connsiteX0" fmla="*/ 48555 w 77852"/>
                <a:gd name="connsiteY0" fmla="*/ 6515 h 164976"/>
                <a:gd name="connsiteX1" fmla="*/ 43129 w 77852"/>
                <a:gd name="connsiteY1" fmla="*/ 75 h 164976"/>
                <a:gd name="connsiteX2" fmla="*/ 192 w 77852"/>
                <a:gd name="connsiteY2" fmla="*/ 15928 h 164976"/>
                <a:gd name="connsiteX3" fmla="*/ 192 w 77852"/>
                <a:gd name="connsiteY3" fmla="*/ 23607 h 164976"/>
                <a:gd name="connsiteX4" fmla="*/ 31097 w 77852"/>
                <a:gd name="connsiteY4" fmla="*/ 17167 h 164976"/>
                <a:gd name="connsiteX5" fmla="*/ 31097 w 77852"/>
                <a:gd name="connsiteY5" fmla="*/ 145482 h 164976"/>
                <a:gd name="connsiteX6" fmla="*/ 9157 w 77852"/>
                <a:gd name="connsiteY6" fmla="*/ 157373 h 164976"/>
                <a:gd name="connsiteX7" fmla="*/ 1607 w 77852"/>
                <a:gd name="connsiteY7" fmla="*/ 157373 h 164976"/>
                <a:gd name="connsiteX8" fmla="*/ 1607 w 77852"/>
                <a:gd name="connsiteY8" fmla="*/ 165052 h 164976"/>
                <a:gd name="connsiteX9" fmla="*/ 39826 w 77852"/>
                <a:gd name="connsiteY9" fmla="*/ 164308 h 164976"/>
                <a:gd name="connsiteX10" fmla="*/ 78045 w 77852"/>
                <a:gd name="connsiteY10" fmla="*/ 165052 h 164976"/>
                <a:gd name="connsiteX11" fmla="*/ 78045 w 77852"/>
                <a:gd name="connsiteY11" fmla="*/ 157373 h 164976"/>
                <a:gd name="connsiteX12" fmla="*/ 70495 w 77852"/>
                <a:gd name="connsiteY12" fmla="*/ 157373 h 164976"/>
                <a:gd name="connsiteX13" fmla="*/ 48555 w 77852"/>
                <a:gd name="connsiteY13" fmla="*/ 145482 h 164976"/>
                <a:gd name="connsiteX14" fmla="*/ 48555 w 77852"/>
                <a:gd name="connsiteY14" fmla="*/ 6515 h 164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52" h="164976">
                  <a:moveTo>
                    <a:pt x="48555" y="6515"/>
                  </a:moveTo>
                  <a:cubicBezTo>
                    <a:pt x="48555" y="570"/>
                    <a:pt x="48555" y="75"/>
                    <a:pt x="43129" y="75"/>
                  </a:cubicBezTo>
                  <a:cubicBezTo>
                    <a:pt x="28502" y="15928"/>
                    <a:pt x="7741" y="15928"/>
                    <a:pt x="192" y="15928"/>
                  </a:cubicBezTo>
                  <a:lnTo>
                    <a:pt x="192" y="23607"/>
                  </a:lnTo>
                  <a:cubicBezTo>
                    <a:pt x="4910" y="23607"/>
                    <a:pt x="18829" y="23607"/>
                    <a:pt x="31097" y="17167"/>
                  </a:cubicBezTo>
                  <a:lnTo>
                    <a:pt x="31097" y="145482"/>
                  </a:lnTo>
                  <a:cubicBezTo>
                    <a:pt x="31097" y="154400"/>
                    <a:pt x="30389" y="157373"/>
                    <a:pt x="9157" y="157373"/>
                  </a:cubicBezTo>
                  <a:lnTo>
                    <a:pt x="1607" y="157373"/>
                  </a:lnTo>
                  <a:lnTo>
                    <a:pt x="1607" y="165052"/>
                  </a:lnTo>
                  <a:cubicBezTo>
                    <a:pt x="9864" y="164308"/>
                    <a:pt x="30389" y="164308"/>
                    <a:pt x="39826" y="164308"/>
                  </a:cubicBezTo>
                  <a:cubicBezTo>
                    <a:pt x="49263" y="164308"/>
                    <a:pt x="69787" y="164308"/>
                    <a:pt x="78045" y="165052"/>
                  </a:cubicBezTo>
                  <a:lnTo>
                    <a:pt x="78045" y="157373"/>
                  </a:lnTo>
                  <a:lnTo>
                    <a:pt x="70495" y="157373"/>
                  </a:lnTo>
                  <a:cubicBezTo>
                    <a:pt x="49263" y="157373"/>
                    <a:pt x="48555" y="154648"/>
                    <a:pt x="48555" y="145482"/>
                  </a:cubicBezTo>
                  <a:lnTo>
                    <a:pt x="48555" y="65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48" name="Freeform: Shape 5547">
              <a:extLst>
                <a:ext uri="{FF2B5EF4-FFF2-40B4-BE49-F238E27FC236}">
                  <a16:creationId xmlns:a16="http://schemas.microsoft.com/office/drawing/2014/main" id="{4885846F-9B7B-5798-CFF3-7A1ACA6B5F35}"/>
                </a:ext>
              </a:extLst>
            </p:cNvPr>
            <p:cNvSpPr/>
            <p:nvPr>
              <p:custDataLst>
                <p:tags r:id="rId45"/>
              </p:custDataLst>
            </p:nvPr>
          </p:nvSpPr>
          <p:spPr>
            <a:xfrm>
              <a:off x="9332679" y="4310772"/>
              <a:ext cx="144145" cy="9908"/>
            </a:xfrm>
            <a:custGeom>
              <a:avLst/>
              <a:gdLst>
                <a:gd name="connsiteX0" fmla="*/ 136088 w 144145"/>
                <a:gd name="connsiteY0" fmla="*/ 9983 h 9908"/>
                <a:gd name="connsiteX1" fmla="*/ 144345 w 144145"/>
                <a:gd name="connsiteY1" fmla="*/ 5029 h 9908"/>
                <a:gd name="connsiteX2" fmla="*/ 136088 w 144145"/>
                <a:gd name="connsiteY2" fmla="*/ 75 h 9908"/>
                <a:gd name="connsiteX3" fmla="*/ 8456 w 144145"/>
                <a:gd name="connsiteY3" fmla="*/ 75 h 9908"/>
                <a:gd name="connsiteX4" fmla="*/ 199 w 144145"/>
                <a:gd name="connsiteY4" fmla="*/ 5029 h 9908"/>
                <a:gd name="connsiteX5" fmla="*/ 8456 w 144145"/>
                <a:gd name="connsiteY5" fmla="*/ 9983 h 9908"/>
                <a:gd name="connsiteX6" fmla="*/ 136088 w 144145"/>
                <a:gd name="connsiteY6" fmla="*/ 9983 h 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145" h="9908">
                  <a:moveTo>
                    <a:pt x="136088" y="9983"/>
                  </a:moveTo>
                  <a:cubicBezTo>
                    <a:pt x="140098" y="9983"/>
                    <a:pt x="144345" y="9983"/>
                    <a:pt x="144345" y="5029"/>
                  </a:cubicBezTo>
                  <a:cubicBezTo>
                    <a:pt x="144345" y="75"/>
                    <a:pt x="140098" y="75"/>
                    <a:pt x="136088" y="75"/>
                  </a:cubicBezTo>
                  <a:lnTo>
                    <a:pt x="8456" y="75"/>
                  </a:lnTo>
                  <a:cubicBezTo>
                    <a:pt x="4445" y="75"/>
                    <a:pt x="199" y="75"/>
                    <a:pt x="199" y="5029"/>
                  </a:cubicBezTo>
                  <a:cubicBezTo>
                    <a:pt x="199" y="9983"/>
                    <a:pt x="4445" y="9983"/>
                    <a:pt x="8456" y="9983"/>
                  </a:cubicBezTo>
                  <a:lnTo>
                    <a:pt x="136088" y="998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49" name="Freeform: Shape 5548">
              <a:extLst>
                <a:ext uri="{FF2B5EF4-FFF2-40B4-BE49-F238E27FC236}">
                  <a16:creationId xmlns:a16="http://schemas.microsoft.com/office/drawing/2014/main" id="{16DEAD30-FB89-B45F-BAE5-4F2BE07127A9}"/>
                </a:ext>
              </a:extLst>
            </p:cNvPr>
            <p:cNvSpPr/>
            <p:nvPr>
              <p:custDataLst>
                <p:tags r:id="rId46"/>
              </p:custDataLst>
            </p:nvPr>
          </p:nvSpPr>
          <p:spPr>
            <a:xfrm>
              <a:off x="9541465" y="4268165"/>
              <a:ext cx="123149" cy="157545"/>
            </a:xfrm>
            <a:custGeom>
              <a:avLst/>
              <a:gdLst>
                <a:gd name="connsiteX0" fmla="*/ 18375 w 123149"/>
                <a:gd name="connsiteY0" fmla="*/ 139785 h 157545"/>
                <a:gd name="connsiteX1" fmla="*/ 5635 w 123149"/>
                <a:gd name="connsiteY1" fmla="*/ 149941 h 157545"/>
                <a:gd name="connsiteX2" fmla="*/ 209 w 123149"/>
                <a:gd name="connsiteY2" fmla="*/ 154648 h 157545"/>
                <a:gd name="connsiteX3" fmla="*/ 3276 w 123149"/>
                <a:gd name="connsiteY3" fmla="*/ 157620 h 157545"/>
                <a:gd name="connsiteX4" fmla="*/ 23093 w 123149"/>
                <a:gd name="connsiteY4" fmla="*/ 156877 h 157545"/>
                <a:gd name="connsiteX5" fmla="*/ 46449 w 123149"/>
                <a:gd name="connsiteY5" fmla="*/ 157620 h 157545"/>
                <a:gd name="connsiteX6" fmla="*/ 50695 w 123149"/>
                <a:gd name="connsiteY6" fmla="*/ 152666 h 157545"/>
                <a:gd name="connsiteX7" fmla="*/ 45033 w 123149"/>
                <a:gd name="connsiteY7" fmla="*/ 149941 h 157545"/>
                <a:gd name="connsiteX8" fmla="*/ 33237 w 123149"/>
                <a:gd name="connsiteY8" fmla="*/ 145978 h 157545"/>
                <a:gd name="connsiteX9" fmla="*/ 44797 w 123149"/>
                <a:gd name="connsiteY9" fmla="*/ 96435 h 157545"/>
                <a:gd name="connsiteX10" fmla="*/ 66502 w 123149"/>
                <a:gd name="connsiteY10" fmla="*/ 112289 h 157545"/>
                <a:gd name="connsiteX11" fmla="*/ 123358 w 123149"/>
                <a:gd name="connsiteY11" fmla="*/ 39709 h 157545"/>
                <a:gd name="connsiteX12" fmla="*/ 91981 w 123149"/>
                <a:gd name="connsiteY12" fmla="*/ 75 h 157545"/>
                <a:gd name="connsiteX13" fmla="*/ 61076 w 123149"/>
                <a:gd name="connsiteY13" fmla="*/ 18653 h 157545"/>
                <a:gd name="connsiteX14" fmla="*/ 39843 w 123149"/>
                <a:gd name="connsiteY14" fmla="*/ 75 h 157545"/>
                <a:gd name="connsiteX15" fmla="*/ 22385 w 123149"/>
                <a:gd name="connsiteY15" fmla="*/ 14194 h 157545"/>
                <a:gd name="connsiteX16" fmla="*/ 15072 w 123149"/>
                <a:gd name="connsiteY16" fmla="*/ 38223 h 157545"/>
                <a:gd name="connsiteX17" fmla="*/ 17903 w 123149"/>
                <a:gd name="connsiteY17" fmla="*/ 40700 h 157545"/>
                <a:gd name="connsiteX18" fmla="*/ 21913 w 123149"/>
                <a:gd name="connsiteY18" fmla="*/ 35002 h 157545"/>
                <a:gd name="connsiteX19" fmla="*/ 39135 w 123149"/>
                <a:gd name="connsiteY19" fmla="*/ 5524 h 157545"/>
                <a:gd name="connsiteX20" fmla="*/ 46449 w 123149"/>
                <a:gd name="connsiteY20" fmla="*/ 16919 h 157545"/>
                <a:gd name="connsiteX21" fmla="*/ 44797 w 123149"/>
                <a:gd name="connsiteY21" fmla="*/ 29553 h 157545"/>
                <a:gd name="connsiteX22" fmla="*/ 18375 w 123149"/>
                <a:gd name="connsiteY22" fmla="*/ 139785 h 157545"/>
                <a:gd name="connsiteX23" fmla="*/ 59896 w 123149"/>
                <a:gd name="connsiteY23" fmla="*/ 32277 h 157545"/>
                <a:gd name="connsiteX24" fmla="*/ 72164 w 123149"/>
                <a:gd name="connsiteY24" fmla="*/ 14938 h 157545"/>
                <a:gd name="connsiteX25" fmla="*/ 91273 w 123149"/>
                <a:gd name="connsiteY25" fmla="*/ 5524 h 157545"/>
                <a:gd name="connsiteX26" fmla="*/ 106372 w 123149"/>
                <a:gd name="connsiteY26" fmla="*/ 28809 h 157545"/>
                <a:gd name="connsiteX27" fmla="*/ 94340 w 123149"/>
                <a:gd name="connsiteY27" fmla="*/ 81325 h 157545"/>
                <a:gd name="connsiteX28" fmla="*/ 66266 w 123149"/>
                <a:gd name="connsiteY28" fmla="*/ 106839 h 157545"/>
                <a:gd name="connsiteX29" fmla="*/ 47628 w 123149"/>
                <a:gd name="connsiteY29" fmla="*/ 84793 h 157545"/>
                <a:gd name="connsiteX30" fmla="*/ 48336 w 123149"/>
                <a:gd name="connsiteY30" fmla="*/ 80829 h 157545"/>
                <a:gd name="connsiteX31" fmla="*/ 59896 w 123149"/>
                <a:gd name="connsiteY31" fmla="*/ 32277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149" h="157545">
                  <a:moveTo>
                    <a:pt x="18375" y="139785"/>
                  </a:moveTo>
                  <a:cubicBezTo>
                    <a:pt x="16487" y="148207"/>
                    <a:pt x="16015" y="149941"/>
                    <a:pt x="5635" y="149941"/>
                  </a:cubicBezTo>
                  <a:cubicBezTo>
                    <a:pt x="2804" y="149941"/>
                    <a:pt x="209" y="149941"/>
                    <a:pt x="209" y="154648"/>
                  </a:cubicBezTo>
                  <a:cubicBezTo>
                    <a:pt x="209" y="156629"/>
                    <a:pt x="1388" y="157620"/>
                    <a:pt x="3276" y="157620"/>
                  </a:cubicBezTo>
                  <a:cubicBezTo>
                    <a:pt x="9646" y="157620"/>
                    <a:pt x="16487" y="156877"/>
                    <a:pt x="23093" y="156877"/>
                  </a:cubicBezTo>
                  <a:cubicBezTo>
                    <a:pt x="30878" y="156877"/>
                    <a:pt x="38899" y="157620"/>
                    <a:pt x="46449" y="157620"/>
                  </a:cubicBezTo>
                  <a:cubicBezTo>
                    <a:pt x="47628" y="157620"/>
                    <a:pt x="50695" y="157620"/>
                    <a:pt x="50695" y="152666"/>
                  </a:cubicBezTo>
                  <a:cubicBezTo>
                    <a:pt x="50695" y="149941"/>
                    <a:pt x="48336" y="149941"/>
                    <a:pt x="45033" y="149941"/>
                  </a:cubicBezTo>
                  <a:cubicBezTo>
                    <a:pt x="33237" y="149941"/>
                    <a:pt x="33237" y="148207"/>
                    <a:pt x="33237" y="145978"/>
                  </a:cubicBezTo>
                  <a:cubicBezTo>
                    <a:pt x="33237" y="143005"/>
                    <a:pt x="43146" y="102628"/>
                    <a:pt x="44797" y="96435"/>
                  </a:cubicBezTo>
                  <a:cubicBezTo>
                    <a:pt x="47864" y="103619"/>
                    <a:pt x="54470" y="112289"/>
                    <a:pt x="66502" y="112289"/>
                  </a:cubicBezTo>
                  <a:cubicBezTo>
                    <a:pt x="93868" y="112289"/>
                    <a:pt x="123358" y="76123"/>
                    <a:pt x="123358" y="39709"/>
                  </a:cubicBezTo>
                  <a:cubicBezTo>
                    <a:pt x="123358" y="16424"/>
                    <a:pt x="109911" y="75"/>
                    <a:pt x="91981" y="75"/>
                  </a:cubicBezTo>
                  <a:cubicBezTo>
                    <a:pt x="80185" y="75"/>
                    <a:pt x="68861" y="8992"/>
                    <a:pt x="61076" y="18653"/>
                  </a:cubicBezTo>
                  <a:cubicBezTo>
                    <a:pt x="58716" y="5277"/>
                    <a:pt x="48572" y="75"/>
                    <a:pt x="39843" y="75"/>
                  </a:cubicBezTo>
                  <a:cubicBezTo>
                    <a:pt x="28991" y="75"/>
                    <a:pt x="24508" y="9736"/>
                    <a:pt x="22385" y="14194"/>
                  </a:cubicBezTo>
                  <a:cubicBezTo>
                    <a:pt x="18139" y="22617"/>
                    <a:pt x="15072" y="37479"/>
                    <a:pt x="15072" y="38223"/>
                  </a:cubicBezTo>
                  <a:cubicBezTo>
                    <a:pt x="15072" y="40700"/>
                    <a:pt x="17431" y="40700"/>
                    <a:pt x="17903" y="40700"/>
                  </a:cubicBezTo>
                  <a:cubicBezTo>
                    <a:pt x="20262" y="40700"/>
                    <a:pt x="20498" y="40452"/>
                    <a:pt x="21913" y="35002"/>
                  </a:cubicBezTo>
                  <a:cubicBezTo>
                    <a:pt x="25924" y="17415"/>
                    <a:pt x="30642" y="5524"/>
                    <a:pt x="39135" y="5524"/>
                  </a:cubicBezTo>
                  <a:cubicBezTo>
                    <a:pt x="43146" y="5524"/>
                    <a:pt x="46449" y="7506"/>
                    <a:pt x="46449" y="16919"/>
                  </a:cubicBezTo>
                  <a:cubicBezTo>
                    <a:pt x="46449" y="22617"/>
                    <a:pt x="45741" y="25341"/>
                    <a:pt x="44797" y="29553"/>
                  </a:cubicBezTo>
                  <a:lnTo>
                    <a:pt x="18375" y="139785"/>
                  </a:lnTo>
                  <a:close/>
                  <a:moveTo>
                    <a:pt x="59896" y="32277"/>
                  </a:moveTo>
                  <a:cubicBezTo>
                    <a:pt x="61547" y="25589"/>
                    <a:pt x="67917" y="18653"/>
                    <a:pt x="72164" y="14938"/>
                  </a:cubicBezTo>
                  <a:cubicBezTo>
                    <a:pt x="80421" y="7258"/>
                    <a:pt x="87263" y="5524"/>
                    <a:pt x="91273" y="5524"/>
                  </a:cubicBezTo>
                  <a:cubicBezTo>
                    <a:pt x="100710" y="5524"/>
                    <a:pt x="106372" y="14194"/>
                    <a:pt x="106372" y="28809"/>
                  </a:cubicBezTo>
                  <a:cubicBezTo>
                    <a:pt x="106372" y="43424"/>
                    <a:pt x="98587" y="71912"/>
                    <a:pt x="94340" y="81325"/>
                  </a:cubicBezTo>
                  <a:cubicBezTo>
                    <a:pt x="86319" y="98665"/>
                    <a:pt x="74995" y="106839"/>
                    <a:pt x="66266" y="106839"/>
                  </a:cubicBezTo>
                  <a:cubicBezTo>
                    <a:pt x="50695" y="106839"/>
                    <a:pt x="47628" y="86279"/>
                    <a:pt x="47628" y="84793"/>
                  </a:cubicBezTo>
                  <a:cubicBezTo>
                    <a:pt x="47628" y="84297"/>
                    <a:pt x="47628" y="83802"/>
                    <a:pt x="48336" y="80829"/>
                  </a:cubicBezTo>
                  <a:lnTo>
                    <a:pt x="59896" y="322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50" name="Freeform: Shape 5549">
              <a:extLst>
                <a:ext uri="{FF2B5EF4-FFF2-40B4-BE49-F238E27FC236}">
                  <a16:creationId xmlns:a16="http://schemas.microsoft.com/office/drawing/2014/main" id="{9D5E8CBE-031E-1E38-3E88-317979AEDC9F}"/>
                </a:ext>
              </a:extLst>
            </p:cNvPr>
            <p:cNvSpPr/>
            <p:nvPr>
              <p:custDataLst>
                <p:tags r:id="rId47"/>
              </p:custDataLst>
            </p:nvPr>
          </p:nvSpPr>
          <p:spPr>
            <a:xfrm>
              <a:off x="9681158" y="4191870"/>
              <a:ext cx="54732" cy="247713"/>
            </a:xfrm>
            <a:custGeom>
              <a:avLst/>
              <a:gdLst>
                <a:gd name="connsiteX0" fmla="*/ 54947 w 54732"/>
                <a:gd name="connsiteY0" fmla="*/ 123931 h 247713"/>
                <a:gd name="connsiteX1" fmla="*/ 39376 w 54732"/>
                <a:gd name="connsiteY1" fmla="*/ 46645 h 247713"/>
                <a:gd name="connsiteX2" fmla="*/ 2573 w 54732"/>
                <a:gd name="connsiteY2" fmla="*/ 75 h 247713"/>
                <a:gd name="connsiteX3" fmla="*/ 214 w 54732"/>
                <a:gd name="connsiteY3" fmla="*/ 2552 h 247713"/>
                <a:gd name="connsiteX4" fmla="*/ 4696 w 54732"/>
                <a:gd name="connsiteY4" fmla="*/ 8249 h 247713"/>
                <a:gd name="connsiteX5" fmla="*/ 41264 w 54732"/>
                <a:gd name="connsiteY5" fmla="*/ 123931 h 247713"/>
                <a:gd name="connsiteX6" fmla="*/ 3281 w 54732"/>
                <a:gd name="connsiteY6" fmla="*/ 241100 h 247713"/>
                <a:gd name="connsiteX7" fmla="*/ 214 w 54732"/>
                <a:gd name="connsiteY7" fmla="*/ 245311 h 247713"/>
                <a:gd name="connsiteX8" fmla="*/ 2573 w 54732"/>
                <a:gd name="connsiteY8" fmla="*/ 247788 h 247713"/>
                <a:gd name="connsiteX9" fmla="*/ 40084 w 54732"/>
                <a:gd name="connsiteY9" fmla="*/ 199484 h 247713"/>
                <a:gd name="connsiteX10" fmla="*/ 54947 w 54732"/>
                <a:gd name="connsiteY10" fmla="*/ 123931 h 24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32" h="247713">
                  <a:moveTo>
                    <a:pt x="54947" y="123931"/>
                  </a:moveTo>
                  <a:cubicBezTo>
                    <a:pt x="54947" y="104610"/>
                    <a:pt x="52352" y="74636"/>
                    <a:pt x="39376" y="46645"/>
                  </a:cubicBezTo>
                  <a:cubicBezTo>
                    <a:pt x="25221" y="16176"/>
                    <a:pt x="4932" y="75"/>
                    <a:pt x="2573" y="75"/>
                  </a:cubicBezTo>
                  <a:cubicBezTo>
                    <a:pt x="1158" y="75"/>
                    <a:pt x="214" y="1066"/>
                    <a:pt x="214" y="2552"/>
                  </a:cubicBezTo>
                  <a:cubicBezTo>
                    <a:pt x="214" y="3295"/>
                    <a:pt x="214" y="3790"/>
                    <a:pt x="4696" y="8249"/>
                  </a:cubicBezTo>
                  <a:cubicBezTo>
                    <a:pt x="27816" y="32773"/>
                    <a:pt x="41264" y="72159"/>
                    <a:pt x="41264" y="123931"/>
                  </a:cubicBezTo>
                  <a:cubicBezTo>
                    <a:pt x="41264" y="166290"/>
                    <a:pt x="32535" y="209888"/>
                    <a:pt x="3281" y="241100"/>
                  </a:cubicBezTo>
                  <a:cubicBezTo>
                    <a:pt x="214" y="244072"/>
                    <a:pt x="214" y="244568"/>
                    <a:pt x="214" y="245311"/>
                  </a:cubicBezTo>
                  <a:cubicBezTo>
                    <a:pt x="214" y="246797"/>
                    <a:pt x="1158" y="247788"/>
                    <a:pt x="2573" y="247788"/>
                  </a:cubicBezTo>
                  <a:cubicBezTo>
                    <a:pt x="4932" y="247788"/>
                    <a:pt x="26165" y="230943"/>
                    <a:pt x="40084" y="199484"/>
                  </a:cubicBezTo>
                  <a:cubicBezTo>
                    <a:pt x="52116" y="172235"/>
                    <a:pt x="54947" y="144739"/>
                    <a:pt x="54947" y="12393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51" name="Freeform: Shape 5550">
              <a:extLst>
                <a:ext uri="{FF2B5EF4-FFF2-40B4-BE49-F238E27FC236}">
                  <a16:creationId xmlns:a16="http://schemas.microsoft.com/office/drawing/2014/main" id="{D9480102-E752-3A8A-7306-D2B9F2F09C5F}"/>
                </a:ext>
              </a:extLst>
            </p:cNvPr>
            <p:cNvSpPr/>
            <p:nvPr>
              <p:custDataLst>
                <p:tags r:id="rId48"/>
              </p:custDataLst>
            </p:nvPr>
          </p:nvSpPr>
          <p:spPr>
            <a:xfrm>
              <a:off x="9831463" y="4310772"/>
              <a:ext cx="144145" cy="9908"/>
            </a:xfrm>
            <a:custGeom>
              <a:avLst/>
              <a:gdLst>
                <a:gd name="connsiteX0" fmla="*/ 136109 w 144145"/>
                <a:gd name="connsiteY0" fmla="*/ 9983 h 9908"/>
                <a:gd name="connsiteX1" fmla="*/ 144366 w 144145"/>
                <a:gd name="connsiteY1" fmla="*/ 5029 h 9908"/>
                <a:gd name="connsiteX2" fmla="*/ 136109 w 144145"/>
                <a:gd name="connsiteY2" fmla="*/ 75 h 9908"/>
                <a:gd name="connsiteX3" fmla="*/ 8477 w 144145"/>
                <a:gd name="connsiteY3" fmla="*/ 75 h 9908"/>
                <a:gd name="connsiteX4" fmla="*/ 220 w 144145"/>
                <a:gd name="connsiteY4" fmla="*/ 5029 h 9908"/>
                <a:gd name="connsiteX5" fmla="*/ 8477 w 144145"/>
                <a:gd name="connsiteY5" fmla="*/ 9983 h 9908"/>
                <a:gd name="connsiteX6" fmla="*/ 136109 w 144145"/>
                <a:gd name="connsiteY6" fmla="*/ 9983 h 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145" h="9908">
                  <a:moveTo>
                    <a:pt x="136109" y="9983"/>
                  </a:moveTo>
                  <a:cubicBezTo>
                    <a:pt x="140119" y="9983"/>
                    <a:pt x="144366" y="9983"/>
                    <a:pt x="144366" y="5029"/>
                  </a:cubicBezTo>
                  <a:cubicBezTo>
                    <a:pt x="144366" y="75"/>
                    <a:pt x="140119" y="75"/>
                    <a:pt x="136109" y="75"/>
                  </a:cubicBezTo>
                  <a:lnTo>
                    <a:pt x="8477" y="75"/>
                  </a:lnTo>
                  <a:cubicBezTo>
                    <a:pt x="4466" y="75"/>
                    <a:pt x="220" y="75"/>
                    <a:pt x="220" y="5029"/>
                  </a:cubicBezTo>
                  <a:cubicBezTo>
                    <a:pt x="220" y="9983"/>
                    <a:pt x="4466" y="9983"/>
                    <a:pt x="8477" y="9983"/>
                  </a:cubicBezTo>
                  <a:lnTo>
                    <a:pt x="136109" y="998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52" name="Freeform: Shape 5551">
              <a:extLst>
                <a:ext uri="{FF2B5EF4-FFF2-40B4-BE49-F238E27FC236}">
                  <a16:creationId xmlns:a16="http://schemas.microsoft.com/office/drawing/2014/main" id="{2DEAB5B0-E30E-013E-0EDD-4D82019E169B}"/>
                </a:ext>
              </a:extLst>
            </p:cNvPr>
            <p:cNvSpPr/>
            <p:nvPr>
              <p:custDataLst>
                <p:tags r:id="rId49"/>
              </p:custDataLst>
            </p:nvPr>
          </p:nvSpPr>
          <p:spPr>
            <a:xfrm>
              <a:off x="10055585" y="4205742"/>
              <a:ext cx="52373" cy="171912"/>
            </a:xfrm>
            <a:custGeom>
              <a:avLst/>
              <a:gdLst>
                <a:gd name="connsiteX0" fmla="*/ 34202 w 52373"/>
                <a:gd name="connsiteY0" fmla="*/ 75 h 171912"/>
                <a:gd name="connsiteX1" fmla="*/ 230 w 52373"/>
                <a:gd name="connsiteY1" fmla="*/ 2800 h 171912"/>
                <a:gd name="connsiteX2" fmla="*/ 230 w 52373"/>
                <a:gd name="connsiteY2" fmla="*/ 10479 h 171912"/>
                <a:gd name="connsiteX3" fmla="*/ 18631 w 52373"/>
                <a:gd name="connsiteY3" fmla="*/ 24351 h 171912"/>
                <a:gd name="connsiteX4" fmla="*/ 18631 w 52373"/>
                <a:gd name="connsiteY4" fmla="*/ 153161 h 171912"/>
                <a:gd name="connsiteX5" fmla="*/ 230 w 52373"/>
                <a:gd name="connsiteY5" fmla="*/ 164308 h 171912"/>
                <a:gd name="connsiteX6" fmla="*/ 230 w 52373"/>
                <a:gd name="connsiteY6" fmla="*/ 171988 h 171912"/>
                <a:gd name="connsiteX7" fmla="*/ 26417 w 52373"/>
                <a:gd name="connsiteY7" fmla="*/ 171244 h 171912"/>
                <a:gd name="connsiteX8" fmla="*/ 52604 w 52373"/>
                <a:gd name="connsiteY8" fmla="*/ 171988 h 171912"/>
                <a:gd name="connsiteX9" fmla="*/ 52604 w 52373"/>
                <a:gd name="connsiteY9" fmla="*/ 164308 h 171912"/>
                <a:gd name="connsiteX10" fmla="*/ 34202 w 52373"/>
                <a:gd name="connsiteY10" fmla="*/ 153161 h 171912"/>
                <a:gd name="connsiteX11" fmla="*/ 34202 w 52373"/>
                <a:gd name="connsiteY11" fmla="*/ 75 h 17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73" h="171912">
                  <a:moveTo>
                    <a:pt x="34202" y="75"/>
                  </a:moveTo>
                  <a:lnTo>
                    <a:pt x="230" y="2800"/>
                  </a:lnTo>
                  <a:lnTo>
                    <a:pt x="230" y="10479"/>
                  </a:lnTo>
                  <a:cubicBezTo>
                    <a:pt x="16744" y="10479"/>
                    <a:pt x="18631" y="12213"/>
                    <a:pt x="18631" y="24351"/>
                  </a:cubicBezTo>
                  <a:lnTo>
                    <a:pt x="18631" y="153161"/>
                  </a:lnTo>
                  <a:cubicBezTo>
                    <a:pt x="18631" y="164308"/>
                    <a:pt x="16036" y="164308"/>
                    <a:pt x="230" y="164308"/>
                  </a:cubicBezTo>
                  <a:lnTo>
                    <a:pt x="230" y="171988"/>
                  </a:lnTo>
                  <a:cubicBezTo>
                    <a:pt x="8015" y="171740"/>
                    <a:pt x="20519" y="171244"/>
                    <a:pt x="26417" y="171244"/>
                  </a:cubicBezTo>
                  <a:cubicBezTo>
                    <a:pt x="32315" y="171244"/>
                    <a:pt x="43875" y="171740"/>
                    <a:pt x="52604" y="171988"/>
                  </a:cubicBezTo>
                  <a:lnTo>
                    <a:pt x="52604" y="164308"/>
                  </a:lnTo>
                  <a:cubicBezTo>
                    <a:pt x="36797" y="164308"/>
                    <a:pt x="34202" y="164308"/>
                    <a:pt x="34202" y="153161"/>
                  </a:cubicBezTo>
                  <a:lnTo>
                    <a:pt x="34202" y="7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53" name="Freeform: Shape 5552">
              <a:extLst>
                <a:ext uri="{FF2B5EF4-FFF2-40B4-BE49-F238E27FC236}">
                  <a16:creationId xmlns:a16="http://schemas.microsoft.com/office/drawing/2014/main" id="{C2AD930D-06B4-82DE-C4CA-91D0FF6BAD78}"/>
                </a:ext>
              </a:extLst>
            </p:cNvPr>
            <p:cNvSpPr/>
            <p:nvPr>
              <p:custDataLst>
                <p:tags r:id="rId50"/>
              </p:custDataLst>
            </p:nvPr>
          </p:nvSpPr>
          <p:spPr>
            <a:xfrm>
              <a:off x="10120882" y="4268165"/>
              <a:ext cx="118666" cy="109489"/>
            </a:xfrm>
            <a:custGeom>
              <a:avLst/>
              <a:gdLst>
                <a:gd name="connsiteX0" fmla="*/ 18634 w 118666"/>
                <a:gd name="connsiteY0" fmla="*/ 24351 h 109489"/>
                <a:gd name="connsiteX1" fmla="*/ 18634 w 118666"/>
                <a:gd name="connsiteY1" fmla="*/ 90738 h 109489"/>
                <a:gd name="connsiteX2" fmla="*/ 233 w 118666"/>
                <a:gd name="connsiteY2" fmla="*/ 101885 h 109489"/>
                <a:gd name="connsiteX3" fmla="*/ 233 w 118666"/>
                <a:gd name="connsiteY3" fmla="*/ 109564 h 109489"/>
                <a:gd name="connsiteX4" fmla="*/ 26891 w 118666"/>
                <a:gd name="connsiteY4" fmla="*/ 108821 h 109489"/>
                <a:gd name="connsiteX5" fmla="*/ 53314 w 118666"/>
                <a:gd name="connsiteY5" fmla="*/ 109564 h 109489"/>
                <a:gd name="connsiteX6" fmla="*/ 53314 w 118666"/>
                <a:gd name="connsiteY6" fmla="*/ 101885 h 109489"/>
                <a:gd name="connsiteX7" fmla="*/ 34913 w 118666"/>
                <a:gd name="connsiteY7" fmla="*/ 90738 h 109489"/>
                <a:gd name="connsiteX8" fmla="*/ 34913 w 118666"/>
                <a:gd name="connsiteY8" fmla="*/ 45159 h 109489"/>
                <a:gd name="connsiteX9" fmla="*/ 66762 w 118666"/>
                <a:gd name="connsiteY9" fmla="*/ 5524 h 109489"/>
                <a:gd name="connsiteX10" fmla="*/ 84219 w 118666"/>
                <a:gd name="connsiteY10" fmla="*/ 33021 h 109489"/>
                <a:gd name="connsiteX11" fmla="*/ 84219 w 118666"/>
                <a:gd name="connsiteY11" fmla="*/ 90738 h 109489"/>
                <a:gd name="connsiteX12" fmla="*/ 65818 w 118666"/>
                <a:gd name="connsiteY12" fmla="*/ 101885 h 109489"/>
                <a:gd name="connsiteX13" fmla="*/ 65818 w 118666"/>
                <a:gd name="connsiteY13" fmla="*/ 109564 h 109489"/>
                <a:gd name="connsiteX14" fmla="*/ 92477 w 118666"/>
                <a:gd name="connsiteY14" fmla="*/ 108821 h 109489"/>
                <a:gd name="connsiteX15" fmla="*/ 118899 w 118666"/>
                <a:gd name="connsiteY15" fmla="*/ 109564 h 109489"/>
                <a:gd name="connsiteX16" fmla="*/ 118899 w 118666"/>
                <a:gd name="connsiteY16" fmla="*/ 101885 h 109489"/>
                <a:gd name="connsiteX17" fmla="*/ 100498 w 118666"/>
                <a:gd name="connsiteY17" fmla="*/ 94453 h 109489"/>
                <a:gd name="connsiteX18" fmla="*/ 100498 w 118666"/>
                <a:gd name="connsiteY18" fmla="*/ 47140 h 109489"/>
                <a:gd name="connsiteX19" fmla="*/ 93184 w 118666"/>
                <a:gd name="connsiteY19" fmla="*/ 9240 h 109489"/>
                <a:gd name="connsiteX20" fmla="*/ 68413 w 118666"/>
                <a:gd name="connsiteY20" fmla="*/ 75 h 109489"/>
                <a:gd name="connsiteX21" fmla="*/ 33497 w 118666"/>
                <a:gd name="connsiteY21" fmla="*/ 26085 h 109489"/>
                <a:gd name="connsiteX22" fmla="*/ 33497 w 118666"/>
                <a:gd name="connsiteY22" fmla="*/ 75 h 109489"/>
                <a:gd name="connsiteX23" fmla="*/ 233 w 118666"/>
                <a:gd name="connsiteY23" fmla="*/ 2800 h 109489"/>
                <a:gd name="connsiteX24" fmla="*/ 233 w 118666"/>
                <a:gd name="connsiteY24" fmla="*/ 10479 h 109489"/>
                <a:gd name="connsiteX25" fmla="*/ 18634 w 118666"/>
                <a:gd name="connsiteY25" fmla="*/ 24351 h 10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8666" h="109489">
                  <a:moveTo>
                    <a:pt x="18634" y="24351"/>
                  </a:moveTo>
                  <a:lnTo>
                    <a:pt x="18634" y="90738"/>
                  </a:lnTo>
                  <a:cubicBezTo>
                    <a:pt x="18634" y="101885"/>
                    <a:pt x="16039" y="101885"/>
                    <a:pt x="233" y="101885"/>
                  </a:cubicBezTo>
                  <a:lnTo>
                    <a:pt x="233" y="109564"/>
                  </a:lnTo>
                  <a:cubicBezTo>
                    <a:pt x="8490" y="109316"/>
                    <a:pt x="20522" y="108821"/>
                    <a:pt x="26891" y="108821"/>
                  </a:cubicBezTo>
                  <a:cubicBezTo>
                    <a:pt x="33025" y="108821"/>
                    <a:pt x="45293" y="109316"/>
                    <a:pt x="53314" y="109564"/>
                  </a:cubicBezTo>
                  <a:lnTo>
                    <a:pt x="53314" y="101885"/>
                  </a:lnTo>
                  <a:cubicBezTo>
                    <a:pt x="37508" y="101885"/>
                    <a:pt x="34913" y="101885"/>
                    <a:pt x="34913" y="90738"/>
                  </a:cubicBezTo>
                  <a:lnTo>
                    <a:pt x="34913" y="45159"/>
                  </a:lnTo>
                  <a:cubicBezTo>
                    <a:pt x="34913" y="19396"/>
                    <a:pt x="51663" y="5524"/>
                    <a:pt x="66762" y="5524"/>
                  </a:cubicBezTo>
                  <a:cubicBezTo>
                    <a:pt x="81624" y="5524"/>
                    <a:pt x="84219" y="18901"/>
                    <a:pt x="84219" y="33021"/>
                  </a:cubicBezTo>
                  <a:lnTo>
                    <a:pt x="84219" y="90738"/>
                  </a:lnTo>
                  <a:cubicBezTo>
                    <a:pt x="84219" y="101885"/>
                    <a:pt x="81624" y="101885"/>
                    <a:pt x="65818" y="101885"/>
                  </a:cubicBezTo>
                  <a:lnTo>
                    <a:pt x="65818" y="109564"/>
                  </a:lnTo>
                  <a:cubicBezTo>
                    <a:pt x="74075" y="109316"/>
                    <a:pt x="86107" y="108821"/>
                    <a:pt x="92477" y="108821"/>
                  </a:cubicBezTo>
                  <a:cubicBezTo>
                    <a:pt x="98610" y="108821"/>
                    <a:pt x="110878" y="109316"/>
                    <a:pt x="118899" y="109564"/>
                  </a:cubicBezTo>
                  <a:lnTo>
                    <a:pt x="118899" y="101885"/>
                  </a:lnTo>
                  <a:cubicBezTo>
                    <a:pt x="106632" y="101885"/>
                    <a:pt x="100734" y="101885"/>
                    <a:pt x="100498" y="94453"/>
                  </a:cubicBezTo>
                  <a:lnTo>
                    <a:pt x="100498" y="47140"/>
                  </a:lnTo>
                  <a:cubicBezTo>
                    <a:pt x="100498" y="25837"/>
                    <a:pt x="100498" y="18158"/>
                    <a:pt x="93184" y="9240"/>
                  </a:cubicBezTo>
                  <a:cubicBezTo>
                    <a:pt x="89881" y="5029"/>
                    <a:pt x="82096" y="75"/>
                    <a:pt x="68413" y="75"/>
                  </a:cubicBezTo>
                  <a:cubicBezTo>
                    <a:pt x="51191" y="75"/>
                    <a:pt x="40103" y="10726"/>
                    <a:pt x="33497" y="26085"/>
                  </a:cubicBezTo>
                  <a:lnTo>
                    <a:pt x="33497" y="75"/>
                  </a:lnTo>
                  <a:lnTo>
                    <a:pt x="233" y="2800"/>
                  </a:lnTo>
                  <a:lnTo>
                    <a:pt x="233" y="10479"/>
                  </a:lnTo>
                  <a:cubicBezTo>
                    <a:pt x="16747" y="10479"/>
                    <a:pt x="18634" y="12213"/>
                    <a:pt x="18634" y="2435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54" name="Freeform: Shape 5553">
              <a:extLst>
                <a:ext uri="{FF2B5EF4-FFF2-40B4-BE49-F238E27FC236}">
                  <a16:creationId xmlns:a16="http://schemas.microsoft.com/office/drawing/2014/main" id="{12B8D9A4-B5FC-CEDA-5751-8A70BF4A0405}"/>
                </a:ext>
              </a:extLst>
            </p:cNvPr>
            <p:cNvSpPr/>
            <p:nvPr>
              <p:custDataLst>
                <p:tags r:id="rId51"/>
              </p:custDataLst>
            </p:nvPr>
          </p:nvSpPr>
          <p:spPr>
            <a:xfrm>
              <a:off x="10267754" y="4191870"/>
              <a:ext cx="54732" cy="247713"/>
            </a:xfrm>
            <a:custGeom>
              <a:avLst/>
              <a:gdLst>
                <a:gd name="connsiteX0" fmla="*/ 54971 w 54732"/>
                <a:gd name="connsiteY0" fmla="*/ 245311 h 247713"/>
                <a:gd name="connsiteX1" fmla="*/ 50961 w 54732"/>
                <a:gd name="connsiteY1" fmla="*/ 239861 h 247713"/>
                <a:gd name="connsiteX2" fmla="*/ 13921 w 54732"/>
                <a:gd name="connsiteY2" fmla="*/ 123931 h 247713"/>
                <a:gd name="connsiteX3" fmla="*/ 51904 w 54732"/>
                <a:gd name="connsiteY3" fmla="*/ 6763 h 247713"/>
                <a:gd name="connsiteX4" fmla="*/ 54971 w 54732"/>
                <a:gd name="connsiteY4" fmla="*/ 2552 h 247713"/>
                <a:gd name="connsiteX5" fmla="*/ 52612 w 54732"/>
                <a:gd name="connsiteY5" fmla="*/ 75 h 247713"/>
                <a:gd name="connsiteX6" fmla="*/ 15101 w 54732"/>
                <a:gd name="connsiteY6" fmla="*/ 48379 h 247713"/>
                <a:gd name="connsiteX7" fmla="*/ 238 w 54732"/>
                <a:gd name="connsiteY7" fmla="*/ 123931 h 247713"/>
                <a:gd name="connsiteX8" fmla="*/ 15809 w 54732"/>
                <a:gd name="connsiteY8" fmla="*/ 201218 h 247713"/>
                <a:gd name="connsiteX9" fmla="*/ 52612 w 54732"/>
                <a:gd name="connsiteY9" fmla="*/ 247788 h 247713"/>
                <a:gd name="connsiteX10" fmla="*/ 54971 w 54732"/>
                <a:gd name="connsiteY10" fmla="*/ 245311 h 24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32" h="247713">
                  <a:moveTo>
                    <a:pt x="54971" y="245311"/>
                  </a:moveTo>
                  <a:cubicBezTo>
                    <a:pt x="54971" y="244568"/>
                    <a:pt x="54971" y="244072"/>
                    <a:pt x="50961" y="239861"/>
                  </a:cubicBezTo>
                  <a:cubicBezTo>
                    <a:pt x="21471" y="208649"/>
                    <a:pt x="13921" y="161831"/>
                    <a:pt x="13921" y="123931"/>
                  </a:cubicBezTo>
                  <a:cubicBezTo>
                    <a:pt x="13921" y="80829"/>
                    <a:pt x="22886" y="37727"/>
                    <a:pt x="51904" y="6763"/>
                  </a:cubicBezTo>
                  <a:cubicBezTo>
                    <a:pt x="54971" y="3790"/>
                    <a:pt x="54971" y="3295"/>
                    <a:pt x="54971" y="2552"/>
                  </a:cubicBezTo>
                  <a:cubicBezTo>
                    <a:pt x="54971" y="818"/>
                    <a:pt x="54027" y="75"/>
                    <a:pt x="52612" y="75"/>
                  </a:cubicBezTo>
                  <a:cubicBezTo>
                    <a:pt x="50253" y="75"/>
                    <a:pt x="29020" y="16919"/>
                    <a:pt x="15101" y="48379"/>
                  </a:cubicBezTo>
                  <a:cubicBezTo>
                    <a:pt x="3069" y="75627"/>
                    <a:pt x="238" y="103123"/>
                    <a:pt x="238" y="123931"/>
                  </a:cubicBezTo>
                  <a:cubicBezTo>
                    <a:pt x="238" y="143253"/>
                    <a:pt x="2833" y="173226"/>
                    <a:pt x="15809" y="201218"/>
                  </a:cubicBezTo>
                  <a:cubicBezTo>
                    <a:pt x="29964" y="231686"/>
                    <a:pt x="50253" y="247788"/>
                    <a:pt x="52612" y="247788"/>
                  </a:cubicBezTo>
                  <a:cubicBezTo>
                    <a:pt x="54027" y="247788"/>
                    <a:pt x="54971" y="247045"/>
                    <a:pt x="54971" y="24531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55" name="Freeform: Shape 5554">
              <a:extLst>
                <a:ext uri="{FF2B5EF4-FFF2-40B4-BE49-F238E27FC236}">
                  <a16:creationId xmlns:a16="http://schemas.microsoft.com/office/drawing/2014/main" id="{DDDEE9AF-C949-2692-4563-37AB3E54AA71}"/>
                </a:ext>
              </a:extLst>
            </p:cNvPr>
            <p:cNvSpPr/>
            <p:nvPr>
              <p:custDataLst>
                <p:tags r:id="rId52"/>
              </p:custDataLst>
            </p:nvPr>
          </p:nvSpPr>
          <p:spPr>
            <a:xfrm>
              <a:off x="10328595" y="4268165"/>
              <a:ext cx="123149" cy="157545"/>
            </a:xfrm>
            <a:custGeom>
              <a:avLst/>
              <a:gdLst>
                <a:gd name="connsiteX0" fmla="*/ 18408 w 123149"/>
                <a:gd name="connsiteY0" fmla="*/ 139785 h 157545"/>
                <a:gd name="connsiteX1" fmla="*/ 5668 w 123149"/>
                <a:gd name="connsiteY1" fmla="*/ 149941 h 157545"/>
                <a:gd name="connsiteX2" fmla="*/ 242 w 123149"/>
                <a:gd name="connsiteY2" fmla="*/ 154648 h 157545"/>
                <a:gd name="connsiteX3" fmla="*/ 3309 w 123149"/>
                <a:gd name="connsiteY3" fmla="*/ 157620 h 157545"/>
                <a:gd name="connsiteX4" fmla="*/ 23126 w 123149"/>
                <a:gd name="connsiteY4" fmla="*/ 156877 h 157545"/>
                <a:gd name="connsiteX5" fmla="*/ 46482 w 123149"/>
                <a:gd name="connsiteY5" fmla="*/ 157620 h 157545"/>
                <a:gd name="connsiteX6" fmla="*/ 50728 w 123149"/>
                <a:gd name="connsiteY6" fmla="*/ 152666 h 157545"/>
                <a:gd name="connsiteX7" fmla="*/ 45066 w 123149"/>
                <a:gd name="connsiteY7" fmla="*/ 149941 h 157545"/>
                <a:gd name="connsiteX8" fmla="*/ 33271 w 123149"/>
                <a:gd name="connsiteY8" fmla="*/ 145978 h 157545"/>
                <a:gd name="connsiteX9" fmla="*/ 44831 w 123149"/>
                <a:gd name="connsiteY9" fmla="*/ 96435 h 157545"/>
                <a:gd name="connsiteX10" fmla="*/ 66535 w 123149"/>
                <a:gd name="connsiteY10" fmla="*/ 112289 h 157545"/>
                <a:gd name="connsiteX11" fmla="*/ 123391 w 123149"/>
                <a:gd name="connsiteY11" fmla="*/ 39709 h 157545"/>
                <a:gd name="connsiteX12" fmla="*/ 92014 w 123149"/>
                <a:gd name="connsiteY12" fmla="*/ 75 h 157545"/>
                <a:gd name="connsiteX13" fmla="*/ 61109 w 123149"/>
                <a:gd name="connsiteY13" fmla="*/ 18653 h 157545"/>
                <a:gd name="connsiteX14" fmla="*/ 39876 w 123149"/>
                <a:gd name="connsiteY14" fmla="*/ 75 h 157545"/>
                <a:gd name="connsiteX15" fmla="*/ 22418 w 123149"/>
                <a:gd name="connsiteY15" fmla="*/ 14194 h 157545"/>
                <a:gd name="connsiteX16" fmla="*/ 15105 w 123149"/>
                <a:gd name="connsiteY16" fmla="*/ 38223 h 157545"/>
                <a:gd name="connsiteX17" fmla="*/ 17936 w 123149"/>
                <a:gd name="connsiteY17" fmla="*/ 40700 h 157545"/>
                <a:gd name="connsiteX18" fmla="*/ 21946 w 123149"/>
                <a:gd name="connsiteY18" fmla="*/ 35002 h 157545"/>
                <a:gd name="connsiteX19" fmla="*/ 39169 w 123149"/>
                <a:gd name="connsiteY19" fmla="*/ 5524 h 157545"/>
                <a:gd name="connsiteX20" fmla="*/ 46482 w 123149"/>
                <a:gd name="connsiteY20" fmla="*/ 16919 h 157545"/>
                <a:gd name="connsiteX21" fmla="*/ 44831 w 123149"/>
                <a:gd name="connsiteY21" fmla="*/ 29553 h 157545"/>
                <a:gd name="connsiteX22" fmla="*/ 18408 w 123149"/>
                <a:gd name="connsiteY22" fmla="*/ 139785 h 157545"/>
                <a:gd name="connsiteX23" fmla="*/ 59929 w 123149"/>
                <a:gd name="connsiteY23" fmla="*/ 32277 h 157545"/>
                <a:gd name="connsiteX24" fmla="*/ 72197 w 123149"/>
                <a:gd name="connsiteY24" fmla="*/ 14938 h 157545"/>
                <a:gd name="connsiteX25" fmla="*/ 91306 w 123149"/>
                <a:gd name="connsiteY25" fmla="*/ 5524 h 157545"/>
                <a:gd name="connsiteX26" fmla="*/ 106405 w 123149"/>
                <a:gd name="connsiteY26" fmla="*/ 28809 h 157545"/>
                <a:gd name="connsiteX27" fmla="*/ 94373 w 123149"/>
                <a:gd name="connsiteY27" fmla="*/ 81325 h 157545"/>
                <a:gd name="connsiteX28" fmla="*/ 66299 w 123149"/>
                <a:gd name="connsiteY28" fmla="*/ 106839 h 157545"/>
                <a:gd name="connsiteX29" fmla="*/ 47662 w 123149"/>
                <a:gd name="connsiteY29" fmla="*/ 84793 h 157545"/>
                <a:gd name="connsiteX30" fmla="*/ 48369 w 123149"/>
                <a:gd name="connsiteY30" fmla="*/ 80829 h 157545"/>
                <a:gd name="connsiteX31" fmla="*/ 59929 w 123149"/>
                <a:gd name="connsiteY31" fmla="*/ 32277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149" h="157545">
                  <a:moveTo>
                    <a:pt x="18408" y="139785"/>
                  </a:moveTo>
                  <a:cubicBezTo>
                    <a:pt x="16520" y="148207"/>
                    <a:pt x="16049" y="149941"/>
                    <a:pt x="5668" y="149941"/>
                  </a:cubicBezTo>
                  <a:cubicBezTo>
                    <a:pt x="2837" y="149941"/>
                    <a:pt x="242" y="149941"/>
                    <a:pt x="242" y="154648"/>
                  </a:cubicBezTo>
                  <a:cubicBezTo>
                    <a:pt x="242" y="156629"/>
                    <a:pt x="1422" y="157620"/>
                    <a:pt x="3309" y="157620"/>
                  </a:cubicBezTo>
                  <a:cubicBezTo>
                    <a:pt x="9679" y="157620"/>
                    <a:pt x="16520" y="156877"/>
                    <a:pt x="23126" y="156877"/>
                  </a:cubicBezTo>
                  <a:cubicBezTo>
                    <a:pt x="30911" y="156877"/>
                    <a:pt x="38933" y="157620"/>
                    <a:pt x="46482" y="157620"/>
                  </a:cubicBezTo>
                  <a:cubicBezTo>
                    <a:pt x="47662" y="157620"/>
                    <a:pt x="50728" y="157620"/>
                    <a:pt x="50728" y="152666"/>
                  </a:cubicBezTo>
                  <a:cubicBezTo>
                    <a:pt x="50728" y="149941"/>
                    <a:pt x="48369" y="149941"/>
                    <a:pt x="45066" y="149941"/>
                  </a:cubicBezTo>
                  <a:cubicBezTo>
                    <a:pt x="33271" y="149941"/>
                    <a:pt x="33271" y="148207"/>
                    <a:pt x="33271" y="145978"/>
                  </a:cubicBezTo>
                  <a:cubicBezTo>
                    <a:pt x="33271" y="143005"/>
                    <a:pt x="43179" y="102628"/>
                    <a:pt x="44831" y="96435"/>
                  </a:cubicBezTo>
                  <a:cubicBezTo>
                    <a:pt x="47897" y="103619"/>
                    <a:pt x="54503" y="112289"/>
                    <a:pt x="66535" y="112289"/>
                  </a:cubicBezTo>
                  <a:cubicBezTo>
                    <a:pt x="93901" y="112289"/>
                    <a:pt x="123391" y="76123"/>
                    <a:pt x="123391" y="39709"/>
                  </a:cubicBezTo>
                  <a:cubicBezTo>
                    <a:pt x="123391" y="16424"/>
                    <a:pt x="109944" y="75"/>
                    <a:pt x="92014" y="75"/>
                  </a:cubicBezTo>
                  <a:cubicBezTo>
                    <a:pt x="80218" y="75"/>
                    <a:pt x="68894" y="8992"/>
                    <a:pt x="61109" y="18653"/>
                  </a:cubicBezTo>
                  <a:cubicBezTo>
                    <a:pt x="58750" y="5277"/>
                    <a:pt x="48605" y="75"/>
                    <a:pt x="39876" y="75"/>
                  </a:cubicBezTo>
                  <a:cubicBezTo>
                    <a:pt x="29024" y="75"/>
                    <a:pt x="24542" y="9736"/>
                    <a:pt x="22418" y="14194"/>
                  </a:cubicBezTo>
                  <a:cubicBezTo>
                    <a:pt x="18172" y="22617"/>
                    <a:pt x="15105" y="37479"/>
                    <a:pt x="15105" y="38223"/>
                  </a:cubicBezTo>
                  <a:cubicBezTo>
                    <a:pt x="15105" y="40700"/>
                    <a:pt x="17464" y="40700"/>
                    <a:pt x="17936" y="40700"/>
                  </a:cubicBezTo>
                  <a:cubicBezTo>
                    <a:pt x="20295" y="40700"/>
                    <a:pt x="20531" y="40452"/>
                    <a:pt x="21946" y="35002"/>
                  </a:cubicBezTo>
                  <a:cubicBezTo>
                    <a:pt x="25957" y="17415"/>
                    <a:pt x="30675" y="5524"/>
                    <a:pt x="39169" y="5524"/>
                  </a:cubicBezTo>
                  <a:cubicBezTo>
                    <a:pt x="43179" y="5524"/>
                    <a:pt x="46482" y="7506"/>
                    <a:pt x="46482" y="16919"/>
                  </a:cubicBezTo>
                  <a:cubicBezTo>
                    <a:pt x="46482" y="22617"/>
                    <a:pt x="45774" y="25341"/>
                    <a:pt x="44831" y="29553"/>
                  </a:cubicBezTo>
                  <a:lnTo>
                    <a:pt x="18408" y="139785"/>
                  </a:lnTo>
                  <a:close/>
                  <a:moveTo>
                    <a:pt x="59929" y="32277"/>
                  </a:moveTo>
                  <a:cubicBezTo>
                    <a:pt x="61581" y="25589"/>
                    <a:pt x="67950" y="18653"/>
                    <a:pt x="72197" y="14938"/>
                  </a:cubicBezTo>
                  <a:cubicBezTo>
                    <a:pt x="80454" y="7258"/>
                    <a:pt x="87296" y="5524"/>
                    <a:pt x="91306" y="5524"/>
                  </a:cubicBezTo>
                  <a:cubicBezTo>
                    <a:pt x="100743" y="5524"/>
                    <a:pt x="106405" y="14194"/>
                    <a:pt x="106405" y="28809"/>
                  </a:cubicBezTo>
                  <a:cubicBezTo>
                    <a:pt x="106405" y="43424"/>
                    <a:pt x="98620" y="71912"/>
                    <a:pt x="94373" y="81325"/>
                  </a:cubicBezTo>
                  <a:cubicBezTo>
                    <a:pt x="86352" y="98665"/>
                    <a:pt x="75028" y="106839"/>
                    <a:pt x="66299" y="106839"/>
                  </a:cubicBezTo>
                  <a:cubicBezTo>
                    <a:pt x="50728" y="106839"/>
                    <a:pt x="47662" y="86279"/>
                    <a:pt x="47662" y="84793"/>
                  </a:cubicBezTo>
                  <a:cubicBezTo>
                    <a:pt x="47662" y="84297"/>
                    <a:pt x="47662" y="83802"/>
                    <a:pt x="48369" y="80829"/>
                  </a:cubicBezTo>
                  <a:lnTo>
                    <a:pt x="59929" y="322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56" name="Freeform: Shape 5555">
              <a:extLst>
                <a:ext uri="{FF2B5EF4-FFF2-40B4-BE49-F238E27FC236}">
                  <a16:creationId xmlns:a16="http://schemas.microsoft.com/office/drawing/2014/main" id="{EDDF6A18-0991-17F7-FD8B-B73336EFDFFB}"/>
                </a:ext>
              </a:extLst>
            </p:cNvPr>
            <p:cNvSpPr/>
            <p:nvPr>
              <p:custDataLst>
                <p:tags r:id="rId53"/>
              </p:custDataLst>
            </p:nvPr>
          </p:nvSpPr>
          <p:spPr>
            <a:xfrm>
              <a:off x="10468288" y="4191870"/>
              <a:ext cx="54732" cy="247713"/>
            </a:xfrm>
            <a:custGeom>
              <a:avLst/>
              <a:gdLst>
                <a:gd name="connsiteX0" fmla="*/ 54980 w 54732"/>
                <a:gd name="connsiteY0" fmla="*/ 123931 h 247713"/>
                <a:gd name="connsiteX1" fmla="*/ 39409 w 54732"/>
                <a:gd name="connsiteY1" fmla="*/ 46645 h 247713"/>
                <a:gd name="connsiteX2" fmla="*/ 2606 w 54732"/>
                <a:gd name="connsiteY2" fmla="*/ 75 h 247713"/>
                <a:gd name="connsiteX3" fmla="*/ 247 w 54732"/>
                <a:gd name="connsiteY3" fmla="*/ 2552 h 247713"/>
                <a:gd name="connsiteX4" fmla="*/ 4730 w 54732"/>
                <a:gd name="connsiteY4" fmla="*/ 8249 h 247713"/>
                <a:gd name="connsiteX5" fmla="*/ 41297 w 54732"/>
                <a:gd name="connsiteY5" fmla="*/ 123931 h 247713"/>
                <a:gd name="connsiteX6" fmla="*/ 3314 w 54732"/>
                <a:gd name="connsiteY6" fmla="*/ 241100 h 247713"/>
                <a:gd name="connsiteX7" fmla="*/ 247 w 54732"/>
                <a:gd name="connsiteY7" fmla="*/ 245311 h 247713"/>
                <a:gd name="connsiteX8" fmla="*/ 2606 w 54732"/>
                <a:gd name="connsiteY8" fmla="*/ 247788 h 247713"/>
                <a:gd name="connsiteX9" fmla="*/ 40117 w 54732"/>
                <a:gd name="connsiteY9" fmla="*/ 199484 h 247713"/>
                <a:gd name="connsiteX10" fmla="*/ 54980 w 54732"/>
                <a:gd name="connsiteY10" fmla="*/ 123931 h 24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32" h="247713">
                  <a:moveTo>
                    <a:pt x="54980" y="123931"/>
                  </a:moveTo>
                  <a:cubicBezTo>
                    <a:pt x="54980" y="104610"/>
                    <a:pt x="52385" y="74636"/>
                    <a:pt x="39409" y="46645"/>
                  </a:cubicBezTo>
                  <a:cubicBezTo>
                    <a:pt x="25254" y="16176"/>
                    <a:pt x="4965" y="75"/>
                    <a:pt x="2606" y="75"/>
                  </a:cubicBezTo>
                  <a:cubicBezTo>
                    <a:pt x="1191" y="75"/>
                    <a:pt x="247" y="1066"/>
                    <a:pt x="247" y="2552"/>
                  </a:cubicBezTo>
                  <a:cubicBezTo>
                    <a:pt x="247" y="3295"/>
                    <a:pt x="247" y="3790"/>
                    <a:pt x="4730" y="8249"/>
                  </a:cubicBezTo>
                  <a:cubicBezTo>
                    <a:pt x="27849" y="32773"/>
                    <a:pt x="41297" y="72159"/>
                    <a:pt x="41297" y="123931"/>
                  </a:cubicBezTo>
                  <a:cubicBezTo>
                    <a:pt x="41297" y="166290"/>
                    <a:pt x="32568" y="209888"/>
                    <a:pt x="3314" y="241100"/>
                  </a:cubicBezTo>
                  <a:cubicBezTo>
                    <a:pt x="247" y="244072"/>
                    <a:pt x="247" y="244568"/>
                    <a:pt x="247" y="245311"/>
                  </a:cubicBezTo>
                  <a:cubicBezTo>
                    <a:pt x="247" y="246797"/>
                    <a:pt x="1191" y="247788"/>
                    <a:pt x="2606" y="247788"/>
                  </a:cubicBezTo>
                  <a:cubicBezTo>
                    <a:pt x="4965" y="247788"/>
                    <a:pt x="26198" y="230943"/>
                    <a:pt x="40117" y="199484"/>
                  </a:cubicBezTo>
                  <a:cubicBezTo>
                    <a:pt x="52149" y="172235"/>
                    <a:pt x="54980" y="144739"/>
                    <a:pt x="54980" y="12393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57" name="Freeform: Shape 5556">
              <a:extLst>
                <a:ext uri="{FF2B5EF4-FFF2-40B4-BE49-F238E27FC236}">
                  <a16:creationId xmlns:a16="http://schemas.microsoft.com/office/drawing/2014/main" id="{9A0033CE-2E3F-71BC-DE75-D144E87182C1}"/>
                </a:ext>
              </a:extLst>
            </p:cNvPr>
            <p:cNvSpPr/>
            <p:nvPr>
              <p:custDataLst>
                <p:tags r:id="rId54"/>
              </p:custDataLst>
            </p:nvPr>
          </p:nvSpPr>
          <p:spPr>
            <a:xfrm>
              <a:off x="10625329" y="4286744"/>
              <a:ext cx="156885" cy="57964"/>
            </a:xfrm>
            <a:custGeom>
              <a:avLst/>
              <a:gdLst>
                <a:gd name="connsiteX0" fmla="*/ 149118 w 156885"/>
                <a:gd name="connsiteY0" fmla="*/ 9983 h 57964"/>
                <a:gd name="connsiteX1" fmla="*/ 157139 w 156885"/>
                <a:gd name="connsiteY1" fmla="*/ 5029 h 57964"/>
                <a:gd name="connsiteX2" fmla="*/ 149354 w 156885"/>
                <a:gd name="connsiteY2" fmla="*/ 75 h 57964"/>
                <a:gd name="connsiteX3" fmla="*/ 8039 w 156885"/>
                <a:gd name="connsiteY3" fmla="*/ 75 h 57964"/>
                <a:gd name="connsiteX4" fmla="*/ 254 w 156885"/>
                <a:gd name="connsiteY4" fmla="*/ 5029 h 57964"/>
                <a:gd name="connsiteX5" fmla="*/ 8275 w 156885"/>
                <a:gd name="connsiteY5" fmla="*/ 9983 h 57964"/>
                <a:gd name="connsiteX6" fmla="*/ 149118 w 156885"/>
                <a:gd name="connsiteY6" fmla="*/ 9983 h 57964"/>
                <a:gd name="connsiteX7" fmla="*/ 149354 w 156885"/>
                <a:gd name="connsiteY7" fmla="*/ 58040 h 57964"/>
                <a:gd name="connsiteX8" fmla="*/ 157139 w 156885"/>
                <a:gd name="connsiteY8" fmla="*/ 53085 h 57964"/>
                <a:gd name="connsiteX9" fmla="*/ 149118 w 156885"/>
                <a:gd name="connsiteY9" fmla="*/ 48131 h 57964"/>
                <a:gd name="connsiteX10" fmla="*/ 8275 w 156885"/>
                <a:gd name="connsiteY10" fmla="*/ 48131 h 57964"/>
                <a:gd name="connsiteX11" fmla="*/ 254 w 156885"/>
                <a:gd name="connsiteY11" fmla="*/ 53085 h 57964"/>
                <a:gd name="connsiteX12" fmla="*/ 8039 w 156885"/>
                <a:gd name="connsiteY12" fmla="*/ 58040 h 57964"/>
                <a:gd name="connsiteX13" fmla="*/ 149354 w 156885"/>
                <a:gd name="connsiteY13" fmla="*/ 58040 h 57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885" h="57964">
                  <a:moveTo>
                    <a:pt x="149118" y="9983"/>
                  </a:moveTo>
                  <a:cubicBezTo>
                    <a:pt x="152657" y="9983"/>
                    <a:pt x="157139" y="9983"/>
                    <a:pt x="157139" y="5029"/>
                  </a:cubicBezTo>
                  <a:cubicBezTo>
                    <a:pt x="157139" y="75"/>
                    <a:pt x="152657" y="75"/>
                    <a:pt x="149354" y="75"/>
                  </a:cubicBezTo>
                  <a:lnTo>
                    <a:pt x="8039" y="75"/>
                  </a:lnTo>
                  <a:cubicBezTo>
                    <a:pt x="4736" y="75"/>
                    <a:pt x="254" y="75"/>
                    <a:pt x="254" y="5029"/>
                  </a:cubicBezTo>
                  <a:cubicBezTo>
                    <a:pt x="254" y="9983"/>
                    <a:pt x="4736" y="9983"/>
                    <a:pt x="8275" y="9983"/>
                  </a:cubicBezTo>
                  <a:lnTo>
                    <a:pt x="149118" y="9983"/>
                  </a:lnTo>
                  <a:close/>
                  <a:moveTo>
                    <a:pt x="149354" y="58040"/>
                  </a:moveTo>
                  <a:cubicBezTo>
                    <a:pt x="152657" y="58040"/>
                    <a:pt x="157139" y="58040"/>
                    <a:pt x="157139" y="53085"/>
                  </a:cubicBezTo>
                  <a:cubicBezTo>
                    <a:pt x="157139" y="48131"/>
                    <a:pt x="152657" y="48131"/>
                    <a:pt x="149118" y="48131"/>
                  </a:cubicBezTo>
                  <a:lnTo>
                    <a:pt x="8275" y="48131"/>
                  </a:lnTo>
                  <a:cubicBezTo>
                    <a:pt x="4736" y="48131"/>
                    <a:pt x="254" y="48131"/>
                    <a:pt x="254" y="53085"/>
                  </a:cubicBezTo>
                  <a:cubicBezTo>
                    <a:pt x="254" y="58040"/>
                    <a:pt x="4736" y="58040"/>
                    <a:pt x="8039" y="58040"/>
                  </a:cubicBezTo>
                  <a:lnTo>
                    <a:pt x="149354" y="5804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58" name="Freeform: Shape 5557">
              <a:extLst>
                <a:ext uri="{FF2B5EF4-FFF2-40B4-BE49-F238E27FC236}">
                  <a16:creationId xmlns:a16="http://schemas.microsoft.com/office/drawing/2014/main" id="{D3C16F6D-B8CB-151C-BA7E-9D617C34263D}"/>
                </a:ext>
              </a:extLst>
            </p:cNvPr>
            <p:cNvSpPr/>
            <p:nvPr>
              <p:custDataLst>
                <p:tags r:id="rId55"/>
              </p:custDataLst>
            </p:nvPr>
          </p:nvSpPr>
          <p:spPr>
            <a:xfrm>
              <a:off x="10880723" y="4310772"/>
              <a:ext cx="144145" cy="9908"/>
            </a:xfrm>
            <a:custGeom>
              <a:avLst/>
              <a:gdLst>
                <a:gd name="connsiteX0" fmla="*/ 136153 w 144145"/>
                <a:gd name="connsiteY0" fmla="*/ 9983 h 9908"/>
                <a:gd name="connsiteX1" fmla="*/ 144410 w 144145"/>
                <a:gd name="connsiteY1" fmla="*/ 5029 h 9908"/>
                <a:gd name="connsiteX2" fmla="*/ 136153 w 144145"/>
                <a:gd name="connsiteY2" fmla="*/ 75 h 9908"/>
                <a:gd name="connsiteX3" fmla="*/ 8521 w 144145"/>
                <a:gd name="connsiteY3" fmla="*/ 75 h 9908"/>
                <a:gd name="connsiteX4" fmla="*/ 264 w 144145"/>
                <a:gd name="connsiteY4" fmla="*/ 5029 h 9908"/>
                <a:gd name="connsiteX5" fmla="*/ 8521 w 144145"/>
                <a:gd name="connsiteY5" fmla="*/ 9983 h 9908"/>
                <a:gd name="connsiteX6" fmla="*/ 136153 w 144145"/>
                <a:gd name="connsiteY6" fmla="*/ 9983 h 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145" h="9908">
                  <a:moveTo>
                    <a:pt x="136153" y="9983"/>
                  </a:moveTo>
                  <a:cubicBezTo>
                    <a:pt x="140164" y="9983"/>
                    <a:pt x="144410" y="9983"/>
                    <a:pt x="144410" y="5029"/>
                  </a:cubicBezTo>
                  <a:cubicBezTo>
                    <a:pt x="144410" y="75"/>
                    <a:pt x="140164" y="75"/>
                    <a:pt x="136153" y="75"/>
                  </a:cubicBezTo>
                  <a:lnTo>
                    <a:pt x="8521" y="75"/>
                  </a:lnTo>
                  <a:cubicBezTo>
                    <a:pt x="4511" y="75"/>
                    <a:pt x="264" y="75"/>
                    <a:pt x="264" y="5029"/>
                  </a:cubicBezTo>
                  <a:cubicBezTo>
                    <a:pt x="264" y="9983"/>
                    <a:pt x="4511" y="9983"/>
                    <a:pt x="8521" y="9983"/>
                  </a:cubicBezTo>
                  <a:lnTo>
                    <a:pt x="136153" y="998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59" name="Freeform: Shape 5558">
              <a:extLst>
                <a:ext uri="{FF2B5EF4-FFF2-40B4-BE49-F238E27FC236}">
                  <a16:creationId xmlns:a16="http://schemas.microsoft.com/office/drawing/2014/main" id="{AB5D9578-92E6-B8EF-C88F-C0B5D8111942}"/>
                </a:ext>
              </a:extLst>
            </p:cNvPr>
            <p:cNvSpPr/>
            <p:nvPr>
              <p:custDataLst>
                <p:tags r:id="rId56"/>
              </p:custDataLst>
            </p:nvPr>
          </p:nvSpPr>
          <p:spPr>
            <a:xfrm>
              <a:off x="11049824" y="4267670"/>
              <a:ext cx="132821" cy="109984"/>
            </a:xfrm>
            <a:custGeom>
              <a:avLst/>
              <a:gdLst>
                <a:gd name="connsiteX0" fmla="*/ 76709 w 132821"/>
                <a:gd name="connsiteY0" fmla="*/ 49122 h 109984"/>
                <a:gd name="connsiteX1" fmla="*/ 104312 w 132821"/>
                <a:gd name="connsiteY1" fmla="*/ 16919 h 109984"/>
                <a:gd name="connsiteX2" fmla="*/ 128375 w 132821"/>
                <a:gd name="connsiteY2" fmla="*/ 11717 h 109984"/>
                <a:gd name="connsiteX3" fmla="*/ 128375 w 132821"/>
                <a:gd name="connsiteY3" fmla="*/ 75 h 109984"/>
                <a:gd name="connsiteX4" fmla="*/ 106671 w 132821"/>
                <a:gd name="connsiteY4" fmla="*/ 818 h 109984"/>
                <a:gd name="connsiteX5" fmla="*/ 82371 w 132821"/>
                <a:gd name="connsiteY5" fmla="*/ 75 h 109984"/>
                <a:gd name="connsiteX6" fmla="*/ 82371 w 132821"/>
                <a:gd name="connsiteY6" fmla="*/ 11717 h 109984"/>
                <a:gd name="connsiteX7" fmla="*/ 91336 w 132821"/>
                <a:gd name="connsiteY7" fmla="*/ 13947 h 109984"/>
                <a:gd name="connsiteX8" fmla="*/ 89449 w 132821"/>
                <a:gd name="connsiteY8" fmla="*/ 16919 h 109984"/>
                <a:gd name="connsiteX9" fmla="*/ 69632 w 132821"/>
                <a:gd name="connsiteY9" fmla="*/ 40204 h 109984"/>
                <a:gd name="connsiteX10" fmla="*/ 46512 w 132821"/>
                <a:gd name="connsiteY10" fmla="*/ 11717 h 109984"/>
                <a:gd name="connsiteX11" fmla="*/ 55949 w 132821"/>
                <a:gd name="connsiteY11" fmla="*/ 11717 h 109984"/>
                <a:gd name="connsiteX12" fmla="*/ 55949 w 132821"/>
                <a:gd name="connsiteY12" fmla="*/ 75 h 109984"/>
                <a:gd name="connsiteX13" fmla="*/ 27403 w 132821"/>
                <a:gd name="connsiteY13" fmla="*/ 818 h 109984"/>
                <a:gd name="connsiteX14" fmla="*/ 1452 w 132821"/>
                <a:gd name="connsiteY14" fmla="*/ 75 h 109984"/>
                <a:gd name="connsiteX15" fmla="*/ 1452 w 132821"/>
                <a:gd name="connsiteY15" fmla="*/ 11717 h 109984"/>
                <a:gd name="connsiteX16" fmla="*/ 18202 w 132821"/>
                <a:gd name="connsiteY16" fmla="*/ 11717 h 109984"/>
                <a:gd name="connsiteX17" fmla="*/ 55005 w 132821"/>
                <a:gd name="connsiteY17" fmla="*/ 57296 h 109984"/>
                <a:gd name="connsiteX18" fmla="*/ 24100 w 132821"/>
                <a:gd name="connsiteY18" fmla="*/ 93710 h 109984"/>
                <a:gd name="connsiteX19" fmla="*/ 272 w 132821"/>
                <a:gd name="connsiteY19" fmla="*/ 98417 h 109984"/>
                <a:gd name="connsiteX20" fmla="*/ 272 w 132821"/>
                <a:gd name="connsiteY20" fmla="*/ 110059 h 109984"/>
                <a:gd name="connsiteX21" fmla="*/ 21976 w 132821"/>
                <a:gd name="connsiteY21" fmla="*/ 109316 h 109984"/>
                <a:gd name="connsiteX22" fmla="*/ 46276 w 132821"/>
                <a:gd name="connsiteY22" fmla="*/ 110059 h 109984"/>
                <a:gd name="connsiteX23" fmla="*/ 46276 w 132821"/>
                <a:gd name="connsiteY23" fmla="*/ 98417 h 109984"/>
                <a:gd name="connsiteX24" fmla="*/ 37547 w 132821"/>
                <a:gd name="connsiteY24" fmla="*/ 95692 h 109984"/>
                <a:gd name="connsiteX25" fmla="*/ 39198 w 132821"/>
                <a:gd name="connsiteY25" fmla="*/ 93215 h 109984"/>
                <a:gd name="connsiteX26" fmla="*/ 62082 w 132821"/>
                <a:gd name="connsiteY26" fmla="*/ 66214 h 109984"/>
                <a:gd name="connsiteX27" fmla="*/ 88033 w 132821"/>
                <a:gd name="connsiteY27" fmla="*/ 98417 h 109984"/>
                <a:gd name="connsiteX28" fmla="*/ 78833 w 132821"/>
                <a:gd name="connsiteY28" fmla="*/ 98417 h 109984"/>
                <a:gd name="connsiteX29" fmla="*/ 78833 w 132821"/>
                <a:gd name="connsiteY29" fmla="*/ 110059 h 109984"/>
                <a:gd name="connsiteX30" fmla="*/ 107143 w 132821"/>
                <a:gd name="connsiteY30" fmla="*/ 109316 h 109984"/>
                <a:gd name="connsiteX31" fmla="*/ 133094 w 132821"/>
                <a:gd name="connsiteY31" fmla="*/ 110059 h 109984"/>
                <a:gd name="connsiteX32" fmla="*/ 133094 w 132821"/>
                <a:gd name="connsiteY32" fmla="*/ 98417 h 109984"/>
                <a:gd name="connsiteX33" fmla="*/ 116344 w 132821"/>
                <a:gd name="connsiteY33" fmla="*/ 98417 h 109984"/>
                <a:gd name="connsiteX34" fmla="*/ 76709 w 132821"/>
                <a:gd name="connsiteY34" fmla="*/ 49122 h 10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32821" h="109984">
                  <a:moveTo>
                    <a:pt x="76709" y="49122"/>
                  </a:moveTo>
                  <a:lnTo>
                    <a:pt x="104312" y="16919"/>
                  </a:lnTo>
                  <a:cubicBezTo>
                    <a:pt x="107379" y="13451"/>
                    <a:pt x="108794" y="11717"/>
                    <a:pt x="128375" y="11717"/>
                  </a:cubicBezTo>
                  <a:lnTo>
                    <a:pt x="128375" y="75"/>
                  </a:lnTo>
                  <a:cubicBezTo>
                    <a:pt x="120118" y="570"/>
                    <a:pt x="107851" y="818"/>
                    <a:pt x="106671" y="818"/>
                  </a:cubicBezTo>
                  <a:cubicBezTo>
                    <a:pt x="100773" y="818"/>
                    <a:pt x="88977" y="322"/>
                    <a:pt x="82371" y="75"/>
                  </a:cubicBezTo>
                  <a:lnTo>
                    <a:pt x="82371" y="11717"/>
                  </a:lnTo>
                  <a:cubicBezTo>
                    <a:pt x="85674" y="11717"/>
                    <a:pt x="88505" y="12213"/>
                    <a:pt x="91336" y="13947"/>
                  </a:cubicBezTo>
                  <a:cubicBezTo>
                    <a:pt x="90393" y="15433"/>
                    <a:pt x="90393" y="15928"/>
                    <a:pt x="89449" y="16919"/>
                  </a:cubicBezTo>
                  <a:lnTo>
                    <a:pt x="69632" y="40204"/>
                  </a:lnTo>
                  <a:lnTo>
                    <a:pt x="46512" y="11717"/>
                  </a:lnTo>
                  <a:lnTo>
                    <a:pt x="55949" y="11717"/>
                  </a:lnTo>
                  <a:lnTo>
                    <a:pt x="55949" y="75"/>
                  </a:lnTo>
                  <a:cubicBezTo>
                    <a:pt x="49815" y="322"/>
                    <a:pt x="34952" y="818"/>
                    <a:pt x="27403" y="818"/>
                  </a:cubicBezTo>
                  <a:cubicBezTo>
                    <a:pt x="19853" y="818"/>
                    <a:pt x="9237" y="322"/>
                    <a:pt x="1452" y="75"/>
                  </a:cubicBezTo>
                  <a:lnTo>
                    <a:pt x="1452" y="11717"/>
                  </a:lnTo>
                  <a:lnTo>
                    <a:pt x="18202" y="11717"/>
                  </a:lnTo>
                  <a:lnTo>
                    <a:pt x="55005" y="57296"/>
                  </a:lnTo>
                  <a:lnTo>
                    <a:pt x="24100" y="93710"/>
                  </a:lnTo>
                  <a:cubicBezTo>
                    <a:pt x="20089" y="98417"/>
                    <a:pt x="11596" y="98417"/>
                    <a:pt x="272" y="98417"/>
                  </a:cubicBezTo>
                  <a:lnTo>
                    <a:pt x="272" y="110059"/>
                  </a:lnTo>
                  <a:cubicBezTo>
                    <a:pt x="8529" y="109564"/>
                    <a:pt x="20797" y="109316"/>
                    <a:pt x="21976" y="109316"/>
                  </a:cubicBezTo>
                  <a:cubicBezTo>
                    <a:pt x="27874" y="109316"/>
                    <a:pt x="41558" y="109812"/>
                    <a:pt x="46276" y="110059"/>
                  </a:cubicBezTo>
                  <a:lnTo>
                    <a:pt x="46276" y="98417"/>
                  </a:lnTo>
                  <a:cubicBezTo>
                    <a:pt x="42029" y="98417"/>
                    <a:pt x="37547" y="97178"/>
                    <a:pt x="37547" y="95692"/>
                  </a:cubicBezTo>
                  <a:cubicBezTo>
                    <a:pt x="37547" y="95444"/>
                    <a:pt x="37547" y="95197"/>
                    <a:pt x="39198" y="93215"/>
                  </a:cubicBezTo>
                  <a:lnTo>
                    <a:pt x="62082" y="66214"/>
                  </a:lnTo>
                  <a:lnTo>
                    <a:pt x="88033" y="98417"/>
                  </a:lnTo>
                  <a:lnTo>
                    <a:pt x="78833" y="98417"/>
                  </a:lnTo>
                  <a:lnTo>
                    <a:pt x="78833" y="110059"/>
                  </a:lnTo>
                  <a:cubicBezTo>
                    <a:pt x="84966" y="109812"/>
                    <a:pt x="99357" y="109316"/>
                    <a:pt x="107143" y="109316"/>
                  </a:cubicBezTo>
                  <a:cubicBezTo>
                    <a:pt x="114692" y="109316"/>
                    <a:pt x="125308" y="109812"/>
                    <a:pt x="133094" y="110059"/>
                  </a:cubicBezTo>
                  <a:lnTo>
                    <a:pt x="133094" y="98417"/>
                  </a:lnTo>
                  <a:lnTo>
                    <a:pt x="116344" y="98417"/>
                  </a:lnTo>
                  <a:lnTo>
                    <a:pt x="76709" y="4912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60" name="Freeform: Shape 5559">
              <a:extLst>
                <a:ext uri="{FF2B5EF4-FFF2-40B4-BE49-F238E27FC236}">
                  <a16:creationId xmlns:a16="http://schemas.microsoft.com/office/drawing/2014/main" id="{ED78D977-E186-3D58-676C-5439FB643F03}"/>
                </a:ext>
              </a:extLst>
            </p:cNvPr>
            <p:cNvSpPr/>
            <p:nvPr>
              <p:custDataLst>
                <p:tags r:id="rId57"/>
              </p:custDataLst>
            </p:nvPr>
          </p:nvSpPr>
          <p:spPr>
            <a:xfrm>
              <a:off x="11195749" y="4178446"/>
              <a:ext cx="41450" cy="89820"/>
            </a:xfrm>
            <a:custGeom>
              <a:avLst/>
              <a:gdLst>
                <a:gd name="connsiteX0" fmla="*/ 40243 w 41450"/>
                <a:gd name="connsiteY0" fmla="*/ 15156 h 89820"/>
                <a:gd name="connsiteX1" fmla="*/ 41729 w 41450"/>
                <a:gd name="connsiteY1" fmla="*/ 9608 h 89820"/>
                <a:gd name="connsiteX2" fmla="*/ 31985 w 41450"/>
                <a:gd name="connsiteY2" fmla="*/ 71 h 89820"/>
                <a:gd name="connsiteX3" fmla="*/ 22903 w 41450"/>
                <a:gd name="connsiteY3" fmla="*/ 8220 h 89820"/>
                <a:gd name="connsiteX4" fmla="*/ 1104 w 41450"/>
                <a:gd name="connsiteY4" fmla="*/ 83302 h 89820"/>
                <a:gd name="connsiteX5" fmla="*/ 278 w 41450"/>
                <a:gd name="connsiteY5" fmla="*/ 86077 h 89820"/>
                <a:gd name="connsiteX6" fmla="*/ 6719 w 41450"/>
                <a:gd name="connsiteY6" fmla="*/ 89891 h 89820"/>
                <a:gd name="connsiteX7" fmla="*/ 9196 w 41450"/>
                <a:gd name="connsiteY7" fmla="*/ 86944 h 89820"/>
                <a:gd name="connsiteX8" fmla="*/ 40243 w 41450"/>
                <a:gd name="connsiteY8" fmla="*/ 15156 h 89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50" h="89820">
                  <a:moveTo>
                    <a:pt x="40243" y="15156"/>
                  </a:moveTo>
                  <a:cubicBezTo>
                    <a:pt x="41564" y="12209"/>
                    <a:pt x="41729" y="10821"/>
                    <a:pt x="41729" y="9608"/>
                  </a:cubicBezTo>
                  <a:cubicBezTo>
                    <a:pt x="41729" y="4232"/>
                    <a:pt x="37105" y="71"/>
                    <a:pt x="31985" y="71"/>
                  </a:cubicBezTo>
                  <a:cubicBezTo>
                    <a:pt x="25710" y="71"/>
                    <a:pt x="23728" y="5446"/>
                    <a:pt x="22903" y="8220"/>
                  </a:cubicBezTo>
                  <a:lnTo>
                    <a:pt x="1104" y="83302"/>
                  </a:lnTo>
                  <a:cubicBezTo>
                    <a:pt x="939" y="83649"/>
                    <a:pt x="278" y="85903"/>
                    <a:pt x="278" y="86077"/>
                  </a:cubicBezTo>
                  <a:cubicBezTo>
                    <a:pt x="278" y="88157"/>
                    <a:pt x="5397" y="89891"/>
                    <a:pt x="6719" y="89891"/>
                  </a:cubicBezTo>
                  <a:cubicBezTo>
                    <a:pt x="7875" y="89891"/>
                    <a:pt x="8040" y="89545"/>
                    <a:pt x="9196" y="86944"/>
                  </a:cubicBezTo>
                  <a:lnTo>
                    <a:pt x="40243" y="151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61" name="Freeform: Shape 5560">
              <a:extLst>
                <a:ext uri="{FF2B5EF4-FFF2-40B4-BE49-F238E27FC236}">
                  <a16:creationId xmlns:a16="http://schemas.microsoft.com/office/drawing/2014/main" id="{18513954-517E-BB71-E57F-BEEEBA7E6F07}"/>
                </a:ext>
              </a:extLst>
            </p:cNvPr>
            <p:cNvSpPr/>
            <p:nvPr>
              <p:custDataLst>
                <p:tags r:id="rId58"/>
              </p:custDataLst>
            </p:nvPr>
          </p:nvSpPr>
          <p:spPr>
            <a:xfrm>
              <a:off x="11257785" y="4203760"/>
              <a:ext cx="150751" cy="221950"/>
            </a:xfrm>
            <a:custGeom>
              <a:avLst/>
              <a:gdLst>
                <a:gd name="connsiteX0" fmla="*/ 1225 w 150751"/>
                <a:gd name="connsiteY0" fmla="*/ 214594 h 221950"/>
                <a:gd name="connsiteX1" fmla="*/ 281 w 150751"/>
                <a:gd name="connsiteY1" fmla="*/ 218558 h 221950"/>
                <a:gd name="connsiteX2" fmla="*/ 5943 w 150751"/>
                <a:gd name="connsiteY2" fmla="*/ 222026 h 221950"/>
                <a:gd name="connsiteX3" fmla="*/ 12077 w 150751"/>
                <a:gd name="connsiteY3" fmla="*/ 216328 h 221950"/>
                <a:gd name="connsiteX4" fmla="*/ 27175 w 150751"/>
                <a:gd name="connsiteY4" fmla="*/ 152418 h 221950"/>
                <a:gd name="connsiteX5" fmla="*/ 74123 w 150751"/>
                <a:gd name="connsiteY5" fmla="*/ 176942 h 221950"/>
                <a:gd name="connsiteX6" fmla="*/ 147965 w 150751"/>
                <a:gd name="connsiteY6" fmla="*/ 106591 h 221950"/>
                <a:gd name="connsiteX7" fmla="*/ 132867 w 150751"/>
                <a:gd name="connsiteY7" fmla="*/ 73645 h 221950"/>
                <a:gd name="connsiteX8" fmla="*/ 151032 w 150751"/>
                <a:gd name="connsiteY8" fmla="*/ 33021 h 221950"/>
                <a:gd name="connsiteX9" fmla="*/ 114229 w 150751"/>
                <a:gd name="connsiteY9" fmla="*/ 75 h 221950"/>
                <a:gd name="connsiteX10" fmla="*/ 37084 w 150751"/>
                <a:gd name="connsiteY10" fmla="*/ 63489 h 221950"/>
                <a:gd name="connsiteX11" fmla="*/ 1225 w 150751"/>
                <a:gd name="connsiteY11" fmla="*/ 214594 h 221950"/>
                <a:gd name="connsiteX12" fmla="*/ 108095 w 150751"/>
                <a:gd name="connsiteY12" fmla="*/ 74636 h 221950"/>
                <a:gd name="connsiteX13" fmla="*/ 93232 w 150751"/>
                <a:gd name="connsiteY13" fmla="*/ 78847 h 221950"/>
                <a:gd name="connsiteX14" fmla="*/ 81908 w 150751"/>
                <a:gd name="connsiteY14" fmla="*/ 76866 h 221950"/>
                <a:gd name="connsiteX15" fmla="*/ 96535 w 150751"/>
                <a:gd name="connsiteY15" fmla="*/ 72902 h 221950"/>
                <a:gd name="connsiteX16" fmla="*/ 108095 w 150751"/>
                <a:gd name="connsiteY16" fmla="*/ 74636 h 221950"/>
                <a:gd name="connsiteX17" fmla="*/ 116116 w 150751"/>
                <a:gd name="connsiteY17" fmla="*/ 65966 h 221950"/>
                <a:gd name="connsiteX18" fmla="*/ 97243 w 150751"/>
                <a:gd name="connsiteY18" fmla="*/ 63985 h 221950"/>
                <a:gd name="connsiteX19" fmla="*/ 70584 w 150751"/>
                <a:gd name="connsiteY19" fmla="*/ 77361 h 221950"/>
                <a:gd name="connsiteX20" fmla="*/ 92997 w 150751"/>
                <a:gd name="connsiteY20" fmla="*/ 87765 h 221950"/>
                <a:gd name="connsiteX21" fmla="*/ 118240 w 150751"/>
                <a:gd name="connsiteY21" fmla="*/ 83059 h 221950"/>
                <a:gd name="connsiteX22" fmla="*/ 120835 w 150751"/>
                <a:gd name="connsiteY22" fmla="*/ 95940 h 221950"/>
                <a:gd name="connsiteX23" fmla="*/ 107388 w 150751"/>
                <a:gd name="connsiteY23" fmla="*/ 147712 h 221950"/>
                <a:gd name="connsiteX24" fmla="*/ 73651 w 150751"/>
                <a:gd name="connsiteY24" fmla="*/ 168024 h 221950"/>
                <a:gd name="connsiteX25" fmla="*/ 33309 w 150751"/>
                <a:gd name="connsiteY25" fmla="*/ 131858 h 221950"/>
                <a:gd name="connsiteX26" fmla="*/ 34961 w 150751"/>
                <a:gd name="connsiteY26" fmla="*/ 119225 h 221950"/>
                <a:gd name="connsiteX27" fmla="*/ 48880 w 150751"/>
                <a:gd name="connsiteY27" fmla="*/ 61260 h 221950"/>
                <a:gd name="connsiteX28" fmla="*/ 113050 w 150751"/>
                <a:gd name="connsiteY28" fmla="*/ 8992 h 221950"/>
                <a:gd name="connsiteX29" fmla="*/ 126969 w 150751"/>
                <a:gd name="connsiteY29" fmla="*/ 23112 h 221950"/>
                <a:gd name="connsiteX30" fmla="*/ 116116 w 150751"/>
                <a:gd name="connsiteY30" fmla="*/ 65966 h 22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0751" h="221950">
                  <a:moveTo>
                    <a:pt x="1225" y="214594"/>
                  </a:moveTo>
                  <a:cubicBezTo>
                    <a:pt x="989" y="215090"/>
                    <a:pt x="281" y="218310"/>
                    <a:pt x="281" y="218558"/>
                  </a:cubicBezTo>
                  <a:cubicBezTo>
                    <a:pt x="281" y="222026"/>
                    <a:pt x="3820" y="222026"/>
                    <a:pt x="5943" y="222026"/>
                  </a:cubicBezTo>
                  <a:cubicBezTo>
                    <a:pt x="10661" y="222026"/>
                    <a:pt x="10661" y="221530"/>
                    <a:pt x="12077" y="216328"/>
                  </a:cubicBezTo>
                  <a:cubicBezTo>
                    <a:pt x="12784" y="212365"/>
                    <a:pt x="26940" y="152914"/>
                    <a:pt x="27175" y="152418"/>
                  </a:cubicBezTo>
                  <a:cubicBezTo>
                    <a:pt x="37084" y="169758"/>
                    <a:pt x="55250" y="176942"/>
                    <a:pt x="74123" y="176942"/>
                  </a:cubicBezTo>
                  <a:cubicBezTo>
                    <a:pt x="121543" y="176942"/>
                    <a:pt x="147965" y="139042"/>
                    <a:pt x="147965" y="106591"/>
                  </a:cubicBezTo>
                  <a:cubicBezTo>
                    <a:pt x="147965" y="89251"/>
                    <a:pt x="140652" y="79838"/>
                    <a:pt x="132867" y="73645"/>
                  </a:cubicBezTo>
                  <a:cubicBezTo>
                    <a:pt x="141360" y="66214"/>
                    <a:pt x="151032" y="50113"/>
                    <a:pt x="151032" y="33021"/>
                  </a:cubicBezTo>
                  <a:cubicBezTo>
                    <a:pt x="151032" y="11965"/>
                    <a:pt x="136405" y="75"/>
                    <a:pt x="114229" y="75"/>
                  </a:cubicBezTo>
                  <a:cubicBezTo>
                    <a:pt x="80493" y="75"/>
                    <a:pt x="45577" y="27571"/>
                    <a:pt x="37084" y="63489"/>
                  </a:cubicBezTo>
                  <a:lnTo>
                    <a:pt x="1225" y="214594"/>
                  </a:lnTo>
                  <a:close/>
                  <a:moveTo>
                    <a:pt x="108095" y="74636"/>
                  </a:moveTo>
                  <a:cubicBezTo>
                    <a:pt x="102433" y="78847"/>
                    <a:pt x="96535" y="78847"/>
                    <a:pt x="93232" y="78847"/>
                  </a:cubicBezTo>
                  <a:cubicBezTo>
                    <a:pt x="92289" y="78847"/>
                    <a:pt x="81908" y="78847"/>
                    <a:pt x="81908" y="76866"/>
                  </a:cubicBezTo>
                  <a:cubicBezTo>
                    <a:pt x="81908" y="72902"/>
                    <a:pt x="93468" y="72902"/>
                    <a:pt x="96535" y="72902"/>
                  </a:cubicBezTo>
                  <a:cubicBezTo>
                    <a:pt x="100782" y="72902"/>
                    <a:pt x="103613" y="72902"/>
                    <a:pt x="108095" y="74636"/>
                  </a:cubicBezTo>
                  <a:close/>
                  <a:moveTo>
                    <a:pt x="116116" y="65966"/>
                  </a:moveTo>
                  <a:cubicBezTo>
                    <a:pt x="108331" y="63985"/>
                    <a:pt x="101725" y="63985"/>
                    <a:pt x="97243" y="63985"/>
                  </a:cubicBezTo>
                  <a:cubicBezTo>
                    <a:pt x="89694" y="63985"/>
                    <a:pt x="70584" y="63985"/>
                    <a:pt x="70584" y="77361"/>
                  </a:cubicBezTo>
                  <a:cubicBezTo>
                    <a:pt x="70584" y="87765"/>
                    <a:pt x="84739" y="87765"/>
                    <a:pt x="92997" y="87765"/>
                  </a:cubicBezTo>
                  <a:cubicBezTo>
                    <a:pt x="97007" y="87765"/>
                    <a:pt x="107623" y="87765"/>
                    <a:pt x="118240" y="83059"/>
                  </a:cubicBezTo>
                  <a:cubicBezTo>
                    <a:pt x="120127" y="86774"/>
                    <a:pt x="120835" y="91729"/>
                    <a:pt x="120835" y="95940"/>
                  </a:cubicBezTo>
                  <a:cubicBezTo>
                    <a:pt x="120835" y="104857"/>
                    <a:pt x="114701" y="134831"/>
                    <a:pt x="107388" y="147712"/>
                  </a:cubicBezTo>
                  <a:cubicBezTo>
                    <a:pt x="100074" y="159850"/>
                    <a:pt x="88514" y="168024"/>
                    <a:pt x="73651" y="168024"/>
                  </a:cubicBezTo>
                  <a:cubicBezTo>
                    <a:pt x="51711" y="168024"/>
                    <a:pt x="33309" y="154152"/>
                    <a:pt x="33309" y="131858"/>
                  </a:cubicBezTo>
                  <a:cubicBezTo>
                    <a:pt x="33309" y="126904"/>
                    <a:pt x="34489" y="121702"/>
                    <a:pt x="34961" y="119225"/>
                  </a:cubicBezTo>
                  <a:cubicBezTo>
                    <a:pt x="38500" y="104610"/>
                    <a:pt x="46049" y="72159"/>
                    <a:pt x="48880" y="61260"/>
                  </a:cubicBezTo>
                  <a:cubicBezTo>
                    <a:pt x="56429" y="34259"/>
                    <a:pt x="84975" y="8992"/>
                    <a:pt x="113050" y="8992"/>
                  </a:cubicBezTo>
                  <a:cubicBezTo>
                    <a:pt x="121779" y="8992"/>
                    <a:pt x="126969" y="13451"/>
                    <a:pt x="126969" y="23112"/>
                  </a:cubicBezTo>
                  <a:cubicBezTo>
                    <a:pt x="126969" y="30791"/>
                    <a:pt x="121307" y="56306"/>
                    <a:pt x="116116" y="6596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5718" name="Group 5717" descr="\documentclass{article}&#10;\usepackage{amsmath}&#10;\usepackage{amsfonts}&#10;\pagestyle{empty}&#10;\begin{document}&#10;&#10;&#10;\[&#10; \text{ln} (p) - \text{ln}(1 - p)= \mathbf{x}'\boldsymbol{\beta}&#10;\]&#10;&#10;&#10;&#10;&#10;&#10;\end{document}" title="IguanaTex Shape Display">
            <a:extLst>
              <a:ext uri="{FF2B5EF4-FFF2-40B4-BE49-F238E27FC236}">
                <a16:creationId xmlns:a16="http://schemas.microsoft.com/office/drawing/2014/main" id="{8AF979D3-F525-B806-3B32-D23CEBABB956}"/>
              </a:ext>
            </a:extLst>
          </p:cNvPr>
          <p:cNvGrpSpPr>
            <a:grpSpLocks noChangeAspect="1"/>
          </p:cNvGrpSpPr>
          <p:nvPr>
            <p:custDataLst>
              <p:tags r:id="rId9"/>
            </p:custDataLst>
          </p:nvPr>
        </p:nvGrpSpPr>
        <p:grpSpPr>
          <a:xfrm>
            <a:off x="6745995" y="4674703"/>
            <a:ext cx="1792415" cy="197105"/>
            <a:chOff x="8994700" y="4693939"/>
            <a:chExt cx="2374705" cy="261137"/>
          </a:xfrm>
        </p:grpSpPr>
        <p:sp>
          <p:nvSpPr>
            <p:cNvPr id="5701" name="Freeform: Shape 5700">
              <a:extLst>
                <a:ext uri="{FF2B5EF4-FFF2-40B4-BE49-F238E27FC236}">
                  <a16:creationId xmlns:a16="http://schemas.microsoft.com/office/drawing/2014/main" id="{61478F59-A984-F976-9C0F-B75A95511B34}"/>
                </a:ext>
              </a:extLst>
            </p:cNvPr>
            <p:cNvSpPr/>
            <p:nvPr>
              <p:custDataLst>
                <p:tags r:id="rId24"/>
              </p:custDataLst>
            </p:nvPr>
          </p:nvSpPr>
          <p:spPr>
            <a:xfrm>
              <a:off x="8994700" y="4721235"/>
              <a:ext cx="52635" cy="171912"/>
            </a:xfrm>
            <a:custGeom>
              <a:avLst/>
              <a:gdLst>
                <a:gd name="connsiteX0" fmla="*/ 34325 w 52635"/>
                <a:gd name="connsiteY0" fmla="*/ 75 h 171912"/>
                <a:gd name="connsiteX1" fmla="*/ 183 w 52635"/>
                <a:gd name="connsiteY1" fmla="*/ 2800 h 171912"/>
                <a:gd name="connsiteX2" fmla="*/ 183 w 52635"/>
                <a:gd name="connsiteY2" fmla="*/ 10479 h 171912"/>
                <a:gd name="connsiteX3" fmla="*/ 18677 w 52635"/>
                <a:gd name="connsiteY3" fmla="*/ 24351 h 171912"/>
                <a:gd name="connsiteX4" fmla="*/ 18677 w 52635"/>
                <a:gd name="connsiteY4" fmla="*/ 153161 h 171912"/>
                <a:gd name="connsiteX5" fmla="*/ 183 w 52635"/>
                <a:gd name="connsiteY5" fmla="*/ 164308 h 171912"/>
                <a:gd name="connsiteX6" fmla="*/ 183 w 52635"/>
                <a:gd name="connsiteY6" fmla="*/ 171988 h 171912"/>
                <a:gd name="connsiteX7" fmla="*/ 26501 w 52635"/>
                <a:gd name="connsiteY7" fmla="*/ 171244 h 171912"/>
                <a:gd name="connsiteX8" fmla="*/ 52819 w 52635"/>
                <a:gd name="connsiteY8" fmla="*/ 171988 h 171912"/>
                <a:gd name="connsiteX9" fmla="*/ 52819 w 52635"/>
                <a:gd name="connsiteY9" fmla="*/ 164308 h 171912"/>
                <a:gd name="connsiteX10" fmla="*/ 34325 w 52635"/>
                <a:gd name="connsiteY10" fmla="*/ 153161 h 171912"/>
                <a:gd name="connsiteX11" fmla="*/ 34325 w 52635"/>
                <a:gd name="connsiteY11" fmla="*/ 75 h 17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635" h="171912">
                  <a:moveTo>
                    <a:pt x="34325" y="75"/>
                  </a:moveTo>
                  <a:lnTo>
                    <a:pt x="183" y="2800"/>
                  </a:lnTo>
                  <a:lnTo>
                    <a:pt x="183" y="10479"/>
                  </a:lnTo>
                  <a:cubicBezTo>
                    <a:pt x="16780" y="10479"/>
                    <a:pt x="18677" y="12213"/>
                    <a:pt x="18677" y="24351"/>
                  </a:cubicBezTo>
                  <a:lnTo>
                    <a:pt x="18677" y="153161"/>
                  </a:lnTo>
                  <a:cubicBezTo>
                    <a:pt x="18677" y="164308"/>
                    <a:pt x="16069" y="164308"/>
                    <a:pt x="183" y="164308"/>
                  </a:cubicBezTo>
                  <a:lnTo>
                    <a:pt x="183" y="171988"/>
                  </a:lnTo>
                  <a:cubicBezTo>
                    <a:pt x="8008" y="171740"/>
                    <a:pt x="20574" y="171244"/>
                    <a:pt x="26501" y="171244"/>
                  </a:cubicBezTo>
                  <a:cubicBezTo>
                    <a:pt x="32429" y="171244"/>
                    <a:pt x="44046" y="171740"/>
                    <a:pt x="52819" y="171988"/>
                  </a:cubicBezTo>
                  <a:lnTo>
                    <a:pt x="52819" y="164308"/>
                  </a:lnTo>
                  <a:cubicBezTo>
                    <a:pt x="36933" y="164308"/>
                    <a:pt x="34325" y="164308"/>
                    <a:pt x="34325" y="153161"/>
                  </a:cubicBezTo>
                  <a:lnTo>
                    <a:pt x="34325" y="7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2" name="Freeform: Shape 5701">
              <a:extLst>
                <a:ext uri="{FF2B5EF4-FFF2-40B4-BE49-F238E27FC236}">
                  <a16:creationId xmlns:a16="http://schemas.microsoft.com/office/drawing/2014/main" id="{28D2DC44-7975-C1CC-829E-84DF5B4D304C}"/>
                </a:ext>
              </a:extLst>
            </p:cNvPr>
            <p:cNvSpPr/>
            <p:nvPr>
              <p:custDataLst>
                <p:tags r:id="rId25"/>
              </p:custDataLst>
            </p:nvPr>
          </p:nvSpPr>
          <p:spPr>
            <a:xfrm>
              <a:off x="9060324" y="4783658"/>
              <a:ext cx="119259" cy="109489"/>
            </a:xfrm>
            <a:custGeom>
              <a:avLst/>
              <a:gdLst>
                <a:gd name="connsiteX0" fmla="*/ 18680 w 119259"/>
                <a:gd name="connsiteY0" fmla="*/ 24351 h 109489"/>
                <a:gd name="connsiteX1" fmla="*/ 18680 w 119259"/>
                <a:gd name="connsiteY1" fmla="*/ 90738 h 109489"/>
                <a:gd name="connsiteX2" fmla="*/ 186 w 119259"/>
                <a:gd name="connsiteY2" fmla="*/ 101885 h 109489"/>
                <a:gd name="connsiteX3" fmla="*/ 186 w 119259"/>
                <a:gd name="connsiteY3" fmla="*/ 109564 h 109489"/>
                <a:gd name="connsiteX4" fmla="*/ 26978 w 119259"/>
                <a:gd name="connsiteY4" fmla="*/ 108821 h 109489"/>
                <a:gd name="connsiteX5" fmla="*/ 53533 w 119259"/>
                <a:gd name="connsiteY5" fmla="*/ 109564 h 109489"/>
                <a:gd name="connsiteX6" fmla="*/ 53533 w 119259"/>
                <a:gd name="connsiteY6" fmla="*/ 101885 h 109489"/>
                <a:gd name="connsiteX7" fmla="*/ 35039 w 119259"/>
                <a:gd name="connsiteY7" fmla="*/ 90738 h 109489"/>
                <a:gd name="connsiteX8" fmla="*/ 35039 w 119259"/>
                <a:gd name="connsiteY8" fmla="*/ 45159 h 109489"/>
                <a:gd name="connsiteX9" fmla="*/ 67048 w 119259"/>
                <a:gd name="connsiteY9" fmla="*/ 5524 h 109489"/>
                <a:gd name="connsiteX10" fmla="*/ 84593 w 119259"/>
                <a:gd name="connsiteY10" fmla="*/ 33021 h 109489"/>
                <a:gd name="connsiteX11" fmla="*/ 84593 w 119259"/>
                <a:gd name="connsiteY11" fmla="*/ 90738 h 109489"/>
                <a:gd name="connsiteX12" fmla="*/ 66099 w 119259"/>
                <a:gd name="connsiteY12" fmla="*/ 101885 h 109489"/>
                <a:gd name="connsiteX13" fmla="*/ 66099 w 119259"/>
                <a:gd name="connsiteY13" fmla="*/ 109564 h 109489"/>
                <a:gd name="connsiteX14" fmla="*/ 92891 w 119259"/>
                <a:gd name="connsiteY14" fmla="*/ 108821 h 109489"/>
                <a:gd name="connsiteX15" fmla="*/ 119446 w 119259"/>
                <a:gd name="connsiteY15" fmla="*/ 109564 h 109489"/>
                <a:gd name="connsiteX16" fmla="*/ 119446 w 119259"/>
                <a:gd name="connsiteY16" fmla="*/ 101885 h 109489"/>
                <a:gd name="connsiteX17" fmla="*/ 100953 w 119259"/>
                <a:gd name="connsiteY17" fmla="*/ 94453 h 109489"/>
                <a:gd name="connsiteX18" fmla="*/ 100953 w 119259"/>
                <a:gd name="connsiteY18" fmla="*/ 47140 h 109489"/>
                <a:gd name="connsiteX19" fmla="*/ 93603 w 119259"/>
                <a:gd name="connsiteY19" fmla="*/ 9240 h 109489"/>
                <a:gd name="connsiteX20" fmla="*/ 68707 w 119259"/>
                <a:gd name="connsiteY20" fmla="*/ 75 h 109489"/>
                <a:gd name="connsiteX21" fmla="*/ 33617 w 119259"/>
                <a:gd name="connsiteY21" fmla="*/ 26085 h 109489"/>
                <a:gd name="connsiteX22" fmla="*/ 33617 w 119259"/>
                <a:gd name="connsiteY22" fmla="*/ 75 h 109489"/>
                <a:gd name="connsiteX23" fmla="*/ 186 w 119259"/>
                <a:gd name="connsiteY23" fmla="*/ 2800 h 109489"/>
                <a:gd name="connsiteX24" fmla="*/ 186 w 119259"/>
                <a:gd name="connsiteY24" fmla="*/ 10479 h 109489"/>
                <a:gd name="connsiteX25" fmla="*/ 18680 w 119259"/>
                <a:gd name="connsiteY25" fmla="*/ 24351 h 10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9259" h="109489">
                  <a:moveTo>
                    <a:pt x="18680" y="24351"/>
                  </a:moveTo>
                  <a:lnTo>
                    <a:pt x="18680" y="90738"/>
                  </a:lnTo>
                  <a:cubicBezTo>
                    <a:pt x="18680" y="101885"/>
                    <a:pt x="16072" y="101885"/>
                    <a:pt x="186" y="101885"/>
                  </a:cubicBezTo>
                  <a:lnTo>
                    <a:pt x="186" y="109564"/>
                  </a:lnTo>
                  <a:cubicBezTo>
                    <a:pt x="8485" y="109316"/>
                    <a:pt x="20577" y="108821"/>
                    <a:pt x="26978" y="108821"/>
                  </a:cubicBezTo>
                  <a:cubicBezTo>
                    <a:pt x="33143" y="108821"/>
                    <a:pt x="45472" y="109316"/>
                    <a:pt x="53533" y="109564"/>
                  </a:cubicBezTo>
                  <a:lnTo>
                    <a:pt x="53533" y="101885"/>
                  </a:lnTo>
                  <a:cubicBezTo>
                    <a:pt x="37648" y="101885"/>
                    <a:pt x="35039" y="101885"/>
                    <a:pt x="35039" y="90738"/>
                  </a:cubicBezTo>
                  <a:lnTo>
                    <a:pt x="35039" y="45159"/>
                  </a:lnTo>
                  <a:cubicBezTo>
                    <a:pt x="35039" y="19396"/>
                    <a:pt x="51873" y="5524"/>
                    <a:pt x="67048" y="5524"/>
                  </a:cubicBezTo>
                  <a:cubicBezTo>
                    <a:pt x="81985" y="5524"/>
                    <a:pt x="84593" y="18901"/>
                    <a:pt x="84593" y="33021"/>
                  </a:cubicBezTo>
                  <a:lnTo>
                    <a:pt x="84593" y="90738"/>
                  </a:lnTo>
                  <a:cubicBezTo>
                    <a:pt x="84593" y="101885"/>
                    <a:pt x="81985" y="101885"/>
                    <a:pt x="66099" y="101885"/>
                  </a:cubicBezTo>
                  <a:lnTo>
                    <a:pt x="66099" y="109564"/>
                  </a:lnTo>
                  <a:cubicBezTo>
                    <a:pt x="74398" y="109316"/>
                    <a:pt x="86490" y="108821"/>
                    <a:pt x="92891" y="108821"/>
                  </a:cubicBezTo>
                  <a:cubicBezTo>
                    <a:pt x="99056" y="108821"/>
                    <a:pt x="111385" y="109316"/>
                    <a:pt x="119446" y="109564"/>
                  </a:cubicBezTo>
                  <a:lnTo>
                    <a:pt x="119446" y="101885"/>
                  </a:lnTo>
                  <a:cubicBezTo>
                    <a:pt x="107117" y="101885"/>
                    <a:pt x="101190" y="101885"/>
                    <a:pt x="100953" y="94453"/>
                  </a:cubicBezTo>
                  <a:lnTo>
                    <a:pt x="100953" y="47140"/>
                  </a:lnTo>
                  <a:cubicBezTo>
                    <a:pt x="100953" y="25837"/>
                    <a:pt x="100953" y="18158"/>
                    <a:pt x="93603" y="9240"/>
                  </a:cubicBezTo>
                  <a:cubicBezTo>
                    <a:pt x="90283" y="5029"/>
                    <a:pt x="82459" y="75"/>
                    <a:pt x="68707" y="75"/>
                  </a:cubicBezTo>
                  <a:cubicBezTo>
                    <a:pt x="51399" y="75"/>
                    <a:pt x="40256" y="10726"/>
                    <a:pt x="33617" y="26085"/>
                  </a:cubicBezTo>
                  <a:lnTo>
                    <a:pt x="33617" y="75"/>
                  </a:lnTo>
                  <a:lnTo>
                    <a:pt x="186" y="2800"/>
                  </a:lnTo>
                  <a:lnTo>
                    <a:pt x="186" y="10479"/>
                  </a:lnTo>
                  <a:cubicBezTo>
                    <a:pt x="16783" y="10479"/>
                    <a:pt x="18680" y="12213"/>
                    <a:pt x="18680" y="2435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3" name="Freeform: Shape 5702">
              <a:extLst>
                <a:ext uri="{FF2B5EF4-FFF2-40B4-BE49-F238E27FC236}">
                  <a16:creationId xmlns:a16="http://schemas.microsoft.com/office/drawing/2014/main" id="{765613F9-6E86-9B0B-63BD-8ED5E92645B2}"/>
                </a:ext>
              </a:extLst>
            </p:cNvPr>
            <p:cNvSpPr/>
            <p:nvPr>
              <p:custDataLst>
                <p:tags r:id="rId26"/>
              </p:custDataLst>
            </p:nvPr>
          </p:nvSpPr>
          <p:spPr>
            <a:xfrm>
              <a:off x="9207931" y="4707363"/>
              <a:ext cx="55006" cy="247713"/>
            </a:xfrm>
            <a:custGeom>
              <a:avLst/>
              <a:gdLst>
                <a:gd name="connsiteX0" fmla="*/ 55198 w 55006"/>
                <a:gd name="connsiteY0" fmla="*/ 245311 h 247713"/>
                <a:gd name="connsiteX1" fmla="*/ 51168 w 55006"/>
                <a:gd name="connsiteY1" fmla="*/ 239861 h 247713"/>
                <a:gd name="connsiteX2" fmla="*/ 13943 w 55006"/>
                <a:gd name="connsiteY2" fmla="*/ 123931 h 247713"/>
                <a:gd name="connsiteX3" fmla="*/ 52116 w 55006"/>
                <a:gd name="connsiteY3" fmla="*/ 6763 h 247713"/>
                <a:gd name="connsiteX4" fmla="*/ 55198 w 55006"/>
                <a:gd name="connsiteY4" fmla="*/ 2552 h 247713"/>
                <a:gd name="connsiteX5" fmla="*/ 52827 w 55006"/>
                <a:gd name="connsiteY5" fmla="*/ 75 h 247713"/>
                <a:gd name="connsiteX6" fmla="*/ 15129 w 55006"/>
                <a:gd name="connsiteY6" fmla="*/ 48379 h 247713"/>
                <a:gd name="connsiteX7" fmla="*/ 192 w 55006"/>
                <a:gd name="connsiteY7" fmla="*/ 123931 h 247713"/>
                <a:gd name="connsiteX8" fmla="*/ 15840 w 55006"/>
                <a:gd name="connsiteY8" fmla="*/ 201218 h 247713"/>
                <a:gd name="connsiteX9" fmla="*/ 52827 w 55006"/>
                <a:gd name="connsiteY9" fmla="*/ 247788 h 247713"/>
                <a:gd name="connsiteX10" fmla="*/ 55198 w 55006"/>
                <a:gd name="connsiteY10" fmla="*/ 245311 h 24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06" h="247713">
                  <a:moveTo>
                    <a:pt x="55198" y="245311"/>
                  </a:moveTo>
                  <a:cubicBezTo>
                    <a:pt x="55198" y="244568"/>
                    <a:pt x="55198" y="244072"/>
                    <a:pt x="51168" y="239861"/>
                  </a:cubicBezTo>
                  <a:cubicBezTo>
                    <a:pt x="21530" y="208649"/>
                    <a:pt x="13943" y="161831"/>
                    <a:pt x="13943" y="123931"/>
                  </a:cubicBezTo>
                  <a:cubicBezTo>
                    <a:pt x="13943" y="80829"/>
                    <a:pt x="22953" y="37727"/>
                    <a:pt x="52116" y="6763"/>
                  </a:cubicBezTo>
                  <a:cubicBezTo>
                    <a:pt x="55198" y="3790"/>
                    <a:pt x="55198" y="3295"/>
                    <a:pt x="55198" y="2552"/>
                  </a:cubicBezTo>
                  <a:cubicBezTo>
                    <a:pt x="55198" y="818"/>
                    <a:pt x="54250" y="75"/>
                    <a:pt x="52827" y="75"/>
                  </a:cubicBezTo>
                  <a:cubicBezTo>
                    <a:pt x="50456" y="75"/>
                    <a:pt x="29118" y="16919"/>
                    <a:pt x="15129" y="48379"/>
                  </a:cubicBezTo>
                  <a:cubicBezTo>
                    <a:pt x="3037" y="75627"/>
                    <a:pt x="192" y="103123"/>
                    <a:pt x="192" y="123931"/>
                  </a:cubicBezTo>
                  <a:cubicBezTo>
                    <a:pt x="192" y="143253"/>
                    <a:pt x="2800" y="173226"/>
                    <a:pt x="15840" y="201218"/>
                  </a:cubicBezTo>
                  <a:cubicBezTo>
                    <a:pt x="30066" y="231686"/>
                    <a:pt x="50456" y="247788"/>
                    <a:pt x="52827" y="247788"/>
                  </a:cubicBezTo>
                  <a:cubicBezTo>
                    <a:pt x="54250" y="247788"/>
                    <a:pt x="55198" y="247045"/>
                    <a:pt x="55198" y="24531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4" name="Freeform: Shape 5703">
              <a:extLst>
                <a:ext uri="{FF2B5EF4-FFF2-40B4-BE49-F238E27FC236}">
                  <a16:creationId xmlns:a16="http://schemas.microsoft.com/office/drawing/2014/main" id="{D564CA96-4B39-5279-94D6-6694019F929B}"/>
                </a:ext>
              </a:extLst>
            </p:cNvPr>
            <p:cNvSpPr/>
            <p:nvPr>
              <p:custDataLst>
                <p:tags r:id="rId27"/>
              </p:custDataLst>
            </p:nvPr>
          </p:nvSpPr>
          <p:spPr>
            <a:xfrm>
              <a:off x="9269076" y="4783658"/>
              <a:ext cx="123764" cy="157545"/>
            </a:xfrm>
            <a:custGeom>
              <a:avLst/>
              <a:gdLst>
                <a:gd name="connsiteX0" fmla="*/ 18452 w 123764"/>
                <a:gd name="connsiteY0" fmla="*/ 139785 h 157545"/>
                <a:gd name="connsiteX1" fmla="*/ 5649 w 123764"/>
                <a:gd name="connsiteY1" fmla="*/ 149941 h 157545"/>
                <a:gd name="connsiteX2" fmla="*/ 196 w 123764"/>
                <a:gd name="connsiteY2" fmla="*/ 154648 h 157545"/>
                <a:gd name="connsiteX3" fmla="*/ 3278 w 123764"/>
                <a:gd name="connsiteY3" fmla="*/ 157620 h 157545"/>
                <a:gd name="connsiteX4" fmla="*/ 23194 w 123764"/>
                <a:gd name="connsiteY4" fmla="*/ 156877 h 157545"/>
                <a:gd name="connsiteX5" fmla="*/ 46667 w 123764"/>
                <a:gd name="connsiteY5" fmla="*/ 157620 h 157545"/>
                <a:gd name="connsiteX6" fmla="*/ 50934 w 123764"/>
                <a:gd name="connsiteY6" fmla="*/ 152666 h 157545"/>
                <a:gd name="connsiteX7" fmla="*/ 45244 w 123764"/>
                <a:gd name="connsiteY7" fmla="*/ 149941 h 157545"/>
                <a:gd name="connsiteX8" fmla="*/ 33389 w 123764"/>
                <a:gd name="connsiteY8" fmla="*/ 145978 h 157545"/>
                <a:gd name="connsiteX9" fmla="*/ 45007 w 123764"/>
                <a:gd name="connsiteY9" fmla="*/ 96435 h 157545"/>
                <a:gd name="connsiteX10" fmla="*/ 66820 w 123764"/>
                <a:gd name="connsiteY10" fmla="*/ 112289 h 157545"/>
                <a:gd name="connsiteX11" fmla="*/ 123960 w 123764"/>
                <a:gd name="connsiteY11" fmla="*/ 39709 h 157545"/>
                <a:gd name="connsiteX12" fmla="*/ 92426 w 123764"/>
                <a:gd name="connsiteY12" fmla="*/ 75 h 157545"/>
                <a:gd name="connsiteX13" fmla="*/ 61367 w 123764"/>
                <a:gd name="connsiteY13" fmla="*/ 18653 h 157545"/>
                <a:gd name="connsiteX14" fmla="*/ 40028 w 123764"/>
                <a:gd name="connsiteY14" fmla="*/ 75 h 157545"/>
                <a:gd name="connsiteX15" fmla="*/ 22483 w 123764"/>
                <a:gd name="connsiteY15" fmla="*/ 14194 h 157545"/>
                <a:gd name="connsiteX16" fmla="*/ 15133 w 123764"/>
                <a:gd name="connsiteY16" fmla="*/ 38223 h 157545"/>
                <a:gd name="connsiteX17" fmla="*/ 17978 w 123764"/>
                <a:gd name="connsiteY17" fmla="*/ 40700 h 157545"/>
                <a:gd name="connsiteX18" fmla="*/ 22008 w 123764"/>
                <a:gd name="connsiteY18" fmla="*/ 35002 h 157545"/>
                <a:gd name="connsiteX19" fmla="*/ 39317 w 123764"/>
                <a:gd name="connsiteY19" fmla="*/ 5524 h 157545"/>
                <a:gd name="connsiteX20" fmla="*/ 46667 w 123764"/>
                <a:gd name="connsiteY20" fmla="*/ 16919 h 157545"/>
                <a:gd name="connsiteX21" fmla="*/ 45007 w 123764"/>
                <a:gd name="connsiteY21" fmla="*/ 29553 h 157545"/>
                <a:gd name="connsiteX22" fmla="*/ 18452 w 123764"/>
                <a:gd name="connsiteY22" fmla="*/ 139785 h 157545"/>
                <a:gd name="connsiteX23" fmla="*/ 60181 w 123764"/>
                <a:gd name="connsiteY23" fmla="*/ 32277 h 157545"/>
                <a:gd name="connsiteX24" fmla="*/ 72510 w 123764"/>
                <a:gd name="connsiteY24" fmla="*/ 14938 h 157545"/>
                <a:gd name="connsiteX25" fmla="*/ 91715 w 123764"/>
                <a:gd name="connsiteY25" fmla="*/ 5524 h 157545"/>
                <a:gd name="connsiteX26" fmla="*/ 106889 w 123764"/>
                <a:gd name="connsiteY26" fmla="*/ 28809 h 157545"/>
                <a:gd name="connsiteX27" fmla="*/ 94797 w 123764"/>
                <a:gd name="connsiteY27" fmla="*/ 81325 h 157545"/>
                <a:gd name="connsiteX28" fmla="*/ 66583 w 123764"/>
                <a:gd name="connsiteY28" fmla="*/ 106839 h 157545"/>
                <a:gd name="connsiteX29" fmla="*/ 47852 w 123764"/>
                <a:gd name="connsiteY29" fmla="*/ 84793 h 157545"/>
                <a:gd name="connsiteX30" fmla="*/ 48563 w 123764"/>
                <a:gd name="connsiteY30" fmla="*/ 80829 h 157545"/>
                <a:gd name="connsiteX31" fmla="*/ 60181 w 123764"/>
                <a:gd name="connsiteY31" fmla="*/ 32277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764" h="157545">
                  <a:moveTo>
                    <a:pt x="18452" y="139785"/>
                  </a:moveTo>
                  <a:cubicBezTo>
                    <a:pt x="16555" y="148207"/>
                    <a:pt x="16081" y="149941"/>
                    <a:pt x="5649" y="149941"/>
                  </a:cubicBezTo>
                  <a:cubicBezTo>
                    <a:pt x="2804" y="149941"/>
                    <a:pt x="196" y="149941"/>
                    <a:pt x="196" y="154648"/>
                  </a:cubicBezTo>
                  <a:cubicBezTo>
                    <a:pt x="196" y="156629"/>
                    <a:pt x="1381" y="157620"/>
                    <a:pt x="3278" y="157620"/>
                  </a:cubicBezTo>
                  <a:cubicBezTo>
                    <a:pt x="9679" y="157620"/>
                    <a:pt x="16555" y="156877"/>
                    <a:pt x="23194" y="156877"/>
                  </a:cubicBezTo>
                  <a:cubicBezTo>
                    <a:pt x="31018" y="156877"/>
                    <a:pt x="39080" y="157620"/>
                    <a:pt x="46667" y="157620"/>
                  </a:cubicBezTo>
                  <a:cubicBezTo>
                    <a:pt x="47852" y="157620"/>
                    <a:pt x="50934" y="157620"/>
                    <a:pt x="50934" y="152666"/>
                  </a:cubicBezTo>
                  <a:cubicBezTo>
                    <a:pt x="50934" y="149941"/>
                    <a:pt x="48563" y="149941"/>
                    <a:pt x="45244" y="149941"/>
                  </a:cubicBezTo>
                  <a:cubicBezTo>
                    <a:pt x="33389" y="149941"/>
                    <a:pt x="33389" y="148207"/>
                    <a:pt x="33389" y="145978"/>
                  </a:cubicBezTo>
                  <a:cubicBezTo>
                    <a:pt x="33389" y="143005"/>
                    <a:pt x="43347" y="102628"/>
                    <a:pt x="45007" y="96435"/>
                  </a:cubicBezTo>
                  <a:cubicBezTo>
                    <a:pt x="48089" y="103619"/>
                    <a:pt x="54728" y="112289"/>
                    <a:pt x="66820" y="112289"/>
                  </a:cubicBezTo>
                  <a:cubicBezTo>
                    <a:pt x="94323" y="112289"/>
                    <a:pt x="123960" y="76123"/>
                    <a:pt x="123960" y="39709"/>
                  </a:cubicBezTo>
                  <a:cubicBezTo>
                    <a:pt x="123960" y="16424"/>
                    <a:pt x="110446" y="75"/>
                    <a:pt x="92426" y="75"/>
                  </a:cubicBezTo>
                  <a:cubicBezTo>
                    <a:pt x="80572" y="75"/>
                    <a:pt x="69191" y="8992"/>
                    <a:pt x="61367" y="18653"/>
                  </a:cubicBezTo>
                  <a:cubicBezTo>
                    <a:pt x="58996" y="5277"/>
                    <a:pt x="48801" y="75"/>
                    <a:pt x="40028" y="75"/>
                  </a:cubicBezTo>
                  <a:cubicBezTo>
                    <a:pt x="29121" y="75"/>
                    <a:pt x="24617" y="9736"/>
                    <a:pt x="22483" y="14194"/>
                  </a:cubicBezTo>
                  <a:cubicBezTo>
                    <a:pt x="18215" y="22617"/>
                    <a:pt x="15133" y="37479"/>
                    <a:pt x="15133" y="38223"/>
                  </a:cubicBezTo>
                  <a:cubicBezTo>
                    <a:pt x="15133" y="40700"/>
                    <a:pt x="17504" y="40700"/>
                    <a:pt x="17978" y="40700"/>
                  </a:cubicBezTo>
                  <a:cubicBezTo>
                    <a:pt x="20349" y="40700"/>
                    <a:pt x="20586" y="40452"/>
                    <a:pt x="22008" y="35002"/>
                  </a:cubicBezTo>
                  <a:cubicBezTo>
                    <a:pt x="26039" y="17415"/>
                    <a:pt x="30781" y="5524"/>
                    <a:pt x="39317" y="5524"/>
                  </a:cubicBezTo>
                  <a:cubicBezTo>
                    <a:pt x="43347" y="5524"/>
                    <a:pt x="46667" y="7506"/>
                    <a:pt x="46667" y="16919"/>
                  </a:cubicBezTo>
                  <a:cubicBezTo>
                    <a:pt x="46667" y="22617"/>
                    <a:pt x="45955" y="25341"/>
                    <a:pt x="45007" y="29553"/>
                  </a:cubicBezTo>
                  <a:lnTo>
                    <a:pt x="18452" y="139785"/>
                  </a:lnTo>
                  <a:close/>
                  <a:moveTo>
                    <a:pt x="60181" y="32277"/>
                  </a:moveTo>
                  <a:cubicBezTo>
                    <a:pt x="61841" y="25589"/>
                    <a:pt x="68242" y="18653"/>
                    <a:pt x="72510" y="14938"/>
                  </a:cubicBezTo>
                  <a:cubicBezTo>
                    <a:pt x="80809" y="7258"/>
                    <a:pt x="87684" y="5524"/>
                    <a:pt x="91715" y="5524"/>
                  </a:cubicBezTo>
                  <a:cubicBezTo>
                    <a:pt x="101199" y="5524"/>
                    <a:pt x="106889" y="14194"/>
                    <a:pt x="106889" y="28809"/>
                  </a:cubicBezTo>
                  <a:cubicBezTo>
                    <a:pt x="106889" y="43424"/>
                    <a:pt x="99065" y="71912"/>
                    <a:pt x="94797" y="81325"/>
                  </a:cubicBezTo>
                  <a:cubicBezTo>
                    <a:pt x="86736" y="98665"/>
                    <a:pt x="75355" y="106839"/>
                    <a:pt x="66583" y="106839"/>
                  </a:cubicBezTo>
                  <a:cubicBezTo>
                    <a:pt x="50934" y="106839"/>
                    <a:pt x="47852" y="86279"/>
                    <a:pt x="47852" y="84793"/>
                  </a:cubicBezTo>
                  <a:cubicBezTo>
                    <a:pt x="47852" y="84297"/>
                    <a:pt x="47852" y="83802"/>
                    <a:pt x="48563" y="80829"/>
                  </a:cubicBezTo>
                  <a:lnTo>
                    <a:pt x="60181" y="322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5" name="Freeform: Shape 5704">
              <a:extLst>
                <a:ext uri="{FF2B5EF4-FFF2-40B4-BE49-F238E27FC236}">
                  <a16:creationId xmlns:a16="http://schemas.microsoft.com/office/drawing/2014/main" id="{925FE4E5-F370-F966-91BE-AD52E9BBE2C4}"/>
                </a:ext>
              </a:extLst>
            </p:cNvPr>
            <p:cNvSpPr/>
            <p:nvPr>
              <p:custDataLst>
                <p:tags r:id="rId28"/>
              </p:custDataLst>
            </p:nvPr>
          </p:nvSpPr>
          <p:spPr>
            <a:xfrm>
              <a:off x="9409467" y="4707363"/>
              <a:ext cx="55006" cy="247713"/>
            </a:xfrm>
            <a:custGeom>
              <a:avLst/>
              <a:gdLst>
                <a:gd name="connsiteX0" fmla="*/ 55207 w 55006"/>
                <a:gd name="connsiteY0" fmla="*/ 123931 h 247713"/>
                <a:gd name="connsiteX1" fmla="*/ 39559 w 55006"/>
                <a:gd name="connsiteY1" fmla="*/ 46645 h 247713"/>
                <a:gd name="connsiteX2" fmla="*/ 2572 w 55006"/>
                <a:gd name="connsiteY2" fmla="*/ 75 h 247713"/>
                <a:gd name="connsiteX3" fmla="*/ 201 w 55006"/>
                <a:gd name="connsiteY3" fmla="*/ 2552 h 247713"/>
                <a:gd name="connsiteX4" fmla="*/ 4705 w 55006"/>
                <a:gd name="connsiteY4" fmla="*/ 8249 h 247713"/>
                <a:gd name="connsiteX5" fmla="*/ 41456 w 55006"/>
                <a:gd name="connsiteY5" fmla="*/ 123931 h 247713"/>
                <a:gd name="connsiteX6" fmla="*/ 3283 w 55006"/>
                <a:gd name="connsiteY6" fmla="*/ 241100 h 247713"/>
                <a:gd name="connsiteX7" fmla="*/ 201 w 55006"/>
                <a:gd name="connsiteY7" fmla="*/ 245311 h 247713"/>
                <a:gd name="connsiteX8" fmla="*/ 2572 w 55006"/>
                <a:gd name="connsiteY8" fmla="*/ 247788 h 247713"/>
                <a:gd name="connsiteX9" fmla="*/ 40270 w 55006"/>
                <a:gd name="connsiteY9" fmla="*/ 199484 h 247713"/>
                <a:gd name="connsiteX10" fmla="*/ 55207 w 55006"/>
                <a:gd name="connsiteY10" fmla="*/ 123931 h 24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06" h="247713">
                  <a:moveTo>
                    <a:pt x="55207" y="123931"/>
                  </a:moveTo>
                  <a:cubicBezTo>
                    <a:pt x="55207" y="104610"/>
                    <a:pt x="52599" y="74636"/>
                    <a:pt x="39559" y="46645"/>
                  </a:cubicBezTo>
                  <a:cubicBezTo>
                    <a:pt x="25333" y="16176"/>
                    <a:pt x="4943" y="75"/>
                    <a:pt x="2572" y="75"/>
                  </a:cubicBezTo>
                  <a:cubicBezTo>
                    <a:pt x="1149" y="75"/>
                    <a:pt x="201" y="1066"/>
                    <a:pt x="201" y="2552"/>
                  </a:cubicBezTo>
                  <a:cubicBezTo>
                    <a:pt x="201" y="3295"/>
                    <a:pt x="201" y="3790"/>
                    <a:pt x="4705" y="8249"/>
                  </a:cubicBezTo>
                  <a:cubicBezTo>
                    <a:pt x="27941" y="32773"/>
                    <a:pt x="41456" y="72159"/>
                    <a:pt x="41456" y="123931"/>
                  </a:cubicBezTo>
                  <a:cubicBezTo>
                    <a:pt x="41456" y="166290"/>
                    <a:pt x="32683" y="209888"/>
                    <a:pt x="3283" y="241100"/>
                  </a:cubicBezTo>
                  <a:cubicBezTo>
                    <a:pt x="201" y="244072"/>
                    <a:pt x="201" y="244568"/>
                    <a:pt x="201" y="245311"/>
                  </a:cubicBezTo>
                  <a:cubicBezTo>
                    <a:pt x="201" y="246797"/>
                    <a:pt x="1149" y="247788"/>
                    <a:pt x="2572" y="247788"/>
                  </a:cubicBezTo>
                  <a:cubicBezTo>
                    <a:pt x="4943" y="247788"/>
                    <a:pt x="26281" y="230943"/>
                    <a:pt x="40270" y="199484"/>
                  </a:cubicBezTo>
                  <a:cubicBezTo>
                    <a:pt x="52362" y="172235"/>
                    <a:pt x="55207" y="144739"/>
                    <a:pt x="55207" y="12393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6" name="Freeform: Shape 5705">
              <a:extLst>
                <a:ext uri="{FF2B5EF4-FFF2-40B4-BE49-F238E27FC236}">
                  <a16:creationId xmlns:a16="http://schemas.microsoft.com/office/drawing/2014/main" id="{58C9FC8E-343B-632B-05BA-D05DD6DAD870}"/>
                </a:ext>
              </a:extLst>
            </p:cNvPr>
            <p:cNvSpPr/>
            <p:nvPr>
              <p:custDataLst>
                <p:tags r:id="rId29"/>
              </p:custDataLst>
            </p:nvPr>
          </p:nvSpPr>
          <p:spPr>
            <a:xfrm>
              <a:off x="9560524" y="4826265"/>
              <a:ext cx="144866" cy="9908"/>
            </a:xfrm>
            <a:custGeom>
              <a:avLst/>
              <a:gdLst>
                <a:gd name="connsiteX0" fmla="*/ 136775 w 144866"/>
                <a:gd name="connsiteY0" fmla="*/ 9983 h 9908"/>
                <a:gd name="connsiteX1" fmla="*/ 145073 w 144866"/>
                <a:gd name="connsiteY1" fmla="*/ 5029 h 9908"/>
                <a:gd name="connsiteX2" fmla="*/ 136775 w 144866"/>
                <a:gd name="connsiteY2" fmla="*/ 75 h 9908"/>
                <a:gd name="connsiteX3" fmla="*/ 8505 w 144866"/>
                <a:gd name="connsiteY3" fmla="*/ 75 h 9908"/>
                <a:gd name="connsiteX4" fmla="*/ 207 w 144866"/>
                <a:gd name="connsiteY4" fmla="*/ 5029 h 9908"/>
                <a:gd name="connsiteX5" fmla="*/ 8505 w 144866"/>
                <a:gd name="connsiteY5" fmla="*/ 9983 h 9908"/>
                <a:gd name="connsiteX6" fmla="*/ 136775 w 144866"/>
                <a:gd name="connsiteY6" fmla="*/ 9983 h 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866" h="9908">
                  <a:moveTo>
                    <a:pt x="136775" y="9983"/>
                  </a:moveTo>
                  <a:cubicBezTo>
                    <a:pt x="140805" y="9983"/>
                    <a:pt x="145073" y="9983"/>
                    <a:pt x="145073" y="5029"/>
                  </a:cubicBezTo>
                  <a:cubicBezTo>
                    <a:pt x="145073" y="75"/>
                    <a:pt x="140805" y="75"/>
                    <a:pt x="136775" y="75"/>
                  </a:cubicBezTo>
                  <a:lnTo>
                    <a:pt x="8505" y="75"/>
                  </a:lnTo>
                  <a:cubicBezTo>
                    <a:pt x="4474" y="75"/>
                    <a:pt x="207" y="75"/>
                    <a:pt x="207" y="5029"/>
                  </a:cubicBezTo>
                  <a:cubicBezTo>
                    <a:pt x="207" y="9983"/>
                    <a:pt x="4474" y="9983"/>
                    <a:pt x="8505" y="9983"/>
                  </a:cubicBezTo>
                  <a:lnTo>
                    <a:pt x="136775" y="998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7" name="Freeform: Shape 5706">
              <a:extLst>
                <a:ext uri="{FF2B5EF4-FFF2-40B4-BE49-F238E27FC236}">
                  <a16:creationId xmlns:a16="http://schemas.microsoft.com/office/drawing/2014/main" id="{E0006305-F3C6-91EB-095F-65379E77B720}"/>
                </a:ext>
              </a:extLst>
            </p:cNvPr>
            <p:cNvSpPr/>
            <p:nvPr>
              <p:custDataLst>
                <p:tags r:id="rId30"/>
              </p:custDataLst>
            </p:nvPr>
          </p:nvSpPr>
          <p:spPr>
            <a:xfrm>
              <a:off x="9785765" y="4721235"/>
              <a:ext cx="52635" cy="171912"/>
            </a:xfrm>
            <a:custGeom>
              <a:avLst/>
              <a:gdLst>
                <a:gd name="connsiteX0" fmla="*/ 34359 w 52635"/>
                <a:gd name="connsiteY0" fmla="*/ 75 h 171912"/>
                <a:gd name="connsiteX1" fmla="*/ 217 w 52635"/>
                <a:gd name="connsiteY1" fmla="*/ 2800 h 171912"/>
                <a:gd name="connsiteX2" fmla="*/ 217 w 52635"/>
                <a:gd name="connsiteY2" fmla="*/ 10479 h 171912"/>
                <a:gd name="connsiteX3" fmla="*/ 18710 w 52635"/>
                <a:gd name="connsiteY3" fmla="*/ 24351 h 171912"/>
                <a:gd name="connsiteX4" fmla="*/ 18710 w 52635"/>
                <a:gd name="connsiteY4" fmla="*/ 153161 h 171912"/>
                <a:gd name="connsiteX5" fmla="*/ 217 w 52635"/>
                <a:gd name="connsiteY5" fmla="*/ 164308 h 171912"/>
                <a:gd name="connsiteX6" fmla="*/ 217 w 52635"/>
                <a:gd name="connsiteY6" fmla="*/ 171988 h 171912"/>
                <a:gd name="connsiteX7" fmla="*/ 26534 w 52635"/>
                <a:gd name="connsiteY7" fmla="*/ 171244 h 171912"/>
                <a:gd name="connsiteX8" fmla="*/ 52852 w 52635"/>
                <a:gd name="connsiteY8" fmla="*/ 171988 h 171912"/>
                <a:gd name="connsiteX9" fmla="*/ 52852 w 52635"/>
                <a:gd name="connsiteY9" fmla="*/ 164308 h 171912"/>
                <a:gd name="connsiteX10" fmla="*/ 34359 w 52635"/>
                <a:gd name="connsiteY10" fmla="*/ 153161 h 171912"/>
                <a:gd name="connsiteX11" fmla="*/ 34359 w 52635"/>
                <a:gd name="connsiteY11" fmla="*/ 75 h 17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635" h="171912">
                  <a:moveTo>
                    <a:pt x="34359" y="75"/>
                  </a:moveTo>
                  <a:lnTo>
                    <a:pt x="217" y="2800"/>
                  </a:lnTo>
                  <a:lnTo>
                    <a:pt x="217" y="10479"/>
                  </a:lnTo>
                  <a:cubicBezTo>
                    <a:pt x="16813" y="10479"/>
                    <a:pt x="18710" y="12213"/>
                    <a:pt x="18710" y="24351"/>
                  </a:cubicBezTo>
                  <a:lnTo>
                    <a:pt x="18710" y="153161"/>
                  </a:lnTo>
                  <a:cubicBezTo>
                    <a:pt x="18710" y="164308"/>
                    <a:pt x="16102" y="164308"/>
                    <a:pt x="217" y="164308"/>
                  </a:cubicBezTo>
                  <a:lnTo>
                    <a:pt x="217" y="171988"/>
                  </a:lnTo>
                  <a:cubicBezTo>
                    <a:pt x="8041" y="171740"/>
                    <a:pt x="20607" y="171244"/>
                    <a:pt x="26534" y="171244"/>
                  </a:cubicBezTo>
                  <a:cubicBezTo>
                    <a:pt x="32462" y="171244"/>
                    <a:pt x="44080" y="171740"/>
                    <a:pt x="52852" y="171988"/>
                  </a:cubicBezTo>
                  <a:lnTo>
                    <a:pt x="52852" y="164308"/>
                  </a:lnTo>
                  <a:cubicBezTo>
                    <a:pt x="36967" y="164308"/>
                    <a:pt x="34359" y="164308"/>
                    <a:pt x="34359" y="153161"/>
                  </a:cubicBezTo>
                  <a:lnTo>
                    <a:pt x="34359" y="7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8" name="Freeform: Shape 5707">
              <a:extLst>
                <a:ext uri="{FF2B5EF4-FFF2-40B4-BE49-F238E27FC236}">
                  <a16:creationId xmlns:a16="http://schemas.microsoft.com/office/drawing/2014/main" id="{1CA5A154-59B3-FE95-745C-077049E59631}"/>
                </a:ext>
              </a:extLst>
            </p:cNvPr>
            <p:cNvSpPr/>
            <p:nvPr>
              <p:custDataLst>
                <p:tags r:id="rId31"/>
              </p:custDataLst>
            </p:nvPr>
          </p:nvSpPr>
          <p:spPr>
            <a:xfrm>
              <a:off x="9851389" y="4783658"/>
              <a:ext cx="119259" cy="109489"/>
            </a:xfrm>
            <a:custGeom>
              <a:avLst/>
              <a:gdLst>
                <a:gd name="connsiteX0" fmla="*/ 18713 w 119259"/>
                <a:gd name="connsiteY0" fmla="*/ 24351 h 109489"/>
                <a:gd name="connsiteX1" fmla="*/ 18713 w 119259"/>
                <a:gd name="connsiteY1" fmla="*/ 90738 h 109489"/>
                <a:gd name="connsiteX2" fmla="*/ 219 w 119259"/>
                <a:gd name="connsiteY2" fmla="*/ 101885 h 109489"/>
                <a:gd name="connsiteX3" fmla="*/ 219 w 119259"/>
                <a:gd name="connsiteY3" fmla="*/ 109564 h 109489"/>
                <a:gd name="connsiteX4" fmla="*/ 27011 w 119259"/>
                <a:gd name="connsiteY4" fmla="*/ 108821 h 109489"/>
                <a:gd name="connsiteX5" fmla="*/ 53566 w 119259"/>
                <a:gd name="connsiteY5" fmla="*/ 109564 h 109489"/>
                <a:gd name="connsiteX6" fmla="*/ 53566 w 119259"/>
                <a:gd name="connsiteY6" fmla="*/ 101885 h 109489"/>
                <a:gd name="connsiteX7" fmla="*/ 35073 w 119259"/>
                <a:gd name="connsiteY7" fmla="*/ 90738 h 109489"/>
                <a:gd name="connsiteX8" fmla="*/ 35073 w 119259"/>
                <a:gd name="connsiteY8" fmla="*/ 45159 h 109489"/>
                <a:gd name="connsiteX9" fmla="*/ 67081 w 119259"/>
                <a:gd name="connsiteY9" fmla="*/ 5524 h 109489"/>
                <a:gd name="connsiteX10" fmla="*/ 84626 w 119259"/>
                <a:gd name="connsiteY10" fmla="*/ 33021 h 109489"/>
                <a:gd name="connsiteX11" fmla="*/ 84626 w 119259"/>
                <a:gd name="connsiteY11" fmla="*/ 90738 h 109489"/>
                <a:gd name="connsiteX12" fmla="*/ 66132 w 119259"/>
                <a:gd name="connsiteY12" fmla="*/ 101885 h 109489"/>
                <a:gd name="connsiteX13" fmla="*/ 66132 w 119259"/>
                <a:gd name="connsiteY13" fmla="*/ 109564 h 109489"/>
                <a:gd name="connsiteX14" fmla="*/ 92924 w 119259"/>
                <a:gd name="connsiteY14" fmla="*/ 108821 h 109489"/>
                <a:gd name="connsiteX15" fmla="*/ 119479 w 119259"/>
                <a:gd name="connsiteY15" fmla="*/ 109564 h 109489"/>
                <a:gd name="connsiteX16" fmla="*/ 119479 w 119259"/>
                <a:gd name="connsiteY16" fmla="*/ 101885 h 109489"/>
                <a:gd name="connsiteX17" fmla="*/ 100986 w 119259"/>
                <a:gd name="connsiteY17" fmla="*/ 94453 h 109489"/>
                <a:gd name="connsiteX18" fmla="*/ 100986 w 119259"/>
                <a:gd name="connsiteY18" fmla="*/ 47140 h 109489"/>
                <a:gd name="connsiteX19" fmla="*/ 93636 w 119259"/>
                <a:gd name="connsiteY19" fmla="*/ 9240 h 109489"/>
                <a:gd name="connsiteX20" fmla="*/ 68741 w 119259"/>
                <a:gd name="connsiteY20" fmla="*/ 75 h 109489"/>
                <a:gd name="connsiteX21" fmla="*/ 33650 w 119259"/>
                <a:gd name="connsiteY21" fmla="*/ 26085 h 109489"/>
                <a:gd name="connsiteX22" fmla="*/ 33650 w 119259"/>
                <a:gd name="connsiteY22" fmla="*/ 75 h 109489"/>
                <a:gd name="connsiteX23" fmla="*/ 219 w 119259"/>
                <a:gd name="connsiteY23" fmla="*/ 2800 h 109489"/>
                <a:gd name="connsiteX24" fmla="*/ 219 w 119259"/>
                <a:gd name="connsiteY24" fmla="*/ 10479 h 109489"/>
                <a:gd name="connsiteX25" fmla="*/ 18713 w 119259"/>
                <a:gd name="connsiteY25" fmla="*/ 24351 h 10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9259" h="109489">
                  <a:moveTo>
                    <a:pt x="18713" y="24351"/>
                  </a:moveTo>
                  <a:lnTo>
                    <a:pt x="18713" y="90738"/>
                  </a:lnTo>
                  <a:cubicBezTo>
                    <a:pt x="18713" y="101885"/>
                    <a:pt x="16105" y="101885"/>
                    <a:pt x="219" y="101885"/>
                  </a:cubicBezTo>
                  <a:lnTo>
                    <a:pt x="219" y="109564"/>
                  </a:lnTo>
                  <a:cubicBezTo>
                    <a:pt x="8518" y="109316"/>
                    <a:pt x="20610" y="108821"/>
                    <a:pt x="27011" y="108821"/>
                  </a:cubicBezTo>
                  <a:cubicBezTo>
                    <a:pt x="33176" y="108821"/>
                    <a:pt x="45505" y="109316"/>
                    <a:pt x="53566" y="109564"/>
                  </a:cubicBezTo>
                  <a:lnTo>
                    <a:pt x="53566" y="101885"/>
                  </a:lnTo>
                  <a:cubicBezTo>
                    <a:pt x="37681" y="101885"/>
                    <a:pt x="35073" y="101885"/>
                    <a:pt x="35073" y="90738"/>
                  </a:cubicBezTo>
                  <a:lnTo>
                    <a:pt x="35073" y="45159"/>
                  </a:lnTo>
                  <a:cubicBezTo>
                    <a:pt x="35073" y="19396"/>
                    <a:pt x="51907" y="5524"/>
                    <a:pt x="67081" y="5524"/>
                  </a:cubicBezTo>
                  <a:cubicBezTo>
                    <a:pt x="82018" y="5524"/>
                    <a:pt x="84626" y="18901"/>
                    <a:pt x="84626" y="33021"/>
                  </a:cubicBezTo>
                  <a:lnTo>
                    <a:pt x="84626" y="90738"/>
                  </a:lnTo>
                  <a:cubicBezTo>
                    <a:pt x="84626" y="101885"/>
                    <a:pt x="82018" y="101885"/>
                    <a:pt x="66132" y="101885"/>
                  </a:cubicBezTo>
                  <a:lnTo>
                    <a:pt x="66132" y="109564"/>
                  </a:lnTo>
                  <a:cubicBezTo>
                    <a:pt x="74431" y="109316"/>
                    <a:pt x="86523" y="108821"/>
                    <a:pt x="92924" y="108821"/>
                  </a:cubicBezTo>
                  <a:cubicBezTo>
                    <a:pt x="99089" y="108821"/>
                    <a:pt x="111418" y="109316"/>
                    <a:pt x="119479" y="109564"/>
                  </a:cubicBezTo>
                  <a:lnTo>
                    <a:pt x="119479" y="101885"/>
                  </a:lnTo>
                  <a:cubicBezTo>
                    <a:pt x="107150" y="101885"/>
                    <a:pt x="101223" y="101885"/>
                    <a:pt x="100986" y="94453"/>
                  </a:cubicBezTo>
                  <a:lnTo>
                    <a:pt x="100986" y="47140"/>
                  </a:lnTo>
                  <a:cubicBezTo>
                    <a:pt x="100986" y="25837"/>
                    <a:pt x="100986" y="18158"/>
                    <a:pt x="93636" y="9240"/>
                  </a:cubicBezTo>
                  <a:cubicBezTo>
                    <a:pt x="90316" y="5029"/>
                    <a:pt x="82492" y="75"/>
                    <a:pt x="68741" y="75"/>
                  </a:cubicBezTo>
                  <a:cubicBezTo>
                    <a:pt x="51432" y="75"/>
                    <a:pt x="40289" y="10726"/>
                    <a:pt x="33650" y="26085"/>
                  </a:cubicBezTo>
                  <a:lnTo>
                    <a:pt x="33650" y="75"/>
                  </a:lnTo>
                  <a:lnTo>
                    <a:pt x="219" y="2800"/>
                  </a:lnTo>
                  <a:lnTo>
                    <a:pt x="219" y="10479"/>
                  </a:lnTo>
                  <a:cubicBezTo>
                    <a:pt x="16816" y="10479"/>
                    <a:pt x="18713" y="12213"/>
                    <a:pt x="18713" y="2435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9" name="Freeform: Shape 5708">
              <a:extLst>
                <a:ext uri="{FF2B5EF4-FFF2-40B4-BE49-F238E27FC236}">
                  <a16:creationId xmlns:a16="http://schemas.microsoft.com/office/drawing/2014/main" id="{98385A10-FB1E-B32E-03F7-5BC959C6EA49}"/>
                </a:ext>
              </a:extLst>
            </p:cNvPr>
            <p:cNvSpPr/>
            <p:nvPr>
              <p:custDataLst>
                <p:tags r:id="rId32"/>
              </p:custDataLst>
            </p:nvPr>
          </p:nvSpPr>
          <p:spPr>
            <a:xfrm>
              <a:off x="9998996" y="4707363"/>
              <a:ext cx="55006" cy="247713"/>
            </a:xfrm>
            <a:custGeom>
              <a:avLst/>
              <a:gdLst>
                <a:gd name="connsiteX0" fmla="*/ 55232 w 55006"/>
                <a:gd name="connsiteY0" fmla="*/ 245311 h 247713"/>
                <a:gd name="connsiteX1" fmla="*/ 51201 w 55006"/>
                <a:gd name="connsiteY1" fmla="*/ 239861 h 247713"/>
                <a:gd name="connsiteX2" fmla="*/ 13977 w 55006"/>
                <a:gd name="connsiteY2" fmla="*/ 123931 h 247713"/>
                <a:gd name="connsiteX3" fmla="*/ 52149 w 55006"/>
                <a:gd name="connsiteY3" fmla="*/ 6763 h 247713"/>
                <a:gd name="connsiteX4" fmla="*/ 55232 w 55006"/>
                <a:gd name="connsiteY4" fmla="*/ 2552 h 247713"/>
                <a:gd name="connsiteX5" fmla="*/ 52861 w 55006"/>
                <a:gd name="connsiteY5" fmla="*/ 75 h 247713"/>
                <a:gd name="connsiteX6" fmla="*/ 15162 w 55006"/>
                <a:gd name="connsiteY6" fmla="*/ 48379 h 247713"/>
                <a:gd name="connsiteX7" fmla="*/ 225 w 55006"/>
                <a:gd name="connsiteY7" fmla="*/ 123931 h 247713"/>
                <a:gd name="connsiteX8" fmla="*/ 15873 w 55006"/>
                <a:gd name="connsiteY8" fmla="*/ 201218 h 247713"/>
                <a:gd name="connsiteX9" fmla="*/ 52861 w 55006"/>
                <a:gd name="connsiteY9" fmla="*/ 247788 h 247713"/>
                <a:gd name="connsiteX10" fmla="*/ 55232 w 55006"/>
                <a:gd name="connsiteY10" fmla="*/ 245311 h 24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06" h="247713">
                  <a:moveTo>
                    <a:pt x="55232" y="245311"/>
                  </a:moveTo>
                  <a:cubicBezTo>
                    <a:pt x="55232" y="244568"/>
                    <a:pt x="55232" y="244072"/>
                    <a:pt x="51201" y="239861"/>
                  </a:cubicBezTo>
                  <a:cubicBezTo>
                    <a:pt x="21564" y="208649"/>
                    <a:pt x="13977" y="161831"/>
                    <a:pt x="13977" y="123931"/>
                  </a:cubicBezTo>
                  <a:cubicBezTo>
                    <a:pt x="13977" y="80829"/>
                    <a:pt x="22986" y="37727"/>
                    <a:pt x="52149" y="6763"/>
                  </a:cubicBezTo>
                  <a:cubicBezTo>
                    <a:pt x="55232" y="3790"/>
                    <a:pt x="55232" y="3295"/>
                    <a:pt x="55232" y="2552"/>
                  </a:cubicBezTo>
                  <a:cubicBezTo>
                    <a:pt x="55232" y="818"/>
                    <a:pt x="54283" y="75"/>
                    <a:pt x="52861" y="75"/>
                  </a:cubicBezTo>
                  <a:cubicBezTo>
                    <a:pt x="50490" y="75"/>
                    <a:pt x="29151" y="16919"/>
                    <a:pt x="15162" y="48379"/>
                  </a:cubicBezTo>
                  <a:cubicBezTo>
                    <a:pt x="3070" y="75627"/>
                    <a:pt x="225" y="103123"/>
                    <a:pt x="225" y="123931"/>
                  </a:cubicBezTo>
                  <a:cubicBezTo>
                    <a:pt x="225" y="143253"/>
                    <a:pt x="2833" y="173226"/>
                    <a:pt x="15873" y="201218"/>
                  </a:cubicBezTo>
                  <a:cubicBezTo>
                    <a:pt x="30099" y="231686"/>
                    <a:pt x="50490" y="247788"/>
                    <a:pt x="52861" y="247788"/>
                  </a:cubicBezTo>
                  <a:cubicBezTo>
                    <a:pt x="54283" y="247788"/>
                    <a:pt x="55232" y="247045"/>
                    <a:pt x="55232" y="24531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0" name="Freeform: Shape 5709">
              <a:extLst>
                <a:ext uri="{FF2B5EF4-FFF2-40B4-BE49-F238E27FC236}">
                  <a16:creationId xmlns:a16="http://schemas.microsoft.com/office/drawing/2014/main" id="{C2AE86F3-26BD-62D4-96AA-0B162D2C8098}"/>
                </a:ext>
              </a:extLst>
            </p:cNvPr>
            <p:cNvSpPr/>
            <p:nvPr>
              <p:custDataLst>
                <p:tags r:id="rId33"/>
              </p:custDataLst>
            </p:nvPr>
          </p:nvSpPr>
          <p:spPr>
            <a:xfrm>
              <a:off x="10088830" y="4728171"/>
              <a:ext cx="78242" cy="164976"/>
            </a:xfrm>
            <a:custGeom>
              <a:avLst/>
              <a:gdLst>
                <a:gd name="connsiteX0" fmla="*/ 48834 w 78242"/>
                <a:gd name="connsiteY0" fmla="*/ 6515 h 164976"/>
                <a:gd name="connsiteX1" fmla="*/ 43381 w 78242"/>
                <a:gd name="connsiteY1" fmla="*/ 75 h 164976"/>
                <a:gd name="connsiteX2" fmla="*/ 229 w 78242"/>
                <a:gd name="connsiteY2" fmla="*/ 15928 h 164976"/>
                <a:gd name="connsiteX3" fmla="*/ 229 w 78242"/>
                <a:gd name="connsiteY3" fmla="*/ 23607 h 164976"/>
                <a:gd name="connsiteX4" fmla="*/ 31289 w 78242"/>
                <a:gd name="connsiteY4" fmla="*/ 17167 h 164976"/>
                <a:gd name="connsiteX5" fmla="*/ 31289 w 78242"/>
                <a:gd name="connsiteY5" fmla="*/ 145482 h 164976"/>
                <a:gd name="connsiteX6" fmla="*/ 9238 w 78242"/>
                <a:gd name="connsiteY6" fmla="*/ 157373 h 164976"/>
                <a:gd name="connsiteX7" fmla="*/ 1651 w 78242"/>
                <a:gd name="connsiteY7" fmla="*/ 157373 h 164976"/>
                <a:gd name="connsiteX8" fmla="*/ 1651 w 78242"/>
                <a:gd name="connsiteY8" fmla="*/ 165052 h 164976"/>
                <a:gd name="connsiteX9" fmla="*/ 40061 w 78242"/>
                <a:gd name="connsiteY9" fmla="*/ 164308 h 164976"/>
                <a:gd name="connsiteX10" fmla="*/ 78471 w 78242"/>
                <a:gd name="connsiteY10" fmla="*/ 165052 h 164976"/>
                <a:gd name="connsiteX11" fmla="*/ 78471 w 78242"/>
                <a:gd name="connsiteY11" fmla="*/ 157373 h 164976"/>
                <a:gd name="connsiteX12" fmla="*/ 70884 w 78242"/>
                <a:gd name="connsiteY12" fmla="*/ 157373 h 164976"/>
                <a:gd name="connsiteX13" fmla="*/ 48834 w 78242"/>
                <a:gd name="connsiteY13" fmla="*/ 145482 h 164976"/>
                <a:gd name="connsiteX14" fmla="*/ 48834 w 78242"/>
                <a:gd name="connsiteY14" fmla="*/ 6515 h 164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8242" h="164976">
                  <a:moveTo>
                    <a:pt x="48834" y="6515"/>
                  </a:moveTo>
                  <a:cubicBezTo>
                    <a:pt x="48834" y="570"/>
                    <a:pt x="48834" y="75"/>
                    <a:pt x="43381" y="75"/>
                  </a:cubicBezTo>
                  <a:cubicBezTo>
                    <a:pt x="28680" y="15928"/>
                    <a:pt x="7816" y="15928"/>
                    <a:pt x="229" y="15928"/>
                  </a:cubicBezTo>
                  <a:lnTo>
                    <a:pt x="229" y="23607"/>
                  </a:lnTo>
                  <a:cubicBezTo>
                    <a:pt x="4971" y="23607"/>
                    <a:pt x="18959" y="23607"/>
                    <a:pt x="31289" y="17167"/>
                  </a:cubicBezTo>
                  <a:lnTo>
                    <a:pt x="31289" y="145482"/>
                  </a:lnTo>
                  <a:cubicBezTo>
                    <a:pt x="31289" y="154400"/>
                    <a:pt x="30577" y="157373"/>
                    <a:pt x="9238" y="157373"/>
                  </a:cubicBezTo>
                  <a:lnTo>
                    <a:pt x="1651" y="157373"/>
                  </a:lnTo>
                  <a:lnTo>
                    <a:pt x="1651" y="165052"/>
                  </a:lnTo>
                  <a:cubicBezTo>
                    <a:pt x="9950" y="164308"/>
                    <a:pt x="30577" y="164308"/>
                    <a:pt x="40061" y="164308"/>
                  </a:cubicBezTo>
                  <a:cubicBezTo>
                    <a:pt x="49545" y="164308"/>
                    <a:pt x="70173" y="164308"/>
                    <a:pt x="78471" y="165052"/>
                  </a:cubicBezTo>
                  <a:lnTo>
                    <a:pt x="78471" y="157373"/>
                  </a:lnTo>
                  <a:lnTo>
                    <a:pt x="70884" y="157373"/>
                  </a:lnTo>
                  <a:cubicBezTo>
                    <a:pt x="49545" y="157373"/>
                    <a:pt x="48834" y="154648"/>
                    <a:pt x="48834" y="145482"/>
                  </a:cubicBezTo>
                  <a:lnTo>
                    <a:pt x="48834" y="65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1" name="Freeform: Shape 5710">
              <a:extLst>
                <a:ext uri="{FF2B5EF4-FFF2-40B4-BE49-F238E27FC236}">
                  <a16:creationId xmlns:a16="http://schemas.microsoft.com/office/drawing/2014/main" id="{0928718E-77ED-8D85-49AE-3433002BE5F1}"/>
                </a:ext>
              </a:extLst>
            </p:cNvPr>
            <p:cNvSpPr/>
            <p:nvPr>
              <p:custDataLst>
                <p:tags r:id="rId34"/>
              </p:custDataLst>
            </p:nvPr>
          </p:nvSpPr>
          <p:spPr>
            <a:xfrm>
              <a:off x="10258643" y="4826265"/>
              <a:ext cx="144866" cy="9908"/>
            </a:xfrm>
            <a:custGeom>
              <a:avLst/>
              <a:gdLst>
                <a:gd name="connsiteX0" fmla="*/ 136804 w 144866"/>
                <a:gd name="connsiteY0" fmla="*/ 9983 h 9908"/>
                <a:gd name="connsiteX1" fmla="*/ 145102 w 144866"/>
                <a:gd name="connsiteY1" fmla="*/ 5029 h 9908"/>
                <a:gd name="connsiteX2" fmla="*/ 136804 w 144866"/>
                <a:gd name="connsiteY2" fmla="*/ 75 h 9908"/>
                <a:gd name="connsiteX3" fmla="*/ 8534 w 144866"/>
                <a:gd name="connsiteY3" fmla="*/ 75 h 9908"/>
                <a:gd name="connsiteX4" fmla="*/ 236 w 144866"/>
                <a:gd name="connsiteY4" fmla="*/ 5029 h 9908"/>
                <a:gd name="connsiteX5" fmla="*/ 8534 w 144866"/>
                <a:gd name="connsiteY5" fmla="*/ 9983 h 9908"/>
                <a:gd name="connsiteX6" fmla="*/ 136804 w 144866"/>
                <a:gd name="connsiteY6" fmla="*/ 9983 h 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866" h="9908">
                  <a:moveTo>
                    <a:pt x="136804" y="9983"/>
                  </a:moveTo>
                  <a:cubicBezTo>
                    <a:pt x="140835" y="9983"/>
                    <a:pt x="145102" y="9983"/>
                    <a:pt x="145102" y="5029"/>
                  </a:cubicBezTo>
                  <a:cubicBezTo>
                    <a:pt x="145102" y="75"/>
                    <a:pt x="140835" y="75"/>
                    <a:pt x="136804" y="75"/>
                  </a:cubicBezTo>
                  <a:lnTo>
                    <a:pt x="8534" y="75"/>
                  </a:lnTo>
                  <a:cubicBezTo>
                    <a:pt x="4504" y="75"/>
                    <a:pt x="236" y="75"/>
                    <a:pt x="236" y="5029"/>
                  </a:cubicBezTo>
                  <a:cubicBezTo>
                    <a:pt x="236" y="9983"/>
                    <a:pt x="4504" y="9983"/>
                    <a:pt x="8534" y="9983"/>
                  </a:cubicBezTo>
                  <a:lnTo>
                    <a:pt x="136804" y="998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2" name="Freeform: Shape 5711">
              <a:extLst>
                <a:ext uri="{FF2B5EF4-FFF2-40B4-BE49-F238E27FC236}">
                  <a16:creationId xmlns:a16="http://schemas.microsoft.com/office/drawing/2014/main" id="{25451043-25CB-E3E0-7F35-4382BDB772EB}"/>
                </a:ext>
              </a:extLst>
            </p:cNvPr>
            <p:cNvSpPr/>
            <p:nvPr>
              <p:custDataLst>
                <p:tags r:id="rId35"/>
              </p:custDataLst>
            </p:nvPr>
          </p:nvSpPr>
          <p:spPr>
            <a:xfrm>
              <a:off x="10468474" y="4783658"/>
              <a:ext cx="123764" cy="157545"/>
            </a:xfrm>
            <a:custGeom>
              <a:avLst/>
              <a:gdLst>
                <a:gd name="connsiteX0" fmla="*/ 18502 w 123764"/>
                <a:gd name="connsiteY0" fmla="*/ 139785 h 157545"/>
                <a:gd name="connsiteX1" fmla="*/ 5699 w 123764"/>
                <a:gd name="connsiteY1" fmla="*/ 149941 h 157545"/>
                <a:gd name="connsiteX2" fmla="*/ 246 w 123764"/>
                <a:gd name="connsiteY2" fmla="*/ 154648 h 157545"/>
                <a:gd name="connsiteX3" fmla="*/ 3328 w 123764"/>
                <a:gd name="connsiteY3" fmla="*/ 157620 h 157545"/>
                <a:gd name="connsiteX4" fmla="*/ 23244 w 123764"/>
                <a:gd name="connsiteY4" fmla="*/ 156877 h 157545"/>
                <a:gd name="connsiteX5" fmla="*/ 46717 w 123764"/>
                <a:gd name="connsiteY5" fmla="*/ 157620 h 157545"/>
                <a:gd name="connsiteX6" fmla="*/ 50985 w 123764"/>
                <a:gd name="connsiteY6" fmla="*/ 152666 h 157545"/>
                <a:gd name="connsiteX7" fmla="*/ 45294 w 123764"/>
                <a:gd name="connsiteY7" fmla="*/ 149941 h 157545"/>
                <a:gd name="connsiteX8" fmla="*/ 33440 w 123764"/>
                <a:gd name="connsiteY8" fmla="*/ 145978 h 157545"/>
                <a:gd name="connsiteX9" fmla="*/ 45057 w 123764"/>
                <a:gd name="connsiteY9" fmla="*/ 96435 h 157545"/>
                <a:gd name="connsiteX10" fmla="*/ 66870 w 123764"/>
                <a:gd name="connsiteY10" fmla="*/ 112289 h 157545"/>
                <a:gd name="connsiteX11" fmla="*/ 124011 w 123764"/>
                <a:gd name="connsiteY11" fmla="*/ 39709 h 157545"/>
                <a:gd name="connsiteX12" fmla="*/ 92477 w 123764"/>
                <a:gd name="connsiteY12" fmla="*/ 75 h 157545"/>
                <a:gd name="connsiteX13" fmla="*/ 61417 w 123764"/>
                <a:gd name="connsiteY13" fmla="*/ 18653 h 157545"/>
                <a:gd name="connsiteX14" fmla="*/ 40078 w 123764"/>
                <a:gd name="connsiteY14" fmla="*/ 75 h 157545"/>
                <a:gd name="connsiteX15" fmla="*/ 22533 w 123764"/>
                <a:gd name="connsiteY15" fmla="*/ 14194 h 157545"/>
                <a:gd name="connsiteX16" fmla="*/ 15183 w 123764"/>
                <a:gd name="connsiteY16" fmla="*/ 38223 h 157545"/>
                <a:gd name="connsiteX17" fmla="*/ 18028 w 123764"/>
                <a:gd name="connsiteY17" fmla="*/ 40700 h 157545"/>
                <a:gd name="connsiteX18" fmla="*/ 22059 w 123764"/>
                <a:gd name="connsiteY18" fmla="*/ 35002 h 157545"/>
                <a:gd name="connsiteX19" fmla="*/ 39367 w 123764"/>
                <a:gd name="connsiteY19" fmla="*/ 5524 h 157545"/>
                <a:gd name="connsiteX20" fmla="*/ 46717 w 123764"/>
                <a:gd name="connsiteY20" fmla="*/ 16919 h 157545"/>
                <a:gd name="connsiteX21" fmla="*/ 45057 w 123764"/>
                <a:gd name="connsiteY21" fmla="*/ 29553 h 157545"/>
                <a:gd name="connsiteX22" fmla="*/ 18502 w 123764"/>
                <a:gd name="connsiteY22" fmla="*/ 139785 h 157545"/>
                <a:gd name="connsiteX23" fmla="*/ 60232 w 123764"/>
                <a:gd name="connsiteY23" fmla="*/ 32277 h 157545"/>
                <a:gd name="connsiteX24" fmla="*/ 72561 w 123764"/>
                <a:gd name="connsiteY24" fmla="*/ 14938 h 157545"/>
                <a:gd name="connsiteX25" fmla="*/ 91766 w 123764"/>
                <a:gd name="connsiteY25" fmla="*/ 5524 h 157545"/>
                <a:gd name="connsiteX26" fmla="*/ 106940 w 123764"/>
                <a:gd name="connsiteY26" fmla="*/ 28809 h 157545"/>
                <a:gd name="connsiteX27" fmla="*/ 94848 w 123764"/>
                <a:gd name="connsiteY27" fmla="*/ 81325 h 157545"/>
                <a:gd name="connsiteX28" fmla="*/ 66633 w 123764"/>
                <a:gd name="connsiteY28" fmla="*/ 106839 h 157545"/>
                <a:gd name="connsiteX29" fmla="*/ 47903 w 123764"/>
                <a:gd name="connsiteY29" fmla="*/ 84793 h 157545"/>
                <a:gd name="connsiteX30" fmla="*/ 48614 w 123764"/>
                <a:gd name="connsiteY30" fmla="*/ 80829 h 157545"/>
                <a:gd name="connsiteX31" fmla="*/ 60232 w 123764"/>
                <a:gd name="connsiteY31" fmla="*/ 32277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764" h="157545">
                  <a:moveTo>
                    <a:pt x="18502" y="139785"/>
                  </a:moveTo>
                  <a:cubicBezTo>
                    <a:pt x="16606" y="148207"/>
                    <a:pt x="16131" y="149941"/>
                    <a:pt x="5699" y="149941"/>
                  </a:cubicBezTo>
                  <a:cubicBezTo>
                    <a:pt x="2854" y="149941"/>
                    <a:pt x="246" y="149941"/>
                    <a:pt x="246" y="154648"/>
                  </a:cubicBezTo>
                  <a:cubicBezTo>
                    <a:pt x="246" y="156629"/>
                    <a:pt x="1431" y="157620"/>
                    <a:pt x="3328" y="157620"/>
                  </a:cubicBezTo>
                  <a:cubicBezTo>
                    <a:pt x="9730" y="157620"/>
                    <a:pt x="16606" y="156877"/>
                    <a:pt x="23244" y="156877"/>
                  </a:cubicBezTo>
                  <a:cubicBezTo>
                    <a:pt x="31069" y="156877"/>
                    <a:pt x="39130" y="157620"/>
                    <a:pt x="46717" y="157620"/>
                  </a:cubicBezTo>
                  <a:cubicBezTo>
                    <a:pt x="47903" y="157620"/>
                    <a:pt x="50985" y="157620"/>
                    <a:pt x="50985" y="152666"/>
                  </a:cubicBezTo>
                  <a:cubicBezTo>
                    <a:pt x="50985" y="149941"/>
                    <a:pt x="48614" y="149941"/>
                    <a:pt x="45294" y="149941"/>
                  </a:cubicBezTo>
                  <a:cubicBezTo>
                    <a:pt x="33440" y="149941"/>
                    <a:pt x="33440" y="148207"/>
                    <a:pt x="33440" y="145978"/>
                  </a:cubicBezTo>
                  <a:cubicBezTo>
                    <a:pt x="33440" y="143005"/>
                    <a:pt x="43398" y="102628"/>
                    <a:pt x="45057" y="96435"/>
                  </a:cubicBezTo>
                  <a:cubicBezTo>
                    <a:pt x="48140" y="103619"/>
                    <a:pt x="54778" y="112289"/>
                    <a:pt x="66870" y="112289"/>
                  </a:cubicBezTo>
                  <a:cubicBezTo>
                    <a:pt x="94374" y="112289"/>
                    <a:pt x="124011" y="76123"/>
                    <a:pt x="124011" y="39709"/>
                  </a:cubicBezTo>
                  <a:cubicBezTo>
                    <a:pt x="124011" y="16424"/>
                    <a:pt x="110496" y="75"/>
                    <a:pt x="92477" y="75"/>
                  </a:cubicBezTo>
                  <a:cubicBezTo>
                    <a:pt x="80622" y="75"/>
                    <a:pt x="69241" y="8992"/>
                    <a:pt x="61417" y="18653"/>
                  </a:cubicBezTo>
                  <a:cubicBezTo>
                    <a:pt x="59046" y="5277"/>
                    <a:pt x="48851" y="75"/>
                    <a:pt x="40078" y="75"/>
                  </a:cubicBezTo>
                  <a:cubicBezTo>
                    <a:pt x="29172" y="75"/>
                    <a:pt x="24667" y="9736"/>
                    <a:pt x="22533" y="14194"/>
                  </a:cubicBezTo>
                  <a:cubicBezTo>
                    <a:pt x="18265" y="22617"/>
                    <a:pt x="15183" y="37479"/>
                    <a:pt x="15183" y="38223"/>
                  </a:cubicBezTo>
                  <a:cubicBezTo>
                    <a:pt x="15183" y="40700"/>
                    <a:pt x="17554" y="40700"/>
                    <a:pt x="18028" y="40700"/>
                  </a:cubicBezTo>
                  <a:cubicBezTo>
                    <a:pt x="20399" y="40700"/>
                    <a:pt x="20636" y="40452"/>
                    <a:pt x="22059" y="35002"/>
                  </a:cubicBezTo>
                  <a:cubicBezTo>
                    <a:pt x="26090" y="17415"/>
                    <a:pt x="30831" y="5524"/>
                    <a:pt x="39367" y="5524"/>
                  </a:cubicBezTo>
                  <a:cubicBezTo>
                    <a:pt x="43398" y="5524"/>
                    <a:pt x="46717" y="7506"/>
                    <a:pt x="46717" y="16919"/>
                  </a:cubicBezTo>
                  <a:cubicBezTo>
                    <a:pt x="46717" y="22617"/>
                    <a:pt x="46006" y="25341"/>
                    <a:pt x="45057" y="29553"/>
                  </a:cubicBezTo>
                  <a:lnTo>
                    <a:pt x="18502" y="139785"/>
                  </a:lnTo>
                  <a:close/>
                  <a:moveTo>
                    <a:pt x="60232" y="32277"/>
                  </a:moveTo>
                  <a:cubicBezTo>
                    <a:pt x="61891" y="25589"/>
                    <a:pt x="68293" y="18653"/>
                    <a:pt x="72561" y="14938"/>
                  </a:cubicBezTo>
                  <a:cubicBezTo>
                    <a:pt x="80859" y="7258"/>
                    <a:pt x="87735" y="5524"/>
                    <a:pt x="91766" y="5524"/>
                  </a:cubicBezTo>
                  <a:cubicBezTo>
                    <a:pt x="101249" y="5524"/>
                    <a:pt x="106940" y="14194"/>
                    <a:pt x="106940" y="28809"/>
                  </a:cubicBezTo>
                  <a:cubicBezTo>
                    <a:pt x="106940" y="43424"/>
                    <a:pt x="99116" y="71912"/>
                    <a:pt x="94848" y="81325"/>
                  </a:cubicBezTo>
                  <a:cubicBezTo>
                    <a:pt x="86786" y="98665"/>
                    <a:pt x="75406" y="106839"/>
                    <a:pt x="66633" y="106839"/>
                  </a:cubicBezTo>
                  <a:cubicBezTo>
                    <a:pt x="50985" y="106839"/>
                    <a:pt x="47903" y="86279"/>
                    <a:pt x="47903" y="84793"/>
                  </a:cubicBezTo>
                  <a:cubicBezTo>
                    <a:pt x="47903" y="84297"/>
                    <a:pt x="47903" y="83802"/>
                    <a:pt x="48614" y="80829"/>
                  </a:cubicBezTo>
                  <a:lnTo>
                    <a:pt x="60232" y="322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3" name="Freeform: Shape 5712">
              <a:extLst>
                <a:ext uri="{FF2B5EF4-FFF2-40B4-BE49-F238E27FC236}">
                  <a16:creationId xmlns:a16="http://schemas.microsoft.com/office/drawing/2014/main" id="{5B2DA2FA-44C0-CA6E-D04C-F73E4CC35B90}"/>
                </a:ext>
              </a:extLst>
            </p:cNvPr>
            <p:cNvSpPr/>
            <p:nvPr>
              <p:custDataLst>
                <p:tags r:id="rId36"/>
              </p:custDataLst>
            </p:nvPr>
          </p:nvSpPr>
          <p:spPr>
            <a:xfrm>
              <a:off x="10608865" y="4707363"/>
              <a:ext cx="55006" cy="247713"/>
            </a:xfrm>
            <a:custGeom>
              <a:avLst/>
              <a:gdLst>
                <a:gd name="connsiteX0" fmla="*/ 55258 w 55006"/>
                <a:gd name="connsiteY0" fmla="*/ 123931 h 247713"/>
                <a:gd name="connsiteX1" fmla="*/ 39609 w 55006"/>
                <a:gd name="connsiteY1" fmla="*/ 46645 h 247713"/>
                <a:gd name="connsiteX2" fmla="*/ 2622 w 55006"/>
                <a:gd name="connsiteY2" fmla="*/ 75 h 247713"/>
                <a:gd name="connsiteX3" fmla="*/ 251 w 55006"/>
                <a:gd name="connsiteY3" fmla="*/ 2552 h 247713"/>
                <a:gd name="connsiteX4" fmla="*/ 4756 w 55006"/>
                <a:gd name="connsiteY4" fmla="*/ 8249 h 247713"/>
                <a:gd name="connsiteX5" fmla="*/ 41506 w 55006"/>
                <a:gd name="connsiteY5" fmla="*/ 123931 h 247713"/>
                <a:gd name="connsiteX6" fmla="*/ 3333 w 55006"/>
                <a:gd name="connsiteY6" fmla="*/ 241100 h 247713"/>
                <a:gd name="connsiteX7" fmla="*/ 251 w 55006"/>
                <a:gd name="connsiteY7" fmla="*/ 245311 h 247713"/>
                <a:gd name="connsiteX8" fmla="*/ 2622 w 55006"/>
                <a:gd name="connsiteY8" fmla="*/ 247788 h 247713"/>
                <a:gd name="connsiteX9" fmla="*/ 40320 w 55006"/>
                <a:gd name="connsiteY9" fmla="*/ 199484 h 247713"/>
                <a:gd name="connsiteX10" fmla="*/ 55258 w 55006"/>
                <a:gd name="connsiteY10" fmla="*/ 123931 h 24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06" h="247713">
                  <a:moveTo>
                    <a:pt x="55258" y="123931"/>
                  </a:moveTo>
                  <a:cubicBezTo>
                    <a:pt x="55258" y="104610"/>
                    <a:pt x="52649" y="74636"/>
                    <a:pt x="39609" y="46645"/>
                  </a:cubicBezTo>
                  <a:cubicBezTo>
                    <a:pt x="25383" y="16176"/>
                    <a:pt x="4993" y="75"/>
                    <a:pt x="2622" y="75"/>
                  </a:cubicBezTo>
                  <a:cubicBezTo>
                    <a:pt x="1199" y="75"/>
                    <a:pt x="251" y="1066"/>
                    <a:pt x="251" y="2552"/>
                  </a:cubicBezTo>
                  <a:cubicBezTo>
                    <a:pt x="251" y="3295"/>
                    <a:pt x="251" y="3790"/>
                    <a:pt x="4756" y="8249"/>
                  </a:cubicBezTo>
                  <a:cubicBezTo>
                    <a:pt x="27991" y="32773"/>
                    <a:pt x="41506" y="72159"/>
                    <a:pt x="41506" y="123931"/>
                  </a:cubicBezTo>
                  <a:cubicBezTo>
                    <a:pt x="41506" y="166290"/>
                    <a:pt x="32733" y="209888"/>
                    <a:pt x="3333" y="241100"/>
                  </a:cubicBezTo>
                  <a:cubicBezTo>
                    <a:pt x="251" y="244072"/>
                    <a:pt x="251" y="244568"/>
                    <a:pt x="251" y="245311"/>
                  </a:cubicBezTo>
                  <a:cubicBezTo>
                    <a:pt x="251" y="246797"/>
                    <a:pt x="1199" y="247788"/>
                    <a:pt x="2622" y="247788"/>
                  </a:cubicBezTo>
                  <a:cubicBezTo>
                    <a:pt x="4993" y="247788"/>
                    <a:pt x="26332" y="230943"/>
                    <a:pt x="40320" y="199484"/>
                  </a:cubicBezTo>
                  <a:cubicBezTo>
                    <a:pt x="52412" y="172235"/>
                    <a:pt x="55258" y="144739"/>
                    <a:pt x="55258" y="12393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4" name="Freeform: Shape 5713">
              <a:extLst>
                <a:ext uri="{FF2B5EF4-FFF2-40B4-BE49-F238E27FC236}">
                  <a16:creationId xmlns:a16="http://schemas.microsoft.com/office/drawing/2014/main" id="{8B15129B-798D-F6C6-D8F0-ACE9BAE84483}"/>
                </a:ext>
              </a:extLst>
            </p:cNvPr>
            <p:cNvSpPr/>
            <p:nvPr>
              <p:custDataLst>
                <p:tags r:id="rId37"/>
              </p:custDataLst>
            </p:nvPr>
          </p:nvSpPr>
          <p:spPr>
            <a:xfrm>
              <a:off x="10766692" y="4802237"/>
              <a:ext cx="157669" cy="57964"/>
            </a:xfrm>
            <a:custGeom>
              <a:avLst/>
              <a:gdLst>
                <a:gd name="connsiteX0" fmla="*/ 149866 w 157669"/>
                <a:gd name="connsiteY0" fmla="*/ 9983 h 57964"/>
                <a:gd name="connsiteX1" fmla="*/ 157927 w 157669"/>
                <a:gd name="connsiteY1" fmla="*/ 5029 h 57964"/>
                <a:gd name="connsiteX2" fmla="*/ 150103 w 157669"/>
                <a:gd name="connsiteY2" fmla="*/ 75 h 57964"/>
                <a:gd name="connsiteX3" fmla="*/ 8082 w 157669"/>
                <a:gd name="connsiteY3" fmla="*/ 75 h 57964"/>
                <a:gd name="connsiteX4" fmla="*/ 258 w 157669"/>
                <a:gd name="connsiteY4" fmla="*/ 5029 h 57964"/>
                <a:gd name="connsiteX5" fmla="*/ 8319 w 157669"/>
                <a:gd name="connsiteY5" fmla="*/ 9983 h 57964"/>
                <a:gd name="connsiteX6" fmla="*/ 149866 w 157669"/>
                <a:gd name="connsiteY6" fmla="*/ 9983 h 57964"/>
                <a:gd name="connsiteX7" fmla="*/ 150103 w 157669"/>
                <a:gd name="connsiteY7" fmla="*/ 58040 h 57964"/>
                <a:gd name="connsiteX8" fmla="*/ 157927 w 157669"/>
                <a:gd name="connsiteY8" fmla="*/ 53085 h 57964"/>
                <a:gd name="connsiteX9" fmla="*/ 149866 w 157669"/>
                <a:gd name="connsiteY9" fmla="*/ 48131 h 57964"/>
                <a:gd name="connsiteX10" fmla="*/ 8319 w 157669"/>
                <a:gd name="connsiteY10" fmla="*/ 48131 h 57964"/>
                <a:gd name="connsiteX11" fmla="*/ 258 w 157669"/>
                <a:gd name="connsiteY11" fmla="*/ 53085 h 57964"/>
                <a:gd name="connsiteX12" fmla="*/ 8082 w 157669"/>
                <a:gd name="connsiteY12" fmla="*/ 58040 h 57964"/>
                <a:gd name="connsiteX13" fmla="*/ 150103 w 157669"/>
                <a:gd name="connsiteY13" fmla="*/ 58040 h 57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669" h="57964">
                  <a:moveTo>
                    <a:pt x="149866" y="9983"/>
                  </a:moveTo>
                  <a:cubicBezTo>
                    <a:pt x="153423" y="9983"/>
                    <a:pt x="157927" y="9983"/>
                    <a:pt x="157927" y="5029"/>
                  </a:cubicBezTo>
                  <a:cubicBezTo>
                    <a:pt x="157927" y="75"/>
                    <a:pt x="153423" y="75"/>
                    <a:pt x="150103" y="75"/>
                  </a:cubicBezTo>
                  <a:lnTo>
                    <a:pt x="8082" y="75"/>
                  </a:lnTo>
                  <a:cubicBezTo>
                    <a:pt x="4762" y="75"/>
                    <a:pt x="258" y="75"/>
                    <a:pt x="258" y="5029"/>
                  </a:cubicBezTo>
                  <a:cubicBezTo>
                    <a:pt x="258" y="9983"/>
                    <a:pt x="4762" y="9983"/>
                    <a:pt x="8319" y="9983"/>
                  </a:cubicBezTo>
                  <a:lnTo>
                    <a:pt x="149866" y="9983"/>
                  </a:lnTo>
                  <a:close/>
                  <a:moveTo>
                    <a:pt x="150103" y="58040"/>
                  </a:moveTo>
                  <a:cubicBezTo>
                    <a:pt x="153423" y="58040"/>
                    <a:pt x="157927" y="58040"/>
                    <a:pt x="157927" y="53085"/>
                  </a:cubicBezTo>
                  <a:cubicBezTo>
                    <a:pt x="157927" y="48131"/>
                    <a:pt x="153423" y="48131"/>
                    <a:pt x="149866" y="48131"/>
                  </a:cubicBezTo>
                  <a:lnTo>
                    <a:pt x="8319" y="48131"/>
                  </a:lnTo>
                  <a:cubicBezTo>
                    <a:pt x="4762" y="48131"/>
                    <a:pt x="258" y="48131"/>
                    <a:pt x="258" y="53085"/>
                  </a:cubicBezTo>
                  <a:cubicBezTo>
                    <a:pt x="258" y="58040"/>
                    <a:pt x="4762" y="58040"/>
                    <a:pt x="8082" y="58040"/>
                  </a:cubicBezTo>
                  <a:lnTo>
                    <a:pt x="150103" y="5804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5" name="Freeform: Shape 5714">
              <a:extLst>
                <a:ext uri="{FF2B5EF4-FFF2-40B4-BE49-F238E27FC236}">
                  <a16:creationId xmlns:a16="http://schemas.microsoft.com/office/drawing/2014/main" id="{1628E949-4DFF-3B49-2609-45585D637C6C}"/>
                </a:ext>
              </a:extLst>
            </p:cNvPr>
            <p:cNvSpPr/>
            <p:nvPr>
              <p:custDataLst>
                <p:tags r:id="rId38"/>
              </p:custDataLst>
            </p:nvPr>
          </p:nvSpPr>
          <p:spPr>
            <a:xfrm>
              <a:off x="11008899" y="4783163"/>
              <a:ext cx="133485" cy="109984"/>
            </a:xfrm>
            <a:custGeom>
              <a:avLst/>
              <a:gdLst>
                <a:gd name="connsiteX0" fmla="*/ 77088 w 133485"/>
                <a:gd name="connsiteY0" fmla="*/ 49122 h 109984"/>
                <a:gd name="connsiteX1" fmla="*/ 104828 w 133485"/>
                <a:gd name="connsiteY1" fmla="*/ 16919 h 109984"/>
                <a:gd name="connsiteX2" fmla="*/ 129012 w 133485"/>
                <a:gd name="connsiteY2" fmla="*/ 11717 h 109984"/>
                <a:gd name="connsiteX3" fmla="*/ 129012 w 133485"/>
                <a:gd name="connsiteY3" fmla="*/ 75 h 109984"/>
                <a:gd name="connsiteX4" fmla="*/ 107199 w 133485"/>
                <a:gd name="connsiteY4" fmla="*/ 818 h 109984"/>
                <a:gd name="connsiteX5" fmla="*/ 82778 w 133485"/>
                <a:gd name="connsiteY5" fmla="*/ 75 h 109984"/>
                <a:gd name="connsiteX6" fmla="*/ 82778 w 133485"/>
                <a:gd name="connsiteY6" fmla="*/ 11717 h 109984"/>
                <a:gd name="connsiteX7" fmla="*/ 91788 w 133485"/>
                <a:gd name="connsiteY7" fmla="*/ 13947 h 109984"/>
                <a:gd name="connsiteX8" fmla="*/ 89891 w 133485"/>
                <a:gd name="connsiteY8" fmla="*/ 16919 h 109984"/>
                <a:gd name="connsiteX9" fmla="*/ 69975 w 133485"/>
                <a:gd name="connsiteY9" fmla="*/ 40204 h 109984"/>
                <a:gd name="connsiteX10" fmla="*/ 46739 w 133485"/>
                <a:gd name="connsiteY10" fmla="*/ 11717 h 109984"/>
                <a:gd name="connsiteX11" fmla="*/ 56223 w 133485"/>
                <a:gd name="connsiteY11" fmla="*/ 11717 h 109984"/>
                <a:gd name="connsiteX12" fmla="*/ 56223 w 133485"/>
                <a:gd name="connsiteY12" fmla="*/ 75 h 109984"/>
                <a:gd name="connsiteX13" fmla="*/ 27534 w 133485"/>
                <a:gd name="connsiteY13" fmla="*/ 818 h 109984"/>
                <a:gd name="connsiteX14" fmla="*/ 1454 w 133485"/>
                <a:gd name="connsiteY14" fmla="*/ 75 h 109984"/>
                <a:gd name="connsiteX15" fmla="*/ 1454 w 133485"/>
                <a:gd name="connsiteY15" fmla="*/ 11717 h 109984"/>
                <a:gd name="connsiteX16" fmla="*/ 18288 w 133485"/>
                <a:gd name="connsiteY16" fmla="*/ 11717 h 109984"/>
                <a:gd name="connsiteX17" fmla="*/ 55275 w 133485"/>
                <a:gd name="connsiteY17" fmla="*/ 57296 h 109984"/>
                <a:gd name="connsiteX18" fmla="*/ 24215 w 133485"/>
                <a:gd name="connsiteY18" fmla="*/ 93710 h 109984"/>
                <a:gd name="connsiteX19" fmla="*/ 268 w 133485"/>
                <a:gd name="connsiteY19" fmla="*/ 98417 h 109984"/>
                <a:gd name="connsiteX20" fmla="*/ 268 w 133485"/>
                <a:gd name="connsiteY20" fmla="*/ 110059 h 109984"/>
                <a:gd name="connsiteX21" fmla="*/ 22081 w 133485"/>
                <a:gd name="connsiteY21" fmla="*/ 109316 h 109984"/>
                <a:gd name="connsiteX22" fmla="*/ 46502 w 133485"/>
                <a:gd name="connsiteY22" fmla="*/ 110059 h 109984"/>
                <a:gd name="connsiteX23" fmla="*/ 46502 w 133485"/>
                <a:gd name="connsiteY23" fmla="*/ 98417 h 109984"/>
                <a:gd name="connsiteX24" fmla="*/ 37730 w 133485"/>
                <a:gd name="connsiteY24" fmla="*/ 95692 h 109984"/>
                <a:gd name="connsiteX25" fmla="*/ 39389 w 133485"/>
                <a:gd name="connsiteY25" fmla="*/ 93215 h 109984"/>
                <a:gd name="connsiteX26" fmla="*/ 62388 w 133485"/>
                <a:gd name="connsiteY26" fmla="*/ 66214 h 109984"/>
                <a:gd name="connsiteX27" fmla="*/ 88468 w 133485"/>
                <a:gd name="connsiteY27" fmla="*/ 98417 h 109984"/>
                <a:gd name="connsiteX28" fmla="*/ 79222 w 133485"/>
                <a:gd name="connsiteY28" fmla="*/ 98417 h 109984"/>
                <a:gd name="connsiteX29" fmla="*/ 79222 w 133485"/>
                <a:gd name="connsiteY29" fmla="*/ 110059 h 109984"/>
                <a:gd name="connsiteX30" fmla="*/ 107673 w 133485"/>
                <a:gd name="connsiteY30" fmla="*/ 109316 h 109984"/>
                <a:gd name="connsiteX31" fmla="*/ 133754 w 133485"/>
                <a:gd name="connsiteY31" fmla="*/ 110059 h 109984"/>
                <a:gd name="connsiteX32" fmla="*/ 133754 w 133485"/>
                <a:gd name="connsiteY32" fmla="*/ 98417 h 109984"/>
                <a:gd name="connsiteX33" fmla="*/ 116920 w 133485"/>
                <a:gd name="connsiteY33" fmla="*/ 98417 h 109984"/>
                <a:gd name="connsiteX34" fmla="*/ 77088 w 133485"/>
                <a:gd name="connsiteY34" fmla="*/ 49122 h 10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33485" h="109984">
                  <a:moveTo>
                    <a:pt x="77088" y="49122"/>
                  </a:moveTo>
                  <a:lnTo>
                    <a:pt x="104828" y="16919"/>
                  </a:lnTo>
                  <a:cubicBezTo>
                    <a:pt x="107910" y="13451"/>
                    <a:pt x="109333" y="11717"/>
                    <a:pt x="129012" y="11717"/>
                  </a:cubicBezTo>
                  <a:lnTo>
                    <a:pt x="129012" y="75"/>
                  </a:lnTo>
                  <a:cubicBezTo>
                    <a:pt x="120714" y="570"/>
                    <a:pt x="108385" y="818"/>
                    <a:pt x="107199" y="818"/>
                  </a:cubicBezTo>
                  <a:cubicBezTo>
                    <a:pt x="101272" y="818"/>
                    <a:pt x="89417" y="322"/>
                    <a:pt x="82778" y="75"/>
                  </a:cubicBezTo>
                  <a:lnTo>
                    <a:pt x="82778" y="11717"/>
                  </a:lnTo>
                  <a:cubicBezTo>
                    <a:pt x="86097" y="11717"/>
                    <a:pt x="88943" y="12213"/>
                    <a:pt x="91788" y="13947"/>
                  </a:cubicBezTo>
                  <a:cubicBezTo>
                    <a:pt x="90839" y="15433"/>
                    <a:pt x="90839" y="15928"/>
                    <a:pt x="89891" y="16919"/>
                  </a:cubicBezTo>
                  <a:lnTo>
                    <a:pt x="69975" y="40204"/>
                  </a:lnTo>
                  <a:lnTo>
                    <a:pt x="46739" y="11717"/>
                  </a:lnTo>
                  <a:lnTo>
                    <a:pt x="56223" y="11717"/>
                  </a:lnTo>
                  <a:lnTo>
                    <a:pt x="56223" y="75"/>
                  </a:lnTo>
                  <a:cubicBezTo>
                    <a:pt x="50059" y="322"/>
                    <a:pt x="35121" y="818"/>
                    <a:pt x="27534" y="818"/>
                  </a:cubicBezTo>
                  <a:cubicBezTo>
                    <a:pt x="19947" y="818"/>
                    <a:pt x="9278" y="322"/>
                    <a:pt x="1454" y="75"/>
                  </a:cubicBezTo>
                  <a:lnTo>
                    <a:pt x="1454" y="11717"/>
                  </a:lnTo>
                  <a:lnTo>
                    <a:pt x="18288" y="11717"/>
                  </a:lnTo>
                  <a:lnTo>
                    <a:pt x="55275" y="57296"/>
                  </a:lnTo>
                  <a:lnTo>
                    <a:pt x="24215" y="93710"/>
                  </a:lnTo>
                  <a:cubicBezTo>
                    <a:pt x="20184" y="98417"/>
                    <a:pt x="11649" y="98417"/>
                    <a:pt x="268" y="98417"/>
                  </a:cubicBezTo>
                  <a:lnTo>
                    <a:pt x="268" y="110059"/>
                  </a:lnTo>
                  <a:cubicBezTo>
                    <a:pt x="8567" y="109564"/>
                    <a:pt x="20896" y="109316"/>
                    <a:pt x="22081" y="109316"/>
                  </a:cubicBezTo>
                  <a:cubicBezTo>
                    <a:pt x="28009" y="109316"/>
                    <a:pt x="41760" y="109812"/>
                    <a:pt x="46502" y="110059"/>
                  </a:cubicBezTo>
                  <a:lnTo>
                    <a:pt x="46502" y="98417"/>
                  </a:lnTo>
                  <a:cubicBezTo>
                    <a:pt x="42234" y="98417"/>
                    <a:pt x="37730" y="97178"/>
                    <a:pt x="37730" y="95692"/>
                  </a:cubicBezTo>
                  <a:cubicBezTo>
                    <a:pt x="37730" y="95444"/>
                    <a:pt x="37730" y="95197"/>
                    <a:pt x="39389" y="93215"/>
                  </a:cubicBezTo>
                  <a:lnTo>
                    <a:pt x="62388" y="66214"/>
                  </a:lnTo>
                  <a:lnTo>
                    <a:pt x="88468" y="98417"/>
                  </a:lnTo>
                  <a:lnTo>
                    <a:pt x="79222" y="98417"/>
                  </a:lnTo>
                  <a:lnTo>
                    <a:pt x="79222" y="110059"/>
                  </a:lnTo>
                  <a:cubicBezTo>
                    <a:pt x="85386" y="109812"/>
                    <a:pt x="99849" y="109316"/>
                    <a:pt x="107673" y="109316"/>
                  </a:cubicBezTo>
                  <a:cubicBezTo>
                    <a:pt x="115260" y="109316"/>
                    <a:pt x="125930" y="109812"/>
                    <a:pt x="133754" y="110059"/>
                  </a:cubicBezTo>
                  <a:lnTo>
                    <a:pt x="133754" y="98417"/>
                  </a:lnTo>
                  <a:lnTo>
                    <a:pt x="116920" y="98417"/>
                  </a:lnTo>
                  <a:lnTo>
                    <a:pt x="77088" y="4912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6" name="Freeform: Shape 5715">
              <a:extLst>
                <a:ext uri="{FF2B5EF4-FFF2-40B4-BE49-F238E27FC236}">
                  <a16:creationId xmlns:a16="http://schemas.microsoft.com/office/drawing/2014/main" id="{D2E26B1F-BC6F-AED4-2947-0D041329802E}"/>
                </a:ext>
              </a:extLst>
            </p:cNvPr>
            <p:cNvSpPr/>
            <p:nvPr>
              <p:custDataLst>
                <p:tags r:id="rId39"/>
              </p:custDataLst>
            </p:nvPr>
          </p:nvSpPr>
          <p:spPr>
            <a:xfrm>
              <a:off x="11155554" y="4693939"/>
              <a:ext cx="41658" cy="89820"/>
            </a:xfrm>
            <a:custGeom>
              <a:avLst/>
              <a:gdLst>
                <a:gd name="connsiteX0" fmla="*/ 40438 w 41658"/>
                <a:gd name="connsiteY0" fmla="*/ 15156 h 89820"/>
                <a:gd name="connsiteX1" fmla="*/ 41932 w 41658"/>
                <a:gd name="connsiteY1" fmla="*/ 9608 h 89820"/>
                <a:gd name="connsiteX2" fmla="*/ 32140 w 41658"/>
                <a:gd name="connsiteY2" fmla="*/ 71 h 89820"/>
                <a:gd name="connsiteX3" fmla="*/ 23012 w 41658"/>
                <a:gd name="connsiteY3" fmla="*/ 8220 h 89820"/>
                <a:gd name="connsiteX4" fmla="*/ 1104 w 41658"/>
                <a:gd name="connsiteY4" fmla="*/ 83302 h 89820"/>
                <a:gd name="connsiteX5" fmla="*/ 274 w 41658"/>
                <a:gd name="connsiteY5" fmla="*/ 86077 h 89820"/>
                <a:gd name="connsiteX6" fmla="*/ 6747 w 41658"/>
                <a:gd name="connsiteY6" fmla="*/ 89891 h 89820"/>
                <a:gd name="connsiteX7" fmla="*/ 9236 w 41658"/>
                <a:gd name="connsiteY7" fmla="*/ 86944 h 89820"/>
                <a:gd name="connsiteX8" fmla="*/ 40438 w 41658"/>
                <a:gd name="connsiteY8" fmla="*/ 15156 h 89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58" h="89820">
                  <a:moveTo>
                    <a:pt x="40438" y="15156"/>
                  </a:moveTo>
                  <a:cubicBezTo>
                    <a:pt x="41766" y="12209"/>
                    <a:pt x="41932" y="10821"/>
                    <a:pt x="41932" y="9608"/>
                  </a:cubicBezTo>
                  <a:cubicBezTo>
                    <a:pt x="41932" y="4232"/>
                    <a:pt x="37285" y="71"/>
                    <a:pt x="32140" y="71"/>
                  </a:cubicBezTo>
                  <a:cubicBezTo>
                    <a:pt x="25833" y="71"/>
                    <a:pt x="23842" y="5446"/>
                    <a:pt x="23012" y="8220"/>
                  </a:cubicBezTo>
                  <a:lnTo>
                    <a:pt x="1104" y="83302"/>
                  </a:lnTo>
                  <a:cubicBezTo>
                    <a:pt x="938" y="83649"/>
                    <a:pt x="274" y="85903"/>
                    <a:pt x="274" y="86077"/>
                  </a:cubicBezTo>
                  <a:cubicBezTo>
                    <a:pt x="274" y="88157"/>
                    <a:pt x="5419" y="89891"/>
                    <a:pt x="6747" y="89891"/>
                  </a:cubicBezTo>
                  <a:cubicBezTo>
                    <a:pt x="7909" y="89891"/>
                    <a:pt x="8075" y="89545"/>
                    <a:pt x="9236" y="86944"/>
                  </a:cubicBezTo>
                  <a:lnTo>
                    <a:pt x="40438" y="151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7" name="Freeform: Shape 5716">
              <a:extLst>
                <a:ext uri="{FF2B5EF4-FFF2-40B4-BE49-F238E27FC236}">
                  <a16:creationId xmlns:a16="http://schemas.microsoft.com/office/drawing/2014/main" id="{2D3705B4-42DC-3EFA-DCBF-E83A6F15CE59}"/>
                </a:ext>
              </a:extLst>
            </p:cNvPr>
            <p:cNvSpPr/>
            <p:nvPr>
              <p:custDataLst>
                <p:tags r:id="rId40"/>
              </p:custDataLst>
            </p:nvPr>
          </p:nvSpPr>
          <p:spPr>
            <a:xfrm>
              <a:off x="11217900" y="4719253"/>
              <a:ext cx="151505" cy="221950"/>
            </a:xfrm>
            <a:custGeom>
              <a:avLst/>
              <a:gdLst>
                <a:gd name="connsiteX0" fmla="*/ 1225 w 151505"/>
                <a:gd name="connsiteY0" fmla="*/ 214594 h 221950"/>
                <a:gd name="connsiteX1" fmla="*/ 277 w 151505"/>
                <a:gd name="connsiteY1" fmla="*/ 218558 h 221950"/>
                <a:gd name="connsiteX2" fmla="*/ 5967 w 151505"/>
                <a:gd name="connsiteY2" fmla="*/ 222026 h 221950"/>
                <a:gd name="connsiteX3" fmla="*/ 12132 w 151505"/>
                <a:gd name="connsiteY3" fmla="*/ 216328 h 221950"/>
                <a:gd name="connsiteX4" fmla="*/ 27306 w 151505"/>
                <a:gd name="connsiteY4" fmla="*/ 152418 h 221950"/>
                <a:gd name="connsiteX5" fmla="*/ 74488 w 151505"/>
                <a:gd name="connsiteY5" fmla="*/ 176942 h 221950"/>
                <a:gd name="connsiteX6" fmla="*/ 148700 w 151505"/>
                <a:gd name="connsiteY6" fmla="*/ 106591 h 221950"/>
                <a:gd name="connsiteX7" fmla="*/ 133526 w 151505"/>
                <a:gd name="connsiteY7" fmla="*/ 73645 h 221950"/>
                <a:gd name="connsiteX8" fmla="*/ 151782 w 151505"/>
                <a:gd name="connsiteY8" fmla="*/ 33021 h 221950"/>
                <a:gd name="connsiteX9" fmla="*/ 114795 w 151505"/>
                <a:gd name="connsiteY9" fmla="*/ 75 h 221950"/>
                <a:gd name="connsiteX10" fmla="*/ 37264 w 151505"/>
                <a:gd name="connsiteY10" fmla="*/ 63489 h 221950"/>
                <a:gd name="connsiteX11" fmla="*/ 1225 w 151505"/>
                <a:gd name="connsiteY11" fmla="*/ 214594 h 221950"/>
                <a:gd name="connsiteX12" fmla="*/ 108630 w 151505"/>
                <a:gd name="connsiteY12" fmla="*/ 74636 h 221950"/>
                <a:gd name="connsiteX13" fmla="*/ 93693 w 151505"/>
                <a:gd name="connsiteY13" fmla="*/ 78847 h 221950"/>
                <a:gd name="connsiteX14" fmla="*/ 82313 w 151505"/>
                <a:gd name="connsiteY14" fmla="*/ 76866 h 221950"/>
                <a:gd name="connsiteX15" fmla="*/ 97013 w 151505"/>
                <a:gd name="connsiteY15" fmla="*/ 72902 h 221950"/>
                <a:gd name="connsiteX16" fmla="*/ 108630 w 151505"/>
                <a:gd name="connsiteY16" fmla="*/ 74636 h 221950"/>
                <a:gd name="connsiteX17" fmla="*/ 116692 w 151505"/>
                <a:gd name="connsiteY17" fmla="*/ 65966 h 221950"/>
                <a:gd name="connsiteX18" fmla="*/ 97724 w 151505"/>
                <a:gd name="connsiteY18" fmla="*/ 63985 h 221950"/>
                <a:gd name="connsiteX19" fmla="*/ 70932 w 151505"/>
                <a:gd name="connsiteY19" fmla="*/ 77361 h 221950"/>
                <a:gd name="connsiteX20" fmla="*/ 93456 w 151505"/>
                <a:gd name="connsiteY20" fmla="*/ 87765 h 221950"/>
                <a:gd name="connsiteX21" fmla="*/ 118826 w 151505"/>
                <a:gd name="connsiteY21" fmla="*/ 83059 h 221950"/>
                <a:gd name="connsiteX22" fmla="*/ 121434 w 151505"/>
                <a:gd name="connsiteY22" fmla="*/ 95940 h 221950"/>
                <a:gd name="connsiteX23" fmla="*/ 107919 w 151505"/>
                <a:gd name="connsiteY23" fmla="*/ 147712 h 221950"/>
                <a:gd name="connsiteX24" fmla="*/ 74014 w 151505"/>
                <a:gd name="connsiteY24" fmla="*/ 168024 h 221950"/>
                <a:gd name="connsiteX25" fmla="*/ 33471 w 151505"/>
                <a:gd name="connsiteY25" fmla="*/ 131858 h 221950"/>
                <a:gd name="connsiteX26" fmla="*/ 35130 w 151505"/>
                <a:gd name="connsiteY26" fmla="*/ 119225 h 221950"/>
                <a:gd name="connsiteX27" fmla="*/ 49119 w 151505"/>
                <a:gd name="connsiteY27" fmla="*/ 61260 h 221950"/>
                <a:gd name="connsiteX28" fmla="*/ 113610 w 151505"/>
                <a:gd name="connsiteY28" fmla="*/ 8992 h 221950"/>
                <a:gd name="connsiteX29" fmla="*/ 127598 w 151505"/>
                <a:gd name="connsiteY29" fmla="*/ 23112 h 221950"/>
                <a:gd name="connsiteX30" fmla="*/ 116692 w 151505"/>
                <a:gd name="connsiteY30" fmla="*/ 65966 h 22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505" h="221950">
                  <a:moveTo>
                    <a:pt x="1225" y="214594"/>
                  </a:moveTo>
                  <a:cubicBezTo>
                    <a:pt x="988" y="215090"/>
                    <a:pt x="277" y="218310"/>
                    <a:pt x="277" y="218558"/>
                  </a:cubicBezTo>
                  <a:cubicBezTo>
                    <a:pt x="277" y="222026"/>
                    <a:pt x="3833" y="222026"/>
                    <a:pt x="5967" y="222026"/>
                  </a:cubicBezTo>
                  <a:cubicBezTo>
                    <a:pt x="10709" y="222026"/>
                    <a:pt x="10709" y="221530"/>
                    <a:pt x="12132" y="216328"/>
                  </a:cubicBezTo>
                  <a:cubicBezTo>
                    <a:pt x="12843" y="212365"/>
                    <a:pt x="27069" y="152914"/>
                    <a:pt x="27306" y="152418"/>
                  </a:cubicBezTo>
                  <a:cubicBezTo>
                    <a:pt x="37264" y="169758"/>
                    <a:pt x="55521" y="176942"/>
                    <a:pt x="74488" y="176942"/>
                  </a:cubicBezTo>
                  <a:cubicBezTo>
                    <a:pt x="122145" y="176942"/>
                    <a:pt x="148700" y="139042"/>
                    <a:pt x="148700" y="106591"/>
                  </a:cubicBezTo>
                  <a:cubicBezTo>
                    <a:pt x="148700" y="89251"/>
                    <a:pt x="141350" y="79838"/>
                    <a:pt x="133526" y="73645"/>
                  </a:cubicBezTo>
                  <a:cubicBezTo>
                    <a:pt x="142061" y="66214"/>
                    <a:pt x="151782" y="50113"/>
                    <a:pt x="151782" y="33021"/>
                  </a:cubicBezTo>
                  <a:cubicBezTo>
                    <a:pt x="151782" y="11965"/>
                    <a:pt x="137082" y="75"/>
                    <a:pt x="114795" y="75"/>
                  </a:cubicBezTo>
                  <a:cubicBezTo>
                    <a:pt x="80890" y="75"/>
                    <a:pt x="45800" y="27571"/>
                    <a:pt x="37264" y="63489"/>
                  </a:cubicBezTo>
                  <a:lnTo>
                    <a:pt x="1225" y="214594"/>
                  </a:lnTo>
                  <a:close/>
                  <a:moveTo>
                    <a:pt x="108630" y="74636"/>
                  </a:moveTo>
                  <a:cubicBezTo>
                    <a:pt x="102940" y="78847"/>
                    <a:pt x="97013" y="78847"/>
                    <a:pt x="93693" y="78847"/>
                  </a:cubicBezTo>
                  <a:cubicBezTo>
                    <a:pt x="92745" y="78847"/>
                    <a:pt x="82313" y="78847"/>
                    <a:pt x="82313" y="76866"/>
                  </a:cubicBezTo>
                  <a:cubicBezTo>
                    <a:pt x="82313" y="72902"/>
                    <a:pt x="93930" y="72902"/>
                    <a:pt x="97013" y="72902"/>
                  </a:cubicBezTo>
                  <a:cubicBezTo>
                    <a:pt x="101280" y="72902"/>
                    <a:pt x="104126" y="72902"/>
                    <a:pt x="108630" y="74636"/>
                  </a:cubicBezTo>
                  <a:close/>
                  <a:moveTo>
                    <a:pt x="116692" y="65966"/>
                  </a:moveTo>
                  <a:cubicBezTo>
                    <a:pt x="108868" y="63985"/>
                    <a:pt x="102229" y="63985"/>
                    <a:pt x="97724" y="63985"/>
                  </a:cubicBezTo>
                  <a:cubicBezTo>
                    <a:pt x="90137" y="63985"/>
                    <a:pt x="70932" y="63985"/>
                    <a:pt x="70932" y="77361"/>
                  </a:cubicBezTo>
                  <a:cubicBezTo>
                    <a:pt x="70932" y="87765"/>
                    <a:pt x="85158" y="87765"/>
                    <a:pt x="93456" y="87765"/>
                  </a:cubicBezTo>
                  <a:cubicBezTo>
                    <a:pt x="97487" y="87765"/>
                    <a:pt x="108156" y="87765"/>
                    <a:pt x="118826" y="83059"/>
                  </a:cubicBezTo>
                  <a:cubicBezTo>
                    <a:pt x="120722" y="86774"/>
                    <a:pt x="121434" y="91729"/>
                    <a:pt x="121434" y="95940"/>
                  </a:cubicBezTo>
                  <a:cubicBezTo>
                    <a:pt x="121434" y="104857"/>
                    <a:pt x="115269" y="134831"/>
                    <a:pt x="107919" y="147712"/>
                  </a:cubicBezTo>
                  <a:cubicBezTo>
                    <a:pt x="100569" y="159850"/>
                    <a:pt x="88951" y="168024"/>
                    <a:pt x="74014" y="168024"/>
                  </a:cubicBezTo>
                  <a:cubicBezTo>
                    <a:pt x="51964" y="168024"/>
                    <a:pt x="33471" y="154152"/>
                    <a:pt x="33471" y="131858"/>
                  </a:cubicBezTo>
                  <a:cubicBezTo>
                    <a:pt x="33471" y="126904"/>
                    <a:pt x="34656" y="121702"/>
                    <a:pt x="35130" y="119225"/>
                  </a:cubicBezTo>
                  <a:cubicBezTo>
                    <a:pt x="38687" y="104610"/>
                    <a:pt x="46274" y="72159"/>
                    <a:pt x="49119" y="61260"/>
                  </a:cubicBezTo>
                  <a:cubicBezTo>
                    <a:pt x="56706" y="34259"/>
                    <a:pt x="85395" y="8992"/>
                    <a:pt x="113610" y="8992"/>
                  </a:cubicBezTo>
                  <a:cubicBezTo>
                    <a:pt x="122382" y="8992"/>
                    <a:pt x="127598" y="13451"/>
                    <a:pt x="127598" y="23112"/>
                  </a:cubicBezTo>
                  <a:cubicBezTo>
                    <a:pt x="127598" y="30791"/>
                    <a:pt x="121908" y="56306"/>
                    <a:pt x="116692" y="6596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5678" name="Group 5677" descr="\documentclass{article}&#10;\usepackage{amsmath}&#10;\usepackage{amsfonts}&#10;\pagestyle{empty}&#10;\begin{document}&#10;&#10;&#10;\[&#10; \text{ln}( \frac{p}{1 - p} )= \mathbf{x}'\boldsymbol{\beta}&#10;\]&#10;&#10;&#10;&#10;&#10;&#10;\end{document}" title="IguanaTex Shape Display">
            <a:extLst>
              <a:ext uri="{FF2B5EF4-FFF2-40B4-BE49-F238E27FC236}">
                <a16:creationId xmlns:a16="http://schemas.microsoft.com/office/drawing/2014/main" id="{3D6EEDC6-6AEF-82BC-52E4-F59E04E1DE11}"/>
              </a:ext>
            </a:extLst>
          </p:cNvPr>
          <p:cNvGrpSpPr>
            <a:grpSpLocks noChangeAspect="1"/>
          </p:cNvGrpSpPr>
          <p:nvPr>
            <p:custDataLst>
              <p:tags r:id="rId10"/>
            </p:custDataLst>
          </p:nvPr>
        </p:nvGrpSpPr>
        <p:grpSpPr>
          <a:xfrm>
            <a:off x="6745995" y="5323194"/>
            <a:ext cx="1227712" cy="346966"/>
            <a:chOff x="9302312" y="5017517"/>
            <a:chExt cx="1626550" cy="459683"/>
          </a:xfrm>
        </p:grpSpPr>
        <p:sp>
          <p:nvSpPr>
            <p:cNvPr id="5665" name="Freeform: Shape 5664">
              <a:extLst>
                <a:ext uri="{FF2B5EF4-FFF2-40B4-BE49-F238E27FC236}">
                  <a16:creationId xmlns:a16="http://schemas.microsoft.com/office/drawing/2014/main" id="{9388AC7C-7D3C-0206-50F4-12DCD4A5F90E}"/>
                </a:ext>
              </a:extLst>
            </p:cNvPr>
            <p:cNvSpPr/>
            <p:nvPr>
              <p:custDataLst>
                <p:tags r:id="rId11"/>
              </p:custDataLst>
            </p:nvPr>
          </p:nvSpPr>
          <p:spPr>
            <a:xfrm>
              <a:off x="9302312" y="5115162"/>
              <a:ext cx="52186" cy="159633"/>
            </a:xfrm>
            <a:custGeom>
              <a:avLst/>
              <a:gdLst>
                <a:gd name="connsiteX0" fmla="*/ 34050 w 52186"/>
                <a:gd name="connsiteY0" fmla="*/ 75 h 159633"/>
                <a:gd name="connsiteX1" fmla="*/ 199 w 52186"/>
                <a:gd name="connsiteY1" fmla="*/ 2605 h 159633"/>
                <a:gd name="connsiteX2" fmla="*/ 199 w 52186"/>
                <a:gd name="connsiteY2" fmla="*/ 9736 h 159633"/>
                <a:gd name="connsiteX3" fmla="*/ 18535 w 52186"/>
                <a:gd name="connsiteY3" fmla="*/ 22617 h 159633"/>
                <a:gd name="connsiteX4" fmla="*/ 18535 w 52186"/>
                <a:gd name="connsiteY4" fmla="*/ 142227 h 159633"/>
                <a:gd name="connsiteX5" fmla="*/ 199 w 52186"/>
                <a:gd name="connsiteY5" fmla="*/ 152578 h 159633"/>
                <a:gd name="connsiteX6" fmla="*/ 199 w 52186"/>
                <a:gd name="connsiteY6" fmla="*/ 159708 h 159633"/>
                <a:gd name="connsiteX7" fmla="*/ 26292 w 52186"/>
                <a:gd name="connsiteY7" fmla="*/ 159018 h 159633"/>
                <a:gd name="connsiteX8" fmla="*/ 52385 w 52186"/>
                <a:gd name="connsiteY8" fmla="*/ 159708 h 159633"/>
                <a:gd name="connsiteX9" fmla="*/ 52385 w 52186"/>
                <a:gd name="connsiteY9" fmla="*/ 152578 h 159633"/>
                <a:gd name="connsiteX10" fmla="*/ 34050 w 52186"/>
                <a:gd name="connsiteY10" fmla="*/ 142227 h 159633"/>
                <a:gd name="connsiteX11" fmla="*/ 34050 w 52186"/>
                <a:gd name="connsiteY11" fmla="*/ 75 h 15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186" h="159633">
                  <a:moveTo>
                    <a:pt x="34050" y="75"/>
                  </a:moveTo>
                  <a:lnTo>
                    <a:pt x="199" y="2605"/>
                  </a:lnTo>
                  <a:lnTo>
                    <a:pt x="199" y="9736"/>
                  </a:lnTo>
                  <a:cubicBezTo>
                    <a:pt x="16654" y="9736"/>
                    <a:pt x="18535" y="11346"/>
                    <a:pt x="18535" y="22617"/>
                  </a:cubicBezTo>
                  <a:lnTo>
                    <a:pt x="18535" y="142227"/>
                  </a:lnTo>
                  <a:cubicBezTo>
                    <a:pt x="18535" y="152578"/>
                    <a:pt x="15949" y="152578"/>
                    <a:pt x="199" y="152578"/>
                  </a:cubicBezTo>
                  <a:lnTo>
                    <a:pt x="199" y="159708"/>
                  </a:lnTo>
                  <a:cubicBezTo>
                    <a:pt x="7956" y="159478"/>
                    <a:pt x="20415" y="159018"/>
                    <a:pt x="26292" y="159018"/>
                  </a:cubicBezTo>
                  <a:cubicBezTo>
                    <a:pt x="32169" y="159018"/>
                    <a:pt x="43688" y="159478"/>
                    <a:pt x="52385" y="159708"/>
                  </a:cubicBezTo>
                  <a:lnTo>
                    <a:pt x="52385" y="152578"/>
                  </a:lnTo>
                  <a:cubicBezTo>
                    <a:pt x="36635" y="152578"/>
                    <a:pt x="34050" y="152578"/>
                    <a:pt x="34050" y="142227"/>
                  </a:cubicBezTo>
                  <a:lnTo>
                    <a:pt x="34050" y="7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66" name="Freeform: Shape 5665">
              <a:extLst>
                <a:ext uri="{FF2B5EF4-FFF2-40B4-BE49-F238E27FC236}">
                  <a16:creationId xmlns:a16="http://schemas.microsoft.com/office/drawing/2014/main" id="{087D376F-89CB-7887-CC30-82FA3B95D1BA}"/>
                </a:ext>
              </a:extLst>
            </p:cNvPr>
            <p:cNvSpPr/>
            <p:nvPr>
              <p:custDataLst>
                <p:tags r:id="rId12"/>
              </p:custDataLst>
            </p:nvPr>
          </p:nvSpPr>
          <p:spPr>
            <a:xfrm>
              <a:off x="9367376" y="5173127"/>
              <a:ext cx="118242" cy="101668"/>
            </a:xfrm>
            <a:custGeom>
              <a:avLst/>
              <a:gdLst>
                <a:gd name="connsiteX0" fmla="*/ 18537 w 118242"/>
                <a:gd name="connsiteY0" fmla="*/ 22617 h 101668"/>
                <a:gd name="connsiteX1" fmla="*/ 18537 w 118242"/>
                <a:gd name="connsiteY1" fmla="*/ 84262 h 101668"/>
                <a:gd name="connsiteX2" fmla="*/ 202 w 118242"/>
                <a:gd name="connsiteY2" fmla="*/ 94613 h 101668"/>
                <a:gd name="connsiteX3" fmla="*/ 202 w 118242"/>
                <a:gd name="connsiteY3" fmla="*/ 101743 h 101668"/>
                <a:gd name="connsiteX4" fmla="*/ 26765 w 118242"/>
                <a:gd name="connsiteY4" fmla="*/ 101053 h 101668"/>
                <a:gd name="connsiteX5" fmla="*/ 53094 w 118242"/>
                <a:gd name="connsiteY5" fmla="*/ 101743 h 101668"/>
                <a:gd name="connsiteX6" fmla="*/ 53094 w 118242"/>
                <a:gd name="connsiteY6" fmla="*/ 94613 h 101668"/>
                <a:gd name="connsiteX7" fmla="*/ 34758 w 118242"/>
                <a:gd name="connsiteY7" fmla="*/ 84262 h 101668"/>
                <a:gd name="connsiteX8" fmla="*/ 34758 w 118242"/>
                <a:gd name="connsiteY8" fmla="*/ 41938 h 101668"/>
                <a:gd name="connsiteX9" fmla="*/ 66493 w 118242"/>
                <a:gd name="connsiteY9" fmla="*/ 5135 h 101668"/>
                <a:gd name="connsiteX10" fmla="*/ 83888 w 118242"/>
                <a:gd name="connsiteY10" fmla="*/ 30667 h 101668"/>
                <a:gd name="connsiteX11" fmla="*/ 83888 w 118242"/>
                <a:gd name="connsiteY11" fmla="*/ 84262 h 101668"/>
                <a:gd name="connsiteX12" fmla="*/ 65552 w 118242"/>
                <a:gd name="connsiteY12" fmla="*/ 94613 h 101668"/>
                <a:gd name="connsiteX13" fmla="*/ 65552 w 118242"/>
                <a:gd name="connsiteY13" fmla="*/ 101743 h 101668"/>
                <a:gd name="connsiteX14" fmla="*/ 92116 w 118242"/>
                <a:gd name="connsiteY14" fmla="*/ 101053 h 101668"/>
                <a:gd name="connsiteX15" fmla="*/ 118444 w 118242"/>
                <a:gd name="connsiteY15" fmla="*/ 101743 h 101668"/>
                <a:gd name="connsiteX16" fmla="*/ 118444 w 118242"/>
                <a:gd name="connsiteY16" fmla="*/ 94613 h 101668"/>
                <a:gd name="connsiteX17" fmla="*/ 100109 w 118242"/>
                <a:gd name="connsiteY17" fmla="*/ 87712 h 101668"/>
                <a:gd name="connsiteX18" fmla="*/ 100109 w 118242"/>
                <a:gd name="connsiteY18" fmla="*/ 43778 h 101668"/>
                <a:gd name="connsiteX19" fmla="*/ 92821 w 118242"/>
                <a:gd name="connsiteY19" fmla="*/ 8585 h 101668"/>
                <a:gd name="connsiteX20" fmla="*/ 68138 w 118242"/>
                <a:gd name="connsiteY20" fmla="*/ 75 h 101668"/>
                <a:gd name="connsiteX21" fmla="*/ 33347 w 118242"/>
                <a:gd name="connsiteY21" fmla="*/ 24227 h 101668"/>
                <a:gd name="connsiteX22" fmla="*/ 33347 w 118242"/>
                <a:gd name="connsiteY22" fmla="*/ 75 h 101668"/>
                <a:gd name="connsiteX23" fmla="*/ 202 w 118242"/>
                <a:gd name="connsiteY23" fmla="*/ 2605 h 101668"/>
                <a:gd name="connsiteX24" fmla="*/ 202 w 118242"/>
                <a:gd name="connsiteY24" fmla="*/ 9736 h 101668"/>
                <a:gd name="connsiteX25" fmla="*/ 18537 w 118242"/>
                <a:gd name="connsiteY25" fmla="*/ 22617 h 101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8242" h="101668">
                  <a:moveTo>
                    <a:pt x="18537" y="22617"/>
                  </a:moveTo>
                  <a:lnTo>
                    <a:pt x="18537" y="84262"/>
                  </a:lnTo>
                  <a:cubicBezTo>
                    <a:pt x="18537" y="94613"/>
                    <a:pt x="15952" y="94613"/>
                    <a:pt x="202" y="94613"/>
                  </a:cubicBezTo>
                  <a:lnTo>
                    <a:pt x="202" y="101743"/>
                  </a:lnTo>
                  <a:cubicBezTo>
                    <a:pt x="8429" y="101513"/>
                    <a:pt x="20418" y="101053"/>
                    <a:pt x="26765" y="101053"/>
                  </a:cubicBezTo>
                  <a:cubicBezTo>
                    <a:pt x="32877" y="101053"/>
                    <a:pt x="45101" y="101513"/>
                    <a:pt x="53094" y="101743"/>
                  </a:cubicBezTo>
                  <a:lnTo>
                    <a:pt x="53094" y="94613"/>
                  </a:lnTo>
                  <a:cubicBezTo>
                    <a:pt x="37343" y="94613"/>
                    <a:pt x="34758" y="94613"/>
                    <a:pt x="34758" y="84262"/>
                  </a:cubicBezTo>
                  <a:lnTo>
                    <a:pt x="34758" y="41938"/>
                  </a:lnTo>
                  <a:cubicBezTo>
                    <a:pt x="34758" y="18016"/>
                    <a:pt x="51448" y="5135"/>
                    <a:pt x="66493" y="5135"/>
                  </a:cubicBezTo>
                  <a:cubicBezTo>
                    <a:pt x="81303" y="5135"/>
                    <a:pt x="83888" y="17556"/>
                    <a:pt x="83888" y="30667"/>
                  </a:cubicBezTo>
                  <a:lnTo>
                    <a:pt x="83888" y="84262"/>
                  </a:lnTo>
                  <a:cubicBezTo>
                    <a:pt x="83888" y="94613"/>
                    <a:pt x="81303" y="94613"/>
                    <a:pt x="65552" y="94613"/>
                  </a:cubicBezTo>
                  <a:lnTo>
                    <a:pt x="65552" y="101743"/>
                  </a:lnTo>
                  <a:cubicBezTo>
                    <a:pt x="73780" y="101513"/>
                    <a:pt x="85769" y="101053"/>
                    <a:pt x="92116" y="101053"/>
                  </a:cubicBezTo>
                  <a:cubicBezTo>
                    <a:pt x="98228" y="101053"/>
                    <a:pt x="110452" y="101513"/>
                    <a:pt x="118444" y="101743"/>
                  </a:cubicBezTo>
                  <a:lnTo>
                    <a:pt x="118444" y="94613"/>
                  </a:lnTo>
                  <a:cubicBezTo>
                    <a:pt x="106220" y="94613"/>
                    <a:pt x="100344" y="94613"/>
                    <a:pt x="100109" y="87712"/>
                  </a:cubicBezTo>
                  <a:lnTo>
                    <a:pt x="100109" y="43778"/>
                  </a:lnTo>
                  <a:cubicBezTo>
                    <a:pt x="100109" y="23997"/>
                    <a:pt x="100109" y="16866"/>
                    <a:pt x="92821" y="8585"/>
                  </a:cubicBezTo>
                  <a:cubicBezTo>
                    <a:pt x="89530" y="4675"/>
                    <a:pt x="81773" y="75"/>
                    <a:pt x="68138" y="75"/>
                  </a:cubicBezTo>
                  <a:cubicBezTo>
                    <a:pt x="50978" y="75"/>
                    <a:pt x="39929" y="9966"/>
                    <a:pt x="33347" y="24227"/>
                  </a:cubicBezTo>
                  <a:lnTo>
                    <a:pt x="33347" y="75"/>
                  </a:lnTo>
                  <a:lnTo>
                    <a:pt x="202" y="2605"/>
                  </a:lnTo>
                  <a:lnTo>
                    <a:pt x="202" y="9736"/>
                  </a:lnTo>
                  <a:cubicBezTo>
                    <a:pt x="16657" y="9736"/>
                    <a:pt x="18537" y="11346"/>
                    <a:pt x="18537" y="2261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67" name="Freeform: Shape 5666">
              <a:extLst>
                <a:ext uri="{FF2B5EF4-FFF2-40B4-BE49-F238E27FC236}">
                  <a16:creationId xmlns:a16="http://schemas.microsoft.com/office/drawing/2014/main" id="{68FC71A9-C30C-2801-AF90-C7A616B33726}"/>
                </a:ext>
              </a:extLst>
            </p:cNvPr>
            <p:cNvSpPr/>
            <p:nvPr>
              <p:custDataLst>
                <p:tags r:id="rId13"/>
              </p:custDataLst>
            </p:nvPr>
          </p:nvSpPr>
          <p:spPr>
            <a:xfrm>
              <a:off x="9513724" y="5102281"/>
              <a:ext cx="54537" cy="230019"/>
            </a:xfrm>
            <a:custGeom>
              <a:avLst/>
              <a:gdLst>
                <a:gd name="connsiteX0" fmla="*/ 54745 w 54537"/>
                <a:gd name="connsiteY0" fmla="*/ 227794 h 230019"/>
                <a:gd name="connsiteX1" fmla="*/ 50748 w 54537"/>
                <a:gd name="connsiteY1" fmla="*/ 222734 h 230019"/>
                <a:gd name="connsiteX2" fmla="*/ 13841 w 54537"/>
                <a:gd name="connsiteY2" fmla="*/ 115084 h 230019"/>
                <a:gd name="connsiteX3" fmla="*/ 51689 w 54537"/>
                <a:gd name="connsiteY3" fmla="*/ 6285 h 230019"/>
                <a:gd name="connsiteX4" fmla="*/ 54745 w 54537"/>
                <a:gd name="connsiteY4" fmla="*/ 2375 h 230019"/>
                <a:gd name="connsiteX5" fmla="*/ 52394 w 54537"/>
                <a:gd name="connsiteY5" fmla="*/ 75 h 230019"/>
                <a:gd name="connsiteX6" fmla="*/ 15017 w 54537"/>
                <a:gd name="connsiteY6" fmla="*/ 44929 h 230019"/>
                <a:gd name="connsiteX7" fmla="*/ 207 w 54537"/>
                <a:gd name="connsiteY7" fmla="*/ 115084 h 230019"/>
                <a:gd name="connsiteX8" fmla="*/ 15722 w 54537"/>
                <a:gd name="connsiteY8" fmla="*/ 186851 h 230019"/>
                <a:gd name="connsiteX9" fmla="*/ 52394 w 54537"/>
                <a:gd name="connsiteY9" fmla="*/ 230094 h 230019"/>
                <a:gd name="connsiteX10" fmla="*/ 54745 w 54537"/>
                <a:gd name="connsiteY10" fmla="*/ 227794 h 23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37" h="230019">
                  <a:moveTo>
                    <a:pt x="54745" y="227794"/>
                  </a:moveTo>
                  <a:cubicBezTo>
                    <a:pt x="54745" y="227104"/>
                    <a:pt x="54745" y="226644"/>
                    <a:pt x="50748" y="222734"/>
                  </a:cubicBezTo>
                  <a:cubicBezTo>
                    <a:pt x="21364" y="193751"/>
                    <a:pt x="13841" y="150277"/>
                    <a:pt x="13841" y="115084"/>
                  </a:cubicBezTo>
                  <a:cubicBezTo>
                    <a:pt x="13841" y="75061"/>
                    <a:pt x="22774" y="35038"/>
                    <a:pt x="51689" y="6285"/>
                  </a:cubicBezTo>
                  <a:cubicBezTo>
                    <a:pt x="54745" y="3525"/>
                    <a:pt x="54745" y="3065"/>
                    <a:pt x="54745" y="2375"/>
                  </a:cubicBezTo>
                  <a:cubicBezTo>
                    <a:pt x="54745" y="765"/>
                    <a:pt x="53804" y="75"/>
                    <a:pt x="52394" y="75"/>
                  </a:cubicBezTo>
                  <a:cubicBezTo>
                    <a:pt x="50043" y="75"/>
                    <a:pt x="28886" y="15716"/>
                    <a:pt x="15017" y="44929"/>
                  </a:cubicBezTo>
                  <a:cubicBezTo>
                    <a:pt x="3028" y="70231"/>
                    <a:pt x="207" y="95763"/>
                    <a:pt x="207" y="115084"/>
                  </a:cubicBezTo>
                  <a:cubicBezTo>
                    <a:pt x="207" y="133026"/>
                    <a:pt x="2793" y="160858"/>
                    <a:pt x="15722" y="186851"/>
                  </a:cubicBezTo>
                  <a:cubicBezTo>
                    <a:pt x="29827" y="215143"/>
                    <a:pt x="50043" y="230094"/>
                    <a:pt x="52394" y="230094"/>
                  </a:cubicBezTo>
                  <a:cubicBezTo>
                    <a:pt x="53804" y="230094"/>
                    <a:pt x="54745" y="229404"/>
                    <a:pt x="54745" y="22779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68" name="Freeform: Shape 5667">
              <a:extLst>
                <a:ext uri="{FF2B5EF4-FFF2-40B4-BE49-F238E27FC236}">
                  <a16:creationId xmlns:a16="http://schemas.microsoft.com/office/drawing/2014/main" id="{1104C945-F255-3BDF-D7A4-73D8214E893E}"/>
                </a:ext>
              </a:extLst>
            </p:cNvPr>
            <p:cNvSpPr/>
            <p:nvPr>
              <p:custDataLst>
                <p:tags r:id="rId14"/>
              </p:custDataLst>
            </p:nvPr>
          </p:nvSpPr>
          <p:spPr>
            <a:xfrm>
              <a:off x="9804981" y="5017517"/>
              <a:ext cx="122709" cy="146292"/>
            </a:xfrm>
            <a:custGeom>
              <a:avLst/>
              <a:gdLst>
                <a:gd name="connsiteX0" fmla="*/ 18322 w 122709"/>
                <a:gd name="connsiteY0" fmla="*/ 129799 h 146292"/>
                <a:gd name="connsiteX1" fmla="*/ 5627 w 122709"/>
                <a:gd name="connsiteY1" fmla="*/ 139230 h 146292"/>
                <a:gd name="connsiteX2" fmla="*/ 221 w 122709"/>
                <a:gd name="connsiteY2" fmla="*/ 143600 h 146292"/>
                <a:gd name="connsiteX3" fmla="*/ 3277 w 122709"/>
                <a:gd name="connsiteY3" fmla="*/ 146360 h 146292"/>
                <a:gd name="connsiteX4" fmla="*/ 23023 w 122709"/>
                <a:gd name="connsiteY4" fmla="*/ 145670 h 146292"/>
                <a:gd name="connsiteX5" fmla="*/ 46295 w 122709"/>
                <a:gd name="connsiteY5" fmla="*/ 146360 h 146292"/>
                <a:gd name="connsiteX6" fmla="*/ 50527 w 122709"/>
                <a:gd name="connsiteY6" fmla="*/ 141760 h 146292"/>
                <a:gd name="connsiteX7" fmla="*/ 44885 w 122709"/>
                <a:gd name="connsiteY7" fmla="*/ 139230 h 146292"/>
                <a:gd name="connsiteX8" fmla="*/ 33131 w 122709"/>
                <a:gd name="connsiteY8" fmla="*/ 135549 h 146292"/>
                <a:gd name="connsiteX9" fmla="*/ 44650 w 122709"/>
                <a:gd name="connsiteY9" fmla="*/ 89546 h 146292"/>
                <a:gd name="connsiteX10" fmla="*/ 66277 w 122709"/>
                <a:gd name="connsiteY10" fmla="*/ 104267 h 146292"/>
                <a:gd name="connsiteX11" fmla="*/ 122930 w 122709"/>
                <a:gd name="connsiteY11" fmla="*/ 36871 h 146292"/>
                <a:gd name="connsiteX12" fmla="*/ 91665 w 122709"/>
                <a:gd name="connsiteY12" fmla="*/ 68 h 146292"/>
                <a:gd name="connsiteX13" fmla="*/ 60870 w 122709"/>
                <a:gd name="connsiteY13" fmla="*/ 17319 h 146292"/>
                <a:gd name="connsiteX14" fmla="*/ 39713 w 122709"/>
                <a:gd name="connsiteY14" fmla="*/ 68 h 146292"/>
                <a:gd name="connsiteX15" fmla="*/ 22318 w 122709"/>
                <a:gd name="connsiteY15" fmla="*/ 13179 h 146292"/>
                <a:gd name="connsiteX16" fmla="*/ 15030 w 122709"/>
                <a:gd name="connsiteY16" fmla="*/ 35491 h 146292"/>
                <a:gd name="connsiteX17" fmla="*/ 17851 w 122709"/>
                <a:gd name="connsiteY17" fmla="*/ 37791 h 146292"/>
                <a:gd name="connsiteX18" fmla="*/ 21848 w 122709"/>
                <a:gd name="connsiteY18" fmla="*/ 32501 h 146292"/>
                <a:gd name="connsiteX19" fmla="*/ 39008 w 122709"/>
                <a:gd name="connsiteY19" fmla="*/ 5128 h 146292"/>
                <a:gd name="connsiteX20" fmla="*/ 46295 w 122709"/>
                <a:gd name="connsiteY20" fmla="*/ 15709 h 146292"/>
                <a:gd name="connsiteX21" fmla="*/ 44650 w 122709"/>
                <a:gd name="connsiteY21" fmla="*/ 27440 h 146292"/>
                <a:gd name="connsiteX22" fmla="*/ 18322 w 122709"/>
                <a:gd name="connsiteY22" fmla="*/ 129799 h 146292"/>
                <a:gd name="connsiteX23" fmla="*/ 59695 w 122709"/>
                <a:gd name="connsiteY23" fmla="*/ 29971 h 146292"/>
                <a:gd name="connsiteX24" fmla="*/ 71919 w 122709"/>
                <a:gd name="connsiteY24" fmla="*/ 13869 h 146292"/>
                <a:gd name="connsiteX25" fmla="*/ 90960 w 122709"/>
                <a:gd name="connsiteY25" fmla="*/ 5128 h 146292"/>
                <a:gd name="connsiteX26" fmla="*/ 106005 w 122709"/>
                <a:gd name="connsiteY26" fmla="*/ 26750 h 146292"/>
                <a:gd name="connsiteX27" fmla="*/ 94016 w 122709"/>
                <a:gd name="connsiteY27" fmla="*/ 75514 h 146292"/>
                <a:gd name="connsiteX28" fmla="*/ 66042 w 122709"/>
                <a:gd name="connsiteY28" fmla="*/ 99206 h 146292"/>
                <a:gd name="connsiteX29" fmla="*/ 47471 w 122709"/>
                <a:gd name="connsiteY29" fmla="*/ 78735 h 146292"/>
                <a:gd name="connsiteX30" fmla="*/ 48176 w 122709"/>
                <a:gd name="connsiteY30" fmla="*/ 75054 h 146292"/>
                <a:gd name="connsiteX31" fmla="*/ 59695 w 122709"/>
                <a:gd name="connsiteY31" fmla="*/ 29971 h 146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2709" h="146292">
                  <a:moveTo>
                    <a:pt x="18322" y="129799"/>
                  </a:moveTo>
                  <a:cubicBezTo>
                    <a:pt x="16441" y="137620"/>
                    <a:pt x="15971" y="139230"/>
                    <a:pt x="5627" y="139230"/>
                  </a:cubicBezTo>
                  <a:cubicBezTo>
                    <a:pt x="2807" y="139230"/>
                    <a:pt x="221" y="139230"/>
                    <a:pt x="221" y="143600"/>
                  </a:cubicBezTo>
                  <a:cubicBezTo>
                    <a:pt x="221" y="145440"/>
                    <a:pt x="1396" y="146360"/>
                    <a:pt x="3277" y="146360"/>
                  </a:cubicBezTo>
                  <a:cubicBezTo>
                    <a:pt x="9624" y="146360"/>
                    <a:pt x="16441" y="145670"/>
                    <a:pt x="23023" y="145670"/>
                  </a:cubicBezTo>
                  <a:cubicBezTo>
                    <a:pt x="30781" y="145670"/>
                    <a:pt x="38773" y="146360"/>
                    <a:pt x="46295" y="146360"/>
                  </a:cubicBezTo>
                  <a:cubicBezTo>
                    <a:pt x="47471" y="146360"/>
                    <a:pt x="50527" y="146360"/>
                    <a:pt x="50527" y="141760"/>
                  </a:cubicBezTo>
                  <a:cubicBezTo>
                    <a:pt x="50527" y="139230"/>
                    <a:pt x="48176" y="139230"/>
                    <a:pt x="44885" y="139230"/>
                  </a:cubicBezTo>
                  <a:cubicBezTo>
                    <a:pt x="33131" y="139230"/>
                    <a:pt x="33131" y="137620"/>
                    <a:pt x="33131" y="135549"/>
                  </a:cubicBezTo>
                  <a:cubicBezTo>
                    <a:pt x="33131" y="132789"/>
                    <a:pt x="43004" y="95296"/>
                    <a:pt x="44650" y="89546"/>
                  </a:cubicBezTo>
                  <a:cubicBezTo>
                    <a:pt x="47706" y="96216"/>
                    <a:pt x="54288" y="104267"/>
                    <a:pt x="66277" y="104267"/>
                  </a:cubicBezTo>
                  <a:cubicBezTo>
                    <a:pt x="93546" y="104267"/>
                    <a:pt x="122930" y="70684"/>
                    <a:pt x="122930" y="36871"/>
                  </a:cubicBezTo>
                  <a:cubicBezTo>
                    <a:pt x="122930" y="15249"/>
                    <a:pt x="109531" y="68"/>
                    <a:pt x="91665" y="68"/>
                  </a:cubicBezTo>
                  <a:cubicBezTo>
                    <a:pt x="79911" y="68"/>
                    <a:pt x="68628" y="8349"/>
                    <a:pt x="60870" y="17319"/>
                  </a:cubicBezTo>
                  <a:cubicBezTo>
                    <a:pt x="58519" y="4898"/>
                    <a:pt x="48411" y="68"/>
                    <a:pt x="39713" y="68"/>
                  </a:cubicBezTo>
                  <a:cubicBezTo>
                    <a:pt x="28900" y="68"/>
                    <a:pt x="24433" y="9039"/>
                    <a:pt x="22318" y="13179"/>
                  </a:cubicBezTo>
                  <a:cubicBezTo>
                    <a:pt x="18086" y="21000"/>
                    <a:pt x="15030" y="34801"/>
                    <a:pt x="15030" y="35491"/>
                  </a:cubicBezTo>
                  <a:cubicBezTo>
                    <a:pt x="15030" y="37791"/>
                    <a:pt x="17381" y="37791"/>
                    <a:pt x="17851" y="37791"/>
                  </a:cubicBezTo>
                  <a:cubicBezTo>
                    <a:pt x="20202" y="37791"/>
                    <a:pt x="20437" y="37561"/>
                    <a:pt x="21848" y="32501"/>
                  </a:cubicBezTo>
                  <a:cubicBezTo>
                    <a:pt x="25844" y="16169"/>
                    <a:pt x="30545" y="5128"/>
                    <a:pt x="39008" y="5128"/>
                  </a:cubicBezTo>
                  <a:cubicBezTo>
                    <a:pt x="43004" y="5128"/>
                    <a:pt x="46295" y="6969"/>
                    <a:pt x="46295" y="15709"/>
                  </a:cubicBezTo>
                  <a:cubicBezTo>
                    <a:pt x="46295" y="21000"/>
                    <a:pt x="45590" y="23530"/>
                    <a:pt x="44650" y="27440"/>
                  </a:cubicBezTo>
                  <a:lnTo>
                    <a:pt x="18322" y="129799"/>
                  </a:lnTo>
                  <a:close/>
                  <a:moveTo>
                    <a:pt x="59695" y="29971"/>
                  </a:moveTo>
                  <a:cubicBezTo>
                    <a:pt x="61340" y="23760"/>
                    <a:pt x="67687" y="17319"/>
                    <a:pt x="71919" y="13869"/>
                  </a:cubicBezTo>
                  <a:cubicBezTo>
                    <a:pt x="80146" y="6739"/>
                    <a:pt x="86963" y="5128"/>
                    <a:pt x="90960" y="5128"/>
                  </a:cubicBezTo>
                  <a:cubicBezTo>
                    <a:pt x="100363" y="5128"/>
                    <a:pt x="106005" y="13179"/>
                    <a:pt x="106005" y="26750"/>
                  </a:cubicBezTo>
                  <a:cubicBezTo>
                    <a:pt x="106005" y="40321"/>
                    <a:pt x="98247" y="66774"/>
                    <a:pt x="94016" y="75514"/>
                  </a:cubicBezTo>
                  <a:cubicBezTo>
                    <a:pt x="86023" y="91616"/>
                    <a:pt x="74740" y="99206"/>
                    <a:pt x="66042" y="99206"/>
                  </a:cubicBezTo>
                  <a:cubicBezTo>
                    <a:pt x="50527" y="99206"/>
                    <a:pt x="47471" y="80115"/>
                    <a:pt x="47471" y="78735"/>
                  </a:cubicBezTo>
                  <a:cubicBezTo>
                    <a:pt x="47471" y="78275"/>
                    <a:pt x="47471" y="77815"/>
                    <a:pt x="48176" y="75054"/>
                  </a:cubicBezTo>
                  <a:lnTo>
                    <a:pt x="59695" y="2997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69" name="Freeform: Shape 5668">
              <a:extLst>
                <a:ext uri="{FF2B5EF4-FFF2-40B4-BE49-F238E27FC236}">
                  <a16:creationId xmlns:a16="http://schemas.microsoft.com/office/drawing/2014/main" id="{20F49F92-8DE5-50C5-50E7-9DF78CA5F135}"/>
                </a:ext>
              </a:extLst>
            </p:cNvPr>
            <p:cNvSpPr/>
            <p:nvPr>
              <p:custDataLst>
                <p:tags r:id="rId15"/>
              </p:custDataLst>
            </p:nvPr>
          </p:nvSpPr>
          <p:spPr>
            <a:xfrm>
              <a:off x="9610079" y="5212690"/>
              <a:ext cx="523122" cy="9200"/>
            </a:xfrm>
            <a:custGeom>
              <a:avLst/>
              <a:gdLst>
                <a:gd name="connsiteX0" fmla="*/ 0 w 523122"/>
                <a:gd name="connsiteY0" fmla="*/ 0 h 9200"/>
                <a:gd name="connsiteX1" fmla="*/ 523122 w 523122"/>
                <a:gd name="connsiteY1" fmla="*/ 0 h 9200"/>
                <a:gd name="connsiteX2" fmla="*/ 523122 w 523122"/>
                <a:gd name="connsiteY2" fmla="*/ 9200 h 9200"/>
                <a:gd name="connsiteX3" fmla="*/ 0 w 523122"/>
                <a:gd name="connsiteY3" fmla="*/ 9200 h 9200"/>
              </a:gdLst>
              <a:ahLst/>
              <a:cxnLst>
                <a:cxn ang="0">
                  <a:pos x="connsiteX0" y="connsiteY0"/>
                </a:cxn>
                <a:cxn ang="0">
                  <a:pos x="connsiteX1" y="connsiteY1"/>
                </a:cxn>
                <a:cxn ang="0">
                  <a:pos x="connsiteX2" y="connsiteY2"/>
                </a:cxn>
                <a:cxn ang="0">
                  <a:pos x="connsiteX3" y="connsiteY3"/>
                </a:cxn>
              </a:cxnLst>
              <a:rect l="l" t="t" r="r" b="b"/>
              <a:pathLst>
                <a:path w="523122" h="9200">
                  <a:moveTo>
                    <a:pt x="0" y="0"/>
                  </a:moveTo>
                  <a:lnTo>
                    <a:pt x="523122" y="0"/>
                  </a:lnTo>
                  <a:lnTo>
                    <a:pt x="523122" y="9200"/>
                  </a:lnTo>
                  <a:lnTo>
                    <a:pt x="0" y="92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0" name="Freeform: Shape 5669">
              <a:extLst>
                <a:ext uri="{FF2B5EF4-FFF2-40B4-BE49-F238E27FC236}">
                  <a16:creationId xmlns:a16="http://schemas.microsoft.com/office/drawing/2014/main" id="{1E96D794-7FB8-A16B-39EC-CA5A1D18E3E4}"/>
                </a:ext>
              </a:extLst>
            </p:cNvPr>
            <p:cNvSpPr/>
            <p:nvPr>
              <p:custDataLst>
                <p:tags r:id="rId16"/>
              </p:custDataLst>
            </p:nvPr>
          </p:nvSpPr>
          <p:spPr>
            <a:xfrm>
              <a:off x="9631000" y="5279384"/>
              <a:ext cx="77574" cy="153192"/>
            </a:xfrm>
            <a:custGeom>
              <a:avLst/>
              <a:gdLst>
                <a:gd name="connsiteX0" fmla="*/ 48403 w 77574"/>
                <a:gd name="connsiteY0" fmla="*/ 6062 h 153192"/>
                <a:gd name="connsiteX1" fmla="*/ 42996 w 77574"/>
                <a:gd name="connsiteY1" fmla="*/ 82 h 153192"/>
                <a:gd name="connsiteX2" fmla="*/ 212 w 77574"/>
                <a:gd name="connsiteY2" fmla="*/ 14803 h 153192"/>
                <a:gd name="connsiteX3" fmla="*/ 212 w 77574"/>
                <a:gd name="connsiteY3" fmla="*/ 21933 h 153192"/>
                <a:gd name="connsiteX4" fmla="*/ 31007 w 77574"/>
                <a:gd name="connsiteY4" fmla="*/ 15953 h 153192"/>
                <a:gd name="connsiteX5" fmla="*/ 31007 w 77574"/>
                <a:gd name="connsiteY5" fmla="*/ 135103 h 153192"/>
                <a:gd name="connsiteX6" fmla="*/ 9145 w 77574"/>
                <a:gd name="connsiteY6" fmla="*/ 146144 h 153192"/>
                <a:gd name="connsiteX7" fmla="*/ 1623 w 77574"/>
                <a:gd name="connsiteY7" fmla="*/ 146144 h 153192"/>
                <a:gd name="connsiteX8" fmla="*/ 1623 w 77574"/>
                <a:gd name="connsiteY8" fmla="*/ 153274 h 153192"/>
                <a:gd name="connsiteX9" fmla="*/ 39705 w 77574"/>
                <a:gd name="connsiteY9" fmla="*/ 152584 h 153192"/>
                <a:gd name="connsiteX10" fmla="*/ 77787 w 77574"/>
                <a:gd name="connsiteY10" fmla="*/ 153274 h 153192"/>
                <a:gd name="connsiteX11" fmla="*/ 77787 w 77574"/>
                <a:gd name="connsiteY11" fmla="*/ 146144 h 153192"/>
                <a:gd name="connsiteX12" fmla="*/ 70265 w 77574"/>
                <a:gd name="connsiteY12" fmla="*/ 146144 h 153192"/>
                <a:gd name="connsiteX13" fmla="*/ 48403 w 77574"/>
                <a:gd name="connsiteY13" fmla="*/ 135103 h 153192"/>
                <a:gd name="connsiteX14" fmla="*/ 48403 w 77574"/>
                <a:gd name="connsiteY14" fmla="*/ 6062 h 15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574" h="153192">
                  <a:moveTo>
                    <a:pt x="48403" y="6062"/>
                  </a:moveTo>
                  <a:cubicBezTo>
                    <a:pt x="48403" y="542"/>
                    <a:pt x="48403" y="82"/>
                    <a:pt x="42996" y="82"/>
                  </a:cubicBezTo>
                  <a:cubicBezTo>
                    <a:pt x="28421" y="14803"/>
                    <a:pt x="7735" y="14803"/>
                    <a:pt x="212" y="14803"/>
                  </a:cubicBezTo>
                  <a:lnTo>
                    <a:pt x="212" y="21933"/>
                  </a:lnTo>
                  <a:cubicBezTo>
                    <a:pt x="4914" y="21933"/>
                    <a:pt x="18783" y="21933"/>
                    <a:pt x="31007" y="15953"/>
                  </a:cubicBezTo>
                  <a:lnTo>
                    <a:pt x="31007" y="135103"/>
                  </a:lnTo>
                  <a:cubicBezTo>
                    <a:pt x="31007" y="143384"/>
                    <a:pt x="30302" y="146144"/>
                    <a:pt x="9145" y="146144"/>
                  </a:cubicBezTo>
                  <a:lnTo>
                    <a:pt x="1623" y="146144"/>
                  </a:lnTo>
                  <a:lnTo>
                    <a:pt x="1623" y="153274"/>
                  </a:lnTo>
                  <a:cubicBezTo>
                    <a:pt x="9850" y="152584"/>
                    <a:pt x="30302" y="152584"/>
                    <a:pt x="39705" y="152584"/>
                  </a:cubicBezTo>
                  <a:cubicBezTo>
                    <a:pt x="49108" y="152584"/>
                    <a:pt x="69559" y="152584"/>
                    <a:pt x="77787" y="153274"/>
                  </a:cubicBezTo>
                  <a:lnTo>
                    <a:pt x="77787" y="146144"/>
                  </a:lnTo>
                  <a:lnTo>
                    <a:pt x="70265" y="146144"/>
                  </a:lnTo>
                  <a:cubicBezTo>
                    <a:pt x="49108" y="146144"/>
                    <a:pt x="48403" y="143614"/>
                    <a:pt x="48403" y="135103"/>
                  </a:cubicBezTo>
                  <a:lnTo>
                    <a:pt x="48403" y="606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1" name="Freeform: Shape 5670">
              <a:extLst>
                <a:ext uri="{FF2B5EF4-FFF2-40B4-BE49-F238E27FC236}">
                  <a16:creationId xmlns:a16="http://schemas.microsoft.com/office/drawing/2014/main" id="{3D8C8FBB-24CC-B8ED-F07E-2836698724B8}"/>
                </a:ext>
              </a:extLst>
            </p:cNvPr>
            <p:cNvSpPr/>
            <p:nvPr>
              <p:custDataLst>
                <p:tags r:id="rId17"/>
              </p:custDataLst>
            </p:nvPr>
          </p:nvSpPr>
          <p:spPr>
            <a:xfrm>
              <a:off x="9799366" y="5370472"/>
              <a:ext cx="143630" cy="9200"/>
            </a:xfrm>
            <a:custGeom>
              <a:avLst/>
              <a:gdLst>
                <a:gd name="connsiteX0" fmla="*/ 135623 w 143630"/>
                <a:gd name="connsiteY0" fmla="*/ 9282 h 9200"/>
                <a:gd name="connsiteX1" fmla="*/ 143850 w 143630"/>
                <a:gd name="connsiteY1" fmla="*/ 4682 h 9200"/>
                <a:gd name="connsiteX2" fmla="*/ 135623 w 143630"/>
                <a:gd name="connsiteY2" fmla="*/ 82 h 9200"/>
                <a:gd name="connsiteX3" fmla="*/ 8447 w 143630"/>
                <a:gd name="connsiteY3" fmla="*/ 82 h 9200"/>
                <a:gd name="connsiteX4" fmla="*/ 219 w 143630"/>
                <a:gd name="connsiteY4" fmla="*/ 4682 h 9200"/>
                <a:gd name="connsiteX5" fmla="*/ 8447 w 143630"/>
                <a:gd name="connsiteY5" fmla="*/ 9282 h 9200"/>
                <a:gd name="connsiteX6" fmla="*/ 135623 w 143630"/>
                <a:gd name="connsiteY6" fmla="*/ 9282 h 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630" h="9200">
                  <a:moveTo>
                    <a:pt x="135623" y="9282"/>
                  </a:moveTo>
                  <a:cubicBezTo>
                    <a:pt x="139619" y="9282"/>
                    <a:pt x="143850" y="9282"/>
                    <a:pt x="143850" y="4682"/>
                  </a:cubicBezTo>
                  <a:cubicBezTo>
                    <a:pt x="143850" y="82"/>
                    <a:pt x="139619" y="82"/>
                    <a:pt x="135623" y="82"/>
                  </a:cubicBezTo>
                  <a:lnTo>
                    <a:pt x="8447" y="82"/>
                  </a:lnTo>
                  <a:cubicBezTo>
                    <a:pt x="4451" y="82"/>
                    <a:pt x="219" y="82"/>
                    <a:pt x="219" y="4682"/>
                  </a:cubicBezTo>
                  <a:cubicBezTo>
                    <a:pt x="219" y="9282"/>
                    <a:pt x="4451" y="9282"/>
                    <a:pt x="8447" y="9282"/>
                  </a:cubicBezTo>
                  <a:lnTo>
                    <a:pt x="135623" y="928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2" name="Freeform: Shape 5671">
              <a:extLst>
                <a:ext uri="{FF2B5EF4-FFF2-40B4-BE49-F238E27FC236}">
                  <a16:creationId xmlns:a16="http://schemas.microsoft.com/office/drawing/2014/main" id="{369D872B-584D-3A08-CEDC-0470CFBE54E7}"/>
                </a:ext>
              </a:extLst>
            </p:cNvPr>
            <p:cNvSpPr/>
            <p:nvPr>
              <p:custDataLst>
                <p:tags r:id="rId18"/>
              </p:custDataLst>
            </p:nvPr>
          </p:nvSpPr>
          <p:spPr>
            <a:xfrm>
              <a:off x="10007407" y="5330908"/>
              <a:ext cx="122709" cy="146292"/>
            </a:xfrm>
            <a:custGeom>
              <a:avLst/>
              <a:gdLst>
                <a:gd name="connsiteX0" fmla="*/ 18330 w 122709"/>
                <a:gd name="connsiteY0" fmla="*/ 129813 h 146292"/>
                <a:gd name="connsiteX1" fmla="*/ 5636 w 122709"/>
                <a:gd name="connsiteY1" fmla="*/ 139243 h 146292"/>
                <a:gd name="connsiteX2" fmla="*/ 229 w 122709"/>
                <a:gd name="connsiteY2" fmla="*/ 143614 h 146292"/>
                <a:gd name="connsiteX3" fmla="*/ 3285 w 122709"/>
                <a:gd name="connsiteY3" fmla="*/ 146374 h 146292"/>
                <a:gd name="connsiteX4" fmla="*/ 23032 w 122709"/>
                <a:gd name="connsiteY4" fmla="*/ 145684 h 146292"/>
                <a:gd name="connsiteX5" fmla="*/ 46304 w 122709"/>
                <a:gd name="connsiteY5" fmla="*/ 146374 h 146292"/>
                <a:gd name="connsiteX6" fmla="*/ 50535 w 122709"/>
                <a:gd name="connsiteY6" fmla="*/ 141774 h 146292"/>
                <a:gd name="connsiteX7" fmla="*/ 44894 w 122709"/>
                <a:gd name="connsiteY7" fmla="*/ 139243 h 146292"/>
                <a:gd name="connsiteX8" fmla="*/ 33140 w 122709"/>
                <a:gd name="connsiteY8" fmla="*/ 135563 h 146292"/>
                <a:gd name="connsiteX9" fmla="*/ 44659 w 122709"/>
                <a:gd name="connsiteY9" fmla="*/ 89559 h 146292"/>
                <a:gd name="connsiteX10" fmla="*/ 66285 w 122709"/>
                <a:gd name="connsiteY10" fmla="*/ 104280 h 146292"/>
                <a:gd name="connsiteX11" fmla="*/ 122939 w 122709"/>
                <a:gd name="connsiteY11" fmla="*/ 36885 h 146292"/>
                <a:gd name="connsiteX12" fmla="*/ 91674 w 122709"/>
                <a:gd name="connsiteY12" fmla="*/ 82 h 146292"/>
                <a:gd name="connsiteX13" fmla="*/ 60879 w 122709"/>
                <a:gd name="connsiteY13" fmla="*/ 17333 h 146292"/>
                <a:gd name="connsiteX14" fmla="*/ 39722 w 122709"/>
                <a:gd name="connsiteY14" fmla="*/ 82 h 146292"/>
                <a:gd name="connsiteX15" fmla="*/ 22326 w 122709"/>
                <a:gd name="connsiteY15" fmla="*/ 13193 h 146292"/>
                <a:gd name="connsiteX16" fmla="*/ 15039 w 122709"/>
                <a:gd name="connsiteY16" fmla="*/ 35505 h 146292"/>
                <a:gd name="connsiteX17" fmla="*/ 17860 w 122709"/>
                <a:gd name="connsiteY17" fmla="*/ 37805 h 146292"/>
                <a:gd name="connsiteX18" fmla="*/ 21856 w 122709"/>
                <a:gd name="connsiteY18" fmla="*/ 32514 h 146292"/>
                <a:gd name="connsiteX19" fmla="*/ 39017 w 122709"/>
                <a:gd name="connsiteY19" fmla="*/ 5142 h 146292"/>
                <a:gd name="connsiteX20" fmla="*/ 46304 w 122709"/>
                <a:gd name="connsiteY20" fmla="*/ 15723 h 146292"/>
                <a:gd name="connsiteX21" fmla="*/ 44659 w 122709"/>
                <a:gd name="connsiteY21" fmla="*/ 27454 h 146292"/>
                <a:gd name="connsiteX22" fmla="*/ 18330 w 122709"/>
                <a:gd name="connsiteY22" fmla="*/ 129813 h 146292"/>
                <a:gd name="connsiteX23" fmla="*/ 59703 w 122709"/>
                <a:gd name="connsiteY23" fmla="*/ 29984 h 146292"/>
                <a:gd name="connsiteX24" fmla="*/ 71927 w 122709"/>
                <a:gd name="connsiteY24" fmla="*/ 13883 h 146292"/>
                <a:gd name="connsiteX25" fmla="*/ 90968 w 122709"/>
                <a:gd name="connsiteY25" fmla="*/ 5142 h 146292"/>
                <a:gd name="connsiteX26" fmla="*/ 106013 w 122709"/>
                <a:gd name="connsiteY26" fmla="*/ 26764 h 146292"/>
                <a:gd name="connsiteX27" fmla="*/ 94024 w 122709"/>
                <a:gd name="connsiteY27" fmla="*/ 75528 h 146292"/>
                <a:gd name="connsiteX28" fmla="*/ 66050 w 122709"/>
                <a:gd name="connsiteY28" fmla="*/ 99220 h 146292"/>
                <a:gd name="connsiteX29" fmla="*/ 47479 w 122709"/>
                <a:gd name="connsiteY29" fmla="*/ 78748 h 146292"/>
                <a:gd name="connsiteX30" fmla="*/ 48185 w 122709"/>
                <a:gd name="connsiteY30" fmla="*/ 75068 h 146292"/>
                <a:gd name="connsiteX31" fmla="*/ 59703 w 122709"/>
                <a:gd name="connsiteY31" fmla="*/ 29984 h 146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2709" h="146292">
                  <a:moveTo>
                    <a:pt x="18330" y="129813"/>
                  </a:moveTo>
                  <a:cubicBezTo>
                    <a:pt x="16450" y="137633"/>
                    <a:pt x="15979" y="139243"/>
                    <a:pt x="5636" y="139243"/>
                  </a:cubicBezTo>
                  <a:cubicBezTo>
                    <a:pt x="2815" y="139243"/>
                    <a:pt x="229" y="139243"/>
                    <a:pt x="229" y="143614"/>
                  </a:cubicBezTo>
                  <a:cubicBezTo>
                    <a:pt x="229" y="145454"/>
                    <a:pt x="1405" y="146374"/>
                    <a:pt x="3285" y="146374"/>
                  </a:cubicBezTo>
                  <a:cubicBezTo>
                    <a:pt x="9632" y="146374"/>
                    <a:pt x="16450" y="145684"/>
                    <a:pt x="23032" y="145684"/>
                  </a:cubicBezTo>
                  <a:cubicBezTo>
                    <a:pt x="30789" y="145684"/>
                    <a:pt x="38782" y="146374"/>
                    <a:pt x="46304" y="146374"/>
                  </a:cubicBezTo>
                  <a:cubicBezTo>
                    <a:pt x="47479" y="146374"/>
                    <a:pt x="50535" y="146374"/>
                    <a:pt x="50535" y="141774"/>
                  </a:cubicBezTo>
                  <a:cubicBezTo>
                    <a:pt x="50535" y="139243"/>
                    <a:pt x="48185" y="139243"/>
                    <a:pt x="44894" y="139243"/>
                  </a:cubicBezTo>
                  <a:cubicBezTo>
                    <a:pt x="33140" y="139243"/>
                    <a:pt x="33140" y="137633"/>
                    <a:pt x="33140" y="135563"/>
                  </a:cubicBezTo>
                  <a:cubicBezTo>
                    <a:pt x="33140" y="132803"/>
                    <a:pt x="43013" y="95310"/>
                    <a:pt x="44659" y="89559"/>
                  </a:cubicBezTo>
                  <a:cubicBezTo>
                    <a:pt x="47715" y="96230"/>
                    <a:pt x="54297" y="104280"/>
                    <a:pt x="66285" y="104280"/>
                  </a:cubicBezTo>
                  <a:cubicBezTo>
                    <a:pt x="93554" y="104280"/>
                    <a:pt x="122939" y="70698"/>
                    <a:pt x="122939" y="36885"/>
                  </a:cubicBezTo>
                  <a:cubicBezTo>
                    <a:pt x="122939" y="15263"/>
                    <a:pt x="109539" y="82"/>
                    <a:pt x="91674" y="82"/>
                  </a:cubicBezTo>
                  <a:cubicBezTo>
                    <a:pt x="79920" y="82"/>
                    <a:pt x="68636" y="8362"/>
                    <a:pt x="60879" y="17333"/>
                  </a:cubicBezTo>
                  <a:cubicBezTo>
                    <a:pt x="58528" y="4912"/>
                    <a:pt x="48420" y="82"/>
                    <a:pt x="39722" y="82"/>
                  </a:cubicBezTo>
                  <a:cubicBezTo>
                    <a:pt x="28908" y="82"/>
                    <a:pt x="24442" y="9052"/>
                    <a:pt x="22326" y="13193"/>
                  </a:cubicBezTo>
                  <a:cubicBezTo>
                    <a:pt x="18095" y="21013"/>
                    <a:pt x="15039" y="34815"/>
                    <a:pt x="15039" y="35505"/>
                  </a:cubicBezTo>
                  <a:cubicBezTo>
                    <a:pt x="15039" y="37805"/>
                    <a:pt x="17390" y="37805"/>
                    <a:pt x="17860" y="37805"/>
                  </a:cubicBezTo>
                  <a:cubicBezTo>
                    <a:pt x="20211" y="37805"/>
                    <a:pt x="20446" y="37575"/>
                    <a:pt x="21856" y="32514"/>
                  </a:cubicBezTo>
                  <a:cubicBezTo>
                    <a:pt x="25853" y="16183"/>
                    <a:pt x="30554" y="5142"/>
                    <a:pt x="39017" y="5142"/>
                  </a:cubicBezTo>
                  <a:cubicBezTo>
                    <a:pt x="43013" y="5142"/>
                    <a:pt x="46304" y="6982"/>
                    <a:pt x="46304" y="15723"/>
                  </a:cubicBezTo>
                  <a:cubicBezTo>
                    <a:pt x="46304" y="21013"/>
                    <a:pt x="45599" y="23544"/>
                    <a:pt x="44659" y="27454"/>
                  </a:cubicBezTo>
                  <a:lnTo>
                    <a:pt x="18330" y="129813"/>
                  </a:lnTo>
                  <a:close/>
                  <a:moveTo>
                    <a:pt x="59703" y="29984"/>
                  </a:moveTo>
                  <a:cubicBezTo>
                    <a:pt x="61349" y="23774"/>
                    <a:pt x="67696" y="17333"/>
                    <a:pt x="71927" y="13883"/>
                  </a:cubicBezTo>
                  <a:cubicBezTo>
                    <a:pt x="80155" y="6752"/>
                    <a:pt x="86972" y="5142"/>
                    <a:pt x="90968" y="5142"/>
                  </a:cubicBezTo>
                  <a:cubicBezTo>
                    <a:pt x="100371" y="5142"/>
                    <a:pt x="106013" y="13193"/>
                    <a:pt x="106013" y="26764"/>
                  </a:cubicBezTo>
                  <a:cubicBezTo>
                    <a:pt x="106013" y="40335"/>
                    <a:pt x="98256" y="66787"/>
                    <a:pt x="94024" y="75528"/>
                  </a:cubicBezTo>
                  <a:cubicBezTo>
                    <a:pt x="86032" y="91629"/>
                    <a:pt x="74748" y="99220"/>
                    <a:pt x="66050" y="99220"/>
                  </a:cubicBezTo>
                  <a:cubicBezTo>
                    <a:pt x="50535" y="99220"/>
                    <a:pt x="47479" y="80128"/>
                    <a:pt x="47479" y="78748"/>
                  </a:cubicBezTo>
                  <a:cubicBezTo>
                    <a:pt x="47479" y="78288"/>
                    <a:pt x="47479" y="77828"/>
                    <a:pt x="48185" y="75068"/>
                  </a:cubicBezTo>
                  <a:lnTo>
                    <a:pt x="59703" y="2998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3" name="Freeform: Shape 5672">
              <a:extLst>
                <a:ext uri="{FF2B5EF4-FFF2-40B4-BE49-F238E27FC236}">
                  <a16:creationId xmlns:a16="http://schemas.microsoft.com/office/drawing/2014/main" id="{1304C56F-2841-D88C-FE1D-C163FDEE8678}"/>
                </a:ext>
              </a:extLst>
            </p:cNvPr>
            <p:cNvSpPr/>
            <p:nvPr>
              <p:custDataLst>
                <p:tags r:id="rId19"/>
              </p:custDataLst>
            </p:nvPr>
          </p:nvSpPr>
          <p:spPr>
            <a:xfrm>
              <a:off x="10174809" y="5102281"/>
              <a:ext cx="54537" cy="230019"/>
            </a:xfrm>
            <a:custGeom>
              <a:avLst/>
              <a:gdLst>
                <a:gd name="connsiteX0" fmla="*/ 54773 w 54537"/>
                <a:gd name="connsiteY0" fmla="*/ 115084 h 230019"/>
                <a:gd name="connsiteX1" fmla="*/ 39258 w 54537"/>
                <a:gd name="connsiteY1" fmla="*/ 43318 h 230019"/>
                <a:gd name="connsiteX2" fmla="*/ 2586 w 54537"/>
                <a:gd name="connsiteY2" fmla="*/ 75 h 230019"/>
                <a:gd name="connsiteX3" fmla="*/ 236 w 54537"/>
                <a:gd name="connsiteY3" fmla="*/ 2375 h 230019"/>
                <a:gd name="connsiteX4" fmla="*/ 4702 w 54537"/>
                <a:gd name="connsiteY4" fmla="*/ 7665 h 230019"/>
                <a:gd name="connsiteX5" fmla="*/ 41139 w 54537"/>
                <a:gd name="connsiteY5" fmla="*/ 115084 h 230019"/>
                <a:gd name="connsiteX6" fmla="*/ 3292 w 54537"/>
                <a:gd name="connsiteY6" fmla="*/ 223884 h 230019"/>
                <a:gd name="connsiteX7" fmla="*/ 236 w 54537"/>
                <a:gd name="connsiteY7" fmla="*/ 227794 h 230019"/>
                <a:gd name="connsiteX8" fmla="*/ 2586 w 54537"/>
                <a:gd name="connsiteY8" fmla="*/ 230094 h 230019"/>
                <a:gd name="connsiteX9" fmla="*/ 39963 w 54537"/>
                <a:gd name="connsiteY9" fmla="*/ 185240 h 230019"/>
                <a:gd name="connsiteX10" fmla="*/ 54773 w 54537"/>
                <a:gd name="connsiteY10" fmla="*/ 115084 h 23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37" h="230019">
                  <a:moveTo>
                    <a:pt x="54773" y="115084"/>
                  </a:moveTo>
                  <a:cubicBezTo>
                    <a:pt x="54773" y="97143"/>
                    <a:pt x="52187" y="69311"/>
                    <a:pt x="39258" y="43318"/>
                  </a:cubicBezTo>
                  <a:cubicBezTo>
                    <a:pt x="25154" y="15026"/>
                    <a:pt x="4937" y="75"/>
                    <a:pt x="2586" y="75"/>
                  </a:cubicBezTo>
                  <a:cubicBezTo>
                    <a:pt x="1176" y="75"/>
                    <a:pt x="236" y="995"/>
                    <a:pt x="236" y="2375"/>
                  </a:cubicBezTo>
                  <a:cubicBezTo>
                    <a:pt x="236" y="3065"/>
                    <a:pt x="236" y="3525"/>
                    <a:pt x="4702" y="7665"/>
                  </a:cubicBezTo>
                  <a:cubicBezTo>
                    <a:pt x="27739" y="30437"/>
                    <a:pt x="41139" y="67010"/>
                    <a:pt x="41139" y="115084"/>
                  </a:cubicBezTo>
                  <a:cubicBezTo>
                    <a:pt x="41139" y="154418"/>
                    <a:pt x="32441" y="194901"/>
                    <a:pt x="3292" y="223884"/>
                  </a:cubicBezTo>
                  <a:cubicBezTo>
                    <a:pt x="236" y="226644"/>
                    <a:pt x="236" y="227104"/>
                    <a:pt x="236" y="227794"/>
                  </a:cubicBezTo>
                  <a:cubicBezTo>
                    <a:pt x="236" y="229174"/>
                    <a:pt x="1176" y="230094"/>
                    <a:pt x="2586" y="230094"/>
                  </a:cubicBezTo>
                  <a:cubicBezTo>
                    <a:pt x="4937" y="230094"/>
                    <a:pt x="26094" y="214453"/>
                    <a:pt x="39963" y="185240"/>
                  </a:cubicBezTo>
                  <a:cubicBezTo>
                    <a:pt x="51952" y="159938"/>
                    <a:pt x="54773" y="134406"/>
                    <a:pt x="54773" y="11508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4" name="Freeform: Shape 5673">
              <a:extLst>
                <a:ext uri="{FF2B5EF4-FFF2-40B4-BE49-F238E27FC236}">
                  <a16:creationId xmlns:a16="http://schemas.microsoft.com/office/drawing/2014/main" id="{7C73C469-C51A-3297-609B-13866A2DA832}"/>
                </a:ext>
              </a:extLst>
            </p:cNvPr>
            <p:cNvSpPr/>
            <p:nvPr>
              <p:custDataLst>
                <p:tags r:id="rId20"/>
              </p:custDataLst>
            </p:nvPr>
          </p:nvSpPr>
          <p:spPr>
            <a:xfrm>
              <a:off x="10331290" y="5190378"/>
              <a:ext cx="156325" cy="53824"/>
            </a:xfrm>
            <a:custGeom>
              <a:avLst/>
              <a:gdLst>
                <a:gd name="connsiteX0" fmla="*/ 148575 w 156325"/>
                <a:gd name="connsiteY0" fmla="*/ 9276 h 53824"/>
                <a:gd name="connsiteX1" fmla="*/ 156567 w 156325"/>
                <a:gd name="connsiteY1" fmla="*/ 4675 h 53824"/>
                <a:gd name="connsiteX2" fmla="*/ 148810 w 156325"/>
                <a:gd name="connsiteY2" fmla="*/ 75 h 53824"/>
                <a:gd name="connsiteX3" fmla="*/ 8000 w 156325"/>
                <a:gd name="connsiteY3" fmla="*/ 75 h 53824"/>
                <a:gd name="connsiteX4" fmla="*/ 242 w 156325"/>
                <a:gd name="connsiteY4" fmla="*/ 4675 h 53824"/>
                <a:gd name="connsiteX5" fmla="*/ 8235 w 156325"/>
                <a:gd name="connsiteY5" fmla="*/ 9276 h 53824"/>
                <a:gd name="connsiteX6" fmla="*/ 148575 w 156325"/>
                <a:gd name="connsiteY6" fmla="*/ 9276 h 53824"/>
                <a:gd name="connsiteX7" fmla="*/ 148810 w 156325"/>
                <a:gd name="connsiteY7" fmla="*/ 53899 h 53824"/>
                <a:gd name="connsiteX8" fmla="*/ 156567 w 156325"/>
                <a:gd name="connsiteY8" fmla="*/ 49299 h 53824"/>
                <a:gd name="connsiteX9" fmla="*/ 148575 w 156325"/>
                <a:gd name="connsiteY9" fmla="*/ 44698 h 53824"/>
                <a:gd name="connsiteX10" fmla="*/ 8235 w 156325"/>
                <a:gd name="connsiteY10" fmla="*/ 44698 h 53824"/>
                <a:gd name="connsiteX11" fmla="*/ 242 w 156325"/>
                <a:gd name="connsiteY11" fmla="*/ 49299 h 53824"/>
                <a:gd name="connsiteX12" fmla="*/ 8000 w 156325"/>
                <a:gd name="connsiteY12" fmla="*/ 53899 h 53824"/>
                <a:gd name="connsiteX13" fmla="*/ 148810 w 156325"/>
                <a:gd name="connsiteY13" fmla="*/ 53899 h 5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325" h="53824">
                  <a:moveTo>
                    <a:pt x="148575" y="9276"/>
                  </a:moveTo>
                  <a:cubicBezTo>
                    <a:pt x="152101" y="9276"/>
                    <a:pt x="156567" y="9276"/>
                    <a:pt x="156567" y="4675"/>
                  </a:cubicBezTo>
                  <a:cubicBezTo>
                    <a:pt x="156567" y="75"/>
                    <a:pt x="152101" y="75"/>
                    <a:pt x="148810" y="75"/>
                  </a:cubicBezTo>
                  <a:lnTo>
                    <a:pt x="8000" y="75"/>
                  </a:lnTo>
                  <a:cubicBezTo>
                    <a:pt x="4709" y="75"/>
                    <a:pt x="242" y="75"/>
                    <a:pt x="242" y="4675"/>
                  </a:cubicBezTo>
                  <a:cubicBezTo>
                    <a:pt x="242" y="9276"/>
                    <a:pt x="4709" y="9276"/>
                    <a:pt x="8235" y="9276"/>
                  </a:cubicBezTo>
                  <a:lnTo>
                    <a:pt x="148575" y="9276"/>
                  </a:lnTo>
                  <a:close/>
                  <a:moveTo>
                    <a:pt x="148810" y="53899"/>
                  </a:moveTo>
                  <a:cubicBezTo>
                    <a:pt x="152101" y="53899"/>
                    <a:pt x="156567" y="53899"/>
                    <a:pt x="156567" y="49299"/>
                  </a:cubicBezTo>
                  <a:cubicBezTo>
                    <a:pt x="156567" y="44698"/>
                    <a:pt x="152101" y="44698"/>
                    <a:pt x="148575" y="44698"/>
                  </a:cubicBezTo>
                  <a:lnTo>
                    <a:pt x="8235" y="44698"/>
                  </a:lnTo>
                  <a:cubicBezTo>
                    <a:pt x="4709" y="44698"/>
                    <a:pt x="242" y="44698"/>
                    <a:pt x="242" y="49299"/>
                  </a:cubicBezTo>
                  <a:cubicBezTo>
                    <a:pt x="242" y="53899"/>
                    <a:pt x="4709" y="53899"/>
                    <a:pt x="8000" y="53899"/>
                  </a:cubicBezTo>
                  <a:lnTo>
                    <a:pt x="148810" y="5389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5" name="Freeform: Shape 5674">
              <a:extLst>
                <a:ext uri="{FF2B5EF4-FFF2-40B4-BE49-F238E27FC236}">
                  <a16:creationId xmlns:a16="http://schemas.microsoft.com/office/drawing/2014/main" id="{AC8A321C-2A9F-D386-0BA7-122680678BD1}"/>
                </a:ext>
              </a:extLst>
            </p:cNvPr>
            <p:cNvSpPr/>
            <p:nvPr>
              <p:custDataLst>
                <p:tags r:id="rId21"/>
              </p:custDataLst>
            </p:nvPr>
          </p:nvSpPr>
          <p:spPr>
            <a:xfrm>
              <a:off x="10571431" y="5172667"/>
              <a:ext cx="132347" cy="102128"/>
            </a:xfrm>
            <a:custGeom>
              <a:avLst/>
              <a:gdLst>
                <a:gd name="connsiteX0" fmla="*/ 76417 w 132347"/>
                <a:gd name="connsiteY0" fmla="*/ 45619 h 102128"/>
                <a:gd name="connsiteX1" fmla="*/ 103921 w 132347"/>
                <a:gd name="connsiteY1" fmla="*/ 15716 h 102128"/>
                <a:gd name="connsiteX2" fmla="*/ 127899 w 132347"/>
                <a:gd name="connsiteY2" fmla="*/ 10886 h 102128"/>
                <a:gd name="connsiteX3" fmla="*/ 127899 w 132347"/>
                <a:gd name="connsiteY3" fmla="*/ 75 h 102128"/>
                <a:gd name="connsiteX4" fmla="*/ 106272 w 132347"/>
                <a:gd name="connsiteY4" fmla="*/ 765 h 102128"/>
                <a:gd name="connsiteX5" fmla="*/ 82059 w 132347"/>
                <a:gd name="connsiteY5" fmla="*/ 75 h 102128"/>
                <a:gd name="connsiteX6" fmla="*/ 82059 w 132347"/>
                <a:gd name="connsiteY6" fmla="*/ 10886 h 102128"/>
                <a:gd name="connsiteX7" fmla="*/ 90992 w 132347"/>
                <a:gd name="connsiteY7" fmla="*/ 12956 h 102128"/>
                <a:gd name="connsiteX8" fmla="*/ 89111 w 132347"/>
                <a:gd name="connsiteY8" fmla="*/ 15716 h 102128"/>
                <a:gd name="connsiteX9" fmla="*/ 69365 w 132347"/>
                <a:gd name="connsiteY9" fmla="*/ 37338 h 102128"/>
                <a:gd name="connsiteX10" fmla="*/ 46327 w 132347"/>
                <a:gd name="connsiteY10" fmla="*/ 10886 h 102128"/>
                <a:gd name="connsiteX11" fmla="*/ 55730 w 132347"/>
                <a:gd name="connsiteY11" fmla="*/ 10886 h 102128"/>
                <a:gd name="connsiteX12" fmla="*/ 55730 w 132347"/>
                <a:gd name="connsiteY12" fmla="*/ 75 h 102128"/>
                <a:gd name="connsiteX13" fmla="*/ 27286 w 132347"/>
                <a:gd name="connsiteY13" fmla="*/ 765 h 102128"/>
                <a:gd name="connsiteX14" fmla="*/ 1428 w 132347"/>
                <a:gd name="connsiteY14" fmla="*/ 75 h 102128"/>
                <a:gd name="connsiteX15" fmla="*/ 1428 w 132347"/>
                <a:gd name="connsiteY15" fmla="*/ 10886 h 102128"/>
                <a:gd name="connsiteX16" fmla="*/ 18118 w 132347"/>
                <a:gd name="connsiteY16" fmla="*/ 10886 h 102128"/>
                <a:gd name="connsiteX17" fmla="*/ 54790 w 132347"/>
                <a:gd name="connsiteY17" fmla="*/ 53209 h 102128"/>
                <a:gd name="connsiteX18" fmla="*/ 23995 w 132347"/>
                <a:gd name="connsiteY18" fmla="*/ 87022 h 102128"/>
                <a:gd name="connsiteX19" fmla="*/ 253 w 132347"/>
                <a:gd name="connsiteY19" fmla="*/ 91392 h 102128"/>
                <a:gd name="connsiteX20" fmla="*/ 253 w 132347"/>
                <a:gd name="connsiteY20" fmla="*/ 102203 h 102128"/>
                <a:gd name="connsiteX21" fmla="*/ 21880 w 132347"/>
                <a:gd name="connsiteY21" fmla="*/ 101513 h 102128"/>
                <a:gd name="connsiteX22" fmla="*/ 46092 w 132347"/>
                <a:gd name="connsiteY22" fmla="*/ 102203 h 102128"/>
                <a:gd name="connsiteX23" fmla="*/ 46092 w 132347"/>
                <a:gd name="connsiteY23" fmla="*/ 91392 h 102128"/>
                <a:gd name="connsiteX24" fmla="*/ 37395 w 132347"/>
                <a:gd name="connsiteY24" fmla="*/ 88862 h 102128"/>
                <a:gd name="connsiteX25" fmla="*/ 39040 w 132347"/>
                <a:gd name="connsiteY25" fmla="*/ 86562 h 102128"/>
                <a:gd name="connsiteX26" fmla="*/ 61842 w 132347"/>
                <a:gd name="connsiteY26" fmla="*/ 61490 h 102128"/>
                <a:gd name="connsiteX27" fmla="*/ 87701 w 132347"/>
                <a:gd name="connsiteY27" fmla="*/ 91392 h 102128"/>
                <a:gd name="connsiteX28" fmla="*/ 78533 w 132347"/>
                <a:gd name="connsiteY28" fmla="*/ 91392 h 102128"/>
                <a:gd name="connsiteX29" fmla="*/ 78533 w 132347"/>
                <a:gd name="connsiteY29" fmla="*/ 102203 h 102128"/>
                <a:gd name="connsiteX30" fmla="*/ 106742 w 132347"/>
                <a:gd name="connsiteY30" fmla="*/ 101513 h 102128"/>
                <a:gd name="connsiteX31" fmla="*/ 132600 w 132347"/>
                <a:gd name="connsiteY31" fmla="*/ 102203 h 102128"/>
                <a:gd name="connsiteX32" fmla="*/ 132600 w 132347"/>
                <a:gd name="connsiteY32" fmla="*/ 91392 h 102128"/>
                <a:gd name="connsiteX33" fmla="*/ 115910 w 132347"/>
                <a:gd name="connsiteY33" fmla="*/ 91392 h 102128"/>
                <a:gd name="connsiteX34" fmla="*/ 76417 w 132347"/>
                <a:gd name="connsiteY34" fmla="*/ 45619 h 10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32347" h="102128">
                  <a:moveTo>
                    <a:pt x="76417" y="45619"/>
                  </a:moveTo>
                  <a:lnTo>
                    <a:pt x="103921" y="15716"/>
                  </a:lnTo>
                  <a:cubicBezTo>
                    <a:pt x="106977" y="12496"/>
                    <a:pt x="108387" y="10886"/>
                    <a:pt x="127899" y="10886"/>
                  </a:cubicBezTo>
                  <a:lnTo>
                    <a:pt x="127899" y="75"/>
                  </a:lnTo>
                  <a:cubicBezTo>
                    <a:pt x="119671" y="535"/>
                    <a:pt x="107447" y="765"/>
                    <a:pt x="106272" y="765"/>
                  </a:cubicBezTo>
                  <a:cubicBezTo>
                    <a:pt x="100395" y="765"/>
                    <a:pt x="88641" y="305"/>
                    <a:pt x="82059" y="75"/>
                  </a:cubicBezTo>
                  <a:lnTo>
                    <a:pt x="82059" y="10886"/>
                  </a:lnTo>
                  <a:cubicBezTo>
                    <a:pt x="85350" y="10886"/>
                    <a:pt x="88171" y="11346"/>
                    <a:pt x="90992" y="12956"/>
                  </a:cubicBezTo>
                  <a:cubicBezTo>
                    <a:pt x="90051" y="14336"/>
                    <a:pt x="90051" y="14796"/>
                    <a:pt x="89111" y="15716"/>
                  </a:cubicBezTo>
                  <a:lnTo>
                    <a:pt x="69365" y="37338"/>
                  </a:lnTo>
                  <a:lnTo>
                    <a:pt x="46327" y="10886"/>
                  </a:lnTo>
                  <a:lnTo>
                    <a:pt x="55730" y="10886"/>
                  </a:lnTo>
                  <a:lnTo>
                    <a:pt x="55730" y="75"/>
                  </a:lnTo>
                  <a:cubicBezTo>
                    <a:pt x="49618" y="305"/>
                    <a:pt x="34809" y="765"/>
                    <a:pt x="27286" y="765"/>
                  </a:cubicBezTo>
                  <a:cubicBezTo>
                    <a:pt x="19764" y="765"/>
                    <a:pt x="9186" y="305"/>
                    <a:pt x="1428" y="75"/>
                  </a:cubicBezTo>
                  <a:lnTo>
                    <a:pt x="1428" y="10886"/>
                  </a:lnTo>
                  <a:lnTo>
                    <a:pt x="18118" y="10886"/>
                  </a:lnTo>
                  <a:lnTo>
                    <a:pt x="54790" y="53209"/>
                  </a:lnTo>
                  <a:lnTo>
                    <a:pt x="23995" y="87022"/>
                  </a:lnTo>
                  <a:cubicBezTo>
                    <a:pt x="19999" y="91392"/>
                    <a:pt x="11536" y="91392"/>
                    <a:pt x="253" y="91392"/>
                  </a:cubicBezTo>
                  <a:lnTo>
                    <a:pt x="253" y="102203"/>
                  </a:lnTo>
                  <a:cubicBezTo>
                    <a:pt x="8480" y="101743"/>
                    <a:pt x="20704" y="101513"/>
                    <a:pt x="21880" y="101513"/>
                  </a:cubicBezTo>
                  <a:cubicBezTo>
                    <a:pt x="27756" y="101513"/>
                    <a:pt x="41391" y="101973"/>
                    <a:pt x="46092" y="102203"/>
                  </a:cubicBezTo>
                  <a:lnTo>
                    <a:pt x="46092" y="91392"/>
                  </a:lnTo>
                  <a:cubicBezTo>
                    <a:pt x="41861" y="91392"/>
                    <a:pt x="37395" y="90242"/>
                    <a:pt x="37395" y="88862"/>
                  </a:cubicBezTo>
                  <a:cubicBezTo>
                    <a:pt x="37395" y="88632"/>
                    <a:pt x="37395" y="88402"/>
                    <a:pt x="39040" y="86562"/>
                  </a:cubicBezTo>
                  <a:lnTo>
                    <a:pt x="61842" y="61490"/>
                  </a:lnTo>
                  <a:lnTo>
                    <a:pt x="87701" y="91392"/>
                  </a:lnTo>
                  <a:lnTo>
                    <a:pt x="78533" y="91392"/>
                  </a:lnTo>
                  <a:lnTo>
                    <a:pt x="78533" y="102203"/>
                  </a:lnTo>
                  <a:cubicBezTo>
                    <a:pt x="84645" y="101973"/>
                    <a:pt x="98984" y="101513"/>
                    <a:pt x="106742" y="101513"/>
                  </a:cubicBezTo>
                  <a:cubicBezTo>
                    <a:pt x="114264" y="101513"/>
                    <a:pt x="124843" y="101973"/>
                    <a:pt x="132600" y="102203"/>
                  </a:cubicBezTo>
                  <a:lnTo>
                    <a:pt x="132600" y="91392"/>
                  </a:lnTo>
                  <a:lnTo>
                    <a:pt x="115910" y="91392"/>
                  </a:lnTo>
                  <a:lnTo>
                    <a:pt x="76417" y="456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6" name="Freeform: Shape 5675">
              <a:extLst>
                <a:ext uri="{FF2B5EF4-FFF2-40B4-BE49-F238E27FC236}">
                  <a16:creationId xmlns:a16="http://schemas.microsoft.com/office/drawing/2014/main" id="{0EE9FAB7-2071-128B-6C7C-F84495515493}"/>
                </a:ext>
              </a:extLst>
            </p:cNvPr>
            <p:cNvSpPr/>
            <p:nvPr>
              <p:custDataLst>
                <p:tags r:id="rId22"/>
              </p:custDataLst>
            </p:nvPr>
          </p:nvSpPr>
          <p:spPr>
            <a:xfrm>
              <a:off x="10716835" y="5089815"/>
              <a:ext cx="41302" cy="83405"/>
            </a:xfrm>
            <a:custGeom>
              <a:avLst/>
              <a:gdLst>
                <a:gd name="connsiteX0" fmla="*/ 40080 w 41302"/>
                <a:gd name="connsiteY0" fmla="*/ 14079 h 83405"/>
                <a:gd name="connsiteX1" fmla="*/ 41561 w 41302"/>
                <a:gd name="connsiteY1" fmla="*/ 8926 h 83405"/>
                <a:gd name="connsiteX2" fmla="*/ 31853 w 41302"/>
                <a:gd name="connsiteY2" fmla="*/ 71 h 83405"/>
                <a:gd name="connsiteX3" fmla="*/ 22802 w 41302"/>
                <a:gd name="connsiteY3" fmla="*/ 7638 h 83405"/>
                <a:gd name="connsiteX4" fmla="*/ 1081 w 41302"/>
                <a:gd name="connsiteY4" fmla="*/ 77357 h 83405"/>
                <a:gd name="connsiteX5" fmla="*/ 259 w 41302"/>
                <a:gd name="connsiteY5" fmla="*/ 79933 h 83405"/>
                <a:gd name="connsiteX6" fmla="*/ 6676 w 41302"/>
                <a:gd name="connsiteY6" fmla="*/ 83476 h 83405"/>
                <a:gd name="connsiteX7" fmla="*/ 9145 w 41302"/>
                <a:gd name="connsiteY7" fmla="*/ 80738 h 83405"/>
                <a:gd name="connsiteX8" fmla="*/ 40080 w 41302"/>
                <a:gd name="connsiteY8" fmla="*/ 14079 h 83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302" h="83405">
                  <a:moveTo>
                    <a:pt x="40080" y="14079"/>
                  </a:moveTo>
                  <a:cubicBezTo>
                    <a:pt x="41397" y="11342"/>
                    <a:pt x="41561" y="10053"/>
                    <a:pt x="41561" y="8926"/>
                  </a:cubicBezTo>
                  <a:cubicBezTo>
                    <a:pt x="41561" y="3935"/>
                    <a:pt x="36954" y="71"/>
                    <a:pt x="31853" y="71"/>
                  </a:cubicBezTo>
                  <a:cubicBezTo>
                    <a:pt x="25600" y="71"/>
                    <a:pt x="23625" y="5062"/>
                    <a:pt x="22802" y="7638"/>
                  </a:cubicBezTo>
                  <a:lnTo>
                    <a:pt x="1081" y="77357"/>
                  </a:lnTo>
                  <a:cubicBezTo>
                    <a:pt x="917" y="77679"/>
                    <a:pt x="259" y="79772"/>
                    <a:pt x="259" y="79933"/>
                  </a:cubicBezTo>
                  <a:cubicBezTo>
                    <a:pt x="259" y="81866"/>
                    <a:pt x="5360" y="83476"/>
                    <a:pt x="6676" y="83476"/>
                  </a:cubicBezTo>
                  <a:cubicBezTo>
                    <a:pt x="7828" y="83476"/>
                    <a:pt x="7993" y="83154"/>
                    <a:pt x="9145" y="80738"/>
                  </a:cubicBezTo>
                  <a:lnTo>
                    <a:pt x="40080" y="1407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7" name="Freeform: Shape 5676">
              <a:extLst>
                <a:ext uri="{FF2B5EF4-FFF2-40B4-BE49-F238E27FC236}">
                  <a16:creationId xmlns:a16="http://schemas.microsoft.com/office/drawing/2014/main" id="{EBAA6AB4-4B74-59F1-C909-8F7D9B92A73E}"/>
                </a:ext>
              </a:extLst>
            </p:cNvPr>
            <p:cNvSpPr/>
            <p:nvPr>
              <p:custDataLst>
                <p:tags r:id="rId23"/>
              </p:custDataLst>
            </p:nvPr>
          </p:nvSpPr>
          <p:spPr>
            <a:xfrm>
              <a:off x="10778649" y="5113322"/>
              <a:ext cx="150213" cy="206097"/>
            </a:xfrm>
            <a:custGeom>
              <a:avLst/>
              <a:gdLst>
                <a:gd name="connsiteX0" fmla="*/ 1202 w 150213"/>
                <a:gd name="connsiteY0" fmla="*/ 199272 h 206097"/>
                <a:gd name="connsiteX1" fmla="*/ 262 w 150213"/>
                <a:gd name="connsiteY1" fmla="*/ 202952 h 206097"/>
                <a:gd name="connsiteX2" fmla="*/ 5903 w 150213"/>
                <a:gd name="connsiteY2" fmla="*/ 206172 h 206097"/>
                <a:gd name="connsiteX3" fmla="*/ 12015 w 150213"/>
                <a:gd name="connsiteY3" fmla="*/ 200882 h 206097"/>
                <a:gd name="connsiteX4" fmla="*/ 27060 w 150213"/>
                <a:gd name="connsiteY4" fmla="*/ 141537 h 206097"/>
                <a:gd name="connsiteX5" fmla="*/ 73840 w 150213"/>
                <a:gd name="connsiteY5" fmla="*/ 164309 h 206097"/>
                <a:gd name="connsiteX6" fmla="*/ 147419 w 150213"/>
                <a:gd name="connsiteY6" fmla="*/ 98983 h 206097"/>
                <a:gd name="connsiteX7" fmla="*/ 132374 w 150213"/>
                <a:gd name="connsiteY7" fmla="*/ 68390 h 206097"/>
                <a:gd name="connsiteX8" fmla="*/ 150475 w 150213"/>
                <a:gd name="connsiteY8" fmla="*/ 30667 h 206097"/>
                <a:gd name="connsiteX9" fmla="*/ 113803 w 150213"/>
                <a:gd name="connsiteY9" fmla="*/ 75 h 206097"/>
                <a:gd name="connsiteX10" fmla="*/ 36933 w 150213"/>
                <a:gd name="connsiteY10" fmla="*/ 58960 h 206097"/>
                <a:gd name="connsiteX11" fmla="*/ 1202 w 150213"/>
                <a:gd name="connsiteY11" fmla="*/ 199272 h 206097"/>
                <a:gd name="connsiteX12" fmla="*/ 107691 w 150213"/>
                <a:gd name="connsiteY12" fmla="*/ 69311 h 206097"/>
                <a:gd name="connsiteX13" fmla="*/ 92881 w 150213"/>
                <a:gd name="connsiteY13" fmla="*/ 73221 h 206097"/>
                <a:gd name="connsiteX14" fmla="*/ 81598 w 150213"/>
                <a:gd name="connsiteY14" fmla="*/ 71381 h 206097"/>
                <a:gd name="connsiteX15" fmla="*/ 96172 w 150213"/>
                <a:gd name="connsiteY15" fmla="*/ 67700 h 206097"/>
                <a:gd name="connsiteX16" fmla="*/ 107691 w 150213"/>
                <a:gd name="connsiteY16" fmla="*/ 69311 h 206097"/>
                <a:gd name="connsiteX17" fmla="*/ 115683 w 150213"/>
                <a:gd name="connsiteY17" fmla="*/ 61260 h 206097"/>
                <a:gd name="connsiteX18" fmla="*/ 96877 w 150213"/>
                <a:gd name="connsiteY18" fmla="*/ 59420 h 206097"/>
                <a:gd name="connsiteX19" fmla="*/ 70314 w 150213"/>
                <a:gd name="connsiteY19" fmla="*/ 71841 h 206097"/>
                <a:gd name="connsiteX20" fmla="*/ 92646 w 150213"/>
                <a:gd name="connsiteY20" fmla="*/ 81502 h 206097"/>
                <a:gd name="connsiteX21" fmla="*/ 117799 w 150213"/>
                <a:gd name="connsiteY21" fmla="*/ 77131 h 206097"/>
                <a:gd name="connsiteX22" fmla="*/ 120385 w 150213"/>
                <a:gd name="connsiteY22" fmla="*/ 89092 h 206097"/>
                <a:gd name="connsiteX23" fmla="*/ 106986 w 150213"/>
                <a:gd name="connsiteY23" fmla="*/ 137166 h 206097"/>
                <a:gd name="connsiteX24" fmla="*/ 73370 w 150213"/>
                <a:gd name="connsiteY24" fmla="*/ 156028 h 206097"/>
                <a:gd name="connsiteX25" fmla="*/ 33172 w 150213"/>
                <a:gd name="connsiteY25" fmla="*/ 122445 h 206097"/>
                <a:gd name="connsiteX26" fmla="*/ 34818 w 150213"/>
                <a:gd name="connsiteY26" fmla="*/ 110714 h 206097"/>
                <a:gd name="connsiteX27" fmla="*/ 48687 w 150213"/>
                <a:gd name="connsiteY27" fmla="*/ 56890 h 206097"/>
                <a:gd name="connsiteX28" fmla="*/ 112627 w 150213"/>
                <a:gd name="connsiteY28" fmla="*/ 8355 h 206097"/>
                <a:gd name="connsiteX29" fmla="*/ 126497 w 150213"/>
                <a:gd name="connsiteY29" fmla="*/ 21467 h 206097"/>
                <a:gd name="connsiteX30" fmla="*/ 115683 w 150213"/>
                <a:gd name="connsiteY30" fmla="*/ 61260 h 206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0213" h="206097">
                  <a:moveTo>
                    <a:pt x="1202" y="199272"/>
                  </a:moveTo>
                  <a:cubicBezTo>
                    <a:pt x="967" y="199732"/>
                    <a:pt x="262" y="202722"/>
                    <a:pt x="262" y="202952"/>
                  </a:cubicBezTo>
                  <a:cubicBezTo>
                    <a:pt x="262" y="206172"/>
                    <a:pt x="3788" y="206172"/>
                    <a:pt x="5903" y="206172"/>
                  </a:cubicBezTo>
                  <a:cubicBezTo>
                    <a:pt x="10605" y="206172"/>
                    <a:pt x="10605" y="205712"/>
                    <a:pt x="12015" y="200882"/>
                  </a:cubicBezTo>
                  <a:cubicBezTo>
                    <a:pt x="12721" y="197201"/>
                    <a:pt x="26825" y="141997"/>
                    <a:pt x="27060" y="141537"/>
                  </a:cubicBezTo>
                  <a:cubicBezTo>
                    <a:pt x="36933" y="157638"/>
                    <a:pt x="55034" y="164309"/>
                    <a:pt x="73840" y="164309"/>
                  </a:cubicBezTo>
                  <a:cubicBezTo>
                    <a:pt x="121090" y="164309"/>
                    <a:pt x="147419" y="129116"/>
                    <a:pt x="147419" y="98983"/>
                  </a:cubicBezTo>
                  <a:cubicBezTo>
                    <a:pt x="147419" y="82882"/>
                    <a:pt x="140131" y="74141"/>
                    <a:pt x="132374" y="68390"/>
                  </a:cubicBezTo>
                  <a:cubicBezTo>
                    <a:pt x="140837" y="61490"/>
                    <a:pt x="150475" y="46539"/>
                    <a:pt x="150475" y="30667"/>
                  </a:cubicBezTo>
                  <a:cubicBezTo>
                    <a:pt x="150475" y="11116"/>
                    <a:pt x="135900" y="75"/>
                    <a:pt x="113803" y="75"/>
                  </a:cubicBezTo>
                  <a:cubicBezTo>
                    <a:pt x="80187" y="75"/>
                    <a:pt x="45396" y="25607"/>
                    <a:pt x="36933" y="58960"/>
                  </a:cubicBezTo>
                  <a:lnTo>
                    <a:pt x="1202" y="199272"/>
                  </a:lnTo>
                  <a:close/>
                  <a:moveTo>
                    <a:pt x="107691" y="69311"/>
                  </a:moveTo>
                  <a:cubicBezTo>
                    <a:pt x="102049" y="73221"/>
                    <a:pt x="96172" y="73221"/>
                    <a:pt x="92881" y="73221"/>
                  </a:cubicBezTo>
                  <a:cubicBezTo>
                    <a:pt x="91941" y="73221"/>
                    <a:pt x="81598" y="73221"/>
                    <a:pt x="81598" y="71381"/>
                  </a:cubicBezTo>
                  <a:cubicBezTo>
                    <a:pt x="81598" y="67700"/>
                    <a:pt x="93116" y="67700"/>
                    <a:pt x="96172" y="67700"/>
                  </a:cubicBezTo>
                  <a:cubicBezTo>
                    <a:pt x="100404" y="67700"/>
                    <a:pt x="103224" y="67700"/>
                    <a:pt x="107691" y="69311"/>
                  </a:cubicBezTo>
                  <a:close/>
                  <a:moveTo>
                    <a:pt x="115683" y="61260"/>
                  </a:moveTo>
                  <a:cubicBezTo>
                    <a:pt x="107926" y="59420"/>
                    <a:pt x="101344" y="59420"/>
                    <a:pt x="96877" y="59420"/>
                  </a:cubicBezTo>
                  <a:cubicBezTo>
                    <a:pt x="89355" y="59420"/>
                    <a:pt x="70314" y="59420"/>
                    <a:pt x="70314" y="71841"/>
                  </a:cubicBezTo>
                  <a:cubicBezTo>
                    <a:pt x="70314" y="81502"/>
                    <a:pt x="84418" y="81502"/>
                    <a:pt x="92646" y="81502"/>
                  </a:cubicBezTo>
                  <a:cubicBezTo>
                    <a:pt x="96642" y="81502"/>
                    <a:pt x="107221" y="81502"/>
                    <a:pt x="117799" y="77131"/>
                  </a:cubicBezTo>
                  <a:cubicBezTo>
                    <a:pt x="119680" y="80582"/>
                    <a:pt x="120385" y="85182"/>
                    <a:pt x="120385" y="89092"/>
                  </a:cubicBezTo>
                  <a:cubicBezTo>
                    <a:pt x="120385" y="97373"/>
                    <a:pt x="114273" y="125205"/>
                    <a:pt x="106986" y="137166"/>
                  </a:cubicBezTo>
                  <a:cubicBezTo>
                    <a:pt x="99698" y="148437"/>
                    <a:pt x="88180" y="156028"/>
                    <a:pt x="73370" y="156028"/>
                  </a:cubicBezTo>
                  <a:cubicBezTo>
                    <a:pt x="51508" y="156028"/>
                    <a:pt x="33172" y="143147"/>
                    <a:pt x="33172" y="122445"/>
                  </a:cubicBezTo>
                  <a:cubicBezTo>
                    <a:pt x="33172" y="117845"/>
                    <a:pt x="34347" y="113014"/>
                    <a:pt x="34818" y="110714"/>
                  </a:cubicBezTo>
                  <a:cubicBezTo>
                    <a:pt x="38344" y="97143"/>
                    <a:pt x="45866" y="67010"/>
                    <a:pt x="48687" y="56890"/>
                  </a:cubicBezTo>
                  <a:cubicBezTo>
                    <a:pt x="56209" y="31817"/>
                    <a:pt x="84654" y="8355"/>
                    <a:pt x="112627" y="8355"/>
                  </a:cubicBezTo>
                  <a:cubicBezTo>
                    <a:pt x="121325" y="8355"/>
                    <a:pt x="126497" y="12496"/>
                    <a:pt x="126497" y="21467"/>
                  </a:cubicBezTo>
                  <a:cubicBezTo>
                    <a:pt x="126497" y="28597"/>
                    <a:pt x="120855" y="52289"/>
                    <a:pt x="115683" y="6126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5738" name="TextBox 5737">
            <a:extLst>
              <a:ext uri="{FF2B5EF4-FFF2-40B4-BE49-F238E27FC236}">
                <a16:creationId xmlns:a16="http://schemas.microsoft.com/office/drawing/2014/main" id="{CE0359BD-EE0A-2826-33FC-8E03C254419E}"/>
              </a:ext>
            </a:extLst>
          </p:cNvPr>
          <p:cNvSpPr txBox="1"/>
          <p:nvPr/>
        </p:nvSpPr>
        <p:spPr>
          <a:xfrm>
            <a:off x="891588" y="2175667"/>
            <a:ext cx="4382404"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Shifting the numerator, to a denominator product, we get:</a:t>
            </a:r>
          </a:p>
        </p:txBody>
      </p:sp>
      <p:sp>
        <p:nvSpPr>
          <p:cNvPr id="5739" name="TextBox 5738">
            <a:extLst>
              <a:ext uri="{FF2B5EF4-FFF2-40B4-BE49-F238E27FC236}">
                <a16:creationId xmlns:a16="http://schemas.microsoft.com/office/drawing/2014/main" id="{368A2400-FE7D-26D5-208E-3EAF683CE7EC}"/>
              </a:ext>
            </a:extLst>
          </p:cNvPr>
          <p:cNvSpPr txBox="1"/>
          <p:nvPr/>
        </p:nvSpPr>
        <p:spPr>
          <a:xfrm>
            <a:off x="891588" y="3524585"/>
            <a:ext cx="3736339"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The product in the denominator turns into:</a:t>
            </a:r>
          </a:p>
        </p:txBody>
      </p:sp>
      <p:sp>
        <p:nvSpPr>
          <p:cNvPr id="5740" name="TextBox 5739">
            <a:extLst>
              <a:ext uri="{FF2B5EF4-FFF2-40B4-BE49-F238E27FC236}">
                <a16:creationId xmlns:a16="http://schemas.microsoft.com/office/drawing/2014/main" id="{E11B80B1-1B0B-44D0-63AF-3D55EFE1F527}"/>
              </a:ext>
            </a:extLst>
          </p:cNvPr>
          <p:cNvSpPr txBox="1"/>
          <p:nvPr/>
        </p:nvSpPr>
        <p:spPr>
          <a:xfrm>
            <a:off x="891588" y="4658060"/>
            <a:ext cx="3736339"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Adding the exponent of common bases:</a:t>
            </a:r>
          </a:p>
        </p:txBody>
      </p:sp>
      <p:cxnSp>
        <p:nvCxnSpPr>
          <p:cNvPr id="5741" name="Connector: Elbow 5740">
            <a:extLst>
              <a:ext uri="{FF2B5EF4-FFF2-40B4-BE49-F238E27FC236}">
                <a16:creationId xmlns:a16="http://schemas.microsoft.com/office/drawing/2014/main" id="{E2CD12EE-4A90-0217-04DC-8AD136A0D8B1}"/>
              </a:ext>
            </a:extLst>
          </p:cNvPr>
          <p:cNvCxnSpPr>
            <a:cxnSpLocks/>
            <a:stCxn id="5351" idx="3"/>
            <a:endCxn id="5744" idx="1"/>
          </p:cNvCxnSpPr>
          <p:nvPr/>
        </p:nvCxnSpPr>
        <p:spPr>
          <a:xfrm flipV="1">
            <a:off x="2161271" y="1349969"/>
            <a:ext cx="4382404" cy="4317534"/>
          </a:xfrm>
          <a:prstGeom prst="bentConnector3">
            <a:avLst>
              <a:gd name="adj1" fmla="val 80646"/>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744" name="TextBox 5743">
            <a:extLst>
              <a:ext uri="{FF2B5EF4-FFF2-40B4-BE49-F238E27FC236}">
                <a16:creationId xmlns:a16="http://schemas.microsoft.com/office/drawing/2014/main" id="{A844CF22-7F65-BA5F-EEDB-06D51CD9643A}"/>
              </a:ext>
            </a:extLst>
          </p:cNvPr>
          <p:cNvSpPr txBox="1"/>
          <p:nvPr/>
        </p:nvSpPr>
        <p:spPr>
          <a:xfrm>
            <a:off x="6543675" y="1196080"/>
            <a:ext cx="475673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Reordering</a:t>
            </a:r>
          </a:p>
        </p:txBody>
      </p:sp>
      <p:sp>
        <p:nvSpPr>
          <p:cNvPr id="5748" name="TextBox 5747">
            <a:extLst>
              <a:ext uri="{FF2B5EF4-FFF2-40B4-BE49-F238E27FC236}">
                <a16:creationId xmlns:a16="http://schemas.microsoft.com/office/drawing/2014/main" id="{C347EE37-C695-D562-A015-A4FB0D56611D}"/>
              </a:ext>
            </a:extLst>
          </p:cNvPr>
          <p:cNvSpPr txBox="1"/>
          <p:nvPr/>
        </p:nvSpPr>
        <p:spPr>
          <a:xfrm>
            <a:off x="6543673" y="2620118"/>
            <a:ext cx="4756739"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If we apply log  to the expression, we get:</a:t>
            </a:r>
          </a:p>
        </p:txBody>
      </p:sp>
      <p:sp>
        <p:nvSpPr>
          <p:cNvPr id="5749" name="TextBox 5748">
            <a:extLst>
              <a:ext uri="{FF2B5EF4-FFF2-40B4-BE49-F238E27FC236}">
                <a16:creationId xmlns:a16="http://schemas.microsoft.com/office/drawing/2014/main" id="{69EDADE7-51D4-28AD-A1DE-A4D86869741F}"/>
              </a:ext>
            </a:extLst>
          </p:cNvPr>
          <p:cNvSpPr txBox="1"/>
          <p:nvPr/>
        </p:nvSpPr>
        <p:spPr>
          <a:xfrm>
            <a:off x="6543673" y="3662172"/>
            <a:ext cx="4756738"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Using the fact that the fraction of a log is the difference of its term, we get:</a:t>
            </a:r>
          </a:p>
        </p:txBody>
      </p:sp>
      <mc:AlternateContent xmlns:mc="http://schemas.openxmlformats.org/markup-compatibility/2006" xmlns:a14="http://schemas.microsoft.com/office/drawing/2010/main">
        <mc:Choice Requires="a14">
          <p:sp>
            <p:nvSpPr>
              <p:cNvPr id="5753" name="TextBox 5752">
                <a:extLst>
                  <a:ext uri="{FF2B5EF4-FFF2-40B4-BE49-F238E27FC236}">
                    <a16:creationId xmlns:a16="http://schemas.microsoft.com/office/drawing/2014/main" id="{D2D41258-23BF-4B7F-F00F-BCA3CBF3F571}"/>
                  </a:ext>
                </a:extLst>
              </p:cNvPr>
              <p:cNvSpPr txBox="1"/>
              <p:nvPr/>
            </p:nvSpPr>
            <p:spPr>
              <a:xfrm>
                <a:off x="8922042" y="5061055"/>
                <a:ext cx="2560547"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Aptos" panose="020B0004020202020204"/>
                    <a:ea typeface="+mn-ea"/>
                    <a:cs typeface="+mn-cs"/>
                  </a:rPr>
                  <a:t>The</a:t>
                </a:r>
                <a:r>
                  <a:rPr kumimoji="0" lang="en-GB" sz="1200" b="0" i="0" u="none" strike="noStrike" kern="1200" cap="none" spc="0" normalizeH="0" noProof="0">
                    <a:ln>
                      <a:noFill/>
                    </a:ln>
                    <a:solidFill>
                      <a:prstClr val="black"/>
                    </a:solidFill>
                    <a:effectLst/>
                    <a:uLnTx/>
                    <a:uFillTx/>
                    <a:latin typeface="Aptos" panose="020B0004020202020204"/>
                    <a:ea typeface="+mn-ea"/>
                    <a:cs typeface="+mn-cs"/>
                  </a:rPr>
                  <a:t> probability that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1 </m:t>
                    </m:r>
                  </m:oMath>
                </a14:m>
                <a:r>
                  <a:rPr kumimoji="0" lang="en-GB" sz="1200" b="0" i="0" u="none" strike="noStrike" kern="1200" cap="none" spc="0" normalizeH="0" baseline="0" noProof="0">
                    <a:ln>
                      <a:noFill/>
                    </a:ln>
                    <a:solidFill>
                      <a:prstClr val="black"/>
                    </a:solidFill>
                    <a:effectLst/>
                    <a:uLnTx/>
                    <a:uFillTx/>
                    <a:latin typeface="Aptos" panose="020B0004020202020204"/>
                    <a:ea typeface="+mn-ea"/>
                    <a:cs typeface="+mn-cs"/>
                  </a:rPr>
                  <a:t> regarding the probability</a:t>
                </a:r>
                <a:r>
                  <a:rPr kumimoji="0" lang="en-GB" sz="1200" b="0" i="0" u="none" strike="noStrike" kern="1200" cap="none" spc="0" normalizeH="0" noProof="0">
                    <a:ln>
                      <a:noFill/>
                    </a:ln>
                    <a:solidFill>
                      <a:prstClr val="black"/>
                    </a:solidFill>
                    <a:effectLst/>
                    <a:uLnTx/>
                    <a:uFillTx/>
                    <a:latin typeface="Aptos" panose="020B0004020202020204"/>
                    <a:ea typeface="+mn-ea"/>
                    <a:cs typeface="+mn-cs"/>
                  </a:rPr>
                  <a:t> that</a:t>
                </a:r>
                <a:r>
                  <a:rPr kumimoji="0" lang="en-GB" sz="1200" b="0" i="0" u="none" strike="noStrike" kern="1200" cap="none" spc="0" normalizeH="0" baseline="0" noProof="0">
                    <a:ln>
                      <a:noFill/>
                    </a:ln>
                    <a:solidFill>
                      <a:prstClr val="black"/>
                    </a:solidFill>
                    <a:effectLst/>
                    <a:uLnTx/>
                    <a:uFillTx/>
                    <a:latin typeface="Aptos" panose="020B0004020202020204"/>
                    <a:ea typeface="+mn-ea"/>
                    <a:cs typeface="+mn-cs"/>
                  </a:rPr>
                  <a:t>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0 </m:t>
                    </m:r>
                  </m:oMath>
                </a14:m>
                <a:r>
                  <a:rPr kumimoji="0" lang="en-GB" sz="1200" b="1" i="0" u="none" strike="noStrike" kern="1200" cap="none" spc="0" normalizeH="0" baseline="0" noProof="0">
                    <a:ln>
                      <a:noFill/>
                    </a:ln>
                    <a:solidFill>
                      <a:prstClr val="black"/>
                    </a:solidFill>
                    <a:effectLst/>
                    <a:uLnTx/>
                    <a:uFillTx/>
                    <a:latin typeface="Aptos" panose="020B0004020202020204"/>
                    <a:ea typeface="+mn-ea"/>
                    <a:cs typeface="+mn-cs"/>
                  </a:rPr>
                  <a:t> is called the Odds </a:t>
                </a:r>
                <a:r>
                  <a:rPr lang="en-GB" sz="1200" b="1">
                    <a:solidFill>
                      <a:prstClr val="black"/>
                    </a:solidFill>
                    <a:latin typeface="Aptos" panose="020B0004020202020204"/>
                  </a:rPr>
                  <a:t>Ratio</a:t>
                </a:r>
                <a:r>
                  <a:rPr lang="en-GB" sz="1200">
                    <a:solidFill>
                      <a:prstClr val="black"/>
                    </a:solidFill>
                    <a:latin typeface="Aptos" panose="020B0004020202020204"/>
                  </a:rPr>
                  <a:t> </a:t>
                </a:r>
                <a:r>
                  <a:rPr kumimoji="0" lang="en-GB" sz="1200" b="0" i="0" u="none" strike="noStrike" kern="1200" cap="none" spc="0" normalizeH="0" baseline="0" noProof="0">
                    <a:ln>
                      <a:noFill/>
                    </a:ln>
                    <a:solidFill>
                      <a:prstClr val="black"/>
                    </a:solidFill>
                    <a:effectLst/>
                    <a:uLnTx/>
                    <a:uFillTx/>
                    <a:latin typeface="Aptos" panose="020B0004020202020204"/>
                    <a:ea typeface="+mn-ea"/>
                    <a:cs typeface="+mn-cs"/>
                  </a:rPr>
                  <a:t>or </a:t>
                </a:r>
                <a:r>
                  <a:rPr kumimoji="0" lang="en-GB" sz="1200" b="1" i="0" u="none" strike="noStrike" kern="1200" cap="none" spc="0" normalizeH="0" baseline="0" noProof="0">
                    <a:ln>
                      <a:noFill/>
                    </a:ln>
                    <a:solidFill>
                      <a:prstClr val="black"/>
                    </a:solidFill>
                    <a:effectLst/>
                    <a:uLnTx/>
                    <a:uFillTx/>
                    <a:latin typeface="Aptos" panose="020B0004020202020204"/>
                    <a:ea typeface="+mn-ea"/>
                    <a:cs typeface="+mn-cs"/>
                  </a:rPr>
                  <a:t>Relative Risk Ratio</a:t>
                </a:r>
                <a:r>
                  <a:rPr kumimoji="0" lang="en-GB" sz="1200" b="0" i="0" u="none" strike="noStrike" kern="1200" cap="none" spc="0" normalizeH="0" baseline="0" noProof="0">
                    <a:ln>
                      <a:noFill/>
                    </a:ln>
                    <a:solidFill>
                      <a:prstClr val="black"/>
                    </a:solidFill>
                    <a:effectLst/>
                    <a:uLnTx/>
                    <a:uFillTx/>
                    <a:latin typeface="Aptos" panose="020B0004020202020204"/>
                    <a:ea typeface="+mn-ea"/>
                    <a:cs typeface="+mn-cs"/>
                  </a:rPr>
                  <a:t>.</a:t>
                </a:r>
              </a:p>
            </p:txBody>
          </p:sp>
        </mc:Choice>
        <mc:Fallback xmlns="">
          <p:sp>
            <p:nvSpPr>
              <p:cNvPr id="5753" name="TextBox 5752">
                <a:extLst>
                  <a:ext uri="{FF2B5EF4-FFF2-40B4-BE49-F238E27FC236}">
                    <a16:creationId xmlns:a16="http://schemas.microsoft.com/office/drawing/2014/main" id="{D2D41258-23BF-4B7F-F00F-BCA3CBF3F571}"/>
                  </a:ext>
                </a:extLst>
              </p:cNvPr>
              <p:cNvSpPr txBox="1">
                <a:spLocks noRot="1" noChangeAspect="1" noMove="1" noResize="1" noEditPoints="1" noAdjustHandles="1" noChangeArrowheads="1" noChangeShapeType="1" noTextEdit="1"/>
              </p:cNvSpPr>
              <p:nvPr/>
            </p:nvSpPr>
            <p:spPr>
              <a:xfrm>
                <a:off x="8922042" y="5061055"/>
                <a:ext cx="2560547" cy="830997"/>
              </a:xfrm>
              <a:prstGeom prst="rect">
                <a:avLst/>
              </a:prstGeom>
              <a:blipFill>
                <a:blip r:embed="rId170"/>
                <a:stretch>
                  <a:fillRect l="-238"/>
                </a:stretch>
              </a:blipFill>
            </p:spPr>
            <p:txBody>
              <a:bodyPr/>
              <a:lstStyle/>
              <a:p>
                <a:r>
                  <a:rPr lang="en-US">
                    <a:noFill/>
                  </a:rPr>
                  <a:t> </a:t>
                </a:r>
              </a:p>
            </p:txBody>
          </p:sp>
        </mc:Fallback>
      </mc:AlternateContent>
      <p:cxnSp>
        <p:nvCxnSpPr>
          <p:cNvPr id="5759" name="Straight Arrow Connector 5758">
            <a:extLst>
              <a:ext uri="{FF2B5EF4-FFF2-40B4-BE49-F238E27FC236}">
                <a16:creationId xmlns:a16="http://schemas.microsoft.com/office/drawing/2014/main" id="{0BE64732-8408-83F9-74DE-DFA31DC144DE}"/>
              </a:ext>
            </a:extLst>
          </p:cNvPr>
          <p:cNvCxnSpPr>
            <a:cxnSpLocks/>
            <a:stCxn id="5752" idx="3"/>
            <a:endCxn id="5753" idx="1"/>
          </p:cNvCxnSpPr>
          <p:nvPr/>
        </p:nvCxnSpPr>
        <p:spPr>
          <a:xfrm>
            <a:off x="8277225" y="5476554"/>
            <a:ext cx="644817"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48854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38"/>
                                        </p:tgtEl>
                                        <p:attrNameLst>
                                          <p:attrName>style.visibility</p:attrName>
                                        </p:attrNameLst>
                                      </p:cBhvr>
                                      <p:to>
                                        <p:strVal val="visible"/>
                                      </p:to>
                                    </p:set>
                                    <p:animEffect transition="in" filter="fade">
                                      <p:cBhvr>
                                        <p:cTn id="7" dur="500"/>
                                        <p:tgtEl>
                                          <p:spTgt spid="5738"/>
                                        </p:tgtEl>
                                      </p:cBhvr>
                                    </p:animEffect>
                                  </p:childTnLst>
                                </p:cTn>
                              </p:par>
                              <p:par>
                                <p:cTn id="8" presetID="10" presetClass="entr" presetSubtype="0" fill="hold" nodeType="withEffect">
                                  <p:stCondLst>
                                    <p:cond delay="0"/>
                                  </p:stCondLst>
                                  <p:childTnLst>
                                    <p:set>
                                      <p:cBhvr>
                                        <p:cTn id="9" dur="1" fill="hold">
                                          <p:stCondLst>
                                            <p:cond delay="0"/>
                                          </p:stCondLst>
                                        </p:cTn>
                                        <p:tgtEl>
                                          <p:spTgt spid="5228"/>
                                        </p:tgtEl>
                                        <p:attrNameLst>
                                          <p:attrName>style.visibility</p:attrName>
                                        </p:attrNameLst>
                                      </p:cBhvr>
                                      <p:to>
                                        <p:strVal val="visible"/>
                                      </p:to>
                                    </p:set>
                                    <p:animEffect transition="in" filter="fade">
                                      <p:cBhvr>
                                        <p:cTn id="10" dur="500"/>
                                        <p:tgtEl>
                                          <p:spTgt spid="52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739"/>
                                        </p:tgtEl>
                                        <p:attrNameLst>
                                          <p:attrName>style.visibility</p:attrName>
                                        </p:attrNameLst>
                                      </p:cBhvr>
                                      <p:to>
                                        <p:strVal val="visible"/>
                                      </p:to>
                                    </p:set>
                                    <p:animEffect transition="in" filter="fade">
                                      <p:cBhvr>
                                        <p:cTn id="13" dur="500"/>
                                        <p:tgtEl>
                                          <p:spTgt spid="5739"/>
                                        </p:tgtEl>
                                      </p:cBhvr>
                                    </p:animEffect>
                                  </p:childTnLst>
                                </p:cTn>
                              </p:par>
                              <p:par>
                                <p:cTn id="14" presetID="10" presetClass="entr" presetSubtype="0" fill="hold" nodeType="withEffect">
                                  <p:stCondLst>
                                    <p:cond delay="0"/>
                                  </p:stCondLst>
                                  <p:childTnLst>
                                    <p:set>
                                      <p:cBhvr>
                                        <p:cTn id="15" dur="1" fill="hold">
                                          <p:stCondLst>
                                            <p:cond delay="0"/>
                                          </p:stCondLst>
                                        </p:cTn>
                                        <p:tgtEl>
                                          <p:spTgt spid="5297"/>
                                        </p:tgtEl>
                                        <p:attrNameLst>
                                          <p:attrName>style.visibility</p:attrName>
                                        </p:attrNameLst>
                                      </p:cBhvr>
                                      <p:to>
                                        <p:strVal val="visible"/>
                                      </p:to>
                                    </p:set>
                                    <p:animEffect transition="in" filter="fade">
                                      <p:cBhvr>
                                        <p:cTn id="16" dur="500"/>
                                        <p:tgtEl>
                                          <p:spTgt spid="529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740"/>
                                        </p:tgtEl>
                                        <p:attrNameLst>
                                          <p:attrName>style.visibility</p:attrName>
                                        </p:attrNameLst>
                                      </p:cBhvr>
                                      <p:to>
                                        <p:strVal val="visible"/>
                                      </p:to>
                                    </p:set>
                                    <p:animEffect transition="in" filter="fade">
                                      <p:cBhvr>
                                        <p:cTn id="19" dur="500"/>
                                        <p:tgtEl>
                                          <p:spTgt spid="5740"/>
                                        </p:tgtEl>
                                      </p:cBhvr>
                                    </p:animEffect>
                                  </p:childTnLst>
                                </p:cTn>
                              </p:par>
                              <p:par>
                                <p:cTn id="20" presetID="10" presetClass="entr" presetSubtype="0" fill="hold" nodeType="withEffect">
                                  <p:stCondLst>
                                    <p:cond delay="0"/>
                                  </p:stCondLst>
                                  <p:childTnLst>
                                    <p:set>
                                      <p:cBhvr>
                                        <p:cTn id="21" dur="1" fill="hold">
                                          <p:stCondLst>
                                            <p:cond delay="0"/>
                                          </p:stCondLst>
                                        </p:cTn>
                                        <p:tgtEl>
                                          <p:spTgt spid="5352"/>
                                        </p:tgtEl>
                                        <p:attrNameLst>
                                          <p:attrName>style.visibility</p:attrName>
                                        </p:attrNameLst>
                                      </p:cBhvr>
                                      <p:to>
                                        <p:strVal val="visible"/>
                                      </p:to>
                                    </p:set>
                                    <p:animEffect transition="in" filter="fade">
                                      <p:cBhvr>
                                        <p:cTn id="22" dur="500"/>
                                        <p:tgtEl>
                                          <p:spTgt spid="5352"/>
                                        </p:tgtEl>
                                      </p:cBhvr>
                                    </p:animEffect>
                                  </p:childTnLst>
                                </p:cTn>
                              </p:par>
                              <p:par>
                                <p:cTn id="23" presetID="10" presetClass="entr" presetSubtype="0" fill="hold" nodeType="withEffect">
                                  <p:stCondLst>
                                    <p:cond delay="0"/>
                                  </p:stCondLst>
                                  <p:childTnLst>
                                    <p:set>
                                      <p:cBhvr>
                                        <p:cTn id="24" dur="1" fill="hold">
                                          <p:stCondLst>
                                            <p:cond delay="0"/>
                                          </p:stCondLst>
                                        </p:cTn>
                                        <p:tgtEl>
                                          <p:spTgt spid="5741"/>
                                        </p:tgtEl>
                                        <p:attrNameLst>
                                          <p:attrName>style.visibility</p:attrName>
                                        </p:attrNameLst>
                                      </p:cBhvr>
                                      <p:to>
                                        <p:strVal val="visible"/>
                                      </p:to>
                                    </p:set>
                                    <p:animEffect transition="in" filter="fade">
                                      <p:cBhvr>
                                        <p:cTn id="25" dur="500"/>
                                        <p:tgtEl>
                                          <p:spTgt spid="574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744"/>
                                        </p:tgtEl>
                                        <p:attrNameLst>
                                          <p:attrName>style.visibility</p:attrName>
                                        </p:attrNameLst>
                                      </p:cBhvr>
                                      <p:to>
                                        <p:strVal val="visible"/>
                                      </p:to>
                                    </p:set>
                                    <p:animEffect transition="in" filter="fade">
                                      <p:cBhvr>
                                        <p:cTn id="28" dur="500"/>
                                        <p:tgtEl>
                                          <p:spTgt spid="5744"/>
                                        </p:tgtEl>
                                      </p:cBhvr>
                                    </p:animEffect>
                                  </p:childTnLst>
                                </p:cTn>
                              </p:par>
                              <p:par>
                                <p:cTn id="29" presetID="10" presetClass="entr" presetSubtype="0" fill="hold" nodeType="withEffect">
                                  <p:stCondLst>
                                    <p:cond delay="0"/>
                                  </p:stCondLst>
                                  <p:childTnLst>
                                    <p:set>
                                      <p:cBhvr>
                                        <p:cTn id="30" dur="1" fill="hold">
                                          <p:stCondLst>
                                            <p:cond delay="0"/>
                                          </p:stCondLst>
                                        </p:cTn>
                                        <p:tgtEl>
                                          <p:spTgt spid="5461"/>
                                        </p:tgtEl>
                                        <p:attrNameLst>
                                          <p:attrName>style.visibility</p:attrName>
                                        </p:attrNameLst>
                                      </p:cBhvr>
                                      <p:to>
                                        <p:strVal val="visible"/>
                                      </p:to>
                                    </p:set>
                                    <p:animEffect transition="in" filter="fade">
                                      <p:cBhvr>
                                        <p:cTn id="31" dur="500"/>
                                        <p:tgtEl>
                                          <p:spTgt spid="5461"/>
                                        </p:tgtEl>
                                      </p:cBhvr>
                                    </p:animEffect>
                                  </p:childTnLst>
                                </p:cTn>
                              </p:par>
                              <p:par>
                                <p:cTn id="32" presetID="10" presetClass="entr" presetSubtype="0" fill="hold" nodeType="withEffect">
                                  <p:stCondLst>
                                    <p:cond delay="0"/>
                                  </p:stCondLst>
                                  <p:childTnLst>
                                    <p:set>
                                      <p:cBhvr>
                                        <p:cTn id="33" dur="1" fill="hold">
                                          <p:stCondLst>
                                            <p:cond delay="0"/>
                                          </p:stCondLst>
                                        </p:cTn>
                                        <p:tgtEl>
                                          <p:spTgt spid="5397"/>
                                        </p:tgtEl>
                                        <p:attrNameLst>
                                          <p:attrName>style.visibility</p:attrName>
                                        </p:attrNameLst>
                                      </p:cBhvr>
                                      <p:to>
                                        <p:strVal val="visible"/>
                                      </p:to>
                                    </p:set>
                                    <p:animEffect transition="in" filter="fade">
                                      <p:cBhvr>
                                        <p:cTn id="34" dur="500"/>
                                        <p:tgtEl>
                                          <p:spTgt spid="539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748"/>
                                        </p:tgtEl>
                                        <p:attrNameLst>
                                          <p:attrName>style.visibility</p:attrName>
                                        </p:attrNameLst>
                                      </p:cBhvr>
                                      <p:to>
                                        <p:strVal val="visible"/>
                                      </p:to>
                                    </p:set>
                                    <p:animEffect transition="in" filter="fade">
                                      <p:cBhvr>
                                        <p:cTn id="37" dur="500"/>
                                        <p:tgtEl>
                                          <p:spTgt spid="5748"/>
                                        </p:tgtEl>
                                      </p:cBhvr>
                                    </p:animEffect>
                                  </p:childTnLst>
                                </p:cTn>
                              </p:par>
                              <p:par>
                                <p:cTn id="38" presetID="10" presetClass="entr" presetSubtype="0" fill="hold" nodeType="withEffect">
                                  <p:stCondLst>
                                    <p:cond delay="0"/>
                                  </p:stCondLst>
                                  <p:childTnLst>
                                    <p:set>
                                      <p:cBhvr>
                                        <p:cTn id="39" dur="1" fill="hold">
                                          <p:stCondLst>
                                            <p:cond delay="0"/>
                                          </p:stCondLst>
                                        </p:cTn>
                                        <p:tgtEl>
                                          <p:spTgt spid="5508"/>
                                        </p:tgtEl>
                                        <p:attrNameLst>
                                          <p:attrName>style.visibility</p:attrName>
                                        </p:attrNameLst>
                                      </p:cBhvr>
                                      <p:to>
                                        <p:strVal val="visible"/>
                                      </p:to>
                                    </p:set>
                                    <p:animEffect transition="in" filter="fade">
                                      <p:cBhvr>
                                        <p:cTn id="40" dur="500"/>
                                        <p:tgtEl>
                                          <p:spTgt spid="550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749"/>
                                        </p:tgtEl>
                                        <p:attrNameLst>
                                          <p:attrName>style.visibility</p:attrName>
                                        </p:attrNameLst>
                                      </p:cBhvr>
                                      <p:to>
                                        <p:strVal val="visible"/>
                                      </p:to>
                                    </p:set>
                                    <p:animEffect transition="in" filter="fade">
                                      <p:cBhvr>
                                        <p:cTn id="43" dur="500"/>
                                        <p:tgtEl>
                                          <p:spTgt spid="5749"/>
                                        </p:tgtEl>
                                      </p:cBhvr>
                                    </p:animEffect>
                                  </p:childTnLst>
                                </p:cTn>
                              </p:par>
                              <p:par>
                                <p:cTn id="44" presetID="10" presetClass="entr" presetSubtype="0" fill="hold" nodeType="withEffect">
                                  <p:stCondLst>
                                    <p:cond delay="0"/>
                                  </p:stCondLst>
                                  <p:childTnLst>
                                    <p:set>
                                      <p:cBhvr>
                                        <p:cTn id="45" dur="1" fill="hold">
                                          <p:stCondLst>
                                            <p:cond delay="0"/>
                                          </p:stCondLst>
                                        </p:cTn>
                                        <p:tgtEl>
                                          <p:spTgt spid="5562"/>
                                        </p:tgtEl>
                                        <p:attrNameLst>
                                          <p:attrName>style.visibility</p:attrName>
                                        </p:attrNameLst>
                                      </p:cBhvr>
                                      <p:to>
                                        <p:strVal val="visible"/>
                                      </p:to>
                                    </p:set>
                                    <p:animEffect transition="in" filter="fade">
                                      <p:cBhvr>
                                        <p:cTn id="46" dur="500"/>
                                        <p:tgtEl>
                                          <p:spTgt spid="5562"/>
                                        </p:tgtEl>
                                      </p:cBhvr>
                                    </p:animEffect>
                                  </p:childTnLst>
                                </p:cTn>
                              </p:par>
                              <p:par>
                                <p:cTn id="47" presetID="10" presetClass="entr" presetSubtype="0" fill="hold" nodeType="withEffect">
                                  <p:stCondLst>
                                    <p:cond delay="0"/>
                                  </p:stCondLst>
                                  <p:childTnLst>
                                    <p:set>
                                      <p:cBhvr>
                                        <p:cTn id="48" dur="1" fill="hold">
                                          <p:stCondLst>
                                            <p:cond delay="0"/>
                                          </p:stCondLst>
                                        </p:cTn>
                                        <p:tgtEl>
                                          <p:spTgt spid="5718"/>
                                        </p:tgtEl>
                                        <p:attrNameLst>
                                          <p:attrName>style.visibility</p:attrName>
                                        </p:attrNameLst>
                                      </p:cBhvr>
                                      <p:to>
                                        <p:strVal val="visible"/>
                                      </p:to>
                                    </p:set>
                                    <p:animEffect transition="in" filter="fade">
                                      <p:cBhvr>
                                        <p:cTn id="49" dur="500"/>
                                        <p:tgtEl>
                                          <p:spTgt spid="57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752"/>
                                        </p:tgtEl>
                                        <p:attrNameLst>
                                          <p:attrName>style.visibility</p:attrName>
                                        </p:attrNameLst>
                                      </p:cBhvr>
                                      <p:to>
                                        <p:strVal val="visible"/>
                                      </p:to>
                                    </p:set>
                                    <p:animEffect transition="in" filter="fade">
                                      <p:cBhvr>
                                        <p:cTn id="52" dur="500"/>
                                        <p:tgtEl>
                                          <p:spTgt spid="5752"/>
                                        </p:tgtEl>
                                      </p:cBhvr>
                                    </p:animEffect>
                                  </p:childTnLst>
                                </p:cTn>
                              </p:par>
                              <p:par>
                                <p:cTn id="53" presetID="10" presetClass="entr" presetSubtype="0" fill="hold" nodeType="withEffect">
                                  <p:stCondLst>
                                    <p:cond delay="0"/>
                                  </p:stCondLst>
                                  <p:childTnLst>
                                    <p:set>
                                      <p:cBhvr>
                                        <p:cTn id="54" dur="1" fill="hold">
                                          <p:stCondLst>
                                            <p:cond delay="0"/>
                                          </p:stCondLst>
                                        </p:cTn>
                                        <p:tgtEl>
                                          <p:spTgt spid="5759"/>
                                        </p:tgtEl>
                                        <p:attrNameLst>
                                          <p:attrName>style.visibility</p:attrName>
                                        </p:attrNameLst>
                                      </p:cBhvr>
                                      <p:to>
                                        <p:strVal val="visible"/>
                                      </p:to>
                                    </p:set>
                                    <p:animEffect transition="in" filter="fade">
                                      <p:cBhvr>
                                        <p:cTn id="55" dur="500"/>
                                        <p:tgtEl>
                                          <p:spTgt spid="575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753"/>
                                        </p:tgtEl>
                                        <p:attrNameLst>
                                          <p:attrName>style.visibility</p:attrName>
                                        </p:attrNameLst>
                                      </p:cBhvr>
                                      <p:to>
                                        <p:strVal val="visible"/>
                                      </p:to>
                                    </p:set>
                                    <p:animEffect transition="in" filter="fade">
                                      <p:cBhvr>
                                        <p:cTn id="58" dur="500"/>
                                        <p:tgtEl>
                                          <p:spTgt spid="57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2" grpId="0" animBg="1"/>
      <p:bldP spid="5738" grpId="0"/>
      <p:bldP spid="5739" grpId="0"/>
      <p:bldP spid="5740" grpId="0"/>
      <p:bldP spid="5744" grpId="0"/>
      <p:bldP spid="5748" grpId="0"/>
      <p:bldP spid="5749" grpId="0"/>
      <p:bldP spid="575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844FD-F9BE-87E2-70E0-1A4CABC3C289}"/>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1C800E8E-B27D-7C5C-AFDE-F0F6FD29952D}"/>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95DBEC52-2B48-0CFD-176B-FAD4C63CCA9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93E42659-CC38-A02D-2DC5-BDB77818543F}"/>
              </a:ext>
            </a:extLst>
          </p:cNvPr>
          <p:cNvSpPr txBox="1">
            <a:spLocks/>
          </p:cNvSpPr>
          <p:nvPr/>
        </p:nvSpPr>
        <p:spPr>
          <a:xfrm>
            <a:off x="891589" y="501651"/>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The Logit Model</a:t>
            </a:r>
          </a:p>
        </p:txBody>
      </p:sp>
      <p:sp>
        <p:nvSpPr>
          <p:cNvPr id="10" name="Date Placeholder 3 2">
            <a:extLst>
              <a:ext uri="{FF2B5EF4-FFF2-40B4-BE49-F238E27FC236}">
                <a16:creationId xmlns:a16="http://schemas.microsoft.com/office/drawing/2014/main" id="{3F7CB7A3-B70B-D0D3-C95E-9241EB79F13F}"/>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2" name="TextBox 1">
            <a:extLst>
              <a:ext uri="{FF2B5EF4-FFF2-40B4-BE49-F238E27FC236}">
                <a16:creationId xmlns:a16="http://schemas.microsoft.com/office/drawing/2014/main" id="{9DD0FB6D-E8DC-75E2-333B-A33599AEC5DC}"/>
              </a:ext>
            </a:extLst>
          </p:cNvPr>
          <p:cNvSpPr txBox="1"/>
          <p:nvPr/>
        </p:nvSpPr>
        <p:spPr>
          <a:xfrm>
            <a:off x="891589" y="989087"/>
            <a:ext cx="3626623"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From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Probability </a:t>
            </a:r>
            <a:r>
              <a:rPr kumimoji="0" lang="en-GB" sz="1600" b="1" i="0" u="none" strike="noStrike" kern="1200" cap="none" spc="0" normalizeH="0" baseline="0" noProof="0">
                <a:ln>
                  <a:noFill/>
                </a:ln>
                <a:solidFill>
                  <a:srgbClr val="FF0000"/>
                </a:solidFill>
                <a:effectLst/>
                <a:uLnTx/>
                <a:uFillTx/>
                <a:latin typeface="Aptos" panose="020B0004020202020204"/>
                <a:ea typeface="+mn-ea"/>
                <a:cs typeface="+mn-cs"/>
              </a:rPr>
              <a:t>→ to </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odds </a:t>
            </a:r>
            <a:r>
              <a:rPr kumimoji="0" lang="en-GB" sz="1600" b="1" i="0" u="none" strike="noStrike" kern="1200" cap="none" spc="0" normalizeH="0" baseline="0" noProof="0">
                <a:ln>
                  <a:noFill/>
                </a:ln>
                <a:solidFill>
                  <a:srgbClr val="FF0000"/>
                </a:solidFill>
                <a:effectLst/>
                <a:uLnTx/>
                <a:uFillTx/>
                <a:latin typeface="Aptos" panose="020B0004020202020204"/>
                <a:ea typeface="+mn-ea"/>
                <a:cs typeface="+mn-cs"/>
              </a:rPr>
              <a:t>→ to</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log odds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BD31810-E740-FD22-CEDD-2AC824A131E2}"/>
                  </a:ext>
                </a:extLst>
              </p:cNvPr>
              <p:cNvSpPr txBox="1"/>
              <p:nvPr/>
            </p:nvSpPr>
            <p:spPr>
              <a:xfrm>
                <a:off x="891589" y="1719064"/>
                <a:ext cx="4763516" cy="1667123"/>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Suppose that the probability of success of an event is 0.8.Then the probability of failure is:1 − 0.8 = 0.2</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The odds of success are defined as the ratio between the probability of success and the probability of failure:</a:t>
                </a:r>
                <a:endParaRPr kumimoji="0" lang="es-CO" sz="1400" b="0" i="0" u="none" strike="noStrike" kern="1200" cap="none" spc="0" normalizeH="0" baseline="0" noProof="0">
                  <a:ln>
                    <a:noFill/>
                  </a:ln>
                  <a:solidFill>
                    <a:prstClr val="black"/>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600"/>
                  </a:spcBef>
                  <a:spcAft>
                    <a:spcPts val="600"/>
                  </a:spcAft>
                  <a:buClrTx/>
                  <a:buSzTx/>
                  <a:buFontTx/>
                  <a:buNone/>
                  <a:tabLst/>
                  <a:defRPr/>
                </a:pPr>
                <a14:m>
                  <m:oMathPara xmlns:m="http://schemas.openxmlformats.org/officeDocument/2006/math">
                    <m:oMathParaPr>
                      <m:jc m:val="centerGroup"/>
                    </m:oMathParaPr>
                    <m:oMath xmlns:m="http://schemas.openxmlformats.org/officeDocument/2006/math">
                      <m:r>
                        <m:rPr>
                          <m:nor/>
                        </m:rPr>
                        <a:rPr kumimoji="0" lang="en-GB"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Odds</m:t>
                      </m:r>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num>
                        <m:den>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den>
                      </m:f>
                    </m:oMath>
                  </m:oMathPara>
                </a14:m>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mc:Choice>
        <mc:Fallback xmlns="">
          <p:sp>
            <p:nvSpPr>
              <p:cNvPr id="6" name="TextBox 5">
                <a:extLst>
                  <a:ext uri="{FF2B5EF4-FFF2-40B4-BE49-F238E27FC236}">
                    <a16:creationId xmlns:a16="http://schemas.microsoft.com/office/drawing/2014/main" id="{9BD31810-E740-FD22-CEDD-2AC824A131E2}"/>
                  </a:ext>
                </a:extLst>
              </p:cNvPr>
              <p:cNvSpPr txBox="1">
                <a:spLocks noRot="1" noChangeAspect="1" noMove="1" noResize="1" noEditPoints="1" noAdjustHandles="1" noChangeArrowheads="1" noChangeShapeType="1" noTextEdit="1"/>
              </p:cNvSpPr>
              <p:nvPr/>
            </p:nvSpPr>
            <p:spPr>
              <a:xfrm>
                <a:off x="891589" y="1719064"/>
                <a:ext cx="4763516" cy="1667123"/>
              </a:xfrm>
              <a:prstGeom prst="rect">
                <a:avLst/>
              </a:prstGeom>
              <a:blipFill>
                <a:blip r:embed="rId4"/>
                <a:stretch>
                  <a:fillRect l="-384" t="-733"/>
                </a:stretch>
              </a:blipFill>
            </p:spPr>
            <p:txBody>
              <a:bodyPr/>
              <a:lstStyle/>
              <a:p>
                <a:r>
                  <a:rPr lang="en-US">
                    <a:noFill/>
                  </a:rPr>
                  <a:t> </a:t>
                </a:r>
              </a:p>
            </p:txBody>
          </p:sp>
        </mc:Fallback>
      </mc:AlternateContent>
      <p:pic>
        <p:nvPicPr>
          <p:cNvPr id="23" name="Picture 22" descr="\documentclass{article}&#10;\usepackage{amsmath}&#10;\pagestyle{empty}&#10;\begin{document}&#10;&#10;\begin{table}[ht]&#10;\centering&#10;\begin{tabular}{cc}&#10;\hline&#10;\textbf{Probabilidad (p)} &amp; \textbf{Odds} \\&#10;\hline&#10;0.001   &amp; 0.0010 \\&#10;0.010   &amp; 0.0101 \\&#10;0.150   &amp; 0.1765 \\&#10;0.200   &amp; 0.2500 \\&#10;0.250   &amp; 0.3333 \\&#10;0.300   &amp; 0.4286 \\&#10;0.350   &amp; 0.5385 \\&#10;0.400   &amp; 0.6667 \\&#10;0.450   &amp; 0.8182 \\&#10;0.500   &amp; 1.0000 \\&#10;0.550   &amp; 1.2222 \\&#10;0.600   &amp; 1.5000 \\&#10;0.650   &amp; 1.8571 \\&#10;0.700   &amp; 2.3333 \\&#10;0.750   &amp; 3.0000 \\&#10;0.800   &amp; 4.0000 \\&#10;0.850   &amp; 5.6667 \\&#10;0.900   &amp; 9.0000 \\&#10;0.999   &amp; 999.0000 \\&#10;0.9999  &amp; 9999.0000 \\&#10;\hline&#10;\end{tabular}&#10;\end{table}&#10;&#10;&#10;\end{document}" title="IguanaTex Picture Display">
            <a:extLst>
              <a:ext uri="{FF2B5EF4-FFF2-40B4-BE49-F238E27FC236}">
                <a16:creationId xmlns:a16="http://schemas.microsoft.com/office/drawing/2014/main" id="{37536D0B-B7EA-06ED-2B1B-C5BB12082ED1}"/>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933610" y="3531389"/>
            <a:ext cx="1588119" cy="2669514"/>
          </a:xfrm>
          <a:prstGeom prst="rect">
            <a:avLst/>
          </a:prstGeom>
        </p:spPr>
      </p:pic>
      <p:sp>
        <p:nvSpPr>
          <p:cNvPr id="29" name="TextBox 28">
            <a:extLst>
              <a:ext uri="{FF2B5EF4-FFF2-40B4-BE49-F238E27FC236}">
                <a16:creationId xmlns:a16="http://schemas.microsoft.com/office/drawing/2014/main" id="{4BCADAE4-34F0-B516-8EE4-CC8162F3EB97}"/>
              </a:ext>
            </a:extLst>
          </p:cNvPr>
          <p:cNvSpPr txBox="1"/>
          <p:nvPr/>
        </p:nvSpPr>
        <p:spPr>
          <a:xfrm>
            <a:off x="2841202" y="3742761"/>
            <a:ext cx="2685021"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The transformation from probability to odds is monotonically increasing: </a:t>
            </a: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as the probability increases, the odds also increase</a:t>
            </a: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solidFill>
                <a:prstClr val="black"/>
              </a:solidFill>
              <a:latin typeface="Aptos" panose="020B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Additionally, probability is bounded between 0 and 1,whereas odds range from 0 to positive infinity.</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pic>
        <p:nvPicPr>
          <p:cNvPr id="31" name="Picture 30">
            <a:extLst>
              <a:ext uri="{FF2B5EF4-FFF2-40B4-BE49-F238E27FC236}">
                <a16:creationId xmlns:a16="http://schemas.microsoft.com/office/drawing/2014/main" id="{C829E4ED-BC78-4683-49B0-0533FB6AA01B}"/>
              </a:ext>
            </a:extLst>
          </p:cNvPr>
          <p:cNvPicPr>
            <a:picLocks noChangeAspect="1"/>
          </p:cNvPicPr>
          <p:nvPr/>
        </p:nvPicPr>
        <p:blipFill>
          <a:blip r:embed="rId6"/>
          <a:srcRect t="6053"/>
          <a:stretch>
            <a:fillRect/>
          </a:stretch>
        </p:blipFill>
        <p:spPr>
          <a:xfrm>
            <a:off x="6536896" y="2045043"/>
            <a:ext cx="4193916" cy="3865250"/>
          </a:xfrm>
          <a:prstGeom prst="rect">
            <a:avLst/>
          </a:prstGeom>
        </p:spPr>
      </p:pic>
      <p:sp>
        <p:nvSpPr>
          <p:cNvPr id="32" name="TextBox 31">
            <a:extLst>
              <a:ext uri="{FF2B5EF4-FFF2-40B4-BE49-F238E27FC236}">
                <a16:creationId xmlns:a16="http://schemas.microsoft.com/office/drawing/2014/main" id="{2472ED2E-210D-F435-D1C7-37BD1C8834DC}"/>
              </a:ext>
            </a:extLst>
          </p:cNvPr>
          <p:cNvSpPr txBox="1"/>
          <p:nvPr/>
        </p:nvSpPr>
        <p:spPr>
          <a:xfrm>
            <a:off x="6536896" y="1569688"/>
            <a:ext cx="4557741" cy="307777"/>
          </a:xfrm>
          <a:prstGeom prst="rect">
            <a:avLst/>
          </a:prstGeom>
          <a:noFill/>
        </p:spPr>
        <p:txBody>
          <a:bodyPr wrap="square">
            <a:spAutoFit/>
          </a:bodyPr>
          <a:lstStyle>
            <a:defPPr>
              <a:defRPr lang="en-US"/>
            </a:defPPr>
            <a:lvl1pPr>
              <a:buNone/>
              <a:defRPr sz="1400">
                <a:highlight>
                  <a:srgbClr val="FFC000"/>
                </a:highligh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highlight>
                  <a:srgbClr val="FFFFFF"/>
                </a:highlight>
                <a:uLnTx/>
                <a:uFillTx/>
                <a:latin typeface="Aptos" panose="020B0004020202020204"/>
                <a:ea typeface="+mn-ea"/>
                <a:cs typeface="+mn-cs"/>
              </a:rPr>
              <a:t>Odds and Probability</a:t>
            </a:r>
          </a:p>
        </p:txBody>
      </p:sp>
    </p:spTree>
    <p:extLst>
      <p:ext uri="{BB962C8B-B14F-4D97-AF65-F5344CB8AC3E}">
        <p14:creationId xmlns:p14="http://schemas.microsoft.com/office/powerpoint/2010/main" val="20463726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par>
                                <p:cTn id="26" presetID="10" presetClass="entr" presetSubtype="0" fill="hold"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29" grpId="0"/>
      <p:bldP spid="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EA1D-F2F8-D269-7EC6-19674211C9D2}"/>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022E921B-83D7-B3FB-491D-0276ACFCDD96}"/>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1960C9DD-125E-6DE5-E74E-FC84A2761D1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12A5A8B9-19F2-981B-5D3F-E5FF82E7C408}"/>
              </a:ext>
            </a:extLst>
          </p:cNvPr>
          <p:cNvSpPr txBox="1">
            <a:spLocks/>
          </p:cNvSpPr>
          <p:nvPr/>
        </p:nvSpPr>
        <p:spPr>
          <a:xfrm>
            <a:off x="891589" y="501651"/>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The Logit Model</a:t>
            </a:r>
          </a:p>
        </p:txBody>
      </p:sp>
      <p:sp>
        <p:nvSpPr>
          <p:cNvPr id="10" name="Date Placeholder 3 2">
            <a:extLst>
              <a:ext uri="{FF2B5EF4-FFF2-40B4-BE49-F238E27FC236}">
                <a16:creationId xmlns:a16="http://schemas.microsoft.com/office/drawing/2014/main" id="{8F10BB9A-206B-CBFC-3A12-A3DECA2B9262}"/>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17F6DC5-993A-38EB-B282-3DE410039330}"/>
                  </a:ext>
                </a:extLst>
              </p:cNvPr>
              <p:cNvSpPr txBox="1"/>
              <p:nvPr/>
            </p:nvSpPr>
            <p:spPr>
              <a:xfrm>
                <a:off x="891589" y="1796008"/>
                <a:ext cx="4763516" cy="137659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The transformation from odds to log‑odds (logit) is performed using the natural logarithm:</a:t>
                </a:r>
                <a:b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b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600"/>
                  </a:spcBef>
                  <a:spcAft>
                    <a:spcPts val="600"/>
                  </a:spcAft>
                  <a:buClrTx/>
                  <a:buSzTx/>
                  <a:buFontTx/>
                  <a:buNone/>
                  <a:tabLst/>
                  <a:defRPr/>
                </a:pPr>
                <a14:m>
                  <m:oMathPara xmlns:m="http://schemas.openxmlformats.org/officeDocument/2006/math">
                    <m:oMathParaPr>
                      <m:jc m:val="centerGroup"/>
                    </m:oMathParaPr>
                    <m:oMath xmlns:m="http://schemas.openxmlformats.org/officeDocument/2006/math">
                      <m:r>
                        <m:rPr>
                          <m:nor/>
                        </m:rPr>
                        <a:rPr kumimoji="0" lang="en-GB"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logit</m:t>
                      </m:r>
                      <m:d>
                        <m:d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e>
                      </m:d>
                      <m:r>
                        <a:rPr kumimoji="0" lang="en-GB"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unc>
                        <m:func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uncPr>
                        <m:fName>
                          <m:r>
                            <m:rPr>
                              <m:sty m:val="p"/>
                            </m:rPr>
                            <a:rPr kumimoji="0" lang="en-GB"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l</m:t>
                          </m:r>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fName>
                        <m:e>
                          <m:d>
                            <m:d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num>
                                <m:den>
                                  <m:r>
                                    <a:rPr kumimoji="0" lang="en-GB"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GB"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den>
                              </m:f>
                            </m:e>
                          </m:d>
                        </m:e>
                      </m:func>
                    </m:oMath>
                  </m:oMathPara>
                </a14:m>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mc:Choice>
        <mc:Fallback xmlns="">
          <p:sp>
            <p:nvSpPr>
              <p:cNvPr id="6" name="TextBox 5">
                <a:extLst>
                  <a:ext uri="{FF2B5EF4-FFF2-40B4-BE49-F238E27FC236}">
                    <a16:creationId xmlns:a16="http://schemas.microsoft.com/office/drawing/2014/main" id="{C17F6DC5-993A-38EB-B282-3DE410039330}"/>
                  </a:ext>
                </a:extLst>
              </p:cNvPr>
              <p:cNvSpPr txBox="1">
                <a:spLocks noRot="1" noChangeAspect="1" noMove="1" noResize="1" noEditPoints="1" noAdjustHandles="1" noChangeArrowheads="1" noChangeShapeType="1" noTextEdit="1"/>
              </p:cNvSpPr>
              <p:nvPr/>
            </p:nvSpPr>
            <p:spPr>
              <a:xfrm>
                <a:off x="891589" y="1796008"/>
                <a:ext cx="4763516" cy="1376595"/>
              </a:xfrm>
              <a:prstGeom prst="rect">
                <a:avLst/>
              </a:prstGeom>
              <a:blipFill>
                <a:blip r:embed="rId4"/>
                <a:stretch>
                  <a:fillRect l="-384" t="-889"/>
                </a:stretch>
              </a:blipFill>
            </p:spPr>
            <p:txBody>
              <a:bodyPr/>
              <a:lstStyle/>
              <a:p>
                <a:r>
                  <a:rPr lang="en-US">
                    <a:noFill/>
                  </a:rPr>
                  <a:t> </a:t>
                </a:r>
              </a:p>
            </p:txBody>
          </p:sp>
        </mc:Fallback>
      </mc:AlternateContent>
      <p:pic>
        <p:nvPicPr>
          <p:cNvPr id="7" name="Picture 6" descr="\documentclass{article}&#10;\usepackage{amsmath}&#10;\pagestyle{empty}&#10;\begin{document}&#10;&#10;\begin{table}[ht]&#10;\centering&#10;\begin{tabular}{ccc}&#10;\hline&#10;\textbf{Probabilidad (p)} &amp; \textbf{Odds} &amp; \textbf{Log-odds} \\&#10;\hline&#10;0.001   &amp; 0.0010   &amp; -6.9068 \\&#10;0.010   &amp; 0.0101   &amp; -4.5951 \\&#10;0.150   &amp; 0.1765   &amp; -1.7346 \\&#10;0.200   &amp; 0.2500   &amp; -1.3863 \\&#10;0.250   &amp; 0.3333   &amp; -1.0986 \\&#10;0.300   &amp; 0.4286   &amp; -0.8473 \\&#10;0.350   &amp; 0.5385   &amp; -0.6190 \\&#10;0.400   &amp; 0.6667   &amp; -0.4055 \\&#10;0.450   &amp; 0.8182   &amp; -0.2007 \\&#10;0.500   &amp; 1.0000   &amp;  0.0000 \\&#10;0.550   &amp; 1.2222   &amp;  0.2007 \\&#10;0.600   &amp; 1.5000   &amp;  0.4055 \\&#10;0.650   &amp; 1.8571   &amp;  0.6190 \\&#10;0.700   &amp; 2.3333   &amp;  0.8473 \\&#10;0.750   &amp; 3.0000   &amp;  1.0986 \\&#10;0.800   &amp; 4.0000   &amp;  1.3863 \\&#10;0.850   &amp; 5.6667   &amp;  1.7346 \\&#10;0.900   &amp; 9.0000   &amp;  2.1972 \\&#10;0.999   &amp; 999.0000 &amp;  6.9068 \\&#10;0.9999  &amp; 9999.0000&amp;  9.2102 \\&#10;\hline&#10;\end{tabular}&#10;\end{table}&#10;&#10;&#10;\end{document}" title="IguanaTex Picture Display">
            <a:extLst>
              <a:ext uri="{FF2B5EF4-FFF2-40B4-BE49-F238E27FC236}">
                <a16:creationId xmlns:a16="http://schemas.microsoft.com/office/drawing/2014/main" id="{8497B714-6BF6-F82C-10B5-F4B8ECD03B92}"/>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933610" y="3531389"/>
            <a:ext cx="2195172" cy="2669514"/>
          </a:xfrm>
          <a:prstGeom prst="rect">
            <a:avLst/>
          </a:prstGeom>
        </p:spPr>
      </p:pic>
      <p:sp>
        <p:nvSpPr>
          <p:cNvPr id="29" name="TextBox 28">
            <a:extLst>
              <a:ext uri="{FF2B5EF4-FFF2-40B4-BE49-F238E27FC236}">
                <a16:creationId xmlns:a16="http://schemas.microsoft.com/office/drawing/2014/main" id="{3674AEAD-748A-C075-E201-E271375E61D7}"/>
              </a:ext>
            </a:extLst>
          </p:cNvPr>
          <p:cNvSpPr txBox="1"/>
          <p:nvPr/>
        </p:nvSpPr>
        <p:spPr>
          <a:xfrm>
            <a:off x="3273347" y="3429000"/>
            <a:ext cx="3096631"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This transformation is also monotonically increasing: higher odds correspond to higher log‑odds.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solidFill>
                <a:prstClr val="black"/>
              </a:solidFill>
              <a:latin typeface="Aptos" panose="020B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Its usefulness lies in the fact that it converts a bounded variable</a:t>
            </a: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(probability between 0 and 1) into an unbounded one(log‑odds range from −∞ to +∞), which simplifies statistical modelling.</a:t>
            </a:r>
          </a:p>
        </p:txBody>
      </p:sp>
      <p:pic>
        <p:nvPicPr>
          <p:cNvPr id="14" name="Picture 13">
            <a:extLst>
              <a:ext uri="{FF2B5EF4-FFF2-40B4-BE49-F238E27FC236}">
                <a16:creationId xmlns:a16="http://schemas.microsoft.com/office/drawing/2014/main" id="{555AA802-2425-B8E0-BD4F-11EFAF80BF3C}"/>
              </a:ext>
            </a:extLst>
          </p:cNvPr>
          <p:cNvPicPr>
            <a:picLocks noChangeAspect="1"/>
          </p:cNvPicPr>
          <p:nvPr/>
        </p:nvPicPr>
        <p:blipFill>
          <a:blip r:embed="rId6"/>
          <a:stretch>
            <a:fillRect/>
          </a:stretch>
        </p:blipFill>
        <p:spPr>
          <a:xfrm>
            <a:off x="6611555" y="1977081"/>
            <a:ext cx="4193916" cy="4114284"/>
          </a:xfrm>
          <a:prstGeom prst="rect">
            <a:avLst/>
          </a:prstGeom>
        </p:spPr>
      </p:pic>
      <p:sp>
        <p:nvSpPr>
          <p:cNvPr id="3" name="TextBox 2">
            <a:extLst>
              <a:ext uri="{FF2B5EF4-FFF2-40B4-BE49-F238E27FC236}">
                <a16:creationId xmlns:a16="http://schemas.microsoft.com/office/drawing/2014/main" id="{01EC68CF-EA42-3A80-0C9C-81F46E0C7C1C}"/>
              </a:ext>
            </a:extLst>
          </p:cNvPr>
          <p:cNvSpPr txBox="1"/>
          <p:nvPr/>
        </p:nvSpPr>
        <p:spPr>
          <a:xfrm>
            <a:off x="6536896" y="1569688"/>
            <a:ext cx="4557741" cy="307777"/>
          </a:xfrm>
          <a:prstGeom prst="rect">
            <a:avLst/>
          </a:prstGeom>
          <a:noFill/>
        </p:spPr>
        <p:txBody>
          <a:bodyPr wrap="square">
            <a:spAutoFit/>
          </a:bodyPr>
          <a:lstStyle>
            <a:defPPr>
              <a:defRPr lang="en-US"/>
            </a:defPPr>
            <a:lvl1pPr>
              <a:buNone/>
              <a:defRPr sz="1400">
                <a:highlight>
                  <a:srgbClr val="FFC000"/>
                </a:highligh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highlight>
                  <a:srgbClr val="FFFFFF"/>
                </a:highlight>
                <a:uLnTx/>
                <a:uFillTx/>
                <a:latin typeface="Aptos" panose="020B0004020202020204"/>
                <a:ea typeface="+mn-ea"/>
                <a:cs typeface="+mn-cs"/>
              </a:rPr>
              <a:t>Odds and Log Odds</a:t>
            </a:r>
          </a:p>
        </p:txBody>
      </p:sp>
      <p:sp>
        <p:nvSpPr>
          <p:cNvPr id="8" name="TextBox 7">
            <a:extLst>
              <a:ext uri="{FF2B5EF4-FFF2-40B4-BE49-F238E27FC236}">
                <a16:creationId xmlns:a16="http://schemas.microsoft.com/office/drawing/2014/main" id="{63FAB2DD-478A-FD9A-293E-0E675FEE4A84}"/>
              </a:ext>
            </a:extLst>
          </p:cNvPr>
          <p:cNvSpPr txBox="1"/>
          <p:nvPr/>
        </p:nvSpPr>
        <p:spPr>
          <a:xfrm>
            <a:off x="891589" y="989087"/>
            <a:ext cx="3626623"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From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Probability </a:t>
            </a:r>
            <a:r>
              <a:rPr kumimoji="0" lang="en-GB" sz="1600" b="1" i="0" u="none" strike="noStrike" kern="1200" cap="none" spc="0" normalizeH="0" baseline="0" noProof="0">
                <a:ln>
                  <a:noFill/>
                </a:ln>
                <a:solidFill>
                  <a:srgbClr val="FF0000"/>
                </a:solidFill>
                <a:effectLst/>
                <a:uLnTx/>
                <a:uFillTx/>
                <a:latin typeface="Aptos" panose="020B0004020202020204"/>
                <a:ea typeface="+mn-ea"/>
                <a:cs typeface="+mn-cs"/>
              </a:rPr>
              <a:t>→ to </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odds </a:t>
            </a:r>
            <a:r>
              <a:rPr kumimoji="0" lang="en-GB" sz="1600" b="1" i="0" u="none" strike="noStrike" kern="1200" cap="none" spc="0" normalizeH="0" baseline="0" noProof="0">
                <a:ln>
                  <a:noFill/>
                </a:ln>
                <a:solidFill>
                  <a:srgbClr val="FF0000"/>
                </a:solidFill>
                <a:effectLst/>
                <a:uLnTx/>
                <a:uFillTx/>
                <a:latin typeface="Aptos" panose="020B0004020202020204"/>
                <a:ea typeface="+mn-ea"/>
                <a:cs typeface="+mn-cs"/>
              </a:rPr>
              <a:t>→ to</a:t>
            </a:r>
            <a:r>
              <a:rPr kumimoji="0" lang="en-GB" sz="1600" b="1" i="0" u="none" strike="noStrike" kern="1200" cap="none" spc="0" normalizeH="0" baseline="0" noProof="0">
                <a:ln>
                  <a:noFill/>
                </a:ln>
                <a:solidFill>
                  <a:prstClr val="black"/>
                </a:solidFill>
                <a:effectLst/>
                <a:uLnTx/>
                <a:uFillTx/>
                <a:latin typeface="Aptos" panose="020B0004020202020204"/>
                <a:ea typeface="+mn-ea"/>
                <a:cs typeface="+mn-cs"/>
              </a:rPr>
              <a:t> log odds</a:t>
            </a:r>
          </a:p>
        </p:txBody>
      </p:sp>
    </p:spTree>
    <p:extLst>
      <p:ext uri="{BB962C8B-B14F-4D97-AF65-F5344CB8AC3E}">
        <p14:creationId xmlns:p14="http://schemas.microsoft.com/office/powerpoint/2010/main" val="2021300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9" grpId="0"/>
      <p:bldP spid="3"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2672-A003-64D0-06EB-B2684FABDE1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210" name="TextBox 6209">
                <a:extLst>
                  <a:ext uri="{FF2B5EF4-FFF2-40B4-BE49-F238E27FC236}">
                    <a16:creationId xmlns:a16="http://schemas.microsoft.com/office/drawing/2014/main" id="{9668CBAF-E72A-9CB0-A115-20525DEDAB9A}"/>
                  </a:ext>
                </a:extLst>
              </p:cNvPr>
              <p:cNvSpPr txBox="1"/>
              <p:nvPr/>
            </p:nvSpPr>
            <p:spPr>
              <a:xfrm>
                <a:off x="6196629" y="1604314"/>
                <a:ext cx="5285958"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14:m>
                  <m:oMath xmlns:m="http://schemas.openxmlformats.org/officeDocument/2006/math">
                    <m:sSup>
                      <m:sSup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𝐱</m:t>
                        </m:r>
                      </m:e>
                      <m:sup>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up>
                    </m:sSup>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𝜷</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is the lineal index of the model,</a:t>
                </a:r>
                <a:r>
                  <a:rPr kumimoji="0" lang="en-GB" sz="1400" b="0" i="0" u="none" strike="noStrike" kern="1200" cap="none" spc="0" normalizeH="0" noProof="0">
                    <a:ln>
                      <a:noFill/>
                    </a:ln>
                    <a:solidFill>
                      <a:prstClr val="black"/>
                    </a:solidFill>
                    <a:effectLst/>
                    <a:uLnTx/>
                    <a:uFillTx/>
                    <a:latin typeface="Aptos" panose="020B0004020202020204"/>
                    <a:ea typeface="+mn-ea"/>
                    <a:cs typeface="+mn-cs"/>
                  </a:rPr>
                  <a:t> which describes the scalar product between:</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𝐱</m:t>
                    </m:r>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d>
                      <m:d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𝑘</m:t>
                            </m:r>
                          </m:sub>
                        </m:sSub>
                      </m:e>
                    </m:d>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vector of </a:t>
                </a:r>
                <a:r>
                  <a:rPr kumimoji="0" lang="en-GB"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regressors</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𝜷</m:t>
                    </m:r>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d>
                      <m:d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𝑘</m:t>
                            </m:r>
                          </m:sub>
                        </m:sSub>
                      </m:e>
                    </m:d>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vector </a:t>
                </a:r>
                <a:r>
                  <a:rPr lang="en-GB" sz="1400">
                    <a:solidFill>
                      <a:prstClr val="black"/>
                    </a:solidFill>
                    <a:latin typeface="Aptos" panose="020B0004020202020204"/>
                  </a:rPr>
                  <a:t>of</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coefficients</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Then:</a:t>
                </a:r>
              </a:p>
            </p:txBody>
          </p:sp>
        </mc:Choice>
        <mc:Fallback xmlns="">
          <p:sp>
            <p:nvSpPr>
              <p:cNvPr id="6210" name="TextBox 6209">
                <a:extLst>
                  <a:ext uri="{FF2B5EF4-FFF2-40B4-BE49-F238E27FC236}">
                    <a16:creationId xmlns:a16="http://schemas.microsoft.com/office/drawing/2014/main" id="{9668CBAF-E72A-9CB0-A115-20525DEDAB9A}"/>
                  </a:ext>
                </a:extLst>
              </p:cNvPr>
              <p:cNvSpPr txBox="1">
                <a:spLocks noRot="1" noChangeAspect="1" noMove="1" noResize="1" noEditPoints="1" noAdjustHandles="1" noChangeArrowheads="1" noChangeShapeType="1" noTextEdit="1"/>
              </p:cNvSpPr>
              <p:nvPr/>
            </p:nvSpPr>
            <p:spPr>
              <a:xfrm>
                <a:off x="6196629" y="1604314"/>
                <a:ext cx="5285958" cy="1323439"/>
              </a:xfrm>
              <a:prstGeom prst="rect">
                <a:avLst/>
              </a:prstGeom>
              <a:blipFill>
                <a:blip r:embed="rId211"/>
                <a:stretch>
                  <a:fillRect l="-346" t="-922" b="-4147"/>
                </a:stretch>
              </a:blipFill>
            </p:spPr>
            <p:txBody>
              <a:bodyPr/>
              <a:lstStyle/>
              <a:p>
                <a:r>
                  <a:rPr lang="en-US">
                    <a:noFill/>
                  </a:rPr>
                  <a:t> </a:t>
                </a:r>
              </a:p>
            </p:txBody>
          </p:sp>
        </mc:Fallback>
      </mc:AlternateContent>
      <p:sp>
        <p:nvSpPr>
          <p:cNvPr id="5752" name="Rectangle 5751">
            <a:extLst>
              <a:ext uri="{FF2B5EF4-FFF2-40B4-BE49-F238E27FC236}">
                <a16:creationId xmlns:a16="http://schemas.microsoft.com/office/drawing/2014/main" id="{6092298A-B874-BE46-FAD0-E63B42A8664D}"/>
              </a:ext>
            </a:extLst>
          </p:cNvPr>
          <p:cNvSpPr/>
          <p:nvPr/>
        </p:nvSpPr>
        <p:spPr>
          <a:xfrm>
            <a:off x="1057275" y="1081094"/>
            <a:ext cx="1581150" cy="52322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2707B175-BB50-6A9E-7411-1A1D5B8564AC}"/>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B664BF6F-9BF7-F1C5-1488-6377459D69B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F61ACE5F-E801-FAC1-C8FB-490FC95887DC}"/>
              </a:ext>
            </a:extLst>
          </p:cNvPr>
          <p:cNvSpPr txBox="1">
            <a:spLocks/>
          </p:cNvSpPr>
          <p:nvPr/>
        </p:nvSpPr>
        <p:spPr>
          <a:xfrm>
            <a:off x="891589" y="501651"/>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The Logit Model</a:t>
            </a:r>
          </a:p>
        </p:txBody>
      </p:sp>
      <p:sp>
        <p:nvSpPr>
          <p:cNvPr id="10" name="Date Placeholder 3 2">
            <a:extLst>
              <a:ext uri="{FF2B5EF4-FFF2-40B4-BE49-F238E27FC236}">
                <a16:creationId xmlns:a16="http://schemas.microsoft.com/office/drawing/2014/main" id="{E56DF129-3B7B-88D2-41E0-87FCF2E1AFC8}"/>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grpSp>
        <p:nvGrpSpPr>
          <p:cNvPr id="5678" name="Group 5677" descr="\documentclass{article}&#10;\usepackage{amsmath}&#10;\usepackage{amsfonts}&#10;\pagestyle{empty}&#10;\begin{document}&#10;&#10;&#10;\[&#10; \text{ln}( \frac{p}{1 - p} )= \mathbf{x}'\boldsymbol{\beta}&#10;\]&#10;&#10;&#10;&#10;&#10;&#10;\end{document}" title="IguanaTex Shape Display">
            <a:extLst>
              <a:ext uri="{FF2B5EF4-FFF2-40B4-BE49-F238E27FC236}">
                <a16:creationId xmlns:a16="http://schemas.microsoft.com/office/drawing/2014/main" id="{943FB17C-E67C-936E-3E7F-917473A61B6E}"/>
              </a:ext>
            </a:extLst>
          </p:cNvPr>
          <p:cNvGrpSpPr>
            <a:grpSpLocks noChangeAspect="1"/>
          </p:cNvGrpSpPr>
          <p:nvPr>
            <p:custDataLst>
              <p:tags r:id="rId1"/>
            </p:custDataLst>
          </p:nvPr>
        </p:nvGrpSpPr>
        <p:grpSpPr>
          <a:xfrm>
            <a:off x="1107195" y="1189344"/>
            <a:ext cx="1227712" cy="346966"/>
            <a:chOff x="9302312" y="5017517"/>
            <a:chExt cx="1626550" cy="459683"/>
          </a:xfrm>
        </p:grpSpPr>
        <p:sp>
          <p:nvSpPr>
            <p:cNvPr id="5665" name="Freeform: Shape 5664">
              <a:extLst>
                <a:ext uri="{FF2B5EF4-FFF2-40B4-BE49-F238E27FC236}">
                  <a16:creationId xmlns:a16="http://schemas.microsoft.com/office/drawing/2014/main" id="{FAC68AF2-D38B-7CE2-2BA8-2FDB8FDB5388}"/>
                </a:ext>
              </a:extLst>
            </p:cNvPr>
            <p:cNvSpPr/>
            <p:nvPr>
              <p:custDataLst>
                <p:tags r:id="rId196"/>
              </p:custDataLst>
            </p:nvPr>
          </p:nvSpPr>
          <p:spPr>
            <a:xfrm>
              <a:off x="9302312" y="5115162"/>
              <a:ext cx="52186" cy="159633"/>
            </a:xfrm>
            <a:custGeom>
              <a:avLst/>
              <a:gdLst>
                <a:gd name="connsiteX0" fmla="*/ 34050 w 52186"/>
                <a:gd name="connsiteY0" fmla="*/ 75 h 159633"/>
                <a:gd name="connsiteX1" fmla="*/ 199 w 52186"/>
                <a:gd name="connsiteY1" fmla="*/ 2605 h 159633"/>
                <a:gd name="connsiteX2" fmla="*/ 199 w 52186"/>
                <a:gd name="connsiteY2" fmla="*/ 9736 h 159633"/>
                <a:gd name="connsiteX3" fmla="*/ 18535 w 52186"/>
                <a:gd name="connsiteY3" fmla="*/ 22617 h 159633"/>
                <a:gd name="connsiteX4" fmla="*/ 18535 w 52186"/>
                <a:gd name="connsiteY4" fmla="*/ 142227 h 159633"/>
                <a:gd name="connsiteX5" fmla="*/ 199 w 52186"/>
                <a:gd name="connsiteY5" fmla="*/ 152578 h 159633"/>
                <a:gd name="connsiteX6" fmla="*/ 199 w 52186"/>
                <a:gd name="connsiteY6" fmla="*/ 159708 h 159633"/>
                <a:gd name="connsiteX7" fmla="*/ 26292 w 52186"/>
                <a:gd name="connsiteY7" fmla="*/ 159018 h 159633"/>
                <a:gd name="connsiteX8" fmla="*/ 52385 w 52186"/>
                <a:gd name="connsiteY8" fmla="*/ 159708 h 159633"/>
                <a:gd name="connsiteX9" fmla="*/ 52385 w 52186"/>
                <a:gd name="connsiteY9" fmla="*/ 152578 h 159633"/>
                <a:gd name="connsiteX10" fmla="*/ 34050 w 52186"/>
                <a:gd name="connsiteY10" fmla="*/ 142227 h 159633"/>
                <a:gd name="connsiteX11" fmla="*/ 34050 w 52186"/>
                <a:gd name="connsiteY11" fmla="*/ 75 h 15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186" h="159633">
                  <a:moveTo>
                    <a:pt x="34050" y="75"/>
                  </a:moveTo>
                  <a:lnTo>
                    <a:pt x="199" y="2605"/>
                  </a:lnTo>
                  <a:lnTo>
                    <a:pt x="199" y="9736"/>
                  </a:lnTo>
                  <a:cubicBezTo>
                    <a:pt x="16654" y="9736"/>
                    <a:pt x="18535" y="11346"/>
                    <a:pt x="18535" y="22617"/>
                  </a:cubicBezTo>
                  <a:lnTo>
                    <a:pt x="18535" y="142227"/>
                  </a:lnTo>
                  <a:cubicBezTo>
                    <a:pt x="18535" y="152578"/>
                    <a:pt x="15949" y="152578"/>
                    <a:pt x="199" y="152578"/>
                  </a:cubicBezTo>
                  <a:lnTo>
                    <a:pt x="199" y="159708"/>
                  </a:lnTo>
                  <a:cubicBezTo>
                    <a:pt x="7956" y="159478"/>
                    <a:pt x="20415" y="159018"/>
                    <a:pt x="26292" y="159018"/>
                  </a:cubicBezTo>
                  <a:cubicBezTo>
                    <a:pt x="32169" y="159018"/>
                    <a:pt x="43688" y="159478"/>
                    <a:pt x="52385" y="159708"/>
                  </a:cubicBezTo>
                  <a:lnTo>
                    <a:pt x="52385" y="152578"/>
                  </a:lnTo>
                  <a:cubicBezTo>
                    <a:pt x="36635" y="152578"/>
                    <a:pt x="34050" y="152578"/>
                    <a:pt x="34050" y="142227"/>
                  </a:cubicBezTo>
                  <a:lnTo>
                    <a:pt x="34050" y="7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66" name="Freeform: Shape 5665">
              <a:extLst>
                <a:ext uri="{FF2B5EF4-FFF2-40B4-BE49-F238E27FC236}">
                  <a16:creationId xmlns:a16="http://schemas.microsoft.com/office/drawing/2014/main" id="{26B5BA00-D702-588C-7643-D0BBAA4AB513}"/>
                </a:ext>
              </a:extLst>
            </p:cNvPr>
            <p:cNvSpPr/>
            <p:nvPr>
              <p:custDataLst>
                <p:tags r:id="rId197"/>
              </p:custDataLst>
            </p:nvPr>
          </p:nvSpPr>
          <p:spPr>
            <a:xfrm>
              <a:off x="9367376" y="5173127"/>
              <a:ext cx="118242" cy="101668"/>
            </a:xfrm>
            <a:custGeom>
              <a:avLst/>
              <a:gdLst>
                <a:gd name="connsiteX0" fmla="*/ 18537 w 118242"/>
                <a:gd name="connsiteY0" fmla="*/ 22617 h 101668"/>
                <a:gd name="connsiteX1" fmla="*/ 18537 w 118242"/>
                <a:gd name="connsiteY1" fmla="*/ 84262 h 101668"/>
                <a:gd name="connsiteX2" fmla="*/ 202 w 118242"/>
                <a:gd name="connsiteY2" fmla="*/ 94613 h 101668"/>
                <a:gd name="connsiteX3" fmla="*/ 202 w 118242"/>
                <a:gd name="connsiteY3" fmla="*/ 101743 h 101668"/>
                <a:gd name="connsiteX4" fmla="*/ 26765 w 118242"/>
                <a:gd name="connsiteY4" fmla="*/ 101053 h 101668"/>
                <a:gd name="connsiteX5" fmla="*/ 53094 w 118242"/>
                <a:gd name="connsiteY5" fmla="*/ 101743 h 101668"/>
                <a:gd name="connsiteX6" fmla="*/ 53094 w 118242"/>
                <a:gd name="connsiteY6" fmla="*/ 94613 h 101668"/>
                <a:gd name="connsiteX7" fmla="*/ 34758 w 118242"/>
                <a:gd name="connsiteY7" fmla="*/ 84262 h 101668"/>
                <a:gd name="connsiteX8" fmla="*/ 34758 w 118242"/>
                <a:gd name="connsiteY8" fmla="*/ 41938 h 101668"/>
                <a:gd name="connsiteX9" fmla="*/ 66493 w 118242"/>
                <a:gd name="connsiteY9" fmla="*/ 5135 h 101668"/>
                <a:gd name="connsiteX10" fmla="*/ 83888 w 118242"/>
                <a:gd name="connsiteY10" fmla="*/ 30667 h 101668"/>
                <a:gd name="connsiteX11" fmla="*/ 83888 w 118242"/>
                <a:gd name="connsiteY11" fmla="*/ 84262 h 101668"/>
                <a:gd name="connsiteX12" fmla="*/ 65552 w 118242"/>
                <a:gd name="connsiteY12" fmla="*/ 94613 h 101668"/>
                <a:gd name="connsiteX13" fmla="*/ 65552 w 118242"/>
                <a:gd name="connsiteY13" fmla="*/ 101743 h 101668"/>
                <a:gd name="connsiteX14" fmla="*/ 92116 w 118242"/>
                <a:gd name="connsiteY14" fmla="*/ 101053 h 101668"/>
                <a:gd name="connsiteX15" fmla="*/ 118444 w 118242"/>
                <a:gd name="connsiteY15" fmla="*/ 101743 h 101668"/>
                <a:gd name="connsiteX16" fmla="*/ 118444 w 118242"/>
                <a:gd name="connsiteY16" fmla="*/ 94613 h 101668"/>
                <a:gd name="connsiteX17" fmla="*/ 100109 w 118242"/>
                <a:gd name="connsiteY17" fmla="*/ 87712 h 101668"/>
                <a:gd name="connsiteX18" fmla="*/ 100109 w 118242"/>
                <a:gd name="connsiteY18" fmla="*/ 43778 h 101668"/>
                <a:gd name="connsiteX19" fmla="*/ 92821 w 118242"/>
                <a:gd name="connsiteY19" fmla="*/ 8585 h 101668"/>
                <a:gd name="connsiteX20" fmla="*/ 68138 w 118242"/>
                <a:gd name="connsiteY20" fmla="*/ 75 h 101668"/>
                <a:gd name="connsiteX21" fmla="*/ 33347 w 118242"/>
                <a:gd name="connsiteY21" fmla="*/ 24227 h 101668"/>
                <a:gd name="connsiteX22" fmla="*/ 33347 w 118242"/>
                <a:gd name="connsiteY22" fmla="*/ 75 h 101668"/>
                <a:gd name="connsiteX23" fmla="*/ 202 w 118242"/>
                <a:gd name="connsiteY23" fmla="*/ 2605 h 101668"/>
                <a:gd name="connsiteX24" fmla="*/ 202 w 118242"/>
                <a:gd name="connsiteY24" fmla="*/ 9736 h 101668"/>
                <a:gd name="connsiteX25" fmla="*/ 18537 w 118242"/>
                <a:gd name="connsiteY25" fmla="*/ 22617 h 101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8242" h="101668">
                  <a:moveTo>
                    <a:pt x="18537" y="22617"/>
                  </a:moveTo>
                  <a:lnTo>
                    <a:pt x="18537" y="84262"/>
                  </a:lnTo>
                  <a:cubicBezTo>
                    <a:pt x="18537" y="94613"/>
                    <a:pt x="15952" y="94613"/>
                    <a:pt x="202" y="94613"/>
                  </a:cubicBezTo>
                  <a:lnTo>
                    <a:pt x="202" y="101743"/>
                  </a:lnTo>
                  <a:cubicBezTo>
                    <a:pt x="8429" y="101513"/>
                    <a:pt x="20418" y="101053"/>
                    <a:pt x="26765" y="101053"/>
                  </a:cubicBezTo>
                  <a:cubicBezTo>
                    <a:pt x="32877" y="101053"/>
                    <a:pt x="45101" y="101513"/>
                    <a:pt x="53094" y="101743"/>
                  </a:cubicBezTo>
                  <a:lnTo>
                    <a:pt x="53094" y="94613"/>
                  </a:lnTo>
                  <a:cubicBezTo>
                    <a:pt x="37343" y="94613"/>
                    <a:pt x="34758" y="94613"/>
                    <a:pt x="34758" y="84262"/>
                  </a:cubicBezTo>
                  <a:lnTo>
                    <a:pt x="34758" y="41938"/>
                  </a:lnTo>
                  <a:cubicBezTo>
                    <a:pt x="34758" y="18016"/>
                    <a:pt x="51448" y="5135"/>
                    <a:pt x="66493" y="5135"/>
                  </a:cubicBezTo>
                  <a:cubicBezTo>
                    <a:pt x="81303" y="5135"/>
                    <a:pt x="83888" y="17556"/>
                    <a:pt x="83888" y="30667"/>
                  </a:cubicBezTo>
                  <a:lnTo>
                    <a:pt x="83888" y="84262"/>
                  </a:lnTo>
                  <a:cubicBezTo>
                    <a:pt x="83888" y="94613"/>
                    <a:pt x="81303" y="94613"/>
                    <a:pt x="65552" y="94613"/>
                  </a:cubicBezTo>
                  <a:lnTo>
                    <a:pt x="65552" y="101743"/>
                  </a:lnTo>
                  <a:cubicBezTo>
                    <a:pt x="73780" y="101513"/>
                    <a:pt x="85769" y="101053"/>
                    <a:pt x="92116" y="101053"/>
                  </a:cubicBezTo>
                  <a:cubicBezTo>
                    <a:pt x="98228" y="101053"/>
                    <a:pt x="110452" y="101513"/>
                    <a:pt x="118444" y="101743"/>
                  </a:cubicBezTo>
                  <a:lnTo>
                    <a:pt x="118444" y="94613"/>
                  </a:lnTo>
                  <a:cubicBezTo>
                    <a:pt x="106220" y="94613"/>
                    <a:pt x="100344" y="94613"/>
                    <a:pt x="100109" y="87712"/>
                  </a:cubicBezTo>
                  <a:lnTo>
                    <a:pt x="100109" y="43778"/>
                  </a:lnTo>
                  <a:cubicBezTo>
                    <a:pt x="100109" y="23997"/>
                    <a:pt x="100109" y="16866"/>
                    <a:pt x="92821" y="8585"/>
                  </a:cubicBezTo>
                  <a:cubicBezTo>
                    <a:pt x="89530" y="4675"/>
                    <a:pt x="81773" y="75"/>
                    <a:pt x="68138" y="75"/>
                  </a:cubicBezTo>
                  <a:cubicBezTo>
                    <a:pt x="50978" y="75"/>
                    <a:pt x="39929" y="9966"/>
                    <a:pt x="33347" y="24227"/>
                  </a:cubicBezTo>
                  <a:lnTo>
                    <a:pt x="33347" y="75"/>
                  </a:lnTo>
                  <a:lnTo>
                    <a:pt x="202" y="2605"/>
                  </a:lnTo>
                  <a:lnTo>
                    <a:pt x="202" y="9736"/>
                  </a:lnTo>
                  <a:cubicBezTo>
                    <a:pt x="16657" y="9736"/>
                    <a:pt x="18537" y="11346"/>
                    <a:pt x="18537" y="2261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67" name="Freeform: Shape 5666">
              <a:extLst>
                <a:ext uri="{FF2B5EF4-FFF2-40B4-BE49-F238E27FC236}">
                  <a16:creationId xmlns:a16="http://schemas.microsoft.com/office/drawing/2014/main" id="{D31ABF83-027E-3DEC-9B9A-3F4CF8D79DBD}"/>
                </a:ext>
              </a:extLst>
            </p:cNvPr>
            <p:cNvSpPr/>
            <p:nvPr>
              <p:custDataLst>
                <p:tags r:id="rId198"/>
              </p:custDataLst>
            </p:nvPr>
          </p:nvSpPr>
          <p:spPr>
            <a:xfrm>
              <a:off x="9513724" y="5102281"/>
              <a:ext cx="54537" cy="230019"/>
            </a:xfrm>
            <a:custGeom>
              <a:avLst/>
              <a:gdLst>
                <a:gd name="connsiteX0" fmla="*/ 54745 w 54537"/>
                <a:gd name="connsiteY0" fmla="*/ 227794 h 230019"/>
                <a:gd name="connsiteX1" fmla="*/ 50748 w 54537"/>
                <a:gd name="connsiteY1" fmla="*/ 222734 h 230019"/>
                <a:gd name="connsiteX2" fmla="*/ 13841 w 54537"/>
                <a:gd name="connsiteY2" fmla="*/ 115084 h 230019"/>
                <a:gd name="connsiteX3" fmla="*/ 51689 w 54537"/>
                <a:gd name="connsiteY3" fmla="*/ 6285 h 230019"/>
                <a:gd name="connsiteX4" fmla="*/ 54745 w 54537"/>
                <a:gd name="connsiteY4" fmla="*/ 2375 h 230019"/>
                <a:gd name="connsiteX5" fmla="*/ 52394 w 54537"/>
                <a:gd name="connsiteY5" fmla="*/ 75 h 230019"/>
                <a:gd name="connsiteX6" fmla="*/ 15017 w 54537"/>
                <a:gd name="connsiteY6" fmla="*/ 44929 h 230019"/>
                <a:gd name="connsiteX7" fmla="*/ 207 w 54537"/>
                <a:gd name="connsiteY7" fmla="*/ 115084 h 230019"/>
                <a:gd name="connsiteX8" fmla="*/ 15722 w 54537"/>
                <a:gd name="connsiteY8" fmla="*/ 186851 h 230019"/>
                <a:gd name="connsiteX9" fmla="*/ 52394 w 54537"/>
                <a:gd name="connsiteY9" fmla="*/ 230094 h 230019"/>
                <a:gd name="connsiteX10" fmla="*/ 54745 w 54537"/>
                <a:gd name="connsiteY10" fmla="*/ 227794 h 23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37" h="230019">
                  <a:moveTo>
                    <a:pt x="54745" y="227794"/>
                  </a:moveTo>
                  <a:cubicBezTo>
                    <a:pt x="54745" y="227104"/>
                    <a:pt x="54745" y="226644"/>
                    <a:pt x="50748" y="222734"/>
                  </a:cubicBezTo>
                  <a:cubicBezTo>
                    <a:pt x="21364" y="193751"/>
                    <a:pt x="13841" y="150277"/>
                    <a:pt x="13841" y="115084"/>
                  </a:cubicBezTo>
                  <a:cubicBezTo>
                    <a:pt x="13841" y="75061"/>
                    <a:pt x="22774" y="35038"/>
                    <a:pt x="51689" y="6285"/>
                  </a:cubicBezTo>
                  <a:cubicBezTo>
                    <a:pt x="54745" y="3525"/>
                    <a:pt x="54745" y="3065"/>
                    <a:pt x="54745" y="2375"/>
                  </a:cubicBezTo>
                  <a:cubicBezTo>
                    <a:pt x="54745" y="765"/>
                    <a:pt x="53804" y="75"/>
                    <a:pt x="52394" y="75"/>
                  </a:cubicBezTo>
                  <a:cubicBezTo>
                    <a:pt x="50043" y="75"/>
                    <a:pt x="28886" y="15716"/>
                    <a:pt x="15017" y="44929"/>
                  </a:cubicBezTo>
                  <a:cubicBezTo>
                    <a:pt x="3028" y="70231"/>
                    <a:pt x="207" y="95763"/>
                    <a:pt x="207" y="115084"/>
                  </a:cubicBezTo>
                  <a:cubicBezTo>
                    <a:pt x="207" y="133026"/>
                    <a:pt x="2793" y="160858"/>
                    <a:pt x="15722" y="186851"/>
                  </a:cubicBezTo>
                  <a:cubicBezTo>
                    <a:pt x="29827" y="215143"/>
                    <a:pt x="50043" y="230094"/>
                    <a:pt x="52394" y="230094"/>
                  </a:cubicBezTo>
                  <a:cubicBezTo>
                    <a:pt x="53804" y="230094"/>
                    <a:pt x="54745" y="229404"/>
                    <a:pt x="54745" y="22779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68" name="Freeform: Shape 5667">
              <a:extLst>
                <a:ext uri="{FF2B5EF4-FFF2-40B4-BE49-F238E27FC236}">
                  <a16:creationId xmlns:a16="http://schemas.microsoft.com/office/drawing/2014/main" id="{F53B7106-4BF7-6BF3-5D84-083799898BCC}"/>
                </a:ext>
              </a:extLst>
            </p:cNvPr>
            <p:cNvSpPr/>
            <p:nvPr>
              <p:custDataLst>
                <p:tags r:id="rId199"/>
              </p:custDataLst>
            </p:nvPr>
          </p:nvSpPr>
          <p:spPr>
            <a:xfrm>
              <a:off x="9804981" y="5017517"/>
              <a:ext cx="122709" cy="146292"/>
            </a:xfrm>
            <a:custGeom>
              <a:avLst/>
              <a:gdLst>
                <a:gd name="connsiteX0" fmla="*/ 18322 w 122709"/>
                <a:gd name="connsiteY0" fmla="*/ 129799 h 146292"/>
                <a:gd name="connsiteX1" fmla="*/ 5627 w 122709"/>
                <a:gd name="connsiteY1" fmla="*/ 139230 h 146292"/>
                <a:gd name="connsiteX2" fmla="*/ 221 w 122709"/>
                <a:gd name="connsiteY2" fmla="*/ 143600 h 146292"/>
                <a:gd name="connsiteX3" fmla="*/ 3277 w 122709"/>
                <a:gd name="connsiteY3" fmla="*/ 146360 h 146292"/>
                <a:gd name="connsiteX4" fmla="*/ 23023 w 122709"/>
                <a:gd name="connsiteY4" fmla="*/ 145670 h 146292"/>
                <a:gd name="connsiteX5" fmla="*/ 46295 w 122709"/>
                <a:gd name="connsiteY5" fmla="*/ 146360 h 146292"/>
                <a:gd name="connsiteX6" fmla="*/ 50527 w 122709"/>
                <a:gd name="connsiteY6" fmla="*/ 141760 h 146292"/>
                <a:gd name="connsiteX7" fmla="*/ 44885 w 122709"/>
                <a:gd name="connsiteY7" fmla="*/ 139230 h 146292"/>
                <a:gd name="connsiteX8" fmla="*/ 33131 w 122709"/>
                <a:gd name="connsiteY8" fmla="*/ 135549 h 146292"/>
                <a:gd name="connsiteX9" fmla="*/ 44650 w 122709"/>
                <a:gd name="connsiteY9" fmla="*/ 89546 h 146292"/>
                <a:gd name="connsiteX10" fmla="*/ 66277 w 122709"/>
                <a:gd name="connsiteY10" fmla="*/ 104267 h 146292"/>
                <a:gd name="connsiteX11" fmla="*/ 122930 w 122709"/>
                <a:gd name="connsiteY11" fmla="*/ 36871 h 146292"/>
                <a:gd name="connsiteX12" fmla="*/ 91665 w 122709"/>
                <a:gd name="connsiteY12" fmla="*/ 68 h 146292"/>
                <a:gd name="connsiteX13" fmla="*/ 60870 w 122709"/>
                <a:gd name="connsiteY13" fmla="*/ 17319 h 146292"/>
                <a:gd name="connsiteX14" fmla="*/ 39713 w 122709"/>
                <a:gd name="connsiteY14" fmla="*/ 68 h 146292"/>
                <a:gd name="connsiteX15" fmla="*/ 22318 w 122709"/>
                <a:gd name="connsiteY15" fmla="*/ 13179 h 146292"/>
                <a:gd name="connsiteX16" fmla="*/ 15030 w 122709"/>
                <a:gd name="connsiteY16" fmla="*/ 35491 h 146292"/>
                <a:gd name="connsiteX17" fmla="*/ 17851 w 122709"/>
                <a:gd name="connsiteY17" fmla="*/ 37791 h 146292"/>
                <a:gd name="connsiteX18" fmla="*/ 21848 w 122709"/>
                <a:gd name="connsiteY18" fmla="*/ 32501 h 146292"/>
                <a:gd name="connsiteX19" fmla="*/ 39008 w 122709"/>
                <a:gd name="connsiteY19" fmla="*/ 5128 h 146292"/>
                <a:gd name="connsiteX20" fmla="*/ 46295 w 122709"/>
                <a:gd name="connsiteY20" fmla="*/ 15709 h 146292"/>
                <a:gd name="connsiteX21" fmla="*/ 44650 w 122709"/>
                <a:gd name="connsiteY21" fmla="*/ 27440 h 146292"/>
                <a:gd name="connsiteX22" fmla="*/ 18322 w 122709"/>
                <a:gd name="connsiteY22" fmla="*/ 129799 h 146292"/>
                <a:gd name="connsiteX23" fmla="*/ 59695 w 122709"/>
                <a:gd name="connsiteY23" fmla="*/ 29971 h 146292"/>
                <a:gd name="connsiteX24" fmla="*/ 71919 w 122709"/>
                <a:gd name="connsiteY24" fmla="*/ 13869 h 146292"/>
                <a:gd name="connsiteX25" fmla="*/ 90960 w 122709"/>
                <a:gd name="connsiteY25" fmla="*/ 5128 h 146292"/>
                <a:gd name="connsiteX26" fmla="*/ 106005 w 122709"/>
                <a:gd name="connsiteY26" fmla="*/ 26750 h 146292"/>
                <a:gd name="connsiteX27" fmla="*/ 94016 w 122709"/>
                <a:gd name="connsiteY27" fmla="*/ 75514 h 146292"/>
                <a:gd name="connsiteX28" fmla="*/ 66042 w 122709"/>
                <a:gd name="connsiteY28" fmla="*/ 99206 h 146292"/>
                <a:gd name="connsiteX29" fmla="*/ 47471 w 122709"/>
                <a:gd name="connsiteY29" fmla="*/ 78735 h 146292"/>
                <a:gd name="connsiteX30" fmla="*/ 48176 w 122709"/>
                <a:gd name="connsiteY30" fmla="*/ 75054 h 146292"/>
                <a:gd name="connsiteX31" fmla="*/ 59695 w 122709"/>
                <a:gd name="connsiteY31" fmla="*/ 29971 h 146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2709" h="146292">
                  <a:moveTo>
                    <a:pt x="18322" y="129799"/>
                  </a:moveTo>
                  <a:cubicBezTo>
                    <a:pt x="16441" y="137620"/>
                    <a:pt x="15971" y="139230"/>
                    <a:pt x="5627" y="139230"/>
                  </a:cubicBezTo>
                  <a:cubicBezTo>
                    <a:pt x="2807" y="139230"/>
                    <a:pt x="221" y="139230"/>
                    <a:pt x="221" y="143600"/>
                  </a:cubicBezTo>
                  <a:cubicBezTo>
                    <a:pt x="221" y="145440"/>
                    <a:pt x="1396" y="146360"/>
                    <a:pt x="3277" y="146360"/>
                  </a:cubicBezTo>
                  <a:cubicBezTo>
                    <a:pt x="9624" y="146360"/>
                    <a:pt x="16441" y="145670"/>
                    <a:pt x="23023" y="145670"/>
                  </a:cubicBezTo>
                  <a:cubicBezTo>
                    <a:pt x="30781" y="145670"/>
                    <a:pt x="38773" y="146360"/>
                    <a:pt x="46295" y="146360"/>
                  </a:cubicBezTo>
                  <a:cubicBezTo>
                    <a:pt x="47471" y="146360"/>
                    <a:pt x="50527" y="146360"/>
                    <a:pt x="50527" y="141760"/>
                  </a:cubicBezTo>
                  <a:cubicBezTo>
                    <a:pt x="50527" y="139230"/>
                    <a:pt x="48176" y="139230"/>
                    <a:pt x="44885" y="139230"/>
                  </a:cubicBezTo>
                  <a:cubicBezTo>
                    <a:pt x="33131" y="139230"/>
                    <a:pt x="33131" y="137620"/>
                    <a:pt x="33131" y="135549"/>
                  </a:cubicBezTo>
                  <a:cubicBezTo>
                    <a:pt x="33131" y="132789"/>
                    <a:pt x="43004" y="95296"/>
                    <a:pt x="44650" y="89546"/>
                  </a:cubicBezTo>
                  <a:cubicBezTo>
                    <a:pt x="47706" y="96216"/>
                    <a:pt x="54288" y="104267"/>
                    <a:pt x="66277" y="104267"/>
                  </a:cubicBezTo>
                  <a:cubicBezTo>
                    <a:pt x="93546" y="104267"/>
                    <a:pt x="122930" y="70684"/>
                    <a:pt x="122930" y="36871"/>
                  </a:cubicBezTo>
                  <a:cubicBezTo>
                    <a:pt x="122930" y="15249"/>
                    <a:pt x="109531" y="68"/>
                    <a:pt x="91665" y="68"/>
                  </a:cubicBezTo>
                  <a:cubicBezTo>
                    <a:pt x="79911" y="68"/>
                    <a:pt x="68628" y="8349"/>
                    <a:pt x="60870" y="17319"/>
                  </a:cubicBezTo>
                  <a:cubicBezTo>
                    <a:pt x="58519" y="4898"/>
                    <a:pt x="48411" y="68"/>
                    <a:pt x="39713" y="68"/>
                  </a:cubicBezTo>
                  <a:cubicBezTo>
                    <a:pt x="28900" y="68"/>
                    <a:pt x="24433" y="9039"/>
                    <a:pt x="22318" y="13179"/>
                  </a:cubicBezTo>
                  <a:cubicBezTo>
                    <a:pt x="18086" y="21000"/>
                    <a:pt x="15030" y="34801"/>
                    <a:pt x="15030" y="35491"/>
                  </a:cubicBezTo>
                  <a:cubicBezTo>
                    <a:pt x="15030" y="37791"/>
                    <a:pt x="17381" y="37791"/>
                    <a:pt x="17851" y="37791"/>
                  </a:cubicBezTo>
                  <a:cubicBezTo>
                    <a:pt x="20202" y="37791"/>
                    <a:pt x="20437" y="37561"/>
                    <a:pt x="21848" y="32501"/>
                  </a:cubicBezTo>
                  <a:cubicBezTo>
                    <a:pt x="25844" y="16169"/>
                    <a:pt x="30545" y="5128"/>
                    <a:pt x="39008" y="5128"/>
                  </a:cubicBezTo>
                  <a:cubicBezTo>
                    <a:pt x="43004" y="5128"/>
                    <a:pt x="46295" y="6969"/>
                    <a:pt x="46295" y="15709"/>
                  </a:cubicBezTo>
                  <a:cubicBezTo>
                    <a:pt x="46295" y="21000"/>
                    <a:pt x="45590" y="23530"/>
                    <a:pt x="44650" y="27440"/>
                  </a:cubicBezTo>
                  <a:lnTo>
                    <a:pt x="18322" y="129799"/>
                  </a:lnTo>
                  <a:close/>
                  <a:moveTo>
                    <a:pt x="59695" y="29971"/>
                  </a:moveTo>
                  <a:cubicBezTo>
                    <a:pt x="61340" y="23760"/>
                    <a:pt x="67687" y="17319"/>
                    <a:pt x="71919" y="13869"/>
                  </a:cubicBezTo>
                  <a:cubicBezTo>
                    <a:pt x="80146" y="6739"/>
                    <a:pt x="86963" y="5128"/>
                    <a:pt x="90960" y="5128"/>
                  </a:cubicBezTo>
                  <a:cubicBezTo>
                    <a:pt x="100363" y="5128"/>
                    <a:pt x="106005" y="13179"/>
                    <a:pt x="106005" y="26750"/>
                  </a:cubicBezTo>
                  <a:cubicBezTo>
                    <a:pt x="106005" y="40321"/>
                    <a:pt x="98247" y="66774"/>
                    <a:pt x="94016" y="75514"/>
                  </a:cubicBezTo>
                  <a:cubicBezTo>
                    <a:pt x="86023" y="91616"/>
                    <a:pt x="74740" y="99206"/>
                    <a:pt x="66042" y="99206"/>
                  </a:cubicBezTo>
                  <a:cubicBezTo>
                    <a:pt x="50527" y="99206"/>
                    <a:pt x="47471" y="80115"/>
                    <a:pt x="47471" y="78735"/>
                  </a:cubicBezTo>
                  <a:cubicBezTo>
                    <a:pt x="47471" y="78275"/>
                    <a:pt x="47471" y="77815"/>
                    <a:pt x="48176" y="75054"/>
                  </a:cubicBezTo>
                  <a:lnTo>
                    <a:pt x="59695" y="2997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69" name="Freeform: Shape 5668">
              <a:extLst>
                <a:ext uri="{FF2B5EF4-FFF2-40B4-BE49-F238E27FC236}">
                  <a16:creationId xmlns:a16="http://schemas.microsoft.com/office/drawing/2014/main" id="{AC518524-C778-882C-AB20-EDAB275AD718}"/>
                </a:ext>
              </a:extLst>
            </p:cNvPr>
            <p:cNvSpPr/>
            <p:nvPr>
              <p:custDataLst>
                <p:tags r:id="rId200"/>
              </p:custDataLst>
            </p:nvPr>
          </p:nvSpPr>
          <p:spPr>
            <a:xfrm>
              <a:off x="9610079" y="5212690"/>
              <a:ext cx="523122" cy="9200"/>
            </a:xfrm>
            <a:custGeom>
              <a:avLst/>
              <a:gdLst>
                <a:gd name="connsiteX0" fmla="*/ 0 w 523122"/>
                <a:gd name="connsiteY0" fmla="*/ 0 h 9200"/>
                <a:gd name="connsiteX1" fmla="*/ 523122 w 523122"/>
                <a:gd name="connsiteY1" fmla="*/ 0 h 9200"/>
                <a:gd name="connsiteX2" fmla="*/ 523122 w 523122"/>
                <a:gd name="connsiteY2" fmla="*/ 9200 h 9200"/>
                <a:gd name="connsiteX3" fmla="*/ 0 w 523122"/>
                <a:gd name="connsiteY3" fmla="*/ 9200 h 9200"/>
              </a:gdLst>
              <a:ahLst/>
              <a:cxnLst>
                <a:cxn ang="0">
                  <a:pos x="connsiteX0" y="connsiteY0"/>
                </a:cxn>
                <a:cxn ang="0">
                  <a:pos x="connsiteX1" y="connsiteY1"/>
                </a:cxn>
                <a:cxn ang="0">
                  <a:pos x="connsiteX2" y="connsiteY2"/>
                </a:cxn>
                <a:cxn ang="0">
                  <a:pos x="connsiteX3" y="connsiteY3"/>
                </a:cxn>
              </a:cxnLst>
              <a:rect l="l" t="t" r="r" b="b"/>
              <a:pathLst>
                <a:path w="523122" h="9200">
                  <a:moveTo>
                    <a:pt x="0" y="0"/>
                  </a:moveTo>
                  <a:lnTo>
                    <a:pt x="523122" y="0"/>
                  </a:lnTo>
                  <a:lnTo>
                    <a:pt x="523122" y="9200"/>
                  </a:lnTo>
                  <a:lnTo>
                    <a:pt x="0" y="92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0" name="Freeform: Shape 5669">
              <a:extLst>
                <a:ext uri="{FF2B5EF4-FFF2-40B4-BE49-F238E27FC236}">
                  <a16:creationId xmlns:a16="http://schemas.microsoft.com/office/drawing/2014/main" id="{F0B5EDBA-23F5-70A4-78DA-FB6684604DD9}"/>
                </a:ext>
              </a:extLst>
            </p:cNvPr>
            <p:cNvSpPr/>
            <p:nvPr>
              <p:custDataLst>
                <p:tags r:id="rId201"/>
              </p:custDataLst>
            </p:nvPr>
          </p:nvSpPr>
          <p:spPr>
            <a:xfrm>
              <a:off x="9631000" y="5279384"/>
              <a:ext cx="77574" cy="153192"/>
            </a:xfrm>
            <a:custGeom>
              <a:avLst/>
              <a:gdLst>
                <a:gd name="connsiteX0" fmla="*/ 48403 w 77574"/>
                <a:gd name="connsiteY0" fmla="*/ 6062 h 153192"/>
                <a:gd name="connsiteX1" fmla="*/ 42996 w 77574"/>
                <a:gd name="connsiteY1" fmla="*/ 82 h 153192"/>
                <a:gd name="connsiteX2" fmla="*/ 212 w 77574"/>
                <a:gd name="connsiteY2" fmla="*/ 14803 h 153192"/>
                <a:gd name="connsiteX3" fmla="*/ 212 w 77574"/>
                <a:gd name="connsiteY3" fmla="*/ 21933 h 153192"/>
                <a:gd name="connsiteX4" fmla="*/ 31007 w 77574"/>
                <a:gd name="connsiteY4" fmla="*/ 15953 h 153192"/>
                <a:gd name="connsiteX5" fmla="*/ 31007 w 77574"/>
                <a:gd name="connsiteY5" fmla="*/ 135103 h 153192"/>
                <a:gd name="connsiteX6" fmla="*/ 9145 w 77574"/>
                <a:gd name="connsiteY6" fmla="*/ 146144 h 153192"/>
                <a:gd name="connsiteX7" fmla="*/ 1623 w 77574"/>
                <a:gd name="connsiteY7" fmla="*/ 146144 h 153192"/>
                <a:gd name="connsiteX8" fmla="*/ 1623 w 77574"/>
                <a:gd name="connsiteY8" fmla="*/ 153274 h 153192"/>
                <a:gd name="connsiteX9" fmla="*/ 39705 w 77574"/>
                <a:gd name="connsiteY9" fmla="*/ 152584 h 153192"/>
                <a:gd name="connsiteX10" fmla="*/ 77787 w 77574"/>
                <a:gd name="connsiteY10" fmla="*/ 153274 h 153192"/>
                <a:gd name="connsiteX11" fmla="*/ 77787 w 77574"/>
                <a:gd name="connsiteY11" fmla="*/ 146144 h 153192"/>
                <a:gd name="connsiteX12" fmla="*/ 70265 w 77574"/>
                <a:gd name="connsiteY12" fmla="*/ 146144 h 153192"/>
                <a:gd name="connsiteX13" fmla="*/ 48403 w 77574"/>
                <a:gd name="connsiteY13" fmla="*/ 135103 h 153192"/>
                <a:gd name="connsiteX14" fmla="*/ 48403 w 77574"/>
                <a:gd name="connsiteY14" fmla="*/ 6062 h 15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574" h="153192">
                  <a:moveTo>
                    <a:pt x="48403" y="6062"/>
                  </a:moveTo>
                  <a:cubicBezTo>
                    <a:pt x="48403" y="542"/>
                    <a:pt x="48403" y="82"/>
                    <a:pt x="42996" y="82"/>
                  </a:cubicBezTo>
                  <a:cubicBezTo>
                    <a:pt x="28421" y="14803"/>
                    <a:pt x="7735" y="14803"/>
                    <a:pt x="212" y="14803"/>
                  </a:cubicBezTo>
                  <a:lnTo>
                    <a:pt x="212" y="21933"/>
                  </a:lnTo>
                  <a:cubicBezTo>
                    <a:pt x="4914" y="21933"/>
                    <a:pt x="18783" y="21933"/>
                    <a:pt x="31007" y="15953"/>
                  </a:cubicBezTo>
                  <a:lnTo>
                    <a:pt x="31007" y="135103"/>
                  </a:lnTo>
                  <a:cubicBezTo>
                    <a:pt x="31007" y="143384"/>
                    <a:pt x="30302" y="146144"/>
                    <a:pt x="9145" y="146144"/>
                  </a:cubicBezTo>
                  <a:lnTo>
                    <a:pt x="1623" y="146144"/>
                  </a:lnTo>
                  <a:lnTo>
                    <a:pt x="1623" y="153274"/>
                  </a:lnTo>
                  <a:cubicBezTo>
                    <a:pt x="9850" y="152584"/>
                    <a:pt x="30302" y="152584"/>
                    <a:pt x="39705" y="152584"/>
                  </a:cubicBezTo>
                  <a:cubicBezTo>
                    <a:pt x="49108" y="152584"/>
                    <a:pt x="69559" y="152584"/>
                    <a:pt x="77787" y="153274"/>
                  </a:cubicBezTo>
                  <a:lnTo>
                    <a:pt x="77787" y="146144"/>
                  </a:lnTo>
                  <a:lnTo>
                    <a:pt x="70265" y="146144"/>
                  </a:lnTo>
                  <a:cubicBezTo>
                    <a:pt x="49108" y="146144"/>
                    <a:pt x="48403" y="143614"/>
                    <a:pt x="48403" y="135103"/>
                  </a:cubicBezTo>
                  <a:lnTo>
                    <a:pt x="48403" y="606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1" name="Freeform: Shape 5670">
              <a:extLst>
                <a:ext uri="{FF2B5EF4-FFF2-40B4-BE49-F238E27FC236}">
                  <a16:creationId xmlns:a16="http://schemas.microsoft.com/office/drawing/2014/main" id="{49F9D6C8-4A1F-5F44-520C-64114C801CA5}"/>
                </a:ext>
              </a:extLst>
            </p:cNvPr>
            <p:cNvSpPr/>
            <p:nvPr>
              <p:custDataLst>
                <p:tags r:id="rId202"/>
              </p:custDataLst>
            </p:nvPr>
          </p:nvSpPr>
          <p:spPr>
            <a:xfrm>
              <a:off x="9799366" y="5370472"/>
              <a:ext cx="143630" cy="9200"/>
            </a:xfrm>
            <a:custGeom>
              <a:avLst/>
              <a:gdLst>
                <a:gd name="connsiteX0" fmla="*/ 135623 w 143630"/>
                <a:gd name="connsiteY0" fmla="*/ 9282 h 9200"/>
                <a:gd name="connsiteX1" fmla="*/ 143850 w 143630"/>
                <a:gd name="connsiteY1" fmla="*/ 4682 h 9200"/>
                <a:gd name="connsiteX2" fmla="*/ 135623 w 143630"/>
                <a:gd name="connsiteY2" fmla="*/ 82 h 9200"/>
                <a:gd name="connsiteX3" fmla="*/ 8447 w 143630"/>
                <a:gd name="connsiteY3" fmla="*/ 82 h 9200"/>
                <a:gd name="connsiteX4" fmla="*/ 219 w 143630"/>
                <a:gd name="connsiteY4" fmla="*/ 4682 h 9200"/>
                <a:gd name="connsiteX5" fmla="*/ 8447 w 143630"/>
                <a:gd name="connsiteY5" fmla="*/ 9282 h 9200"/>
                <a:gd name="connsiteX6" fmla="*/ 135623 w 143630"/>
                <a:gd name="connsiteY6" fmla="*/ 9282 h 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630" h="9200">
                  <a:moveTo>
                    <a:pt x="135623" y="9282"/>
                  </a:moveTo>
                  <a:cubicBezTo>
                    <a:pt x="139619" y="9282"/>
                    <a:pt x="143850" y="9282"/>
                    <a:pt x="143850" y="4682"/>
                  </a:cubicBezTo>
                  <a:cubicBezTo>
                    <a:pt x="143850" y="82"/>
                    <a:pt x="139619" y="82"/>
                    <a:pt x="135623" y="82"/>
                  </a:cubicBezTo>
                  <a:lnTo>
                    <a:pt x="8447" y="82"/>
                  </a:lnTo>
                  <a:cubicBezTo>
                    <a:pt x="4451" y="82"/>
                    <a:pt x="219" y="82"/>
                    <a:pt x="219" y="4682"/>
                  </a:cubicBezTo>
                  <a:cubicBezTo>
                    <a:pt x="219" y="9282"/>
                    <a:pt x="4451" y="9282"/>
                    <a:pt x="8447" y="9282"/>
                  </a:cubicBezTo>
                  <a:lnTo>
                    <a:pt x="135623" y="928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2" name="Freeform: Shape 5671">
              <a:extLst>
                <a:ext uri="{FF2B5EF4-FFF2-40B4-BE49-F238E27FC236}">
                  <a16:creationId xmlns:a16="http://schemas.microsoft.com/office/drawing/2014/main" id="{D905C8AD-C431-7B4E-7B04-B9865D69C4B6}"/>
                </a:ext>
              </a:extLst>
            </p:cNvPr>
            <p:cNvSpPr/>
            <p:nvPr>
              <p:custDataLst>
                <p:tags r:id="rId203"/>
              </p:custDataLst>
            </p:nvPr>
          </p:nvSpPr>
          <p:spPr>
            <a:xfrm>
              <a:off x="10007407" y="5330908"/>
              <a:ext cx="122709" cy="146292"/>
            </a:xfrm>
            <a:custGeom>
              <a:avLst/>
              <a:gdLst>
                <a:gd name="connsiteX0" fmla="*/ 18330 w 122709"/>
                <a:gd name="connsiteY0" fmla="*/ 129813 h 146292"/>
                <a:gd name="connsiteX1" fmla="*/ 5636 w 122709"/>
                <a:gd name="connsiteY1" fmla="*/ 139243 h 146292"/>
                <a:gd name="connsiteX2" fmla="*/ 229 w 122709"/>
                <a:gd name="connsiteY2" fmla="*/ 143614 h 146292"/>
                <a:gd name="connsiteX3" fmla="*/ 3285 w 122709"/>
                <a:gd name="connsiteY3" fmla="*/ 146374 h 146292"/>
                <a:gd name="connsiteX4" fmla="*/ 23032 w 122709"/>
                <a:gd name="connsiteY4" fmla="*/ 145684 h 146292"/>
                <a:gd name="connsiteX5" fmla="*/ 46304 w 122709"/>
                <a:gd name="connsiteY5" fmla="*/ 146374 h 146292"/>
                <a:gd name="connsiteX6" fmla="*/ 50535 w 122709"/>
                <a:gd name="connsiteY6" fmla="*/ 141774 h 146292"/>
                <a:gd name="connsiteX7" fmla="*/ 44894 w 122709"/>
                <a:gd name="connsiteY7" fmla="*/ 139243 h 146292"/>
                <a:gd name="connsiteX8" fmla="*/ 33140 w 122709"/>
                <a:gd name="connsiteY8" fmla="*/ 135563 h 146292"/>
                <a:gd name="connsiteX9" fmla="*/ 44659 w 122709"/>
                <a:gd name="connsiteY9" fmla="*/ 89559 h 146292"/>
                <a:gd name="connsiteX10" fmla="*/ 66285 w 122709"/>
                <a:gd name="connsiteY10" fmla="*/ 104280 h 146292"/>
                <a:gd name="connsiteX11" fmla="*/ 122939 w 122709"/>
                <a:gd name="connsiteY11" fmla="*/ 36885 h 146292"/>
                <a:gd name="connsiteX12" fmla="*/ 91674 w 122709"/>
                <a:gd name="connsiteY12" fmla="*/ 82 h 146292"/>
                <a:gd name="connsiteX13" fmla="*/ 60879 w 122709"/>
                <a:gd name="connsiteY13" fmla="*/ 17333 h 146292"/>
                <a:gd name="connsiteX14" fmla="*/ 39722 w 122709"/>
                <a:gd name="connsiteY14" fmla="*/ 82 h 146292"/>
                <a:gd name="connsiteX15" fmla="*/ 22326 w 122709"/>
                <a:gd name="connsiteY15" fmla="*/ 13193 h 146292"/>
                <a:gd name="connsiteX16" fmla="*/ 15039 w 122709"/>
                <a:gd name="connsiteY16" fmla="*/ 35505 h 146292"/>
                <a:gd name="connsiteX17" fmla="*/ 17860 w 122709"/>
                <a:gd name="connsiteY17" fmla="*/ 37805 h 146292"/>
                <a:gd name="connsiteX18" fmla="*/ 21856 w 122709"/>
                <a:gd name="connsiteY18" fmla="*/ 32514 h 146292"/>
                <a:gd name="connsiteX19" fmla="*/ 39017 w 122709"/>
                <a:gd name="connsiteY19" fmla="*/ 5142 h 146292"/>
                <a:gd name="connsiteX20" fmla="*/ 46304 w 122709"/>
                <a:gd name="connsiteY20" fmla="*/ 15723 h 146292"/>
                <a:gd name="connsiteX21" fmla="*/ 44659 w 122709"/>
                <a:gd name="connsiteY21" fmla="*/ 27454 h 146292"/>
                <a:gd name="connsiteX22" fmla="*/ 18330 w 122709"/>
                <a:gd name="connsiteY22" fmla="*/ 129813 h 146292"/>
                <a:gd name="connsiteX23" fmla="*/ 59703 w 122709"/>
                <a:gd name="connsiteY23" fmla="*/ 29984 h 146292"/>
                <a:gd name="connsiteX24" fmla="*/ 71927 w 122709"/>
                <a:gd name="connsiteY24" fmla="*/ 13883 h 146292"/>
                <a:gd name="connsiteX25" fmla="*/ 90968 w 122709"/>
                <a:gd name="connsiteY25" fmla="*/ 5142 h 146292"/>
                <a:gd name="connsiteX26" fmla="*/ 106013 w 122709"/>
                <a:gd name="connsiteY26" fmla="*/ 26764 h 146292"/>
                <a:gd name="connsiteX27" fmla="*/ 94024 w 122709"/>
                <a:gd name="connsiteY27" fmla="*/ 75528 h 146292"/>
                <a:gd name="connsiteX28" fmla="*/ 66050 w 122709"/>
                <a:gd name="connsiteY28" fmla="*/ 99220 h 146292"/>
                <a:gd name="connsiteX29" fmla="*/ 47479 w 122709"/>
                <a:gd name="connsiteY29" fmla="*/ 78748 h 146292"/>
                <a:gd name="connsiteX30" fmla="*/ 48185 w 122709"/>
                <a:gd name="connsiteY30" fmla="*/ 75068 h 146292"/>
                <a:gd name="connsiteX31" fmla="*/ 59703 w 122709"/>
                <a:gd name="connsiteY31" fmla="*/ 29984 h 146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2709" h="146292">
                  <a:moveTo>
                    <a:pt x="18330" y="129813"/>
                  </a:moveTo>
                  <a:cubicBezTo>
                    <a:pt x="16450" y="137633"/>
                    <a:pt x="15979" y="139243"/>
                    <a:pt x="5636" y="139243"/>
                  </a:cubicBezTo>
                  <a:cubicBezTo>
                    <a:pt x="2815" y="139243"/>
                    <a:pt x="229" y="139243"/>
                    <a:pt x="229" y="143614"/>
                  </a:cubicBezTo>
                  <a:cubicBezTo>
                    <a:pt x="229" y="145454"/>
                    <a:pt x="1405" y="146374"/>
                    <a:pt x="3285" y="146374"/>
                  </a:cubicBezTo>
                  <a:cubicBezTo>
                    <a:pt x="9632" y="146374"/>
                    <a:pt x="16450" y="145684"/>
                    <a:pt x="23032" y="145684"/>
                  </a:cubicBezTo>
                  <a:cubicBezTo>
                    <a:pt x="30789" y="145684"/>
                    <a:pt x="38782" y="146374"/>
                    <a:pt x="46304" y="146374"/>
                  </a:cubicBezTo>
                  <a:cubicBezTo>
                    <a:pt x="47479" y="146374"/>
                    <a:pt x="50535" y="146374"/>
                    <a:pt x="50535" y="141774"/>
                  </a:cubicBezTo>
                  <a:cubicBezTo>
                    <a:pt x="50535" y="139243"/>
                    <a:pt x="48185" y="139243"/>
                    <a:pt x="44894" y="139243"/>
                  </a:cubicBezTo>
                  <a:cubicBezTo>
                    <a:pt x="33140" y="139243"/>
                    <a:pt x="33140" y="137633"/>
                    <a:pt x="33140" y="135563"/>
                  </a:cubicBezTo>
                  <a:cubicBezTo>
                    <a:pt x="33140" y="132803"/>
                    <a:pt x="43013" y="95310"/>
                    <a:pt x="44659" y="89559"/>
                  </a:cubicBezTo>
                  <a:cubicBezTo>
                    <a:pt x="47715" y="96230"/>
                    <a:pt x="54297" y="104280"/>
                    <a:pt x="66285" y="104280"/>
                  </a:cubicBezTo>
                  <a:cubicBezTo>
                    <a:pt x="93554" y="104280"/>
                    <a:pt x="122939" y="70698"/>
                    <a:pt x="122939" y="36885"/>
                  </a:cubicBezTo>
                  <a:cubicBezTo>
                    <a:pt x="122939" y="15263"/>
                    <a:pt x="109539" y="82"/>
                    <a:pt x="91674" y="82"/>
                  </a:cubicBezTo>
                  <a:cubicBezTo>
                    <a:pt x="79920" y="82"/>
                    <a:pt x="68636" y="8362"/>
                    <a:pt x="60879" y="17333"/>
                  </a:cubicBezTo>
                  <a:cubicBezTo>
                    <a:pt x="58528" y="4912"/>
                    <a:pt x="48420" y="82"/>
                    <a:pt x="39722" y="82"/>
                  </a:cubicBezTo>
                  <a:cubicBezTo>
                    <a:pt x="28908" y="82"/>
                    <a:pt x="24442" y="9052"/>
                    <a:pt x="22326" y="13193"/>
                  </a:cubicBezTo>
                  <a:cubicBezTo>
                    <a:pt x="18095" y="21013"/>
                    <a:pt x="15039" y="34815"/>
                    <a:pt x="15039" y="35505"/>
                  </a:cubicBezTo>
                  <a:cubicBezTo>
                    <a:pt x="15039" y="37805"/>
                    <a:pt x="17390" y="37805"/>
                    <a:pt x="17860" y="37805"/>
                  </a:cubicBezTo>
                  <a:cubicBezTo>
                    <a:pt x="20211" y="37805"/>
                    <a:pt x="20446" y="37575"/>
                    <a:pt x="21856" y="32514"/>
                  </a:cubicBezTo>
                  <a:cubicBezTo>
                    <a:pt x="25853" y="16183"/>
                    <a:pt x="30554" y="5142"/>
                    <a:pt x="39017" y="5142"/>
                  </a:cubicBezTo>
                  <a:cubicBezTo>
                    <a:pt x="43013" y="5142"/>
                    <a:pt x="46304" y="6982"/>
                    <a:pt x="46304" y="15723"/>
                  </a:cubicBezTo>
                  <a:cubicBezTo>
                    <a:pt x="46304" y="21013"/>
                    <a:pt x="45599" y="23544"/>
                    <a:pt x="44659" y="27454"/>
                  </a:cubicBezTo>
                  <a:lnTo>
                    <a:pt x="18330" y="129813"/>
                  </a:lnTo>
                  <a:close/>
                  <a:moveTo>
                    <a:pt x="59703" y="29984"/>
                  </a:moveTo>
                  <a:cubicBezTo>
                    <a:pt x="61349" y="23774"/>
                    <a:pt x="67696" y="17333"/>
                    <a:pt x="71927" y="13883"/>
                  </a:cubicBezTo>
                  <a:cubicBezTo>
                    <a:pt x="80155" y="6752"/>
                    <a:pt x="86972" y="5142"/>
                    <a:pt x="90968" y="5142"/>
                  </a:cubicBezTo>
                  <a:cubicBezTo>
                    <a:pt x="100371" y="5142"/>
                    <a:pt x="106013" y="13193"/>
                    <a:pt x="106013" y="26764"/>
                  </a:cubicBezTo>
                  <a:cubicBezTo>
                    <a:pt x="106013" y="40335"/>
                    <a:pt x="98256" y="66787"/>
                    <a:pt x="94024" y="75528"/>
                  </a:cubicBezTo>
                  <a:cubicBezTo>
                    <a:pt x="86032" y="91629"/>
                    <a:pt x="74748" y="99220"/>
                    <a:pt x="66050" y="99220"/>
                  </a:cubicBezTo>
                  <a:cubicBezTo>
                    <a:pt x="50535" y="99220"/>
                    <a:pt x="47479" y="80128"/>
                    <a:pt x="47479" y="78748"/>
                  </a:cubicBezTo>
                  <a:cubicBezTo>
                    <a:pt x="47479" y="78288"/>
                    <a:pt x="47479" y="77828"/>
                    <a:pt x="48185" y="75068"/>
                  </a:cubicBezTo>
                  <a:lnTo>
                    <a:pt x="59703" y="2998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3" name="Freeform: Shape 5672">
              <a:extLst>
                <a:ext uri="{FF2B5EF4-FFF2-40B4-BE49-F238E27FC236}">
                  <a16:creationId xmlns:a16="http://schemas.microsoft.com/office/drawing/2014/main" id="{7A1D6B03-350D-4C65-25C1-C24885745B53}"/>
                </a:ext>
              </a:extLst>
            </p:cNvPr>
            <p:cNvSpPr/>
            <p:nvPr>
              <p:custDataLst>
                <p:tags r:id="rId204"/>
              </p:custDataLst>
            </p:nvPr>
          </p:nvSpPr>
          <p:spPr>
            <a:xfrm>
              <a:off x="10174809" y="5102281"/>
              <a:ext cx="54537" cy="230019"/>
            </a:xfrm>
            <a:custGeom>
              <a:avLst/>
              <a:gdLst>
                <a:gd name="connsiteX0" fmla="*/ 54773 w 54537"/>
                <a:gd name="connsiteY0" fmla="*/ 115084 h 230019"/>
                <a:gd name="connsiteX1" fmla="*/ 39258 w 54537"/>
                <a:gd name="connsiteY1" fmla="*/ 43318 h 230019"/>
                <a:gd name="connsiteX2" fmla="*/ 2586 w 54537"/>
                <a:gd name="connsiteY2" fmla="*/ 75 h 230019"/>
                <a:gd name="connsiteX3" fmla="*/ 236 w 54537"/>
                <a:gd name="connsiteY3" fmla="*/ 2375 h 230019"/>
                <a:gd name="connsiteX4" fmla="*/ 4702 w 54537"/>
                <a:gd name="connsiteY4" fmla="*/ 7665 h 230019"/>
                <a:gd name="connsiteX5" fmla="*/ 41139 w 54537"/>
                <a:gd name="connsiteY5" fmla="*/ 115084 h 230019"/>
                <a:gd name="connsiteX6" fmla="*/ 3292 w 54537"/>
                <a:gd name="connsiteY6" fmla="*/ 223884 h 230019"/>
                <a:gd name="connsiteX7" fmla="*/ 236 w 54537"/>
                <a:gd name="connsiteY7" fmla="*/ 227794 h 230019"/>
                <a:gd name="connsiteX8" fmla="*/ 2586 w 54537"/>
                <a:gd name="connsiteY8" fmla="*/ 230094 h 230019"/>
                <a:gd name="connsiteX9" fmla="*/ 39963 w 54537"/>
                <a:gd name="connsiteY9" fmla="*/ 185240 h 230019"/>
                <a:gd name="connsiteX10" fmla="*/ 54773 w 54537"/>
                <a:gd name="connsiteY10" fmla="*/ 115084 h 23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37" h="230019">
                  <a:moveTo>
                    <a:pt x="54773" y="115084"/>
                  </a:moveTo>
                  <a:cubicBezTo>
                    <a:pt x="54773" y="97143"/>
                    <a:pt x="52187" y="69311"/>
                    <a:pt x="39258" y="43318"/>
                  </a:cubicBezTo>
                  <a:cubicBezTo>
                    <a:pt x="25154" y="15026"/>
                    <a:pt x="4937" y="75"/>
                    <a:pt x="2586" y="75"/>
                  </a:cubicBezTo>
                  <a:cubicBezTo>
                    <a:pt x="1176" y="75"/>
                    <a:pt x="236" y="995"/>
                    <a:pt x="236" y="2375"/>
                  </a:cubicBezTo>
                  <a:cubicBezTo>
                    <a:pt x="236" y="3065"/>
                    <a:pt x="236" y="3525"/>
                    <a:pt x="4702" y="7665"/>
                  </a:cubicBezTo>
                  <a:cubicBezTo>
                    <a:pt x="27739" y="30437"/>
                    <a:pt x="41139" y="67010"/>
                    <a:pt x="41139" y="115084"/>
                  </a:cubicBezTo>
                  <a:cubicBezTo>
                    <a:pt x="41139" y="154418"/>
                    <a:pt x="32441" y="194901"/>
                    <a:pt x="3292" y="223884"/>
                  </a:cubicBezTo>
                  <a:cubicBezTo>
                    <a:pt x="236" y="226644"/>
                    <a:pt x="236" y="227104"/>
                    <a:pt x="236" y="227794"/>
                  </a:cubicBezTo>
                  <a:cubicBezTo>
                    <a:pt x="236" y="229174"/>
                    <a:pt x="1176" y="230094"/>
                    <a:pt x="2586" y="230094"/>
                  </a:cubicBezTo>
                  <a:cubicBezTo>
                    <a:pt x="4937" y="230094"/>
                    <a:pt x="26094" y="214453"/>
                    <a:pt x="39963" y="185240"/>
                  </a:cubicBezTo>
                  <a:cubicBezTo>
                    <a:pt x="51952" y="159938"/>
                    <a:pt x="54773" y="134406"/>
                    <a:pt x="54773" y="11508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4" name="Freeform: Shape 5673">
              <a:extLst>
                <a:ext uri="{FF2B5EF4-FFF2-40B4-BE49-F238E27FC236}">
                  <a16:creationId xmlns:a16="http://schemas.microsoft.com/office/drawing/2014/main" id="{BF534CF1-EAED-2CF9-8FDA-704FF82E69D3}"/>
                </a:ext>
              </a:extLst>
            </p:cNvPr>
            <p:cNvSpPr/>
            <p:nvPr>
              <p:custDataLst>
                <p:tags r:id="rId205"/>
              </p:custDataLst>
            </p:nvPr>
          </p:nvSpPr>
          <p:spPr>
            <a:xfrm>
              <a:off x="10331290" y="5190378"/>
              <a:ext cx="156325" cy="53824"/>
            </a:xfrm>
            <a:custGeom>
              <a:avLst/>
              <a:gdLst>
                <a:gd name="connsiteX0" fmla="*/ 148575 w 156325"/>
                <a:gd name="connsiteY0" fmla="*/ 9276 h 53824"/>
                <a:gd name="connsiteX1" fmla="*/ 156567 w 156325"/>
                <a:gd name="connsiteY1" fmla="*/ 4675 h 53824"/>
                <a:gd name="connsiteX2" fmla="*/ 148810 w 156325"/>
                <a:gd name="connsiteY2" fmla="*/ 75 h 53824"/>
                <a:gd name="connsiteX3" fmla="*/ 8000 w 156325"/>
                <a:gd name="connsiteY3" fmla="*/ 75 h 53824"/>
                <a:gd name="connsiteX4" fmla="*/ 242 w 156325"/>
                <a:gd name="connsiteY4" fmla="*/ 4675 h 53824"/>
                <a:gd name="connsiteX5" fmla="*/ 8235 w 156325"/>
                <a:gd name="connsiteY5" fmla="*/ 9276 h 53824"/>
                <a:gd name="connsiteX6" fmla="*/ 148575 w 156325"/>
                <a:gd name="connsiteY6" fmla="*/ 9276 h 53824"/>
                <a:gd name="connsiteX7" fmla="*/ 148810 w 156325"/>
                <a:gd name="connsiteY7" fmla="*/ 53899 h 53824"/>
                <a:gd name="connsiteX8" fmla="*/ 156567 w 156325"/>
                <a:gd name="connsiteY8" fmla="*/ 49299 h 53824"/>
                <a:gd name="connsiteX9" fmla="*/ 148575 w 156325"/>
                <a:gd name="connsiteY9" fmla="*/ 44698 h 53824"/>
                <a:gd name="connsiteX10" fmla="*/ 8235 w 156325"/>
                <a:gd name="connsiteY10" fmla="*/ 44698 h 53824"/>
                <a:gd name="connsiteX11" fmla="*/ 242 w 156325"/>
                <a:gd name="connsiteY11" fmla="*/ 49299 h 53824"/>
                <a:gd name="connsiteX12" fmla="*/ 8000 w 156325"/>
                <a:gd name="connsiteY12" fmla="*/ 53899 h 53824"/>
                <a:gd name="connsiteX13" fmla="*/ 148810 w 156325"/>
                <a:gd name="connsiteY13" fmla="*/ 53899 h 5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325" h="53824">
                  <a:moveTo>
                    <a:pt x="148575" y="9276"/>
                  </a:moveTo>
                  <a:cubicBezTo>
                    <a:pt x="152101" y="9276"/>
                    <a:pt x="156567" y="9276"/>
                    <a:pt x="156567" y="4675"/>
                  </a:cubicBezTo>
                  <a:cubicBezTo>
                    <a:pt x="156567" y="75"/>
                    <a:pt x="152101" y="75"/>
                    <a:pt x="148810" y="75"/>
                  </a:cubicBezTo>
                  <a:lnTo>
                    <a:pt x="8000" y="75"/>
                  </a:lnTo>
                  <a:cubicBezTo>
                    <a:pt x="4709" y="75"/>
                    <a:pt x="242" y="75"/>
                    <a:pt x="242" y="4675"/>
                  </a:cubicBezTo>
                  <a:cubicBezTo>
                    <a:pt x="242" y="9276"/>
                    <a:pt x="4709" y="9276"/>
                    <a:pt x="8235" y="9276"/>
                  </a:cubicBezTo>
                  <a:lnTo>
                    <a:pt x="148575" y="9276"/>
                  </a:lnTo>
                  <a:close/>
                  <a:moveTo>
                    <a:pt x="148810" y="53899"/>
                  </a:moveTo>
                  <a:cubicBezTo>
                    <a:pt x="152101" y="53899"/>
                    <a:pt x="156567" y="53899"/>
                    <a:pt x="156567" y="49299"/>
                  </a:cubicBezTo>
                  <a:cubicBezTo>
                    <a:pt x="156567" y="44698"/>
                    <a:pt x="152101" y="44698"/>
                    <a:pt x="148575" y="44698"/>
                  </a:cubicBezTo>
                  <a:lnTo>
                    <a:pt x="8235" y="44698"/>
                  </a:lnTo>
                  <a:cubicBezTo>
                    <a:pt x="4709" y="44698"/>
                    <a:pt x="242" y="44698"/>
                    <a:pt x="242" y="49299"/>
                  </a:cubicBezTo>
                  <a:cubicBezTo>
                    <a:pt x="242" y="53899"/>
                    <a:pt x="4709" y="53899"/>
                    <a:pt x="8000" y="53899"/>
                  </a:cubicBezTo>
                  <a:lnTo>
                    <a:pt x="148810" y="5389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5" name="Freeform: Shape 5674">
              <a:extLst>
                <a:ext uri="{FF2B5EF4-FFF2-40B4-BE49-F238E27FC236}">
                  <a16:creationId xmlns:a16="http://schemas.microsoft.com/office/drawing/2014/main" id="{9A799C81-118B-4929-788B-A12B3844B8C2}"/>
                </a:ext>
              </a:extLst>
            </p:cNvPr>
            <p:cNvSpPr/>
            <p:nvPr>
              <p:custDataLst>
                <p:tags r:id="rId206"/>
              </p:custDataLst>
            </p:nvPr>
          </p:nvSpPr>
          <p:spPr>
            <a:xfrm>
              <a:off x="10571431" y="5172667"/>
              <a:ext cx="132347" cy="102128"/>
            </a:xfrm>
            <a:custGeom>
              <a:avLst/>
              <a:gdLst>
                <a:gd name="connsiteX0" fmla="*/ 76417 w 132347"/>
                <a:gd name="connsiteY0" fmla="*/ 45619 h 102128"/>
                <a:gd name="connsiteX1" fmla="*/ 103921 w 132347"/>
                <a:gd name="connsiteY1" fmla="*/ 15716 h 102128"/>
                <a:gd name="connsiteX2" fmla="*/ 127899 w 132347"/>
                <a:gd name="connsiteY2" fmla="*/ 10886 h 102128"/>
                <a:gd name="connsiteX3" fmla="*/ 127899 w 132347"/>
                <a:gd name="connsiteY3" fmla="*/ 75 h 102128"/>
                <a:gd name="connsiteX4" fmla="*/ 106272 w 132347"/>
                <a:gd name="connsiteY4" fmla="*/ 765 h 102128"/>
                <a:gd name="connsiteX5" fmla="*/ 82059 w 132347"/>
                <a:gd name="connsiteY5" fmla="*/ 75 h 102128"/>
                <a:gd name="connsiteX6" fmla="*/ 82059 w 132347"/>
                <a:gd name="connsiteY6" fmla="*/ 10886 h 102128"/>
                <a:gd name="connsiteX7" fmla="*/ 90992 w 132347"/>
                <a:gd name="connsiteY7" fmla="*/ 12956 h 102128"/>
                <a:gd name="connsiteX8" fmla="*/ 89111 w 132347"/>
                <a:gd name="connsiteY8" fmla="*/ 15716 h 102128"/>
                <a:gd name="connsiteX9" fmla="*/ 69365 w 132347"/>
                <a:gd name="connsiteY9" fmla="*/ 37338 h 102128"/>
                <a:gd name="connsiteX10" fmla="*/ 46327 w 132347"/>
                <a:gd name="connsiteY10" fmla="*/ 10886 h 102128"/>
                <a:gd name="connsiteX11" fmla="*/ 55730 w 132347"/>
                <a:gd name="connsiteY11" fmla="*/ 10886 h 102128"/>
                <a:gd name="connsiteX12" fmla="*/ 55730 w 132347"/>
                <a:gd name="connsiteY12" fmla="*/ 75 h 102128"/>
                <a:gd name="connsiteX13" fmla="*/ 27286 w 132347"/>
                <a:gd name="connsiteY13" fmla="*/ 765 h 102128"/>
                <a:gd name="connsiteX14" fmla="*/ 1428 w 132347"/>
                <a:gd name="connsiteY14" fmla="*/ 75 h 102128"/>
                <a:gd name="connsiteX15" fmla="*/ 1428 w 132347"/>
                <a:gd name="connsiteY15" fmla="*/ 10886 h 102128"/>
                <a:gd name="connsiteX16" fmla="*/ 18118 w 132347"/>
                <a:gd name="connsiteY16" fmla="*/ 10886 h 102128"/>
                <a:gd name="connsiteX17" fmla="*/ 54790 w 132347"/>
                <a:gd name="connsiteY17" fmla="*/ 53209 h 102128"/>
                <a:gd name="connsiteX18" fmla="*/ 23995 w 132347"/>
                <a:gd name="connsiteY18" fmla="*/ 87022 h 102128"/>
                <a:gd name="connsiteX19" fmla="*/ 253 w 132347"/>
                <a:gd name="connsiteY19" fmla="*/ 91392 h 102128"/>
                <a:gd name="connsiteX20" fmla="*/ 253 w 132347"/>
                <a:gd name="connsiteY20" fmla="*/ 102203 h 102128"/>
                <a:gd name="connsiteX21" fmla="*/ 21880 w 132347"/>
                <a:gd name="connsiteY21" fmla="*/ 101513 h 102128"/>
                <a:gd name="connsiteX22" fmla="*/ 46092 w 132347"/>
                <a:gd name="connsiteY22" fmla="*/ 102203 h 102128"/>
                <a:gd name="connsiteX23" fmla="*/ 46092 w 132347"/>
                <a:gd name="connsiteY23" fmla="*/ 91392 h 102128"/>
                <a:gd name="connsiteX24" fmla="*/ 37395 w 132347"/>
                <a:gd name="connsiteY24" fmla="*/ 88862 h 102128"/>
                <a:gd name="connsiteX25" fmla="*/ 39040 w 132347"/>
                <a:gd name="connsiteY25" fmla="*/ 86562 h 102128"/>
                <a:gd name="connsiteX26" fmla="*/ 61842 w 132347"/>
                <a:gd name="connsiteY26" fmla="*/ 61490 h 102128"/>
                <a:gd name="connsiteX27" fmla="*/ 87701 w 132347"/>
                <a:gd name="connsiteY27" fmla="*/ 91392 h 102128"/>
                <a:gd name="connsiteX28" fmla="*/ 78533 w 132347"/>
                <a:gd name="connsiteY28" fmla="*/ 91392 h 102128"/>
                <a:gd name="connsiteX29" fmla="*/ 78533 w 132347"/>
                <a:gd name="connsiteY29" fmla="*/ 102203 h 102128"/>
                <a:gd name="connsiteX30" fmla="*/ 106742 w 132347"/>
                <a:gd name="connsiteY30" fmla="*/ 101513 h 102128"/>
                <a:gd name="connsiteX31" fmla="*/ 132600 w 132347"/>
                <a:gd name="connsiteY31" fmla="*/ 102203 h 102128"/>
                <a:gd name="connsiteX32" fmla="*/ 132600 w 132347"/>
                <a:gd name="connsiteY32" fmla="*/ 91392 h 102128"/>
                <a:gd name="connsiteX33" fmla="*/ 115910 w 132347"/>
                <a:gd name="connsiteY33" fmla="*/ 91392 h 102128"/>
                <a:gd name="connsiteX34" fmla="*/ 76417 w 132347"/>
                <a:gd name="connsiteY34" fmla="*/ 45619 h 10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32347" h="102128">
                  <a:moveTo>
                    <a:pt x="76417" y="45619"/>
                  </a:moveTo>
                  <a:lnTo>
                    <a:pt x="103921" y="15716"/>
                  </a:lnTo>
                  <a:cubicBezTo>
                    <a:pt x="106977" y="12496"/>
                    <a:pt x="108387" y="10886"/>
                    <a:pt x="127899" y="10886"/>
                  </a:cubicBezTo>
                  <a:lnTo>
                    <a:pt x="127899" y="75"/>
                  </a:lnTo>
                  <a:cubicBezTo>
                    <a:pt x="119671" y="535"/>
                    <a:pt x="107447" y="765"/>
                    <a:pt x="106272" y="765"/>
                  </a:cubicBezTo>
                  <a:cubicBezTo>
                    <a:pt x="100395" y="765"/>
                    <a:pt x="88641" y="305"/>
                    <a:pt x="82059" y="75"/>
                  </a:cubicBezTo>
                  <a:lnTo>
                    <a:pt x="82059" y="10886"/>
                  </a:lnTo>
                  <a:cubicBezTo>
                    <a:pt x="85350" y="10886"/>
                    <a:pt x="88171" y="11346"/>
                    <a:pt x="90992" y="12956"/>
                  </a:cubicBezTo>
                  <a:cubicBezTo>
                    <a:pt x="90051" y="14336"/>
                    <a:pt x="90051" y="14796"/>
                    <a:pt x="89111" y="15716"/>
                  </a:cubicBezTo>
                  <a:lnTo>
                    <a:pt x="69365" y="37338"/>
                  </a:lnTo>
                  <a:lnTo>
                    <a:pt x="46327" y="10886"/>
                  </a:lnTo>
                  <a:lnTo>
                    <a:pt x="55730" y="10886"/>
                  </a:lnTo>
                  <a:lnTo>
                    <a:pt x="55730" y="75"/>
                  </a:lnTo>
                  <a:cubicBezTo>
                    <a:pt x="49618" y="305"/>
                    <a:pt x="34809" y="765"/>
                    <a:pt x="27286" y="765"/>
                  </a:cubicBezTo>
                  <a:cubicBezTo>
                    <a:pt x="19764" y="765"/>
                    <a:pt x="9186" y="305"/>
                    <a:pt x="1428" y="75"/>
                  </a:cubicBezTo>
                  <a:lnTo>
                    <a:pt x="1428" y="10886"/>
                  </a:lnTo>
                  <a:lnTo>
                    <a:pt x="18118" y="10886"/>
                  </a:lnTo>
                  <a:lnTo>
                    <a:pt x="54790" y="53209"/>
                  </a:lnTo>
                  <a:lnTo>
                    <a:pt x="23995" y="87022"/>
                  </a:lnTo>
                  <a:cubicBezTo>
                    <a:pt x="19999" y="91392"/>
                    <a:pt x="11536" y="91392"/>
                    <a:pt x="253" y="91392"/>
                  </a:cubicBezTo>
                  <a:lnTo>
                    <a:pt x="253" y="102203"/>
                  </a:lnTo>
                  <a:cubicBezTo>
                    <a:pt x="8480" y="101743"/>
                    <a:pt x="20704" y="101513"/>
                    <a:pt x="21880" y="101513"/>
                  </a:cubicBezTo>
                  <a:cubicBezTo>
                    <a:pt x="27756" y="101513"/>
                    <a:pt x="41391" y="101973"/>
                    <a:pt x="46092" y="102203"/>
                  </a:cubicBezTo>
                  <a:lnTo>
                    <a:pt x="46092" y="91392"/>
                  </a:lnTo>
                  <a:cubicBezTo>
                    <a:pt x="41861" y="91392"/>
                    <a:pt x="37395" y="90242"/>
                    <a:pt x="37395" y="88862"/>
                  </a:cubicBezTo>
                  <a:cubicBezTo>
                    <a:pt x="37395" y="88632"/>
                    <a:pt x="37395" y="88402"/>
                    <a:pt x="39040" y="86562"/>
                  </a:cubicBezTo>
                  <a:lnTo>
                    <a:pt x="61842" y="61490"/>
                  </a:lnTo>
                  <a:lnTo>
                    <a:pt x="87701" y="91392"/>
                  </a:lnTo>
                  <a:lnTo>
                    <a:pt x="78533" y="91392"/>
                  </a:lnTo>
                  <a:lnTo>
                    <a:pt x="78533" y="102203"/>
                  </a:lnTo>
                  <a:cubicBezTo>
                    <a:pt x="84645" y="101973"/>
                    <a:pt x="98984" y="101513"/>
                    <a:pt x="106742" y="101513"/>
                  </a:cubicBezTo>
                  <a:cubicBezTo>
                    <a:pt x="114264" y="101513"/>
                    <a:pt x="124843" y="101973"/>
                    <a:pt x="132600" y="102203"/>
                  </a:cubicBezTo>
                  <a:lnTo>
                    <a:pt x="132600" y="91392"/>
                  </a:lnTo>
                  <a:lnTo>
                    <a:pt x="115910" y="91392"/>
                  </a:lnTo>
                  <a:lnTo>
                    <a:pt x="76417" y="4561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6" name="Freeform: Shape 5675">
              <a:extLst>
                <a:ext uri="{FF2B5EF4-FFF2-40B4-BE49-F238E27FC236}">
                  <a16:creationId xmlns:a16="http://schemas.microsoft.com/office/drawing/2014/main" id="{2763E14B-4541-C2DE-A918-50D23EA3B50A}"/>
                </a:ext>
              </a:extLst>
            </p:cNvPr>
            <p:cNvSpPr/>
            <p:nvPr>
              <p:custDataLst>
                <p:tags r:id="rId207"/>
              </p:custDataLst>
            </p:nvPr>
          </p:nvSpPr>
          <p:spPr>
            <a:xfrm>
              <a:off x="10716835" y="5089815"/>
              <a:ext cx="41302" cy="83405"/>
            </a:xfrm>
            <a:custGeom>
              <a:avLst/>
              <a:gdLst>
                <a:gd name="connsiteX0" fmla="*/ 40080 w 41302"/>
                <a:gd name="connsiteY0" fmla="*/ 14079 h 83405"/>
                <a:gd name="connsiteX1" fmla="*/ 41561 w 41302"/>
                <a:gd name="connsiteY1" fmla="*/ 8926 h 83405"/>
                <a:gd name="connsiteX2" fmla="*/ 31853 w 41302"/>
                <a:gd name="connsiteY2" fmla="*/ 71 h 83405"/>
                <a:gd name="connsiteX3" fmla="*/ 22802 w 41302"/>
                <a:gd name="connsiteY3" fmla="*/ 7638 h 83405"/>
                <a:gd name="connsiteX4" fmla="*/ 1081 w 41302"/>
                <a:gd name="connsiteY4" fmla="*/ 77357 h 83405"/>
                <a:gd name="connsiteX5" fmla="*/ 259 w 41302"/>
                <a:gd name="connsiteY5" fmla="*/ 79933 h 83405"/>
                <a:gd name="connsiteX6" fmla="*/ 6676 w 41302"/>
                <a:gd name="connsiteY6" fmla="*/ 83476 h 83405"/>
                <a:gd name="connsiteX7" fmla="*/ 9145 w 41302"/>
                <a:gd name="connsiteY7" fmla="*/ 80738 h 83405"/>
                <a:gd name="connsiteX8" fmla="*/ 40080 w 41302"/>
                <a:gd name="connsiteY8" fmla="*/ 14079 h 83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302" h="83405">
                  <a:moveTo>
                    <a:pt x="40080" y="14079"/>
                  </a:moveTo>
                  <a:cubicBezTo>
                    <a:pt x="41397" y="11342"/>
                    <a:pt x="41561" y="10053"/>
                    <a:pt x="41561" y="8926"/>
                  </a:cubicBezTo>
                  <a:cubicBezTo>
                    <a:pt x="41561" y="3935"/>
                    <a:pt x="36954" y="71"/>
                    <a:pt x="31853" y="71"/>
                  </a:cubicBezTo>
                  <a:cubicBezTo>
                    <a:pt x="25600" y="71"/>
                    <a:pt x="23625" y="5062"/>
                    <a:pt x="22802" y="7638"/>
                  </a:cubicBezTo>
                  <a:lnTo>
                    <a:pt x="1081" y="77357"/>
                  </a:lnTo>
                  <a:cubicBezTo>
                    <a:pt x="917" y="77679"/>
                    <a:pt x="259" y="79772"/>
                    <a:pt x="259" y="79933"/>
                  </a:cubicBezTo>
                  <a:cubicBezTo>
                    <a:pt x="259" y="81866"/>
                    <a:pt x="5360" y="83476"/>
                    <a:pt x="6676" y="83476"/>
                  </a:cubicBezTo>
                  <a:cubicBezTo>
                    <a:pt x="7828" y="83476"/>
                    <a:pt x="7993" y="83154"/>
                    <a:pt x="9145" y="80738"/>
                  </a:cubicBezTo>
                  <a:lnTo>
                    <a:pt x="40080" y="1407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7" name="Freeform: Shape 5676">
              <a:extLst>
                <a:ext uri="{FF2B5EF4-FFF2-40B4-BE49-F238E27FC236}">
                  <a16:creationId xmlns:a16="http://schemas.microsoft.com/office/drawing/2014/main" id="{419B6A29-A8B3-11BF-8A2D-8FBCDC399527}"/>
                </a:ext>
              </a:extLst>
            </p:cNvPr>
            <p:cNvSpPr/>
            <p:nvPr>
              <p:custDataLst>
                <p:tags r:id="rId208"/>
              </p:custDataLst>
            </p:nvPr>
          </p:nvSpPr>
          <p:spPr>
            <a:xfrm>
              <a:off x="10778649" y="5113322"/>
              <a:ext cx="150213" cy="206097"/>
            </a:xfrm>
            <a:custGeom>
              <a:avLst/>
              <a:gdLst>
                <a:gd name="connsiteX0" fmla="*/ 1202 w 150213"/>
                <a:gd name="connsiteY0" fmla="*/ 199272 h 206097"/>
                <a:gd name="connsiteX1" fmla="*/ 262 w 150213"/>
                <a:gd name="connsiteY1" fmla="*/ 202952 h 206097"/>
                <a:gd name="connsiteX2" fmla="*/ 5903 w 150213"/>
                <a:gd name="connsiteY2" fmla="*/ 206172 h 206097"/>
                <a:gd name="connsiteX3" fmla="*/ 12015 w 150213"/>
                <a:gd name="connsiteY3" fmla="*/ 200882 h 206097"/>
                <a:gd name="connsiteX4" fmla="*/ 27060 w 150213"/>
                <a:gd name="connsiteY4" fmla="*/ 141537 h 206097"/>
                <a:gd name="connsiteX5" fmla="*/ 73840 w 150213"/>
                <a:gd name="connsiteY5" fmla="*/ 164309 h 206097"/>
                <a:gd name="connsiteX6" fmla="*/ 147419 w 150213"/>
                <a:gd name="connsiteY6" fmla="*/ 98983 h 206097"/>
                <a:gd name="connsiteX7" fmla="*/ 132374 w 150213"/>
                <a:gd name="connsiteY7" fmla="*/ 68390 h 206097"/>
                <a:gd name="connsiteX8" fmla="*/ 150475 w 150213"/>
                <a:gd name="connsiteY8" fmla="*/ 30667 h 206097"/>
                <a:gd name="connsiteX9" fmla="*/ 113803 w 150213"/>
                <a:gd name="connsiteY9" fmla="*/ 75 h 206097"/>
                <a:gd name="connsiteX10" fmla="*/ 36933 w 150213"/>
                <a:gd name="connsiteY10" fmla="*/ 58960 h 206097"/>
                <a:gd name="connsiteX11" fmla="*/ 1202 w 150213"/>
                <a:gd name="connsiteY11" fmla="*/ 199272 h 206097"/>
                <a:gd name="connsiteX12" fmla="*/ 107691 w 150213"/>
                <a:gd name="connsiteY12" fmla="*/ 69311 h 206097"/>
                <a:gd name="connsiteX13" fmla="*/ 92881 w 150213"/>
                <a:gd name="connsiteY13" fmla="*/ 73221 h 206097"/>
                <a:gd name="connsiteX14" fmla="*/ 81598 w 150213"/>
                <a:gd name="connsiteY14" fmla="*/ 71381 h 206097"/>
                <a:gd name="connsiteX15" fmla="*/ 96172 w 150213"/>
                <a:gd name="connsiteY15" fmla="*/ 67700 h 206097"/>
                <a:gd name="connsiteX16" fmla="*/ 107691 w 150213"/>
                <a:gd name="connsiteY16" fmla="*/ 69311 h 206097"/>
                <a:gd name="connsiteX17" fmla="*/ 115683 w 150213"/>
                <a:gd name="connsiteY17" fmla="*/ 61260 h 206097"/>
                <a:gd name="connsiteX18" fmla="*/ 96877 w 150213"/>
                <a:gd name="connsiteY18" fmla="*/ 59420 h 206097"/>
                <a:gd name="connsiteX19" fmla="*/ 70314 w 150213"/>
                <a:gd name="connsiteY19" fmla="*/ 71841 h 206097"/>
                <a:gd name="connsiteX20" fmla="*/ 92646 w 150213"/>
                <a:gd name="connsiteY20" fmla="*/ 81502 h 206097"/>
                <a:gd name="connsiteX21" fmla="*/ 117799 w 150213"/>
                <a:gd name="connsiteY21" fmla="*/ 77131 h 206097"/>
                <a:gd name="connsiteX22" fmla="*/ 120385 w 150213"/>
                <a:gd name="connsiteY22" fmla="*/ 89092 h 206097"/>
                <a:gd name="connsiteX23" fmla="*/ 106986 w 150213"/>
                <a:gd name="connsiteY23" fmla="*/ 137166 h 206097"/>
                <a:gd name="connsiteX24" fmla="*/ 73370 w 150213"/>
                <a:gd name="connsiteY24" fmla="*/ 156028 h 206097"/>
                <a:gd name="connsiteX25" fmla="*/ 33172 w 150213"/>
                <a:gd name="connsiteY25" fmla="*/ 122445 h 206097"/>
                <a:gd name="connsiteX26" fmla="*/ 34818 w 150213"/>
                <a:gd name="connsiteY26" fmla="*/ 110714 h 206097"/>
                <a:gd name="connsiteX27" fmla="*/ 48687 w 150213"/>
                <a:gd name="connsiteY27" fmla="*/ 56890 h 206097"/>
                <a:gd name="connsiteX28" fmla="*/ 112627 w 150213"/>
                <a:gd name="connsiteY28" fmla="*/ 8355 h 206097"/>
                <a:gd name="connsiteX29" fmla="*/ 126497 w 150213"/>
                <a:gd name="connsiteY29" fmla="*/ 21467 h 206097"/>
                <a:gd name="connsiteX30" fmla="*/ 115683 w 150213"/>
                <a:gd name="connsiteY30" fmla="*/ 61260 h 206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0213" h="206097">
                  <a:moveTo>
                    <a:pt x="1202" y="199272"/>
                  </a:moveTo>
                  <a:cubicBezTo>
                    <a:pt x="967" y="199732"/>
                    <a:pt x="262" y="202722"/>
                    <a:pt x="262" y="202952"/>
                  </a:cubicBezTo>
                  <a:cubicBezTo>
                    <a:pt x="262" y="206172"/>
                    <a:pt x="3788" y="206172"/>
                    <a:pt x="5903" y="206172"/>
                  </a:cubicBezTo>
                  <a:cubicBezTo>
                    <a:pt x="10605" y="206172"/>
                    <a:pt x="10605" y="205712"/>
                    <a:pt x="12015" y="200882"/>
                  </a:cubicBezTo>
                  <a:cubicBezTo>
                    <a:pt x="12721" y="197201"/>
                    <a:pt x="26825" y="141997"/>
                    <a:pt x="27060" y="141537"/>
                  </a:cubicBezTo>
                  <a:cubicBezTo>
                    <a:pt x="36933" y="157638"/>
                    <a:pt x="55034" y="164309"/>
                    <a:pt x="73840" y="164309"/>
                  </a:cubicBezTo>
                  <a:cubicBezTo>
                    <a:pt x="121090" y="164309"/>
                    <a:pt x="147419" y="129116"/>
                    <a:pt x="147419" y="98983"/>
                  </a:cubicBezTo>
                  <a:cubicBezTo>
                    <a:pt x="147419" y="82882"/>
                    <a:pt x="140131" y="74141"/>
                    <a:pt x="132374" y="68390"/>
                  </a:cubicBezTo>
                  <a:cubicBezTo>
                    <a:pt x="140837" y="61490"/>
                    <a:pt x="150475" y="46539"/>
                    <a:pt x="150475" y="30667"/>
                  </a:cubicBezTo>
                  <a:cubicBezTo>
                    <a:pt x="150475" y="11116"/>
                    <a:pt x="135900" y="75"/>
                    <a:pt x="113803" y="75"/>
                  </a:cubicBezTo>
                  <a:cubicBezTo>
                    <a:pt x="80187" y="75"/>
                    <a:pt x="45396" y="25607"/>
                    <a:pt x="36933" y="58960"/>
                  </a:cubicBezTo>
                  <a:lnTo>
                    <a:pt x="1202" y="199272"/>
                  </a:lnTo>
                  <a:close/>
                  <a:moveTo>
                    <a:pt x="107691" y="69311"/>
                  </a:moveTo>
                  <a:cubicBezTo>
                    <a:pt x="102049" y="73221"/>
                    <a:pt x="96172" y="73221"/>
                    <a:pt x="92881" y="73221"/>
                  </a:cubicBezTo>
                  <a:cubicBezTo>
                    <a:pt x="91941" y="73221"/>
                    <a:pt x="81598" y="73221"/>
                    <a:pt x="81598" y="71381"/>
                  </a:cubicBezTo>
                  <a:cubicBezTo>
                    <a:pt x="81598" y="67700"/>
                    <a:pt x="93116" y="67700"/>
                    <a:pt x="96172" y="67700"/>
                  </a:cubicBezTo>
                  <a:cubicBezTo>
                    <a:pt x="100404" y="67700"/>
                    <a:pt x="103224" y="67700"/>
                    <a:pt x="107691" y="69311"/>
                  </a:cubicBezTo>
                  <a:close/>
                  <a:moveTo>
                    <a:pt x="115683" y="61260"/>
                  </a:moveTo>
                  <a:cubicBezTo>
                    <a:pt x="107926" y="59420"/>
                    <a:pt x="101344" y="59420"/>
                    <a:pt x="96877" y="59420"/>
                  </a:cubicBezTo>
                  <a:cubicBezTo>
                    <a:pt x="89355" y="59420"/>
                    <a:pt x="70314" y="59420"/>
                    <a:pt x="70314" y="71841"/>
                  </a:cubicBezTo>
                  <a:cubicBezTo>
                    <a:pt x="70314" y="81502"/>
                    <a:pt x="84418" y="81502"/>
                    <a:pt x="92646" y="81502"/>
                  </a:cubicBezTo>
                  <a:cubicBezTo>
                    <a:pt x="96642" y="81502"/>
                    <a:pt x="107221" y="81502"/>
                    <a:pt x="117799" y="77131"/>
                  </a:cubicBezTo>
                  <a:cubicBezTo>
                    <a:pt x="119680" y="80582"/>
                    <a:pt x="120385" y="85182"/>
                    <a:pt x="120385" y="89092"/>
                  </a:cubicBezTo>
                  <a:cubicBezTo>
                    <a:pt x="120385" y="97373"/>
                    <a:pt x="114273" y="125205"/>
                    <a:pt x="106986" y="137166"/>
                  </a:cubicBezTo>
                  <a:cubicBezTo>
                    <a:pt x="99698" y="148437"/>
                    <a:pt x="88180" y="156028"/>
                    <a:pt x="73370" y="156028"/>
                  </a:cubicBezTo>
                  <a:cubicBezTo>
                    <a:pt x="51508" y="156028"/>
                    <a:pt x="33172" y="143147"/>
                    <a:pt x="33172" y="122445"/>
                  </a:cubicBezTo>
                  <a:cubicBezTo>
                    <a:pt x="33172" y="117845"/>
                    <a:pt x="34347" y="113014"/>
                    <a:pt x="34818" y="110714"/>
                  </a:cubicBezTo>
                  <a:cubicBezTo>
                    <a:pt x="38344" y="97143"/>
                    <a:pt x="45866" y="67010"/>
                    <a:pt x="48687" y="56890"/>
                  </a:cubicBezTo>
                  <a:cubicBezTo>
                    <a:pt x="56209" y="31817"/>
                    <a:pt x="84654" y="8355"/>
                    <a:pt x="112627" y="8355"/>
                  </a:cubicBezTo>
                  <a:cubicBezTo>
                    <a:pt x="121325" y="8355"/>
                    <a:pt x="126497" y="12496"/>
                    <a:pt x="126497" y="21467"/>
                  </a:cubicBezTo>
                  <a:cubicBezTo>
                    <a:pt x="126497" y="28597"/>
                    <a:pt x="120855" y="52289"/>
                    <a:pt x="115683" y="6126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B7FB976-A043-B9A1-17CC-A7FBE55A6720}"/>
                  </a:ext>
                </a:extLst>
              </p:cNvPr>
              <p:cNvSpPr txBox="1"/>
              <p:nvPr/>
            </p:nvSpPr>
            <p:spPr>
              <a:xfrm>
                <a:off x="891589" y="1674525"/>
                <a:ext cx="4413836"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solidFill>
                      <a:prstClr val="black"/>
                    </a:solidFill>
                    <a:latin typeface="Aptos" panose="020B0004020202020204"/>
                  </a:rPr>
                  <a:t>Consider a pharma study where:</a:t>
                </a:r>
                <a14:m>
                  <m:oMath xmlns:m="http://schemas.openxmlformats.org/officeDocument/2006/math">
                    <m:r>
                      <a:rPr kumimoji="0" lang="es-CO"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1 </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indicates </a:t>
                </a:r>
                <a:r>
                  <a:rPr kumimoji="0" lang="en-GB" sz="1400" b="1" i="0" u="none" strike="noStrike" kern="1200" cap="none" spc="0" normalizeH="0" baseline="0" noProof="0">
                    <a:ln>
                      <a:noFill/>
                    </a:ln>
                    <a:solidFill>
                      <a:prstClr val="black"/>
                    </a:solidFill>
                    <a:effectLst/>
                    <a:uLnTx/>
                    <a:uFillTx/>
                    <a:latin typeface="Aptos" panose="020B0004020202020204"/>
                    <a:ea typeface="+mn-ea"/>
                    <a:cs typeface="+mn-cs"/>
                  </a:rPr>
                  <a:t>Survival</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y </a:t>
                </a:r>
                <a14:m>
                  <m:oMath xmlns:m="http://schemas.openxmlformats.org/officeDocument/2006/math">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0 </m:t>
                    </m:r>
                  </m:oMath>
                </a14:m>
                <a:r>
                  <a:rPr kumimoji="0" lang="en-GB" sz="1400" b="1" i="0" u="none" strike="noStrike" kern="1200" cap="none" spc="0" normalizeH="0" baseline="0" noProof="0">
                    <a:ln>
                      <a:noFill/>
                    </a:ln>
                    <a:solidFill>
                      <a:prstClr val="black"/>
                    </a:solidFill>
                    <a:effectLst/>
                    <a:uLnTx/>
                    <a:uFillTx/>
                    <a:latin typeface="Aptos" panose="020B0004020202020204"/>
                    <a:ea typeface="+mn-ea"/>
                    <a:cs typeface="+mn-cs"/>
                  </a:rPr>
                  <a:t>death</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and</a:t>
                </a:r>
                <a:r>
                  <a:rPr lang="en-GB" sz="1400">
                    <a:solidFill>
                      <a:prstClr val="black"/>
                    </a:solidFill>
                    <a:latin typeface="Aptos" panose="020B0004020202020204"/>
                  </a:rPr>
                  <a:t> regressors include a measurement of medication </a:t>
                </a:r>
                <a:r>
                  <a:rPr lang="en-GB" sz="1400" err="1">
                    <a:solidFill>
                      <a:prstClr val="black"/>
                    </a:solidFill>
                    <a:latin typeface="Aptos" panose="020B0004020202020204"/>
                  </a:rPr>
                  <a:t>consumtion</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mc:Choice>
        <mc:Fallback xmlns="">
          <p:sp>
            <p:nvSpPr>
              <p:cNvPr id="7" name="TextBox 6">
                <a:extLst>
                  <a:ext uri="{FF2B5EF4-FFF2-40B4-BE49-F238E27FC236}">
                    <a16:creationId xmlns:a16="http://schemas.microsoft.com/office/drawing/2014/main" id="{BB7FB976-A043-B9A1-17CC-A7FBE55A6720}"/>
                  </a:ext>
                </a:extLst>
              </p:cNvPr>
              <p:cNvSpPr txBox="1">
                <a:spLocks noRot="1" noChangeAspect="1" noMove="1" noResize="1" noEditPoints="1" noAdjustHandles="1" noChangeArrowheads="1" noChangeShapeType="1" noTextEdit="1"/>
              </p:cNvSpPr>
              <p:nvPr/>
            </p:nvSpPr>
            <p:spPr>
              <a:xfrm>
                <a:off x="891589" y="1674525"/>
                <a:ext cx="4413836" cy="738664"/>
              </a:xfrm>
              <a:prstGeom prst="rect">
                <a:avLst/>
              </a:prstGeom>
              <a:blipFill>
                <a:blip r:embed="rId212"/>
                <a:stretch>
                  <a:fillRect l="-414" t="-1653" b="-7438"/>
                </a:stretch>
              </a:blipFill>
            </p:spPr>
            <p:txBody>
              <a:bodyPr/>
              <a:lstStyle/>
              <a:p>
                <a:r>
                  <a:rPr lang="en-US">
                    <a:noFill/>
                  </a:rPr>
                  <a:t> </a:t>
                </a:r>
              </a:p>
            </p:txBody>
          </p:sp>
        </mc:Fallback>
      </mc:AlternateContent>
      <p:grpSp>
        <p:nvGrpSpPr>
          <p:cNvPr id="28" name="Group 27" descr="\documentclass{article}&#10;\usepackage{amsmath}&#10;\pagestyle{empty}&#10;\begin{document}&#10;&#10;&#10;\[&#10;\text{State of paciente}(y) =&#10;\begin{cases}&#10; 1 &amp; \text{si } y = \text{Survival} \\&#10; 0 &amp; \text{si } y = \text{Death} \\&#10;\end{cases}&#10;\]&#10;&#10;&#10;&#10;&#10;\end{document}" title="IguanaTex Shape Display">
            <a:extLst>
              <a:ext uri="{FF2B5EF4-FFF2-40B4-BE49-F238E27FC236}">
                <a16:creationId xmlns:a16="http://schemas.microsoft.com/office/drawing/2014/main" id="{8749CA26-95D6-014E-47F1-F241F844DCC0}"/>
              </a:ext>
            </a:extLst>
          </p:cNvPr>
          <p:cNvGrpSpPr>
            <a:grpSpLocks noChangeAspect="1"/>
          </p:cNvGrpSpPr>
          <p:nvPr>
            <p:custDataLst>
              <p:tags r:id="rId2"/>
            </p:custDataLst>
          </p:nvPr>
        </p:nvGrpSpPr>
        <p:grpSpPr>
          <a:xfrm>
            <a:off x="1054100" y="2794000"/>
            <a:ext cx="3371060" cy="542712"/>
            <a:chOff x="4912739" y="-10039603"/>
            <a:chExt cx="3371060" cy="542712"/>
          </a:xfrm>
        </p:grpSpPr>
        <p:sp>
          <p:nvSpPr>
            <p:cNvPr id="8" name="Freeform: Shape 7">
              <a:extLst>
                <a:ext uri="{FF2B5EF4-FFF2-40B4-BE49-F238E27FC236}">
                  <a16:creationId xmlns:a16="http://schemas.microsoft.com/office/drawing/2014/main" id="{001AB9BC-B3BC-81D9-AC1E-E7791544A104}"/>
                </a:ext>
              </a:extLst>
            </p:cNvPr>
            <p:cNvSpPr/>
            <p:nvPr>
              <p:custDataLst>
                <p:tags r:id="rId177"/>
              </p:custDataLst>
            </p:nvPr>
          </p:nvSpPr>
          <p:spPr>
            <a:xfrm flipV="1">
              <a:off x="4912739" y="-9850439"/>
              <a:ext cx="396567" cy="131562"/>
            </a:xfrm>
            <a:custGeom>
              <a:avLst/>
              <a:gdLst>
                <a:gd name="csX0" fmla="*/ 53053 w 396567"/>
                <a:gd name="csY0" fmla="*/ 72810 h 131562"/>
                <a:gd name="csX1" fmla="*/ 29878 w 396567"/>
                <a:gd name="csY1" fmla="*/ 78419 h 131562"/>
                <a:gd name="csX2" fmla="*/ 11588 w 396567"/>
                <a:gd name="csY2" fmla="*/ 101400 h 131562"/>
                <a:gd name="csX3" fmla="*/ 35490 w 396567"/>
                <a:gd name="csY3" fmla="*/ 125108 h 131562"/>
                <a:gd name="csX4" fmla="*/ 70798 w 396567"/>
                <a:gd name="csY4" fmla="*/ 87287 h 131562"/>
                <a:gd name="csX5" fmla="*/ 72968 w 396567"/>
                <a:gd name="csY5" fmla="*/ 85112 h 131562"/>
                <a:gd name="csX6" fmla="*/ 75320 w 396567"/>
                <a:gd name="csY6" fmla="*/ 89456 h 131562"/>
                <a:gd name="csX7" fmla="*/ 75320 w 396567"/>
                <a:gd name="csY7" fmla="*/ 125829 h 131562"/>
                <a:gd name="csX8" fmla="*/ 73332 w 396567"/>
                <a:gd name="csY8" fmla="*/ 130178 h 131562"/>
                <a:gd name="csX9" fmla="*/ 70616 w 396567"/>
                <a:gd name="csY9" fmla="*/ 127822 h 131562"/>
                <a:gd name="csX10" fmla="*/ 64277 w 396567"/>
                <a:gd name="csY10" fmla="*/ 117506 h 131562"/>
                <a:gd name="csX11" fmla="*/ 35308 w 396567"/>
                <a:gd name="csY11" fmla="*/ 130178 h 131562"/>
                <a:gd name="csX12" fmla="*/ 0 w 396567"/>
                <a:gd name="csY12" fmla="*/ 95071 h 131562"/>
                <a:gd name="csX13" fmla="*/ 23720 w 396567"/>
                <a:gd name="csY13" fmla="*/ 61949 h 131562"/>
                <a:gd name="csX14" fmla="*/ 47617 w 396567"/>
                <a:gd name="csY14" fmla="*/ 55977 h 131562"/>
                <a:gd name="csX15" fmla="*/ 63011 w 396567"/>
                <a:gd name="csY15" fmla="*/ 46752 h 131562"/>
                <a:gd name="csX16" fmla="*/ 68623 w 396567"/>
                <a:gd name="csY16" fmla="*/ 30101 h 131562"/>
                <a:gd name="csX17" fmla="*/ 44363 w 396567"/>
                <a:gd name="csY17" fmla="*/ 4224 h 131562"/>
                <a:gd name="csX18" fmla="*/ 15751 w 396567"/>
                <a:gd name="csY18" fmla="*/ 13995 h 131562"/>
                <a:gd name="csX19" fmla="*/ 4527 w 396567"/>
                <a:gd name="csY19" fmla="*/ 41864 h 131562"/>
                <a:gd name="csX20" fmla="*/ 2351 w 396567"/>
                <a:gd name="csY20" fmla="*/ 43675 h 131562"/>
                <a:gd name="csX21" fmla="*/ 0 w 396567"/>
                <a:gd name="csY21" fmla="*/ 39151 h 131562"/>
                <a:gd name="csX22" fmla="*/ 0 w 396567"/>
                <a:gd name="csY22" fmla="*/ 2959 h 131562"/>
                <a:gd name="csX23" fmla="*/ 1994 w 396567"/>
                <a:gd name="csY23" fmla="*/ -1384 h 131562"/>
                <a:gd name="csX24" fmla="*/ 4709 w 396567"/>
                <a:gd name="csY24" fmla="*/ 965 h 131562"/>
                <a:gd name="csX25" fmla="*/ 11224 w 396567"/>
                <a:gd name="csY25" fmla="*/ 11282 h 131562"/>
                <a:gd name="csX26" fmla="*/ 44544 w 396567"/>
                <a:gd name="csY26" fmla="*/ -1384 h 131562"/>
                <a:gd name="csX27" fmla="*/ 80210 w 396567"/>
                <a:gd name="csY27" fmla="*/ 36255 h 131562"/>
                <a:gd name="csX28" fmla="*/ 53053 w 396567"/>
                <a:gd name="csY28" fmla="*/ 72810 h 131562"/>
                <a:gd name="csX29" fmla="*/ 121690 w 396567"/>
                <a:gd name="csY29" fmla="*/ 74979 h 131562"/>
                <a:gd name="csX30" fmla="*/ 147581 w 396567"/>
                <a:gd name="csY30" fmla="*/ 74979 h 131562"/>
                <a:gd name="csX31" fmla="*/ 147581 w 396567"/>
                <a:gd name="csY31" fmla="*/ 80594 h 131562"/>
                <a:gd name="csX32" fmla="*/ 121690 w 396567"/>
                <a:gd name="csY32" fmla="*/ 80594 h 131562"/>
                <a:gd name="csX33" fmla="*/ 121690 w 396567"/>
                <a:gd name="csY33" fmla="*/ 113889 h 131562"/>
                <a:gd name="csX34" fmla="*/ 117163 w 396567"/>
                <a:gd name="csY34" fmla="*/ 113889 h 131562"/>
                <a:gd name="csX35" fmla="*/ 93806 w 396567"/>
                <a:gd name="csY35" fmla="*/ 78964 h 131562"/>
                <a:gd name="csX36" fmla="*/ 93806 w 396567"/>
                <a:gd name="csY36" fmla="*/ 74979 h 131562"/>
                <a:gd name="csX37" fmla="*/ 109194 w 396567"/>
                <a:gd name="csY37" fmla="*/ 74979 h 131562"/>
                <a:gd name="csX38" fmla="*/ 109194 w 396567"/>
                <a:gd name="csY38" fmla="*/ 25037 h 131562"/>
                <a:gd name="csX39" fmla="*/ 132551 w 396567"/>
                <a:gd name="csY39" fmla="*/ 603 h 131562"/>
                <a:gd name="csX40" fmla="*/ 150477 w 396567"/>
                <a:gd name="csY40" fmla="*/ 25037 h 131562"/>
                <a:gd name="csX41" fmla="*/ 150477 w 396567"/>
                <a:gd name="csY41" fmla="*/ 35352 h 131562"/>
                <a:gd name="csX42" fmla="*/ 145950 w 396567"/>
                <a:gd name="csY42" fmla="*/ 35352 h 131562"/>
                <a:gd name="csX43" fmla="*/ 145950 w 396567"/>
                <a:gd name="csY43" fmla="*/ 25395 h 131562"/>
                <a:gd name="csX44" fmla="*/ 133817 w 396567"/>
                <a:gd name="csY44" fmla="*/ 5127 h 131562"/>
                <a:gd name="csX45" fmla="*/ 121690 w 396567"/>
                <a:gd name="csY45" fmla="*/ 24674 h 131562"/>
                <a:gd name="csX46" fmla="*/ 121690 w 396567"/>
                <a:gd name="csY46" fmla="*/ 74979 h 131562"/>
                <a:gd name="csX47" fmla="*/ 220921 w 396567"/>
                <a:gd name="csY47" fmla="*/ 16351 h 131562"/>
                <a:gd name="csX48" fmla="*/ 235042 w 396567"/>
                <a:gd name="csY48" fmla="*/ 1511 h 131562"/>
                <a:gd name="csX49" fmla="*/ 249889 w 396567"/>
                <a:gd name="csY49" fmla="*/ 18701 h 131562"/>
                <a:gd name="csX50" fmla="*/ 249889 w 396567"/>
                <a:gd name="csY50" fmla="*/ 28835 h 131562"/>
                <a:gd name="csX51" fmla="*/ 245363 w 396567"/>
                <a:gd name="csY51" fmla="*/ 28835 h 131562"/>
                <a:gd name="csX52" fmla="*/ 245363 w 396567"/>
                <a:gd name="csY52" fmla="*/ 18701 h 131562"/>
                <a:gd name="csX53" fmla="*/ 238841 w 396567"/>
                <a:gd name="csY53" fmla="*/ 7120 h 131562"/>
                <a:gd name="csX54" fmla="*/ 232145 w 396567"/>
                <a:gd name="csY54" fmla="*/ 16169 h 131562"/>
                <a:gd name="csX55" fmla="*/ 232145 w 396567"/>
                <a:gd name="csY55" fmla="*/ 52361 h 131562"/>
                <a:gd name="csX56" fmla="*/ 225623 w 396567"/>
                <a:gd name="csY56" fmla="*/ 73713 h 131562"/>
                <a:gd name="csX57" fmla="*/ 200819 w 396567"/>
                <a:gd name="csY57" fmla="*/ 83665 h 131562"/>
                <a:gd name="csX58" fmla="*/ 173480 w 396567"/>
                <a:gd name="csY58" fmla="*/ 63215 h 131562"/>
                <a:gd name="csX59" fmla="*/ 181806 w 396567"/>
                <a:gd name="csY59" fmla="*/ 54712 h 131562"/>
                <a:gd name="csX60" fmla="*/ 190140 w 396567"/>
                <a:gd name="csY60" fmla="*/ 63040 h 131562"/>
                <a:gd name="csX61" fmla="*/ 180903 w 396567"/>
                <a:gd name="csY61" fmla="*/ 71363 h 131562"/>
                <a:gd name="csX62" fmla="*/ 200461 w 396567"/>
                <a:gd name="csY62" fmla="*/ 79685 h 131562"/>
                <a:gd name="csX63" fmla="*/ 219654 w 396567"/>
                <a:gd name="csY63" fmla="*/ 56523 h 131562"/>
                <a:gd name="csX64" fmla="*/ 219654 w 396567"/>
                <a:gd name="csY64" fmla="*/ 49829 h 131562"/>
                <a:gd name="csX65" fmla="*/ 186334 w 396567"/>
                <a:gd name="csY65" fmla="*/ 43312 h 131562"/>
                <a:gd name="csX66" fmla="*/ 168231 w 396567"/>
                <a:gd name="csY66" fmla="*/ 19785 h 131562"/>
                <a:gd name="csX67" fmla="*/ 197200 w 396567"/>
                <a:gd name="csY67" fmla="*/ 603 h 131562"/>
                <a:gd name="csX68" fmla="*/ 220921 w 396567"/>
                <a:gd name="csY68" fmla="*/ 16351 h 131562"/>
                <a:gd name="csX69" fmla="*/ 219654 w 396567"/>
                <a:gd name="csY69" fmla="*/ 46025 h 131562"/>
                <a:gd name="csX70" fmla="*/ 219654 w 396567"/>
                <a:gd name="csY70" fmla="*/ 27932 h 131562"/>
                <a:gd name="csX71" fmla="*/ 198467 w 396567"/>
                <a:gd name="csY71" fmla="*/ 4588 h 131562"/>
                <a:gd name="csX72" fmla="*/ 182170 w 396567"/>
                <a:gd name="csY72" fmla="*/ 19967 h 131562"/>
                <a:gd name="csX73" fmla="*/ 219654 w 396567"/>
                <a:gd name="csY73" fmla="*/ 46025 h 131562"/>
                <a:gd name="csX74" fmla="*/ 282494 w 396567"/>
                <a:gd name="csY74" fmla="*/ 74979 h 131562"/>
                <a:gd name="csX75" fmla="*/ 308385 w 396567"/>
                <a:gd name="csY75" fmla="*/ 74979 h 131562"/>
                <a:gd name="csX76" fmla="*/ 308385 w 396567"/>
                <a:gd name="csY76" fmla="*/ 80594 h 131562"/>
                <a:gd name="csX77" fmla="*/ 282494 w 396567"/>
                <a:gd name="csY77" fmla="*/ 80594 h 131562"/>
                <a:gd name="csX78" fmla="*/ 282494 w 396567"/>
                <a:gd name="csY78" fmla="*/ 113889 h 131562"/>
                <a:gd name="csX79" fmla="*/ 277967 w 396567"/>
                <a:gd name="csY79" fmla="*/ 113889 h 131562"/>
                <a:gd name="csX80" fmla="*/ 254610 w 396567"/>
                <a:gd name="csY80" fmla="*/ 78964 h 131562"/>
                <a:gd name="csX81" fmla="*/ 254610 w 396567"/>
                <a:gd name="csY81" fmla="*/ 74979 h 131562"/>
                <a:gd name="csX82" fmla="*/ 269998 w 396567"/>
                <a:gd name="csY82" fmla="*/ 74979 h 131562"/>
                <a:gd name="csX83" fmla="*/ 269998 w 396567"/>
                <a:gd name="csY83" fmla="*/ 25037 h 131562"/>
                <a:gd name="csX84" fmla="*/ 293355 w 396567"/>
                <a:gd name="csY84" fmla="*/ 603 h 131562"/>
                <a:gd name="csX85" fmla="*/ 311281 w 396567"/>
                <a:gd name="csY85" fmla="*/ 25037 h 131562"/>
                <a:gd name="csX86" fmla="*/ 311281 w 396567"/>
                <a:gd name="csY86" fmla="*/ 35352 h 131562"/>
                <a:gd name="csX87" fmla="*/ 306755 w 396567"/>
                <a:gd name="csY87" fmla="*/ 35352 h 131562"/>
                <a:gd name="csX88" fmla="*/ 306755 w 396567"/>
                <a:gd name="csY88" fmla="*/ 25395 h 131562"/>
                <a:gd name="csX89" fmla="*/ 294622 w 396567"/>
                <a:gd name="csY89" fmla="*/ 5127 h 131562"/>
                <a:gd name="csX90" fmla="*/ 282494 w 396567"/>
                <a:gd name="csY90" fmla="*/ 24674 h 131562"/>
                <a:gd name="csX91" fmla="*/ 282494 w 396567"/>
                <a:gd name="csY91" fmla="*/ 74979 h 131562"/>
                <a:gd name="csX92" fmla="*/ 341707 w 396567"/>
                <a:gd name="csY92" fmla="*/ 48200 h 131562"/>
                <a:gd name="csX93" fmla="*/ 364162 w 396567"/>
                <a:gd name="csY93" fmla="*/ 79685 h 131562"/>
                <a:gd name="csX94" fmla="*/ 384622 w 396567"/>
                <a:gd name="csY94" fmla="*/ 48200 h 131562"/>
                <a:gd name="csX95" fmla="*/ 341707 w 396567"/>
                <a:gd name="csY95" fmla="*/ 48200 h 131562"/>
                <a:gd name="csX96" fmla="*/ 341525 w 396567"/>
                <a:gd name="csY96" fmla="*/ 44395 h 131562"/>
                <a:gd name="csX97" fmla="*/ 392045 w 396567"/>
                <a:gd name="csY97" fmla="*/ 44395 h 131562"/>
                <a:gd name="csX98" fmla="*/ 396568 w 396567"/>
                <a:gd name="csY98" fmla="*/ 48200 h 131562"/>
                <a:gd name="csX99" fmla="*/ 364162 w 396567"/>
                <a:gd name="csY99" fmla="*/ 83665 h 131562"/>
                <a:gd name="csX100" fmla="*/ 326502 w 396567"/>
                <a:gd name="csY100" fmla="*/ 42410 h 131562"/>
                <a:gd name="csX101" fmla="*/ 366331 w 396567"/>
                <a:gd name="csY101" fmla="*/ 603 h 131562"/>
                <a:gd name="csX102" fmla="*/ 396568 w 396567"/>
                <a:gd name="csY102" fmla="*/ 24129 h 131562"/>
                <a:gd name="csX103" fmla="*/ 394216 w 396567"/>
                <a:gd name="csY103" fmla="*/ 26303 h 131562"/>
                <a:gd name="csX104" fmla="*/ 391864 w 396567"/>
                <a:gd name="csY104" fmla="*/ 23765 h 131562"/>
                <a:gd name="csX105" fmla="*/ 367416 w 396567"/>
                <a:gd name="csY105" fmla="*/ 5127 h 131562"/>
                <a:gd name="csX106" fmla="*/ 346962 w 396567"/>
                <a:gd name="csY106" fmla="*/ 17254 h 131562"/>
                <a:gd name="csX107" fmla="*/ 341525 w 396567"/>
                <a:gd name="csY107" fmla="*/ 44395 h 1315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Lst>
              <a:rect l="l" t="t" r="r" b="b"/>
              <a:pathLst>
                <a:path w="396567" h="131562">
                  <a:moveTo>
                    <a:pt x="53053" y="72810"/>
                  </a:moveTo>
                  <a:lnTo>
                    <a:pt x="29878" y="78419"/>
                  </a:lnTo>
                  <a:cubicBezTo>
                    <a:pt x="18648" y="81133"/>
                    <a:pt x="11588" y="90903"/>
                    <a:pt x="11588" y="101400"/>
                  </a:cubicBezTo>
                  <a:cubicBezTo>
                    <a:pt x="11588" y="114071"/>
                    <a:pt x="21363" y="125108"/>
                    <a:pt x="35490" y="125108"/>
                  </a:cubicBezTo>
                  <a:cubicBezTo>
                    <a:pt x="65726" y="125108"/>
                    <a:pt x="69708" y="95428"/>
                    <a:pt x="70798" y="87287"/>
                  </a:cubicBezTo>
                  <a:cubicBezTo>
                    <a:pt x="70974" y="86202"/>
                    <a:pt x="70974" y="85112"/>
                    <a:pt x="72968" y="85112"/>
                  </a:cubicBezTo>
                  <a:cubicBezTo>
                    <a:pt x="75320" y="85112"/>
                    <a:pt x="75320" y="86020"/>
                    <a:pt x="75320" y="89456"/>
                  </a:cubicBezTo>
                  <a:lnTo>
                    <a:pt x="75320" y="125829"/>
                  </a:lnTo>
                  <a:cubicBezTo>
                    <a:pt x="75320" y="128906"/>
                    <a:pt x="75320" y="130178"/>
                    <a:pt x="73332" y="130178"/>
                  </a:cubicBezTo>
                  <a:cubicBezTo>
                    <a:pt x="72065" y="130178"/>
                    <a:pt x="71883" y="129996"/>
                    <a:pt x="70616" y="127822"/>
                  </a:cubicBezTo>
                  <a:lnTo>
                    <a:pt x="64277" y="117506"/>
                  </a:lnTo>
                  <a:cubicBezTo>
                    <a:pt x="58847" y="122758"/>
                    <a:pt x="51423" y="130178"/>
                    <a:pt x="35308" y="130178"/>
                  </a:cubicBezTo>
                  <a:cubicBezTo>
                    <a:pt x="15212" y="130178"/>
                    <a:pt x="0" y="114248"/>
                    <a:pt x="0" y="95071"/>
                  </a:cubicBezTo>
                  <a:cubicBezTo>
                    <a:pt x="0" y="80048"/>
                    <a:pt x="9594" y="66838"/>
                    <a:pt x="23720" y="61949"/>
                  </a:cubicBezTo>
                  <a:cubicBezTo>
                    <a:pt x="25709" y="61228"/>
                    <a:pt x="34945" y="59054"/>
                    <a:pt x="47617" y="55977"/>
                  </a:cubicBezTo>
                  <a:cubicBezTo>
                    <a:pt x="52508" y="54712"/>
                    <a:pt x="57938" y="53446"/>
                    <a:pt x="63011" y="46752"/>
                  </a:cubicBezTo>
                  <a:cubicBezTo>
                    <a:pt x="66811" y="42046"/>
                    <a:pt x="68623" y="36074"/>
                    <a:pt x="68623" y="30101"/>
                  </a:cubicBezTo>
                  <a:cubicBezTo>
                    <a:pt x="68623" y="17254"/>
                    <a:pt x="59568" y="4224"/>
                    <a:pt x="44363" y="4224"/>
                  </a:cubicBezTo>
                  <a:cubicBezTo>
                    <a:pt x="39108" y="4224"/>
                    <a:pt x="25351" y="5127"/>
                    <a:pt x="15751" y="13995"/>
                  </a:cubicBezTo>
                  <a:cubicBezTo>
                    <a:pt x="5248" y="23765"/>
                    <a:pt x="4709" y="35352"/>
                    <a:pt x="4527" y="41864"/>
                  </a:cubicBezTo>
                  <a:cubicBezTo>
                    <a:pt x="4345" y="43675"/>
                    <a:pt x="2897" y="43675"/>
                    <a:pt x="2351" y="43675"/>
                  </a:cubicBezTo>
                  <a:cubicBezTo>
                    <a:pt x="0" y="43675"/>
                    <a:pt x="0" y="42410"/>
                    <a:pt x="0" y="39151"/>
                  </a:cubicBezTo>
                  <a:lnTo>
                    <a:pt x="0" y="2959"/>
                  </a:lnTo>
                  <a:cubicBezTo>
                    <a:pt x="0" y="-118"/>
                    <a:pt x="0" y="-1384"/>
                    <a:pt x="1994" y="-1384"/>
                  </a:cubicBezTo>
                  <a:cubicBezTo>
                    <a:pt x="3260" y="-1384"/>
                    <a:pt x="3442" y="-1027"/>
                    <a:pt x="4709" y="965"/>
                  </a:cubicBezTo>
                  <a:cubicBezTo>
                    <a:pt x="4709" y="1147"/>
                    <a:pt x="5248" y="1693"/>
                    <a:pt x="11224" y="11282"/>
                  </a:cubicBezTo>
                  <a:cubicBezTo>
                    <a:pt x="16842" y="5127"/>
                    <a:pt x="28429" y="-1384"/>
                    <a:pt x="44544" y="-1384"/>
                  </a:cubicBezTo>
                  <a:cubicBezTo>
                    <a:pt x="65726" y="-1384"/>
                    <a:pt x="80210" y="16351"/>
                    <a:pt x="80210" y="36255"/>
                  </a:cubicBezTo>
                  <a:cubicBezTo>
                    <a:pt x="80210" y="54354"/>
                    <a:pt x="68259" y="69189"/>
                    <a:pt x="53053" y="72810"/>
                  </a:cubicBezTo>
                  <a:close/>
                  <a:moveTo>
                    <a:pt x="121690" y="74979"/>
                  </a:moveTo>
                  <a:lnTo>
                    <a:pt x="147581" y="74979"/>
                  </a:lnTo>
                  <a:lnTo>
                    <a:pt x="147581" y="80594"/>
                  </a:lnTo>
                  <a:lnTo>
                    <a:pt x="121690" y="80594"/>
                  </a:lnTo>
                  <a:lnTo>
                    <a:pt x="121690" y="113889"/>
                  </a:lnTo>
                  <a:lnTo>
                    <a:pt x="117163" y="113889"/>
                  </a:lnTo>
                  <a:cubicBezTo>
                    <a:pt x="116981" y="99050"/>
                    <a:pt x="111545" y="79685"/>
                    <a:pt x="93806" y="78964"/>
                  </a:cubicBezTo>
                  <a:lnTo>
                    <a:pt x="93806" y="74979"/>
                  </a:lnTo>
                  <a:lnTo>
                    <a:pt x="109194" y="74979"/>
                  </a:lnTo>
                  <a:lnTo>
                    <a:pt x="109194" y="25037"/>
                  </a:lnTo>
                  <a:cubicBezTo>
                    <a:pt x="109194" y="2777"/>
                    <a:pt x="126035" y="603"/>
                    <a:pt x="132551" y="603"/>
                  </a:cubicBezTo>
                  <a:cubicBezTo>
                    <a:pt x="145405" y="603"/>
                    <a:pt x="150477" y="13455"/>
                    <a:pt x="150477" y="25037"/>
                  </a:cubicBezTo>
                  <a:lnTo>
                    <a:pt x="150477" y="35352"/>
                  </a:lnTo>
                  <a:lnTo>
                    <a:pt x="145950" y="35352"/>
                  </a:lnTo>
                  <a:lnTo>
                    <a:pt x="145950" y="25395"/>
                  </a:lnTo>
                  <a:cubicBezTo>
                    <a:pt x="145950" y="12008"/>
                    <a:pt x="140520" y="5127"/>
                    <a:pt x="133817" y="5127"/>
                  </a:cubicBezTo>
                  <a:cubicBezTo>
                    <a:pt x="121690" y="5127"/>
                    <a:pt x="121690" y="21597"/>
                    <a:pt x="121690" y="24674"/>
                  </a:cubicBezTo>
                  <a:lnTo>
                    <a:pt x="121690" y="74979"/>
                  </a:lnTo>
                  <a:close/>
                  <a:moveTo>
                    <a:pt x="220921" y="16351"/>
                  </a:moveTo>
                  <a:cubicBezTo>
                    <a:pt x="221642" y="9113"/>
                    <a:pt x="226532" y="1511"/>
                    <a:pt x="235042" y="1511"/>
                  </a:cubicBezTo>
                  <a:cubicBezTo>
                    <a:pt x="238841" y="1511"/>
                    <a:pt x="249889" y="4043"/>
                    <a:pt x="249889" y="18701"/>
                  </a:cubicBezTo>
                  <a:lnTo>
                    <a:pt x="249889" y="28835"/>
                  </a:lnTo>
                  <a:lnTo>
                    <a:pt x="245363" y="28835"/>
                  </a:lnTo>
                  <a:lnTo>
                    <a:pt x="245363" y="18701"/>
                  </a:lnTo>
                  <a:cubicBezTo>
                    <a:pt x="245363" y="8204"/>
                    <a:pt x="240835" y="7120"/>
                    <a:pt x="238841" y="7120"/>
                  </a:cubicBezTo>
                  <a:cubicBezTo>
                    <a:pt x="232867" y="7120"/>
                    <a:pt x="232145" y="15261"/>
                    <a:pt x="232145" y="16169"/>
                  </a:cubicBezTo>
                  <a:lnTo>
                    <a:pt x="232145" y="52361"/>
                  </a:lnTo>
                  <a:cubicBezTo>
                    <a:pt x="232145" y="59963"/>
                    <a:pt x="232145" y="67020"/>
                    <a:pt x="225623" y="73713"/>
                  </a:cubicBezTo>
                  <a:cubicBezTo>
                    <a:pt x="218563" y="80769"/>
                    <a:pt x="209509" y="83665"/>
                    <a:pt x="200819" y="83665"/>
                  </a:cubicBezTo>
                  <a:cubicBezTo>
                    <a:pt x="185976" y="83665"/>
                    <a:pt x="173480" y="75161"/>
                    <a:pt x="173480" y="63215"/>
                  </a:cubicBezTo>
                  <a:cubicBezTo>
                    <a:pt x="173480" y="57789"/>
                    <a:pt x="177104" y="54712"/>
                    <a:pt x="181806" y="54712"/>
                  </a:cubicBezTo>
                  <a:cubicBezTo>
                    <a:pt x="186880" y="54712"/>
                    <a:pt x="190140" y="58333"/>
                    <a:pt x="190140" y="63040"/>
                  </a:cubicBezTo>
                  <a:cubicBezTo>
                    <a:pt x="190140" y="65208"/>
                    <a:pt x="189232" y="71181"/>
                    <a:pt x="180903" y="71363"/>
                  </a:cubicBezTo>
                  <a:cubicBezTo>
                    <a:pt x="185794" y="77692"/>
                    <a:pt x="194666" y="79685"/>
                    <a:pt x="200461" y="79685"/>
                  </a:cubicBezTo>
                  <a:cubicBezTo>
                    <a:pt x="209333" y="79685"/>
                    <a:pt x="219654" y="72628"/>
                    <a:pt x="219654" y="56523"/>
                  </a:cubicBezTo>
                  <a:lnTo>
                    <a:pt x="219654" y="49829"/>
                  </a:lnTo>
                  <a:cubicBezTo>
                    <a:pt x="210418" y="49284"/>
                    <a:pt x="197745" y="48739"/>
                    <a:pt x="186334" y="43312"/>
                  </a:cubicBezTo>
                  <a:cubicBezTo>
                    <a:pt x="172758" y="37158"/>
                    <a:pt x="168231" y="27751"/>
                    <a:pt x="168231" y="19785"/>
                  </a:cubicBezTo>
                  <a:cubicBezTo>
                    <a:pt x="168231" y="5127"/>
                    <a:pt x="185794" y="603"/>
                    <a:pt x="197200" y="603"/>
                  </a:cubicBezTo>
                  <a:cubicBezTo>
                    <a:pt x="209151" y="603"/>
                    <a:pt x="217478" y="7841"/>
                    <a:pt x="220921" y="16351"/>
                  </a:cubicBezTo>
                  <a:close/>
                  <a:moveTo>
                    <a:pt x="219654" y="46025"/>
                  </a:moveTo>
                  <a:lnTo>
                    <a:pt x="219654" y="27932"/>
                  </a:lnTo>
                  <a:cubicBezTo>
                    <a:pt x="219654" y="10736"/>
                    <a:pt x="206612" y="4588"/>
                    <a:pt x="198467" y="4588"/>
                  </a:cubicBezTo>
                  <a:cubicBezTo>
                    <a:pt x="189595" y="4588"/>
                    <a:pt x="182170" y="10918"/>
                    <a:pt x="182170" y="19967"/>
                  </a:cubicBezTo>
                  <a:cubicBezTo>
                    <a:pt x="182170" y="29920"/>
                    <a:pt x="189777" y="44941"/>
                    <a:pt x="219654" y="46025"/>
                  </a:cubicBezTo>
                  <a:close/>
                  <a:moveTo>
                    <a:pt x="282494" y="74979"/>
                  </a:moveTo>
                  <a:lnTo>
                    <a:pt x="308385" y="74979"/>
                  </a:lnTo>
                  <a:lnTo>
                    <a:pt x="308385" y="80594"/>
                  </a:lnTo>
                  <a:lnTo>
                    <a:pt x="282494" y="80594"/>
                  </a:lnTo>
                  <a:lnTo>
                    <a:pt x="282494" y="113889"/>
                  </a:lnTo>
                  <a:lnTo>
                    <a:pt x="277967" y="113889"/>
                  </a:lnTo>
                  <a:cubicBezTo>
                    <a:pt x="277785" y="99050"/>
                    <a:pt x="272350" y="79685"/>
                    <a:pt x="254610" y="78964"/>
                  </a:cubicBezTo>
                  <a:lnTo>
                    <a:pt x="254610" y="74979"/>
                  </a:lnTo>
                  <a:lnTo>
                    <a:pt x="269998" y="74979"/>
                  </a:lnTo>
                  <a:lnTo>
                    <a:pt x="269998" y="25037"/>
                  </a:lnTo>
                  <a:cubicBezTo>
                    <a:pt x="269998" y="2777"/>
                    <a:pt x="286841" y="603"/>
                    <a:pt x="293355" y="603"/>
                  </a:cubicBezTo>
                  <a:cubicBezTo>
                    <a:pt x="306210" y="603"/>
                    <a:pt x="311281" y="13455"/>
                    <a:pt x="311281" y="25037"/>
                  </a:cubicBezTo>
                  <a:lnTo>
                    <a:pt x="311281" y="35352"/>
                  </a:lnTo>
                  <a:lnTo>
                    <a:pt x="306755" y="35352"/>
                  </a:lnTo>
                  <a:lnTo>
                    <a:pt x="306755" y="25395"/>
                  </a:lnTo>
                  <a:cubicBezTo>
                    <a:pt x="306755" y="12008"/>
                    <a:pt x="301324" y="5127"/>
                    <a:pt x="294622" y="5127"/>
                  </a:cubicBezTo>
                  <a:cubicBezTo>
                    <a:pt x="282494" y="5127"/>
                    <a:pt x="282494" y="21597"/>
                    <a:pt x="282494" y="24674"/>
                  </a:cubicBezTo>
                  <a:lnTo>
                    <a:pt x="282494" y="74979"/>
                  </a:lnTo>
                  <a:close/>
                  <a:moveTo>
                    <a:pt x="341707" y="48200"/>
                  </a:moveTo>
                  <a:cubicBezTo>
                    <a:pt x="342792" y="75161"/>
                    <a:pt x="358004" y="79685"/>
                    <a:pt x="364162" y="79685"/>
                  </a:cubicBezTo>
                  <a:cubicBezTo>
                    <a:pt x="382810" y="79685"/>
                    <a:pt x="384622" y="55256"/>
                    <a:pt x="384622" y="48200"/>
                  </a:cubicBezTo>
                  <a:lnTo>
                    <a:pt x="341707" y="48200"/>
                  </a:lnTo>
                  <a:close/>
                  <a:moveTo>
                    <a:pt x="341525" y="44395"/>
                  </a:moveTo>
                  <a:lnTo>
                    <a:pt x="392045" y="44395"/>
                  </a:lnTo>
                  <a:cubicBezTo>
                    <a:pt x="396028" y="44395"/>
                    <a:pt x="396568" y="44395"/>
                    <a:pt x="396568" y="48200"/>
                  </a:cubicBezTo>
                  <a:cubicBezTo>
                    <a:pt x="396568" y="66112"/>
                    <a:pt x="386792" y="83665"/>
                    <a:pt x="364162" y="83665"/>
                  </a:cubicBezTo>
                  <a:cubicBezTo>
                    <a:pt x="343156" y="83665"/>
                    <a:pt x="326502" y="65027"/>
                    <a:pt x="326502" y="42410"/>
                  </a:cubicBezTo>
                  <a:cubicBezTo>
                    <a:pt x="326502" y="18156"/>
                    <a:pt x="345508" y="603"/>
                    <a:pt x="366331" y="603"/>
                  </a:cubicBezTo>
                  <a:cubicBezTo>
                    <a:pt x="388421" y="603"/>
                    <a:pt x="396568" y="20693"/>
                    <a:pt x="396568" y="24129"/>
                  </a:cubicBezTo>
                  <a:cubicBezTo>
                    <a:pt x="396568" y="25939"/>
                    <a:pt x="395119" y="26303"/>
                    <a:pt x="394216" y="26303"/>
                  </a:cubicBezTo>
                  <a:cubicBezTo>
                    <a:pt x="392585" y="26303"/>
                    <a:pt x="392222" y="25213"/>
                    <a:pt x="391864" y="23765"/>
                  </a:cubicBezTo>
                  <a:cubicBezTo>
                    <a:pt x="385526" y="5127"/>
                    <a:pt x="369228" y="5127"/>
                    <a:pt x="367416" y="5127"/>
                  </a:cubicBezTo>
                  <a:cubicBezTo>
                    <a:pt x="358368" y="5127"/>
                    <a:pt x="351126" y="10560"/>
                    <a:pt x="346962" y="17254"/>
                  </a:cubicBezTo>
                  <a:cubicBezTo>
                    <a:pt x="341525" y="25939"/>
                    <a:pt x="341525" y="37885"/>
                    <a:pt x="341525" y="44395"/>
                  </a:cubicBezTo>
                  <a:close/>
                </a:path>
              </a:pathLst>
            </a:custGeom>
            <a:solidFill>
              <a:srgbClr val="000000"/>
            </a:solidFill>
            <a:ln w="25400" cap="flat">
              <a:noFill/>
              <a:prstDash val="solid"/>
              <a:miter/>
            </a:ln>
          </p:spPr>
          <p:txBody>
            <a:bodyPr/>
            <a:lstStyle/>
            <a:p>
              <a:endParaRPr lang="en-GB"/>
            </a:p>
          </p:txBody>
        </p:sp>
        <p:sp>
          <p:nvSpPr>
            <p:cNvPr id="9" name="Freeform: Shape 8">
              <a:extLst>
                <a:ext uri="{FF2B5EF4-FFF2-40B4-BE49-F238E27FC236}">
                  <a16:creationId xmlns:a16="http://schemas.microsoft.com/office/drawing/2014/main" id="{733DA0E4-6072-8A49-892B-9EDAEBC81EF4}"/>
                </a:ext>
              </a:extLst>
            </p:cNvPr>
            <p:cNvSpPr/>
            <p:nvPr>
              <p:custDataLst>
                <p:tags r:id="rId178"/>
              </p:custDataLst>
            </p:nvPr>
          </p:nvSpPr>
          <p:spPr>
            <a:xfrm flipV="1">
              <a:off x="5379789" y="-9850439"/>
              <a:ext cx="150112" cy="129575"/>
            </a:xfrm>
            <a:custGeom>
              <a:avLst/>
              <a:gdLst>
                <a:gd name="csX0" fmla="*/ 80210 w 150112"/>
                <a:gd name="csY0" fmla="*/ 39331 h 129575"/>
                <a:gd name="csX1" fmla="*/ 40194 w 150112"/>
                <a:gd name="csY1" fmla="*/ 81678 h 129575"/>
                <a:gd name="csX2" fmla="*/ 0 w 150112"/>
                <a:gd name="csY2" fmla="*/ 39331 h 129575"/>
                <a:gd name="csX3" fmla="*/ 40013 w 150112"/>
                <a:gd name="csY3" fmla="*/ -1384 h 129575"/>
                <a:gd name="csX4" fmla="*/ 80210 w 150112"/>
                <a:gd name="csY4" fmla="*/ 39331 h 129575"/>
                <a:gd name="csX5" fmla="*/ 40194 w 150112"/>
                <a:gd name="csY5" fmla="*/ 3140 h 129575"/>
                <a:gd name="csX6" fmla="*/ 19553 w 150112"/>
                <a:gd name="csY6" fmla="*/ 15267 h 129575"/>
                <a:gd name="csX7" fmla="*/ 15025 w 150112"/>
                <a:gd name="csY7" fmla="*/ 40780 h 129575"/>
                <a:gd name="csX8" fmla="*/ 19371 w 150112"/>
                <a:gd name="csY8" fmla="*/ 65572 h 129575"/>
                <a:gd name="csX9" fmla="*/ 40013 w 150112"/>
                <a:gd name="csY9" fmla="*/ 77698 h 129575"/>
                <a:gd name="csX10" fmla="*/ 60472 w 150112"/>
                <a:gd name="csY10" fmla="*/ 65935 h 129575"/>
                <a:gd name="csX11" fmla="*/ 65182 w 150112"/>
                <a:gd name="csY11" fmla="*/ 40780 h 129575"/>
                <a:gd name="csX12" fmla="*/ 61199 w 150112"/>
                <a:gd name="csY12" fmla="*/ 16533 h 129575"/>
                <a:gd name="csX13" fmla="*/ 40194 w 150112"/>
                <a:gd name="csY13" fmla="*/ 3140 h 129575"/>
                <a:gd name="csX14" fmla="*/ 117154 w 150112"/>
                <a:gd name="csY14" fmla="*/ 78607 h 129575"/>
                <a:gd name="csX15" fmla="*/ 117154 w 150112"/>
                <a:gd name="csY15" fmla="*/ 99594 h 129575"/>
                <a:gd name="csX16" fmla="*/ 133815 w 150112"/>
                <a:gd name="csY16" fmla="*/ 124205 h 129575"/>
                <a:gd name="csX17" fmla="*/ 139792 w 150112"/>
                <a:gd name="csY17" fmla="*/ 122939 h 129575"/>
                <a:gd name="csX18" fmla="*/ 134355 w 150112"/>
                <a:gd name="csY18" fmla="*/ 115337 h 129575"/>
                <a:gd name="csX19" fmla="*/ 142142 w 150112"/>
                <a:gd name="csY19" fmla="*/ 107560 h 129575"/>
                <a:gd name="csX20" fmla="*/ 150112 w 150112"/>
                <a:gd name="csY20" fmla="*/ 115519 h 129575"/>
                <a:gd name="csX21" fmla="*/ 133815 w 150112"/>
                <a:gd name="csY21" fmla="*/ 128191 h 129575"/>
                <a:gd name="csX22" fmla="*/ 105748 w 150112"/>
                <a:gd name="csY22" fmla="*/ 99413 h 129575"/>
                <a:gd name="csX23" fmla="*/ 105748 w 150112"/>
                <a:gd name="csY23" fmla="*/ 78607 h 129575"/>
                <a:gd name="csX24" fmla="*/ 91447 w 150112"/>
                <a:gd name="csY24" fmla="*/ 78607 h 129575"/>
                <a:gd name="csX25" fmla="*/ 91447 w 150112"/>
                <a:gd name="csY25" fmla="*/ 72992 h 129575"/>
                <a:gd name="csX26" fmla="*/ 105748 w 150112"/>
                <a:gd name="csY26" fmla="*/ 72992 h 129575"/>
                <a:gd name="csX27" fmla="*/ 105748 w 150112"/>
                <a:gd name="csY27" fmla="*/ 14364 h 129575"/>
                <a:gd name="csX28" fmla="*/ 91629 w 150112"/>
                <a:gd name="csY28" fmla="*/ 6217 h 129575"/>
                <a:gd name="csX29" fmla="*/ 91629 w 150112"/>
                <a:gd name="csY29" fmla="*/ 608 h 129575"/>
                <a:gd name="csX30" fmla="*/ 112270 w 150112"/>
                <a:gd name="csY30" fmla="*/ 1153 h 129575"/>
                <a:gd name="csX31" fmla="*/ 135264 w 150112"/>
                <a:gd name="csY31" fmla="*/ 608 h 129575"/>
                <a:gd name="csX32" fmla="*/ 135264 w 150112"/>
                <a:gd name="csY32" fmla="*/ 6217 h 129575"/>
                <a:gd name="csX33" fmla="*/ 131458 w 150112"/>
                <a:gd name="csY33" fmla="*/ 6217 h 129575"/>
                <a:gd name="csX34" fmla="*/ 117700 w 150112"/>
                <a:gd name="csY34" fmla="*/ 14721 h 129575"/>
                <a:gd name="csX35" fmla="*/ 117700 w 150112"/>
                <a:gd name="csY35" fmla="*/ 72992 h 129575"/>
                <a:gd name="csX36" fmla="*/ 138343 w 150112"/>
                <a:gd name="csY36" fmla="*/ 72992 h 129575"/>
                <a:gd name="csX37" fmla="*/ 138343 w 150112"/>
                <a:gd name="csY37" fmla="*/ 78607 h 129575"/>
                <a:gd name="csX38" fmla="*/ 117154 w 150112"/>
                <a:gd name="csY38" fmla="*/ 78607 h 1295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50112" h="129575">
                  <a:moveTo>
                    <a:pt x="80210" y="39331"/>
                  </a:moveTo>
                  <a:cubicBezTo>
                    <a:pt x="80210" y="62500"/>
                    <a:pt x="62102" y="81678"/>
                    <a:pt x="40194" y="81678"/>
                  </a:cubicBezTo>
                  <a:cubicBezTo>
                    <a:pt x="17559" y="81678"/>
                    <a:pt x="0" y="61956"/>
                    <a:pt x="0" y="39331"/>
                  </a:cubicBezTo>
                  <a:cubicBezTo>
                    <a:pt x="0" y="15988"/>
                    <a:pt x="18831" y="-1384"/>
                    <a:pt x="40013" y="-1384"/>
                  </a:cubicBezTo>
                  <a:cubicBezTo>
                    <a:pt x="61921" y="-1384"/>
                    <a:pt x="80210" y="16351"/>
                    <a:pt x="80210" y="39331"/>
                  </a:cubicBezTo>
                  <a:close/>
                  <a:moveTo>
                    <a:pt x="40194" y="3140"/>
                  </a:moveTo>
                  <a:cubicBezTo>
                    <a:pt x="32406" y="3140"/>
                    <a:pt x="24442" y="6944"/>
                    <a:pt x="19553" y="15267"/>
                  </a:cubicBezTo>
                  <a:cubicBezTo>
                    <a:pt x="15025" y="23226"/>
                    <a:pt x="15025" y="34267"/>
                    <a:pt x="15025" y="40780"/>
                  </a:cubicBezTo>
                  <a:cubicBezTo>
                    <a:pt x="15025" y="47842"/>
                    <a:pt x="15025" y="57612"/>
                    <a:pt x="19371" y="65572"/>
                  </a:cubicBezTo>
                  <a:cubicBezTo>
                    <a:pt x="24260" y="73900"/>
                    <a:pt x="32769" y="77698"/>
                    <a:pt x="40013" y="77698"/>
                  </a:cubicBezTo>
                  <a:cubicBezTo>
                    <a:pt x="47981" y="77698"/>
                    <a:pt x="55762" y="73718"/>
                    <a:pt x="60472" y="65935"/>
                  </a:cubicBezTo>
                  <a:cubicBezTo>
                    <a:pt x="65182" y="58157"/>
                    <a:pt x="65182" y="47661"/>
                    <a:pt x="65182" y="40780"/>
                  </a:cubicBezTo>
                  <a:cubicBezTo>
                    <a:pt x="65182" y="34267"/>
                    <a:pt x="65182" y="24498"/>
                    <a:pt x="61199" y="16533"/>
                  </a:cubicBezTo>
                  <a:cubicBezTo>
                    <a:pt x="57211" y="8391"/>
                    <a:pt x="49248" y="3140"/>
                    <a:pt x="40194" y="3140"/>
                  </a:cubicBezTo>
                  <a:close/>
                  <a:moveTo>
                    <a:pt x="117154" y="78607"/>
                  </a:moveTo>
                  <a:lnTo>
                    <a:pt x="117154" y="99594"/>
                  </a:lnTo>
                  <a:cubicBezTo>
                    <a:pt x="117154" y="115519"/>
                    <a:pt x="125847" y="124205"/>
                    <a:pt x="133815" y="124205"/>
                  </a:cubicBezTo>
                  <a:cubicBezTo>
                    <a:pt x="134355" y="124205"/>
                    <a:pt x="137076" y="124205"/>
                    <a:pt x="139792" y="122939"/>
                  </a:cubicBezTo>
                  <a:cubicBezTo>
                    <a:pt x="137616" y="122218"/>
                    <a:pt x="134355" y="119862"/>
                    <a:pt x="134355" y="115337"/>
                  </a:cubicBezTo>
                  <a:cubicBezTo>
                    <a:pt x="134355" y="111176"/>
                    <a:pt x="137258" y="107560"/>
                    <a:pt x="142142" y="107560"/>
                  </a:cubicBezTo>
                  <a:cubicBezTo>
                    <a:pt x="147397" y="107560"/>
                    <a:pt x="150112" y="111176"/>
                    <a:pt x="150112" y="115519"/>
                  </a:cubicBezTo>
                  <a:cubicBezTo>
                    <a:pt x="150112" y="122218"/>
                    <a:pt x="143409" y="128191"/>
                    <a:pt x="133815" y="128191"/>
                  </a:cubicBezTo>
                  <a:cubicBezTo>
                    <a:pt x="121142" y="128191"/>
                    <a:pt x="105748" y="118596"/>
                    <a:pt x="105748" y="99413"/>
                  </a:cubicBezTo>
                  <a:lnTo>
                    <a:pt x="105748" y="78607"/>
                  </a:lnTo>
                  <a:lnTo>
                    <a:pt x="91447" y="78607"/>
                  </a:lnTo>
                  <a:lnTo>
                    <a:pt x="91447" y="72992"/>
                  </a:lnTo>
                  <a:lnTo>
                    <a:pt x="105748" y="72992"/>
                  </a:lnTo>
                  <a:lnTo>
                    <a:pt x="105748" y="14364"/>
                  </a:lnTo>
                  <a:cubicBezTo>
                    <a:pt x="105748" y="6217"/>
                    <a:pt x="103756" y="6217"/>
                    <a:pt x="91629" y="6217"/>
                  </a:cubicBezTo>
                  <a:lnTo>
                    <a:pt x="91629" y="608"/>
                  </a:lnTo>
                  <a:cubicBezTo>
                    <a:pt x="98689" y="790"/>
                    <a:pt x="107197" y="1153"/>
                    <a:pt x="112270" y="1153"/>
                  </a:cubicBezTo>
                  <a:cubicBezTo>
                    <a:pt x="119512" y="1153"/>
                    <a:pt x="128022" y="1153"/>
                    <a:pt x="135264" y="608"/>
                  </a:cubicBezTo>
                  <a:lnTo>
                    <a:pt x="135264" y="6217"/>
                  </a:lnTo>
                  <a:lnTo>
                    <a:pt x="131458" y="6217"/>
                  </a:lnTo>
                  <a:cubicBezTo>
                    <a:pt x="118063" y="6217"/>
                    <a:pt x="117700" y="8210"/>
                    <a:pt x="117700" y="14721"/>
                  </a:cubicBezTo>
                  <a:lnTo>
                    <a:pt x="117700" y="72992"/>
                  </a:lnTo>
                  <a:lnTo>
                    <a:pt x="138343" y="72992"/>
                  </a:lnTo>
                  <a:lnTo>
                    <a:pt x="138343" y="78607"/>
                  </a:lnTo>
                  <a:lnTo>
                    <a:pt x="117154" y="78607"/>
                  </a:lnTo>
                  <a:close/>
                </a:path>
              </a:pathLst>
            </a:custGeom>
            <a:solidFill>
              <a:srgbClr val="000000"/>
            </a:solidFill>
            <a:ln w="25400" cap="flat">
              <a:noFill/>
              <a:prstDash val="solid"/>
              <a:miter/>
            </a:ln>
          </p:spPr>
          <p:txBody>
            <a:bodyPr/>
            <a:lstStyle/>
            <a:p>
              <a:endParaRPr lang="en-GB"/>
            </a:p>
          </p:txBody>
        </p:sp>
        <p:sp>
          <p:nvSpPr>
            <p:cNvPr id="11" name="Freeform: Shape 10">
              <a:extLst>
                <a:ext uri="{FF2B5EF4-FFF2-40B4-BE49-F238E27FC236}">
                  <a16:creationId xmlns:a16="http://schemas.microsoft.com/office/drawing/2014/main" id="{D6076524-3425-A0ED-EE9C-E4DF4AC76958}"/>
                </a:ext>
              </a:extLst>
            </p:cNvPr>
            <p:cNvSpPr/>
            <p:nvPr>
              <p:custDataLst>
                <p:tags r:id="rId179"/>
              </p:custDataLst>
            </p:nvPr>
          </p:nvSpPr>
          <p:spPr>
            <a:xfrm flipV="1">
              <a:off x="5585789" y="-9843921"/>
              <a:ext cx="493808" cy="156172"/>
            </a:xfrm>
            <a:custGeom>
              <a:avLst/>
              <a:gdLst>
                <a:gd name="csX0" fmla="*/ 26073 w 493808"/>
                <a:gd name="csY0" fmla="*/ 101765 h 156172"/>
                <a:gd name="csX1" fmla="*/ 26073 w 493808"/>
                <a:gd name="csY1" fmla="*/ 113711 h 156172"/>
                <a:gd name="csX2" fmla="*/ 0 w 493808"/>
                <a:gd name="csY2" fmla="*/ 111724 h 156172"/>
                <a:gd name="csX3" fmla="*/ 0 w 493808"/>
                <a:gd name="csY3" fmla="*/ 106109 h 156172"/>
                <a:gd name="csX4" fmla="*/ 14122 w 493808"/>
                <a:gd name="csY4" fmla="*/ 97065 h 156172"/>
                <a:gd name="csX5" fmla="*/ 14122 w 493808"/>
                <a:gd name="csY5" fmla="*/ 12374 h 156172"/>
                <a:gd name="csX6" fmla="*/ 0 w 493808"/>
                <a:gd name="csY6" fmla="*/ 4226 h 156172"/>
                <a:gd name="csX7" fmla="*/ 0 w 493808"/>
                <a:gd name="csY7" fmla="*/ -1382 h 156172"/>
                <a:gd name="csX8" fmla="*/ 20280 w 493808"/>
                <a:gd name="csY8" fmla="*/ -838 h 156172"/>
                <a:gd name="csX9" fmla="*/ 40739 w 493808"/>
                <a:gd name="csY9" fmla="*/ -1382 h 156172"/>
                <a:gd name="csX10" fmla="*/ 40739 w 493808"/>
                <a:gd name="csY10" fmla="*/ 4226 h 156172"/>
                <a:gd name="csX11" fmla="*/ 26612 w 493808"/>
                <a:gd name="csY11" fmla="*/ 12374 h 156172"/>
                <a:gd name="csX12" fmla="*/ 26612 w 493808"/>
                <a:gd name="csY12" fmla="*/ 42774 h 156172"/>
                <a:gd name="csX13" fmla="*/ 26612 w 493808"/>
                <a:gd name="csY13" fmla="*/ 44404 h 156172"/>
                <a:gd name="csX14" fmla="*/ 48884 w 493808"/>
                <a:gd name="csY14" fmla="*/ 31733 h 156172"/>
                <a:gd name="csX15" fmla="*/ 89260 w 493808"/>
                <a:gd name="csY15" fmla="*/ 72812 h 156172"/>
                <a:gd name="csX16" fmla="*/ 51418 w 493808"/>
                <a:gd name="csY16" fmla="*/ 113711 h 156172"/>
                <a:gd name="csX17" fmla="*/ 26073 w 493808"/>
                <a:gd name="csY17" fmla="*/ 101765 h 156172"/>
                <a:gd name="csX18" fmla="*/ 26612 w 493808"/>
                <a:gd name="csY18" fmla="*/ 54356 h 156172"/>
                <a:gd name="csX19" fmla="*/ 26612 w 493808"/>
                <a:gd name="csY19" fmla="*/ 94709 h 156172"/>
                <a:gd name="csX20" fmla="*/ 49970 w 493808"/>
                <a:gd name="csY20" fmla="*/ 109186 h 156172"/>
                <a:gd name="csX21" fmla="*/ 74235 w 493808"/>
                <a:gd name="csY21" fmla="*/ 72812 h 156172"/>
                <a:gd name="csX22" fmla="*/ 48163 w 493808"/>
                <a:gd name="csY22" fmla="*/ 35718 h 156172"/>
                <a:gd name="csX23" fmla="*/ 29152 w 493808"/>
                <a:gd name="csY23" fmla="*/ 46754 h 156172"/>
                <a:gd name="csX24" fmla="*/ 26612 w 493808"/>
                <a:gd name="csY24" fmla="*/ 54356 h 156172"/>
                <a:gd name="csX25" fmla="*/ 155727 w 493808"/>
                <a:gd name="csY25" fmla="*/ 47481 h 156172"/>
                <a:gd name="csX26" fmla="*/ 169848 w 493808"/>
                <a:gd name="csY26" fmla="*/ 32641 h 156172"/>
                <a:gd name="csX27" fmla="*/ 184695 w 493808"/>
                <a:gd name="csY27" fmla="*/ 49831 h 156172"/>
                <a:gd name="csX28" fmla="*/ 184695 w 493808"/>
                <a:gd name="csY28" fmla="*/ 59965 h 156172"/>
                <a:gd name="csX29" fmla="*/ 180169 w 493808"/>
                <a:gd name="csY29" fmla="*/ 59965 h 156172"/>
                <a:gd name="csX30" fmla="*/ 180169 w 493808"/>
                <a:gd name="csY30" fmla="*/ 49831 h 156172"/>
                <a:gd name="csX31" fmla="*/ 173648 w 493808"/>
                <a:gd name="csY31" fmla="*/ 38250 h 156172"/>
                <a:gd name="csX32" fmla="*/ 166951 w 493808"/>
                <a:gd name="csY32" fmla="*/ 47299 h 156172"/>
                <a:gd name="csX33" fmla="*/ 166951 w 493808"/>
                <a:gd name="csY33" fmla="*/ 83491 h 156172"/>
                <a:gd name="csX34" fmla="*/ 160429 w 493808"/>
                <a:gd name="csY34" fmla="*/ 104842 h 156172"/>
                <a:gd name="csX35" fmla="*/ 135624 w 493808"/>
                <a:gd name="csY35" fmla="*/ 114795 h 156172"/>
                <a:gd name="csX36" fmla="*/ 108286 w 493808"/>
                <a:gd name="csY36" fmla="*/ 94345 h 156172"/>
                <a:gd name="csX37" fmla="*/ 116613 w 493808"/>
                <a:gd name="csY37" fmla="*/ 85842 h 156172"/>
                <a:gd name="csX38" fmla="*/ 124945 w 493808"/>
                <a:gd name="csY38" fmla="*/ 94170 h 156172"/>
                <a:gd name="csX39" fmla="*/ 115709 w 493808"/>
                <a:gd name="csY39" fmla="*/ 102493 h 156172"/>
                <a:gd name="csX40" fmla="*/ 135267 w 493808"/>
                <a:gd name="csY40" fmla="*/ 110815 h 156172"/>
                <a:gd name="csX41" fmla="*/ 154460 w 493808"/>
                <a:gd name="csY41" fmla="*/ 87652 h 156172"/>
                <a:gd name="csX42" fmla="*/ 154460 w 493808"/>
                <a:gd name="csY42" fmla="*/ 80959 h 156172"/>
                <a:gd name="csX43" fmla="*/ 121140 w 493808"/>
                <a:gd name="csY43" fmla="*/ 74442 h 156172"/>
                <a:gd name="csX44" fmla="*/ 103036 w 493808"/>
                <a:gd name="csY44" fmla="*/ 50915 h 156172"/>
                <a:gd name="csX45" fmla="*/ 132007 w 493808"/>
                <a:gd name="csY45" fmla="*/ 31733 h 156172"/>
                <a:gd name="csX46" fmla="*/ 155727 w 493808"/>
                <a:gd name="csY46" fmla="*/ 47481 h 156172"/>
                <a:gd name="csX47" fmla="*/ 154460 w 493808"/>
                <a:gd name="csY47" fmla="*/ 77155 h 156172"/>
                <a:gd name="csX48" fmla="*/ 154460 w 493808"/>
                <a:gd name="csY48" fmla="*/ 59062 h 156172"/>
                <a:gd name="csX49" fmla="*/ 133274 w 493808"/>
                <a:gd name="csY49" fmla="*/ 35718 h 156172"/>
                <a:gd name="csX50" fmla="*/ 116976 w 493808"/>
                <a:gd name="csY50" fmla="*/ 51097 h 156172"/>
                <a:gd name="csX51" fmla="*/ 154460 w 493808"/>
                <a:gd name="csY51" fmla="*/ 77155 h 156172"/>
                <a:gd name="csX52" fmla="*/ 207156 w 493808"/>
                <a:gd name="csY52" fmla="*/ 73176 h 156172"/>
                <a:gd name="csX53" fmla="*/ 231604 w 493808"/>
                <a:gd name="csY53" fmla="*/ 110276 h 156172"/>
                <a:gd name="csX54" fmla="*/ 250973 w 493808"/>
                <a:gd name="csY54" fmla="*/ 103576 h 156172"/>
                <a:gd name="csX55" fmla="*/ 242465 w 493808"/>
                <a:gd name="csY55" fmla="*/ 95253 h 156172"/>
                <a:gd name="csX56" fmla="*/ 250796 w 493808"/>
                <a:gd name="csY56" fmla="*/ 86932 h 156172"/>
                <a:gd name="csX57" fmla="*/ 259123 w 493808"/>
                <a:gd name="csY57" fmla="*/ 95435 h 156172"/>
                <a:gd name="csX58" fmla="*/ 231422 w 493808"/>
                <a:gd name="csY58" fmla="*/ 114795 h 156172"/>
                <a:gd name="csX59" fmla="*/ 192132 w 493808"/>
                <a:gd name="csY59" fmla="*/ 72812 h 156172"/>
                <a:gd name="csX60" fmla="*/ 231059 w 493808"/>
                <a:gd name="csY60" fmla="*/ 31733 h 156172"/>
                <a:gd name="csX61" fmla="*/ 261112 w 493808"/>
                <a:gd name="csY61" fmla="*/ 55258 h 156172"/>
                <a:gd name="csX62" fmla="*/ 258760 w 493808"/>
                <a:gd name="csY62" fmla="*/ 57069 h 156172"/>
                <a:gd name="csX63" fmla="*/ 256408 w 493808"/>
                <a:gd name="csY63" fmla="*/ 55258 h 156172"/>
                <a:gd name="csX64" fmla="*/ 232687 w 493808"/>
                <a:gd name="csY64" fmla="*/ 36257 h 156172"/>
                <a:gd name="csX65" fmla="*/ 207156 w 493808"/>
                <a:gd name="csY65" fmla="*/ 73176 h 156172"/>
                <a:gd name="csX66" fmla="*/ 298423 w 493808"/>
                <a:gd name="csY66" fmla="*/ 113711 h 156172"/>
                <a:gd name="csX67" fmla="*/ 273072 w 493808"/>
                <a:gd name="csY67" fmla="*/ 111724 h 156172"/>
                <a:gd name="csX68" fmla="*/ 273072 w 493808"/>
                <a:gd name="csY68" fmla="*/ 106109 h 156172"/>
                <a:gd name="csX69" fmla="*/ 286472 w 493808"/>
                <a:gd name="csY69" fmla="*/ 96157 h 156172"/>
                <a:gd name="csX70" fmla="*/ 286472 w 493808"/>
                <a:gd name="csY70" fmla="*/ 47481 h 156172"/>
                <a:gd name="csX71" fmla="*/ 272351 w 493808"/>
                <a:gd name="csY71" fmla="*/ 39334 h 156172"/>
                <a:gd name="csX72" fmla="*/ 272351 w 493808"/>
                <a:gd name="csY72" fmla="*/ 33725 h 156172"/>
                <a:gd name="csX73" fmla="*/ 292267 w 493808"/>
                <a:gd name="csY73" fmla="*/ 34270 h 156172"/>
                <a:gd name="csX74" fmla="*/ 311096 w 493808"/>
                <a:gd name="csY74" fmla="*/ 33725 h 156172"/>
                <a:gd name="csX75" fmla="*/ 311096 w 493808"/>
                <a:gd name="csY75" fmla="*/ 39334 h 156172"/>
                <a:gd name="csX76" fmla="*/ 298423 w 493808"/>
                <a:gd name="csY76" fmla="*/ 47299 h 156172"/>
                <a:gd name="csX77" fmla="*/ 298423 w 493808"/>
                <a:gd name="csY77" fmla="*/ 113711 h 156172"/>
                <a:gd name="csX78" fmla="*/ 299150 w 493808"/>
                <a:gd name="csY78" fmla="*/ 145201 h 156172"/>
                <a:gd name="csX79" fmla="*/ 289551 w 493808"/>
                <a:gd name="csY79" fmla="*/ 154790 h 156172"/>
                <a:gd name="csX80" fmla="*/ 279958 w 493808"/>
                <a:gd name="csY80" fmla="*/ 145201 h 156172"/>
                <a:gd name="csX81" fmla="*/ 289551 w 493808"/>
                <a:gd name="csY81" fmla="*/ 135607 h 156172"/>
                <a:gd name="csX82" fmla="*/ 299150 w 493808"/>
                <a:gd name="csY82" fmla="*/ 145201 h 156172"/>
                <a:gd name="csX83" fmla="*/ 336814 w 493808"/>
                <a:gd name="csY83" fmla="*/ 79330 h 156172"/>
                <a:gd name="csX84" fmla="*/ 359268 w 493808"/>
                <a:gd name="csY84" fmla="*/ 110815 h 156172"/>
                <a:gd name="csX85" fmla="*/ 379730 w 493808"/>
                <a:gd name="csY85" fmla="*/ 79330 h 156172"/>
                <a:gd name="csX86" fmla="*/ 336814 w 493808"/>
                <a:gd name="csY86" fmla="*/ 79330 h 156172"/>
                <a:gd name="csX87" fmla="*/ 336633 w 493808"/>
                <a:gd name="csY87" fmla="*/ 75525 h 156172"/>
                <a:gd name="csX88" fmla="*/ 387153 w 493808"/>
                <a:gd name="csY88" fmla="*/ 75525 h 156172"/>
                <a:gd name="csX89" fmla="*/ 391675 w 493808"/>
                <a:gd name="csY89" fmla="*/ 79330 h 156172"/>
                <a:gd name="csX90" fmla="*/ 359268 w 493808"/>
                <a:gd name="csY90" fmla="*/ 114795 h 156172"/>
                <a:gd name="csX91" fmla="*/ 321610 w 493808"/>
                <a:gd name="csY91" fmla="*/ 73539 h 156172"/>
                <a:gd name="csX92" fmla="*/ 361438 w 493808"/>
                <a:gd name="csY92" fmla="*/ 31733 h 156172"/>
                <a:gd name="csX93" fmla="*/ 391675 w 493808"/>
                <a:gd name="csY93" fmla="*/ 55258 h 156172"/>
                <a:gd name="csX94" fmla="*/ 389323 w 493808"/>
                <a:gd name="csY94" fmla="*/ 57433 h 156172"/>
                <a:gd name="csX95" fmla="*/ 386971 w 493808"/>
                <a:gd name="csY95" fmla="*/ 54895 h 156172"/>
                <a:gd name="csX96" fmla="*/ 362523 w 493808"/>
                <a:gd name="csY96" fmla="*/ 36257 h 156172"/>
                <a:gd name="csX97" fmla="*/ 342069 w 493808"/>
                <a:gd name="csY97" fmla="*/ 48384 h 156172"/>
                <a:gd name="csX98" fmla="*/ 336633 w 493808"/>
                <a:gd name="csY98" fmla="*/ 75525 h 156172"/>
                <a:gd name="csX99" fmla="*/ 416854 w 493808"/>
                <a:gd name="csY99" fmla="*/ 95975 h 156172"/>
                <a:gd name="csX100" fmla="*/ 416854 w 493808"/>
                <a:gd name="csY100" fmla="*/ 47481 h 156172"/>
                <a:gd name="csX101" fmla="*/ 402732 w 493808"/>
                <a:gd name="csY101" fmla="*/ 39334 h 156172"/>
                <a:gd name="csX102" fmla="*/ 402732 w 493808"/>
                <a:gd name="csY102" fmla="*/ 33725 h 156172"/>
                <a:gd name="csX103" fmla="*/ 423192 w 493808"/>
                <a:gd name="csY103" fmla="*/ 34270 h 156172"/>
                <a:gd name="csX104" fmla="*/ 443471 w 493808"/>
                <a:gd name="csY104" fmla="*/ 33725 h 156172"/>
                <a:gd name="csX105" fmla="*/ 443471 w 493808"/>
                <a:gd name="csY105" fmla="*/ 39334 h 156172"/>
                <a:gd name="csX106" fmla="*/ 429350 w 493808"/>
                <a:gd name="csY106" fmla="*/ 47481 h 156172"/>
                <a:gd name="csX107" fmla="*/ 429350 w 493808"/>
                <a:gd name="csY107" fmla="*/ 80778 h 156172"/>
                <a:gd name="csX108" fmla="*/ 453792 w 493808"/>
                <a:gd name="csY108" fmla="*/ 109731 h 156172"/>
                <a:gd name="csX109" fmla="*/ 467192 w 493808"/>
                <a:gd name="csY109" fmla="*/ 89645 h 156172"/>
                <a:gd name="csX110" fmla="*/ 467192 w 493808"/>
                <a:gd name="csY110" fmla="*/ 47481 h 156172"/>
                <a:gd name="csX111" fmla="*/ 453071 w 493808"/>
                <a:gd name="csY111" fmla="*/ 39334 h 156172"/>
                <a:gd name="csX112" fmla="*/ 453071 w 493808"/>
                <a:gd name="csY112" fmla="*/ 33725 h 156172"/>
                <a:gd name="csX113" fmla="*/ 473530 w 493808"/>
                <a:gd name="csY113" fmla="*/ 34270 h 156172"/>
                <a:gd name="csX114" fmla="*/ 493808 w 493808"/>
                <a:gd name="csY114" fmla="*/ 33725 h 156172"/>
                <a:gd name="csX115" fmla="*/ 493808 w 493808"/>
                <a:gd name="csY115" fmla="*/ 39334 h 156172"/>
                <a:gd name="csX116" fmla="*/ 479683 w 493808"/>
                <a:gd name="csY116" fmla="*/ 44761 h 156172"/>
                <a:gd name="csX117" fmla="*/ 479683 w 493808"/>
                <a:gd name="csY117" fmla="*/ 79330 h 156172"/>
                <a:gd name="csX118" fmla="*/ 474070 w 493808"/>
                <a:gd name="csY118" fmla="*/ 107017 h 156172"/>
                <a:gd name="csX119" fmla="*/ 455059 w 493808"/>
                <a:gd name="csY119" fmla="*/ 113711 h 156172"/>
                <a:gd name="csX120" fmla="*/ 428265 w 493808"/>
                <a:gd name="csY120" fmla="*/ 94709 h 156172"/>
                <a:gd name="csX121" fmla="*/ 428265 w 493808"/>
                <a:gd name="csY121" fmla="*/ 113711 h 156172"/>
                <a:gd name="csX122" fmla="*/ 402732 w 493808"/>
                <a:gd name="csY122" fmla="*/ 111724 h 156172"/>
                <a:gd name="csX123" fmla="*/ 402732 w 493808"/>
                <a:gd name="csY123" fmla="*/ 106109 h 156172"/>
                <a:gd name="csX124" fmla="*/ 416854 w 493808"/>
                <a:gd name="csY124" fmla="*/ 95975 h 1561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Lst>
              <a:rect l="l" t="t" r="r" b="b"/>
              <a:pathLst>
                <a:path w="493808" h="156172">
                  <a:moveTo>
                    <a:pt x="26073" y="101765"/>
                  </a:moveTo>
                  <a:lnTo>
                    <a:pt x="26073" y="113711"/>
                  </a:lnTo>
                  <a:lnTo>
                    <a:pt x="0" y="111724"/>
                  </a:lnTo>
                  <a:lnTo>
                    <a:pt x="0" y="106109"/>
                  </a:lnTo>
                  <a:cubicBezTo>
                    <a:pt x="12855" y="106109"/>
                    <a:pt x="14122" y="105024"/>
                    <a:pt x="14122" y="97065"/>
                  </a:cubicBezTo>
                  <a:lnTo>
                    <a:pt x="14122" y="12374"/>
                  </a:lnTo>
                  <a:cubicBezTo>
                    <a:pt x="14122" y="4226"/>
                    <a:pt x="12127" y="4226"/>
                    <a:pt x="0" y="4226"/>
                  </a:cubicBezTo>
                  <a:lnTo>
                    <a:pt x="0" y="-1382"/>
                  </a:lnTo>
                  <a:cubicBezTo>
                    <a:pt x="6153" y="-1200"/>
                    <a:pt x="15570" y="-838"/>
                    <a:pt x="20280" y="-838"/>
                  </a:cubicBezTo>
                  <a:cubicBezTo>
                    <a:pt x="25164" y="-838"/>
                    <a:pt x="34399" y="-1200"/>
                    <a:pt x="40739" y="-1382"/>
                  </a:cubicBezTo>
                  <a:lnTo>
                    <a:pt x="40739" y="4226"/>
                  </a:lnTo>
                  <a:cubicBezTo>
                    <a:pt x="28606" y="4226"/>
                    <a:pt x="26612" y="4226"/>
                    <a:pt x="26612" y="12374"/>
                  </a:cubicBezTo>
                  <a:lnTo>
                    <a:pt x="26612" y="42774"/>
                  </a:lnTo>
                  <a:lnTo>
                    <a:pt x="26612" y="44404"/>
                  </a:lnTo>
                  <a:cubicBezTo>
                    <a:pt x="27521" y="41508"/>
                    <a:pt x="35121" y="31733"/>
                    <a:pt x="48884" y="31733"/>
                  </a:cubicBezTo>
                  <a:cubicBezTo>
                    <a:pt x="70429" y="31733"/>
                    <a:pt x="89260" y="49468"/>
                    <a:pt x="89260" y="72812"/>
                  </a:cubicBezTo>
                  <a:cubicBezTo>
                    <a:pt x="89260" y="95793"/>
                    <a:pt x="71696" y="113711"/>
                    <a:pt x="51418" y="113711"/>
                  </a:cubicBezTo>
                  <a:cubicBezTo>
                    <a:pt x="37297" y="113711"/>
                    <a:pt x="29692" y="105751"/>
                    <a:pt x="26073" y="101765"/>
                  </a:cubicBezTo>
                  <a:close/>
                  <a:moveTo>
                    <a:pt x="26612" y="54356"/>
                  </a:moveTo>
                  <a:lnTo>
                    <a:pt x="26612" y="94709"/>
                  </a:lnTo>
                  <a:cubicBezTo>
                    <a:pt x="31867" y="103940"/>
                    <a:pt x="40739" y="109186"/>
                    <a:pt x="49970" y="109186"/>
                  </a:cubicBezTo>
                  <a:cubicBezTo>
                    <a:pt x="63188" y="109186"/>
                    <a:pt x="74235" y="93261"/>
                    <a:pt x="74235" y="72812"/>
                  </a:cubicBezTo>
                  <a:cubicBezTo>
                    <a:pt x="74235" y="50915"/>
                    <a:pt x="61557" y="35718"/>
                    <a:pt x="48163" y="35718"/>
                  </a:cubicBezTo>
                  <a:cubicBezTo>
                    <a:pt x="40916" y="35718"/>
                    <a:pt x="34036" y="39334"/>
                    <a:pt x="29152" y="46754"/>
                  </a:cubicBezTo>
                  <a:cubicBezTo>
                    <a:pt x="26612" y="50553"/>
                    <a:pt x="26612" y="50733"/>
                    <a:pt x="26612" y="54356"/>
                  </a:cubicBezTo>
                  <a:close/>
                  <a:moveTo>
                    <a:pt x="155727" y="47481"/>
                  </a:moveTo>
                  <a:cubicBezTo>
                    <a:pt x="156449" y="40243"/>
                    <a:pt x="161338" y="32641"/>
                    <a:pt x="169848" y="32641"/>
                  </a:cubicBezTo>
                  <a:cubicBezTo>
                    <a:pt x="173648" y="32641"/>
                    <a:pt x="184695" y="35173"/>
                    <a:pt x="184695" y="49831"/>
                  </a:cubicBezTo>
                  <a:lnTo>
                    <a:pt x="184695" y="59965"/>
                  </a:lnTo>
                  <a:lnTo>
                    <a:pt x="180169" y="59965"/>
                  </a:lnTo>
                  <a:lnTo>
                    <a:pt x="180169" y="49831"/>
                  </a:lnTo>
                  <a:cubicBezTo>
                    <a:pt x="180169" y="39334"/>
                    <a:pt x="175642" y="38250"/>
                    <a:pt x="173648" y="38250"/>
                  </a:cubicBezTo>
                  <a:cubicBezTo>
                    <a:pt x="167673" y="38250"/>
                    <a:pt x="166951" y="46391"/>
                    <a:pt x="166951" y="47299"/>
                  </a:cubicBezTo>
                  <a:lnTo>
                    <a:pt x="166951" y="83491"/>
                  </a:lnTo>
                  <a:cubicBezTo>
                    <a:pt x="166951" y="91093"/>
                    <a:pt x="166951" y="98150"/>
                    <a:pt x="160429" y="104842"/>
                  </a:cubicBezTo>
                  <a:cubicBezTo>
                    <a:pt x="153370" y="111899"/>
                    <a:pt x="144316" y="114795"/>
                    <a:pt x="135624" y="114795"/>
                  </a:cubicBezTo>
                  <a:cubicBezTo>
                    <a:pt x="120782" y="114795"/>
                    <a:pt x="108286" y="106291"/>
                    <a:pt x="108286" y="94345"/>
                  </a:cubicBezTo>
                  <a:cubicBezTo>
                    <a:pt x="108286" y="88919"/>
                    <a:pt x="111910" y="85842"/>
                    <a:pt x="116613" y="85842"/>
                  </a:cubicBezTo>
                  <a:cubicBezTo>
                    <a:pt x="121686" y="85842"/>
                    <a:pt x="124945" y="89463"/>
                    <a:pt x="124945" y="94170"/>
                  </a:cubicBezTo>
                  <a:cubicBezTo>
                    <a:pt x="124945" y="96338"/>
                    <a:pt x="124036" y="102311"/>
                    <a:pt x="115709" y="102493"/>
                  </a:cubicBezTo>
                  <a:cubicBezTo>
                    <a:pt x="120601" y="108822"/>
                    <a:pt x="129473" y="110815"/>
                    <a:pt x="135267" y="110815"/>
                  </a:cubicBezTo>
                  <a:cubicBezTo>
                    <a:pt x="144139" y="110815"/>
                    <a:pt x="154460" y="103758"/>
                    <a:pt x="154460" y="87652"/>
                  </a:cubicBezTo>
                  <a:lnTo>
                    <a:pt x="154460" y="80959"/>
                  </a:lnTo>
                  <a:cubicBezTo>
                    <a:pt x="145225" y="80414"/>
                    <a:pt x="132552" y="79869"/>
                    <a:pt x="121140" y="74442"/>
                  </a:cubicBezTo>
                  <a:cubicBezTo>
                    <a:pt x="107564" y="68288"/>
                    <a:pt x="103036" y="58881"/>
                    <a:pt x="103036" y="50915"/>
                  </a:cubicBezTo>
                  <a:cubicBezTo>
                    <a:pt x="103036" y="36257"/>
                    <a:pt x="120601" y="31733"/>
                    <a:pt x="132007" y="31733"/>
                  </a:cubicBezTo>
                  <a:cubicBezTo>
                    <a:pt x="143958" y="31733"/>
                    <a:pt x="152285" y="38971"/>
                    <a:pt x="155727" y="47481"/>
                  </a:cubicBezTo>
                  <a:close/>
                  <a:moveTo>
                    <a:pt x="154460" y="77155"/>
                  </a:moveTo>
                  <a:lnTo>
                    <a:pt x="154460" y="59062"/>
                  </a:lnTo>
                  <a:cubicBezTo>
                    <a:pt x="154460" y="41866"/>
                    <a:pt x="141418" y="35718"/>
                    <a:pt x="133274" y="35718"/>
                  </a:cubicBezTo>
                  <a:cubicBezTo>
                    <a:pt x="124399" y="35718"/>
                    <a:pt x="116976" y="42048"/>
                    <a:pt x="116976" y="51097"/>
                  </a:cubicBezTo>
                  <a:cubicBezTo>
                    <a:pt x="116976" y="61050"/>
                    <a:pt x="124581" y="76071"/>
                    <a:pt x="154460" y="77155"/>
                  </a:cubicBezTo>
                  <a:close/>
                  <a:moveTo>
                    <a:pt x="207156" y="73176"/>
                  </a:moveTo>
                  <a:cubicBezTo>
                    <a:pt x="207156" y="102674"/>
                    <a:pt x="222003" y="110276"/>
                    <a:pt x="231604" y="110276"/>
                  </a:cubicBezTo>
                  <a:cubicBezTo>
                    <a:pt x="233233" y="110276"/>
                    <a:pt x="244639" y="110094"/>
                    <a:pt x="250973" y="103576"/>
                  </a:cubicBezTo>
                  <a:cubicBezTo>
                    <a:pt x="243555" y="103032"/>
                    <a:pt x="242465" y="97604"/>
                    <a:pt x="242465" y="95253"/>
                  </a:cubicBezTo>
                  <a:cubicBezTo>
                    <a:pt x="242465" y="90548"/>
                    <a:pt x="245724" y="86932"/>
                    <a:pt x="250796" y="86932"/>
                  </a:cubicBezTo>
                  <a:cubicBezTo>
                    <a:pt x="255499" y="86932"/>
                    <a:pt x="259123" y="90003"/>
                    <a:pt x="259123" y="95435"/>
                  </a:cubicBezTo>
                  <a:cubicBezTo>
                    <a:pt x="259123" y="107738"/>
                    <a:pt x="245360" y="114795"/>
                    <a:pt x="231422" y="114795"/>
                  </a:cubicBezTo>
                  <a:cubicBezTo>
                    <a:pt x="208785" y="114795"/>
                    <a:pt x="192132" y="95253"/>
                    <a:pt x="192132" y="72812"/>
                  </a:cubicBezTo>
                  <a:cubicBezTo>
                    <a:pt x="192132" y="49650"/>
                    <a:pt x="210052" y="31733"/>
                    <a:pt x="231059" y="31733"/>
                  </a:cubicBezTo>
                  <a:cubicBezTo>
                    <a:pt x="255317" y="31733"/>
                    <a:pt x="261112" y="53448"/>
                    <a:pt x="261112" y="55258"/>
                  </a:cubicBezTo>
                  <a:cubicBezTo>
                    <a:pt x="261112" y="57069"/>
                    <a:pt x="259305" y="57069"/>
                    <a:pt x="258760" y="57069"/>
                  </a:cubicBezTo>
                  <a:cubicBezTo>
                    <a:pt x="257130" y="57069"/>
                    <a:pt x="256766" y="56343"/>
                    <a:pt x="256408" y="55258"/>
                  </a:cubicBezTo>
                  <a:cubicBezTo>
                    <a:pt x="251155" y="38431"/>
                    <a:pt x="239386" y="36257"/>
                    <a:pt x="232687" y="36257"/>
                  </a:cubicBezTo>
                  <a:cubicBezTo>
                    <a:pt x="223094" y="36257"/>
                    <a:pt x="207156" y="44041"/>
                    <a:pt x="207156" y="73176"/>
                  </a:cubicBezTo>
                  <a:close/>
                  <a:moveTo>
                    <a:pt x="298423" y="113711"/>
                  </a:moveTo>
                  <a:lnTo>
                    <a:pt x="273072" y="111724"/>
                  </a:lnTo>
                  <a:lnTo>
                    <a:pt x="273072" y="106109"/>
                  </a:lnTo>
                  <a:cubicBezTo>
                    <a:pt x="284842" y="106109"/>
                    <a:pt x="286472" y="105024"/>
                    <a:pt x="286472" y="96157"/>
                  </a:cubicBezTo>
                  <a:lnTo>
                    <a:pt x="286472" y="47481"/>
                  </a:lnTo>
                  <a:cubicBezTo>
                    <a:pt x="286472" y="39334"/>
                    <a:pt x="284483" y="39334"/>
                    <a:pt x="272351" y="39334"/>
                  </a:cubicBezTo>
                  <a:lnTo>
                    <a:pt x="272351" y="33725"/>
                  </a:lnTo>
                  <a:cubicBezTo>
                    <a:pt x="278145" y="33907"/>
                    <a:pt x="287921" y="34270"/>
                    <a:pt x="292267" y="34270"/>
                  </a:cubicBezTo>
                  <a:cubicBezTo>
                    <a:pt x="298605" y="34270"/>
                    <a:pt x="304945" y="33907"/>
                    <a:pt x="311096" y="33725"/>
                  </a:cubicBezTo>
                  <a:lnTo>
                    <a:pt x="311096" y="39334"/>
                  </a:lnTo>
                  <a:cubicBezTo>
                    <a:pt x="299150" y="39334"/>
                    <a:pt x="298423" y="40243"/>
                    <a:pt x="298423" y="47299"/>
                  </a:cubicBezTo>
                  <a:lnTo>
                    <a:pt x="298423" y="113711"/>
                  </a:lnTo>
                  <a:close/>
                  <a:moveTo>
                    <a:pt x="299150" y="145201"/>
                  </a:moveTo>
                  <a:cubicBezTo>
                    <a:pt x="299150" y="150992"/>
                    <a:pt x="294625" y="154790"/>
                    <a:pt x="289551" y="154790"/>
                  </a:cubicBezTo>
                  <a:cubicBezTo>
                    <a:pt x="283940" y="154790"/>
                    <a:pt x="279958" y="149902"/>
                    <a:pt x="279958" y="145201"/>
                  </a:cubicBezTo>
                  <a:cubicBezTo>
                    <a:pt x="279958" y="140313"/>
                    <a:pt x="283940" y="135607"/>
                    <a:pt x="289551" y="135607"/>
                  </a:cubicBezTo>
                  <a:cubicBezTo>
                    <a:pt x="294625" y="135607"/>
                    <a:pt x="299150" y="139411"/>
                    <a:pt x="299150" y="145201"/>
                  </a:cubicBezTo>
                  <a:close/>
                  <a:moveTo>
                    <a:pt x="336814" y="79330"/>
                  </a:moveTo>
                  <a:cubicBezTo>
                    <a:pt x="337900" y="106291"/>
                    <a:pt x="353111" y="110815"/>
                    <a:pt x="359268" y="110815"/>
                  </a:cubicBezTo>
                  <a:cubicBezTo>
                    <a:pt x="377917" y="110815"/>
                    <a:pt x="379730" y="86386"/>
                    <a:pt x="379730" y="79330"/>
                  </a:cubicBezTo>
                  <a:lnTo>
                    <a:pt x="336814" y="79330"/>
                  </a:lnTo>
                  <a:close/>
                  <a:moveTo>
                    <a:pt x="336633" y="75525"/>
                  </a:moveTo>
                  <a:lnTo>
                    <a:pt x="387153" y="75525"/>
                  </a:lnTo>
                  <a:cubicBezTo>
                    <a:pt x="391136" y="75525"/>
                    <a:pt x="391675" y="75525"/>
                    <a:pt x="391675" y="79330"/>
                  </a:cubicBezTo>
                  <a:cubicBezTo>
                    <a:pt x="391675" y="97241"/>
                    <a:pt x="381898" y="114795"/>
                    <a:pt x="359268" y="114795"/>
                  </a:cubicBezTo>
                  <a:cubicBezTo>
                    <a:pt x="338263" y="114795"/>
                    <a:pt x="321610" y="96157"/>
                    <a:pt x="321610" y="73539"/>
                  </a:cubicBezTo>
                  <a:cubicBezTo>
                    <a:pt x="321610" y="49286"/>
                    <a:pt x="340615" y="31733"/>
                    <a:pt x="361438" y="31733"/>
                  </a:cubicBezTo>
                  <a:cubicBezTo>
                    <a:pt x="383528" y="31733"/>
                    <a:pt x="391675" y="51823"/>
                    <a:pt x="391675" y="55258"/>
                  </a:cubicBezTo>
                  <a:cubicBezTo>
                    <a:pt x="391675" y="57069"/>
                    <a:pt x="390226" y="57433"/>
                    <a:pt x="389323" y="57433"/>
                  </a:cubicBezTo>
                  <a:cubicBezTo>
                    <a:pt x="387693" y="57433"/>
                    <a:pt x="387329" y="56343"/>
                    <a:pt x="386971" y="54895"/>
                  </a:cubicBezTo>
                  <a:cubicBezTo>
                    <a:pt x="380633" y="36257"/>
                    <a:pt x="364335" y="36257"/>
                    <a:pt x="362523" y="36257"/>
                  </a:cubicBezTo>
                  <a:cubicBezTo>
                    <a:pt x="353475" y="36257"/>
                    <a:pt x="346234" y="41690"/>
                    <a:pt x="342069" y="48384"/>
                  </a:cubicBezTo>
                  <a:cubicBezTo>
                    <a:pt x="336633" y="57069"/>
                    <a:pt x="336633" y="69014"/>
                    <a:pt x="336633" y="75525"/>
                  </a:cubicBezTo>
                  <a:close/>
                  <a:moveTo>
                    <a:pt x="416854" y="95975"/>
                  </a:moveTo>
                  <a:lnTo>
                    <a:pt x="416854" y="47481"/>
                  </a:lnTo>
                  <a:cubicBezTo>
                    <a:pt x="416854" y="39334"/>
                    <a:pt x="414865" y="39334"/>
                    <a:pt x="402732" y="39334"/>
                  </a:cubicBezTo>
                  <a:lnTo>
                    <a:pt x="402732" y="33725"/>
                  </a:lnTo>
                  <a:cubicBezTo>
                    <a:pt x="409072" y="33907"/>
                    <a:pt x="418302" y="34270"/>
                    <a:pt x="423192" y="34270"/>
                  </a:cubicBezTo>
                  <a:cubicBezTo>
                    <a:pt x="427901" y="34270"/>
                    <a:pt x="437313" y="33907"/>
                    <a:pt x="443471" y="33725"/>
                  </a:cubicBezTo>
                  <a:lnTo>
                    <a:pt x="443471" y="39334"/>
                  </a:lnTo>
                  <a:cubicBezTo>
                    <a:pt x="431339" y="39334"/>
                    <a:pt x="429350" y="39334"/>
                    <a:pt x="429350" y="47481"/>
                  </a:cubicBezTo>
                  <a:lnTo>
                    <a:pt x="429350" y="80778"/>
                  </a:lnTo>
                  <a:cubicBezTo>
                    <a:pt x="429350" y="99597"/>
                    <a:pt x="442205" y="109731"/>
                    <a:pt x="453792" y="109731"/>
                  </a:cubicBezTo>
                  <a:cubicBezTo>
                    <a:pt x="465198" y="109731"/>
                    <a:pt x="467192" y="99960"/>
                    <a:pt x="467192" y="89645"/>
                  </a:cubicBezTo>
                  <a:lnTo>
                    <a:pt x="467192" y="47481"/>
                  </a:lnTo>
                  <a:cubicBezTo>
                    <a:pt x="467192" y="39334"/>
                    <a:pt x="465198" y="39334"/>
                    <a:pt x="453071" y="39334"/>
                  </a:cubicBezTo>
                  <a:lnTo>
                    <a:pt x="453071" y="33725"/>
                  </a:lnTo>
                  <a:cubicBezTo>
                    <a:pt x="459404" y="33907"/>
                    <a:pt x="468641" y="34270"/>
                    <a:pt x="473530" y="34270"/>
                  </a:cubicBezTo>
                  <a:cubicBezTo>
                    <a:pt x="478234" y="34270"/>
                    <a:pt x="487652" y="33907"/>
                    <a:pt x="493808" y="33725"/>
                  </a:cubicBezTo>
                  <a:lnTo>
                    <a:pt x="493808" y="39334"/>
                  </a:lnTo>
                  <a:cubicBezTo>
                    <a:pt x="484391" y="39334"/>
                    <a:pt x="479865" y="39334"/>
                    <a:pt x="479683" y="44761"/>
                  </a:cubicBezTo>
                  <a:lnTo>
                    <a:pt x="479683" y="79330"/>
                  </a:lnTo>
                  <a:cubicBezTo>
                    <a:pt x="479683" y="94891"/>
                    <a:pt x="479683" y="100499"/>
                    <a:pt x="474070" y="107017"/>
                  </a:cubicBezTo>
                  <a:cubicBezTo>
                    <a:pt x="471536" y="110094"/>
                    <a:pt x="465561" y="113711"/>
                    <a:pt x="455059" y="113711"/>
                  </a:cubicBezTo>
                  <a:cubicBezTo>
                    <a:pt x="441841" y="113711"/>
                    <a:pt x="433332" y="105927"/>
                    <a:pt x="428265" y="94709"/>
                  </a:cubicBezTo>
                  <a:lnTo>
                    <a:pt x="428265" y="113711"/>
                  </a:lnTo>
                  <a:lnTo>
                    <a:pt x="402732" y="111724"/>
                  </a:lnTo>
                  <a:lnTo>
                    <a:pt x="402732" y="106109"/>
                  </a:lnTo>
                  <a:cubicBezTo>
                    <a:pt x="415405" y="106109"/>
                    <a:pt x="416854" y="104842"/>
                    <a:pt x="416854" y="95975"/>
                  </a:cubicBezTo>
                  <a:close/>
                </a:path>
              </a:pathLst>
            </a:custGeom>
            <a:solidFill>
              <a:srgbClr val="000000"/>
            </a:solidFill>
            <a:ln w="25400" cap="flat">
              <a:noFill/>
              <a:prstDash val="solid"/>
              <a:miter/>
            </a:ln>
          </p:spPr>
          <p:txBody>
            <a:bodyPr/>
            <a:lstStyle/>
            <a:p>
              <a:endParaRPr lang="en-GB"/>
            </a:p>
          </p:txBody>
        </p:sp>
        <p:sp>
          <p:nvSpPr>
            <p:cNvPr id="12" name="Freeform: Shape 11">
              <a:extLst>
                <a:ext uri="{FF2B5EF4-FFF2-40B4-BE49-F238E27FC236}">
                  <a16:creationId xmlns:a16="http://schemas.microsoft.com/office/drawing/2014/main" id="{A16AA435-2BC9-E2FB-C1D3-3B8A1E1BFFC1}"/>
                </a:ext>
              </a:extLst>
            </p:cNvPr>
            <p:cNvSpPr/>
            <p:nvPr>
              <p:custDataLst>
                <p:tags r:id="rId180"/>
              </p:custDataLst>
            </p:nvPr>
          </p:nvSpPr>
          <p:spPr>
            <a:xfrm flipV="1">
              <a:off x="6081615" y="-9858580"/>
              <a:ext cx="207152" cy="180964"/>
            </a:xfrm>
            <a:custGeom>
              <a:avLst/>
              <a:gdLst>
                <a:gd name="csX0" fmla="*/ 27883 w 207152"/>
                <a:gd name="csY0" fmla="*/ 116242 h 180964"/>
                <a:gd name="csX1" fmla="*/ 53774 w 207152"/>
                <a:gd name="csY1" fmla="*/ 116242 h 180964"/>
                <a:gd name="csX2" fmla="*/ 53774 w 207152"/>
                <a:gd name="csY2" fmla="*/ 121857 h 180964"/>
                <a:gd name="csX3" fmla="*/ 27883 w 207152"/>
                <a:gd name="csY3" fmla="*/ 121857 h 180964"/>
                <a:gd name="csX4" fmla="*/ 27883 w 207152"/>
                <a:gd name="csY4" fmla="*/ 155152 h 180964"/>
                <a:gd name="csX5" fmla="*/ 23357 w 207152"/>
                <a:gd name="csY5" fmla="*/ 155152 h 180964"/>
                <a:gd name="csX6" fmla="*/ 0 w 207152"/>
                <a:gd name="csY6" fmla="*/ 120227 h 180964"/>
                <a:gd name="csX7" fmla="*/ 0 w 207152"/>
                <a:gd name="csY7" fmla="*/ 116242 h 180964"/>
                <a:gd name="csX8" fmla="*/ 15387 w 207152"/>
                <a:gd name="csY8" fmla="*/ 116242 h 180964"/>
                <a:gd name="csX9" fmla="*/ 15387 w 207152"/>
                <a:gd name="csY9" fmla="*/ 66300 h 180964"/>
                <a:gd name="csX10" fmla="*/ 38744 w 207152"/>
                <a:gd name="csY10" fmla="*/ 41866 h 180964"/>
                <a:gd name="csX11" fmla="*/ 56671 w 207152"/>
                <a:gd name="csY11" fmla="*/ 66300 h 180964"/>
                <a:gd name="csX12" fmla="*/ 56671 w 207152"/>
                <a:gd name="csY12" fmla="*/ 76615 h 180964"/>
                <a:gd name="csX13" fmla="*/ 52144 w 207152"/>
                <a:gd name="csY13" fmla="*/ 76615 h 180964"/>
                <a:gd name="csX14" fmla="*/ 52144 w 207152"/>
                <a:gd name="csY14" fmla="*/ 66658 h 180964"/>
                <a:gd name="csX15" fmla="*/ 40011 w 207152"/>
                <a:gd name="csY15" fmla="*/ 46390 h 180964"/>
                <a:gd name="csX16" fmla="*/ 27883 w 207152"/>
                <a:gd name="csY16" fmla="*/ 65937 h 180964"/>
                <a:gd name="csX17" fmla="*/ 27883 w 207152"/>
                <a:gd name="csY17" fmla="*/ 116242 h 180964"/>
                <a:gd name="csX18" fmla="*/ 87098 w 207152"/>
                <a:gd name="csY18" fmla="*/ 89463 h 180964"/>
                <a:gd name="csX19" fmla="*/ 109551 w 207152"/>
                <a:gd name="csY19" fmla="*/ 120948 h 180964"/>
                <a:gd name="csX20" fmla="*/ 130011 w 207152"/>
                <a:gd name="csY20" fmla="*/ 89463 h 180964"/>
                <a:gd name="csX21" fmla="*/ 87098 w 207152"/>
                <a:gd name="csY21" fmla="*/ 89463 h 180964"/>
                <a:gd name="csX22" fmla="*/ 86916 w 207152"/>
                <a:gd name="csY22" fmla="*/ 85659 h 180964"/>
                <a:gd name="csX23" fmla="*/ 137436 w 207152"/>
                <a:gd name="csY23" fmla="*/ 85659 h 180964"/>
                <a:gd name="csX24" fmla="*/ 141957 w 207152"/>
                <a:gd name="csY24" fmla="*/ 89463 h 180964"/>
                <a:gd name="csX25" fmla="*/ 109551 w 207152"/>
                <a:gd name="csY25" fmla="*/ 124928 h 180964"/>
                <a:gd name="csX26" fmla="*/ 71891 w 207152"/>
                <a:gd name="csY26" fmla="*/ 83673 h 180964"/>
                <a:gd name="csX27" fmla="*/ 111721 w 207152"/>
                <a:gd name="csY27" fmla="*/ 41866 h 180964"/>
                <a:gd name="csX28" fmla="*/ 141957 w 207152"/>
                <a:gd name="csY28" fmla="*/ 65392 h 180964"/>
                <a:gd name="csX29" fmla="*/ 139604 w 207152"/>
                <a:gd name="csY29" fmla="*/ 67566 h 180964"/>
                <a:gd name="csX30" fmla="*/ 137254 w 207152"/>
                <a:gd name="csY30" fmla="*/ 65028 h 180964"/>
                <a:gd name="csX31" fmla="*/ 112807 w 207152"/>
                <a:gd name="csY31" fmla="*/ 46390 h 180964"/>
                <a:gd name="csX32" fmla="*/ 92352 w 207152"/>
                <a:gd name="csY32" fmla="*/ 58517 h 180964"/>
                <a:gd name="csX33" fmla="*/ 86916 w 207152"/>
                <a:gd name="csY33" fmla="*/ 85659 h 180964"/>
                <a:gd name="csX34" fmla="*/ 207153 w 207152"/>
                <a:gd name="csY34" fmla="*/ 428 h 180964"/>
                <a:gd name="csX35" fmla="*/ 204074 w 207152"/>
                <a:gd name="csY35" fmla="*/ 4408 h 180964"/>
                <a:gd name="csX36" fmla="*/ 175651 w 207152"/>
                <a:gd name="csY36" fmla="*/ 89099 h 180964"/>
                <a:gd name="csX37" fmla="*/ 204801 w 207152"/>
                <a:gd name="csY37" fmla="*/ 174693 h 180964"/>
                <a:gd name="csX38" fmla="*/ 207153 w 207152"/>
                <a:gd name="csY38" fmla="*/ 177771 h 180964"/>
                <a:gd name="csX39" fmla="*/ 205341 w 207152"/>
                <a:gd name="csY39" fmla="*/ 179582 h 180964"/>
                <a:gd name="csX40" fmla="*/ 176554 w 207152"/>
                <a:gd name="csY40" fmla="*/ 144293 h 180964"/>
                <a:gd name="csX41" fmla="*/ 165148 w 207152"/>
                <a:gd name="csY41" fmla="*/ 89099 h 180964"/>
                <a:gd name="csX42" fmla="*/ 177099 w 207152"/>
                <a:gd name="csY42" fmla="*/ 32641 h 180964"/>
                <a:gd name="csX43" fmla="*/ 205341 w 207152"/>
                <a:gd name="csY43" fmla="*/ -1382 h 180964"/>
                <a:gd name="csX44" fmla="*/ 207153 w 207152"/>
                <a:gd name="csY44" fmla="*/ 428 h 1809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207152" h="180964">
                  <a:moveTo>
                    <a:pt x="27883" y="116242"/>
                  </a:moveTo>
                  <a:lnTo>
                    <a:pt x="53774" y="116242"/>
                  </a:lnTo>
                  <a:lnTo>
                    <a:pt x="53774" y="121857"/>
                  </a:lnTo>
                  <a:lnTo>
                    <a:pt x="27883" y="121857"/>
                  </a:lnTo>
                  <a:lnTo>
                    <a:pt x="27883" y="155152"/>
                  </a:lnTo>
                  <a:lnTo>
                    <a:pt x="23357" y="155152"/>
                  </a:lnTo>
                  <a:cubicBezTo>
                    <a:pt x="23175" y="140313"/>
                    <a:pt x="17738" y="120948"/>
                    <a:pt x="0" y="120227"/>
                  </a:cubicBezTo>
                  <a:lnTo>
                    <a:pt x="0" y="116242"/>
                  </a:lnTo>
                  <a:lnTo>
                    <a:pt x="15387" y="116242"/>
                  </a:lnTo>
                  <a:lnTo>
                    <a:pt x="15387" y="66300"/>
                  </a:lnTo>
                  <a:cubicBezTo>
                    <a:pt x="15387" y="44040"/>
                    <a:pt x="32229" y="41866"/>
                    <a:pt x="38744" y="41866"/>
                  </a:cubicBezTo>
                  <a:cubicBezTo>
                    <a:pt x="51598" y="41866"/>
                    <a:pt x="56671" y="54718"/>
                    <a:pt x="56671" y="66300"/>
                  </a:cubicBezTo>
                  <a:lnTo>
                    <a:pt x="56671" y="76615"/>
                  </a:lnTo>
                  <a:lnTo>
                    <a:pt x="52144" y="76615"/>
                  </a:lnTo>
                  <a:lnTo>
                    <a:pt x="52144" y="66658"/>
                  </a:lnTo>
                  <a:cubicBezTo>
                    <a:pt x="52144" y="53271"/>
                    <a:pt x="46714" y="46390"/>
                    <a:pt x="40011" y="46390"/>
                  </a:cubicBezTo>
                  <a:cubicBezTo>
                    <a:pt x="27883" y="46390"/>
                    <a:pt x="27883" y="62860"/>
                    <a:pt x="27883" y="65937"/>
                  </a:cubicBezTo>
                  <a:lnTo>
                    <a:pt x="27883" y="116242"/>
                  </a:lnTo>
                  <a:close/>
                  <a:moveTo>
                    <a:pt x="87098" y="89463"/>
                  </a:moveTo>
                  <a:cubicBezTo>
                    <a:pt x="88183" y="116424"/>
                    <a:pt x="103394" y="120948"/>
                    <a:pt x="109551" y="120948"/>
                  </a:cubicBezTo>
                  <a:cubicBezTo>
                    <a:pt x="128199" y="120948"/>
                    <a:pt x="130011" y="96519"/>
                    <a:pt x="130011" y="89463"/>
                  </a:cubicBezTo>
                  <a:lnTo>
                    <a:pt x="87098" y="89463"/>
                  </a:lnTo>
                  <a:close/>
                  <a:moveTo>
                    <a:pt x="86916" y="85659"/>
                  </a:moveTo>
                  <a:lnTo>
                    <a:pt x="137436" y="85659"/>
                  </a:lnTo>
                  <a:cubicBezTo>
                    <a:pt x="141416" y="85659"/>
                    <a:pt x="141957" y="85659"/>
                    <a:pt x="141957" y="89463"/>
                  </a:cubicBezTo>
                  <a:cubicBezTo>
                    <a:pt x="141957" y="107375"/>
                    <a:pt x="132181" y="124928"/>
                    <a:pt x="109551" y="124928"/>
                  </a:cubicBezTo>
                  <a:cubicBezTo>
                    <a:pt x="88546" y="124928"/>
                    <a:pt x="71891" y="106290"/>
                    <a:pt x="71891" y="83673"/>
                  </a:cubicBezTo>
                  <a:cubicBezTo>
                    <a:pt x="71891" y="59420"/>
                    <a:pt x="90898" y="41866"/>
                    <a:pt x="111721" y="41866"/>
                  </a:cubicBezTo>
                  <a:cubicBezTo>
                    <a:pt x="133811" y="41866"/>
                    <a:pt x="141957" y="61957"/>
                    <a:pt x="141957" y="65392"/>
                  </a:cubicBezTo>
                  <a:cubicBezTo>
                    <a:pt x="141957" y="67202"/>
                    <a:pt x="140508" y="67566"/>
                    <a:pt x="139604" y="67566"/>
                  </a:cubicBezTo>
                  <a:cubicBezTo>
                    <a:pt x="137976" y="67566"/>
                    <a:pt x="137612" y="66476"/>
                    <a:pt x="137254" y="65028"/>
                  </a:cubicBezTo>
                  <a:cubicBezTo>
                    <a:pt x="130914" y="46390"/>
                    <a:pt x="114619" y="46390"/>
                    <a:pt x="112807" y="46390"/>
                  </a:cubicBezTo>
                  <a:cubicBezTo>
                    <a:pt x="103758" y="46390"/>
                    <a:pt x="96515" y="51823"/>
                    <a:pt x="92352" y="58517"/>
                  </a:cubicBezTo>
                  <a:cubicBezTo>
                    <a:pt x="86916" y="67202"/>
                    <a:pt x="86916" y="79148"/>
                    <a:pt x="86916" y="85659"/>
                  </a:cubicBezTo>
                  <a:close/>
                  <a:moveTo>
                    <a:pt x="207153" y="428"/>
                  </a:moveTo>
                  <a:cubicBezTo>
                    <a:pt x="207153" y="967"/>
                    <a:pt x="207153" y="1331"/>
                    <a:pt x="204074" y="4408"/>
                  </a:cubicBezTo>
                  <a:cubicBezTo>
                    <a:pt x="181444" y="27207"/>
                    <a:pt x="175651" y="61412"/>
                    <a:pt x="175651" y="89099"/>
                  </a:cubicBezTo>
                  <a:cubicBezTo>
                    <a:pt x="175651" y="120585"/>
                    <a:pt x="182529" y="152076"/>
                    <a:pt x="204801" y="174693"/>
                  </a:cubicBezTo>
                  <a:cubicBezTo>
                    <a:pt x="207153" y="176868"/>
                    <a:pt x="207153" y="177231"/>
                    <a:pt x="207153" y="177771"/>
                  </a:cubicBezTo>
                  <a:cubicBezTo>
                    <a:pt x="207153" y="179036"/>
                    <a:pt x="206426" y="179582"/>
                    <a:pt x="205341" y="179582"/>
                  </a:cubicBezTo>
                  <a:cubicBezTo>
                    <a:pt x="203528" y="179582"/>
                    <a:pt x="187238" y="167274"/>
                    <a:pt x="176554" y="144293"/>
                  </a:cubicBezTo>
                  <a:cubicBezTo>
                    <a:pt x="167319" y="124388"/>
                    <a:pt x="165148" y="104303"/>
                    <a:pt x="165148" y="89099"/>
                  </a:cubicBezTo>
                  <a:cubicBezTo>
                    <a:pt x="165148" y="74986"/>
                    <a:pt x="167137" y="53089"/>
                    <a:pt x="177099" y="32641"/>
                  </a:cubicBezTo>
                  <a:cubicBezTo>
                    <a:pt x="187960" y="10380"/>
                    <a:pt x="203528" y="-1382"/>
                    <a:pt x="205341" y="-1382"/>
                  </a:cubicBezTo>
                  <a:cubicBezTo>
                    <a:pt x="206426" y="-1382"/>
                    <a:pt x="207153" y="-838"/>
                    <a:pt x="207153" y="428"/>
                  </a:cubicBezTo>
                  <a:close/>
                </a:path>
              </a:pathLst>
            </a:custGeom>
            <a:solidFill>
              <a:srgbClr val="000000"/>
            </a:solidFill>
            <a:ln w="25400" cap="flat">
              <a:noFill/>
              <a:prstDash val="solid"/>
              <a:miter/>
            </a:ln>
          </p:spPr>
          <p:txBody>
            <a:bodyPr/>
            <a:lstStyle/>
            <a:p>
              <a:endParaRPr lang="en-GB"/>
            </a:p>
          </p:txBody>
        </p:sp>
        <p:sp>
          <p:nvSpPr>
            <p:cNvPr id="13" name="Freeform: Shape 12">
              <a:extLst>
                <a:ext uri="{FF2B5EF4-FFF2-40B4-BE49-F238E27FC236}">
                  <a16:creationId xmlns:a16="http://schemas.microsoft.com/office/drawing/2014/main" id="{A58B7D47-4894-EDD3-BAE3-75342C0376D8}"/>
                </a:ext>
              </a:extLst>
            </p:cNvPr>
            <p:cNvSpPr/>
            <p:nvPr>
              <p:custDataLst>
                <p:tags r:id="rId181"/>
              </p:custDataLst>
            </p:nvPr>
          </p:nvSpPr>
          <p:spPr>
            <a:xfrm flipV="1">
              <a:off x="6306255" y="-9802842"/>
              <a:ext cx="83470" cy="117085"/>
            </a:xfrm>
            <a:custGeom>
              <a:avLst/>
              <a:gdLst>
                <a:gd name="csX0" fmla="*/ 82749 w 83470"/>
                <a:gd name="csY0" fmla="*/ 104668 h 117085"/>
                <a:gd name="csX1" fmla="*/ 83471 w 83470"/>
                <a:gd name="csY1" fmla="*/ 108830 h 117085"/>
                <a:gd name="csX2" fmla="*/ 78222 w 83470"/>
                <a:gd name="csY2" fmla="*/ 113719 h 117085"/>
                <a:gd name="csX3" fmla="*/ 71883 w 83470"/>
                <a:gd name="csY3" fmla="*/ 109914 h 117085"/>
                <a:gd name="csX4" fmla="*/ 69350 w 83470"/>
                <a:gd name="csY4" fmla="*/ 100145 h 117085"/>
                <a:gd name="csX5" fmla="*/ 65726 w 83470"/>
                <a:gd name="csY5" fmla="*/ 85668 h 117085"/>
                <a:gd name="csX6" fmla="*/ 57580 w 83470"/>
                <a:gd name="csY6" fmla="*/ 53092 h 117085"/>
                <a:gd name="csX7" fmla="*/ 37120 w 83470"/>
                <a:gd name="csY7" fmla="*/ 37713 h 117085"/>
                <a:gd name="csX8" fmla="*/ 25896 w 83470"/>
                <a:gd name="csY8" fmla="*/ 52371 h 117085"/>
                <a:gd name="csX9" fmla="*/ 35126 w 83470"/>
                <a:gd name="csY9" fmla="*/ 87837 h 117085"/>
                <a:gd name="csX10" fmla="*/ 38750 w 83470"/>
                <a:gd name="csY10" fmla="*/ 100865 h 117085"/>
                <a:gd name="csX11" fmla="*/ 23902 w 83470"/>
                <a:gd name="csY11" fmla="*/ 115706 h 117085"/>
                <a:gd name="csX12" fmla="*/ 0 w 83470"/>
                <a:gd name="csY12" fmla="*/ 87837 h 117085"/>
                <a:gd name="csX13" fmla="*/ 2176 w 83470"/>
                <a:gd name="csY13" fmla="*/ 86030 h 117085"/>
                <a:gd name="csX14" fmla="*/ 5072 w 83470"/>
                <a:gd name="csY14" fmla="*/ 89284 h 117085"/>
                <a:gd name="csX15" fmla="*/ 23357 w 83470"/>
                <a:gd name="csY15" fmla="*/ 111726 h 117085"/>
                <a:gd name="csX16" fmla="*/ 27884 w 83470"/>
                <a:gd name="csY16" fmla="*/ 105935 h 117085"/>
                <a:gd name="csX17" fmla="*/ 24805 w 83470"/>
                <a:gd name="csY17" fmla="*/ 93269 h 117085"/>
                <a:gd name="csX18" fmla="*/ 14308 w 83470"/>
                <a:gd name="csY18" fmla="*/ 55266 h 117085"/>
                <a:gd name="csX19" fmla="*/ 36393 w 83470"/>
                <a:gd name="csY19" fmla="*/ 33728 h 117085"/>
                <a:gd name="csX20" fmla="*/ 54683 w 83470"/>
                <a:gd name="csY20" fmla="*/ 41874 h 117085"/>
                <a:gd name="csX21" fmla="*/ 42914 w 83470"/>
                <a:gd name="csY21" fmla="*/ 14005 h 117085"/>
                <a:gd name="csX22" fmla="*/ 22999 w 83470"/>
                <a:gd name="csY22" fmla="*/ 2605 h 117085"/>
                <a:gd name="csX23" fmla="*/ 9236 w 83470"/>
                <a:gd name="csY23" fmla="*/ 10202 h 117085"/>
                <a:gd name="csX24" fmla="*/ 17023 w 83470"/>
                <a:gd name="csY24" fmla="*/ 12376 h 117085"/>
                <a:gd name="csX25" fmla="*/ 20642 w 83470"/>
                <a:gd name="csY25" fmla="*/ 19795 h 117085"/>
                <a:gd name="csX26" fmla="*/ 13945 w 83470"/>
                <a:gd name="csY26" fmla="*/ 26131 h 117085"/>
                <a:gd name="csX27" fmla="*/ 3806 w 83470"/>
                <a:gd name="csY27" fmla="*/ 14369 h 117085"/>
                <a:gd name="csX28" fmla="*/ 22999 w 83470"/>
                <a:gd name="csY28" fmla="*/ -1380 h 117085"/>
                <a:gd name="csX29" fmla="*/ 65368 w 83470"/>
                <a:gd name="csY29" fmla="*/ 35538 h 117085"/>
                <a:gd name="csX30" fmla="*/ 82749 w 83470"/>
                <a:gd name="csY30" fmla="*/ 104668 h 1170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83470" h="117085">
                  <a:moveTo>
                    <a:pt x="82749" y="104668"/>
                  </a:moveTo>
                  <a:cubicBezTo>
                    <a:pt x="83471" y="107201"/>
                    <a:pt x="83471" y="107564"/>
                    <a:pt x="83471" y="108830"/>
                  </a:cubicBezTo>
                  <a:cubicBezTo>
                    <a:pt x="83471" y="112089"/>
                    <a:pt x="80937" y="113719"/>
                    <a:pt x="78222" y="113719"/>
                  </a:cubicBezTo>
                  <a:cubicBezTo>
                    <a:pt x="76410" y="113719"/>
                    <a:pt x="73513" y="112629"/>
                    <a:pt x="71883" y="109914"/>
                  </a:cubicBezTo>
                  <a:cubicBezTo>
                    <a:pt x="71520" y="109012"/>
                    <a:pt x="70071" y="103403"/>
                    <a:pt x="69350" y="100145"/>
                  </a:cubicBezTo>
                  <a:cubicBezTo>
                    <a:pt x="68083" y="95438"/>
                    <a:pt x="66816" y="90550"/>
                    <a:pt x="65726" y="85668"/>
                  </a:cubicBezTo>
                  <a:lnTo>
                    <a:pt x="57580" y="53092"/>
                  </a:lnTo>
                  <a:cubicBezTo>
                    <a:pt x="56853" y="50379"/>
                    <a:pt x="49071" y="37713"/>
                    <a:pt x="37120" y="37713"/>
                  </a:cubicBezTo>
                  <a:cubicBezTo>
                    <a:pt x="27884" y="37713"/>
                    <a:pt x="25896" y="45672"/>
                    <a:pt x="25896" y="52371"/>
                  </a:cubicBezTo>
                  <a:cubicBezTo>
                    <a:pt x="25896" y="60694"/>
                    <a:pt x="28975" y="71912"/>
                    <a:pt x="35126" y="87837"/>
                  </a:cubicBezTo>
                  <a:cubicBezTo>
                    <a:pt x="38023" y="95256"/>
                    <a:pt x="38750" y="97248"/>
                    <a:pt x="38750" y="100865"/>
                  </a:cubicBezTo>
                  <a:cubicBezTo>
                    <a:pt x="38750" y="109012"/>
                    <a:pt x="32956" y="115706"/>
                    <a:pt x="23902" y="115706"/>
                  </a:cubicBezTo>
                  <a:cubicBezTo>
                    <a:pt x="6703" y="115706"/>
                    <a:pt x="0" y="89466"/>
                    <a:pt x="0" y="87837"/>
                  </a:cubicBezTo>
                  <a:cubicBezTo>
                    <a:pt x="0" y="86030"/>
                    <a:pt x="1812" y="86030"/>
                    <a:pt x="2176" y="86030"/>
                  </a:cubicBezTo>
                  <a:cubicBezTo>
                    <a:pt x="3987" y="86030"/>
                    <a:pt x="4169" y="86389"/>
                    <a:pt x="5072" y="89284"/>
                  </a:cubicBezTo>
                  <a:cubicBezTo>
                    <a:pt x="9963" y="106298"/>
                    <a:pt x="17205" y="111726"/>
                    <a:pt x="23357" y="111726"/>
                  </a:cubicBezTo>
                  <a:cubicBezTo>
                    <a:pt x="24805" y="111726"/>
                    <a:pt x="27884" y="111726"/>
                    <a:pt x="27884" y="105935"/>
                  </a:cubicBezTo>
                  <a:cubicBezTo>
                    <a:pt x="27884" y="101410"/>
                    <a:pt x="26078" y="96704"/>
                    <a:pt x="24805" y="93269"/>
                  </a:cubicBezTo>
                  <a:cubicBezTo>
                    <a:pt x="17563" y="74086"/>
                    <a:pt x="14308" y="63771"/>
                    <a:pt x="14308" y="55266"/>
                  </a:cubicBezTo>
                  <a:cubicBezTo>
                    <a:pt x="14308" y="39161"/>
                    <a:pt x="25714" y="33728"/>
                    <a:pt x="36393" y="33728"/>
                  </a:cubicBezTo>
                  <a:cubicBezTo>
                    <a:pt x="43459" y="33728"/>
                    <a:pt x="49611" y="36805"/>
                    <a:pt x="54683" y="41874"/>
                  </a:cubicBezTo>
                  <a:cubicBezTo>
                    <a:pt x="52332" y="32461"/>
                    <a:pt x="50156" y="23594"/>
                    <a:pt x="42914" y="14005"/>
                  </a:cubicBezTo>
                  <a:cubicBezTo>
                    <a:pt x="38205" y="7851"/>
                    <a:pt x="31326" y="2605"/>
                    <a:pt x="22999" y="2605"/>
                  </a:cubicBezTo>
                  <a:cubicBezTo>
                    <a:pt x="20460" y="2605"/>
                    <a:pt x="12315" y="3144"/>
                    <a:pt x="9236" y="10202"/>
                  </a:cubicBezTo>
                  <a:cubicBezTo>
                    <a:pt x="12133" y="10202"/>
                    <a:pt x="14485" y="10202"/>
                    <a:pt x="17023" y="12376"/>
                  </a:cubicBezTo>
                  <a:cubicBezTo>
                    <a:pt x="18830" y="14005"/>
                    <a:pt x="20642" y="16356"/>
                    <a:pt x="20642" y="19795"/>
                  </a:cubicBezTo>
                  <a:cubicBezTo>
                    <a:pt x="20642" y="25405"/>
                    <a:pt x="15757" y="26131"/>
                    <a:pt x="13945" y="26131"/>
                  </a:cubicBezTo>
                  <a:cubicBezTo>
                    <a:pt x="9781" y="26131"/>
                    <a:pt x="3806" y="23236"/>
                    <a:pt x="3806" y="14369"/>
                  </a:cubicBezTo>
                  <a:cubicBezTo>
                    <a:pt x="3806" y="5319"/>
                    <a:pt x="11769" y="-1380"/>
                    <a:pt x="22999" y="-1380"/>
                  </a:cubicBezTo>
                  <a:cubicBezTo>
                    <a:pt x="41647" y="-1380"/>
                    <a:pt x="60295" y="15089"/>
                    <a:pt x="65368" y="35538"/>
                  </a:cubicBezTo>
                  <a:lnTo>
                    <a:pt x="82749" y="104668"/>
                  </a:lnTo>
                  <a:close/>
                </a:path>
              </a:pathLst>
            </a:custGeom>
            <a:solidFill>
              <a:srgbClr val="000000"/>
            </a:solidFill>
            <a:ln w="25400" cap="flat">
              <a:noFill/>
              <a:prstDash val="solid"/>
              <a:miter/>
            </a:ln>
          </p:spPr>
          <p:txBody>
            <a:bodyPr/>
            <a:lstStyle/>
            <a:p>
              <a:endParaRPr lang="en-GB"/>
            </a:p>
          </p:txBody>
        </p:sp>
        <p:sp>
          <p:nvSpPr>
            <p:cNvPr id="14" name="Freeform: Shape 13">
              <a:extLst>
                <a:ext uri="{FF2B5EF4-FFF2-40B4-BE49-F238E27FC236}">
                  <a16:creationId xmlns:a16="http://schemas.microsoft.com/office/drawing/2014/main" id="{F4173DF6-BAF0-52F4-1D1F-DBEA75DD2982}"/>
                </a:ext>
              </a:extLst>
            </p:cNvPr>
            <p:cNvSpPr/>
            <p:nvPr>
              <p:custDataLst>
                <p:tags r:id="rId182"/>
              </p:custDataLst>
            </p:nvPr>
          </p:nvSpPr>
          <p:spPr>
            <a:xfrm flipV="1">
              <a:off x="6406592" y="-9858580"/>
              <a:ext cx="42005" cy="180964"/>
            </a:xfrm>
            <a:custGeom>
              <a:avLst/>
              <a:gdLst>
                <a:gd name="csX0" fmla="*/ 42005 w 42005"/>
                <a:gd name="csY0" fmla="*/ 89099 h 180964"/>
                <a:gd name="csX1" fmla="*/ 30054 w 42005"/>
                <a:gd name="csY1" fmla="*/ 145559 h 180964"/>
                <a:gd name="csX2" fmla="*/ 1812 w 42005"/>
                <a:gd name="csY2" fmla="*/ 179582 h 180964"/>
                <a:gd name="csX3" fmla="*/ 0 w 42005"/>
                <a:gd name="csY3" fmla="*/ 177771 h 180964"/>
                <a:gd name="csX4" fmla="*/ 3442 w 42005"/>
                <a:gd name="csY4" fmla="*/ 173609 h 180964"/>
                <a:gd name="csX5" fmla="*/ 31502 w 42005"/>
                <a:gd name="csY5" fmla="*/ 89099 h 180964"/>
                <a:gd name="csX6" fmla="*/ 2351 w 42005"/>
                <a:gd name="csY6" fmla="*/ 3505 h 180964"/>
                <a:gd name="csX7" fmla="*/ 0 w 42005"/>
                <a:gd name="csY7" fmla="*/ 428 h 180964"/>
                <a:gd name="csX8" fmla="*/ 1812 w 42005"/>
                <a:gd name="csY8" fmla="*/ -1382 h 180964"/>
                <a:gd name="csX9" fmla="*/ 30599 w 42005"/>
                <a:gd name="csY9" fmla="*/ 33907 h 180964"/>
                <a:gd name="csX10" fmla="*/ 42005 w 42005"/>
                <a:gd name="csY10" fmla="*/ 89099 h 1809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2005" h="180964">
                  <a:moveTo>
                    <a:pt x="42005" y="89099"/>
                  </a:moveTo>
                  <a:cubicBezTo>
                    <a:pt x="42005" y="103212"/>
                    <a:pt x="40017" y="125109"/>
                    <a:pt x="30054" y="145559"/>
                  </a:cubicBezTo>
                  <a:cubicBezTo>
                    <a:pt x="19193" y="167818"/>
                    <a:pt x="3618" y="179582"/>
                    <a:pt x="1812" y="179582"/>
                  </a:cubicBezTo>
                  <a:cubicBezTo>
                    <a:pt x="721" y="179582"/>
                    <a:pt x="0" y="178855"/>
                    <a:pt x="0" y="177771"/>
                  </a:cubicBezTo>
                  <a:cubicBezTo>
                    <a:pt x="0" y="177231"/>
                    <a:pt x="0" y="176868"/>
                    <a:pt x="3442" y="173609"/>
                  </a:cubicBezTo>
                  <a:cubicBezTo>
                    <a:pt x="21182" y="155692"/>
                    <a:pt x="31502" y="126921"/>
                    <a:pt x="31502" y="89099"/>
                  </a:cubicBezTo>
                  <a:cubicBezTo>
                    <a:pt x="31502" y="58153"/>
                    <a:pt x="24805" y="26305"/>
                    <a:pt x="2351" y="3505"/>
                  </a:cubicBezTo>
                  <a:cubicBezTo>
                    <a:pt x="0" y="1331"/>
                    <a:pt x="0" y="967"/>
                    <a:pt x="0" y="428"/>
                  </a:cubicBezTo>
                  <a:cubicBezTo>
                    <a:pt x="0" y="-656"/>
                    <a:pt x="721" y="-1382"/>
                    <a:pt x="1812" y="-1382"/>
                  </a:cubicBezTo>
                  <a:cubicBezTo>
                    <a:pt x="3618" y="-1382"/>
                    <a:pt x="19915" y="10925"/>
                    <a:pt x="30599" y="33907"/>
                  </a:cubicBezTo>
                  <a:cubicBezTo>
                    <a:pt x="39835" y="53810"/>
                    <a:pt x="42005" y="73896"/>
                    <a:pt x="42005" y="89099"/>
                  </a:cubicBezTo>
                  <a:close/>
                </a:path>
              </a:pathLst>
            </a:custGeom>
            <a:solidFill>
              <a:srgbClr val="000000"/>
            </a:solidFill>
            <a:ln w="25400" cap="flat">
              <a:noFill/>
              <a:prstDash val="solid"/>
              <a:miter/>
            </a:ln>
          </p:spPr>
          <p:txBody>
            <a:bodyPr/>
            <a:lstStyle/>
            <a:p>
              <a:endParaRPr lang="en-GB"/>
            </a:p>
          </p:txBody>
        </p:sp>
        <p:sp>
          <p:nvSpPr>
            <p:cNvPr id="15" name="Freeform: Shape 14">
              <a:extLst>
                <a:ext uri="{FF2B5EF4-FFF2-40B4-BE49-F238E27FC236}">
                  <a16:creationId xmlns:a16="http://schemas.microsoft.com/office/drawing/2014/main" id="{04E32670-3106-77AC-86AF-4C802F41A09F}"/>
                </a:ext>
              </a:extLst>
            </p:cNvPr>
            <p:cNvSpPr/>
            <p:nvPr>
              <p:custDataLst>
                <p:tags r:id="rId183"/>
              </p:custDataLst>
            </p:nvPr>
          </p:nvSpPr>
          <p:spPr>
            <a:xfrm flipV="1">
              <a:off x="6526792" y="-9789268"/>
              <a:ext cx="120409" cy="42345"/>
            </a:xfrm>
            <a:custGeom>
              <a:avLst/>
              <a:gdLst>
                <a:gd name="csX0" fmla="*/ 114253 w 120409"/>
                <a:gd name="csY0" fmla="*/ 33725 h 42345"/>
                <a:gd name="csX1" fmla="*/ 120409 w 120409"/>
                <a:gd name="csY1" fmla="*/ 37346 h 42345"/>
                <a:gd name="csX2" fmla="*/ 114434 w 120409"/>
                <a:gd name="csY2" fmla="*/ 40963 h 42345"/>
                <a:gd name="csX3" fmla="*/ 5976 w 120409"/>
                <a:gd name="csY3" fmla="*/ 40963 h 42345"/>
                <a:gd name="csX4" fmla="*/ 0 w 120409"/>
                <a:gd name="csY4" fmla="*/ 37346 h 42345"/>
                <a:gd name="csX5" fmla="*/ 6157 w 120409"/>
                <a:gd name="csY5" fmla="*/ 33725 h 42345"/>
                <a:gd name="csX6" fmla="*/ 114253 w 120409"/>
                <a:gd name="csY6" fmla="*/ 33725 h 42345"/>
                <a:gd name="csX7" fmla="*/ 114434 w 120409"/>
                <a:gd name="csY7" fmla="*/ -1382 h 42345"/>
                <a:gd name="csX8" fmla="*/ 120409 w 120409"/>
                <a:gd name="csY8" fmla="*/ 2239 h 42345"/>
                <a:gd name="csX9" fmla="*/ 114253 w 120409"/>
                <a:gd name="csY9" fmla="*/ 5862 h 42345"/>
                <a:gd name="csX10" fmla="*/ 6157 w 120409"/>
                <a:gd name="csY10" fmla="*/ 5862 h 42345"/>
                <a:gd name="csX11" fmla="*/ 0 w 120409"/>
                <a:gd name="csY11" fmla="*/ 2239 h 42345"/>
                <a:gd name="csX12" fmla="*/ 5976 w 120409"/>
                <a:gd name="csY12" fmla="*/ -1382 h 42345"/>
                <a:gd name="csX13" fmla="*/ 114434 w 120409"/>
                <a:gd name="csY13" fmla="*/ -1382 h 423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0409" h="42345">
                  <a:moveTo>
                    <a:pt x="114253" y="33725"/>
                  </a:moveTo>
                  <a:cubicBezTo>
                    <a:pt x="116967" y="33725"/>
                    <a:pt x="120409" y="33725"/>
                    <a:pt x="120409" y="37346"/>
                  </a:cubicBezTo>
                  <a:cubicBezTo>
                    <a:pt x="120409" y="40963"/>
                    <a:pt x="116967" y="40963"/>
                    <a:pt x="114434" y="40963"/>
                  </a:cubicBezTo>
                  <a:lnTo>
                    <a:pt x="5976" y="40963"/>
                  </a:lnTo>
                  <a:cubicBezTo>
                    <a:pt x="3442" y="40963"/>
                    <a:pt x="0" y="40963"/>
                    <a:pt x="0" y="37346"/>
                  </a:cubicBezTo>
                  <a:cubicBezTo>
                    <a:pt x="0" y="33725"/>
                    <a:pt x="3442" y="33725"/>
                    <a:pt x="6157" y="33725"/>
                  </a:cubicBezTo>
                  <a:lnTo>
                    <a:pt x="114253" y="33725"/>
                  </a:lnTo>
                  <a:close/>
                  <a:moveTo>
                    <a:pt x="114434" y="-1382"/>
                  </a:moveTo>
                  <a:cubicBezTo>
                    <a:pt x="116967" y="-1382"/>
                    <a:pt x="120409" y="-1382"/>
                    <a:pt x="120409" y="2239"/>
                  </a:cubicBezTo>
                  <a:cubicBezTo>
                    <a:pt x="120409" y="5862"/>
                    <a:pt x="116967" y="5862"/>
                    <a:pt x="114253" y="5862"/>
                  </a:cubicBezTo>
                  <a:lnTo>
                    <a:pt x="6157" y="5862"/>
                  </a:lnTo>
                  <a:cubicBezTo>
                    <a:pt x="3442" y="5862"/>
                    <a:pt x="0" y="5862"/>
                    <a:pt x="0" y="2239"/>
                  </a:cubicBezTo>
                  <a:cubicBezTo>
                    <a:pt x="0" y="-1382"/>
                    <a:pt x="3442" y="-1382"/>
                    <a:pt x="5976" y="-1382"/>
                  </a:cubicBezTo>
                  <a:lnTo>
                    <a:pt x="114434" y="-1382"/>
                  </a:lnTo>
                  <a:close/>
                </a:path>
              </a:pathLst>
            </a:custGeom>
            <a:solidFill>
              <a:srgbClr val="000000"/>
            </a:solidFill>
            <a:ln w="25400" cap="flat">
              <a:noFill/>
              <a:prstDash val="solid"/>
              <a:miter/>
            </a:ln>
          </p:spPr>
          <p:txBody>
            <a:bodyPr/>
            <a:lstStyle/>
            <a:p>
              <a:endParaRPr lang="en-GB"/>
            </a:p>
          </p:txBody>
        </p:sp>
        <p:sp>
          <p:nvSpPr>
            <p:cNvPr id="16" name="Freeform: Shape 15">
              <a:extLst>
                <a:ext uri="{FF2B5EF4-FFF2-40B4-BE49-F238E27FC236}">
                  <a16:creationId xmlns:a16="http://schemas.microsoft.com/office/drawing/2014/main" id="{377C9081-F770-F7DF-99C9-3A4725913709}"/>
                </a:ext>
              </a:extLst>
            </p:cNvPr>
            <p:cNvSpPr/>
            <p:nvPr>
              <p:custDataLst>
                <p:tags r:id="rId184"/>
              </p:custDataLst>
            </p:nvPr>
          </p:nvSpPr>
          <p:spPr>
            <a:xfrm flipV="1">
              <a:off x="6734218" y="-10039603"/>
              <a:ext cx="93610" cy="542712"/>
            </a:xfrm>
            <a:custGeom>
              <a:avLst/>
              <a:gdLst>
                <a:gd name="csX0" fmla="*/ 55587 w 93610"/>
                <a:gd name="csY0" fmla="*/ 203471 h 542712"/>
                <a:gd name="csX1" fmla="*/ 10321 w 93610"/>
                <a:gd name="csY1" fmla="*/ 269884 h 542712"/>
                <a:gd name="csX2" fmla="*/ 55405 w 93610"/>
                <a:gd name="csY2" fmla="*/ 335392 h 542712"/>
                <a:gd name="csX3" fmla="*/ 55587 w 93610"/>
                <a:gd name="csY3" fmla="*/ 336482 h 542712"/>
                <a:gd name="csX4" fmla="*/ 55587 w 93610"/>
                <a:gd name="csY4" fmla="*/ 461889 h 542712"/>
                <a:gd name="csX5" fmla="*/ 57036 w 93610"/>
                <a:gd name="csY5" fmla="*/ 486857 h 542712"/>
                <a:gd name="csX6" fmla="*/ 91980 w 93610"/>
                <a:gd name="csY6" fmla="*/ 532825 h 542712"/>
                <a:gd name="csX7" fmla="*/ 93610 w 93610"/>
                <a:gd name="csY7" fmla="*/ 537168 h 542712"/>
                <a:gd name="csX8" fmla="*/ 89447 w 93610"/>
                <a:gd name="csY8" fmla="*/ 541330 h 542712"/>
                <a:gd name="csX9" fmla="*/ 80938 w 93610"/>
                <a:gd name="csY9" fmla="*/ 538433 h 542712"/>
                <a:gd name="csX10" fmla="*/ 38024 w 93610"/>
                <a:gd name="csY10" fmla="*/ 475457 h 542712"/>
                <a:gd name="csX11" fmla="*/ 38024 w 93610"/>
                <a:gd name="csY11" fmla="*/ 346791 h 542712"/>
                <a:gd name="csX12" fmla="*/ 28612 w 93610"/>
                <a:gd name="csY12" fmla="*/ 302459 h 542712"/>
                <a:gd name="csX13" fmla="*/ 2715 w 93610"/>
                <a:gd name="csY13" fmla="*/ 274952 h 542712"/>
                <a:gd name="csX14" fmla="*/ 0 w 93610"/>
                <a:gd name="csY14" fmla="*/ 270065 h 542712"/>
                <a:gd name="csX15" fmla="*/ 1630 w 93610"/>
                <a:gd name="csY15" fmla="*/ 265721 h 542712"/>
                <a:gd name="csX16" fmla="*/ 37478 w 93610"/>
                <a:gd name="csY16" fmla="*/ 209983 h 542712"/>
                <a:gd name="csX17" fmla="*/ 38024 w 93610"/>
                <a:gd name="csY17" fmla="*/ 203471 h 542712"/>
                <a:gd name="csX18" fmla="*/ 38024 w 93610"/>
                <a:gd name="csY18" fmla="*/ 64489 h 542712"/>
                <a:gd name="csX19" fmla="*/ 82023 w 93610"/>
                <a:gd name="csY19" fmla="*/ 974 h 542712"/>
                <a:gd name="csX20" fmla="*/ 89447 w 93610"/>
                <a:gd name="csY20" fmla="*/ -1382 h 542712"/>
                <a:gd name="csX21" fmla="*/ 93610 w 93610"/>
                <a:gd name="csY21" fmla="*/ 2778 h 542712"/>
                <a:gd name="csX22" fmla="*/ 92707 w 93610"/>
                <a:gd name="csY22" fmla="*/ 6582 h 542712"/>
                <a:gd name="csX23" fmla="*/ 56314 w 93610"/>
                <a:gd name="csY23" fmla="*/ 57252 h 542712"/>
                <a:gd name="csX24" fmla="*/ 55587 w 93610"/>
                <a:gd name="csY24" fmla="*/ 64671 h 542712"/>
                <a:gd name="csX25" fmla="*/ 55587 w 93610"/>
                <a:gd name="csY25" fmla="*/ 203471 h 542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93610" h="542712">
                  <a:moveTo>
                    <a:pt x="55587" y="203471"/>
                  </a:moveTo>
                  <a:cubicBezTo>
                    <a:pt x="55587" y="223377"/>
                    <a:pt x="41824" y="253958"/>
                    <a:pt x="10321" y="269884"/>
                  </a:cubicBezTo>
                  <a:cubicBezTo>
                    <a:pt x="29878" y="280380"/>
                    <a:pt x="53235" y="301550"/>
                    <a:pt x="55405" y="335392"/>
                  </a:cubicBezTo>
                  <a:lnTo>
                    <a:pt x="55587" y="336482"/>
                  </a:lnTo>
                  <a:lnTo>
                    <a:pt x="55587" y="461889"/>
                  </a:lnTo>
                  <a:cubicBezTo>
                    <a:pt x="55587" y="476723"/>
                    <a:pt x="55587" y="479982"/>
                    <a:pt x="57036" y="486857"/>
                  </a:cubicBezTo>
                  <a:cubicBezTo>
                    <a:pt x="60296" y="501334"/>
                    <a:pt x="68987" y="519251"/>
                    <a:pt x="91980" y="532825"/>
                  </a:cubicBezTo>
                  <a:cubicBezTo>
                    <a:pt x="93429" y="533728"/>
                    <a:pt x="93610" y="533909"/>
                    <a:pt x="93610" y="537168"/>
                  </a:cubicBezTo>
                  <a:cubicBezTo>
                    <a:pt x="93610" y="541148"/>
                    <a:pt x="93429" y="541330"/>
                    <a:pt x="89447" y="541330"/>
                  </a:cubicBezTo>
                  <a:cubicBezTo>
                    <a:pt x="86186" y="541330"/>
                    <a:pt x="85823" y="541330"/>
                    <a:pt x="80938" y="538433"/>
                  </a:cubicBezTo>
                  <a:cubicBezTo>
                    <a:pt x="40375" y="515453"/>
                    <a:pt x="38024" y="481793"/>
                    <a:pt x="38024" y="475457"/>
                  </a:cubicBezTo>
                  <a:lnTo>
                    <a:pt x="38024" y="346791"/>
                  </a:lnTo>
                  <a:cubicBezTo>
                    <a:pt x="38024" y="333762"/>
                    <a:pt x="38024" y="319103"/>
                    <a:pt x="28612" y="302459"/>
                  </a:cubicBezTo>
                  <a:cubicBezTo>
                    <a:pt x="20278" y="287618"/>
                    <a:pt x="10503" y="280198"/>
                    <a:pt x="2715" y="274952"/>
                  </a:cubicBezTo>
                  <a:cubicBezTo>
                    <a:pt x="182" y="273322"/>
                    <a:pt x="0" y="273140"/>
                    <a:pt x="0" y="270065"/>
                  </a:cubicBezTo>
                  <a:cubicBezTo>
                    <a:pt x="0" y="266806"/>
                    <a:pt x="182" y="266624"/>
                    <a:pt x="1630" y="265721"/>
                  </a:cubicBezTo>
                  <a:cubicBezTo>
                    <a:pt x="17018" y="255588"/>
                    <a:pt x="33497" y="239481"/>
                    <a:pt x="37478" y="209983"/>
                  </a:cubicBezTo>
                  <a:cubicBezTo>
                    <a:pt x="38024" y="206004"/>
                    <a:pt x="38024" y="205640"/>
                    <a:pt x="38024" y="203471"/>
                  </a:cubicBezTo>
                  <a:lnTo>
                    <a:pt x="38024" y="64489"/>
                  </a:lnTo>
                  <a:cubicBezTo>
                    <a:pt x="38024" y="49830"/>
                    <a:pt x="47078" y="19430"/>
                    <a:pt x="82023" y="974"/>
                  </a:cubicBezTo>
                  <a:cubicBezTo>
                    <a:pt x="86186" y="-1382"/>
                    <a:pt x="86550" y="-1382"/>
                    <a:pt x="89447" y="-1382"/>
                  </a:cubicBezTo>
                  <a:cubicBezTo>
                    <a:pt x="93429" y="-1382"/>
                    <a:pt x="93610" y="-1201"/>
                    <a:pt x="93610" y="2778"/>
                  </a:cubicBezTo>
                  <a:cubicBezTo>
                    <a:pt x="93610" y="6038"/>
                    <a:pt x="93429" y="6219"/>
                    <a:pt x="92707" y="6582"/>
                  </a:cubicBezTo>
                  <a:cubicBezTo>
                    <a:pt x="84920" y="11465"/>
                    <a:pt x="61199" y="25767"/>
                    <a:pt x="56314" y="57252"/>
                  </a:cubicBezTo>
                  <a:cubicBezTo>
                    <a:pt x="55587" y="61956"/>
                    <a:pt x="55587" y="62320"/>
                    <a:pt x="55587" y="64671"/>
                  </a:cubicBezTo>
                  <a:lnTo>
                    <a:pt x="55587" y="203471"/>
                  </a:lnTo>
                  <a:close/>
                </a:path>
              </a:pathLst>
            </a:custGeom>
            <a:solidFill>
              <a:srgbClr val="000000"/>
            </a:solidFill>
            <a:ln w="25400" cap="flat">
              <a:noFill/>
              <a:prstDash val="solid"/>
              <a:miter/>
            </a:ln>
          </p:spPr>
          <p:txBody>
            <a:bodyPr/>
            <a:lstStyle/>
            <a:p>
              <a:endParaRPr lang="en-GB"/>
            </a:p>
          </p:txBody>
        </p:sp>
        <p:sp>
          <p:nvSpPr>
            <p:cNvPr id="17" name="Freeform: Shape 16">
              <a:extLst>
                <a:ext uri="{FF2B5EF4-FFF2-40B4-BE49-F238E27FC236}">
                  <a16:creationId xmlns:a16="http://schemas.microsoft.com/office/drawing/2014/main" id="{4FDCF9FF-638F-4EF6-3EED-91EBB3AE746A}"/>
                </a:ext>
              </a:extLst>
            </p:cNvPr>
            <p:cNvSpPr/>
            <p:nvPr>
              <p:custDataLst>
                <p:tags r:id="rId185"/>
              </p:custDataLst>
            </p:nvPr>
          </p:nvSpPr>
          <p:spPr>
            <a:xfrm flipV="1">
              <a:off x="6870148" y="-9966819"/>
              <a:ext cx="59749" cy="120519"/>
            </a:xfrm>
            <a:custGeom>
              <a:avLst/>
              <a:gdLst>
                <a:gd name="csX0" fmla="*/ 37120 w 59749"/>
                <a:gd name="csY0" fmla="*/ 114422 h 120519"/>
                <a:gd name="csX1" fmla="*/ 32951 w 59749"/>
                <a:gd name="csY1" fmla="*/ 119122 h 120519"/>
                <a:gd name="csX2" fmla="*/ 0 w 59749"/>
                <a:gd name="csY2" fmla="*/ 107540 h 120519"/>
                <a:gd name="csX3" fmla="*/ 0 w 59749"/>
                <a:gd name="csY3" fmla="*/ 101932 h 120519"/>
                <a:gd name="csX4" fmla="*/ 23720 w 59749"/>
                <a:gd name="csY4" fmla="*/ 106638 h 120519"/>
                <a:gd name="csX5" fmla="*/ 23720 w 59749"/>
                <a:gd name="csY5" fmla="*/ 12897 h 120519"/>
                <a:gd name="csX6" fmla="*/ 6879 w 59749"/>
                <a:gd name="csY6" fmla="*/ 4211 h 120519"/>
                <a:gd name="csX7" fmla="*/ 1085 w 59749"/>
                <a:gd name="csY7" fmla="*/ 4211 h 120519"/>
                <a:gd name="csX8" fmla="*/ 1085 w 59749"/>
                <a:gd name="csY8" fmla="*/ -1398 h 120519"/>
                <a:gd name="csX9" fmla="*/ 30417 w 59749"/>
                <a:gd name="csY9" fmla="*/ -853 h 120519"/>
                <a:gd name="csX10" fmla="*/ 59750 w 59749"/>
                <a:gd name="csY10" fmla="*/ -1398 h 120519"/>
                <a:gd name="csX11" fmla="*/ 59750 w 59749"/>
                <a:gd name="csY11" fmla="*/ 4211 h 120519"/>
                <a:gd name="csX12" fmla="*/ 53957 w 59749"/>
                <a:gd name="csY12" fmla="*/ 4211 h 120519"/>
                <a:gd name="csX13" fmla="*/ 37120 w 59749"/>
                <a:gd name="csY13" fmla="*/ 12897 h 120519"/>
                <a:gd name="csX14" fmla="*/ 37120 w 59749"/>
                <a:gd name="csY14" fmla="*/ 114422 h 1205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9749" h="120519">
                  <a:moveTo>
                    <a:pt x="37120" y="114422"/>
                  </a:moveTo>
                  <a:cubicBezTo>
                    <a:pt x="37120" y="118764"/>
                    <a:pt x="37120" y="119122"/>
                    <a:pt x="32951" y="119122"/>
                  </a:cubicBezTo>
                  <a:cubicBezTo>
                    <a:pt x="21727" y="107540"/>
                    <a:pt x="5794" y="107540"/>
                    <a:pt x="0" y="107540"/>
                  </a:cubicBezTo>
                  <a:lnTo>
                    <a:pt x="0" y="101932"/>
                  </a:lnTo>
                  <a:cubicBezTo>
                    <a:pt x="3618" y="101932"/>
                    <a:pt x="14303" y="101932"/>
                    <a:pt x="23720" y="106638"/>
                  </a:cubicBezTo>
                  <a:lnTo>
                    <a:pt x="23720" y="12897"/>
                  </a:lnTo>
                  <a:cubicBezTo>
                    <a:pt x="23720" y="6385"/>
                    <a:pt x="23175" y="4211"/>
                    <a:pt x="6879" y="4211"/>
                  </a:cubicBezTo>
                  <a:lnTo>
                    <a:pt x="1085" y="4211"/>
                  </a:lnTo>
                  <a:lnTo>
                    <a:pt x="1085" y="-1398"/>
                  </a:lnTo>
                  <a:cubicBezTo>
                    <a:pt x="7424" y="-853"/>
                    <a:pt x="23175" y="-853"/>
                    <a:pt x="30417" y="-853"/>
                  </a:cubicBezTo>
                  <a:cubicBezTo>
                    <a:pt x="37660" y="-853"/>
                    <a:pt x="53411" y="-853"/>
                    <a:pt x="59750" y="-1398"/>
                  </a:cubicBezTo>
                  <a:lnTo>
                    <a:pt x="59750" y="4211"/>
                  </a:lnTo>
                  <a:lnTo>
                    <a:pt x="53957" y="4211"/>
                  </a:lnTo>
                  <a:cubicBezTo>
                    <a:pt x="37660" y="4211"/>
                    <a:pt x="37120" y="6203"/>
                    <a:pt x="37120" y="12897"/>
                  </a:cubicBezTo>
                  <a:lnTo>
                    <a:pt x="37120" y="114422"/>
                  </a:lnTo>
                  <a:close/>
                </a:path>
              </a:pathLst>
            </a:custGeom>
            <a:solidFill>
              <a:srgbClr val="000000"/>
            </a:solidFill>
            <a:ln w="25400" cap="flat">
              <a:noFill/>
              <a:prstDash val="solid"/>
              <a:miter/>
            </a:ln>
          </p:spPr>
          <p:txBody>
            <a:bodyPr/>
            <a:lstStyle/>
            <a:p>
              <a:endParaRPr lang="en-GB"/>
            </a:p>
          </p:txBody>
        </p:sp>
        <p:sp>
          <p:nvSpPr>
            <p:cNvPr id="18" name="Freeform: Shape 17">
              <a:extLst>
                <a:ext uri="{FF2B5EF4-FFF2-40B4-BE49-F238E27FC236}">
                  <a16:creationId xmlns:a16="http://schemas.microsoft.com/office/drawing/2014/main" id="{865BD088-A1A5-F241-1334-88342D4826A5}"/>
                </a:ext>
              </a:extLst>
            </p:cNvPr>
            <p:cNvSpPr/>
            <p:nvPr>
              <p:custDataLst>
                <p:tags r:id="rId186"/>
              </p:custDataLst>
            </p:nvPr>
          </p:nvSpPr>
          <p:spPr>
            <a:xfrm flipV="1">
              <a:off x="7131442" y="-9967365"/>
              <a:ext cx="110092" cy="123058"/>
            </a:xfrm>
            <a:custGeom>
              <a:avLst/>
              <a:gdLst>
                <a:gd name="csX0" fmla="*/ 31684 w 110092"/>
                <a:gd name="csY0" fmla="*/ 35703 h 123058"/>
                <a:gd name="csX1" fmla="*/ 50515 w 110092"/>
                <a:gd name="csY1" fmla="*/ 19052 h 123058"/>
                <a:gd name="csX2" fmla="*/ 30055 w 110092"/>
                <a:gd name="csY2" fmla="*/ 2589 h 123058"/>
                <a:gd name="csX3" fmla="*/ 4891 w 110092"/>
                <a:gd name="csY3" fmla="*/ 28283 h 123058"/>
                <a:gd name="csX4" fmla="*/ 2352 w 110092"/>
                <a:gd name="csY4" fmla="*/ 31360 h 123058"/>
                <a:gd name="csX5" fmla="*/ 0 w 110092"/>
                <a:gd name="csY5" fmla="*/ 26835 h 123058"/>
                <a:gd name="csX6" fmla="*/ 0 w 110092"/>
                <a:gd name="csY6" fmla="*/ 2946 h 123058"/>
                <a:gd name="csX7" fmla="*/ 1994 w 110092"/>
                <a:gd name="csY7" fmla="*/ -1398 h 123058"/>
                <a:gd name="csX8" fmla="*/ 6516 w 110092"/>
                <a:gd name="csY8" fmla="*/ 2225 h 123058"/>
                <a:gd name="csX9" fmla="*/ 10139 w 110092"/>
                <a:gd name="csY9" fmla="*/ 6386 h 123058"/>
                <a:gd name="csX10" fmla="*/ 30055 w 110092"/>
                <a:gd name="csY10" fmla="*/ -1398 h 123058"/>
                <a:gd name="csX11" fmla="*/ 59205 w 110092"/>
                <a:gd name="csY11" fmla="*/ 23758 h 123058"/>
                <a:gd name="csX12" fmla="*/ 51605 w 110092"/>
                <a:gd name="csY12" fmla="*/ 40949 h 123058"/>
                <a:gd name="csX13" fmla="*/ 30964 w 110092"/>
                <a:gd name="csY13" fmla="*/ 49635 h 123058"/>
                <a:gd name="csX14" fmla="*/ 8690 w 110092"/>
                <a:gd name="csY14" fmla="*/ 64475 h 123058"/>
                <a:gd name="csX15" fmla="*/ 28970 w 110092"/>
                <a:gd name="csY15" fmla="*/ 78230 h 123058"/>
                <a:gd name="csX16" fmla="*/ 50157 w 110092"/>
                <a:gd name="csY16" fmla="*/ 56334 h 123058"/>
                <a:gd name="csX17" fmla="*/ 52327 w 110092"/>
                <a:gd name="csY17" fmla="*/ 54704 h 123058"/>
                <a:gd name="csX18" fmla="*/ 54677 w 110092"/>
                <a:gd name="csY18" fmla="*/ 59047 h 123058"/>
                <a:gd name="csX19" fmla="*/ 54677 w 110092"/>
                <a:gd name="csY19" fmla="*/ 77322 h 123058"/>
                <a:gd name="csX20" fmla="*/ 52691 w 110092"/>
                <a:gd name="csY20" fmla="*/ 81665 h 123058"/>
                <a:gd name="csX21" fmla="*/ 49066 w 110092"/>
                <a:gd name="csY21" fmla="*/ 79496 h 123058"/>
                <a:gd name="csX22" fmla="*/ 45987 w 110092"/>
                <a:gd name="csY22" fmla="*/ 76601 h 123058"/>
                <a:gd name="csX23" fmla="*/ 28970 w 110092"/>
                <a:gd name="csY23" fmla="*/ 81665 h 123058"/>
                <a:gd name="csX24" fmla="*/ 0 w 110092"/>
                <a:gd name="csY24" fmla="*/ 59411 h 123058"/>
                <a:gd name="csX25" fmla="*/ 7789 w 110092"/>
                <a:gd name="csY25" fmla="*/ 44026 h 123058"/>
                <a:gd name="csX26" fmla="*/ 31684 w 110092"/>
                <a:gd name="csY26" fmla="*/ 35703 h 123058"/>
                <a:gd name="csX27" fmla="*/ 97420 w 110092"/>
                <a:gd name="csY27" fmla="*/ 80581 h 123058"/>
                <a:gd name="csX28" fmla="*/ 72069 w 110092"/>
                <a:gd name="csY28" fmla="*/ 78594 h 123058"/>
                <a:gd name="csX29" fmla="*/ 72069 w 110092"/>
                <a:gd name="csY29" fmla="*/ 72980 h 123058"/>
                <a:gd name="csX30" fmla="*/ 85468 w 110092"/>
                <a:gd name="csY30" fmla="*/ 63027 h 123058"/>
                <a:gd name="csX31" fmla="*/ 85468 w 110092"/>
                <a:gd name="csY31" fmla="*/ 14351 h 123058"/>
                <a:gd name="csX32" fmla="*/ 71349 w 110092"/>
                <a:gd name="csY32" fmla="*/ 6205 h 123058"/>
                <a:gd name="csX33" fmla="*/ 71349 w 110092"/>
                <a:gd name="csY33" fmla="*/ 596 h 123058"/>
                <a:gd name="csX34" fmla="*/ 91264 w 110092"/>
                <a:gd name="csY34" fmla="*/ 1141 h 123058"/>
                <a:gd name="csX35" fmla="*/ 110093 w 110092"/>
                <a:gd name="csY35" fmla="*/ 596 h 123058"/>
                <a:gd name="csX36" fmla="*/ 110093 w 110092"/>
                <a:gd name="csY36" fmla="*/ 6205 h 123058"/>
                <a:gd name="csX37" fmla="*/ 97420 w 110092"/>
                <a:gd name="csY37" fmla="*/ 14169 h 123058"/>
                <a:gd name="csX38" fmla="*/ 97420 w 110092"/>
                <a:gd name="csY38" fmla="*/ 80581 h 123058"/>
                <a:gd name="csX39" fmla="*/ 98147 w 110092"/>
                <a:gd name="csY39" fmla="*/ 112072 h 123058"/>
                <a:gd name="csX40" fmla="*/ 88548 w 110092"/>
                <a:gd name="csY40" fmla="*/ 121661 h 123058"/>
                <a:gd name="csX41" fmla="*/ 78954 w 110092"/>
                <a:gd name="csY41" fmla="*/ 112072 h 123058"/>
                <a:gd name="csX42" fmla="*/ 88548 w 110092"/>
                <a:gd name="csY42" fmla="*/ 102477 h 123058"/>
                <a:gd name="csX43" fmla="*/ 98147 w 110092"/>
                <a:gd name="csY43" fmla="*/ 112072 h 1230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110092" h="123058">
                  <a:moveTo>
                    <a:pt x="31684" y="35703"/>
                  </a:moveTo>
                  <a:cubicBezTo>
                    <a:pt x="35666" y="34976"/>
                    <a:pt x="50515" y="32081"/>
                    <a:pt x="50515" y="19052"/>
                  </a:cubicBezTo>
                  <a:cubicBezTo>
                    <a:pt x="50515" y="9827"/>
                    <a:pt x="44180" y="2589"/>
                    <a:pt x="30055" y="2589"/>
                  </a:cubicBezTo>
                  <a:cubicBezTo>
                    <a:pt x="14848" y="2589"/>
                    <a:pt x="8327" y="12904"/>
                    <a:pt x="4891" y="28283"/>
                  </a:cubicBezTo>
                  <a:cubicBezTo>
                    <a:pt x="4346" y="30633"/>
                    <a:pt x="4164" y="31360"/>
                    <a:pt x="2352" y="31360"/>
                  </a:cubicBezTo>
                  <a:cubicBezTo>
                    <a:pt x="0" y="31360"/>
                    <a:pt x="0" y="30094"/>
                    <a:pt x="0" y="26835"/>
                  </a:cubicBezTo>
                  <a:lnTo>
                    <a:pt x="0" y="2946"/>
                  </a:lnTo>
                  <a:cubicBezTo>
                    <a:pt x="0" y="-131"/>
                    <a:pt x="0" y="-1398"/>
                    <a:pt x="1994" y="-1398"/>
                  </a:cubicBezTo>
                  <a:cubicBezTo>
                    <a:pt x="2897" y="-1398"/>
                    <a:pt x="3079" y="-1216"/>
                    <a:pt x="6516" y="2225"/>
                  </a:cubicBezTo>
                  <a:cubicBezTo>
                    <a:pt x="6880" y="2589"/>
                    <a:pt x="6880" y="2946"/>
                    <a:pt x="10139" y="6386"/>
                  </a:cubicBezTo>
                  <a:cubicBezTo>
                    <a:pt x="18104" y="-1216"/>
                    <a:pt x="26254" y="-1398"/>
                    <a:pt x="30055" y="-1398"/>
                  </a:cubicBezTo>
                  <a:cubicBezTo>
                    <a:pt x="50878" y="-1398"/>
                    <a:pt x="59205" y="10730"/>
                    <a:pt x="59205" y="23758"/>
                  </a:cubicBezTo>
                  <a:cubicBezTo>
                    <a:pt x="59205" y="33353"/>
                    <a:pt x="53776" y="38780"/>
                    <a:pt x="51605" y="40949"/>
                  </a:cubicBezTo>
                  <a:cubicBezTo>
                    <a:pt x="45629" y="46739"/>
                    <a:pt x="38563" y="48186"/>
                    <a:pt x="30964" y="49635"/>
                  </a:cubicBezTo>
                  <a:cubicBezTo>
                    <a:pt x="20823" y="51627"/>
                    <a:pt x="8690" y="53978"/>
                    <a:pt x="8690" y="64475"/>
                  </a:cubicBezTo>
                  <a:cubicBezTo>
                    <a:pt x="8690" y="70811"/>
                    <a:pt x="13400" y="78230"/>
                    <a:pt x="28970" y="78230"/>
                  </a:cubicBezTo>
                  <a:cubicBezTo>
                    <a:pt x="48884" y="78230"/>
                    <a:pt x="49793" y="61942"/>
                    <a:pt x="50157" y="56334"/>
                  </a:cubicBezTo>
                  <a:cubicBezTo>
                    <a:pt x="50333" y="54704"/>
                    <a:pt x="51963" y="54704"/>
                    <a:pt x="52327" y="54704"/>
                  </a:cubicBezTo>
                  <a:cubicBezTo>
                    <a:pt x="54677" y="54704"/>
                    <a:pt x="54677" y="55607"/>
                    <a:pt x="54677" y="59047"/>
                  </a:cubicBezTo>
                  <a:lnTo>
                    <a:pt x="54677" y="77322"/>
                  </a:lnTo>
                  <a:cubicBezTo>
                    <a:pt x="54677" y="80399"/>
                    <a:pt x="54677" y="81665"/>
                    <a:pt x="52691" y="81665"/>
                  </a:cubicBezTo>
                  <a:cubicBezTo>
                    <a:pt x="51782" y="81665"/>
                    <a:pt x="51424" y="81665"/>
                    <a:pt x="49066" y="79496"/>
                  </a:cubicBezTo>
                  <a:cubicBezTo>
                    <a:pt x="48526" y="78770"/>
                    <a:pt x="46714" y="77147"/>
                    <a:pt x="45987" y="76601"/>
                  </a:cubicBezTo>
                  <a:cubicBezTo>
                    <a:pt x="39109" y="81665"/>
                    <a:pt x="31684" y="81665"/>
                    <a:pt x="28970" y="81665"/>
                  </a:cubicBezTo>
                  <a:cubicBezTo>
                    <a:pt x="6880" y="81665"/>
                    <a:pt x="0" y="69544"/>
                    <a:pt x="0" y="59411"/>
                  </a:cubicBezTo>
                  <a:cubicBezTo>
                    <a:pt x="0" y="53075"/>
                    <a:pt x="2897" y="48006"/>
                    <a:pt x="7789" y="44026"/>
                  </a:cubicBezTo>
                  <a:cubicBezTo>
                    <a:pt x="13581" y="39319"/>
                    <a:pt x="18649" y="38235"/>
                    <a:pt x="31684" y="35703"/>
                  </a:cubicBezTo>
                  <a:close/>
                  <a:moveTo>
                    <a:pt x="97420" y="80581"/>
                  </a:moveTo>
                  <a:lnTo>
                    <a:pt x="72069" y="78594"/>
                  </a:lnTo>
                  <a:lnTo>
                    <a:pt x="72069" y="72980"/>
                  </a:lnTo>
                  <a:cubicBezTo>
                    <a:pt x="83838" y="72980"/>
                    <a:pt x="85468" y="71895"/>
                    <a:pt x="85468" y="63027"/>
                  </a:cubicBezTo>
                  <a:lnTo>
                    <a:pt x="85468" y="14351"/>
                  </a:lnTo>
                  <a:cubicBezTo>
                    <a:pt x="85468" y="6205"/>
                    <a:pt x="83482" y="6205"/>
                    <a:pt x="71349" y="6205"/>
                  </a:cubicBezTo>
                  <a:lnTo>
                    <a:pt x="71349" y="596"/>
                  </a:lnTo>
                  <a:cubicBezTo>
                    <a:pt x="77142" y="777"/>
                    <a:pt x="86917" y="1141"/>
                    <a:pt x="91264" y="1141"/>
                  </a:cubicBezTo>
                  <a:cubicBezTo>
                    <a:pt x="97602" y="1141"/>
                    <a:pt x="103941" y="777"/>
                    <a:pt x="110093" y="596"/>
                  </a:cubicBezTo>
                  <a:lnTo>
                    <a:pt x="110093" y="6205"/>
                  </a:lnTo>
                  <a:cubicBezTo>
                    <a:pt x="98147" y="6205"/>
                    <a:pt x="97420" y="7113"/>
                    <a:pt x="97420" y="14169"/>
                  </a:cubicBezTo>
                  <a:lnTo>
                    <a:pt x="97420" y="80581"/>
                  </a:lnTo>
                  <a:close/>
                  <a:moveTo>
                    <a:pt x="98147" y="112072"/>
                  </a:moveTo>
                  <a:cubicBezTo>
                    <a:pt x="98147" y="117862"/>
                    <a:pt x="93621" y="121661"/>
                    <a:pt x="88548" y="121661"/>
                  </a:cubicBezTo>
                  <a:cubicBezTo>
                    <a:pt x="82937" y="121661"/>
                    <a:pt x="78954" y="116772"/>
                    <a:pt x="78954" y="112072"/>
                  </a:cubicBezTo>
                  <a:cubicBezTo>
                    <a:pt x="78954" y="107183"/>
                    <a:pt x="82937" y="102477"/>
                    <a:pt x="88548" y="102477"/>
                  </a:cubicBezTo>
                  <a:cubicBezTo>
                    <a:pt x="93621" y="102477"/>
                    <a:pt x="98147" y="106282"/>
                    <a:pt x="98147" y="112072"/>
                  </a:cubicBezTo>
                  <a:close/>
                </a:path>
              </a:pathLst>
            </a:custGeom>
            <a:solidFill>
              <a:srgbClr val="000000"/>
            </a:solidFill>
            <a:ln w="25400" cap="flat">
              <a:noFill/>
              <a:prstDash val="solid"/>
              <a:miter/>
            </a:ln>
          </p:spPr>
          <p:txBody>
            <a:bodyPr/>
            <a:lstStyle/>
            <a:p>
              <a:endParaRPr lang="en-GB"/>
            </a:p>
          </p:txBody>
        </p:sp>
        <p:sp>
          <p:nvSpPr>
            <p:cNvPr id="19" name="Freeform: Shape 18">
              <a:extLst>
                <a:ext uri="{FF2B5EF4-FFF2-40B4-BE49-F238E27FC236}">
                  <a16:creationId xmlns:a16="http://schemas.microsoft.com/office/drawing/2014/main" id="{1C0EF08D-0E5B-260D-73FA-863AB3185414}"/>
                </a:ext>
              </a:extLst>
            </p:cNvPr>
            <p:cNvSpPr/>
            <p:nvPr>
              <p:custDataLst>
                <p:tags r:id="rId187"/>
              </p:custDataLst>
            </p:nvPr>
          </p:nvSpPr>
          <p:spPr>
            <a:xfrm flipV="1">
              <a:off x="7313008" y="-9926284"/>
              <a:ext cx="83470" cy="117085"/>
            </a:xfrm>
            <a:custGeom>
              <a:avLst/>
              <a:gdLst>
                <a:gd name="csX0" fmla="*/ 82749 w 83470"/>
                <a:gd name="csY0" fmla="*/ 104656 h 117085"/>
                <a:gd name="csX1" fmla="*/ 83470 w 83470"/>
                <a:gd name="csY1" fmla="*/ 108817 h 117085"/>
                <a:gd name="csX2" fmla="*/ 78222 w 83470"/>
                <a:gd name="csY2" fmla="*/ 113705 h 117085"/>
                <a:gd name="csX3" fmla="*/ 71883 w 83470"/>
                <a:gd name="csY3" fmla="*/ 109902 h 117085"/>
                <a:gd name="csX4" fmla="*/ 69350 w 83470"/>
                <a:gd name="csY4" fmla="*/ 100131 h 117085"/>
                <a:gd name="csX5" fmla="*/ 65726 w 83470"/>
                <a:gd name="csY5" fmla="*/ 85654 h 117085"/>
                <a:gd name="csX6" fmla="*/ 57580 w 83470"/>
                <a:gd name="csY6" fmla="*/ 53079 h 117085"/>
                <a:gd name="csX7" fmla="*/ 37120 w 83470"/>
                <a:gd name="csY7" fmla="*/ 37700 h 117085"/>
                <a:gd name="csX8" fmla="*/ 25896 w 83470"/>
                <a:gd name="csY8" fmla="*/ 52358 h 117085"/>
                <a:gd name="csX9" fmla="*/ 35126 w 83470"/>
                <a:gd name="csY9" fmla="*/ 87823 h 117085"/>
                <a:gd name="csX10" fmla="*/ 38750 w 83470"/>
                <a:gd name="csY10" fmla="*/ 100852 h 117085"/>
                <a:gd name="csX11" fmla="*/ 23902 w 83470"/>
                <a:gd name="csY11" fmla="*/ 115692 h 117085"/>
                <a:gd name="csX12" fmla="*/ 0 w 83470"/>
                <a:gd name="csY12" fmla="*/ 87823 h 117085"/>
                <a:gd name="csX13" fmla="*/ 2176 w 83470"/>
                <a:gd name="csY13" fmla="*/ 86018 h 117085"/>
                <a:gd name="csX14" fmla="*/ 5072 w 83470"/>
                <a:gd name="csY14" fmla="*/ 89271 h 117085"/>
                <a:gd name="csX15" fmla="*/ 23357 w 83470"/>
                <a:gd name="csY15" fmla="*/ 111713 h 117085"/>
                <a:gd name="csX16" fmla="*/ 27884 w 83470"/>
                <a:gd name="csY16" fmla="*/ 105922 h 117085"/>
                <a:gd name="csX17" fmla="*/ 24805 w 83470"/>
                <a:gd name="csY17" fmla="*/ 93256 h 117085"/>
                <a:gd name="csX18" fmla="*/ 14308 w 83470"/>
                <a:gd name="csY18" fmla="*/ 55254 h 117085"/>
                <a:gd name="csX19" fmla="*/ 36393 w 83470"/>
                <a:gd name="csY19" fmla="*/ 33714 h 117085"/>
                <a:gd name="csX20" fmla="*/ 54683 w 83470"/>
                <a:gd name="csY20" fmla="*/ 41862 h 117085"/>
                <a:gd name="csX21" fmla="*/ 42914 w 83470"/>
                <a:gd name="csY21" fmla="*/ 13991 h 117085"/>
                <a:gd name="csX22" fmla="*/ 22999 w 83470"/>
                <a:gd name="csY22" fmla="*/ 2593 h 117085"/>
                <a:gd name="csX23" fmla="*/ 9236 w 83470"/>
                <a:gd name="csY23" fmla="*/ 10188 h 117085"/>
                <a:gd name="csX24" fmla="*/ 17023 w 83470"/>
                <a:gd name="csY24" fmla="*/ 12363 h 117085"/>
                <a:gd name="csX25" fmla="*/ 20642 w 83470"/>
                <a:gd name="csY25" fmla="*/ 19783 h 117085"/>
                <a:gd name="csX26" fmla="*/ 13945 w 83470"/>
                <a:gd name="csY26" fmla="*/ 26119 h 117085"/>
                <a:gd name="csX27" fmla="*/ 3806 w 83470"/>
                <a:gd name="csY27" fmla="*/ 14355 h 117085"/>
                <a:gd name="csX28" fmla="*/ 22999 w 83470"/>
                <a:gd name="csY28" fmla="*/ -1393 h 117085"/>
                <a:gd name="csX29" fmla="*/ 65368 w 83470"/>
                <a:gd name="csY29" fmla="*/ 35526 h 117085"/>
                <a:gd name="csX30" fmla="*/ 82749 w 83470"/>
                <a:gd name="csY30" fmla="*/ 104656 h 1170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83470" h="117085">
                  <a:moveTo>
                    <a:pt x="82749" y="104656"/>
                  </a:moveTo>
                  <a:cubicBezTo>
                    <a:pt x="83470" y="107187"/>
                    <a:pt x="83470" y="107551"/>
                    <a:pt x="83470" y="108817"/>
                  </a:cubicBezTo>
                  <a:cubicBezTo>
                    <a:pt x="83470" y="112076"/>
                    <a:pt x="80938" y="113705"/>
                    <a:pt x="78222" y="113705"/>
                  </a:cubicBezTo>
                  <a:cubicBezTo>
                    <a:pt x="76410" y="113705"/>
                    <a:pt x="73513" y="112615"/>
                    <a:pt x="71883" y="109902"/>
                  </a:cubicBezTo>
                  <a:cubicBezTo>
                    <a:pt x="71520" y="108999"/>
                    <a:pt x="70071" y="103390"/>
                    <a:pt x="69350" y="100131"/>
                  </a:cubicBezTo>
                  <a:cubicBezTo>
                    <a:pt x="68083" y="95425"/>
                    <a:pt x="66816" y="90536"/>
                    <a:pt x="65726" y="85654"/>
                  </a:cubicBezTo>
                  <a:lnTo>
                    <a:pt x="57580" y="53079"/>
                  </a:lnTo>
                  <a:cubicBezTo>
                    <a:pt x="56853" y="50365"/>
                    <a:pt x="49071" y="37700"/>
                    <a:pt x="37120" y="37700"/>
                  </a:cubicBezTo>
                  <a:cubicBezTo>
                    <a:pt x="27884" y="37700"/>
                    <a:pt x="25896" y="45659"/>
                    <a:pt x="25896" y="52358"/>
                  </a:cubicBezTo>
                  <a:cubicBezTo>
                    <a:pt x="25896" y="60680"/>
                    <a:pt x="28975" y="71898"/>
                    <a:pt x="35126" y="87823"/>
                  </a:cubicBezTo>
                  <a:cubicBezTo>
                    <a:pt x="38023" y="95243"/>
                    <a:pt x="38750" y="97236"/>
                    <a:pt x="38750" y="100852"/>
                  </a:cubicBezTo>
                  <a:cubicBezTo>
                    <a:pt x="38750" y="108999"/>
                    <a:pt x="32956" y="115692"/>
                    <a:pt x="23902" y="115692"/>
                  </a:cubicBezTo>
                  <a:cubicBezTo>
                    <a:pt x="6703" y="115692"/>
                    <a:pt x="0" y="89453"/>
                    <a:pt x="0" y="87823"/>
                  </a:cubicBezTo>
                  <a:cubicBezTo>
                    <a:pt x="0" y="86018"/>
                    <a:pt x="1812" y="86018"/>
                    <a:pt x="2176" y="86018"/>
                  </a:cubicBezTo>
                  <a:cubicBezTo>
                    <a:pt x="3987" y="86018"/>
                    <a:pt x="4169" y="86376"/>
                    <a:pt x="5072" y="89271"/>
                  </a:cubicBezTo>
                  <a:cubicBezTo>
                    <a:pt x="9963" y="106285"/>
                    <a:pt x="17205" y="111713"/>
                    <a:pt x="23357" y="111713"/>
                  </a:cubicBezTo>
                  <a:cubicBezTo>
                    <a:pt x="24805" y="111713"/>
                    <a:pt x="27884" y="111713"/>
                    <a:pt x="27884" y="105922"/>
                  </a:cubicBezTo>
                  <a:cubicBezTo>
                    <a:pt x="27884" y="101397"/>
                    <a:pt x="26078" y="96691"/>
                    <a:pt x="24805" y="93256"/>
                  </a:cubicBezTo>
                  <a:cubicBezTo>
                    <a:pt x="17563" y="74073"/>
                    <a:pt x="14308" y="63757"/>
                    <a:pt x="14308" y="55254"/>
                  </a:cubicBezTo>
                  <a:cubicBezTo>
                    <a:pt x="14308" y="39147"/>
                    <a:pt x="25714" y="33714"/>
                    <a:pt x="36393" y="33714"/>
                  </a:cubicBezTo>
                  <a:cubicBezTo>
                    <a:pt x="43459" y="33714"/>
                    <a:pt x="49611" y="36791"/>
                    <a:pt x="54683" y="41862"/>
                  </a:cubicBezTo>
                  <a:cubicBezTo>
                    <a:pt x="52332" y="32449"/>
                    <a:pt x="50156" y="23581"/>
                    <a:pt x="42914" y="13991"/>
                  </a:cubicBezTo>
                  <a:cubicBezTo>
                    <a:pt x="38205" y="7838"/>
                    <a:pt x="31326" y="2593"/>
                    <a:pt x="22999" y="2593"/>
                  </a:cubicBezTo>
                  <a:cubicBezTo>
                    <a:pt x="20460" y="2593"/>
                    <a:pt x="12315" y="3132"/>
                    <a:pt x="9236" y="10188"/>
                  </a:cubicBezTo>
                  <a:cubicBezTo>
                    <a:pt x="12133" y="10188"/>
                    <a:pt x="14485" y="10188"/>
                    <a:pt x="17023" y="12363"/>
                  </a:cubicBezTo>
                  <a:cubicBezTo>
                    <a:pt x="18830" y="13991"/>
                    <a:pt x="20642" y="16342"/>
                    <a:pt x="20642" y="19783"/>
                  </a:cubicBezTo>
                  <a:cubicBezTo>
                    <a:pt x="20642" y="25391"/>
                    <a:pt x="15757" y="26119"/>
                    <a:pt x="13945" y="26119"/>
                  </a:cubicBezTo>
                  <a:cubicBezTo>
                    <a:pt x="9781" y="26119"/>
                    <a:pt x="3806" y="23223"/>
                    <a:pt x="3806" y="14355"/>
                  </a:cubicBezTo>
                  <a:cubicBezTo>
                    <a:pt x="3806" y="5306"/>
                    <a:pt x="11769" y="-1393"/>
                    <a:pt x="22999" y="-1393"/>
                  </a:cubicBezTo>
                  <a:cubicBezTo>
                    <a:pt x="41647" y="-1393"/>
                    <a:pt x="60295" y="15076"/>
                    <a:pt x="65368" y="35526"/>
                  </a:cubicBezTo>
                  <a:lnTo>
                    <a:pt x="82749" y="104656"/>
                  </a:lnTo>
                  <a:close/>
                </a:path>
              </a:pathLst>
            </a:custGeom>
            <a:solidFill>
              <a:srgbClr val="000000"/>
            </a:solidFill>
            <a:ln w="25400" cap="flat">
              <a:noFill/>
              <a:prstDash val="solid"/>
              <a:miter/>
            </a:ln>
          </p:spPr>
          <p:txBody>
            <a:bodyPr/>
            <a:lstStyle/>
            <a:p>
              <a:endParaRPr lang="en-GB"/>
            </a:p>
          </p:txBody>
        </p:sp>
        <p:sp>
          <p:nvSpPr>
            <p:cNvPr id="20" name="Freeform: Shape 19">
              <a:extLst>
                <a:ext uri="{FF2B5EF4-FFF2-40B4-BE49-F238E27FC236}">
                  <a16:creationId xmlns:a16="http://schemas.microsoft.com/office/drawing/2014/main" id="{3D521D96-F3EA-2F90-9AE7-73CFF781D742}"/>
                </a:ext>
              </a:extLst>
            </p:cNvPr>
            <p:cNvSpPr/>
            <p:nvPr>
              <p:custDataLst>
                <p:tags r:id="rId188"/>
              </p:custDataLst>
            </p:nvPr>
          </p:nvSpPr>
          <p:spPr>
            <a:xfrm flipV="1">
              <a:off x="7463476" y="-9912710"/>
              <a:ext cx="120409" cy="42345"/>
            </a:xfrm>
            <a:custGeom>
              <a:avLst/>
              <a:gdLst>
                <a:gd name="csX0" fmla="*/ 114252 w 120409"/>
                <a:gd name="csY0" fmla="*/ 33711 h 42345"/>
                <a:gd name="csX1" fmla="*/ 120409 w 120409"/>
                <a:gd name="csY1" fmla="*/ 37334 h 42345"/>
                <a:gd name="csX2" fmla="*/ 114434 w 120409"/>
                <a:gd name="csY2" fmla="*/ 40950 h 42345"/>
                <a:gd name="csX3" fmla="*/ 5975 w 120409"/>
                <a:gd name="csY3" fmla="*/ 40950 h 42345"/>
                <a:gd name="csX4" fmla="*/ 0 w 120409"/>
                <a:gd name="csY4" fmla="*/ 37334 h 42345"/>
                <a:gd name="csX5" fmla="*/ 6157 w 120409"/>
                <a:gd name="csY5" fmla="*/ 33711 h 42345"/>
                <a:gd name="csX6" fmla="*/ 114252 w 120409"/>
                <a:gd name="csY6" fmla="*/ 33711 h 42345"/>
                <a:gd name="csX7" fmla="*/ 114434 w 120409"/>
                <a:gd name="csY7" fmla="*/ -1396 h 42345"/>
                <a:gd name="csX8" fmla="*/ 120409 w 120409"/>
                <a:gd name="csY8" fmla="*/ 2227 h 42345"/>
                <a:gd name="csX9" fmla="*/ 114252 w 120409"/>
                <a:gd name="csY9" fmla="*/ 5848 h 42345"/>
                <a:gd name="csX10" fmla="*/ 6157 w 120409"/>
                <a:gd name="csY10" fmla="*/ 5848 h 42345"/>
                <a:gd name="csX11" fmla="*/ 0 w 120409"/>
                <a:gd name="csY11" fmla="*/ 2227 h 42345"/>
                <a:gd name="csX12" fmla="*/ 5975 w 120409"/>
                <a:gd name="csY12" fmla="*/ -1396 h 42345"/>
                <a:gd name="csX13" fmla="*/ 114434 w 120409"/>
                <a:gd name="csY13" fmla="*/ -1396 h 423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0409" h="42345">
                  <a:moveTo>
                    <a:pt x="114252" y="33711"/>
                  </a:moveTo>
                  <a:cubicBezTo>
                    <a:pt x="116967" y="33711"/>
                    <a:pt x="120409" y="33711"/>
                    <a:pt x="120409" y="37334"/>
                  </a:cubicBezTo>
                  <a:cubicBezTo>
                    <a:pt x="120409" y="40950"/>
                    <a:pt x="116967" y="40950"/>
                    <a:pt x="114434" y="40950"/>
                  </a:cubicBezTo>
                  <a:lnTo>
                    <a:pt x="5975" y="40950"/>
                  </a:lnTo>
                  <a:cubicBezTo>
                    <a:pt x="3442" y="40950"/>
                    <a:pt x="0" y="40950"/>
                    <a:pt x="0" y="37334"/>
                  </a:cubicBezTo>
                  <a:cubicBezTo>
                    <a:pt x="0" y="33711"/>
                    <a:pt x="3442" y="33711"/>
                    <a:pt x="6157" y="33711"/>
                  </a:cubicBezTo>
                  <a:lnTo>
                    <a:pt x="114252" y="33711"/>
                  </a:lnTo>
                  <a:close/>
                  <a:moveTo>
                    <a:pt x="114434" y="-1396"/>
                  </a:moveTo>
                  <a:cubicBezTo>
                    <a:pt x="116967" y="-1396"/>
                    <a:pt x="120409" y="-1396"/>
                    <a:pt x="120409" y="2227"/>
                  </a:cubicBezTo>
                  <a:cubicBezTo>
                    <a:pt x="120409" y="5848"/>
                    <a:pt x="116967" y="5848"/>
                    <a:pt x="114252" y="5848"/>
                  </a:cubicBezTo>
                  <a:lnTo>
                    <a:pt x="6157" y="5848"/>
                  </a:lnTo>
                  <a:cubicBezTo>
                    <a:pt x="3442" y="5848"/>
                    <a:pt x="0" y="5848"/>
                    <a:pt x="0" y="2227"/>
                  </a:cubicBezTo>
                  <a:cubicBezTo>
                    <a:pt x="0" y="-1396"/>
                    <a:pt x="3442" y="-1396"/>
                    <a:pt x="5975" y="-1396"/>
                  </a:cubicBezTo>
                  <a:lnTo>
                    <a:pt x="114434" y="-1396"/>
                  </a:lnTo>
                  <a:close/>
                </a:path>
              </a:pathLst>
            </a:custGeom>
            <a:solidFill>
              <a:srgbClr val="000000"/>
            </a:solidFill>
            <a:ln w="25400" cap="flat">
              <a:noFill/>
              <a:prstDash val="solid"/>
              <a:miter/>
            </a:ln>
          </p:spPr>
          <p:txBody>
            <a:bodyPr/>
            <a:lstStyle/>
            <a:p>
              <a:endParaRPr lang="en-GB"/>
            </a:p>
          </p:txBody>
        </p:sp>
        <p:sp>
          <p:nvSpPr>
            <p:cNvPr id="21" name="Freeform: Shape 20">
              <a:extLst>
                <a:ext uri="{FF2B5EF4-FFF2-40B4-BE49-F238E27FC236}">
                  <a16:creationId xmlns:a16="http://schemas.microsoft.com/office/drawing/2014/main" id="{CDFA3601-E480-BCE2-26C3-CC74D3D46C03}"/>
                </a:ext>
              </a:extLst>
            </p:cNvPr>
            <p:cNvSpPr/>
            <p:nvPr>
              <p:custDataLst>
                <p:tags r:id="rId189"/>
              </p:custDataLst>
            </p:nvPr>
          </p:nvSpPr>
          <p:spPr>
            <a:xfrm flipV="1">
              <a:off x="7654295" y="-9973881"/>
              <a:ext cx="499243" cy="131562"/>
            </a:xfrm>
            <a:custGeom>
              <a:avLst/>
              <a:gdLst>
                <a:gd name="csX0" fmla="*/ 53052 w 499243"/>
                <a:gd name="csY0" fmla="*/ 72798 h 131562"/>
                <a:gd name="csX1" fmla="*/ 29877 w 499243"/>
                <a:gd name="csY1" fmla="*/ 78406 h 131562"/>
                <a:gd name="csX2" fmla="*/ 11588 w 499243"/>
                <a:gd name="csY2" fmla="*/ 101387 h 131562"/>
                <a:gd name="csX3" fmla="*/ 35490 w 499243"/>
                <a:gd name="csY3" fmla="*/ 125095 h 131562"/>
                <a:gd name="csX4" fmla="*/ 70799 w 499243"/>
                <a:gd name="csY4" fmla="*/ 87274 h 131562"/>
                <a:gd name="csX5" fmla="*/ 72967 w 499243"/>
                <a:gd name="csY5" fmla="*/ 85100 h 131562"/>
                <a:gd name="csX6" fmla="*/ 75319 w 499243"/>
                <a:gd name="csY6" fmla="*/ 89443 h 131562"/>
                <a:gd name="csX7" fmla="*/ 75319 w 499243"/>
                <a:gd name="csY7" fmla="*/ 125816 h 131562"/>
                <a:gd name="csX8" fmla="*/ 73330 w 499243"/>
                <a:gd name="csY8" fmla="*/ 130164 h 131562"/>
                <a:gd name="csX9" fmla="*/ 70617 w 499243"/>
                <a:gd name="csY9" fmla="*/ 127808 h 131562"/>
                <a:gd name="csX10" fmla="*/ 64276 w 499243"/>
                <a:gd name="csY10" fmla="*/ 117493 h 131562"/>
                <a:gd name="csX11" fmla="*/ 35308 w 499243"/>
                <a:gd name="csY11" fmla="*/ 130164 h 131562"/>
                <a:gd name="csX12" fmla="*/ 0 w 499243"/>
                <a:gd name="csY12" fmla="*/ 95057 h 131562"/>
                <a:gd name="csX13" fmla="*/ 23720 w 499243"/>
                <a:gd name="csY13" fmla="*/ 61937 h 131562"/>
                <a:gd name="csX14" fmla="*/ 47616 w 499243"/>
                <a:gd name="csY14" fmla="*/ 55965 h 131562"/>
                <a:gd name="csX15" fmla="*/ 63009 w 499243"/>
                <a:gd name="csY15" fmla="*/ 46739 h 131562"/>
                <a:gd name="csX16" fmla="*/ 68623 w 499243"/>
                <a:gd name="csY16" fmla="*/ 30088 h 131562"/>
                <a:gd name="csX17" fmla="*/ 44362 w 499243"/>
                <a:gd name="csY17" fmla="*/ 4212 h 131562"/>
                <a:gd name="csX18" fmla="*/ 15750 w 499243"/>
                <a:gd name="csY18" fmla="*/ 13981 h 131562"/>
                <a:gd name="csX19" fmla="*/ 4526 w 499243"/>
                <a:gd name="csY19" fmla="*/ 41852 h 131562"/>
                <a:gd name="csX20" fmla="*/ 2350 w 499243"/>
                <a:gd name="csY20" fmla="*/ 43662 h 131562"/>
                <a:gd name="csX21" fmla="*/ 0 w 499243"/>
                <a:gd name="csY21" fmla="*/ 39137 h 131562"/>
                <a:gd name="csX22" fmla="*/ 0 w 499243"/>
                <a:gd name="csY22" fmla="*/ 2945 h 131562"/>
                <a:gd name="csX23" fmla="*/ 1993 w 499243"/>
                <a:gd name="csY23" fmla="*/ -1398 h 131562"/>
                <a:gd name="csX24" fmla="*/ 4708 w 499243"/>
                <a:gd name="csY24" fmla="*/ 953 h 131562"/>
                <a:gd name="csX25" fmla="*/ 11224 w 499243"/>
                <a:gd name="csY25" fmla="*/ 11268 h 131562"/>
                <a:gd name="csX26" fmla="*/ 44544 w 499243"/>
                <a:gd name="csY26" fmla="*/ -1398 h 131562"/>
                <a:gd name="csX27" fmla="*/ 80210 w 499243"/>
                <a:gd name="csY27" fmla="*/ 36242 h 131562"/>
                <a:gd name="csX28" fmla="*/ 53052 w 499243"/>
                <a:gd name="csY28" fmla="*/ 72798 h 131562"/>
                <a:gd name="csX29" fmla="*/ 161157 w 499243"/>
                <a:gd name="csY29" fmla="*/ 16878 h 131562"/>
                <a:gd name="csX30" fmla="*/ 161157 w 499243"/>
                <a:gd name="csY30" fmla="*/ 589 h 131562"/>
                <a:gd name="csX31" fmla="*/ 187233 w 499243"/>
                <a:gd name="csY31" fmla="*/ 2583 h 131562"/>
                <a:gd name="csX32" fmla="*/ 187233 w 499243"/>
                <a:gd name="csY32" fmla="*/ 8191 h 131562"/>
                <a:gd name="csX33" fmla="*/ 173108 w 499243"/>
                <a:gd name="csY33" fmla="*/ 18325 h 131562"/>
                <a:gd name="csX34" fmla="*/ 173108 w 499243"/>
                <a:gd name="csY34" fmla="*/ 82567 h 131562"/>
                <a:gd name="csX35" fmla="*/ 146495 w 499243"/>
                <a:gd name="csY35" fmla="*/ 80580 h 131562"/>
                <a:gd name="csX36" fmla="*/ 146495 w 499243"/>
                <a:gd name="csY36" fmla="*/ 74966 h 131562"/>
                <a:gd name="csX37" fmla="*/ 160617 w 499243"/>
                <a:gd name="csY37" fmla="*/ 64832 h 131562"/>
                <a:gd name="csX38" fmla="*/ 160617 w 499243"/>
                <a:gd name="csY38" fmla="*/ 32620 h 131562"/>
                <a:gd name="csX39" fmla="*/ 138708 w 499243"/>
                <a:gd name="csY39" fmla="*/ 4575 h 131562"/>
                <a:gd name="csX40" fmla="*/ 122775 w 499243"/>
                <a:gd name="csY40" fmla="*/ 22486 h 131562"/>
                <a:gd name="csX41" fmla="*/ 122775 w 499243"/>
                <a:gd name="csY41" fmla="*/ 82567 h 131562"/>
                <a:gd name="csX42" fmla="*/ 96157 w 499243"/>
                <a:gd name="csY42" fmla="*/ 80580 h 131562"/>
                <a:gd name="csX43" fmla="*/ 96157 w 499243"/>
                <a:gd name="csY43" fmla="*/ 74966 h 131562"/>
                <a:gd name="csX44" fmla="*/ 110278 w 499243"/>
                <a:gd name="csY44" fmla="*/ 58321 h 131562"/>
                <a:gd name="csX45" fmla="*/ 110278 w 499243"/>
                <a:gd name="csY45" fmla="*/ 31173 h 131562"/>
                <a:gd name="csX46" fmla="*/ 137800 w 499243"/>
                <a:gd name="csY46" fmla="*/ 589 h 131562"/>
                <a:gd name="csX47" fmla="*/ 161157 w 499243"/>
                <a:gd name="csY47" fmla="*/ 16878 h 131562"/>
                <a:gd name="csX48" fmla="*/ 221101 w 499243"/>
                <a:gd name="csY48" fmla="*/ 62663 h 131562"/>
                <a:gd name="csX49" fmla="*/ 221101 w 499243"/>
                <a:gd name="csY49" fmla="*/ 82567 h 131562"/>
                <a:gd name="csX50" fmla="*/ 195938 w 499243"/>
                <a:gd name="csY50" fmla="*/ 80580 h 131562"/>
                <a:gd name="csX51" fmla="*/ 195938 w 499243"/>
                <a:gd name="csY51" fmla="*/ 74966 h 131562"/>
                <a:gd name="csX52" fmla="*/ 210059 w 499243"/>
                <a:gd name="csY52" fmla="*/ 64832 h 131562"/>
                <a:gd name="csX53" fmla="*/ 210059 w 499243"/>
                <a:gd name="csY53" fmla="*/ 16338 h 131562"/>
                <a:gd name="csX54" fmla="*/ 195938 w 499243"/>
                <a:gd name="csY54" fmla="*/ 8191 h 131562"/>
                <a:gd name="csX55" fmla="*/ 195938 w 499243"/>
                <a:gd name="csY55" fmla="*/ 2583 h 131562"/>
                <a:gd name="csX56" fmla="*/ 216576 w 499243"/>
                <a:gd name="csY56" fmla="*/ 3127 h 131562"/>
                <a:gd name="csX57" fmla="*/ 239574 w 499243"/>
                <a:gd name="csY57" fmla="*/ 2583 h 131562"/>
                <a:gd name="csX58" fmla="*/ 239574 w 499243"/>
                <a:gd name="csY58" fmla="*/ 8191 h 131562"/>
                <a:gd name="csX59" fmla="*/ 235769 w 499243"/>
                <a:gd name="csY59" fmla="*/ 8191 h 131562"/>
                <a:gd name="csX60" fmla="*/ 222011 w 499243"/>
                <a:gd name="csY60" fmla="*/ 16696 h 131562"/>
                <a:gd name="csX61" fmla="*/ 222011 w 499243"/>
                <a:gd name="csY61" fmla="*/ 44565 h 131562"/>
                <a:gd name="csX62" fmla="*/ 243374 w 499243"/>
                <a:gd name="csY62" fmla="*/ 78588 h 131562"/>
                <a:gd name="csX63" fmla="*/ 245367 w 499243"/>
                <a:gd name="csY63" fmla="*/ 78406 h 131562"/>
                <a:gd name="csX64" fmla="*/ 241205 w 499243"/>
                <a:gd name="csY64" fmla="*/ 71349 h 131562"/>
                <a:gd name="csX65" fmla="*/ 248987 w 499243"/>
                <a:gd name="csY65" fmla="*/ 63567 h 131562"/>
                <a:gd name="csX66" fmla="*/ 256773 w 499243"/>
                <a:gd name="csY66" fmla="*/ 71531 h 131562"/>
                <a:gd name="csX67" fmla="*/ 243374 w 499243"/>
                <a:gd name="csY67" fmla="*/ 82567 h 131562"/>
                <a:gd name="csX68" fmla="*/ 221101 w 499243"/>
                <a:gd name="csY68" fmla="*/ 62663 h 131562"/>
                <a:gd name="csX69" fmla="*/ 336989 w 499243"/>
                <a:gd name="csY69" fmla="*/ 62845 h 131562"/>
                <a:gd name="csX70" fmla="*/ 353650 w 499243"/>
                <a:gd name="csY70" fmla="*/ 74966 h 131562"/>
                <a:gd name="csX71" fmla="*/ 353650 w 499243"/>
                <a:gd name="csY71" fmla="*/ 80580 h 131562"/>
                <a:gd name="csX72" fmla="*/ 340068 w 499243"/>
                <a:gd name="csY72" fmla="*/ 80036 h 131562"/>
                <a:gd name="csX73" fmla="*/ 324318 w 499243"/>
                <a:gd name="csY73" fmla="*/ 80580 h 131562"/>
                <a:gd name="csX74" fmla="*/ 324318 w 499243"/>
                <a:gd name="csY74" fmla="*/ 74966 h 131562"/>
                <a:gd name="csX75" fmla="*/ 333008 w 499243"/>
                <a:gd name="csY75" fmla="*/ 67188 h 131562"/>
                <a:gd name="csX76" fmla="*/ 331923 w 499243"/>
                <a:gd name="csY76" fmla="*/ 62845 h 131562"/>
                <a:gd name="csX77" fmla="*/ 313457 w 499243"/>
                <a:gd name="csY77" fmla="*/ 16696 h 131562"/>
                <a:gd name="csX78" fmla="*/ 293172 w 499243"/>
                <a:gd name="csY78" fmla="*/ 67188 h 131562"/>
                <a:gd name="csX79" fmla="*/ 292087 w 499243"/>
                <a:gd name="csY79" fmla="*/ 70265 h 131562"/>
                <a:gd name="csX80" fmla="*/ 302408 w 499243"/>
                <a:gd name="csY80" fmla="*/ 74966 h 131562"/>
                <a:gd name="csX81" fmla="*/ 302408 w 499243"/>
                <a:gd name="csY81" fmla="*/ 80580 h 131562"/>
                <a:gd name="csX82" fmla="*/ 282675 w 499243"/>
                <a:gd name="csY82" fmla="*/ 80036 h 131562"/>
                <a:gd name="csX83" fmla="*/ 265113 w 499243"/>
                <a:gd name="csY83" fmla="*/ 80580 h 131562"/>
                <a:gd name="csX84" fmla="*/ 265113 w 499243"/>
                <a:gd name="csY84" fmla="*/ 74966 h 131562"/>
                <a:gd name="csX85" fmla="*/ 279598 w 499243"/>
                <a:gd name="csY85" fmla="*/ 68272 h 131562"/>
                <a:gd name="csX86" fmla="*/ 305669 w 499243"/>
                <a:gd name="csY86" fmla="*/ 4030 h 131562"/>
                <a:gd name="csX87" fmla="*/ 309469 w 499243"/>
                <a:gd name="csY87" fmla="*/ 589 h 131562"/>
                <a:gd name="csX88" fmla="*/ 313276 w 499243"/>
                <a:gd name="csY88" fmla="*/ 4030 h 131562"/>
                <a:gd name="csX89" fmla="*/ 336989 w 499243"/>
                <a:gd name="csY89" fmla="*/ 62845 h 131562"/>
                <a:gd name="csX90" fmla="*/ 389151 w 499243"/>
                <a:gd name="csY90" fmla="*/ 82567 h 131562"/>
                <a:gd name="csX91" fmla="*/ 363800 w 499243"/>
                <a:gd name="csY91" fmla="*/ 80580 h 131562"/>
                <a:gd name="csX92" fmla="*/ 363800 w 499243"/>
                <a:gd name="csY92" fmla="*/ 74966 h 131562"/>
                <a:gd name="csX93" fmla="*/ 377199 w 499243"/>
                <a:gd name="csY93" fmla="*/ 65014 h 131562"/>
                <a:gd name="csX94" fmla="*/ 377199 w 499243"/>
                <a:gd name="csY94" fmla="*/ 16338 h 131562"/>
                <a:gd name="csX95" fmla="*/ 363078 w 499243"/>
                <a:gd name="csY95" fmla="*/ 8191 h 131562"/>
                <a:gd name="csX96" fmla="*/ 363078 w 499243"/>
                <a:gd name="csY96" fmla="*/ 2583 h 131562"/>
                <a:gd name="csX97" fmla="*/ 382992 w 499243"/>
                <a:gd name="csY97" fmla="*/ 3127 h 131562"/>
                <a:gd name="csX98" fmla="*/ 401822 w 499243"/>
                <a:gd name="csY98" fmla="*/ 2583 h 131562"/>
                <a:gd name="csX99" fmla="*/ 401822 w 499243"/>
                <a:gd name="csY99" fmla="*/ 8191 h 131562"/>
                <a:gd name="csX100" fmla="*/ 389151 w 499243"/>
                <a:gd name="csY100" fmla="*/ 16156 h 131562"/>
                <a:gd name="csX101" fmla="*/ 389151 w 499243"/>
                <a:gd name="csY101" fmla="*/ 82567 h 131562"/>
                <a:gd name="csX102" fmla="*/ 389878 w 499243"/>
                <a:gd name="csY102" fmla="*/ 114059 h 131562"/>
                <a:gd name="csX103" fmla="*/ 380277 w 499243"/>
                <a:gd name="csY103" fmla="*/ 123648 h 131562"/>
                <a:gd name="csX104" fmla="*/ 370683 w 499243"/>
                <a:gd name="csY104" fmla="*/ 114059 h 131562"/>
                <a:gd name="csX105" fmla="*/ 380277 w 499243"/>
                <a:gd name="csY105" fmla="*/ 104464 h 131562"/>
                <a:gd name="csX106" fmla="*/ 389878 w 499243"/>
                <a:gd name="csY106" fmla="*/ 114059 h 131562"/>
                <a:gd name="csX107" fmla="*/ 482582 w 499243"/>
                <a:gd name="csY107" fmla="*/ 62845 h 131562"/>
                <a:gd name="csX108" fmla="*/ 499243 w 499243"/>
                <a:gd name="csY108" fmla="*/ 74966 h 131562"/>
                <a:gd name="csX109" fmla="*/ 499243 w 499243"/>
                <a:gd name="csY109" fmla="*/ 80580 h 131562"/>
                <a:gd name="csX110" fmla="*/ 485662 w 499243"/>
                <a:gd name="csY110" fmla="*/ 80036 h 131562"/>
                <a:gd name="csX111" fmla="*/ 469910 w 499243"/>
                <a:gd name="csY111" fmla="*/ 80580 h 131562"/>
                <a:gd name="csX112" fmla="*/ 469910 w 499243"/>
                <a:gd name="csY112" fmla="*/ 74966 h 131562"/>
                <a:gd name="csX113" fmla="*/ 478600 w 499243"/>
                <a:gd name="csY113" fmla="*/ 67188 h 131562"/>
                <a:gd name="csX114" fmla="*/ 477515 w 499243"/>
                <a:gd name="csY114" fmla="*/ 62845 h 131562"/>
                <a:gd name="csX115" fmla="*/ 459049 w 499243"/>
                <a:gd name="csY115" fmla="*/ 16696 h 131562"/>
                <a:gd name="csX116" fmla="*/ 438766 w 499243"/>
                <a:gd name="csY116" fmla="*/ 67188 h 131562"/>
                <a:gd name="csX117" fmla="*/ 437680 w 499243"/>
                <a:gd name="csY117" fmla="*/ 70265 h 131562"/>
                <a:gd name="csX118" fmla="*/ 448001 w 499243"/>
                <a:gd name="csY118" fmla="*/ 74966 h 131562"/>
                <a:gd name="csX119" fmla="*/ 448001 w 499243"/>
                <a:gd name="csY119" fmla="*/ 80580 h 131562"/>
                <a:gd name="csX120" fmla="*/ 428269 w 499243"/>
                <a:gd name="csY120" fmla="*/ 80036 h 131562"/>
                <a:gd name="csX121" fmla="*/ 410704 w 499243"/>
                <a:gd name="csY121" fmla="*/ 80580 h 131562"/>
                <a:gd name="csX122" fmla="*/ 410704 w 499243"/>
                <a:gd name="csY122" fmla="*/ 74966 h 131562"/>
                <a:gd name="csX123" fmla="*/ 425189 w 499243"/>
                <a:gd name="csY123" fmla="*/ 68272 h 131562"/>
                <a:gd name="csX124" fmla="*/ 451262 w 499243"/>
                <a:gd name="csY124" fmla="*/ 4030 h 131562"/>
                <a:gd name="csX125" fmla="*/ 455061 w 499243"/>
                <a:gd name="csY125" fmla="*/ 589 h 131562"/>
                <a:gd name="csX126" fmla="*/ 458868 w 499243"/>
                <a:gd name="csY126" fmla="*/ 4030 h 131562"/>
                <a:gd name="csX127" fmla="*/ 482582 w 499243"/>
                <a:gd name="csY127" fmla="*/ 62845 h 1315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Lst>
              <a:rect l="l" t="t" r="r" b="b"/>
              <a:pathLst>
                <a:path w="499243" h="131562">
                  <a:moveTo>
                    <a:pt x="53052" y="72798"/>
                  </a:moveTo>
                  <a:lnTo>
                    <a:pt x="29877" y="78406"/>
                  </a:lnTo>
                  <a:cubicBezTo>
                    <a:pt x="18648" y="81120"/>
                    <a:pt x="11588" y="90890"/>
                    <a:pt x="11588" y="101387"/>
                  </a:cubicBezTo>
                  <a:cubicBezTo>
                    <a:pt x="11588" y="114059"/>
                    <a:pt x="21363" y="125095"/>
                    <a:pt x="35490" y="125095"/>
                  </a:cubicBezTo>
                  <a:cubicBezTo>
                    <a:pt x="65725" y="125095"/>
                    <a:pt x="69708" y="95415"/>
                    <a:pt x="70799" y="87274"/>
                  </a:cubicBezTo>
                  <a:cubicBezTo>
                    <a:pt x="70973" y="86190"/>
                    <a:pt x="70973" y="85100"/>
                    <a:pt x="72967" y="85100"/>
                  </a:cubicBezTo>
                  <a:cubicBezTo>
                    <a:pt x="75319" y="85100"/>
                    <a:pt x="75319" y="86008"/>
                    <a:pt x="75319" y="89443"/>
                  </a:cubicBezTo>
                  <a:lnTo>
                    <a:pt x="75319" y="125816"/>
                  </a:lnTo>
                  <a:cubicBezTo>
                    <a:pt x="75319" y="128892"/>
                    <a:pt x="75319" y="130164"/>
                    <a:pt x="73330" y="130164"/>
                  </a:cubicBezTo>
                  <a:cubicBezTo>
                    <a:pt x="72063" y="130164"/>
                    <a:pt x="71882" y="129982"/>
                    <a:pt x="70617" y="127808"/>
                  </a:cubicBezTo>
                  <a:lnTo>
                    <a:pt x="64276" y="117493"/>
                  </a:lnTo>
                  <a:cubicBezTo>
                    <a:pt x="58847" y="122744"/>
                    <a:pt x="51422" y="130164"/>
                    <a:pt x="35308" y="130164"/>
                  </a:cubicBezTo>
                  <a:cubicBezTo>
                    <a:pt x="15210" y="130164"/>
                    <a:pt x="0" y="114235"/>
                    <a:pt x="0" y="95057"/>
                  </a:cubicBezTo>
                  <a:cubicBezTo>
                    <a:pt x="0" y="80036"/>
                    <a:pt x="9594" y="66825"/>
                    <a:pt x="23720" y="61937"/>
                  </a:cubicBezTo>
                  <a:cubicBezTo>
                    <a:pt x="25707" y="61216"/>
                    <a:pt x="34945" y="59042"/>
                    <a:pt x="47616" y="55965"/>
                  </a:cubicBezTo>
                  <a:cubicBezTo>
                    <a:pt x="52507" y="54698"/>
                    <a:pt x="57938" y="53432"/>
                    <a:pt x="63009" y="46739"/>
                  </a:cubicBezTo>
                  <a:cubicBezTo>
                    <a:pt x="66810" y="42032"/>
                    <a:pt x="68623" y="36060"/>
                    <a:pt x="68623" y="30088"/>
                  </a:cubicBezTo>
                  <a:cubicBezTo>
                    <a:pt x="68623" y="17240"/>
                    <a:pt x="59567" y="4212"/>
                    <a:pt x="44362" y="4212"/>
                  </a:cubicBezTo>
                  <a:cubicBezTo>
                    <a:pt x="39108" y="4212"/>
                    <a:pt x="25349" y="5114"/>
                    <a:pt x="15750" y="13981"/>
                  </a:cubicBezTo>
                  <a:cubicBezTo>
                    <a:pt x="5248" y="23752"/>
                    <a:pt x="4708" y="35339"/>
                    <a:pt x="4526" y="41852"/>
                  </a:cubicBezTo>
                  <a:cubicBezTo>
                    <a:pt x="4344" y="43662"/>
                    <a:pt x="2896" y="43662"/>
                    <a:pt x="2350" y="43662"/>
                  </a:cubicBezTo>
                  <a:cubicBezTo>
                    <a:pt x="0" y="43662"/>
                    <a:pt x="0" y="42396"/>
                    <a:pt x="0" y="39137"/>
                  </a:cubicBezTo>
                  <a:lnTo>
                    <a:pt x="0" y="2945"/>
                  </a:lnTo>
                  <a:cubicBezTo>
                    <a:pt x="0" y="-132"/>
                    <a:pt x="0" y="-1398"/>
                    <a:pt x="1993" y="-1398"/>
                  </a:cubicBezTo>
                  <a:cubicBezTo>
                    <a:pt x="3259" y="-1398"/>
                    <a:pt x="3441" y="-1040"/>
                    <a:pt x="4708" y="953"/>
                  </a:cubicBezTo>
                  <a:cubicBezTo>
                    <a:pt x="4708" y="1135"/>
                    <a:pt x="5248" y="1679"/>
                    <a:pt x="11224" y="11268"/>
                  </a:cubicBezTo>
                  <a:cubicBezTo>
                    <a:pt x="16841" y="5114"/>
                    <a:pt x="28428" y="-1398"/>
                    <a:pt x="44544" y="-1398"/>
                  </a:cubicBezTo>
                  <a:cubicBezTo>
                    <a:pt x="65725" y="-1398"/>
                    <a:pt x="80210" y="16338"/>
                    <a:pt x="80210" y="36242"/>
                  </a:cubicBezTo>
                  <a:cubicBezTo>
                    <a:pt x="80210" y="54341"/>
                    <a:pt x="68259" y="69175"/>
                    <a:pt x="53052" y="72798"/>
                  </a:cubicBezTo>
                  <a:close/>
                  <a:moveTo>
                    <a:pt x="161157" y="16878"/>
                  </a:moveTo>
                  <a:lnTo>
                    <a:pt x="161157" y="589"/>
                  </a:lnTo>
                  <a:lnTo>
                    <a:pt x="187233" y="2583"/>
                  </a:lnTo>
                  <a:lnTo>
                    <a:pt x="187233" y="8191"/>
                  </a:lnTo>
                  <a:cubicBezTo>
                    <a:pt x="174555" y="8191"/>
                    <a:pt x="173108" y="9458"/>
                    <a:pt x="173108" y="18325"/>
                  </a:cubicBezTo>
                  <a:lnTo>
                    <a:pt x="173108" y="82567"/>
                  </a:lnTo>
                  <a:lnTo>
                    <a:pt x="146495" y="80580"/>
                  </a:lnTo>
                  <a:lnTo>
                    <a:pt x="146495" y="74966"/>
                  </a:lnTo>
                  <a:cubicBezTo>
                    <a:pt x="159168" y="74966"/>
                    <a:pt x="160617" y="73700"/>
                    <a:pt x="160617" y="64832"/>
                  </a:cubicBezTo>
                  <a:lnTo>
                    <a:pt x="160617" y="32620"/>
                  </a:lnTo>
                  <a:cubicBezTo>
                    <a:pt x="160617" y="16878"/>
                    <a:pt x="151925" y="4575"/>
                    <a:pt x="138708" y="4575"/>
                  </a:cubicBezTo>
                  <a:cubicBezTo>
                    <a:pt x="123497" y="4575"/>
                    <a:pt x="122775" y="13079"/>
                    <a:pt x="122775" y="22486"/>
                  </a:cubicBezTo>
                  <a:lnTo>
                    <a:pt x="122775" y="82567"/>
                  </a:lnTo>
                  <a:lnTo>
                    <a:pt x="96157" y="80580"/>
                  </a:lnTo>
                  <a:lnTo>
                    <a:pt x="96157" y="74966"/>
                  </a:lnTo>
                  <a:cubicBezTo>
                    <a:pt x="110278" y="74966"/>
                    <a:pt x="110278" y="74426"/>
                    <a:pt x="110278" y="58321"/>
                  </a:cubicBezTo>
                  <a:lnTo>
                    <a:pt x="110278" y="31173"/>
                  </a:lnTo>
                  <a:cubicBezTo>
                    <a:pt x="110278" y="17060"/>
                    <a:pt x="110278" y="589"/>
                    <a:pt x="137800" y="589"/>
                  </a:cubicBezTo>
                  <a:cubicBezTo>
                    <a:pt x="147944" y="589"/>
                    <a:pt x="155907" y="5660"/>
                    <a:pt x="161157" y="16878"/>
                  </a:cubicBezTo>
                  <a:close/>
                  <a:moveTo>
                    <a:pt x="221101" y="62663"/>
                  </a:moveTo>
                  <a:lnTo>
                    <a:pt x="221101" y="82567"/>
                  </a:lnTo>
                  <a:lnTo>
                    <a:pt x="195938" y="80580"/>
                  </a:lnTo>
                  <a:lnTo>
                    <a:pt x="195938" y="74966"/>
                  </a:lnTo>
                  <a:cubicBezTo>
                    <a:pt x="208611" y="74966"/>
                    <a:pt x="210059" y="73700"/>
                    <a:pt x="210059" y="64832"/>
                  </a:cubicBezTo>
                  <a:lnTo>
                    <a:pt x="210059" y="16338"/>
                  </a:lnTo>
                  <a:cubicBezTo>
                    <a:pt x="210059" y="8191"/>
                    <a:pt x="208065" y="8191"/>
                    <a:pt x="195938" y="8191"/>
                  </a:cubicBezTo>
                  <a:lnTo>
                    <a:pt x="195938" y="2583"/>
                  </a:lnTo>
                  <a:cubicBezTo>
                    <a:pt x="202999" y="2764"/>
                    <a:pt x="211508" y="3127"/>
                    <a:pt x="216576" y="3127"/>
                  </a:cubicBezTo>
                  <a:cubicBezTo>
                    <a:pt x="223817" y="3127"/>
                    <a:pt x="232331" y="3127"/>
                    <a:pt x="239574" y="2583"/>
                  </a:cubicBezTo>
                  <a:lnTo>
                    <a:pt x="239574" y="8191"/>
                  </a:lnTo>
                  <a:lnTo>
                    <a:pt x="235769" y="8191"/>
                  </a:lnTo>
                  <a:cubicBezTo>
                    <a:pt x="222368" y="8191"/>
                    <a:pt x="222011" y="10184"/>
                    <a:pt x="222011" y="16696"/>
                  </a:cubicBezTo>
                  <a:lnTo>
                    <a:pt x="222011" y="44565"/>
                  </a:lnTo>
                  <a:cubicBezTo>
                    <a:pt x="222011" y="62482"/>
                    <a:pt x="229612" y="78588"/>
                    <a:pt x="243374" y="78588"/>
                  </a:cubicBezTo>
                  <a:cubicBezTo>
                    <a:pt x="244641" y="78588"/>
                    <a:pt x="245004" y="78588"/>
                    <a:pt x="245367" y="78406"/>
                  </a:cubicBezTo>
                  <a:cubicBezTo>
                    <a:pt x="244822" y="78224"/>
                    <a:pt x="241205" y="76056"/>
                    <a:pt x="241205" y="71349"/>
                  </a:cubicBezTo>
                  <a:cubicBezTo>
                    <a:pt x="241205" y="66280"/>
                    <a:pt x="245004" y="63567"/>
                    <a:pt x="248987" y="63567"/>
                  </a:cubicBezTo>
                  <a:cubicBezTo>
                    <a:pt x="252247" y="63567"/>
                    <a:pt x="256773" y="65741"/>
                    <a:pt x="256773" y="71531"/>
                  </a:cubicBezTo>
                  <a:cubicBezTo>
                    <a:pt x="256773" y="77321"/>
                    <a:pt x="251162" y="82567"/>
                    <a:pt x="243374" y="82567"/>
                  </a:cubicBezTo>
                  <a:cubicBezTo>
                    <a:pt x="230155" y="82567"/>
                    <a:pt x="223641" y="70441"/>
                    <a:pt x="221101" y="62663"/>
                  </a:cubicBezTo>
                  <a:close/>
                  <a:moveTo>
                    <a:pt x="336989" y="62845"/>
                  </a:moveTo>
                  <a:cubicBezTo>
                    <a:pt x="338619" y="67006"/>
                    <a:pt x="341699" y="74785"/>
                    <a:pt x="353650" y="74966"/>
                  </a:cubicBezTo>
                  <a:lnTo>
                    <a:pt x="353650" y="80580"/>
                  </a:lnTo>
                  <a:cubicBezTo>
                    <a:pt x="349486" y="80217"/>
                    <a:pt x="344232" y="80036"/>
                    <a:pt x="340068" y="80036"/>
                  </a:cubicBezTo>
                  <a:cubicBezTo>
                    <a:pt x="335724" y="80036"/>
                    <a:pt x="327395" y="80398"/>
                    <a:pt x="324318" y="80580"/>
                  </a:cubicBezTo>
                  <a:lnTo>
                    <a:pt x="324318" y="74966"/>
                  </a:lnTo>
                  <a:cubicBezTo>
                    <a:pt x="331014" y="74785"/>
                    <a:pt x="333008" y="70623"/>
                    <a:pt x="333008" y="67188"/>
                  </a:cubicBezTo>
                  <a:cubicBezTo>
                    <a:pt x="333008" y="65559"/>
                    <a:pt x="332645" y="64832"/>
                    <a:pt x="331923" y="62845"/>
                  </a:cubicBezTo>
                  <a:lnTo>
                    <a:pt x="313457" y="16696"/>
                  </a:lnTo>
                  <a:lnTo>
                    <a:pt x="293172" y="67188"/>
                  </a:lnTo>
                  <a:cubicBezTo>
                    <a:pt x="292087" y="69539"/>
                    <a:pt x="292087" y="69901"/>
                    <a:pt x="292087" y="70265"/>
                  </a:cubicBezTo>
                  <a:cubicBezTo>
                    <a:pt x="292087" y="74966"/>
                    <a:pt x="299149" y="74966"/>
                    <a:pt x="302408" y="74966"/>
                  </a:cubicBezTo>
                  <a:lnTo>
                    <a:pt x="302408" y="80580"/>
                  </a:lnTo>
                  <a:cubicBezTo>
                    <a:pt x="296978" y="80398"/>
                    <a:pt x="286840" y="80036"/>
                    <a:pt x="282675" y="80036"/>
                  </a:cubicBezTo>
                  <a:cubicBezTo>
                    <a:pt x="277786" y="80036"/>
                    <a:pt x="270542" y="80217"/>
                    <a:pt x="265113" y="80580"/>
                  </a:cubicBezTo>
                  <a:lnTo>
                    <a:pt x="265113" y="74966"/>
                  </a:lnTo>
                  <a:cubicBezTo>
                    <a:pt x="276519" y="74966"/>
                    <a:pt x="277240" y="73882"/>
                    <a:pt x="279598" y="68272"/>
                  </a:cubicBezTo>
                  <a:lnTo>
                    <a:pt x="305669" y="4030"/>
                  </a:lnTo>
                  <a:cubicBezTo>
                    <a:pt x="306754" y="1498"/>
                    <a:pt x="307117" y="589"/>
                    <a:pt x="309469" y="589"/>
                  </a:cubicBezTo>
                  <a:cubicBezTo>
                    <a:pt x="311827" y="589"/>
                    <a:pt x="312549" y="2219"/>
                    <a:pt x="313276" y="4030"/>
                  </a:cubicBezTo>
                  <a:lnTo>
                    <a:pt x="336989" y="62845"/>
                  </a:lnTo>
                  <a:close/>
                  <a:moveTo>
                    <a:pt x="389151" y="82567"/>
                  </a:moveTo>
                  <a:lnTo>
                    <a:pt x="363800" y="80580"/>
                  </a:lnTo>
                  <a:lnTo>
                    <a:pt x="363800" y="74966"/>
                  </a:lnTo>
                  <a:cubicBezTo>
                    <a:pt x="375569" y="74966"/>
                    <a:pt x="377199" y="73882"/>
                    <a:pt x="377199" y="65014"/>
                  </a:cubicBezTo>
                  <a:lnTo>
                    <a:pt x="377199" y="16338"/>
                  </a:lnTo>
                  <a:cubicBezTo>
                    <a:pt x="377199" y="8191"/>
                    <a:pt x="375211" y="8191"/>
                    <a:pt x="363078" y="8191"/>
                  </a:cubicBezTo>
                  <a:lnTo>
                    <a:pt x="363078" y="2583"/>
                  </a:lnTo>
                  <a:cubicBezTo>
                    <a:pt x="368871" y="2764"/>
                    <a:pt x="378647" y="3127"/>
                    <a:pt x="382992" y="3127"/>
                  </a:cubicBezTo>
                  <a:cubicBezTo>
                    <a:pt x="389333" y="3127"/>
                    <a:pt x="395671" y="2764"/>
                    <a:pt x="401822" y="2583"/>
                  </a:cubicBezTo>
                  <a:lnTo>
                    <a:pt x="401822" y="8191"/>
                  </a:lnTo>
                  <a:cubicBezTo>
                    <a:pt x="389878" y="8191"/>
                    <a:pt x="389151" y="9099"/>
                    <a:pt x="389151" y="16156"/>
                  </a:cubicBezTo>
                  <a:lnTo>
                    <a:pt x="389151" y="82567"/>
                  </a:lnTo>
                  <a:close/>
                  <a:moveTo>
                    <a:pt x="389878" y="114059"/>
                  </a:moveTo>
                  <a:cubicBezTo>
                    <a:pt x="389878" y="119849"/>
                    <a:pt x="385350" y="123648"/>
                    <a:pt x="380277" y="123648"/>
                  </a:cubicBezTo>
                  <a:cubicBezTo>
                    <a:pt x="374665" y="123648"/>
                    <a:pt x="370683" y="118759"/>
                    <a:pt x="370683" y="114059"/>
                  </a:cubicBezTo>
                  <a:cubicBezTo>
                    <a:pt x="370683" y="109170"/>
                    <a:pt x="374665" y="104464"/>
                    <a:pt x="380277" y="104464"/>
                  </a:cubicBezTo>
                  <a:cubicBezTo>
                    <a:pt x="385350" y="104464"/>
                    <a:pt x="389878" y="108269"/>
                    <a:pt x="389878" y="114059"/>
                  </a:cubicBezTo>
                  <a:close/>
                  <a:moveTo>
                    <a:pt x="482582" y="62845"/>
                  </a:moveTo>
                  <a:cubicBezTo>
                    <a:pt x="484213" y="67006"/>
                    <a:pt x="487292" y="74785"/>
                    <a:pt x="499243" y="74966"/>
                  </a:cubicBezTo>
                  <a:lnTo>
                    <a:pt x="499243" y="80580"/>
                  </a:lnTo>
                  <a:cubicBezTo>
                    <a:pt x="495079" y="80217"/>
                    <a:pt x="489824" y="80036"/>
                    <a:pt x="485662" y="80036"/>
                  </a:cubicBezTo>
                  <a:cubicBezTo>
                    <a:pt x="481316" y="80036"/>
                    <a:pt x="472989" y="80398"/>
                    <a:pt x="469910" y="80580"/>
                  </a:cubicBezTo>
                  <a:lnTo>
                    <a:pt x="469910" y="74966"/>
                  </a:lnTo>
                  <a:cubicBezTo>
                    <a:pt x="476606" y="74785"/>
                    <a:pt x="478600" y="70623"/>
                    <a:pt x="478600" y="67188"/>
                  </a:cubicBezTo>
                  <a:cubicBezTo>
                    <a:pt x="478600" y="65559"/>
                    <a:pt x="478236" y="64832"/>
                    <a:pt x="477515" y="62845"/>
                  </a:cubicBezTo>
                  <a:lnTo>
                    <a:pt x="459049" y="16696"/>
                  </a:lnTo>
                  <a:lnTo>
                    <a:pt x="438766" y="67188"/>
                  </a:lnTo>
                  <a:cubicBezTo>
                    <a:pt x="437680" y="69539"/>
                    <a:pt x="437680" y="69901"/>
                    <a:pt x="437680" y="70265"/>
                  </a:cubicBezTo>
                  <a:cubicBezTo>
                    <a:pt x="437680" y="74966"/>
                    <a:pt x="444741" y="74966"/>
                    <a:pt x="448001" y="74966"/>
                  </a:cubicBezTo>
                  <a:lnTo>
                    <a:pt x="448001" y="80580"/>
                  </a:lnTo>
                  <a:cubicBezTo>
                    <a:pt x="442570" y="80398"/>
                    <a:pt x="432431" y="80036"/>
                    <a:pt x="428269" y="80036"/>
                  </a:cubicBezTo>
                  <a:cubicBezTo>
                    <a:pt x="423377" y="80036"/>
                    <a:pt x="416136" y="80217"/>
                    <a:pt x="410704" y="80580"/>
                  </a:cubicBezTo>
                  <a:lnTo>
                    <a:pt x="410704" y="74966"/>
                  </a:lnTo>
                  <a:cubicBezTo>
                    <a:pt x="422110" y="74966"/>
                    <a:pt x="422832" y="73882"/>
                    <a:pt x="425189" y="68272"/>
                  </a:cubicBezTo>
                  <a:lnTo>
                    <a:pt x="451262" y="4030"/>
                  </a:lnTo>
                  <a:cubicBezTo>
                    <a:pt x="452347" y="1498"/>
                    <a:pt x="452711" y="589"/>
                    <a:pt x="455061" y="589"/>
                  </a:cubicBezTo>
                  <a:cubicBezTo>
                    <a:pt x="457419" y="589"/>
                    <a:pt x="458140" y="2219"/>
                    <a:pt x="458868" y="4030"/>
                  </a:cubicBezTo>
                  <a:lnTo>
                    <a:pt x="482582" y="62845"/>
                  </a:lnTo>
                  <a:close/>
                </a:path>
              </a:pathLst>
            </a:custGeom>
            <a:solidFill>
              <a:srgbClr val="000000"/>
            </a:solidFill>
            <a:ln w="25400" cap="flat">
              <a:noFill/>
              <a:prstDash val="solid"/>
              <a:miter/>
            </a:ln>
          </p:spPr>
          <p:txBody>
            <a:bodyPr/>
            <a:lstStyle/>
            <a:p>
              <a:endParaRPr lang="en-GB"/>
            </a:p>
          </p:txBody>
        </p:sp>
        <p:sp>
          <p:nvSpPr>
            <p:cNvPr id="22" name="Freeform: Shape 21">
              <a:extLst>
                <a:ext uri="{FF2B5EF4-FFF2-40B4-BE49-F238E27FC236}">
                  <a16:creationId xmlns:a16="http://schemas.microsoft.com/office/drawing/2014/main" id="{0418B827-1E73-A9D7-3232-AD1837E375B7}"/>
                </a:ext>
              </a:extLst>
            </p:cNvPr>
            <p:cNvSpPr/>
            <p:nvPr>
              <p:custDataLst>
                <p:tags r:id="rId190"/>
              </p:custDataLst>
            </p:nvPr>
          </p:nvSpPr>
          <p:spPr>
            <a:xfrm flipV="1">
              <a:off x="8154692" y="-9971888"/>
              <a:ext cx="129107" cy="127582"/>
            </a:xfrm>
            <a:custGeom>
              <a:avLst/>
              <a:gdLst>
                <a:gd name="csX0" fmla="*/ 52691 w 129107"/>
                <a:gd name="csY0" fmla="*/ 14351 h 127582"/>
                <a:gd name="csX1" fmla="*/ 66812 w 129107"/>
                <a:gd name="csY1" fmla="*/ -489 h 127582"/>
                <a:gd name="csX2" fmla="*/ 81659 w 129107"/>
                <a:gd name="csY2" fmla="*/ 16701 h 127582"/>
                <a:gd name="csX3" fmla="*/ 81659 w 129107"/>
                <a:gd name="csY3" fmla="*/ 26835 h 127582"/>
                <a:gd name="csX4" fmla="*/ 77133 w 129107"/>
                <a:gd name="csY4" fmla="*/ 26835 h 127582"/>
                <a:gd name="csX5" fmla="*/ 77133 w 129107"/>
                <a:gd name="csY5" fmla="*/ 16701 h 127582"/>
                <a:gd name="csX6" fmla="*/ 70611 w 129107"/>
                <a:gd name="csY6" fmla="*/ 5120 h 127582"/>
                <a:gd name="csX7" fmla="*/ 63915 w 129107"/>
                <a:gd name="csY7" fmla="*/ 14169 h 127582"/>
                <a:gd name="csX8" fmla="*/ 63915 w 129107"/>
                <a:gd name="csY8" fmla="*/ 50361 h 127582"/>
                <a:gd name="csX9" fmla="*/ 57395 w 129107"/>
                <a:gd name="csY9" fmla="*/ 71713 h 127582"/>
                <a:gd name="csX10" fmla="*/ 32589 w 129107"/>
                <a:gd name="csY10" fmla="*/ 81665 h 127582"/>
                <a:gd name="csX11" fmla="*/ 5250 w 129107"/>
                <a:gd name="csY11" fmla="*/ 61216 h 127582"/>
                <a:gd name="csX12" fmla="*/ 13577 w 129107"/>
                <a:gd name="csY12" fmla="*/ 52711 h 127582"/>
                <a:gd name="csX13" fmla="*/ 21910 w 129107"/>
                <a:gd name="csY13" fmla="*/ 61040 h 127582"/>
                <a:gd name="csX14" fmla="*/ 12673 w 129107"/>
                <a:gd name="csY14" fmla="*/ 69362 h 127582"/>
                <a:gd name="csX15" fmla="*/ 32231 w 129107"/>
                <a:gd name="csY15" fmla="*/ 77685 h 127582"/>
                <a:gd name="csX16" fmla="*/ 51424 w 129107"/>
                <a:gd name="csY16" fmla="*/ 54522 h 127582"/>
                <a:gd name="csX17" fmla="*/ 51424 w 129107"/>
                <a:gd name="csY17" fmla="*/ 47829 h 127582"/>
                <a:gd name="csX18" fmla="*/ 18104 w 129107"/>
                <a:gd name="csY18" fmla="*/ 41312 h 127582"/>
                <a:gd name="csX19" fmla="*/ 0 w 129107"/>
                <a:gd name="csY19" fmla="*/ 17786 h 127582"/>
                <a:gd name="csX20" fmla="*/ 28970 w 129107"/>
                <a:gd name="csY20" fmla="*/ -1398 h 127582"/>
                <a:gd name="csX21" fmla="*/ 52691 w 129107"/>
                <a:gd name="csY21" fmla="*/ 14351 h 127582"/>
                <a:gd name="csX22" fmla="*/ 51424 w 129107"/>
                <a:gd name="csY22" fmla="*/ 44026 h 127582"/>
                <a:gd name="csX23" fmla="*/ 51424 w 129107"/>
                <a:gd name="csY23" fmla="*/ 25932 h 127582"/>
                <a:gd name="csX24" fmla="*/ 30237 w 129107"/>
                <a:gd name="csY24" fmla="*/ 2588 h 127582"/>
                <a:gd name="csX25" fmla="*/ 13940 w 129107"/>
                <a:gd name="csY25" fmla="*/ 17968 h 127582"/>
                <a:gd name="csX26" fmla="*/ 51424 w 129107"/>
                <a:gd name="csY26" fmla="*/ 44026 h 127582"/>
                <a:gd name="csX27" fmla="*/ 114986 w 129107"/>
                <a:gd name="csY27" fmla="*/ 126185 h 127582"/>
                <a:gd name="csX28" fmla="*/ 88913 w 129107"/>
                <a:gd name="csY28" fmla="*/ 124192 h 127582"/>
                <a:gd name="csX29" fmla="*/ 88913 w 129107"/>
                <a:gd name="csY29" fmla="*/ 118583 h 127582"/>
                <a:gd name="csX30" fmla="*/ 103035 w 129107"/>
                <a:gd name="csY30" fmla="*/ 108449 h 127582"/>
                <a:gd name="csX31" fmla="*/ 103035 w 129107"/>
                <a:gd name="csY31" fmla="*/ 14351 h 127582"/>
                <a:gd name="csX32" fmla="*/ 88913 w 129107"/>
                <a:gd name="csY32" fmla="*/ 6204 h 127582"/>
                <a:gd name="csX33" fmla="*/ 88913 w 129107"/>
                <a:gd name="csY33" fmla="*/ 596 h 127582"/>
                <a:gd name="csX34" fmla="*/ 109009 w 129107"/>
                <a:gd name="csY34" fmla="*/ 1140 h 127582"/>
                <a:gd name="csX35" fmla="*/ 129107 w 129107"/>
                <a:gd name="csY35" fmla="*/ 596 h 127582"/>
                <a:gd name="csX36" fmla="*/ 129107 w 129107"/>
                <a:gd name="csY36" fmla="*/ 6204 h 127582"/>
                <a:gd name="csX37" fmla="*/ 114986 w 129107"/>
                <a:gd name="csY37" fmla="*/ 14351 h 127582"/>
                <a:gd name="csX38" fmla="*/ 114986 w 129107"/>
                <a:gd name="csY38" fmla="*/ 126185 h 127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29107" h="127582">
                  <a:moveTo>
                    <a:pt x="52691" y="14351"/>
                  </a:moveTo>
                  <a:cubicBezTo>
                    <a:pt x="53412" y="7112"/>
                    <a:pt x="58302" y="-489"/>
                    <a:pt x="66812" y="-489"/>
                  </a:cubicBezTo>
                  <a:cubicBezTo>
                    <a:pt x="70611" y="-489"/>
                    <a:pt x="81659" y="2043"/>
                    <a:pt x="81659" y="16701"/>
                  </a:cubicBezTo>
                  <a:lnTo>
                    <a:pt x="81659" y="26835"/>
                  </a:lnTo>
                  <a:lnTo>
                    <a:pt x="77133" y="26835"/>
                  </a:lnTo>
                  <a:lnTo>
                    <a:pt x="77133" y="16701"/>
                  </a:lnTo>
                  <a:cubicBezTo>
                    <a:pt x="77133" y="6204"/>
                    <a:pt x="72605" y="5120"/>
                    <a:pt x="70611" y="5120"/>
                  </a:cubicBezTo>
                  <a:cubicBezTo>
                    <a:pt x="64636" y="5120"/>
                    <a:pt x="63915" y="13261"/>
                    <a:pt x="63915" y="14169"/>
                  </a:cubicBezTo>
                  <a:lnTo>
                    <a:pt x="63915" y="50361"/>
                  </a:lnTo>
                  <a:cubicBezTo>
                    <a:pt x="63915" y="57963"/>
                    <a:pt x="63915" y="65019"/>
                    <a:pt x="57395" y="71713"/>
                  </a:cubicBezTo>
                  <a:cubicBezTo>
                    <a:pt x="50333" y="78770"/>
                    <a:pt x="41279" y="81665"/>
                    <a:pt x="32589" y="81665"/>
                  </a:cubicBezTo>
                  <a:cubicBezTo>
                    <a:pt x="17746" y="81665"/>
                    <a:pt x="5250" y="73160"/>
                    <a:pt x="5250" y="61216"/>
                  </a:cubicBezTo>
                  <a:cubicBezTo>
                    <a:pt x="5250" y="55788"/>
                    <a:pt x="8874" y="52711"/>
                    <a:pt x="13577" y="52711"/>
                  </a:cubicBezTo>
                  <a:cubicBezTo>
                    <a:pt x="18649" y="52711"/>
                    <a:pt x="21910" y="56334"/>
                    <a:pt x="21910" y="61040"/>
                  </a:cubicBezTo>
                  <a:cubicBezTo>
                    <a:pt x="21910" y="63208"/>
                    <a:pt x="21001" y="69181"/>
                    <a:pt x="12673" y="69362"/>
                  </a:cubicBezTo>
                  <a:cubicBezTo>
                    <a:pt x="17564" y="75693"/>
                    <a:pt x="26436" y="77685"/>
                    <a:pt x="32231" y="77685"/>
                  </a:cubicBezTo>
                  <a:cubicBezTo>
                    <a:pt x="41103" y="77685"/>
                    <a:pt x="51424" y="70629"/>
                    <a:pt x="51424" y="54522"/>
                  </a:cubicBezTo>
                  <a:lnTo>
                    <a:pt x="51424" y="47829"/>
                  </a:lnTo>
                  <a:cubicBezTo>
                    <a:pt x="42188" y="47284"/>
                    <a:pt x="29516" y="46739"/>
                    <a:pt x="18104" y="41312"/>
                  </a:cubicBezTo>
                  <a:cubicBezTo>
                    <a:pt x="4528" y="35158"/>
                    <a:pt x="0" y="25750"/>
                    <a:pt x="0" y="17786"/>
                  </a:cubicBezTo>
                  <a:cubicBezTo>
                    <a:pt x="0" y="3127"/>
                    <a:pt x="17564" y="-1398"/>
                    <a:pt x="28970" y="-1398"/>
                  </a:cubicBezTo>
                  <a:cubicBezTo>
                    <a:pt x="40921" y="-1398"/>
                    <a:pt x="49248" y="5841"/>
                    <a:pt x="52691" y="14351"/>
                  </a:cubicBezTo>
                  <a:close/>
                  <a:moveTo>
                    <a:pt x="51424" y="44026"/>
                  </a:moveTo>
                  <a:lnTo>
                    <a:pt x="51424" y="25932"/>
                  </a:lnTo>
                  <a:cubicBezTo>
                    <a:pt x="51424" y="8737"/>
                    <a:pt x="38382" y="2588"/>
                    <a:pt x="30237" y="2588"/>
                  </a:cubicBezTo>
                  <a:cubicBezTo>
                    <a:pt x="21365" y="2588"/>
                    <a:pt x="13940" y="8918"/>
                    <a:pt x="13940" y="17968"/>
                  </a:cubicBezTo>
                  <a:cubicBezTo>
                    <a:pt x="13940" y="27919"/>
                    <a:pt x="21547" y="42942"/>
                    <a:pt x="51424" y="44026"/>
                  </a:cubicBezTo>
                  <a:close/>
                  <a:moveTo>
                    <a:pt x="114986" y="126185"/>
                  </a:moveTo>
                  <a:lnTo>
                    <a:pt x="88913" y="124192"/>
                  </a:lnTo>
                  <a:lnTo>
                    <a:pt x="88913" y="118583"/>
                  </a:lnTo>
                  <a:cubicBezTo>
                    <a:pt x="101586" y="118583"/>
                    <a:pt x="103035" y="117318"/>
                    <a:pt x="103035" y="108449"/>
                  </a:cubicBezTo>
                  <a:lnTo>
                    <a:pt x="103035" y="14351"/>
                  </a:lnTo>
                  <a:cubicBezTo>
                    <a:pt x="103035" y="6204"/>
                    <a:pt x="101046" y="6204"/>
                    <a:pt x="88913" y="6204"/>
                  </a:cubicBezTo>
                  <a:lnTo>
                    <a:pt x="88913" y="596"/>
                  </a:lnTo>
                  <a:cubicBezTo>
                    <a:pt x="94890" y="777"/>
                    <a:pt x="104483" y="1140"/>
                    <a:pt x="109009" y="1140"/>
                  </a:cubicBezTo>
                  <a:cubicBezTo>
                    <a:pt x="113537" y="1140"/>
                    <a:pt x="122409" y="777"/>
                    <a:pt x="129107" y="596"/>
                  </a:cubicBezTo>
                  <a:lnTo>
                    <a:pt x="129107" y="6204"/>
                  </a:lnTo>
                  <a:cubicBezTo>
                    <a:pt x="116980" y="6204"/>
                    <a:pt x="114986" y="6204"/>
                    <a:pt x="114986" y="14351"/>
                  </a:cubicBezTo>
                  <a:lnTo>
                    <a:pt x="114986" y="126185"/>
                  </a:lnTo>
                  <a:close/>
                </a:path>
              </a:pathLst>
            </a:custGeom>
            <a:solidFill>
              <a:srgbClr val="000000"/>
            </a:solidFill>
            <a:ln w="25400" cap="flat">
              <a:noFill/>
              <a:prstDash val="solid"/>
              <a:miter/>
            </a:ln>
          </p:spPr>
          <p:txBody>
            <a:bodyPr/>
            <a:lstStyle/>
            <a:p>
              <a:endParaRPr lang="en-GB"/>
            </a:p>
          </p:txBody>
        </p:sp>
        <p:sp>
          <p:nvSpPr>
            <p:cNvPr id="23" name="Freeform: Shape 22">
              <a:extLst>
                <a:ext uri="{FF2B5EF4-FFF2-40B4-BE49-F238E27FC236}">
                  <a16:creationId xmlns:a16="http://schemas.microsoft.com/office/drawing/2014/main" id="{5BE0ABF0-67E8-FFF7-DFB0-6AA0F24B44C2}"/>
                </a:ext>
              </a:extLst>
            </p:cNvPr>
            <p:cNvSpPr/>
            <p:nvPr>
              <p:custDataLst>
                <p:tags r:id="rId191"/>
              </p:custDataLst>
            </p:nvPr>
          </p:nvSpPr>
          <p:spPr>
            <a:xfrm flipV="1">
              <a:off x="6861093" y="-9706199"/>
              <a:ext cx="76228" cy="124500"/>
            </a:xfrm>
            <a:custGeom>
              <a:avLst/>
              <a:gdLst>
                <a:gd name="csX0" fmla="*/ 76229 w 76228"/>
                <a:gd name="csY0" fmla="*/ 60518 h 124500"/>
                <a:gd name="csX1" fmla="*/ 68986 w 76228"/>
                <a:gd name="csY1" fmla="*/ 102864 h 124500"/>
                <a:gd name="csX2" fmla="*/ 38205 w 76228"/>
                <a:gd name="csY2" fmla="*/ 123131 h 124500"/>
                <a:gd name="csX3" fmla="*/ 6703 w 76228"/>
                <a:gd name="csY3" fmla="*/ 101598 h 124500"/>
                <a:gd name="csX4" fmla="*/ 0 w 76228"/>
                <a:gd name="csY4" fmla="*/ 60518 h 124500"/>
                <a:gd name="csX5" fmla="*/ 8151 w 76228"/>
                <a:gd name="csY5" fmla="*/ 16907 h 124500"/>
                <a:gd name="csX6" fmla="*/ 38024 w 76228"/>
                <a:gd name="csY6" fmla="*/ -1369 h 124500"/>
                <a:gd name="csX7" fmla="*/ 69532 w 76228"/>
                <a:gd name="csY7" fmla="*/ 19620 h 124500"/>
                <a:gd name="csX8" fmla="*/ 76229 w 76228"/>
                <a:gd name="csY8" fmla="*/ 60518 h 124500"/>
                <a:gd name="csX9" fmla="*/ 38024 w 76228"/>
                <a:gd name="csY9" fmla="*/ 2611 h 124500"/>
                <a:gd name="csX10" fmla="*/ 17018 w 76228"/>
                <a:gd name="csY10" fmla="*/ 24508 h 124500"/>
                <a:gd name="csX11" fmla="*/ 15030 w 76228"/>
                <a:gd name="csY11" fmla="*/ 62692 h 124500"/>
                <a:gd name="csX12" fmla="*/ 16479 w 76228"/>
                <a:gd name="csY12" fmla="*/ 95989 h 124500"/>
                <a:gd name="csX13" fmla="*/ 38024 w 76228"/>
                <a:gd name="csY13" fmla="*/ 119152 h 124500"/>
                <a:gd name="csX14" fmla="*/ 59387 w 76228"/>
                <a:gd name="csY14" fmla="*/ 97981 h 124500"/>
                <a:gd name="csX15" fmla="*/ 61199 w 76228"/>
                <a:gd name="csY15" fmla="*/ 62692 h 124500"/>
                <a:gd name="csX16" fmla="*/ 59211 w 76228"/>
                <a:gd name="csY16" fmla="*/ 25228 h 124500"/>
                <a:gd name="csX17" fmla="*/ 38024 w 76228"/>
                <a:gd name="csY17" fmla="*/ 2611 h 124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6228" h="124500">
                  <a:moveTo>
                    <a:pt x="76229" y="60518"/>
                  </a:moveTo>
                  <a:cubicBezTo>
                    <a:pt x="76229" y="74994"/>
                    <a:pt x="75326" y="89471"/>
                    <a:pt x="68986" y="102864"/>
                  </a:cubicBezTo>
                  <a:cubicBezTo>
                    <a:pt x="60659" y="120236"/>
                    <a:pt x="45811" y="123131"/>
                    <a:pt x="38205" y="123131"/>
                  </a:cubicBezTo>
                  <a:cubicBezTo>
                    <a:pt x="27339" y="123131"/>
                    <a:pt x="14121" y="118430"/>
                    <a:pt x="6703" y="101598"/>
                  </a:cubicBezTo>
                  <a:cubicBezTo>
                    <a:pt x="909" y="89114"/>
                    <a:pt x="0" y="74994"/>
                    <a:pt x="0" y="60518"/>
                  </a:cubicBezTo>
                  <a:cubicBezTo>
                    <a:pt x="0" y="46950"/>
                    <a:pt x="727" y="30662"/>
                    <a:pt x="8151" y="16907"/>
                  </a:cubicBezTo>
                  <a:cubicBezTo>
                    <a:pt x="15933" y="2248"/>
                    <a:pt x="29151" y="-1369"/>
                    <a:pt x="38024" y="-1369"/>
                  </a:cubicBezTo>
                  <a:cubicBezTo>
                    <a:pt x="47799" y="-1369"/>
                    <a:pt x="61562" y="2430"/>
                    <a:pt x="69532" y="19620"/>
                  </a:cubicBezTo>
                  <a:cubicBezTo>
                    <a:pt x="75326" y="32110"/>
                    <a:pt x="76229" y="46223"/>
                    <a:pt x="76229" y="60518"/>
                  </a:cubicBezTo>
                  <a:close/>
                  <a:moveTo>
                    <a:pt x="38024" y="2611"/>
                  </a:moveTo>
                  <a:cubicBezTo>
                    <a:pt x="30963" y="2611"/>
                    <a:pt x="20278" y="7136"/>
                    <a:pt x="17018" y="24508"/>
                  </a:cubicBezTo>
                  <a:cubicBezTo>
                    <a:pt x="15030" y="35369"/>
                    <a:pt x="15030" y="52014"/>
                    <a:pt x="15030" y="62692"/>
                  </a:cubicBezTo>
                  <a:cubicBezTo>
                    <a:pt x="15030" y="74274"/>
                    <a:pt x="15030" y="86219"/>
                    <a:pt x="16479" y="95989"/>
                  </a:cubicBezTo>
                  <a:cubicBezTo>
                    <a:pt x="19921" y="117522"/>
                    <a:pt x="33497" y="119152"/>
                    <a:pt x="38024" y="119152"/>
                  </a:cubicBezTo>
                  <a:cubicBezTo>
                    <a:pt x="43999" y="119152"/>
                    <a:pt x="55950" y="115893"/>
                    <a:pt x="59387" y="97981"/>
                  </a:cubicBezTo>
                  <a:cubicBezTo>
                    <a:pt x="61199" y="87848"/>
                    <a:pt x="61199" y="74092"/>
                    <a:pt x="61199" y="62692"/>
                  </a:cubicBezTo>
                  <a:cubicBezTo>
                    <a:pt x="61199" y="49118"/>
                    <a:pt x="61199" y="36816"/>
                    <a:pt x="59211" y="25228"/>
                  </a:cubicBezTo>
                  <a:cubicBezTo>
                    <a:pt x="56490" y="8038"/>
                    <a:pt x="46175" y="2611"/>
                    <a:pt x="38024" y="2611"/>
                  </a:cubicBezTo>
                  <a:close/>
                </a:path>
              </a:pathLst>
            </a:custGeom>
            <a:solidFill>
              <a:srgbClr val="000000"/>
            </a:solidFill>
            <a:ln w="25400" cap="flat">
              <a:noFill/>
              <a:prstDash val="solid"/>
              <a:miter/>
            </a:ln>
          </p:spPr>
          <p:txBody>
            <a:bodyPr/>
            <a:lstStyle/>
            <a:p>
              <a:endParaRPr lang="en-GB"/>
            </a:p>
          </p:txBody>
        </p:sp>
        <p:sp>
          <p:nvSpPr>
            <p:cNvPr id="24" name="Freeform: Shape 23">
              <a:extLst>
                <a:ext uri="{FF2B5EF4-FFF2-40B4-BE49-F238E27FC236}">
                  <a16:creationId xmlns:a16="http://schemas.microsoft.com/office/drawing/2014/main" id="{B04DB584-9560-7469-2721-FB49B42E8ACB}"/>
                </a:ext>
              </a:extLst>
            </p:cNvPr>
            <p:cNvSpPr/>
            <p:nvPr>
              <p:custDataLst>
                <p:tags r:id="rId192"/>
              </p:custDataLst>
            </p:nvPr>
          </p:nvSpPr>
          <p:spPr>
            <a:xfrm flipV="1">
              <a:off x="7131442" y="-9706743"/>
              <a:ext cx="110092" cy="123057"/>
            </a:xfrm>
            <a:custGeom>
              <a:avLst/>
              <a:gdLst>
                <a:gd name="csX0" fmla="*/ 31684 w 110092"/>
                <a:gd name="csY0" fmla="*/ 35731 h 123057"/>
                <a:gd name="csX1" fmla="*/ 50515 w 110092"/>
                <a:gd name="csY1" fmla="*/ 19081 h 123057"/>
                <a:gd name="csX2" fmla="*/ 30055 w 110092"/>
                <a:gd name="csY2" fmla="*/ 2617 h 123057"/>
                <a:gd name="csX3" fmla="*/ 4891 w 110092"/>
                <a:gd name="csY3" fmla="*/ 28312 h 123057"/>
                <a:gd name="csX4" fmla="*/ 2352 w 110092"/>
                <a:gd name="csY4" fmla="*/ 31389 h 123057"/>
                <a:gd name="csX5" fmla="*/ 0 w 110092"/>
                <a:gd name="csY5" fmla="*/ 26864 h 123057"/>
                <a:gd name="csX6" fmla="*/ 0 w 110092"/>
                <a:gd name="csY6" fmla="*/ 2974 h 123057"/>
                <a:gd name="csX7" fmla="*/ 1994 w 110092"/>
                <a:gd name="csY7" fmla="*/ -1369 h 123057"/>
                <a:gd name="csX8" fmla="*/ 6516 w 110092"/>
                <a:gd name="csY8" fmla="*/ 2254 h 123057"/>
                <a:gd name="csX9" fmla="*/ 10139 w 110092"/>
                <a:gd name="csY9" fmla="*/ 6415 h 123057"/>
                <a:gd name="csX10" fmla="*/ 30055 w 110092"/>
                <a:gd name="csY10" fmla="*/ -1369 h 123057"/>
                <a:gd name="csX11" fmla="*/ 59205 w 110092"/>
                <a:gd name="csY11" fmla="*/ 23787 h 123057"/>
                <a:gd name="csX12" fmla="*/ 51605 w 110092"/>
                <a:gd name="csY12" fmla="*/ 40977 h 123057"/>
                <a:gd name="csX13" fmla="*/ 30964 w 110092"/>
                <a:gd name="csY13" fmla="*/ 49663 h 123057"/>
                <a:gd name="csX14" fmla="*/ 8690 w 110092"/>
                <a:gd name="csY14" fmla="*/ 64504 h 123057"/>
                <a:gd name="csX15" fmla="*/ 28970 w 110092"/>
                <a:gd name="csY15" fmla="*/ 78259 h 123057"/>
                <a:gd name="csX16" fmla="*/ 50157 w 110092"/>
                <a:gd name="csY16" fmla="*/ 56363 h 123057"/>
                <a:gd name="csX17" fmla="*/ 52327 w 110092"/>
                <a:gd name="csY17" fmla="*/ 54733 h 123057"/>
                <a:gd name="csX18" fmla="*/ 54677 w 110092"/>
                <a:gd name="csY18" fmla="*/ 59076 h 123057"/>
                <a:gd name="csX19" fmla="*/ 54677 w 110092"/>
                <a:gd name="csY19" fmla="*/ 77350 h 123057"/>
                <a:gd name="csX20" fmla="*/ 52691 w 110092"/>
                <a:gd name="csY20" fmla="*/ 81694 h 123057"/>
                <a:gd name="csX21" fmla="*/ 49066 w 110092"/>
                <a:gd name="csY21" fmla="*/ 79525 h 123057"/>
                <a:gd name="csX22" fmla="*/ 45987 w 110092"/>
                <a:gd name="csY22" fmla="*/ 76630 h 123057"/>
                <a:gd name="csX23" fmla="*/ 28970 w 110092"/>
                <a:gd name="csY23" fmla="*/ 81694 h 123057"/>
                <a:gd name="csX24" fmla="*/ 0 w 110092"/>
                <a:gd name="csY24" fmla="*/ 59440 h 123057"/>
                <a:gd name="csX25" fmla="*/ 7789 w 110092"/>
                <a:gd name="csY25" fmla="*/ 44054 h 123057"/>
                <a:gd name="csX26" fmla="*/ 31684 w 110092"/>
                <a:gd name="csY26" fmla="*/ 35731 h 123057"/>
                <a:gd name="csX27" fmla="*/ 97420 w 110092"/>
                <a:gd name="csY27" fmla="*/ 80609 h 123057"/>
                <a:gd name="csX28" fmla="*/ 72069 w 110092"/>
                <a:gd name="csY28" fmla="*/ 78622 h 123057"/>
                <a:gd name="csX29" fmla="*/ 72069 w 110092"/>
                <a:gd name="csY29" fmla="*/ 73007 h 123057"/>
                <a:gd name="csX30" fmla="*/ 85468 w 110092"/>
                <a:gd name="csY30" fmla="*/ 63056 h 123057"/>
                <a:gd name="csX31" fmla="*/ 85468 w 110092"/>
                <a:gd name="csY31" fmla="*/ 14380 h 123057"/>
                <a:gd name="csX32" fmla="*/ 71349 w 110092"/>
                <a:gd name="csY32" fmla="*/ 6233 h 123057"/>
                <a:gd name="csX33" fmla="*/ 71349 w 110092"/>
                <a:gd name="csY33" fmla="*/ 624 h 123057"/>
                <a:gd name="csX34" fmla="*/ 91264 w 110092"/>
                <a:gd name="csY34" fmla="*/ 1169 h 123057"/>
                <a:gd name="csX35" fmla="*/ 110093 w 110092"/>
                <a:gd name="csY35" fmla="*/ 624 h 123057"/>
                <a:gd name="csX36" fmla="*/ 110093 w 110092"/>
                <a:gd name="csY36" fmla="*/ 6233 h 123057"/>
                <a:gd name="csX37" fmla="*/ 97420 w 110092"/>
                <a:gd name="csY37" fmla="*/ 14198 h 123057"/>
                <a:gd name="csX38" fmla="*/ 97420 w 110092"/>
                <a:gd name="csY38" fmla="*/ 80609 h 123057"/>
                <a:gd name="csX39" fmla="*/ 98147 w 110092"/>
                <a:gd name="csY39" fmla="*/ 112101 h 123057"/>
                <a:gd name="csX40" fmla="*/ 88548 w 110092"/>
                <a:gd name="csY40" fmla="*/ 121689 h 123057"/>
                <a:gd name="csX41" fmla="*/ 78954 w 110092"/>
                <a:gd name="csY41" fmla="*/ 112101 h 123057"/>
                <a:gd name="csX42" fmla="*/ 88548 w 110092"/>
                <a:gd name="csY42" fmla="*/ 102506 h 123057"/>
                <a:gd name="csX43" fmla="*/ 98147 w 110092"/>
                <a:gd name="csY43" fmla="*/ 112101 h 123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110092" h="123057">
                  <a:moveTo>
                    <a:pt x="31684" y="35731"/>
                  </a:moveTo>
                  <a:cubicBezTo>
                    <a:pt x="35666" y="35005"/>
                    <a:pt x="50515" y="32110"/>
                    <a:pt x="50515" y="19081"/>
                  </a:cubicBezTo>
                  <a:cubicBezTo>
                    <a:pt x="50515" y="9856"/>
                    <a:pt x="44180" y="2617"/>
                    <a:pt x="30055" y="2617"/>
                  </a:cubicBezTo>
                  <a:cubicBezTo>
                    <a:pt x="14848" y="2617"/>
                    <a:pt x="8327" y="12933"/>
                    <a:pt x="4891" y="28312"/>
                  </a:cubicBezTo>
                  <a:cubicBezTo>
                    <a:pt x="4346" y="30662"/>
                    <a:pt x="4164" y="31389"/>
                    <a:pt x="2352" y="31389"/>
                  </a:cubicBezTo>
                  <a:cubicBezTo>
                    <a:pt x="0" y="31389"/>
                    <a:pt x="0" y="30123"/>
                    <a:pt x="0" y="26864"/>
                  </a:cubicBezTo>
                  <a:lnTo>
                    <a:pt x="0" y="2974"/>
                  </a:lnTo>
                  <a:cubicBezTo>
                    <a:pt x="0" y="-103"/>
                    <a:pt x="0" y="-1369"/>
                    <a:pt x="1994" y="-1369"/>
                  </a:cubicBezTo>
                  <a:cubicBezTo>
                    <a:pt x="2897" y="-1369"/>
                    <a:pt x="3079" y="-1187"/>
                    <a:pt x="6516" y="2254"/>
                  </a:cubicBezTo>
                  <a:cubicBezTo>
                    <a:pt x="6880" y="2617"/>
                    <a:pt x="6880" y="2974"/>
                    <a:pt x="10139" y="6415"/>
                  </a:cubicBezTo>
                  <a:cubicBezTo>
                    <a:pt x="18104" y="-1187"/>
                    <a:pt x="26254" y="-1369"/>
                    <a:pt x="30055" y="-1369"/>
                  </a:cubicBezTo>
                  <a:cubicBezTo>
                    <a:pt x="50878" y="-1369"/>
                    <a:pt x="59205" y="10758"/>
                    <a:pt x="59205" y="23787"/>
                  </a:cubicBezTo>
                  <a:cubicBezTo>
                    <a:pt x="59205" y="33381"/>
                    <a:pt x="53776" y="38809"/>
                    <a:pt x="51605" y="40977"/>
                  </a:cubicBezTo>
                  <a:cubicBezTo>
                    <a:pt x="45629" y="46768"/>
                    <a:pt x="38563" y="48215"/>
                    <a:pt x="30964" y="49663"/>
                  </a:cubicBezTo>
                  <a:cubicBezTo>
                    <a:pt x="20823" y="51656"/>
                    <a:pt x="8690" y="54007"/>
                    <a:pt x="8690" y="64504"/>
                  </a:cubicBezTo>
                  <a:cubicBezTo>
                    <a:pt x="8690" y="70839"/>
                    <a:pt x="13400" y="78259"/>
                    <a:pt x="28970" y="78259"/>
                  </a:cubicBezTo>
                  <a:cubicBezTo>
                    <a:pt x="48884" y="78259"/>
                    <a:pt x="49793" y="61971"/>
                    <a:pt x="50157" y="56363"/>
                  </a:cubicBezTo>
                  <a:cubicBezTo>
                    <a:pt x="50333" y="54733"/>
                    <a:pt x="51963" y="54733"/>
                    <a:pt x="52327" y="54733"/>
                  </a:cubicBezTo>
                  <a:cubicBezTo>
                    <a:pt x="54677" y="54733"/>
                    <a:pt x="54677" y="55635"/>
                    <a:pt x="54677" y="59076"/>
                  </a:cubicBezTo>
                  <a:lnTo>
                    <a:pt x="54677" y="77350"/>
                  </a:lnTo>
                  <a:cubicBezTo>
                    <a:pt x="54677" y="80427"/>
                    <a:pt x="54677" y="81694"/>
                    <a:pt x="52691" y="81694"/>
                  </a:cubicBezTo>
                  <a:cubicBezTo>
                    <a:pt x="51782" y="81694"/>
                    <a:pt x="51424" y="81694"/>
                    <a:pt x="49066" y="79525"/>
                  </a:cubicBezTo>
                  <a:cubicBezTo>
                    <a:pt x="48526" y="78799"/>
                    <a:pt x="46714" y="77174"/>
                    <a:pt x="45987" y="76630"/>
                  </a:cubicBezTo>
                  <a:cubicBezTo>
                    <a:pt x="39109" y="81694"/>
                    <a:pt x="31684" y="81694"/>
                    <a:pt x="28970" y="81694"/>
                  </a:cubicBezTo>
                  <a:cubicBezTo>
                    <a:pt x="6880" y="81694"/>
                    <a:pt x="0" y="69573"/>
                    <a:pt x="0" y="59440"/>
                  </a:cubicBezTo>
                  <a:cubicBezTo>
                    <a:pt x="0" y="53104"/>
                    <a:pt x="2897" y="48034"/>
                    <a:pt x="7789" y="44054"/>
                  </a:cubicBezTo>
                  <a:cubicBezTo>
                    <a:pt x="13581" y="39348"/>
                    <a:pt x="18649" y="38264"/>
                    <a:pt x="31684" y="35731"/>
                  </a:cubicBezTo>
                  <a:close/>
                  <a:moveTo>
                    <a:pt x="97420" y="80609"/>
                  </a:moveTo>
                  <a:lnTo>
                    <a:pt x="72069" y="78622"/>
                  </a:lnTo>
                  <a:lnTo>
                    <a:pt x="72069" y="73007"/>
                  </a:lnTo>
                  <a:cubicBezTo>
                    <a:pt x="83838" y="73007"/>
                    <a:pt x="85468" y="71924"/>
                    <a:pt x="85468" y="63056"/>
                  </a:cubicBezTo>
                  <a:lnTo>
                    <a:pt x="85468" y="14380"/>
                  </a:lnTo>
                  <a:cubicBezTo>
                    <a:pt x="85468" y="6233"/>
                    <a:pt x="83482" y="6233"/>
                    <a:pt x="71349" y="6233"/>
                  </a:cubicBezTo>
                  <a:lnTo>
                    <a:pt x="71349" y="624"/>
                  </a:lnTo>
                  <a:cubicBezTo>
                    <a:pt x="77142" y="806"/>
                    <a:pt x="86917" y="1169"/>
                    <a:pt x="91264" y="1169"/>
                  </a:cubicBezTo>
                  <a:cubicBezTo>
                    <a:pt x="97602" y="1169"/>
                    <a:pt x="103941" y="806"/>
                    <a:pt x="110093" y="624"/>
                  </a:cubicBezTo>
                  <a:lnTo>
                    <a:pt x="110093" y="6233"/>
                  </a:lnTo>
                  <a:cubicBezTo>
                    <a:pt x="98147" y="6233"/>
                    <a:pt x="97420" y="7141"/>
                    <a:pt x="97420" y="14198"/>
                  </a:cubicBezTo>
                  <a:lnTo>
                    <a:pt x="97420" y="80609"/>
                  </a:lnTo>
                  <a:close/>
                  <a:moveTo>
                    <a:pt x="98147" y="112101"/>
                  </a:moveTo>
                  <a:cubicBezTo>
                    <a:pt x="98147" y="117891"/>
                    <a:pt x="93621" y="121689"/>
                    <a:pt x="88548" y="121689"/>
                  </a:cubicBezTo>
                  <a:cubicBezTo>
                    <a:pt x="82937" y="121689"/>
                    <a:pt x="78954" y="116801"/>
                    <a:pt x="78954" y="112101"/>
                  </a:cubicBezTo>
                  <a:cubicBezTo>
                    <a:pt x="78954" y="107212"/>
                    <a:pt x="82937" y="102506"/>
                    <a:pt x="88548" y="102506"/>
                  </a:cubicBezTo>
                  <a:cubicBezTo>
                    <a:pt x="93621" y="102506"/>
                    <a:pt x="98147" y="106309"/>
                    <a:pt x="98147" y="112101"/>
                  </a:cubicBezTo>
                  <a:close/>
                </a:path>
              </a:pathLst>
            </a:custGeom>
            <a:solidFill>
              <a:srgbClr val="000000"/>
            </a:solidFill>
            <a:ln w="25400" cap="flat">
              <a:noFill/>
              <a:prstDash val="solid"/>
              <a:miter/>
            </a:ln>
          </p:spPr>
          <p:txBody>
            <a:bodyPr/>
            <a:lstStyle/>
            <a:p>
              <a:endParaRPr lang="en-GB"/>
            </a:p>
          </p:txBody>
        </p:sp>
        <p:sp>
          <p:nvSpPr>
            <p:cNvPr id="25" name="Freeform: Shape 24">
              <a:extLst>
                <a:ext uri="{FF2B5EF4-FFF2-40B4-BE49-F238E27FC236}">
                  <a16:creationId xmlns:a16="http://schemas.microsoft.com/office/drawing/2014/main" id="{15DDA0DD-41DE-E50E-6017-A760BFC7FFAC}"/>
                </a:ext>
              </a:extLst>
            </p:cNvPr>
            <p:cNvSpPr/>
            <p:nvPr>
              <p:custDataLst>
                <p:tags r:id="rId193"/>
              </p:custDataLst>
            </p:nvPr>
          </p:nvSpPr>
          <p:spPr>
            <a:xfrm flipV="1">
              <a:off x="7313008" y="-9665664"/>
              <a:ext cx="83470" cy="117085"/>
            </a:xfrm>
            <a:custGeom>
              <a:avLst/>
              <a:gdLst>
                <a:gd name="csX0" fmla="*/ 82749 w 83470"/>
                <a:gd name="csY0" fmla="*/ 104685 h 117085"/>
                <a:gd name="csX1" fmla="*/ 83470 w 83470"/>
                <a:gd name="csY1" fmla="*/ 108846 h 117085"/>
                <a:gd name="csX2" fmla="*/ 78222 w 83470"/>
                <a:gd name="csY2" fmla="*/ 113734 h 117085"/>
                <a:gd name="csX3" fmla="*/ 71883 w 83470"/>
                <a:gd name="csY3" fmla="*/ 109931 h 117085"/>
                <a:gd name="csX4" fmla="*/ 69350 w 83470"/>
                <a:gd name="csY4" fmla="*/ 100160 h 117085"/>
                <a:gd name="csX5" fmla="*/ 65726 w 83470"/>
                <a:gd name="csY5" fmla="*/ 85683 h 117085"/>
                <a:gd name="csX6" fmla="*/ 57580 w 83470"/>
                <a:gd name="csY6" fmla="*/ 53108 h 117085"/>
                <a:gd name="csX7" fmla="*/ 37120 w 83470"/>
                <a:gd name="csY7" fmla="*/ 37729 h 117085"/>
                <a:gd name="csX8" fmla="*/ 25896 w 83470"/>
                <a:gd name="csY8" fmla="*/ 52386 h 117085"/>
                <a:gd name="csX9" fmla="*/ 35126 w 83470"/>
                <a:gd name="csY9" fmla="*/ 87852 h 117085"/>
                <a:gd name="csX10" fmla="*/ 38750 w 83470"/>
                <a:gd name="csY10" fmla="*/ 100880 h 117085"/>
                <a:gd name="csX11" fmla="*/ 23902 w 83470"/>
                <a:gd name="csY11" fmla="*/ 115721 h 117085"/>
                <a:gd name="csX12" fmla="*/ 0 w 83470"/>
                <a:gd name="csY12" fmla="*/ 87852 h 117085"/>
                <a:gd name="csX13" fmla="*/ 2176 w 83470"/>
                <a:gd name="csY13" fmla="*/ 86047 h 117085"/>
                <a:gd name="csX14" fmla="*/ 5072 w 83470"/>
                <a:gd name="csY14" fmla="*/ 89300 h 117085"/>
                <a:gd name="csX15" fmla="*/ 23357 w 83470"/>
                <a:gd name="csY15" fmla="*/ 111741 h 117085"/>
                <a:gd name="csX16" fmla="*/ 27884 w 83470"/>
                <a:gd name="csY16" fmla="*/ 105951 h 117085"/>
                <a:gd name="csX17" fmla="*/ 24805 w 83470"/>
                <a:gd name="csY17" fmla="*/ 93285 h 117085"/>
                <a:gd name="csX18" fmla="*/ 14308 w 83470"/>
                <a:gd name="csY18" fmla="*/ 55283 h 117085"/>
                <a:gd name="csX19" fmla="*/ 36393 w 83470"/>
                <a:gd name="csY19" fmla="*/ 33743 h 117085"/>
                <a:gd name="csX20" fmla="*/ 54683 w 83470"/>
                <a:gd name="csY20" fmla="*/ 41889 h 117085"/>
                <a:gd name="csX21" fmla="*/ 42914 w 83470"/>
                <a:gd name="csY21" fmla="*/ 14020 h 117085"/>
                <a:gd name="csX22" fmla="*/ 22999 w 83470"/>
                <a:gd name="csY22" fmla="*/ 2620 h 117085"/>
                <a:gd name="csX23" fmla="*/ 9236 w 83470"/>
                <a:gd name="csY23" fmla="*/ 10217 h 117085"/>
                <a:gd name="csX24" fmla="*/ 17023 w 83470"/>
                <a:gd name="csY24" fmla="*/ 12391 h 117085"/>
                <a:gd name="csX25" fmla="*/ 20642 w 83470"/>
                <a:gd name="csY25" fmla="*/ 19812 h 117085"/>
                <a:gd name="csX26" fmla="*/ 13945 w 83470"/>
                <a:gd name="csY26" fmla="*/ 26147 h 117085"/>
                <a:gd name="csX27" fmla="*/ 3806 w 83470"/>
                <a:gd name="csY27" fmla="*/ 14384 h 117085"/>
                <a:gd name="csX28" fmla="*/ 22999 w 83470"/>
                <a:gd name="csY28" fmla="*/ -1365 h 117085"/>
                <a:gd name="csX29" fmla="*/ 65368 w 83470"/>
                <a:gd name="csY29" fmla="*/ 35554 h 117085"/>
                <a:gd name="csX30" fmla="*/ 82749 w 83470"/>
                <a:gd name="csY30" fmla="*/ 104685 h 1170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83470" h="117085">
                  <a:moveTo>
                    <a:pt x="82749" y="104685"/>
                  </a:moveTo>
                  <a:cubicBezTo>
                    <a:pt x="83470" y="107216"/>
                    <a:pt x="83470" y="107580"/>
                    <a:pt x="83470" y="108846"/>
                  </a:cubicBezTo>
                  <a:cubicBezTo>
                    <a:pt x="83470" y="112105"/>
                    <a:pt x="80938" y="113734"/>
                    <a:pt x="78222" y="113734"/>
                  </a:cubicBezTo>
                  <a:cubicBezTo>
                    <a:pt x="76410" y="113734"/>
                    <a:pt x="73513" y="112644"/>
                    <a:pt x="71883" y="109931"/>
                  </a:cubicBezTo>
                  <a:cubicBezTo>
                    <a:pt x="71520" y="109028"/>
                    <a:pt x="70071" y="103418"/>
                    <a:pt x="69350" y="100160"/>
                  </a:cubicBezTo>
                  <a:cubicBezTo>
                    <a:pt x="68083" y="95454"/>
                    <a:pt x="66816" y="90565"/>
                    <a:pt x="65726" y="85683"/>
                  </a:cubicBezTo>
                  <a:lnTo>
                    <a:pt x="57580" y="53108"/>
                  </a:lnTo>
                  <a:cubicBezTo>
                    <a:pt x="56853" y="50394"/>
                    <a:pt x="49071" y="37729"/>
                    <a:pt x="37120" y="37729"/>
                  </a:cubicBezTo>
                  <a:cubicBezTo>
                    <a:pt x="27884" y="37729"/>
                    <a:pt x="25896" y="45688"/>
                    <a:pt x="25896" y="52386"/>
                  </a:cubicBezTo>
                  <a:cubicBezTo>
                    <a:pt x="25896" y="60709"/>
                    <a:pt x="28975" y="71927"/>
                    <a:pt x="35126" y="87852"/>
                  </a:cubicBezTo>
                  <a:cubicBezTo>
                    <a:pt x="38023" y="95272"/>
                    <a:pt x="38750" y="97265"/>
                    <a:pt x="38750" y="100880"/>
                  </a:cubicBezTo>
                  <a:cubicBezTo>
                    <a:pt x="38750" y="109028"/>
                    <a:pt x="32956" y="115721"/>
                    <a:pt x="23902" y="115721"/>
                  </a:cubicBezTo>
                  <a:cubicBezTo>
                    <a:pt x="6703" y="115721"/>
                    <a:pt x="0" y="89481"/>
                    <a:pt x="0" y="87852"/>
                  </a:cubicBezTo>
                  <a:cubicBezTo>
                    <a:pt x="0" y="86047"/>
                    <a:pt x="1812" y="86047"/>
                    <a:pt x="2176" y="86047"/>
                  </a:cubicBezTo>
                  <a:cubicBezTo>
                    <a:pt x="3987" y="86047"/>
                    <a:pt x="4169" y="86404"/>
                    <a:pt x="5072" y="89300"/>
                  </a:cubicBezTo>
                  <a:cubicBezTo>
                    <a:pt x="9963" y="106314"/>
                    <a:pt x="17205" y="111741"/>
                    <a:pt x="23357" y="111741"/>
                  </a:cubicBezTo>
                  <a:cubicBezTo>
                    <a:pt x="24805" y="111741"/>
                    <a:pt x="27884" y="111741"/>
                    <a:pt x="27884" y="105951"/>
                  </a:cubicBezTo>
                  <a:cubicBezTo>
                    <a:pt x="27884" y="101426"/>
                    <a:pt x="26078" y="96720"/>
                    <a:pt x="24805" y="93285"/>
                  </a:cubicBezTo>
                  <a:cubicBezTo>
                    <a:pt x="17563" y="74101"/>
                    <a:pt x="14308" y="63786"/>
                    <a:pt x="14308" y="55283"/>
                  </a:cubicBezTo>
                  <a:cubicBezTo>
                    <a:pt x="14308" y="39176"/>
                    <a:pt x="25714" y="33743"/>
                    <a:pt x="36393" y="33743"/>
                  </a:cubicBezTo>
                  <a:cubicBezTo>
                    <a:pt x="43459" y="33743"/>
                    <a:pt x="49611" y="36820"/>
                    <a:pt x="54683" y="41889"/>
                  </a:cubicBezTo>
                  <a:cubicBezTo>
                    <a:pt x="52332" y="32478"/>
                    <a:pt x="50156" y="23609"/>
                    <a:pt x="42914" y="14020"/>
                  </a:cubicBezTo>
                  <a:cubicBezTo>
                    <a:pt x="38205" y="7866"/>
                    <a:pt x="31326" y="2620"/>
                    <a:pt x="22999" y="2620"/>
                  </a:cubicBezTo>
                  <a:cubicBezTo>
                    <a:pt x="20460" y="2620"/>
                    <a:pt x="12315" y="3160"/>
                    <a:pt x="9236" y="10217"/>
                  </a:cubicBezTo>
                  <a:cubicBezTo>
                    <a:pt x="12133" y="10217"/>
                    <a:pt x="14485" y="10217"/>
                    <a:pt x="17023" y="12391"/>
                  </a:cubicBezTo>
                  <a:cubicBezTo>
                    <a:pt x="18830" y="14020"/>
                    <a:pt x="20642" y="16371"/>
                    <a:pt x="20642" y="19812"/>
                  </a:cubicBezTo>
                  <a:cubicBezTo>
                    <a:pt x="20642" y="25420"/>
                    <a:pt x="15757" y="26147"/>
                    <a:pt x="13945" y="26147"/>
                  </a:cubicBezTo>
                  <a:cubicBezTo>
                    <a:pt x="9781" y="26147"/>
                    <a:pt x="3806" y="23252"/>
                    <a:pt x="3806" y="14384"/>
                  </a:cubicBezTo>
                  <a:cubicBezTo>
                    <a:pt x="3806" y="5335"/>
                    <a:pt x="11769" y="-1365"/>
                    <a:pt x="22999" y="-1365"/>
                  </a:cubicBezTo>
                  <a:cubicBezTo>
                    <a:pt x="41647" y="-1365"/>
                    <a:pt x="60295" y="15105"/>
                    <a:pt x="65368" y="35554"/>
                  </a:cubicBezTo>
                  <a:lnTo>
                    <a:pt x="82749" y="104685"/>
                  </a:lnTo>
                  <a:close/>
                </a:path>
              </a:pathLst>
            </a:custGeom>
            <a:solidFill>
              <a:srgbClr val="000000"/>
            </a:solidFill>
            <a:ln w="25400" cap="flat">
              <a:noFill/>
              <a:prstDash val="solid"/>
              <a:miter/>
            </a:ln>
          </p:spPr>
          <p:txBody>
            <a:bodyPr/>
            <a:lstStyle/>
            <a:p>
              <a:endParaRPr lang="en-GB"/>
            </a:p>
          </p:txBody>
        </p:sp>
        <p:sp>
          <p:nvSpPr>
            <p:cNvPr id="26" name="Freeform: Shape 25">
              <a:extLst>
                <a:ext uri="{FF2B5EF4-FFF2-40B4-BE49-F238E27FC236}">
                  <a16:creationId xmlns:a16="http://schemas.microsoft.com/office/drawing/2014/main" id="{9E387E77-5DD7-DE94-6F72-FA0F6419B1EC}"/>
                </a:ext>
              </a:extLst>
            </p:cNvPr>
            <p:cNvSpPr/>
            <p:nvPr>
              <p:custDataLst>
                <p:tags r:id="rId194"/>
              </p:custDataLst>
            </p:nvPr>
          </p:nvSpPr>
          <p:spPr>
            <a:xfrm flipV="1">
              <a:off x="7463476" y="-9652089"/>
              <a:ext cx="120409" cy="42345"/>
            </a:xfrm>
            <a:custGeom>
              <a:avLst/>
              <a:gdLst>
                <a:gd name="csX0" fmla="*/ 114252 w 120409"/>
                <a:gd name="csY0" fmla="*/ 33740 h 42345"/>
                <a:gd name="csX1" fmla="*/ 120409 w 120409"/>
                <a:gd name="csY1" fmla="*/ 37363 h 42345"/>
                <a:gd name="csX2" fmla="*/ 114434 w 120409"/>
                <a:gd name="csY2" fmla="*/ 40978 h 42345"/>
                <a:gd name="csX3" fmla="*/ 5975 w 120409"/>
                <a:gd name="csY3" fmla="*/ 40978 h 42345"/>
                <a:gd name="csX4" fmla="*/ 0 w 120409"/>
                <a:gd name="csY4" fmla="*/ 37363 h 42345"/>
                <a:gd name="csX5" fmla="*/ 6157 w 120409"/>
                <a:gd name="csY5" fmla="*/ 33740 h 42345"/>
                <a:gd name="csX6" fmla="*/ 114252 w 120409"/>
                <a:gd name="csY6" fmla="*/ 33740 h 42345"/>
                <a:gd name="csX7" fmla="*/ 114434 w 120409"/>
                <a:gd name="csY7" fmla="*/ -1367 h 42345"/>
                <a:gd name="csX8" fmla="*/ 120409 w 120409"/>
                <a:gd name="csY8" fmla="*/ 2255 h 42345"/>
                <a:gd name="csX9" fmla="*/ 114252 w 120409"/>
                <a:gd name="csY9" fmla="*/ 5877 h 42345"/>
                <a:gd name="csX10" fmla="*/ 6157 w 120409"/>
                <a:gd name="csY10" fmla="*/ 5877 h 42345"/>
                <a:gd name="csX11" fmla="*/ 0 w 120409"/>
                <a:gd name="csY11" fmla="*/ 2255 h 42345"/>
                <a:gd name="csX12" fmla="*/ 5975 w 120409"/>
                <a:gd name="csY12" fmla="*/ -1367 h 42345"/>
                <a:gd name="csX13" fmla="*/ 114434 w 120409"/>
                <a:gd name="csY13" fmla="*/ -1367 h 423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0409" h="42345">
                  <a:moveTo>
                    <a:pt x="114252" y="33740"/>
                  </a:moveTo>
                  <a:cubicBezTo>
                    <a:pt x="116967" y="33740"/>
                    <a:pt x="120409" y="33740"/>
                    <a:pt x="120409" y="37363"/>
                  </a:cubicBezTo>
                  <a:cubicBezTo>
                    <a:pt x="120409" y="40978"/>
                    <a:pt x="116967" y="40978"/>
                    <a:pt x="114434" y="40978"/>
                  </a:cubicBezTo>
                  <a:lnTo>
                    <a:pt x="5975" y="40978"/>
                  </a:lnTo>
                  <a:cubicBezTo>
                    <a:pt x="3442" y="40978"/>
                    <a:pt x="0" y="40978"/>
                    <a:pt x="0" y="37363"/>
                  </a:cubicBezTo>
                  <a:cubicBezTo>
                    <a:pt x="0" y="33740"/>
                    <a:pt x="3442" y="33740"/>
                    <a:pt x="6157" y="33740"/>
                  </a:cubicBezTo>
                  <a:lnTo>
                    <a:pt x="114252" y="33740"/>
                  </a:lnTo>
                  <a:close/>
                  <a:moveTo>
                    <a:pt x="114434" y="-1367"/>
                  </a:moveTo>
                  <a:cubicBezTo>
                    <a:pt x="116967" y="-1367"/>
                    <a:pt x="120409" y="-1367"/>
                    <a:pt x="120409" y="2255"/>
                  </a:cubicBezTo>
                  <a:cubicBezTo>
                    <a:pt x="120409" y="5877"/>
                    <a:pt x="116967" y="5877"/>
                    <a:pt x="114252" y="5877"/>
                  </a:cubicBezTo>
                  <a:lnTo>
                    <a:pt x="6157" y="5877"/>
                  </a:lnTo>
                  <a:cubicBezTo>
                    <a:pt x="3442" y="5877"/>
                    <a:pt x="0" y="5877"/>
                    <a:pt x="0" y="2255"/>
                  </a:cubicBezTo>
                  <a:cubicBezTo>
                    <a:pt x="0" y="-1367"/>
                    <a:pt x="3442" y="-1367"/>
                    <a:pt x="5975" y="-1367"/>
                  </a:cubicBezTo>
                  <a:lnTo>
                    <a:pt x="114434" y="-1367"/>
                  </a:lnTo>
                  <a:close/>
                </a:path>
              </a:pathLst>
            </a:custGeom>
            <a:solidFill>
              <a:srgbClr val="000000"/>
            </a:solidFill>
            <a:ln w="25400" cap="flat">
              <a:noFill/>
              <a:prstDash val="solid"/>
              <a:miter/>
            </a:ln>
          </p:spPr>
          <p:txBody>
            <a:bodyPr/>
            <a:lstStyle/>
            <a:p>
              <a:endParaRPr lang="en-GB"/>
            </a:p>
          </p:txBody>
        </p:sp>
        <p:sp>
          <p:nvSpPr>
            <p:cNvPr id="27" name="Freeform: Shape 26">
              <a:extLst>
                <a:ext uri="{FF2B5EF4-FFF2-40B4-BE49-F238E27FC236}">
                  <a16:creationId xmlns:a16="http://schemas.microsoft.com/office/drawing/2014/main" id="{AC85BFED-3226-686C-999C-A11F9E994553}"/>
                </a:ext>
              </a:extLst>
            </p:cNvPr>
            <p:cNvSpPr/>
            <p:nvPr>
              <p:custDataLst>
                <p:tags r:id="rId195"/>
              </p:custDataLst>
            </p:nvPr>
          </p:nvSpPr>
          <p:spPr>
            <a:xfrm flipV="1">
              <a:off x="7650494" y="-9711268"/>
              <a:ext cx="469906" cy="127582"/>
            </a:xfrm>
            <a:custGeom>
              <a:avLst/>
              <a:gdLst>
                <a:gd name="csX0" fmla="*/ 0 w 469906"/>
                <a:gd name="csY0" fmla="*/ 124221 h 127582"/>
                <a:gd name="csX1" fmla="*/ 0 w 469906"/>
                <a:gd name="csY1" fmla="*/ 118611 h 127582"/>
                <a:gd name="csX2" fmla="*/ 4346 w 469906"/>
                <a:gd name="csY2" fmla="*/ 118611 h 127582"/>
                <a:gd name="csX3" fmla="*/ 18648 w 469906"/>
                <a:gd name="csY3" fmla="*/ 110108 h 127582"/>
                <a:gd name="csX4" fmla="*/ 18648 w 469906"/>
                <a:gd name="csY4" fmla="*/ 14738 h 127582"/>
                <a:gd name="csX5" fmla="*/ 4346 w 469906"/>
                <a:gd name="csY5" fmla="*/ 6233 h 127582"/>
                <a:gd name="csX6" fmla="*/ 0 w 469906"/>
                <a:gd name="csY6" fmla="*/ 6233 h 127582"/>
                <a:gd name="csX7" fmla="*/ 0 w 469906"/>
                <a:gd name="csY7" fmla="*/ 623 h 127582"/>
                <a:gd name="csX8" fmla="*/ 66265 w 469906"/>
                <a:gd name="csY8" fmla="*/ 623 h 127582"/>
                <a:gd name="csX9" fmla="*/ 121670 w 469906"/>
                <a:gd name="csY9" fmla="*/ 61426 h 127582"/>
                <a:gd name="csX10" fmla="*/ 66265 w 469906"/>
                <a:gd name="csY10" fmla="*/ 124221 h 127582"/>
                <a:gd name="csX11" fmla="*/ 0 w 469906"/>
                <a:gd name="csY11" fmla="*/ 124221 h 127582"/>
                <a:gd name="csX12" fmla="*/ 43090 w 469906"/>
                <a:gd name="csY12" fmla="*/ 6233 h 127582"/>
                <a:gd name="csX13" fmla="*/ 34218 w 469906"/>
                <a:gd name="csY13" fmla="*/ 13471 h 127582"/>
                <a:gd name="csX14" fmla="*/ 34218 w 469906"/>
                <a:gd name="csY14" fmla="*/ 111373 h 127582"/>
                <a:gd name="csX15" fmla="*/ 43090 w 469906"/>
                <a:gd name="csY15" fmla="*/ 118611 h 127582"/>
                <a:gd name="csX16" fmla="*/ 61199 w 469906"/>
                <a:gd name="csY16" fmla="*/ 118611 h 127582"/>
                <a:gd name="csX17" fmla="*/ 94150 w 469906"/>
                <a:gd name="csY17" fmla="*/ 101785 h 127582"/>
                <a:gd name="csX18" fmla="*/ 103568 w 469906"/>
                <a:gd name="csY18" fmla="*/ 61426 h 127582"/>
                <a:gd name="csX19" fmla="*/ 93605 w 469906"/>
                <a:gd name="csY19" fmla="*/ 21618 h 127582"/>
                <a:gd name="csX20" fmla="*/ 61381 w 469906"/>
                <a:gd name="csY20" fmla="*/ 6233 h 127582"/>
                <a:gd name="csX21" fmla="*/ 43090 w 469906"/>
                <a:gd name="csY21" fmla="*/ 6233 h 127582"/>
                <a:gd name="csX22" fmla="*/ 152108 w 469906"/>
                <a:gd name="csY22" fmla="*/ 46228 h 127582"/>
                <a:gd name="csX23" fmla="*/ 174562 w 469906"/>
                <a:gd name="csY23" fmla="*/ 77714 h 127582"/>
                <a:gd name="csX24" fmla="*/ 195022 w 469906"/>
                <a:gd name="csY24" fmla="*/ 46228 h 127582"/>
                <a:gd name="csX25" fmla="*/ 152108 w 469906"/>
                <a:gd name="csY25" fmla="*/ 46228 h 127582"/>
                <a:gd name="csX26" fmla="*/ 151926 w 469906"/>
                <a:gd name="csY26" fmla="*/ 42425 h 127582"/>
                <a:gd name="csX27" fmla="*/ 202447 w 469906"/>
                <a:gd name="csY27" fmla="*/ 42425 h 127582"/>
                <a:gd name="csX28" fmla="*/ 206967 w 469906"/>
                <a:gd name="csY28" fmla="*/ 46228 h 127582"/>
                <a:gd name="csX29" fmla="*/ 174562 w 469906"/>
                <a:gd name="csY29" fmla="*/ 81693 h 127582"/>
                <a:gd name="csX30" fmla="*/ 136902 w 469906"/>
                <a:gd name="csY30" fmla="*/ 40438 h 127582"/>
                <a:gd name="csX31" fmla="*/ 176733 w 469906"/>
                <a:gd name="csY31" fmla="*/ -1369 h 127582"/>
                <a:gd name="csX32" fmla="*/ 206967 w 469906"/>
                <a:gd name="csY32" fmla="*/ 22158 h 127582"/>
                <a:gd name="csX33" fmla="*/ 204616 w 469906"/>
                <a:gd name="csY33" fmla="*/ 24332 h 127582"/>
                <a:gd name="csX34" fmla="*/ 202265 w 469906"/>
                <a:gd name="csY34" fmla="*/ 21794 h 127582"/>
                <a:gd name="csX35" fmla="*/ 177818 w 469906"/>
                <a:gd name="csY35" fmla="*/ 3156 h 127582"/>
                <a:gd name="csX36" fmla="*/ 157362 w 469906"/>
                <a:gd name="csY36" fmla="*/ 15282 h 127582"/>
                <a:gd name="csX37" fmla="*/ 151926 w 469906"/>
                <a:gd name="csY37" fmla="*/ 42425 h 127582"/>
                <a:gd name="csX38" fmla="*/ 272527 w 469906"/>
                <a:gd name="csY38" fmla="*/ 14379 h 127582"/>
                <a:gd name="csX39" fmla="*/ 286649 w 469906"/>
                <a:gd name="csY39" fmla="*/ -461 h 127582"/>
                <a:gd name="csX40" fmla="*/ 301497 w 469906"/>
                <a:gd name="csY40" fmla="*/ 16730 h 127582"/>
                <a:gd name="csX41" fmla="*/ 301497 w 469906"/>
                <a:gd name="csY41" fmla="*/ 26864 h 127582"/>
                <a:gd name="csX42" fmla="*/ 296970 w 469906"/>
                <a:gd name="csY42" fmla="*/ 26864 h 127582"/>
                <a:gd name="csX43" fmla="*/ 296970 w 469906"/>
                <a:gd name="csY43" fmla="*/ 16730 h 127582"/>
                <a:gd name="csX44" fmla="*/ 290448 w 469906"/>
                <a:gd name="csY44" fmla="*/ 5149 h 127582"/>
                <a:gd name="csX45" fmla="*/ 283751 w 469906"/>
                <a:gd name="csY45" fmla="*/ 14198 h 127582"/>
                <a:gd name="csX46" fmla="*/ 283751 w 469906"/>
                <a:gd name="csY46" fmla="*/ 50389 h 127582"/>
                <a:gd name="csX47" fmla="*/ 277231 w 469906"/>
                <a:gd name="csY47" fmla="*/ 71742 h 127582"/>
                <a:gd name="csX48" fmla="*/ 252425 w 469906"/>
                <a:gd name="csY48" fmla="*/ 81693 h 127582"/>
                <a:gd name="csX49" fmla="*/ 225086 w 469906"/>
                <a:gd name="csY49" fmla="*/ 61245 h 127582"/>
                <a:gd name="csX50" fmla="*/ 233413 w 469906"/>
                <a:gd name="csY50" fmla="*/ 52740 h 127582"/>
                <a:gd name="csX51" fmla="*/ 241747 w 469906"/>
                <a:gd name="csY51" fmla="*/ 61068 h 127582"/>
                <a:gd name="csX52" fmla="*/ 232510 w 469906"/>
                <a:gd name="csY52" fmla="*/ 69391 h 127582"/>
                <a:gd name="csX53" fmla="*/ 252068 w 469906"/>
                <a:gd name="csY53" fmla="*/ 77714 h 127582"/>
                <a:gd name="csX54" fmla="*/ 271261 w 469906"/>
                <a:gd name="csY54" fmla="*/ 54551 h 127582"/>
                <a:gd name="csX55" fmla="*/ 271261 w 469906"/>
                <a:gd name="csY55" fmla="*/ 47858 h 127582"/>
                <a:gd name="csX56" fmla="*/ 237941 w 469906"/>
                <a:gd name="csY56" fmla="*/ 41340 h 127582"/>
                <a:gd name="csX57" fmla="*/ 219838 w 469906"/>
                <a:gd name="csY57" fmla="*/ 17815 h 127582"/>
                <a:gd name="csX58" fmla="*/ 248806 w 469906"/>
                <a:gd name="csY58" fmla="*/ -1369 h 127582"/>
                <a:gd name="csX59" fmla="*/ 272527 w 469906"/>
                <a:gd name="csY59" fmla="*/ 14379 h 127582"/>
                <a:gd name="csX60" fmla="*/ 271261 w 469906"/>
                <a:gd name="csY60" fmla="*/ 44054 h 127582"/>
                <a:gd name="csX61" fmla="*/ 271261 w 469906"/>
                <a:gd name="csY61" fmla="*/ 25961 h 127582"/>
                <a:gd name="csX62" fmla="*/ 250073 w 469906"/>
                <a:gd name="csY62" fmla="*/ 2617 h 127582"/>
                <a:gd name="csX63" fmla="*/ 233776 w 469906"/>
                <a:gd name="csY63" fmla="*/ 17996 h 127582"/>
                <a:gd name="csX64" fmla="*/ 271261 w 469906"/>
                <a:gd name="csY64" fmla="*/ 44054 h 127582"/>
                <a:gd name="csX65" fmla="*/ 334101 w 469906"/>
                <a:gd name="csY65" fmla="*/ 73007 h 127582"/>
                <a:gd name="csX66" fmla="*/ 359992 w 469906"/>
                <a:gd name="csY66" fmla="*/ 73007 h 127582"/>
                <a:gd name="csX67" fmla="*/ 359992 w 469906"/>
                <a:gd name="csY67" fmla="*/ 78622 h 127582"/>
                <a:gd name="csX68" fmla="*/ 334101 w 469906"/>
                <a:gd name="csY68" fmla="*/ 78622 h 127582"/>
                <a:gd name="csX69" fmla="*/ 334101 w 469906"/>
                <a:gd name="csY69" fmla="*/ 111919 h 127582"/>
                <a:gd name="csX70" fmla="*/ 329573 w 469906"/>
                <a:gd name="csY70" fmla="*/ 111919 h 127582"/>
                <a:gd name="csX71" fmla="*/ 306216 w 469906"/>
                <a:gd name="csY71" fmla="*/ 76993 h 127582"/>
                <a:gd name="csX72" fmla="*/ 306216 w 469906"/>
                <a:gd name="csY72" fmla="*/ 73007 h 127582"/>
                <a:gd name="csX73" fmla="*/ 321604 w 469906"/>
                <a:gd name="csY73" fmla="*/ 73007 h 127582"/>
                <a:gd name="csX74" fmla="*/ 321604 w 469906"/>
                <a:gd name="csY74" fmla="*/ 23066 h 127582"/>
                <a:gd name="csX75" fmla="*/ 344961 w 469906"/>
                <a:gd name="csY75" fmla="*/ -1369 h 127582"/>
                <a:gd name="csX76" fmla="*/ 362889 w 469906"/>
                <a:gd name="csY76" fmla="*/ 23066 h 127582"/>
                <a:gd name="csX77" fmla="*/ 362889 w 469906"/>
                <a:gd name="csY77" fmla="*/ 33381 h 127582"/>
                <a:gd name="csX78" fmla="*/ 358361 w 469906"/>
                <a:gd name="csY78" fmla="*/ 33381 h 127582"/>
                <a:gd name="csX79" fmla="*/ 358361 w 469906"/>
                <a:gd name="csY79" fmla="*/ 23423 h 127582"/>
                <a:gd name="csX80" fmla="*/ 346228 w 469906"/>
                <a:gd name="csY80" fmla="*/ 3156 h 127582"/>
                <a:gd name="csX81" fmla="*/ 334101 w 469906"/>
                <a:gd name="csY81" fmla="*/ 22702 h 127582"/>
                <a:gd name="csX82" fmla="*/ 334101 w 469906"/>
                <a:gd name="csY82" fmla="*/ 73007 h 127582"/>
                <a:gd name="csX83" fmla="*/ 392951 w 469906"/>
                <a:gd name="csY83" fmla="*/ 14379 h 127582"/>
                <a:gd name="csX84" fmla="*/ 378830 w 469906"/>
                <a:gd name="csY84" fmla="*/ 6233 h 127582"/>
                <a:gd name="csX85" fmla="*/ 378830 w 469906"/>
                <a:gd name="csY85" fmla="*/ 623 h 127582"/>
                <a:gd name="csX86" fmla="*/ 399290 w 469906"/>
                <a:gd name="csY86" fmla="*/ 1169 h 127582"/>
                <a:gd name="csX87" fmla="*/ 419568 w 469906"/>
                <a:gd name="csY87" fmla="*/ 623 h 127582"/>
                <a:gd name="csX88" fmla="*/ 419568 w 469906"/>
                <a:gd name="csY88" fmla="*/ 6233 h 127582"/>
                <a:gd name="csX89" fmla="*/ 405448 w 469906"/>
                <a:gd name="csY89" fmla="*/ 14379 h 127582"/>
                <a:gd name="csX90" fmla="*/ 405448 w 469906"/>
                <a:gd name="csY90" fmla="*/ 47676 h 127582"/>
                <a:gd name="csX91" fmla="*/ 429888 w 469906"/>
                <a:gd name="csY91" fmla="*/ 76629 h 127582"/>
                <a:gd name="csX92" fmla="*/ 443289 w 469906"/>
                <a:gd name="csY92" fmla="*/ 56543 h 127582"/>
                <a:gd name="csX93" fmla="*/ 443289 w 469906"/>
                <a:gd name="csY93" fmla="*/ 14379 h 127582"/>
                <a:gd name="csX94" fmla="*/ 429168 w 469906"/>
                <a:gd name="csY94" fmla="*/ 6233 h 127582"/>
                <a:gd name="csX95" fmla="*/ 429168 w 469906"/>
                <a:gd name="csY95" fmla="*/ 623 h 127582"/>
                <a:gd name="csX96" fmla="*/ 449628 w 469906"/>
                <a:gd name="csY96" fmla="*/ 1169 h 127582"/>
                <a:gd name="csX97" fmla="*/ 469906 w 469906"/>
                <a:gd name="csY97" fmla="*/ 623 h 127582"/>
                <a:gd name="csX98" fmla="*/ 469906 w 469906"/>
                <a:gd name="csY98" fmla="*/ 6233 h 127582"/>
                <a:gd name="csX99" fmla="*/ 455779 w 469906"/>
                <a:gd name="csY99" fmla="*/ 11661 h 127582"/>
                <a:gd name="csX100" fmla="*/ 455779 w 469906"/>
                <a:gd name="csY100" fmla="*/ 46228 h 127582"/>
                <a:gd name="csX101" fmla="*/ 450168 w 469906"/>
                <a:gd name="csY101" fmla="*/ 73916 h 127582"/>
                <a:gd name="csX102" fmla="*/ 431155 w 469906"/>
                <a:gd name="csY102" fmla="*/ 80609 h 127582"/>
                <a:gd name="csX103" fmla="*/ 404903 w 469906"/>
                <a:gd name="csY103" fmla="*/ 62873 h 127582"/>
                <a:gd name="csX104" fmla="*/ 404903 w 469906"/>
                <a:gd name="csY104" fmla="*/ 126213 h 127582"/>
                <a:gd name="csX105" fmla="*/ 378830 w 469906"/>
                <a:gd name="csY105" fmla="*/ 124221 h 127582"/>
                <a:gd name="csX106" fmla="*/ 378830 w 469906"/>
                <a:gd name="csY106" fmla="*/ 118611 h 127582"/>
                <a:gd name="csX107" fmla="*/ 392951 w 469906"/>
                <a:gd name="csY107" fmla="*/ 108478 h 127582"/>
                <a:gd name="csX108" fmla="*/ 392951 w 469906"/>
                <a:gd name="csY108" fmla="*/ 14379 h 127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Lst>
              <a:rect l="l" t="t" r="r" b="b"/>
              <a:pathLst>
                <a:path w="469906" h="127582">
                  <a:moveTo>
                    <a:pt x="0" y="124221"/>
                  </a:moveTo>
                  <a:lnTo>
                    <a:pt x="0" y="118611"/>
                  </a:lnTo>
                  <a:lnTo>
                    <a:pt x="4346" y="118611"/>
                  </a:lnTo>
                  <a:cubicBezTo>
                    <a:pt x="18284" y="118611"/>
                    <a:pt x="18648" y="116619"/>
                    <a:pt x="18648" y="110108"/>
                  </a:cubicBezTo>
                  <a:lnTo>
                    <a:pt x="18648" y="14738"/>
                  </a:lnTo>
                  <a:cubicBezTo>
                    <a:pt x="18648" y="8225"/>
                    <a:pt x="18284" y="6233"/>
                    <a:pt x="4346" y="6233"/>
                  </a:cubicBezTo>
                  <a:lnTo>
                    <a:pt x="0" y="6233"/>
                  </a:lnTo>
                  <a:lnTo>
                    <a:pt x="0" y="623"/>
                  </a:lnTo>
                  <a:lnTo>
                    <a:pt x="66265" y="623"/>
                  </a:lnTo>
                  <a:cubicBezTo>
                    <a:pt x="96684" y="623"/>
                    <a:pt x="121670" y="27409"/>
                    <a:pt x="121670" y="61426"/>
                  </a:cubicBezTo>
                  <a:cubicBezTo>
                    <a:pt x="121670" y="95812"/>
                    <a:pt x="97229" y="124221"/>
                    <a:pt x="66265" y="124221"/>
                  </a:cubicBezTo>
                  <a:lnTo>
                    <a:pt x="0" y="124221"/>
                  </a:lnTo>
                  <a:close/>
                  <a:moveTo>
                    <a:pt x="43090" y="6233"/>
                  </a:moveTo>
                  <a:cubicBezTo>
                    <a:pt x="34582" y="6233"/>
                    <a:pt x="34218" y="7499"/>
                    <a:pt x="34218" y="13471"/>
                  </a:cubicBezTo>
                  <a:lnTo>
                    <a:pt x="34218" y="111373"/>
                  </a:lnTo>
                  <a:cubicBezTo>
                    <a:pt x="34218" y="117346"/>
                    <a:pt x="34582" y="118611"/>
                    <a:pt x="43090" y="118611"/>
                  </a:cubicBezTo>
                  <a:lnTo>
                    <a:pt x="61199" y="118611"/>
                  </a:lnTo>
                  <a:cubicBezTo>
                    <a:pt x="72423" y="118611"/>
                    <a:pt x="84914" y="114632"/>
                    <a:pt x="94150" y="101785"/>
                  </a:cubicBezTo>
                  <a:cubicBezTo>
                    <a:pt x="101937" y="91106"/>
                    <a:pt x="103568" y="75545"/>
                    <a:pt x="103568" y="61426"/>
                  </a:cubicBezTo>
                  <a:cubicBezTo>
                    <a:pt x="103568" y="41340"/>
                    <a:pt x="100125" y="30486"/>
                    <a:pt x="93605" y="21618"/>
                  </a:cubicBezTo>
                  <a:cubicBezTo>
                    <a:pt x="89986" y="16730"/>
                    <a:pt x="79665" y="6233"/>
                    <a:pt x="61381" y="6233"/>
                  </a:cubicBezTo>
                  <a:lnTo>
                    <a:pt x="43090" y="6233"/>
                  </a:lnTo>
                  <a:close/>
                  <a:moveTo>
                    <a:pt x="152108" y="46228"/>
                  </a:moveTo>
                  <a:cubicBezTo>
                    <a:pt x="153193" y="73189"/>
                    <a:pt x="168404" y="77714"/>
                    <a:pt x="174562" y="77714"/>
                  </a:cubicBezTo>
                  <a:cubicBezTo>
                    <a:pt x="193210" y="77714"/>
                    <a:pt x="195022" y="53286"/>
                    <a:pt x="195022" y="46228"/>
                  </a:cubicBezTo>
                  <a:lnTo>
                    <a:pt x="152108" y="46228"/>
                  </a:lnTo>
                  <a:close/>
                  <a:moveTo>
                    <a:pt x="151926" y="42425"/>
                  </a:moveTo>
                  <a:lnTo>
                    <a:pt x="202447" y="42425"/>
                  </a:lnTo>
                  <a:cubicBezTo>
                    <a:pt x="206428" y="42425"/>
                    <a:pt x="206967" y="42425"/>
                    <a:pt x="206967" y="46228"/>
                  </a:cubicBezTo>
                  <a:cubicBezTo>
                    <a:pt x="206967" y="64140"/>
                    <a:pt x="197192" y="81693"/>
                    <a:pt x="174562" y="81693"/>
                  </a:cubicBezTo>
                  <a:cubicBezTo>
                    <a:pt x="153557" y="81693"/>
                    <a:pt x="136902" y="63055"/>
                    <a:pt x="136902" y="40438"/>
                  </a:cubicBezTo>
                  <a:cubicBezTo>
                    <a:pt x="136902" y="16185"/>
                    <a:pt x="155907" y="-1369"/>
                    <a:pt x="176733" y="-1369"/>
                  </a:cubicBezTo>
                  <a:cubicBezTo>
                    <a:pt x="198823" y="-1369"/>
                    <a:pt x="206967" y="18723"/>
                    <a:pt x="206967" y="22158"/>
                  </a:cubicBezTo>
                  <a:cubicBezTo>
                    <a:pt x="206967" y="23968"/>
                    <a:pt x="205519" y="24332"/>
                    <a:pt x="204616" y="24332"/>
                  </a:cubicBezTo>
                  <a:cubicBezTo>
                    <a:pt x="202985" y="24332"/>
                    <a:pt x="202621" y="23241"/>
                    <a:pt x="202265" y="21794"/>
                  </a:cubicBezTo>
                  <a:cubicBezTo>
                    <a:pt x="195925" y="3156"/>
                    <a:pt x="179628" y="3156"/>
                    <a:pt x="177818" y="3156"/>
                  </a:cubicBezTo>
                  <a:cubicBezTo>
                    <a:pt x="168767" y="3156"/>
                    <a:pt x="161526" y="8589"/>
                    <a:pt x="157362" y="15282"/>
                  </a:cubicBezTo>
                  <a:cubicBezTo>
                    <a:pt x="151926" y="23968"/>
                    <a:pt x="151926" y="35913"/>
                    <a:pt x="151926" y="42425"/>
                  </a:cubicBezTo>
                  <a:close/>
                  <a:moveTo>
                    <a:pt x="272527" y="14379"/>
                  </a:moveTo>
                  <a:cubicBezTo>
                    <a:pt x="273249" y="7141"/>
                    <a:pt x="278140" y="-461"/>
                    <a:pt x="286649" y="-461"/>
                  </a:cubicBezTo>
                  <a:cubicBezTo>
                    <a:pt x="290448" y="-461"/>
                    <a:pt x="301497" y="2072"/>
                    <a:pt x="301497" y="16730"/>
                  </a:cubicBezTo>
                  <a:lnTo>
                    <a:pt x="301497" y="26864"/>
                  </a:lnTo>
                  <a:lnTo>
                    <a:pt x="296970" y="26864"/>
                  </a:lnTo>
                  <a:lnTo>
                    <a:pt x="296970" y="16730"/>
                  </a:lnTo>
                  <a:cubicBezTo>
                    <a:pt x="296970" y="6233"/>
                    <a:pt x="292442" y="5149"/>
                    <a:pt x="290448" y="5149"/>
                  </a:cubicBezTo>
                  <a:cubicBezTo>
                    <a:pt x="284473" y="5149"/>
                    <a:pt x="283751" y="13289"/>
                    <a:pt x="283751" y="14198"/>
                  </a:cubicBezTo>
                  <a:lnTo>
                    <a:pt x="283751" y="50389"/>
                  </a:lnTo>
                  <a:cubicBezTo>
                    <a:pt x="283751" y="57991"/>
                    <a:pt x="283751" y="65048"/>
                    <a:pt x="277231" y="71742"/>
                  </a:cubicBezTo>
                  <a:cubicBezTo>
                    <a:pt x="270170" y="78798"/>
                    <a:pt x="261116" y="81693"/>
                    <a:pt x="252425" y="81693"/>
                  </a:cubicBezTo>
                  <a:cubicBezTo>
                    <a:pt x="237582" y="81693"/>
                    <a:pt x="225086" y="73189"/>
                    <a:pt x="225086" y="61245"/>
                  </a:cubicBezTo>
                  <a:cubicBezTo>
                    <a:pt x="225086" y="55817"/>
                    <a:pt x="228710" y="52740"/>
                    <a:pt x="233413" y="52740"/>
                  </a:cubicBezTo>
                  <a:cubicBezTo>
                    <a:pt x="238486" y="52740"/>
                    <a:pt x="241747" y="56363"/>
                    <a:pt x="241747" y="61068"/>
                  </a:cubicBezTo>
                  <a:cubicBezTo>
                    <a:pt x="241747" y="63237"/>
                    <a:pt x="240838" y="69209"/>
                    <a:pt x="232510" y="69391"/>
                  </a:cubicBezTo>
                  <a:cubicBezTo>
                    <a:pt x="237401" y="75721"/>
                    <a:pt x="246273" y="77714"/>
                    <a:pt x="252068" y="77714"/>
                  </a:cubicBezTo>
                  <a:cubicBezTo>
                    <a:pt x="260940" y="77714"/>
                    <a:pt x="271261" y="70657"/>
                    <a:pt x="271261" y="54551"/>
                  </a:cubicBezTo>
                  <a:lnTo>
                    <a:pt x="271261" y="47858"/>
                  </a:lnTo>
                  <a:cubicBezTo>
                    <a:pt x="262025" y="47312"/>
                    <a:pt x="249352" y="46768"/>
                    <a:pt x="237941" y="41340"/>
                  </a:cubicBezTo>
                  <a:cubicBezTo>
                    <a:pt x="224364" y="35186"/>
                    <a:pt x="219838" y="25779"/>
                    <a:pt x="219838" y="17815"/>
                  </a:cubicBezTo>
                  <a:cubicBezTo>
                    <a:pt x="219838" y="3156"/>
                    <a:pt x="237401" y="-1369"/>
                    <a:pt x="248806" y="-1369"/>
                  </a:cubicBezTo>
                  <a:cubicBezTo>
                    <a:pt x="260758" y="-1369"/>
                    <a:pt x="269084" y="5869"/>
                    <a:pt x="272527" y="14379"/>
                  </a:cubicBezTo>
                  <a:close/>
                  <a:moveTo>
                    <a:pt x="271261" y="44054"/>
                  </a:moveTo>
                  <a:lnTo>
                    <a:pt x="271261" y="25961"/>
                  </a:lnTo>
                  <a:cubicBezTo>
                    <a:pt x="271261" y="8764"/>
                    <a:pt x="258219" y="2617"/>
                    <a:pt x="250073" y="2617"/>
                  </a:cubicBezTo>
                  <a:cubicBezTo>
                    <a:pt x="241201" y="2617"/>
                    <a:pt x="233776" y="8946"/>
                    <a:pt x="233776" y="17996"/>
                  </a:cubicBezTo>
                  <a:cubicBezTo>
                    <a:pt x="233776" y="27948"/>
                    <a:pt x="241383" y="42970"/>
                    <a:pt x="271261" y="44054"/>
                  </a:cubicBezTo>
                  <a:close/>
                  <a:moveTo>
                    <a:pt x="334101" y="73007"/>
                  </a:moveTo>
                  <a:lnTo>
                    <a:pt x="359992" y="73007"/>
                  </a:lnTo>
                  <a:lnTo>
                    <a:pt x="359992" y="78622"/>
                  </a:lnTo>
                  <a:lnTo>
                    <a:pt x="334101" y="78622"/>
                  </a:lnTo>
                  <a:lnTo>
                    <a:pt x="334101" y="111919"/>
                  </a:lnTo>
                  <a:lnTo>
                    <a:pt x="329573" y="111919"/>
                  </a:lnTo>
                  <a:cubicBezTo>
                    <a:pt x="329391" y="97078"/>
                    <a:pt x="323956" y="77714"/>
                    <a:pt x="306216" y="76993"/>
                  </a:cubicBezTo>
                  <a:lnTo>
                    <a:pt x="306216" y="73007"/>
                  </a:lnTo>
                  <a:lnTo>
                    <a:pt x="321604" y="73007"/>
                  </a:lnTo>
                  <a:lnTo>
                    <a:pt x="321604" y="23066"/>
                  </a:lnTo>
                  <a:cubicBezTo>
                    <a:pt x="321604" y="805"/>
                    <a:pt x="338447" y="-1369"/>
                    <a:pt x="344961" y="-1369"/>
                  </a:cubicBezTo>
                  <a:cubicBezTo>
                    <a:pt x="357816" y="-1369"/>
                    <a:pt x="362889" y="11484"/>
                    <a:pt x="362889" y="23066"/>
                  </a:cubicBezTo>
                  <a:lnTo>
                    <a:pt x="362889" y="33381"/>
                  </a:lnTo>
                  <a:lnTo>
                    <a:pt x="358361" y="33381"/>
                  </a:lnTo>
                  <a:lnTo>
                    <a:pt x="358361" y="23423"/>
                  </a:lnTo>
                  <a:cubicBezTo>
                    <a:pt x="358361" y="10036"/>
                    <a:pt x="352930" y="3156"/>
                    <a:pt x="346228" y="3156"/>
                  </a:cubicBezTo>
                  <a:cubicBezTo>
                    <a:pt x="334101" y="3156"/>
                    <a:pt x="334101" y="19625"/>
                    <a:pt x="334101" y="22702"/>
                  </a:cubicBezTo>
                  <a:lnTo>
                    <a:pt x="334101" y="73007"/>
                  </a:lnTo>
                  <a:close/>
                  <a:moveTo>
                    <a:pt x="392951" y="14379"/>
                  </a:moveTo>
                  <a:cubicBezTo>
                    <a:pt x="392951" y="6233"/>
                    <a:pt x="390963" y="6233"/>
                    <a:pt x="378830" y="6233"/>
                  </a:cubicBezTo>
                  <a:lnTo>
                    <a:pt x="378830" y="623"/>
                  </a:lnTo>
                  <a:cubicBezTo>
                    <a:pt x="385168" y="805"/>
                    <a:pt x="394398" y="1169"/>
                    <a:pt x="399290" y="1169"/>
                  </a:cubicBezTo>
                  <a:cubicBezTo>
                    <a:pt x="404000" y="1169"/>
                    <a:pt x="413411" y="805"/>
                    <a:pt x="419568" y="623"/>
                  </a:cubicBezTo>
                  <a:lnTo>
                    <a:pt x="419568" y="6233"/>
                  </a:lnTo>
                  <a:cubicBezTo>
                    <a:pt x="407435" y="6233"/>
                    <a:pt x="405448" y="6233"/>
                    <a:pt x="405448" y="14379"/>
                  </a:cubicBezTo>
                  <a:lnTo>
                    <a:pt x="405448" y="47676"/>
                  </a:lnTo>
                  <a:cubicBezTo>
                    <a:pt x="405448" y="66496"/>
                    <a:pt x="418301" y="76629"/>
                    <a:pt x="429888" y="76629"/>
                  </a:cubicBezTo>
                  <a:cubicBezTo>
                    <a:pt x="441294" y="76629"/>
                    <a:pt x="443289" y="66859"/>
                    <a:pt x="443289" y="56543"/>
                  </a:cubicBezTo>
                  <a:lnTo>
                    <a:pt x="443289" y="14379"/>
                  </a:lnTo>
                  <a:cubicBezTo>
                    <a:pt x="443289" y="6233"/>
                    <a:pt x="441294" y="6233"/>
                    <a:pt x="429168" y="6233"/>
                  </a:cubicBezTo>
                  <a:lnTo>
                    <a:pt x="429168" y="623"/>
                  </a:lnTo>
                  <a:cubicBezTo>
                    <a:pt x="435502" y="805"/>
                    <a:pt x="444737" y="1169"/>
                    <a:pt x="449628" y="1169"/>
                  </a:cubicBezTo>
                  <a:cubicBezTo>
                    <a:pt x="454331" y="1169"/>
                    <a:pt x="463750" y="805"/>
                    <a:pt x="469906" y="623"/>
                  </a:cubicBezTo>
                  <a:lnTo>
                    <a:pt x="469906" y="6233"/>
                  </a:lnTo>
                  <a:cubicBezTo>
                    <a:pt x="460489" y="6233"/>
                    <a:pt x="455961" y="6233"/>
                    <a:pt x="455779" y="11661"/>
                  </a:cubicBezTo>
                  <a:lnTo>
                    <a:pt x="455779" y="46228"/>
                  </a:lnTo>
                  <a:cubicBezTo>
                    <a:pt x="455779" y="61789"/>
                    <a:pt x="455779" y="67399"/>
                    <a:pt x="450168" y="73916"/>
                  </a:cubicBezTo>
                  <a:cubicBezTo>
                    <a:pt x="447634" y="76993"/>
                    <a:pt x="441658" y="80609"/>
                    <a:pt x="431155" y="80609"/>
                  </a:cubicBezTo>
                  <a:cubicBezTo>
                    <a:pt x="415950" y="80609"/>
                    <a:pt x="407980" y="69755"/>
                    <a:pt x="404903" y="62873"/>
                  </a:cubicBezTo>
                  <a:lnTo>
                    <a:pt x="404903" y="126213"/>
                  </a:lnTo>
                  <a:lnTo>
                    <a:pt x="378830" y="124221"/>
                  </a:lnTo>
                  <a:lnTo>
                    <a:pt x="378830" y="118611"/>
                  </a:lnTo>
                  <a:cubicBezTo>
                    <a:pt x="391503" y="118611"/>
                    <a:pt x="392951" y="117346"/>
                    <a:pt x="392951" y="108478"/>
                  </a:cubicBezTo>
                  <a:lnTo>
                    <a:pt x="392951" y="14379"/>
                  </a:lnTo>
                  <a:close/>
                </a:path>
              </a:pathLst>
            </a:custGeom>
            <a:solidFill>
              <a:srgbClr val="000000"/>
            </a:solidFill>
            <a:ln w="25400" cap="flat">
              <a:noFill/>
              <a:prstDash val="solid"/>
              <a:miter/>
            </a:ln>
          </p:spPr>
          <p:txBody>
            <a:bodyPr/>
            <a:lstStyle/>
            <a:p>
              <a:endParaRPr lang="en-GB"/>
            </a:p>
          </p:txBody>
        </p:sp>
      </p:grpSp>
      <p:sp>
        <p:nvSpPr>
          <p:cNvPr id="5462" name="TextBox 5461">
            <a:extLst>
              <a:ext uri="{FF2B5EF4-FFF2-40B4-BE49-F238E27FC236}">
                <a16:creationId xmlns:a16="http://schemas.microsoft.com/office/drawing/2014/main" id="{A76042E3-FF50-6469-3091-74516E969CD8}"/>
              </a:ext>
            </a:extLst>
          </p:cNvPr>
          <p:cNvSpPr txBox="1"/>
          <p:nvPr/>
        </p:nvSpPr>
        <p:spPr>
          <a:xfrm>
            <a:off x="891588" y="3504925"/>
            <a:ext cx="4413836"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The </a:t>
            </a:r>
            <a:r>
              <a:rPr lang="en-GB" sz="1400">
                <a:solidFill>
                  <a:prstClr val="black"/>
                </a:solidFill>
                <a:latin typeface="Aptos" panose="020B0004020202020204"/>
              </a:rPr>
              <a:t>O</a:t>
            </a:r>
            <a:r>
              <a:rPr kumimoji="0" lang="en-GB" sz="1400" b="0" i="0" u="none" strike="noStrike" kern="1200" cap="none" spc="0" normalizeH="0" baseline="0" noProof="0" err="1">
                <a:ln>
                  <a:noFill/>
                </a:ln>
                <a:solidFill>
                  <a:prstClr val="black"/>
                </a:solidFill>
                <a:effectLst/>
                <a:uLnTx/>
                <a:uFillTx/>
                <a:latin typeface="Aptos" panose="020B0004020202020204"/>
                <a:ea typeface="+mn-ea"/>
                <a:cs typeface="+mn-cs"/>
              </a:rPr>
              <a:t>dds</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a:t>
            </a:r>
            <a:r>
              <a:rPr lang="en-GB" sz="1400">
                <a:solidFill>
                  <a:prstClr val="black"/>
                </a:solidFill>
                <a:latin typeface="Aptos" panose="020B0004020202020204"/>
              </a:rPr>
              <a:t>R</a:t>
            </a:r>
            <a:r>
              <a:rPr kumimoji="0" lang="en-GB" sz="1400" b="0" i="0" u="none" strike="noStrike" kern="1200" cap="none" spc="0" normalizeH="0" baseline="0" noProof="0" err="1">
                <a:ln>
                  <a:noFill/>
                </a:ln>
                <a:solidFill>
                  <a:prstClr val="black"/>
                </a:solidFill>
                <a:effectLst/>
                <a:uLnTx/>
                <a:uFillTx/>
                <a:latin typeface="Aptos" panose="020B0004020202020204"/>
                <a:ea typeface="+mn-ea"/>
                <a:cs typeface="+mn-cs"/>
              </a:rPr>
              <a:t>atio</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is defined as:</a:t>
            </a:r>
          </a:p>
        </p:txBody>
      </p:sp>
      <p:grpSp>
        <p:nvGrpSpPr>
          <p:cNvPr id="5202" name="Group 5201" descr="\documentclass{article}&#10;\usepackage{amsmath}&#10;\pagestyle{empty}&#10;\begin{document}&#10;&#10;&#10;\[&#10;\text{Odds} = \frac{\Pr(y = 1 \mid \mathbf{x})}{\Pr(y = 0 \mid \mathbf{x})} = \frac{p}{1 - p}&#10;\]&#10;&#10;&#10;&#10;&#10;\end{document}" title="IguanaTex Shape Display">
            <a:extLst>
              <a:ext uri="{FF2B5EF4-FFF2-40B4-BE49-F238E27FC236}">
                <a16:creationId xmlns:a16="http://schemas.microsoft.com/office/drawing/2014/main" id="{2D1F6270-E95F-EA47-1FB6-C14F223F9E86}"/>
              </a:ext>
            </a:extLst>
          </p:cNvPr>
          <p:cNvGrpSpPr>
            <a:grpSpLocks noChangeAspect="1"/>
          </p:cNvGrpSpPr>
          <p:nvPr>
            <p:custDataLst>
              <p:tags r:id="rId3"/>
            </p:custDataLst>
          </p:nvPr>
        </p:nvGrpSpPr>
        <p:grpSpPr>
          <a:xfrm>
            <a:off x="1057275" y="4120744"/>
            <a:ext cx="2380054" cy="414095"/>
            <a:chOff x="4689176" y="5323622"/>
            <a:chExt cx="2380054" cy="414095"/>
          </a:xfrm>
        </p:grpSpPr>
        <p:sp>
          <p:nvSpPr>
            <p:cNvPr id="5537" name="Freeform: Shape 5536">
              <a:extLst>
                <a:ext uri="{FF2B5EF4-FFF2-40B4-BE49-F238E27FC236}">
                  <a16:creationId xmlns:a16="http://schemas.microsoft.com/office/drawing/2014/main" id="{BEE50FB3-118C-4E19-B135-E342F5FFACD1}"/>
                </a:ext>
              </a:extLst>
            </p:cNvPr>
            <p:cNvSpPr/>
            <p:nvPr>
              <p:custDataLst>
                <p:tags r:id="rId147"/>
              </p:custDataLst>
            </p:nvPr>
          </p:nvSpPr>
          <p:spPr>
            <a:xfrm>
              <a:off x="4689176" y="5450090"/>
              <a:ext cx="120552" cy="127429"/>
            </a:xfrm>
            <a:custGeom>
              <a:avLst/>
              <a:gdLst>
                <a:gd name="connsiteX0" fmla="*/ 120719 w 120552"/>
                <a:gd name="connsiteY0" fmla="*/ 64231 h 127429"/>
                <a:gd name="connsiteX1" fmla="*/ 60353 w 120552"/>
                <a:gd name="connsiteY1" fmla="*/ 78 h 127429"/>
                <a:gd name="connsiteX2" fmla="*/ 167 w 120552"/>
                <a:gd name="connsiteY2" fmla="*/ 64231 h 127429"/>
                <a:gd name="connsiteX3" fmla="*/ 60353 w 120552"/>
                <a:gd name="connsiteY3" fmla="*/ 127508 h 127429"/>
                <a:gd name="connsiteX4" fmla="*/ 120719 w 120552"/>
                <a:gd name="connsiteY4" fmla="*/ 64231 h 127429"/>
                <a:gd name="connsiteX5" fmla="*/ 60534 w 120552"/>
                <a:gd name="connsiteY5" fmla="*/ 122951 h 127429"/>
                <a:gd name="connsiteX6" fmla="*/ 18839 w 120552"/>
                <a:gd name="connsiteY6" fmla="*/ 61777 h 127429"/>
                <a:gd name="connsiteX7" fmla="*/ 60353 w 120552"/>
                <a:gd name="connsiteY7" fmla="*/ 4460 h 127429"/>
                <a:gd name="connsiteX8" fmla="*/ 102047 w 120552"/>
                <a:gd name="connsiteY8" fmla="*/ 61777 h 127429"/>
                <a:gd name="connsiteX9" fmla="*/ 60534 w 120552"/>
                <a:gd name="connsiteY9" fmla="*/ 122951 h 12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552" h="127429">
                  <a:moveTo>
                    <a:pt x="120719" y="64231"/>
                  </a:moveTo>
                  <a:cubicBezTo>
                    <a:pt x="120719" y="28474"/>
                    <a:pt x="93346" y="78"/>
                    <a:pt x="60353" y="78"/>
                  </a:cubicBezTo>
                  <a:cubicBezTo>
                    <a:pt x="27903" y="78"/>
                    <a:pt x="167" y="28123"/>
                    <a:pt x="167" y="64231"/>
                  </a:cubicBezTo>
                  <a:cubicBezTo>
                    <a:pt x="167" y="100164"/>
                    <a:pt x="28085" y="127508"/>
                    <a:pt x="60353" y="127508"/>
                  </a:cubicBezTo>
                  <a:cubicBezTo>
                    <a:pt x="93346" y="127508"/>
                    <a:pt x="120719" y="99638"/>
                    <a:pt x="120719" y="64231"/>
                  </a:cubicBezTo>
                  <a:close/>
                  <a:moveTo>
                    <a:pt x="60534" y="122951"/>
                  </a:moveTo>
                  <a:cubicBezTo>
                    <a:pt x="43131" y="122951"/>
                    <a:pt x="18839" y="107526"/>
                    <a:pt x="18839" y="61777"/>
                  </a:cubicBezTo>
                  <a:cubicBezTo>
                    <a:pt x="18839" y="16379"/>
                    <a:pt x="45306" y="4460"/>
                    <a:pt x="60353" y="4460"/>
                  </a:cubicBezTo>
                  <a:cubicBezTo>
                    <a:pt x="76124" y="4460"/>
                    <a:pt x="102047" y="16905"/>
                    <a:pt x="102047" y="61777"/>
                  </a:cubicBezTo>
                  <a:cubicBezTo>
                    <a:pt x="102047" y="108227"/>
                    <a:pt x="77212" y="122951"/>
                    <a:pt x="60534" y="12295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38" name="Freeform: Shape 5537">
              <a:extLst>
                <a:ext uri="{FF2B5EF4-FFF2-40B4-BE49-F238E27FC236}">
                  <a16:creationId xmlns:a16="http://schemas.microsoft.com/office/drawing/2014/main" id="{487FE378-E2B7-274B-2C45-E4F28E581730}"/>
                </a:ext>
              </a:extLst>
            </p:cNvPr>
            <p:cNvSpPr/>
            <p:nvPr>
              <p:custDataLst>
                <p:tags r:id="rId148"/>
              </p:custDataLst>
            </p:nvPr>
          </p:nvSpPr>
          <p:spPr>
            <a:xfrm>
              <a:off x="4826185" y="5452018"/>
              <a:ext cx="89371" cy="123573"/>
            </a:xfrm>
            <a:custGeom>
              <a:avLst/>
              <a:gdLst>
                <a:gd name="connsiteX0" fmla="*/ 62898 w 89371"/>
                <a:gd name="connsiteY0" fmla="*/ 112083 h 123573"/>
                <a:gd name="connsiteX1" fmla="*/ 62898 w 89371"/>
                <a:gd name="connsiteY1" fmla="*/ 123652 h 123573"/>
                <a:gd name="connsiteX2" fmla="*/ 89547 w 89371"/>
                <a:gd name="connsiteY2" fmla="*/ 121724 h 123573"/>
                <a:gd name="connsiteX3" fmla="*/ 89547 w 89371"/>
                <a:gd name="connsiteY3" fmla="*/ 116290 h 123573"/>
                <a:gd name="connsiteX4" fmla="*/ 75407 w 89371"/>
                <a:gd name="connsiteY4" fmla="*/ 106474 h 123573"/>
                <a:gd name="connsiteX5" fmla="*/ 75407 w 89371"/>
                <a:gd name="connsiteY5" fmla="*/ 78 h 123573"/>
                <a:gd name="connsiteX6" fmla="*/ 49302 w 89371"/>
                <a:gd name="connsiteY6" fmla="*/ 2006 h 123573"/>
                <a:gd name="connsiteX7" fmla="*/ 49302 w 89371"/>
                <a:gd name="connsiteY7" fmla="*/ 7440 h 123573"/>
                <a:gd name="connsiteX8" fmla="*/ 63442 w 89371"/>
                <a:gd name="connsiteY8" fmla="*/ 17256 h 123573"/>
                <a:gd name="connsiteX9" fmla="*/ 63442 w 89371"/>
                <a:gd name="connsiteY9" fmla="*/ 55116 h 123573"/>
                <a:gd name="connsiteX10" fmla="*/ 40601 w 89371"/>
                <a:gd name="connsiteY10" fmla="*/ 44249 h 123573"/>
                <a:gd name="connsiteX11" fmla="*/ 175 w 89371"/>
                <a:gd name="connsiteY11" fmla="*/ 84038 h 123573"/>
                <a:gd name="connsiteX12" fmla="*/ 38607 w 89371"/>
                <a:gd name="connsiteY12" fmla="*/ 123652 h 123573"/>
                <a:gd name="connsiteX13" fmla="*/ 62898 w 89371"/>
                <a:gd name="connsiteY13" fmla="*/ 112083 h 123573"/>
                <a:gd name="connsiteX14" fmla="*/ 62898 w 89371"/>
                <a:gd name="connsiteY14" fmla="*/ 65108 h 123573"/>
                <a:gd name="connsiteX15" fmla="*/ 62898 w 89371"/>
                <a:gd name="connsiteY15" fmla="*/ 101040 h 123573"/>
                <a:gd name="connsiteX16" fmla="*/ 60904 w 89371"/>
                <a:gd name="connsiteY16" fmla="*/ 107526 h 123573"/>
                <a:gd name="connsiteX17" fmla="*/ 39513 w 89371"/>
                <a:gd name="connsiteY17" fmla="*/ 119795 h 123573"/>
                <a:gd name="connsiteX18" fmla="*/ 20479 w 89371"/>
                <a:gd name="connsiteY18" fmla="*/ 108577 h 123573"/>
                <a:gd name="connsiteX19" fmla="*/ 15221 w 89371"/>
                <a:gd name="connsiteY19" fmla="*/ 84213 h 123573"/>
                <a:gd name="connsiteX20" fmla="*/ 20841 w 89371"/>
                <a:gd name="connsiteY20" fmla="*/ 59323 h 123573"/>
                <a:gd name="connsiteX21" fmla="*/ 41326 w 89371"/>
                <a:gd name="connsiteY21" fmla="*/ 48105 h 123573"/>
                <a:gd name="connsiteX22" fmla="*/ 60904 w 89371"/>
                <a:gd name="connsiteY22" fmla="*/ 58622 h 123573"/>
                <a:gd name="connsiteX23" fmla="*/ 62898 w 89371"/>
                <a:gd name="connsiteY23" fmla="*/ 65108 h 123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371" h="123573">
                  <a:moveTo>
                    <a:pt x="62898" y="112083"/>
                  </a:moveTo>
                  <a:lnTo>
                    <a:pt x="62898" y="123652"/>
                  </a:lnTo>
                  <a:lnTo>
                    <a:pt x="89547" y="121724"/>
                  </a:lnTo>
                  <a:lnTo>
                    <a:pt x="89547" y="116290"/>
                  </a:lnTo>
                  <a:cubicBezTo>
                    <a:pt x="76857" y="116290"/>
                    <a:pt x="75407" y="115063"/>
                    <a:pt x="75407" y="106474"/>
                  </a:cubicBezTo>
                  <a:lnTo>
                    <a:pt x="75407" y="78"/>
                  </a:lnTo>
                  <a:lnTo>
                    <a:pt x="49302" y="2006"/>
                  </a:lnTo>
                  <a:lnTo>
                    <a:pt x="49302" y="7440"/>
                  </a:lnTo>
                  <a:cubicBezTo>
                    <a:pt x="61992" y="7440"/>
                    <a:pt x="63442" y="8667"/>
                    <a:pt x="63442" y="17256"/>
                  </a:cubicBezTo>
                  <a:lnTo>
                    <a:pt x="63442" y="55116"/>
                  </a:lnTo>
                  <a:cubicBezTo>
                    <a:pt x="58185" y="48806"/>
                    <a:pt x="50390" y="44249"/>
                    <a:pt x="40601" y="44249"/>
                  </a:cubicBezTo>
                  <a:cubicBezTo>
                    <a:pt x="19210" y="44249"/>
                    <a:pt x="175" y="61427"/>
                    <a:pt x="175" y="84038"/>
                  </a:cubicBezTo>
                  <a:cubicBezTo>
                    <a:pt x="175" y="106299"/>
                    <a:pt x="17941" y="123652"/>
                    <a:pt x="38607" y="123652"/>
                  </a:cubicBezTo>
                  <a:cubicBezTo>
                    <a:pt x="50209" y="123652"/>
                    <a:pt x="58366" y="117692"/>
                    <a:pt x="62898" y="112083"/>
                  </a:cubicBezTo>
                  <a:close/>
                  <a:moveTo>
                    <a:pt x="62898" y="65108"/>
                  </a:moveTo>
                  <a:lnTo>
                    <a:pt x="62898" y="101040"/>
                  </a:lnTo>
                  <a:cubicBezTo>
                    <a:pt x="62898" y="104195"/>
                    <a:pt x="62898" y="104546"/>
                    <a:pt x="60904" y="107526"/>
                  </a:cubicBezTo>
                  <a:cubicBezTo>
                    <a:pt x="55466" y="115939"/>
                    <a:pt x="47308" y="119795"/>
                    <a:pt x="39513" y="119795"/>
                  </a:cubicBezTo>
                  <a:cubicBezTo>
                    <a:pt x="31355" y="119795"/>
                    <a:pt x="24829" y="115238"/>
                    <a:pt x="20479" y="108577"/>
                  </a:cubicBezTo>
                  <a:cubicBezTo>
                    <a:pt x="15765" y="101391"/>
                    <a:pt x="15221" y="91400"/>
                    <a:pt x="15221" y="84213"/>
                  </a:cubicBezTo>
                  <a:cubicBezTo>
                    <a:pt x="15221" y="77728"/>
                    <a:pt x="15584" y="67211"/>
                    <a:pt x="20841" y="59323"/>
                  </a:cubicBezTo>
                  <a:cubicBezTo>
                    <a:pt x="24648" y="53889"/>
                    <a:pt x="31537" y="48105"/>
                    <a:pt x="41326" y="48105"/>
                  </a:cubicBezTo>
                  <a:cubicBezTo>
                    <a:pt x="47671" y="48105"/>
                    <a:pt x="55285" y="50734"/>
                    <a:pt x="60904" y="58622"/>
                  </a:cubicBezTo>
                  <a:cubicBezTo>
                    <a:pt x="62898" y="61602"/>
                    <a:pt x="62898" y="61952"/>
                    <a:pt x="62898" y="6510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39" name="Freeform: Shape 5538">
              <a:extLst>
                <a:ext uri="{FF2B5EF4-FFF2-40B4-BE49-F238E27FC236}">
                  <a16:creationId xmlns:a16="http://schemas.microsoft.com/office/drawing/2014/main" id="{88DB1DD7-5391-1D20-070B-E81AC8E94E6B}"/>
                </a:ext>
              </a:extLst>
            </p:cNvPr>
            <p:cNvSpPr/>
            <p:nvPr>
              <p:custDataLst>
                <p:tags r:id="rId149"/>
              </p:custDataLst>
            </p:nvPr>
          </p:nvSpPr>
          <p:spPr>
            <a:xfrm>
              <a:off x="4926897" y="5452018"/>
              <a:ext cx="89371" cy="123573"/>
            </a:xfrm>
            <a:custGeom>
              <a:avLst/>
              <a:gdLst>
                <a:gd name="connsiteX0" fmla="*/ 62904 w 89371"/>
                <a:gd name="connsiteY0" fmla="*/ 112083 h 123573"/>
                <a:gd name="connsiteX1" fmla="*/ 62904 w 89371"/>
                <a:gd name="connsiteY1" fmla="*/ 123652 h 123573"/>
                <a:gd name="connsiteX2" fmla="*/ 89552 w 89371"/>
                <a:gd name="connsiteY2" fmla="*/ 121724 h 123573"/>
                <a:gd name="connsiteX3" fmla="*/ 89552 w 89371"/>
                <a:gd name="connsiteY3" fmla="*/ 116290 h 123573"/>
                <a:gd name="connsiteX4" fmla="*/ 75412 w 89371"/>
                <a:gd name="connsiteY4" fmla="*/ 106474 h 123573"/>
                <a:gd name="connsiteX5" fmla="*/ 75412 w 89371"/>
                <a:gd name="connsiteY5" fmla="*/ 78 h 123573"/>
                <a:gd name="connsiteX6" fmla="*/ 49308 w 89371"/>
                <a:gd name="connsiteY6" fmla="*/ 2006 h 123573"/>
                <a:gd name="connsiteX7" fmla="*/ 49308 w 89371"/>
                <a:gd name="connsiteY7" fmla="*/ 7440 h 123573"/>
                <a:gd name="connsiteX8" fmla="*/ 63448 w 89371"/>
                <a:gd name="connsiteY8" fmla="*/ 17256 h 123573"/>
                <a:gd name="connsiteX9" fmla="*/ 63448 w 89371"/>
                <a:gd name="connsiteY9" fmla="*/ 55116 h 123573"/>
                <a:gd name="connsiteX10" fmla="*/ 40606 w 89371"/>
                <a:gd name="connsiteY10" fmla="*/ 44249 h 123573"/>
                <a:gd name="connsiteX11" fmla="*/ 181 w 89371"/>
                <a:gd name="connsiteY11" fmla="*/ 84038 h 123573"/>
                <a:gd name="connsiteX12" fmla="*/ 38612 w 89371"/>
                <a:gd name="connsiteY12" fmla="*/ 123652 h 123573"/>
                <a:gd name="connsiteX13" fmla="*/ 62904 w 89371"/>
                <a:gd name="connsiteY13" fmla="*/ 112083 h 123573"/>
                <a:gd name="connsiteX14" fmla="*/ 62904 w 89371"/>
                <a:gd name="connsiteY14" fmla="*/ 65108 h 123573"/>
                <a:gd name="connsiteX15" fmla="*/ 62904 w 89371"/>
                <a:gd name="connsiteY15" fmla="*/ 101040 h 123573"/>
                <a:gd name="connsiteX16" fmla="*/ 60910 w 89371"/>
                <a:gd name="connsiteY16" fmla="*/ 107526 h 123573"/>
                <a:gd name="connsiteX17" fmla="*/ 39519 w 89371"/>
                <a:gd name="connsiteY17" fmla="*/ 119795 h 123573"/>
                <a:gd name="connsiteX18" fmla="*/ 20484 w 89371"/>
                <a:gd name="connsiteY18" fmla="*/ 108577 h 123573"/>
                <a:gd name="connsiteX19" fmla="*/ 15227 w 89371"/>
                <a:gd name="connsiteY19" fmla="*/ 84213 h 123573"/>
                <a:gd name="connsiteX20" fmla="*/ 20847 w 89371"/>
                <a:gd name="connsiteY20" fmla="*/ 59323 h 123573"/>
                <a:gd name="connsiteX21" fmla="*/ 41331 w 89371"/>
                <a:gd name="connsiteY21" fmla="*/ 48105 h 123573"/>
                <a:gd name="connsiteX22" fmla="*/ 60910 w 89371"/>
                <a:gd name="connsiteY22" fmla="*/ 58622 h 123573"/>
                <a:gd name="connsiteX23" fmla="*/ 62904 w 89371"/>
                <a:gd name="connsiteY23" fmla="*/ 65108 h 123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371" h="123573">
                  <a:moveTo>
                    <a:pt x="62904" y="112083"/>
                  </a:moveTo>
                  <a:lnTo>
                    <a:pt x="62904" y="123652"/>
                  </a:lnTo>
                  <a:lnTo>
                    <a:pt x="89552" y="121724"/>
                  </a:lnTo>
                  <a:lnTo>
                    <a:pt x="89552" y="116290"/>
                  </a:lnTo>
                  <a:cubicBezTo>
                    <a:pt x="76863" y="116290"/>
                    <a:pt x="75412" y="115063"/>
                    <a:pt x="75412" y="106474"/>
                  </a:cubicBezTo>
                  <a:lnTo>
                    <a:pt x="75412" y="78"/>
                  </a:lnTo>
                  <a:lnTo>
                    <a:pt x="49308" y="2006"/>
                  </a:lnTo>
                  <a:lnTo>
                    <a:pt x="49308" y="7440"/>
                  </a:lnTo>
                  <a:cubicBezTo>
                    <a:pt x="61998" y="7440"/>
                    <a:pt x="63448" y="8667"/>
                    <a:pt x="63448" y="17256"/>
                  </a:cubicBezTo>
                  <a:lnTo>
                    <a:pt x="63448" y="55116"/>
                  </a:lnTo>
                  <a:cubicBezTo>
                    <a:pt x="58191" y="48806"/>
                    <a:pt x="50396" y="44249"/>
                    <a:pt x="40606" y="44249"/>
                  </a:cubicBezTo>
                  <a:cubicBezTo>
                    <a:pt x="19215" y="44249"/>
                    <a:pt x="181" y="61427"/>
                    <a:pt x="181" y="84038"/>
                  </a:cubicBezTo>
                  <a:cubicBezTo>
                    <a:pt x="181" y="106299"/>
                    <a:pt x="17946" y="123652"/>
                    <a:pt x="38612" y="123652"/>
                  </a:cubicBezTo>
                  <a:cubicBezTo>
                    <a:pt x="50214" y="123652"/>
                    <a:pt x="58372" y="117692"/>
                    <a:pt x="62904" y="112083"/>
                  </a:cubicBezTo>
                  <a:close/>
                  <a:moveTo>
                    <a:pt x="62904" y="65108"/>
                  </a:moveTo>
                  <a:lnTo>
                    <a:pt x="62904" y="101040"/>
                  </a:lnTo>
                  <a:cubicBezTo>
                    <a:pt x="62904" y="104195"/>
                    <a:pt x="62904" y="104546"/>
                    <a:pt x="60910" y="107526"/>
                  </a:cubicBezTo>
                  <a:cubicBezTo>
                    <a:pt x="55471" y="115939"/>
                    <a:pt x="47314" y="119795"/>
                    <a:pt x="39519" y="119795"/>
                  </a:cubicBezTo>
                  <a:cubicBezTo>
                    <a:pt x="31361" y="119795"/>
                    <a:pt x="24835" y="115238"/>
                    <a:pt x="20484" y="108577"/>
                  </a:cubicBezTo>
                  <a:cubicBezTo>
                    <a:pt x="15771" y="101391"/>
                    <a:pt x="15227" y="91400"/>
                    <a:pt x="15227" y="84213"/>
                  </a:cubicBezTo>
                  <a:cubicBezTo>
                    <a:pt x="15227" y="77728"/>
                    <a:pt x="15590" y="67211"/>
                    <a:pt x="20847" y="59323"/>
                  </a:cubicBezTo>
                  <a:cubicBezTo>
                    <a:pt x="24654" y="53889"/>
                    <a:pt x="31542" y="48105"/>
                    <a:pt x="41331" y="48105"/>
                  </a:cubicBezTo>
                  <a:cubicBezTo>
                    <a:pt x="47676" y="48105"/>
                    <a:pt x="55290" y="50734"/>
                    <a:pt x="60910" y="58622"/>
                  </a:cubicBezTo>
                  <a:cubicBezTo>
                    <a:pt x="62904" y="61602"/>
                    <a:pt x="62904" y="61952"/>
                    <a:pt x="62904" y="6510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40" name="Freeform: Shape 5539">
              <a:extLst>
                <a:ext uri="{FF2B5EF4-FFF2-40B4-BE49-F238E27FC236}">
                  <a16:creationId xmlns:a16="http://schemas.microsoft.com/office/drawing/2014/main" id="{9A4DCA27-92FB-3C31-C1B9-E9E72D5BFFD6}"/>
                </a:ext>
              </a:extLst>
            </p:cNvPr>
            <p:cNvSpPr/>
            <p:nvPr>
              <p:custDataLst>
                <p:tags r:id="rId150"/>
              </p:custDataLst>
            </p:nvPr>
          </p:nvSpPr>
          <p:spPr>
            <a:xfrm>
              <a:off x="5027428" y="5495137"/>
              <a:ext cx="59278" cy="80454"/>
            </a:xfrm>
            <a:custGeom>
              <a:avLst/>
              <a:gdLst>
                <a:gd name="connsiteX0" fmla="*/ 31910 w 59278"/>
                <a:gd name="connsiteY0" fmla="*/ 44600 h 80454"/>
                <a:gd name="connsiteX1" fmla="*/ 50764 w 59278"/>
                <a:gd name="connsiteY1" fmla="*/ 60726 h 80454"/>
                <a:gd name="connsiteX2" fmla="*/ 30279 w 59278"/>
                <a:gd name="connsiteY2" fmla="*/ 76676 h 80454"/>
                <a:gd name="connsiteX3" fmla="*/ 5081 w 59278"/>
                <a:gd name="connsiteY3" fmla="*/ 51786 h 80454"/>
                <a:gd name="connsiteX4" fmla="*/ 2543 w 59278"/>
                <a:gd name="connsiteY4" fmla="*/ 48806 h 80454"/>
                <a:gd name="connsiteX5" fmla="*/ 186 w 59278"/>
                <a:gd name="connsiteY5" fmla="*/ 53188 h 80454"/>
                <a:gd name="connsiteX6" fmla="*/ 186 w 59278"/>
                <a:gd name="connsiteY6" fmla="*/ 76326 h 80454"/>
                <a:gd name="connsiteX7" fmla="*/ 2180 w 59278"/>
                <a:gd name="connsiteY7" fmla="*/ 80532 h 80454"/>
                <a:gd name="connsiteX8" fmla="*/ 6712 w 59278"/>
                <a:gd name="connsiteY8" fmla="*/ 77027 h 80454"/>
                <a:gd name="connsiteX9" fmla="*/ 10338 w 59278"/>
                <a:gd name="connsiteY9" fmla="*/ 72995 h 80454"/>
                <a:gd name="connsiteX10" fmla="*/ 30279 w 59278"/>
                <a:gd name="connsiteY10" fmla="*/ 80532 h 80454"/>
                <a:gd name="connsiteX11" fmla="*/ 59465 w 59278"/>
                <a:gd name="connsiteY11" fmla="*/ 56168 h 80454"/>
                <a:gd name="connsiteX12" fmla="*/ 51851 w 59278"/>
                <a:gd name="connsiteY12" fmla="*/ 39516 h 80454"/>
                <a:gd name="connsiteX13" fmla="*/ 31185 w 59278"/>
                <a:gd name="connsiteY13" fmla="*/ 31103 h 80454"/>
                <a:gd name="connsiteX14" fmla="*/ 8888 w 59278"/>
                <a:gd name="connsiteY14" fmla="*/ 16730 h 80454"/>
                <a:gd name="connsiteX15" fmla="*/ 29191 w 59278"/>
                <a:gd name="connsiteY15" fmla="*/ 3408 h 80454"/>
                <a:gd name="connsiteX16" fmla="*/ 50401 w 59278"/>
                <a:gd name="connsiteY16" fmla="*/ 24617 h 80454"/>
                <a:gd name="connsiteX17" fmla="*/ 52576 w 59278"/>
                <a:gd name="connsiteY17" fmla="*/ 26195 h 80454"/>
                <a:gd name="connsiteX18" fmla="*/ 54933 w 59278"/>
                <a:gd name="connsiteY18" fmla="*/ 21988 h 80454"/>
                <a:gd name="connsiteX19" fmla="*/ 54933 w 59278"/>
                <a:gd name="connsiteY19" fmla="*/ 4285 h 80454"/>
                <a:gd name="connsiteX20" fmla="*/ 52939 w 59278"/>
                <a:gd name="connsiteY20" fmla="*/ 78 h 80454"/>
                <a:gd name="connsiteX21" fmla="*/ 49313 w 59278"/>
                <a:gd name="connsiteY21" fmla="*/ 2181 h 80454"/>
                <a:gd name="connsiteX22" fmla="*/ 46232 w 59278"/>
                <a:gd name="connsiteY22" fmla="*/ 4986 h 80454"/>
                <a:gd name="connsiteX23" fmla="*/ 29191 w 59278"/>
                <a:gd name="connsiteY23" fmla="*/ 78 h 80454"/>
                <a:gd name="connsiteX24" fmla="*/ 186 w 59278"/>
                <a:gd name="connsiteY24" fmla="*/ 21638 h 80454"/>
                <a:gd name="connsiteX25" fmla="*/ 7981 w 59278"/>
                <a:gd name="connsiteY25" fmla="*/ 36537 h 80454"/>
                <a:gd name="connsiteX26" fmla="*/ 31910 w 59278"/>
                <a:gd name="connsiteY26" fmla="*/ 44600 h 80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9278" h="80454">
                  <a:moveTo>
                    <a:pt x="31910" y="44600"/>
                  </a:moveTo>
                  <a:cubicBezTo>
                    <a:pt x="35899" y="45301"/>
                    <a:pt x="50764" y="48105"/>
                    <a:pt x="50764" y="60726"/>
                  </a:cubicBezTo>
                  <a:cubicBezTo>
                    <a:pt x="50764" y="69665"/>
                    <a:pt x="44419" y="76676"/>
                    <a:pt x="30279" y="76676"/>
                  </a:cubicBezTo>
                  <a:cubicBezTo>
                    <a:pt x="15051" y="76676"/>
                    <a:pt x="8525" y="66685"/>
                    <a:pt x="5081" y="51786"/>
                  </a:cubicBezTo>
                  <a:cubicBezTo>
                    <a:pt x="4537" y="49507"/>
                    <a:pt x="4356" y="48806"/>
                    <a:pt x="2543" y="48806"/>
                  </a:cubicBezTo>
                  <a:cubicBezTo>
                    <a:pt x="186" y="48806"/>
                    <a:pt x="186" y="50033"/>
                    <a:pt x="186" y="53188"/>
                  </a:cubicBezTo>
                  <a:lnTo>
                    <a:pt x="186" y="76326"/>
                  </a:lnTo>
                  <a:cubicBezTo>
                    <a:pt x="186" y="79305"/>
                    <a:pt x="186" y="80532"/>
                    <a:pt x="2180" y="80532"/>
                  </a:cubicBezTo>
                  <a:cubicBezTo>
                    <a:pt x="3087" y="80532"/>
                    <a:pt x="3268" y="80357"/>
                    <a:pt x="6712" y="77027"/>
                  </a:cubicBezTo>
                  <a:cubicBezTo>
                    <a:pt x="7075" y="76676"/>
                    <a:pt x="7075" y="76326"/>
                    <a:pt x="10338" y="72995"/>
                  </a:cubicBezTo>
                  <a:cubicBezTo>
                    <a:pt x="18314" y="80357"/>
                    <a:pt x="26472" y="80532"/>
                    <a:pt x="30279" y="80532"/>
                  </a:cubicBezTo>
                  <a:cubicBezTo>
                    <a:pt x="51126" y="80532"/>
                    <a:pt x="59465" y="68788"/>
                    <a:pt x="59465" y="56168"/>
                  </a:cubicBezTo>
                  <a:cubicBezTo>
                    <a:pt x="59465" y="46878"/>
                    <a:pt x="54027" y="41620"/>
                    <a:pt x="51851" y="39516"/>
                  </a:cubicBezTo>
                  <a:cubicBezTo>
                    <a:pt x="45869" y="33907"/>
                    <a:pt x="38799" y="32505"/>
                    <a:pt x="31185" y="31103"/>
                  </a:cubicBezTo>
                  <a:cubicBezTo>
                    <a:pt x="21034" y="29175"/>
                    <a:pt x="8888" y="26896"/>
                    <a:pt x="8888" y="16730"/>
                  </a:cubicBezTo>
                  <a:cubicBezTo>
                    <a:pt x="8888" y="10595"/>
                    <a:pt x="13601" y="3408"/>
                    <a:pt x="29191" y="3408"/>
                  </a:cubicBezTo>
                  <a:cubicBezTo>
                    <a:pt x="49132" y="3408"/>
                    <a:pt x="50039" y="19184"/>
                    <a:pt x="50401" y="24617"/>
                  </a:cubicBezTo>
                  <a:cubicBezTo>
                    <a:pt x="50582" y="26195"/>
                    <a:pt x="52214" y="26195"/>
                    <a:pt x="52576" y="26195"/>
                  </a:cubicBezTo>
                  <a:cubicBezTo>
                    <a:pt x="54933" y="26195"/>
                    <a:pt x="54933" y="25319"/>
                    <a:pt x="54933" y="21988"/>
                  </a:cubicBezTo>
                  <a:lnTo>
                    <a:pt x="54933" y="4285"/>
                  </a:lnTo>
                  <a:cubicBezTo>
                    <a:pt x="54933" y="1305"/>
                    <a:pt x="54933" y="78"/>
                    <a:pt x="52939" y="78"/>
                  </a:cubicBezTo>
                  <a:cubicBezTo>
                    <a:pt x="52033" y="78"/>
                    <a:pt x="51670" y="78"/>
                    <a:pt x="49313" y="2181"/>
                  </a:cubicBezTo>
                  <a:cubicBezTo>
                    <a:pt x="48770" y="2882"/>
                    <a:pt x="46957" y="4460"/>
                    <a:pt x="46232" y="4986"/>
                  </a:cubicBezTo>
                  <a:cubicBezTo>
                    <a:pt x="39343" y="78"/>
                    <a:pt x="31910" y="78"/>
                    <a:pt x="29191" y="78"/>
                  </a:cubicBezTo>
                  <a:cubicBezTo>
                    <a:pt x="7075" y="78"/>
                    <a:pt x="186" y="11822"/>
                    <a:pt x="186" y="21638"/>
                  </a:cubicBezTo>
                  <a:cubicBezTo>
                    <a:pt x="186" y="27773"/>
                    <a:pt x="3087" y="32680"/>
                    <a:pt x="7981" y="36537"/>
                  </a:cubicBezTo>
                  <a:cubicBezTo>
                    <a:pt x="13782" y="41094"/>
                    <a:pt x="18858" y="42146"/>
                    <a:pt x="31910" y="4460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41" name="Freeform: Shape 5540">
              <a:extLst>
                <a:ext uri="{FF2B5EF4-FFF2-40B4-BE49-F238E27FC236}">
                  <a16:creationId xmlns:a16="http://schemas.microsoft.com/office/drawing/2014/main" id="{CD9BDDB1-9302-D269-4A1C-74689C0825E5}"/>
                </a:ext>
              </a:extLst>
            </p:cNvPr>
            <p:cNvSpPr/>
            <p:nvPr>
              <p:custDataLst>
                <p:tags r:id="rId151"/>
              </p:custDataLst>
            </p:nvPr>
          </p:nvSpPr>
          <p:spPr>
            <a:xfrm>
              <a:off x="5153457" y="5509335"/>
              <a:ext cx="120552" cy="41015"/>
            </a:xfrm>
            <a:custGeom>
              <a:avLst/>
              <a:gdLst>
                <a:gd name="connsiteX0" fmla="*/ 114581 w 120552"/>
                <a:gd name="connsiteY0" fmla="*/ 7089 h 41015"/>
                <a:gd name="connsiteX1" fmla="*/ 120745 w 120552"/>
                <a:gd name="connsiteY1" fmla="*/ 3584 h 41015"/>
                <a:gd name="connsiteX2" fmla="*/ 114763 w 120552"/>
                <a:gd name="connsiteY2" fmla="*/ 78 h 41015"/>
                <a:gd name="connsiteX3" fmla="*/ 6175 w 120552"/>
                <a:gd name="connsiteY3" fmla="*/ 78 h 41015"/>
                <a:gd name="connsiteX4" fmla="*/ 193 w 120552"/>
                <a:gd name="connsiteY4" fmla="*/ 3584 h 41015"/>
                <a:gd name="connsiteX5" fmla="*/ 6356 w 120552"/>
                <a:gd name="connsiteY5" fmla="*/ 7089 h 41015"/>
                <a:gd name="connsiteX6" fmla="*/ 114581 w 120552"/>
                <a:gd name="connsiteY6" fmla="*/ 7089 h 41015"/>
                <a:gd name="connsiteX7" fmla="*/ 114763 w 120552"/>
                <a:gd name="connsiteY7" fmla="*/ 41094 h 41015"/>
                <a:gd name="connsiteX8" fmla="*/ 120745 w 120552"/>
                <a:gd name="connsiteY8" fmla="*/ 37588 h 41015"/>
                <a:gd name="connsiteX9" fmla="*/ 114581 w 120552"/>
                <a:gd name="connsiteY9" fmla="*/ 34083 h 41015"/>
                <a:gd name="connsiteX10" fmla="*/ 6356 w 120552"/>
                <a:gd name="connsiteY10" fmla="*/ 34083 h 41015"/>
                <a:gd name="connsiteX11" fmla="*/ 193 w 120552"/>
                <a:gd name="connsiteY11" fmla="*/ 37588 h 41015"/>
                <a:gd name="connsiteX12" fmla="*/ 6175 w 120552"/>
                <a:gd name="connsiteY12" fmla="*/ 41094 h 41015"/>
                <a:gd name="connsiteX13" fmla="*/ 114763 w 120552"/>
                <a:gd name="connsiteY13" fmla="*/ 41094 h 41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552" h="41015">
                  <a:moveTo>
                    <a:pt x="114581" y="7089"/>
                  </a:moveTo>
                  <a:cubicBezTo>
                    <a:pt x="117301" y="7089"/>
                    <a:pt x="120745" y="7089"/>
                    <a:pt x="120745" y="3584"/>
                  </a:cubicBezTo>
                  <a:cubicBezTo>
                    <a:pt x="120745" y="78"/>
                    <a:pt x="117301" y="78"/>
                    <a:pt x="114763" y="78"/>
                  </a:cubicBezTo>
                  <a:lnTo>
                    <a:pt x="6175" y="78"/>
                  </a:lnTo>
                  <a:cubicBezTo>
                    <a:pt x="3637" y="78"/>
                    <a:pt x="193" y="78"/>
                    <a:pt x="193" y="3584"/>
                  </a:cubicBezTo>
                  <a:cubicBezTo>
                    <a:pt x="193" y="7089"/>
                    <a:pt x="3637" y="7089"/>
                    <a:pt x="6356" y="7089"/>
                  </a:cubicBezTo>
                  <a:lnTo>
                    <a:pt x="114581" y="7089"/>
                  </a:lnTo>
                  <a:close/>
                  <a:moveTo>
                    <a:pt x="114763" y="41094"/>
                  </a:moveTo>
                  <a:cubicBezTo>
                    <a:pt x="117301" y="41094"/>
                    <a:pt x="120745" y="41094"/>
                    <a:pt x="120745" y="37588"/>
                  </a:cubicBezTo>
                  <a:cubicBezTo>
                    <a:pt x="120745" y="34083"/>
                    <a:pt x="117301" y="34083"/>
                    <a:pt x="114581" y="34083"/>
                  </a:cubicBezTo>
                  <a:lnTo>
                    <a:pt x="6356" y="34083"/>
                  </a:lnTo>
                  <a:cubicBezTo>
                    <a:pt x="3637" y="34083"/>
                    <a:pt x="193" y="34083"/>
                    <a:pt x="193" y="37588"/>
                  </a:cubicBezTo>
                  <a:cubicBezTo>
                    <a:pt x="193" y="41094"/>
                    <a:pt x="3637" y="41094"/>
                    <a:pt x="6175" y="41094"/>
                  </a:cubicBezTo>
                  <a:lnTo>
                    <a:pt x="114763" y="4109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42" name="Freeform: Shape 5541">
              <a:extLst>
                <a:ext uri="{FF2B5EF4-FFF2-40B4-BE49-F238E27FC236}">
                  <a16:creationId xmlns:a16="http://schemas.microsoft.com/office/drawing/2014/main" id="{29F34179-2239-D8B6-474B-E5340FF9395B}"/>
                </a:ext>
              </a:extLst>
            </p:cNvPr>
            <p:cNvSpPr/>
            <p:nvPr>
              <p:custDataLst>
                <p:tags r:id="rId152"/>
              </p:custDataLst>
            </p:nvPr>
          </p:nvSpPr>
          <p:spPr>
            <a:xfrm>
              <a:off x="5362756" y="5335366"/>
              <a:ext cx="106774" cy="119717"/>
            </a:xfrm>
            <a:custGeom>
              <a:avLst/>
              <a:gdLst>
                <a:gd name="connsiteX0" fmla="*/ 35011 w 106774"/>
                <a:gd name="connsiteY0" fmla="*/ 64400 h 119717"/>
                <a:gd name="connsiteX1" fmla="*/ 65647 w 106774"/>
                <a:gd name="connsiteY1" fmla="*/ 64400 h 119717"/>
                <a:gd name="connsiteX2" fmla="*/ 106979 w 106774"/>
                <a:gd name="connsiteY2" fmla="*/ 32674 h 119717"/>
                <a:gd name="connsiteX3" fmla="*/ 64197 w 106774"/>
                <a:gd name="connsiteY3" fmla="*/ 71 h 119717"/>
                <a:gd name="connsiteX4" fmla="*/ 205 w 106774"/>
                <a:gd name="connsiteY4" fmla="*/ 71 h 119717"/>
                <a:gd name="connsiteX5" fmla="*/ 205 w 106774"/>
                <a:gd name="connsiteY5" fmla="*/ 5505 h 119717"/>
                <a:gd name="connsiteX6" fmla="*/ 4555 w 106774"/>
                <a:gd name="connsiteY6" fmla="*/ 5505 h 119717"/>
                <a:gd name="connsiteX7" fmla="*/ 18877 w 106774"/>
                <a:gd name="connsiteY7" fmla="*/ 13743 h 119717"/>
                <a:gd name="connsiteX8" fmla="*/ 18877 w 106774"/>
                <a:gd name="connsiteY8" fmla="*/ 106117 h 119717"/>
                <a:gd name="connsiteX9" fmla="*/ 4555 w 106774"/>
                <a:gd name="connsiteY9" fmla="*/ 114355 h 119717"/>
                <a:gd name="connsiteX10" fmla="*/ 205 w 106774"/>
                <a:gd name="connsiteY10" fmla="*/ 114355 h 119717"/>
                <a:gd name="connsiteX11" fmla="*/ 205 w 106774"/>
                <a:gd name="connsiteY11" fmla="*/ 119789 h 119717"/>
                <a:gd name="connsiteX12" fmla="*/ 26853 w 106774"/>
                <a:gd name="connsiteY12" fmla="*/ 119263 h 119717"/>
                <a:gd name="connsiteX13" fmla="*/ 53683 w 106774"/>
                <a:gd name="connsiteY13" fmla="*/ 119789 h 119717"/>
                <a:gd name="connsiteX14" fmla="*/ 53683 w 106774"/>
                <a:gd name="connsiteY14" fmla="*/ 114355 h 119717"/>
                <a:gd name="connsiteX15" fmla="*/ 49332 w 106774"/>
                <a:gd name="connsiteY15" fmla="*/ 114355 h 119717"/>
                <a:gd name="connsiteX16" fmla="*/ 35011 w 106774"/>
                <a:gd name="connsiteY16" fmla="*/ 106117 h 119717"/>
                <a:gd name="connsiteX17" fmla="*/ 35011 w 106774"/>
                <a:gd name="connsiteY17" fmla="*/ 64400 h 119717"/>
                <a:gd name="connsiteX18" fmla="*/ 34467 w 106774"/>
                <a:gd name="connsiteY18" fmla="*/ 59842 h 119717"/>
                <a:gd name="connsiteX19" fmla="*/ 34467 w 106774"/>
                <a:gd name="connsiteY19" fmla="*/ 12516 h 119717"/>
                <a:gd name="connsiteX20" fmla="*/ 43350 w 106774"/>
                <a:gd name="connsiteY20" fmla="*/ 5505 h 119717"/>
                <a:gd name="connsiteX21" fmla="*/ 59484 w 106774"/>
                <a:gd name="connsiteY21" fmla="*/ 5505 h 119717"/>
                <a:gd name="connsiteX22" fmla="*/ 88307 w 106774"/>
                <a:gd name="connsiteY22" fmla="*/ 32674 h 119717"/>
                <a:gd name="connsiteX23" fmla="*/ 59484 w 106774"/>
                <a:gd name="connsiteY23" fmla="*/ 59842 h 119717"/>
                <a:gd name="connsiteX24" fmla="*/ 34467 w 106774"/>
                <a:gd name="connsiteY24" fmla="*/ 59842 h 119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6774" h="119717">
                  <a:moveTo>
                    <a:pt x="35011" y="64400"/>
                  </a:moveTo>
                  <a:lnTo>
                    <a:pt x="65647" y="64400"/>
                  </a:lnTo>
                  <a:cubicBezTo>
                    <a:pt x="87401" y="64400"/>
                    <a:pt x="106979" y="50202"/>
                    <a:pt x="106979" y="32674"/>
                  </a:cubicBezTo>
                  <a:cubicBezTo>
                    <a:pt x="106979" y="15496"/>
                    <a:pt x="89032" y="71"/>
                    <a:pt x="64197" y="71"/>
                  </a:cubicBezTo>
                  <a:lnTo>
                    <a:pt x="205" y="71"/>
                  </a:lnTo>
                  <a:lnTo>
                    <a:pt x="205" y="5505"/>
                  </a:lnTo>
                  <a:lnTo>
                    <a:pt x="4555" y="5505"/>
                  </a:lnTo>
                  <a:cubicBezTo>
                    <a:pt x="18514" y="5505"/>
                    <a:pt x="18877" y="7433"/>
                    <a:pt x="18877" y="13743"/>
                  </a:cubicBezTo>
                  <a:lnTo>
                    <a:pt x="18877" y="106117"/>
                  </a:lnTo>
                  <a:cubicBezTo>
                    <a:pt x="18877" y="112427"/>
                    <a:pt x="18514" y="114355"/>
                    <a:pt x="4555" y="114355"/>
                  </a:cubicBezTo>
                  <a:lnTo>
                    <a:pt x="205" y="114355"/>
                  </a:lnTo>
                  <a:lnTo>
                    <a:pt x="205" y="119789"/>
                  </a:lnTo>
                  <a:cubicBezTo>
                    <a:pt x="6549" y="119263"/>
                    <a:pt x="19964" y="119263"/>
                    <a:pt x="26853" y="119263"/>
                  </a:cubicBezTo>
                  <a:cubicBezTo>
                    <a:pt x="33742" y="119263"/>
                    <a:pt x="47338" y="119263"/>
                    <a:pt x="53683" y="119789"/>
                  </a:cubicBezTo>
                  <a:lnTo>
                    <a:pt x="53683" y="114355"/>
                  </a:lnTo>
                  <a:lnTo>
                    <a:pt x="49332" y="114355"/>
                  </a:lnTo>
                  <a:cubicBezTo>
                    <a:pt x="35373" y="114355"/>
                    <a:pt x="35011" y="112427"/>
                    <a:pt x="35011" y="106117"/>
                  </a:cubicBezTo>
                  <a:lnTo>
                    <a:pt x="35011" y="64400"/>
                  </a:lnTo>
                  <a:close/>
                  <a:moveTo>
                    <a:pt x="34467" y="59842"/>
                  </a:moveTo>
                  <a:lnTo>
                    <a:pt x="34467" y="12516"/>
                  </a:lnTo>
                  <a:cubicBezTo>
                    <a:pt x="34467" y="6732"/>
                    <a:pt x="34829" y="5505"/>
                    <a:pt x="43350" y="5505"/>
                  </a:cubicBezTo>
                  <a:lnTo>
                    <a:pt x="59484" y="5505"/>
                  </a:lnTo>
                  <a:cubicBezTo>
                    <a:pt x="88307" y="5505"/>
                    <a:pt x="88307" y="24085"/>
                    <a:pt x="88307" y="32674"/>
                  </a:cubicBezTo>
                  <a:cubicBezTo>
                    <a:pt x="88307" y="40912"/>
                    <a:pt x="88307" y="59842"/>
                    <a:pt x="59484" y="59842"/>
                  </a:cubicBezTo>
                  <a:lnTo>
                    <a:pt x="34467" y="598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43" name="Freeform: Shape 5542">
              <a:extLst>
                <a:ext uri="{FF2B5EF4-FFF2-40B4-BE49-F238E27FC236}">
                  <a16:creationId xmlns:a16="http://schemas.microsoft.com/office/drawing/2014/main" id="{135A9D99-D91D-264A-AA56-74A17DE5A2BF}"/>
                </a:ext>
              </a:extLst>
            </p:cNvPr>
            <p:cNvSpPr/>
            <p:nvPr>
              <p:custDataLst>
                <p:tags r:id="rId153"/>
              </p:custDataLst>
            </p:nvPr>
          </p:nvSpPr>
          <p:spPr>
            <a:xfrm>
              <a:off x="5484859" y="5377609"/>
              <a:ext cx="60910" cy="77474"/>
            </a:xfrm>
            <a:custGeom>
              <a:avLst/>
              <a:gdLst>
                <a:gd name="connsiteX0" fmla="*/ 25409 w 60910"/>
                <a:gd name="connsiteY0" fmla="*/ 19352 h 77474"/>
                <a:gd name="connsiteX1" fmla="*/ 25409 w 60910"/>
                <a:gd name="connsiteY1" fmla="*/ 71 h 77474"/>
                <a:gd name="connsiteX2" fmla="*/ 211 w 60910"/>
                <a:gd name="connsiteY2" fmla="*/ 1999 h 77474"/>
                <a:gd name="connsiteX3" fmla="*/ 211 w 60910"/>
                <a:gd name="connsiteY3" fmla="*/ 7433 h 77474"/>
                <a:gd name="connsiteX4" fmla="*/ 14351 w 60910"/>
                <a:gd name="connsiteY4" fmla="*/ 17249 h 77474"/>
                <a:gd name="connsiteX5" fmla="*/ 14351 w 60910"/>
                <a:gd name="connsiteY5" fmla="*/ 64224 h 77474"/>
                <a:gd name="connsiteX6" fmla="*/ 211 w 60910"/>
                <a:gd name="connsiteY6" fmla="*/ 72112 h 77474"/>
                <a:gd name="connsiteX7" fmla="*/ 211 w 60910"/>
                <a:gd name="connsiteY7" fmla="*/ 77546 h 77474"/>
                <a:gd name="connsiteX8" fmla="*/ 20877 w 60910"/>
                <a:gd name="connsiteY8" fmla="*/ 77020 h 77474"/>
                <a:gd name="connsiteX9" fmla="*/ 43900 w 60910"/>
                <a:gd name="connsiteY9" fmla="*/ 77546 h 77474"/>
                <a:gd name="connsiteX10" fmla="*/ 43900 w 60910"/>
                <a:gd name="connsiteY10" fmla="*/ 72112 h 77474"/>
                <a:gd name="connsiteX11" fmla="*/ 40093 w 60910"/>
                <a:gd name="connsiteY11" fmla="*/ 72112 h 77474"/>
                <a:gd name="connsiteX12" fmla="*/ 26316 w 60910"/>
                <a:gd name="connsiteY12" fmla="*/ 63874 h 77474"/>
                <a:gd name="connsiteX13" fmla="*/ 26316 w 60910"/>
                <a:gd name="connsiteY13" fmla="*/ 36880 h 77474"/>
                <a:gd name="connsiteX14" fmla="*/ 47707 w 60910"/>
                <a:gd name="connsiteY14" fmla="*/ 3927 h 77474"/>
                <a:gd name="connsiteX15" fmla="*/ 49701 w 60910"/>
                <a:gd name="connsiteY15" fmla="*/ 4103 h 77474"/>
                <a:gd name="connsiteX16" fmla="*/ 45532 w 60910"/>
                <a:gd name="connsiteY16" fmla="*/ 10939 h 77474"/>
                <a:gd name="connsiteX17" fmla="*/ 53327 w 60910"/>
                <a:gd name="connsiteY17" fmla="*/ 18476 h 77474"/>
                <a:gd name="connsiteX18" fmla="*/ 61122 w 60910"/>
                <a:gd name="connsiteY18" fmla="*/ 10763 h 77474"/>
                <a:gd name="connsiteX19" fmla="*/ 47707 w 60910"/>
                <a:gd name="connsiteY19" fmla="*/ 71 h 77474"/>
                <a:gd name="connsiteX20" fmla="*/ 25409 w 60910"/>
                <a:gd name="connsiteY20" fmla="*/ 19352 h 77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910" h="77474">
                  <a:moveTo>
                    <a:pt x="25409" y="19352"/>
                  </a:moveTo>
                  <a:lnTo>
                    <a:pt x="25409" y="71"/>
                  </a:lnTo>
                  <a:lnTo>
                    <a:pt x="211" y="1999"/>
                  </a:lnTo>
                  <a:lnTo>
                    <a:pt x="211" y="7433"/>
                  </a:lnTo>
                  <a:cubicBezTo>
                    <a:pt x="12901" y="7433"/>
                    <a:pt x="14351" y="8660"/>
                    <a:pt x="14351" y="17249"/>
                  </a:cubicBezTo>
                  <a:lnTo>
                    <a:pt x="14351" y="64224"/>
                  </a:lnTo>
                  <a:cubicBezTo>
                    <a:pt x="14351" y="72112"/>
                    <a:pt x="12357" y="72112"/>
                    <a:pt x="211" y="72112"/>
                  </a:cubicBezTo>
                  <a:lnTo>
                    <a:pt x="211" y="77546"/>
                  </a:lnTo>
                  <a:cubicBezTo>
                    <a:pt x="7281" y="77371"/>
                    <a:pt x="15802" y="77020"/>
                    <a:pt x="20877" y="77020"/>
                  </a:cubicBezTo>
                  <a:cubicBezTo>
                    <a:pt x="28129" y="77020"/>
                    <a:pt x="36649" y="77020"/>
                    <a:pt x="43900" y="77546"/>
                  </a:cubicBezTo>
                  <a:lnTo>
                    <a:pt x="43900" y="72112"/>
                  </a:lnTo>
                  <a:lnTo>
                    <a:pt x="40093" y="72112"/>
                  </a:lnTo>
                  <a:cubicBezTo>
                    <a:pt x="26678" y="72112"/>
                    <a:pt x="26316" y="70184"/>
                    <a:pt x="26316" y="63874"/>
                  </a:cubicBezTo>
                  <a:lnTo>
                    <a:pt x="26316" y="36880"/>
                  </a:lnTo>
                  <a:cubicBezTo>
                    <a:pt x="26316" y="19528"/>
                    <a:pt x="33930" y="3927"/>
                    <a:pt x="47707" y="3927"/>
                  </a:cubicBezTo>
                  <a:cubicBezTo>
                    <a:pt x="48976" y="3927"/>
                    <a:pt x="49339" y="3927"/>
                    <a:pt x="49701" y="4103"/>
                  </a:cubicBezTo>
                  <a:cubicBezTo>
                    <a:pt x="49157" y="4278"/>
                    <a:pt x="45532" y="6381"/>
                    <a:pt x="45532" y="10939"/>
                  </a:cubicBezTo>
                  <a:cubicBezTo>
                    <a:pt x="45532" y="15847"/>
                    <a:pt x="49339" y="18476"/>
                    <a:pt x="53327" y="18476"/>
                  </a:cubicBezTo>
                  <a:cubicBezTo>
                    <a:pt x="56590" y="18476"/>
                    <a:pt x="61122" y="16372"/>
                    <a:pt x="61122" y="10763"/>
                  </a:cubicBezTo>
                  <a:cubicBezTo>
                    <a:pt x="61122" y="5154"/>
                    <a:pt x="55502" y="71"/>
                    <a:pt x="47707" y="71"/>
                  </a:cubicBezTo>
                  <a:cubicBezTo>
                    <a:pt x="34474" y="71"/>
                    <a:pt x="27947" y="11815"/>
                    <a:pt x="25409" y="1935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63" name="Freeform: Shape 5562">
              <a:extLst>
                <a:ext uri="{FF2B5EF4-FFF2-40B4-BE49-F238E27FC236}">
                  <a16:creationId xmlns:a16="http://schemas.microsoft.com/office/drawing/2014/main" id="{21198984-63DF-93F7-4AD4-71945593E2D9}"/>
                </a:ext>
              </a:extLst>
            </p:cNvPr>
            <p:cNvSpPr/>
            <p:nvPr>
              <p:custDataLst>
                <p:tags r:id="rId154"/>
              </p:custDataLst>
            </p:nvPr>
          </p:nvSpPr>
          <p:spPr>
            <a:xfrm>
              <a:off x="5568732" y="5323622"/>
              <a:ext cx="42057" cy="175281"/>
            </a:xfrm>
            <a:custGeom>
              <a:avLst/>
              <a:gdLst>
                <a:gd name="connsiteX0" fmla="*/ 42273 w 42057"/>
                <a:gd name="connsiteY0" fmla="*/ 173600 h 175281"/>
                <a:gd name="connsiteX1" fmla="*/ 39191 w 42057"/>
                <a:gd name="connsiteY1" fmla="*/ 169744 h 175281"/>
                <a:gd name="connsiteX2" fmla="*/ 10730 w 42057"/>
                <a:gd name="connsiteY2" fmla="*/ 87712 h 175281"/>
                <a:gd name="connsiteX3" fmla="*/ 39916 w 42057"/>
                <a:gd name="connsiteY3" fmla="*/ 4804 h 175281"/>
                <a:gd name="connsiteX4" fmla="*/ 42273 w 42057"/>
                <a:gd name="connsiteY4" fmla="*/ 1824 h 175281"/>
                <a:gd name="connsiteX5" fmla="*/ 40460 w 42057"/>
                <a:gd name="connsiteY5" fmla="*/ 71 h 175281"/>
                <a:gd name="connsiteX6" fmla="*/ 11636 w 42057"/>
                <a:gd name="connsiteY6" fmla="*/ 34251 h 175281"/>
                <a:gd name="connsiteX7" fmla="*/ 215 w 42057"/>
                <a:gd name="connsiteY7" fmla="*/ 87712 h 175281"/>
                <a:gd name="connsiteX8" fmla="*/ 12180 w 42057"/>
                <a:gd name="connsiteY8" fmla="*/ 142400 h 175281"/>
                <a:gd name="connsiteX9" fmla="*/ 40460 w 42057"/>
                <a:gd name="connsiteY9" fmla="*/ 175353 h 175281"/>
                <a:gd name="connsiteX10" fmla="*/ 42273 w 42057"/>
                <a:gd name="connsiteY10" fmla="*/ 173600 h 175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57" h="175281">
                  <a:moveTo>
                    <a:pt x="42273" y="173600"/>
                  </a:moveTo>
                  <a:cubicBezTo>
                    <a:pt x="42273" y="173074"/>
                    <a:pt x="42273" y="172724"/>
                    <a:pt x="39191" y="169744"/>
                  </a:cubicBezTo>
                  <a:cubicBezTo>
                    <a:pt x="16531" y="147659"/>
                    <a:pt x="10730" y="114530"/>
                    <a:pt x="10730" y="87712"/>
                  </a:cubicBezTo>
                  <a:cubicBezTo>
                    <a:pt x="10730" y="57213"/>
                    <a:pt x="17618" y="26714"/>
                    <a:pt x="39916" y="4804"/>
                  </a:cubicBezTo>
                  <a:cubicBezTo>
                    <a:pt x="42273" y="2700"/>
                    <a:pt x="42273" y="2350"/>
                    <a:pt x="42273" y="1824"/>
                  </a:cubicBezTo>
                  <a:cubicBezTo>
                    <a:pt x="42273" y="597"/>
                    <a:pt x="41547" y="71"/>
                    <a:pt x="40460" y="71"/>
                  </a:cubicBezTo>
                  <a:cubicBezTo>
                    <a:pt x="38647" y="71"/>
                    <a:pt x="22332" y="11990"/>
                    <a:pt x="11636" y="34251"/>
                  </a:cubicBezTo>
                  <a:cubicBezTo>
                    <a:pt x="2391" y="53532"/>
                    <a:pt x="215" y="72988"/>
                    <a:pt x="215" y="87712"/>
                  </a:cubicBezTo>
                  <a:cubicBezTo>
                    <a:pt x="215" y="101384"/>
                    <a:pt x="2209" y="122593"/>
                    <a:pt x="12180" y="142400"/>
                  </a:cubicBezTo>
                  <a:cubicBezTo>
                    <a:pt x="23057" y="163960"/>
                    <a:pt x="38647" y="175353"/>
                    <a:pt x="40460" y="175353"/>
                  </a:cubicBezTo>
                  <a:cubicBezTo>
                    <a:pt x="41547" y="175353"/>
                    <a:pt x="42273" y="174827"/>
                    <a:pt x="42273" y="17360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64" name="Freeform: Shape 5563">
              <a:extLst>
                <a:ext uri="{FF2B5EF4-FFF2-40B4-BE49-F238E27FC236}">
                  <a16:creationId xmlns:a16="http://schemas.microsoft.com/office/drawing/2014/main" id="{24CD2A6B-F90D-961A-052A-91B210FD0E26}"/>
                </a:ext>
              </a:extLst>
            </p:cNvPr>
            <p:cNvSpPr/>
            <p:nvPr>
              <p:custDataLst>
                <p:tags r:id="rId155"/>
              </p:custDataLst>
            </p:nvPr>
          </p:nvSpPr>
          <p:spPr>
            <a:xfrm>
              <a:off x="5626541" y="5377609"/>
              <a:ext cx="83570" cy="113407"/>
            </a:xfrm>
            <a:custGeom>
              <a:avLst/>
              <a:gdLst>
                <a:gd name="connsiteX0" fmla="*/ 83065 w 83570"/>
                <a:gd name="connsiteY0" fmla="*/ 10763 h 113407"/>
                <a:gd name="connsiteX1" fmla="*/ 83790 w 83570"/>
                <a:gd name="connsiteY1" fmla="*/ 6732 h 113407"/>
                <a:gd name="connsiteX2" fmla="*/ 78533 w 83570"/>
                <a:gd name="connsiteY2" fmla="*/ 1999 h 113407"/>
                <a:gd name="connsiteX3" fmla="*/ 72188 w 83570"/>
                <a:gd name="connsiteY3" fmla="*/ 5680 h 113407"/>
                <a:gd name="connsiteX4" fmla="*/ 69650 w 83570"/>
                <a:gd name="connsiteY4" fmla="*/ 15145 h 113407"/>
                <a:gd name="connsiteX5" fmla="*/ 66024 w 83570"/>
                <a:gd name="connsiteY5" fmla="*/ 29168 h 113407"/>
                <a:gd name="connsiteX6" fmla="*/ 57867 w 83570"/>
                <a:gd name="connsiteY6" fmla="*/ 60719 h 113407"/>
                <a:gd name="connsiteX7" fmla="*/ 37382 w 83570"/>
                <a:gd name="connsiteY7" fmla="*/ 75618 h 113407"/>
                <a:gd name="connsiteX8" fmla="*/ 26142 w 83570"/>
                <a:gd name="connsiteY8" fmla="*/ 61420 h 113407"/>
                <a:gd name="connsiteX9" fmla="*/ 35388 w 83570"/>
                <a:gd name="connsiteY9" fmla="*/ 27065 h 113407"/>
                <a:gd name="connsiteX10" fmla="*/ 39013 w 83570"/>
                <a:gd name="connsiteY10" fmla="*/ 14444 h 113407"/>
                <a:gd name="connsiteX11" fmla="*/ 24148 w 83570"/>
                <a:gd name="connsiteY11" fmla="*/ 71 h 113407"/>
                <a:gd name="connsiteX12" fmla="*/ 219 w 83570"/>
                <a:gd name="connsiteY12" fmla="*/ 27065 h 113407"/>
                <a:gd name="connsiteX13" fmla="*/ 2394 w 83570"/>
                <a:gd name="connsiteY13" fmla="*/ 28817 h 113407"/>
                <a:gd name="connsiteX14" fmla="*/ 5295 w 83570"/>
                <a:gd name="connsiteY14" fmla="*/ 25662 h 113407"/>
                <a:gd name="connsiteX15" fmla="*/ 23604 w 83570"/>
                <a:gd name="connsiteY15" fmla="*/ 3927 h 113407"/>
                <a:gd name="connsiteX16" fmla="*/ 28136 w 83570"/>
                <a:gd name="connsiteY16" fmla="*/ 9536 h 113407"/>
                <a:gd name="connsiteX17" fmla="*/ 25055 w 83570"/>
                <a:gd name="connsiteY17" fmla="*/ 21806 h 113407"/>
                <a:gd name="connsiteX18" fmla="*/ 14540 w 83570"/>
                <a:gd name="connsiteY18" fmla="*/ 58615 h 113407"/>
                <a:gd name="connsiteX19" fmla="*/ 36657 w 83570"/>
                <a:gd name="connsiteY19" fmla="*/ 79474 h 113407"/>
                <a:gd name="connsiteX20" fmla="*/ 54966 w 83570"/>
                <a:gd name="connsiteY20" fmla="*/ 71586 h 113407"/>
                <a:gd name="connsiteX21" fmla="*/ 43183 w 83570"/>
                <a:gd name="connsiteY21" fmla="*/ 98580 h 113407"/>
                <a:gd name="connsiteX22" fmla="*/ 23242 w 83570"/>
                <a:gd name="connsiteY22" fmla="*/ 109622 h 113407"/>
                <a:gd name="connsiteX23" fmla="*/ 9464 w 83570"/>
                <a:gd name="connsiteY23" fmla="*/ 102261 h 113407"/>
                <a:gd name="connsiteX24" fmla="*/ 17260 w 83570"/>
                <a:gd name="connsiteY24" fmla="*/ 100157 h 113407"/>
                <a:gd name="connsiteX25" fmla="*/ 20885 w 83570"/>
                <a:gd name="connsiteY25" fmla="*/ 92971 h 113407"/>
                <a:gd name="connsiteX26" fmla="*/ 14178 w 83570"/>
                <a:gd name="connsiteY26" fmla="*/ 86836 h 113407"/>
                <a:gd name="connsiteX27" fmla="*/ 4026 w 83570"/>
                <a:gd name="connsiteY27" fmla="*/ 98229 h 113407"/>
                <a:gd name="connsiteX28" fmla="*/ 23242 w 83570"/>
                <a:gd name="connsiteY28" fmla="*/ 113479 h 113407"/>
                <a:gd name="connsiteX29" fmla="*/ 65662 w 83570"/>
                <a:gd name="connsiteY29" fmla="*/ 77721 h 113407"/>
                <a:gd name="connsiteX30" fmla="*/ 83065 w 83570"/>
                <a:gd name="connsiteY30" fmla="*/ 10763 h 113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3570" h="113407">
                  <a:moveTo>
                    <a:pt x="83065" y="10763"/>
                  </a:moveTo>
                  <a:cubicBezTo>
                    <a:pt x="83790" y="8309"/>
                    <a:pt x="83790" y="7959"/>
                    <a:pt x="83790" y="6732"/>
                  </a:cubicBezTo>
                  <a:cubicBezTo>
                    <a:pt x="83790" y="3577"/>
                    <a:pt x="81252" y="1999"/>
                    <a:pt x="78533" y="1999"/>
                  </a:cubicBezTo>
                  <a:cubicBezTo>
                    <a:pt x="76720" y="1999"/>
                    <a:pt x="73819" y="3051"/>
                    <a:pt x="72188" y="5680"/>
                  </a:cubicBezTo>
                  <a:cubicBezTo>
                    <a:pt x="71825" y="6557"/>
                    <a:pt x="70375" y="11990"/>
                    <a:pt x="69650" y="15145"/>
                  </a:cubicBezTo>
                  <a:cubicBezTo>
                    <a:pt x="68381" y="19703"/>
                    <a:pt x="67112" y="24435"/>
                    <a:pt x="66024" y="29168"/>
                  </a:cubicBezTo>
                  <a:lnTo>
                    <a:pt x="57867" y="60719"/>
                  </a:lnTo>
                  <a:cubicBezTo>
                    <a:pt x="57141" y="63348"/>
                    <a:pt x="49346" y="75618"/>
                    <a:pt x="37382" y="75618"/>
                  </a:cubicBezTo>
                  <a:cubicBezTo>
                    <a:pt x="28136" y="75618"/>
                    <a:pt x="26142" y="67905"/>
                    <a:pt x="26142" y="61420"/>
                  </a:cubicBezTo>
                  <a:cubicBezTo>
                    <a:pt x="26142" y="53357"/>
                    <a:pt x="29224" y="42489"/>
                    <a:pt x="35388" y="27065"/>
                  </a:cubicBezTo>
                  <a:cubicBezTo>
                    <a:pt x="38288" y="19878"/>
                    <a:pt x="39013" y="17950"/>
                    <a:pt x="39013" y="14444"/>
                  </a:cubicBezTo>
                  <a:cubicBezTo>
                    <a:pt x="39013" y="6557"/>
                    <a:pt x="33212" y="71"/>
                    <a:pt x="24148" y="71"/>
                  </a:cubicBezTo>
                  <a:cubicBezTo>
                    <a:pt x="6927" y="71"/>
                    <a:pt x="219" y="25487"/>
                    <a:pt x="219" y="27065"/>
                  </a:cubicBezTo>
                  <a:cubicBezTo>
                    <a:pt x="219" y="28817"/>
                    <a:pt x="2032" y="28817"/>
                    <a:pt x="2394" y="28817"/>
                  </a:cubicBezTo>
                  <a:cubicBezTo>
                    <a:pt x="4207" y="28817"/>
                    <a:pt x="4389" y="28467"/>
                    <a:pt x="5295" y="25662"/>
                  </a:cubicBezTo>
                  <a:cubicBezTo>
                    <a:pt x="10190" y="9186"/>
                    <a:pt x="17441" y="3927"/>
                    <a:pt x="23604" y="3927"/>
                  </a:cubicBezTo>
                  <a:cubicBezTo>
                    <a:pt x="25055" y="3927"/>
                    <a:pt x="28136" y="3927"/>
                    <a:pt x="28136" y="9536"/>
                  </a:cubicBezTo>
                  <a:cubicBezTo>
                    <a:pt x="28136" y="13919"/>
                    <a:pt x="26324" y="18476"/>
                    <a:pt x="25055" y="21806"/>
                  </a:cubicBezTo>
                  <a:cubicBezTo>
                    <a:pt x="17803" y="40386"/>
                    <a:pt x="14540" y="50377"/>
                    <a:pt x="14540" y="58615"/>
                  </a:cubicBezTo>
                  <a:cubicBezTo>
                    <a:pt x="14540" y="74215"/>
                    <a:pt x="25961" y="79474"/>
                    <a:pt x="36657" y="79474"/>
                  </a:cubicBezTo>
                  <a:cubicBezTo>
                    <a:pt x="43727" y="79474"/>
                    <a:pt x="49890" y="76494"/>
                    <a:pt x="54966" y="71586"/>
                  </a:cubicBezTo>
                  <a:cubicBezTo>
                    <a:pt x="52609" y="80701"/>
                    <a:pt x="50434" y="89290"/>
                    <a:pt x="43183" y="98580"/>
                  </a:cubicBezTo>
                  <a:cubicBezTo>
                    <a:pt x="38469" y="104539"/>
                    <a:pt x="31581" y="109622"/>
                    <a:pt x="23242" y="109622"/>
                  </a:cubicBezTo>
                  <a:cubicBezTo>
                    <a:pt x="20704" y="109622"/>
                    <a:pt x="12546" y="109097"/>
                    <a:pt x="9464" y="102261"/>
                  </a:cubicBezTo>
                  <a:cubicBezTo>
                    <a:pt x="12365" y="102261"/>
                    <a:pt x="14722" y="102261"/>
                    <a:pt x="17260" y="100157"/>
                  </a:cubicBezTo>
                  <a:cubicBezTo>
                    <a:pt x="19072" y="98580"/>
                    <a:pt x="20885" y="96301"/>
                    <a:pt x="20885" y="92971"/>
                  </a:cubicBezTo>
                  <a:cubicBezTo>
                    <a:pt x="20885" y="87537"/>
                    <a:pt x="15991" y="86836"/>
                    <a:pt x="14178" y="86836"/>
                  </a:cubicBezTo>
                  <a:cubicBezTo>
                    <a:pt x="10008" y="86836"/>
                    <a:pt x="4026" y="89640"/>
                    <a:pt x="4026" y="98229"/>
                  </a:cubicBezTo>
                  <a:cubicBezTo>
                    <a:pt x="4026" y="106993"/>
                    <a:pt x="12002" y="113479"/>
                    <a:pt x="23242" y="113479"/>
                  </a:cubicBezTo>
                  <a:cubicBezTo>
                    <a:pt x="41914" y="113479"/>
                    <a:pt x="60586" y="97528"/>
                    <a:pt x="65662" y="77721"/>
                  </a:cubicBezTo>
                  <a:lnTo>
                    <a:pt x="83065" y="1076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65" name="Freeform: Shape 5564">
              <a:extLst>
                <a:ext uri="{FF2B5EF4-FFF2-40B4-BE49-F238E27FC236}">
                  <a16:creationId xmlns:a16="http://schemas.microsoft.com/office/drawing/2014/main" id="{2C949383-2722-DD22-BE98-6C400216ABD0}"/>
                </a:ext>
              </a:extLst>
            </p:cNvPr>
            <p:cNvSpPr/>
            <p:nvPr>
              <p:custDataLst>
                <p:tags r:id="rId156"/>
              </p:custDataLst>
            </p:nvPr>
          </p:nvSpPr>
          <p:spPr>
            <a:xfrm>
              <a:off x="5777173" y="5390755"/>
              <a:ext cx="120552" cy="41015"/>
            </a:xfrm>
            <a:custGeom>
              <a:avLst/>
              <a:gdLst>
                <a:gd name="connsiteX0" fmla="*/ 114616 w 120552"/>
                <a:gd name="connsiteY0" fmla="*/ 7083 h 41015"/>
                <a:gd name="connsiteX1" fmla="*/ 120779 w 120552"/>
                <a:gd name="connsiteY1" fmla="*/ 3577 h 41015"/>
                <a:gd name="connsiteX2" fmla="*/ 114797 w 120552"/>
                <a:gd name="connsiteY2" fmla="*/ 71 h 41015"/>
                <a:gd name="connsiteX3" fmla="*/ 6209 w 120552"/>
                <a:gd name="connsiteY3" fmla="*/ 71 h 41015"/>
                <a:gd name="connsiteX4" fmla="*/ 227 w 120552"/>
                <a:gd name="connsiteY4" fmla="*/ 3577 h 41015"/>
                <a:gd name="connsiteX5" fmla="*/ 6391 w 120552"/>
                <a:gd name="connsiteY5" fmla="*/ 7083 h 41015"/>
                <a:gd name="connsiteX6" fmla="*/ 114616 w 120552"/>
                <a:gd name="connsiteY6" fmla="*/ 7083 h 41015"/>
                <a:gd name="connsiteX7" fmla="*/ 114797 w 120552"/>
                <a:gd name="connsiteY7" fmla="*/ 41087 h 41015"/>
                <a:gd name="connsiteX8" fmla="*/ 120779 w 120552"/>
                <a:gd name="connsiteY8" fmla="*/ 37582 h 41015"/>
                <a:gd name="connsiteX9" fmla="*/ 114616 w 120552"/>
                <a:gd name="connsiteY9" fmla="*/ 34076 h 41015"/>
                <a:gd name="connsiteX10" fmla="*/ 6391 w 120552"/>
                <a:gd name="connsiteY10" fmla="*/ 34076 h 41015"/>
                <a:gd name="connsiteX11" fmla="*/ 227 w 120552"/>
                <a:gd name="connsiteY11" fmla="*/ 37582 h 41015"/>
                <a:gd name="connsiteX12" fmla="*/ 6209 w 120552"/>
                <a:gd name="connsiteY12" fmla="*/ 41087 h 41015"/>
                <a:gd name="connsiteX13" fmla="*/ 114797 w 120552"/>
                <a:gd name="connsiteY13" fmla="*/ 41087 h 41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552" h="41015">
                  <a:moveTo>
                    <a:pt x="114616" y="7083"/>
                  </a:moveTo>
                  <a:cubicBezTo>
                    <a:pt x="117335" y="7083"/>
                    <a:pt x="120779" y="7083"/>
                    <a:pt x="120779" y="3577"/>
                  </a:cubicBezTo>
                  <a:cubicBezTo>
                    <a:pt x="120779" y="71"/>
                    <a:pt x="117335" y="71"/>
                    <a:pt x="114797" y="71"/>
                  </a:cubicBezTo>
                  <a:lnTo>
                    <a:pt x="6209" y="71"/>
                  </a:lnTo>
                  <a:cubicBezTo>
                    <a:pt x="3671" y="71"/>
                    <a:pt x="227" y="71"/>
                    <a:pt x="227" y="3577"/>
                  </a:cubicBezTo>
                  <a:cubicBezTo>
                    <a:pt x="227" y="7083"/>
                    <a:pt x="3671" y="7083"/>
                    <a:pt x="6391" y="7083"/>
                  </a:cubicBezTo>
                  <a:lnTo>
                    <a:pt x="114616" y="7083"/>
                  </a:lnTo>
                  <a:close/>
                  <a:moveTo>
                    <a:pt x="114797" y="41087"/>
                  </a:moveTo>
                  <a:cubicBezTo>
                    <a:pt x="117335" y="41087"/>
                    <a:pt x="120779" y="41087"/>
                    <a:pt x="120779" y="37582"/>
                  </a:cubicBezTo>
                  <a:cubicBezTo>
                    <a:pt x="120779" y="34076"/>
                    <a:pt x="117335" y="34076"/>
                    <a:pt x="114616" y="34076"/>
                  </a:cubicBezTo>
                  <a:lnTo>
                    <a:pt x="6391" y="34076"/>
                  </a:lnTo>
                  <a:cubicBezTo>
                    <a:pt x="3671" y="34076"/>
                    <a:pt x="227" y="34076"/>
                    <a:pt x="227" y="37582"/>
                  </a:cubicBezTo>
                  <a:cubicBezTo>
                    <a:pt x="227" y="41087"/>
                    <a:pt x="3671" y="41087"/>
                    <a:pt x="6209" y="41087"/>
                  </a:cubicBezTo>
                  <a:lnTo>
                    <a:pt x="114797" y="4108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66" name="Freeform: Shape 5565">
              <a:extLst>
                <a:ext uri="{FF2B5EF4-FFF2-40B4-BE49-F238E27FC236}">
                  <a16:creationId xmlns:a16="http://schemas.microsoft.com/office/drawing/2014/main" id="{31A1E839-DC78-39C5-BCC4-E3EC98F6EBF8}"/>
                </a:ext>
              </a:extLst>
            </p:cNvPr>
            <p:cNvSpPr/>
            <p:nvPr>
              <p:custDataLst>
                <p:tags r:id="rId157"/>
              </p:custDataLst>
            </p:nvPr>
          </p:nvSpPr>
          <p:spPr>
            <a:xfrm>
              <a:off x="5974507" y="5338346"/>
              <a:ext cx="59822" cy="116737"/>
            </a:xfrm>
            <a:custGeom>
              <a:avLst/>
              <a:gdLst>
                <a:gd name="connsiteX0" fmla="*/ 37400 w 59822"/>
                <a:gd name="connsiteY0" fmla="*/ 4629 h 116737"/>
                <a:gd name="connsiteX1" fmla="*/ 33231 w 59822"/>
                <a:gd name="connsiteY1" fmla="*/ 71 h 116737"/>
                <a:gd name="connsiteX2" fmla="*/ 238 w 59822"/>
                <a:gd name="connsiteY2" fmla="*/ 11289 h 116737"/>
                <a:gd name="connsiteX3" fmla="*/ 238 w 59822"/>
                <a:gd name="connsiteY3" fmla="*/ 16723 h 116737"/>
                <a:gd name="connsiteX4" fmla="*/ 23986 w 59822"/>
                <a:gd name="connsiteY4" fmla="*/ 12166 h 116737"/>
                <a:gd name="connsiteX5" fmla="*/ 23986 w 59822"/>
                <a:gd name="connsiteY5" fmla="*/ 102962 h 116737"/>
                <a:gd name="connsiteX6" fmla="*/ 7126 w 59822"/>
                <a:gd name="connsiteY6" fmla="*/ 111375 h 116737"/>
                <a:gd name="connsiteX7" fmla="*/ 1325 w 59822"/>
                <a:gd name="connsiteY7" fmla="*/ 111375 h 116737"/>
                <a:gd name="connsiteX8" fmla="*/ 1325 w 59822"/>
                <a:gd name="connsiteY8" fmla="*/ 116809 h 116737"/>
                <a:gd name="connsiteX9" fmla="*/ 30693 w 59822"/>
                <a:gd name="connsiteY9" fmla="*/ 116283 h 116737"/>
                <a:gd name="connsiteX10" fmla="*/ 60060 w 59822"/>
                <a:gd name="connsiteY10" fmla="*/ 116809 h 116737"/>
                <a:gd name="connsiteX11" fmla="*/ 60060 w 59822"/>
                <a:gd name="connsiteY11" fmla="*/ 111375 h 116737"/>
                <a:gd name="connsiteX12" fmla="*/ 54259 w 59822"/>
                <a:gd name="connsiteY12" fmla="*/ 111375 h 116737"/>
                <a:gd name="connsiteX13" fmla="*/ 37400 w 59822"/>
                <a:gd name="connsiteY13" fmla="*/ 102962 h 116737"/>
                <a:gd name="connsiteX14" fmla="*/ 37400 w 59822"/>
                <a:gd name="connsiteY14" fmla="*/ 4629 h 11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822" h="116737">
                  <a:moveTo>
                    <a:pt x="37400" y="4629"/>
                  </a:moveTo>
                  <a:cubicBezTo>
                    <a:pt x="37400" y="422"/>
                    <a:pt x="37400" y="71"/>
                    <a:pt x="33231" y="71"/>
                  </a:cubicBezTo>
                  <a:cubicBezTo>
                    <a:pt x="21991" y="11289"/>
                    <a:pt x="6039" y="11289"/>
                    <a:pt x="238" y="11289"/>
                  </a:cubicBezTo>
                  <a:lnTo>
                    <a:pt x="238" y="16723"/>
                  </a:lnTo>
                  <a:cubicBezTo>
                    <a:pt x="3863" y="16723"/>
                    <a:pt x="14559" y="16723"/>
                    <a:pt x="23986" y="12166"/>
                  </a:cubicBezTo>
                  <a:lnTo>
                    <a:pt x="23986" y="102962"/>
                  </a:lnTo>
                  <a:cubicBezTo>
                    <a:pt x="23986" y="109272"/>
                    <a:pt x="23442" y="111375"/>
                    <a:pt x="7126" y="111375"/>
                  </a:cubicBezTo>
                  <a:lnTo>
                    <a:pt x="1325" y="111375"/>
                  </a:lnTo>
                  <a:lnTo>
                    <a:pt x="1325" y="116809"/>
                  </a:lnTo>
                  <a:cubicBezTo>
                    <a:pt x="7670" y="116283"/>
                    <a:pt x="23442" y="116283"/>
                    <a:pt x="30693" y="116283"/>
                  </a:cubicBezTo>
                  <a:cubicBezTo>
                    <a:pt x="37944" y="116283"/>
                    <a:pt x="53716" y="116283"/>
                    <a:pt x="60060" y="116809"/>
                  </a:cubicBezTo>
                  <a:lnTo>
                    <a:pt x="60060" y="111375"/>
                  </a:lnTo>
                  <a:lnTo>
                    <a:pt x="54259" y="111375"/>
                  </a:lnTo>
                  <a:cubicBezTo>
                    <a:pt x="37944" y="111375"/>
                    <a:pt x="37400" y="109447"/>
                    <a:pt x="37400" y="102962"/>
                  </a:cubicBezTo>
                  <a:lnTo>
                    <a:pt x="37400" y="462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67" name="Freeform: Shape 5566">
              <a:extLst>
                <a:ext uri="{FF2B5EF4-FFF2-40B4-BE49-F238E27FC236}">
                  <a16:creationId xmlns:a16="http://schemas.microsoft.com/office/drawing/2014/main" id="{175E443C-F98F-48E1-4C74-ADEA4869DBEA}"/>
                </a:ext>
              </a:extLst>
            </p:cNvPr>
            <p:cNvSpPr/>
            <p:nvPr>
              <p:custDataLst>
                <p:tags r:id="rId158"/>
              </p:custDataLst>
            </p:nvPr>
          </p:nvSpPr>
          <p:spPr>
            <a:xfrm>
              <a:off x="6120941" y="5323622"/>
              <a:ext cx="7251" cy="175281"/>
            </a:xfrm>
            <a:custGeom>
              <a:avLst/>
              <a:gdLst>
                <a:gd name="connsiteX0" fmla="*/ 7497 w 7251"/>
                <a:gd name="connsiteY0" fmla="*/ 6381 h 175281"/>
                <a:gd name="connsiteX1" fmla="*/ 3871 w 7251"/>
                <a:gd name="connsiteY1" fmla="*/ 71 h 175281"/>
                <a:gd name="connsiteX2" fmla="*/ 245 w 7251"/>
                <a:gd name="connsiteY2" fmla="*/ 6381 h 175281"/>
                <a:gd name="connsiteX3" fmla="*/ 245 w 7251"/>
                <a:gd name="connsiteY3" fmla="*/ 169043 h 175281"/>
                <a:gd name="connsiteX4" fmla="*/ 3871 w 7251"/>
                <a:gd name="connsiteY4" fmla="*/ 175353 h 175281"/>
                <a:gd name="connsiteX5" fmla="*/ 7497 w 7251"/>
                <a:gd name="connsiteY5" fmla="*/ 169043 h 175281"/>
                <a:gd name="connsiteX6" fmla="*/ 7497 w 7251"/>
                <a:gd name="connsiteY6" fmla="*/ 6381 h 175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51" h="175281">
                  <a:moveTo>
                    <a:pt x="7497" y="6381"/>
                  </a:moveTo>
                  <a:cubicBezTo>
                    <a:pt x="7497" y="3226"/>
                    <a:pt x="7497" y="71"/>
                    <a:pt x="3871" y="71"/>
                  </a:cubicBezTo>
                  <a:cubicBezTo>
                    <a:pt x="245" y="71"/>
                    <a:pt x="245" y="3226"/>
                    <a:pt x="245" y="6381"/>
                  </a:cubicBezTo>
                  <a:lnTo>
                    <a:pt x="245" y="169043"/>
                  </a:lnTo>
                  <a:cubicBezTo>
                    <a:pt x="245" y="172198"/>
                    <a:pt x="245" y="175353"/>
                    <a:pt x="3871" y="175353"/>
                  </a:cubicBezTo>
                  <a:cubicBezTo>
                    <a:pt x="7497" y="175353"/>
                    <a:pt x="7497" y="172198"/>
                    <a:pt x="7497" y="169043"/>
                  </a:cubicBezTo>
                  <a:lnTo>
                    <a:pt x="7497" y="638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84" name="Freeform: Shape 5183">
              <a:extLst>
                <a:ext uri="{FF2B5EF4-FFF2-40B4-BE49-F238E27FC236}">
                  <a16:creationId xmlns:a16="http://schemas.microsoft.com/office/drawing/2014/main" id="{C77AD5DC-1320-09C4-D025-C7318506211B}"/>
                </a:ext>
              </a:extLst>
            </p:cNvPr>
            <p:cNvSpPr/>
            <p:nvPr>
              <p:custDataLst>
                <p:tags r:id="rId159"/>
              </p:custDataLst>
            </p:nvPr>
          </p:nvSpPr>
          <p:spPr>
            <a:xfrm>
              <a:off x="6204067" y="5377259"/>
              <a:ext cx="102061" cy="77825"/>
            </a:xfrm>
            <a:custGeom>
              <a:avLst/>
              <a:gdLst>
                <a:gd name="connsiteX0" fmla="*/ 58986 w 102061"/>
                <a:gd name="connsiteY0" fmla="*/ 34777 h 77825"/>
                <a:gd name="connsiteX1" fmla="*/ 80196 w 102061"/>
                <a:gd name="connsiteY1" fmla="*/ 11990 h 77825"/>
                <a:gd name="connsiteX2" fmla="*/ 98687 w 102061"/>
                <a:gd name="connsiteY2" fmla="*/ 8309 h 77825"/>
                <a:gd name="connsiteX3" fmla="*/ 98687 w 102061"/>
                <a:gd name="connsiteY3" fmla="*/ 71 h 77825"/>
                <a:gd name="connsiteX4" fmla="*/ 82009 w 102061"/>
                <a:gd name="connsiteY4" fmla="*/ 597 h 77825"/>
                <a:gd name="connsiteX5" fmla="*/ 63337 w 102061"/>
                <a:gd name="connsiteY5" fmla="*/ 71 h 77825"/>
                <a:gd name="connsiteX6" fmla="*/ 63337 w 102061"/>
                <a:gd name="connsiteY6" fmla="*/ 8309 h 77825"/>
                <a:gd name="connsiteX7" fmla="*/ 70226 w 102061"/>
                <a:gd name="connsiteY7" fmla="*/ 9887 h 77825"/>
                <a:gd name="connsiteX8" fmla="*/ 68775 w 102061"/>
                <a:gd name="connsiteY8" fmla="*/ 11990 h 77825"/>
                <a:gd name="connsiteX9" fmla="*/ 53548 w 102061"/>
                <a:gd name="connsiteY9" fmla="*/ 28467 h 77825"/>
                <a:gd name="connsiteX10" fmla="*/ 35782 w 102061"/>
                <a:gd name="connsiteY10" fmla="*/ 8309 h 77825"/>
                <a:gd name="connsiteX11" fmla="*/ 43033 w 102061"/>
                <a:gd name="connsiteY11" fmla="*/ 8309 h 77825"/>
                <a:gd name="connsiteX12" fmla="*/ 43033 w 102061"/>
                <a:gd name="connsiteY12" fmla="*/ 71 h 77825"/>
                <a:gd name="connsiteX13" fmla="*/ 21098 w 102061"/>
                <a:gd name="connsiteY13" fmla="*/ 597 h 77825"/>
                <a:gd name="connsiteX14" fmla="*/ 1157 w 102061"/>
                <a:gd name="connsiteY14" fmla="*/ 71 h 77825"/>
                <a:gd name="connsiteX15" fmla="*/ 1157 w 102061"/>
                <a:gd name="connsiteY15" fmla="*/ 8309 h 77825"/>
                <a:gd name="connsiteX16" fmla="*/ 14028 w 102061"/>
                <a:gd name="connsiteY16" fmla="*/ 8309 h 77825"/>
                <a:gd name="connsiteX17" fmla="*/ 42308 w 102061"/>
                <a:gd name="connsiteY17" fmla="*/ 40561 h 77825"/>
                <a:gd name="connsiteX18" fmla="*/ 18560 w 102061"/>
                <a:gd name="connsiteY18" fmla="*/ 66328 h 77825"/>
                <a:gd name="connsiteX19" fmla="*/ 251 w 102061"/>
                <a:gd name="connsiteY19" fmla="*/ 69658 h 77825"/>
                <a:gd name="connsiteX20" fmla="*/ 251 w 102061"/>
                <a:gd name="connsiteY20" fmla="*/ 77896 h 77825"/>
                <a:gd name="connsiteX21" fmla="*/ 16929 w 102061"/>
                <a:gd name="connsiteY21" fmla="*/ 77371 h 77825"/>
                <a:gd name="connsiteX22" fmla="*/ 35601 w 102061"/>
                <a:gd name="connsiteY22" fmla="*/ 77896 h 77825"/>
                <a:gd name="connsiteX23" fmla="*/ 35601 w 102061"/>
                <a:gd name="connsiteY23" fmla="*/ 69658 h 77825"/>
                <a:gd name="connsiteX24" fmla="*/ 28893 w 102061"/>
                <a:gd name="connsiteY24" fmla="*/ 67730 h 77825"/>
                <a:gd name="connsiteX25" fmla="*/ 30162 w 102061"/>
                <a:gd name="connsiteY25" fmla="*/ 65977 h 77825"/>
                <a:gd name="connsiteX26" fmla="*/ 47747 w 102061"/>
                <a:gd name="connsiteY26" fmla="*/ 46871 h 77825"/>
                <a:gd name="connsiteX27" fmla="*/ 67688 w 102061"/>
                <a:gd name="connsiteY27" fmla="*/ 69658 h 77825"/>
                <a:gd name="connsiteX28" fmla="*/ 60618 w 102061"/>
                <a:gd name="connsiteY28" fmla="*/ 69658 h 77825"/>
                <a:gd name="connsiteX29" fmla="*/ 60618 w 102061"/>
                <a:gd name="connsiteY29" fmla="*/ 77896 h 77825"/>
                <a:gd name="connsiteX30" fmla="*/ 82371 w 102061"/>
                <a:gd name="connsiteY30" fmla="*/ 77371 h 77825"/>
                <a:gd name="connsiteX31" fmla="*/ 102312 w 102061"/>
                <a:gd name="connsiteY31" fmla="*/ 77896 h 77825"/>
                <a:gd name="connsiteX32" fmla="*/ 102312 w 102061"/>
                <a:gd name="connsiteY32" fmla="*/ 69658 h 77825"/>
                <a:gd name="connsiteX33" fmla="*/ 89441 w 102061"/>
                <a:gd name="connsiteY33" fmla="*/ 69658 h 77825"/>
                <a:gd name="connsiteX34" fmla="*/ 58986 w 102061"/>
                <a:gd name="connsiteY34" fmla="*/ 34777 h 7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2061" h="77825">
                  <a:moveTo>
                    <a:pt x="58986" y="34777"/>
                  </a:moveTo>
                  <a:lnTo>
                    <a:pt x="80196" y="11990"/>
                  </a:lnTo>
                  <a:cubicBezTo>
                    <a:pt x="82553" y="9536"/>
                    <a:pt x="83640" y="8309"/>
                    <a:pt x="98687" y="8309"/>
                  </a:cubicBezTo>
                  <a:lnTo>
                    <a:pt x="98687" y="71"/>
                  </a:lnTo>
                  <a:cubicBezTo>
                    <a:pt x="92342" y="422"/>
                    <a:pt x="82915" y="597"/>
                    <a:pt x="82009" y="597"/>
                  </a:cubicBezTo>
                  <a:cubicBezTo>
                    <a:pt x="77477" y="597"/>
                    <a:pt x="68413" y="247"/>
                    <a:pt x="63337" y="71"/>
                  </a:cubicBezTo>
                  <a:lnTo>
                    <a:pt x="63337" y="8309"/>
                  </a:lnTo>
                  <a:cubicBezTo>
                    <a:pt x="65875" y="8309"/>
                    <a:pt x="68050" y="8660"/>
                    <a:pt x="70226" y="9887"/>
                  </a:cubicBezTo>
                  <a:cubicBezTo>
                    <a:pt x="69500" y="10939"/>
                    <a:pt x="69500" y="11289"/>
                    <a:pt x="68775" y="11990"/>
                  </a:cubicBezTo>
                  <a:lnTo>
                    <a:pt x="53548" y="28467"/>
                  </a:lnTo>
                  <a:lnTo>
                    <a:pt x="35782" y="8309"/>
                  </a:lnTo>
                  <a:lnTo>
                    <a:pt x="43033" y="8309"/>
                  </a:lnTo>
                  <a:lnTo>
                    <a:pt x="43033" y="71"/>
                  </a:lnTo>
                  <a:cubicBezTo>
                    <a:pt x="38320" y="247"/>
                    <a:pt x="26899" y="597"/>
                    <a:pt x="21098" y="597"/>
                  </a:cubicBezTo>
                  <a:cubicBezTo>
                    <a:pt x="15297" y="597"/>
                    <a:pt x="7140" y="247"/>
                    <a:pt x="1157" y="71"/>
                  </a:cubicBezTo>
                  <a:lnTo>
                    <a:pt x="1157" y="8309"/>
                  </a:lnTo>
                  <a:lnTo>
                    <a:pt x="14028" y="8309"/>
                  </a:lnTo>
                  <a:lnTo>
                    <a:pt x="42308" y="40561"/>
                  </a:lnTo>
                  <a:lnTo>
                    <a:pt x="18560" y="66328"/>
                  </a:lnTo>
                  <a:cubicBezTo>
                    <a:pt x="15479" y="69658"/>
                    <a:pt x="8952" y="69658"/>
                    <a:pt x="251" y="69658"/>
                  </a:cubicBezTo>
                  <a:lnTo>
                    <a:pt x="251" y="77896"/>
                  </a:lnTo>
                  <a:cubicBezTo>
                    <a:pt x="6596" y="77546"/>
                    <a:pt x="16022" y="77371"/>
                    <a:pt x="16929" y="77371"/>
                  </a:cubicBezTo>
                  <a:cubicBezTo>
                    <a:pt x="21461" y="77371"/>
                    <a:pt x="31975" y="77721"/>
                    <a:pt x="35601" y="77896"/>
                  </a:cubicBezTo>
                  <a:lnTo>
                    <a:pt x="35601" y="69658"/>
                  </a:lnTo>
                  <a:cubicBezTo>
                    <a:pt x="32338" y="69658"/>
                    <a:pt x="28893" y="68782"/>
                    <a:pt x="28893" y="67730"/>
                  </a:cubicBezTo>
                  <a:cubicBezTo>
                    <a:pt x="28893" y="67555"/>
                    <a:pt x="28893" y="67379"/>
                    <a:pt x="30162" y="65977"/>
                  </a:cubicBezTo>
                  <a:lnTo>
                    <a:pt x="47747" y="46871"/>
                  </a:lnTo>
                  <a:lnTo>
                    <a:pt x="67688" y="69658"/>
                  </a:lnTo>
                  <a:lnTo>
                    <a:pt x="60618" y="69658"/>
                  </a:lnTo>
                  <a:lnTo>
                    <a:pt x="60618" y="77896"/>
                  </a:lnTo>
                  <a:cubicBezTo>
                    <a:pt x="65331" y="77721"/>
                    <a:pt x="76389" y="77371"/>
                    <a:pt x="82371" y="77371"/>
                  </a:cubicBezTo>
                  <a:cubicBezTo>
                    <a:pt x="88172" y="77371"/>
                    <a:pt x="96330" y="77721"/>
                    <a:pt x="102312" y="77896"/>
                  </a:cubicBezTo>
                  <a:lnTo>
                    <a:pt x="102312" y="69658"/>
                  </a:lnTo>
                  <a:lnTo>
                    <a:pt x="89441" y="69658"/>
                  </a:lnTo>
                  <a:lnTo>
                    <a:pt x="58986" y="347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85" name="Freeform: Shape 5184">
              <a:extLst>
                <a:ext uri="{FF2B5EF4-FFF2-40B4-BE49-F238E27FC236}">
                  <a16:creationId xmlns:a16="http://schemas.microsoft.com/office/drawing/2014/main" id="{FF19A5F0-60E7-E62E-55E6-147F0068FED4}"/>
                </a:ext>
              </a:extLst>
            </p:cNvPr>
            <p:cNvSpPr/>
            <p:nvPr>
              <p:custDataLst>
                <p:tags r:id="rId160"/>
              </p:custDataLst>
            </p:nvPr>
          </p:nvSpPr>
          <p:spPr>
            <a:xfrm>
              <a:off x="6320439" y="5323622"/>
              <a:ext cx="42057" cy="175281"/>
            </a:xfrm>
            <a:custGeom>
              <a:avLst/>
              <a:gdLst>
                <a:gd name="connsiteX0" fmla="*/ 42314 w 42057"/>
                <a:gd name="connsiteY0" fmla="*/ 87712 h 175281"/>
                <a:gd name="connsiteX1" fmla="*/ 30350 w 42057"/>
                <a:gd name="connsiteY1" fmla="*/ 33024 h 175281"/>
                <a:gd name="connsiteX2" fmla="*/ 2070 w 42057"/>
                <a:gd name="connsiteY2" fmla="*/ 71 h 175281"/>
                <a:gd name="connsiteX3" fmla="*/ 257 w 42057"/>
                <a:gd name="connsiteY3" fmla="*/ 1824 h 175281"/>
                <a:gd name="connsiteX4" fmla="*/ 3701 w 42057"/>
                <a:gd name="connsiteY4" fmla="*/ 5856 h 175281"/>
                <a:gd name="connsiteX5" fmla="*/ 31800 w 42057"/>
                <a:gd name="connsiteY5" fmla="*/ 87712 h 175281"/>
                <a:gd name="connsiteX6" fmla="*/ 2614 w 42057"/>
                <a:gd name="connsiteY6" fmla="*/ 170620 h 175281"/>
                <a:gd name="connsiteX7" fmla="*/ 257 w 42057"/>
                <a:gd name="connsiteY7" fmla="*/ 173600 h 175281"/>
                <a:gd name="connsiteX8" fmla="*/ 2070 w 42057"/>
                <a:gd name="connsiteY8" fmla="*/ 175353 h 175281"/>
                <a:gd name="connsiteX9" fmla="*/ 30894 w 42057"/>
                <a:gd name="connsiteY9" fmla="*/ 141173 h 175281"/>
                <a:gd name="connsiteX10" fmla="*/ 42314 w 42057"/>
                <a:gd name="connsiteY10" fmla="*/ 87712 h 175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57" h="175281">
                  <a:moveTo>
                    <a:pt x="42314" y="87712"/>
                  </a:moveTo>
                  <a:cubicBezTo>
                    <a:pt x="42314" y="74040"/>
                    <a:pt x="40320" y="52831"/>
                    <a:pt x="30350" y="33024"/>
                  </a:cubicBezTo>
                  <a:cubicBezTo>
                    <a:pt x="19473" y="11465"/>
                    <a:pt x="3883" y="71"/>
                    <a:pt x="2070" y="71"/>
                  </a:cubicBezTo>
                  <a:cubicBezTo>
                    <a:pt x="982" y="71"/>
                    <a:pt x="257" y="772"/>
                    <a:pt x="257" y="1824"/>
                  </a:cubicBezTo>
                  <a:cubicBezTo>
                    <a:pt x="257" y="2350"/>
                    <a:pt x="257" y="2700"/>
                    <a:pt x="3701" y="5856"/>
                  </a:cubicBezTo>
                  <a:cubicBezTo>
                    <a:pt x="21467" y="23208"/>
                    <a:pt x="31800" y="51078"/>
                    <a:pt x="31800" y="87712"/>
                  </a:cubicBezTo>
                  <a:cubicBezTo>
                    <a:pt x="31800" y="117685"/>
                    <a:pt x="25093" y="148535"/>
                    <a:pt x="2614" y="170620"/>
                  </a:cubicBezTo>
                  <a:cubicBezTo>
                    <a:pt x="257" y="172724"/>
                    <a:pt x="257" y="173074"/>
                    <a:pt x="257" y="173600"/>
                  </a:cubicBezTo>
                  <a:cubicBezTo>
                    <a:pt x="257" y="174652"/>
                    <a:pt x="982" y="175353"/>
                    <a:pt x="2070" y="175353"/>
                  </a:cubicBezTo>
                  <a:cubicBezTo>
                    <a:pt x="3883" y="175353"/>
                    <a:pt x="20198" y="163434"/>
                    <a:pt x="30894" y="141173"/>
                  </a:cubicBezTo>
                  <a:cubicBezTo>
                    <a:pt x="40139" y="121892"/>
                    <a:pt x="42314" y="102436"/>
                    <a:pt x="42314" y="8771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86" name="Freeform: Shape 5185">
              <a:extLst>
                <a:ext uri="{FF2B5EF4-FFF2-40B4-BE49-F238E27FC236}">
                  <a16:creationId xmlns:a16="http://schemas.microsoft.com/office/drawing/2014/main" id="{A939F251-60C0-7FEA-8850-F94546D7D256}"/>
                </a:ext>
              </a:extLst>
            </p:cNvPr>
            <p:cNvSpPr/>
            <p:nvPr>
              <p:custDataLst>
                <p:tags r:id="rId161"/>
              </p:custDataLst>
            </p:nvPr>
          </p:nvSpPr>
          <p:spPr>
            <a:xfrm>
              <a:off x="5356411" y="5526337"/>
              <a:ext cx="1024193" cy="7010"/>
            </a:xfrm>
            <a:custGeom>
              <a:avLst/>
              <a:gdLst>
                <a:gd name="connsiteX0" fmla="*/ 0 w 1024193"/>
                <a:gd name="connsiteY0" fmla="*/ 0 h 7010"/>
                <a:gd name="connsiteX1" fmla="*/ 1024194 w 1024193"/>
                <a:gd name="connsiteY1" fmla="*/ 0 h 7010"/>
                <a:gd name="connsiteX2" fmla="*/ 1024194 w 1024193"/>
                <a:gd name="connsiteY2" fmla="*/ 7011 h 7010"/>
                <a:gd name="connsiteX3" fmla="*/ 0 w 1024193"/>
                <a:gd name="connsiteY3" fmla="*/ 7011 h 7010"/>
              </a:gdLst>
              <a:ahLst/>
              <a:cxnLst>
                <a:cxn ang="0">
                  <a:pos x="connsiteX0" y="connsiteY0"/>
                </a:cxn>
                <a:cxn ang="0">
                  <a:pos x="connsiteX1" y="connsiteY1"/>
                </a:cxn>
                <a:cxn ang="0">
                  <a:pos x="connsiteX2" y="connsiteY2"/>
                </a:cxn>
                <a:cxn ang="0">
                  <a:pos x="connsiteX3" y="connsiteY3"/>
                </a:cxn>
              </a:cxnLst>
              <a:rect l="l" t="t" r="r" b="b"/>
              <a:pathLst>
                <a:path w="1024193" h="7010">
                  <a:moveTo>
                    <a:pt x="0" y="0"/>
                  </a:moveTo>
                  <a:lnTo>
                    <a:pt x="1024194" y="0"/>
                  </a:lnTo>
                  <a:lnTo>
                    <a:pt x="1024194" y="7011"/>
                  </a:lnTo>
                  <a:lnTo>
                    <a:pt x="0" y="701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87" name="Freeform: Shape 5186">
              <a:extLst>
                <a:ext uri="{FF2B5EF4-FFF2-40B4-BE49-F238E27FC236}">
                  <a16:creationId xmlns:a16="http://schemas.microsoft.com/office/drawing/2014/main" id="{8696D773-820D-2E2A-B091-C1BAD3E5E2FB}"/>
                </a:ext>
              </a:extLst>
            </p:cNvPr>
            <p:cNvSpPr/>
            <p:nvPr>
              <p:custDataLst>
                <p:tags r:id="rId162"/>
              </p:custDataLst>
            </p:nvPr>
          </p:nvSpPr>
          <p:spPr>
            <a:xfrm>
              <a:off x="5362756" y="5574180"/>
              <a:ext cx="106774" cy="119717"/>
            </a:xfrm>
            <a:custGeom>
              <a:avLst/>
              <a:gdLst>
                <a:gd name="connsiteX0" fmla="*/ 35011 w 106774"/>
                <a:gd name="connsiteY0" fmla="*/ 64413 h 119717"/>
                <a:gd name="connsiteX1" fmla="*/ 65647 w 106774"/>
                <a:gd name="connsiteY1" fmla="*/ 64413 h 119717"/>
                <a:gd name="connsiteX2" fmla="*/ 106979 w 106774"/>
                <a:gd name="connsiteY2" fmla="*/ 32687 h 119717"/>
                <a:gd name="connsiteX3" fmla="*/ 64197 w 106774"/>
                <a:gd name="connsiteY3" fmla="*/ 85 h 119717"/>
                <a:gd name="connsiteX4" fmla="*/ 205 w 106774"/>
                <a:gd name="connsiteY4" fmla="*/ 85 h 119717"/>
                <a:gd name="connsiteX5" fmla="*/ 205 w 106774"/>
                <a:gd name="connsiteY5" fmla="*/ 5519 h 119717"/>
                <a:gd name="connsiteX6" fmla="*/ 4555 w 106774"/>
                <a:gd name="connsiteY6" fmla="*/ 5519 h 119717"/>
                <a:gd name="connsiteX7" fmla="*/ 18877 w 106774"/>
                <a:gd name="connsiteY7" fmla="*/ 13757 h 119717"/>
                <a:gd name="connsiteX8" fmla="*/ 18877 w 106774"/>
                <a:gd name="connsiteY8" fmla="*/ 106130 h 119717"/>
                <a:gd name="connsiteX9" fmla="*/ 4555 w 106774"/>
                <a:gd name="connsiteY9" fmla="*/ 114369 h 119717"/>
                <a:gd name="connsiteX10" fmla="*/ 205 w 106774"/>
                <a:gd name="connsiteY10" fmla="*/ 114369 h 119717"/>
                <a:gd name="connsiteX11" fmla="*/ 205 w 106774"/>
                <a:gd name="connsiteY11" fmla="*/ 119802 h 119717"/>
                <a:gd name="connsiteX12" fmla="*/ 26853 w 106774"/>
                <a:gd name="connsiteY12" fmla="*/ 119276 h 119717"/>
                <a:gd name="connsiteX13" fmla="*/ 53683 w 106774"/>
                <a:gd name="connsiteY13" fmla="*/ 119802 h 119717"/>
                <a:gd name="connsiteX14" fmla="*/ 53683 w 106774"/>
                <a:gd name="connsiteY14" fmla="*/ 114369 h 119717"/>
                <a:gd name="connsiteX15" fmla="*/ 49332 w 106774"/>
                <a:gd name="connsiteY15" fmla="*/ 114369 h 119717"/>
                <a:gd name="connsiteX16" fmla="*/ 35011 w 106774"/>
                <a:gd name="connsiteY16" fmla="*/ 106130 h 119717"/>
                <a:gd name="connsiteX17" fmla="*/ 35011 w 106774"/>
                <a:gd name="connsiteY17" fmla="*/ 64413 h 119717"/>
                <a:gd name="connsiteX18" fmla="*/ 34467 w 106774"/>
                <a:gd name="connsiteY18" fmla="*/ 59856 h 119717"/>
                <a:gd name="connsiteX19" fmla="*/ 34467 w 106774"/>
                <a:gd name="connsiteY19" fmla="*/ 12530 h 119717"/>
                <a:gd name="connsiteX20" fmla="*/ 43350 w 106774"/>
                <a:gd name="connsiteY20" fmla="*/ 5519 h 119717"/>
                <a:gd name="connsiteX21" fmla="*/ 59484 w 106774"/>
                <a:gd name="connsiteY21" fmla="*/ 5519 h 119717"/>
                <a:gd name="connsiteX22" fmla="*/ 88307 w 106774"/>
                <a:gd name="connsiteY22" fmla="*/ 32687 h 119717"/>
                <a:gd name="connsiteX23" fmla="*/ 59484 w 106774"/>
                <a:gd name="connsiteY23" fmla="*/ 59856 h 119717"/>
                <a:gd name="connsiteX24" fmla="*/ 34467 w 106774"/>
                <a:gd name="connsiteY24" fmla="*/ 59856 h 119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6774" h="119717">
                  <a:moveTo>
                    <a:pt x="35011" y="64413"/>
                  </a:moveTo>
                  <a:lnTo>
                    <a:pt x="65647" y="64413"/>
                  </a:lnTo>
                  <a:cubicBezTo>
                    <a:pt x="87401" y="64413"/>
                    <a:pt x="106979" y="50215"/>
                    <a:pt x="106979" y="32687"/>
                  </a:cubicBezTo>
                  <a:cubicBezTo>
                    <a:pt x="106979" y="15510"/>
                    <a:pt x="89032" y="85"/>
                    <a:pt x="64197" y="85"/>
                  </a:cubicBezTo>
                  <a:lnTo>
                    <a:pt x="205" y="85"/>
                  </a:lnTo>
                  <a:lnTo>
                    <a:pt x="205" y="5519"/>
                  </a:lnTo>
                  <a:lnTo>
                    <a:pt x="4555" y="5519"/>
                  </a:lnTo>
                  <a:cubicBezTo>
                    <a:pt x="18514" y="5519"/>
                    <a:pt x="18877" y="7447"/>
                    <a:pt x="18877" y="13757"/>
                  </a:cubicBezTo>
                  <a:lnTo>
                    <a:pt x="18877" y="106130"/>
                  </a:lnTo>
                  <a:cubicBezTo>
                    <a:pt x="18877" y="112440"/>
                    <a:pt x="18514" y="114369"/>
                    <a:pt x="4555" y="114369"/>
                  </a:cubicBezTo>
                  <a:lnTo>
                    <a:pt x="205" y="114369"/>
                  </a:lnTo>
                  <a:lnTo>
                    <a:pt x="205" y="119802"/>
                  </a:lnTo>
                  <a:cubicBezTo>
                    <a:pt x="6549" y="119276"/>
                    <a:pt x="19964" y="119276"/>
                    <a:pt x="26853" y="119276"/>
                  </a:cubicBezTo>
                  <a:cubicBezTo>
                    <a:pt x="33742" y="119276"/>
                    <a:pt x="47338" y="119276"/>
                    <a:pt x="53683" y="119802"/>
                  </a:cubicBezTo>
                  <a:lnTo>
                    <a:pt x="53683" y="114369"/>
                  </a:lnTo>
                  <a:lnTo>
                    <a:pt x="49332" y="114369"/>
                  </a:lnTo>
                  <a:cubicBezTo>
                    <a:pt x="35373" y="114369"/>
                    <a:pt x="35011" y="112440"/>
                    <a:pt x="35011" y="106130"/>
                  </a:cubicBezTo>
                  <a:lnTo>
                    <a:pt x="35011" y="64413"/>
                  </a:lnTo>
                  <a:close/>
                  <a:moveTo>
                    <a:pt x="34467" y="59856"/>
                  </a:moveTo>
                  <a:lnTo>
                    <a:pt x="34467" y="12530"/>
                  </a:lnTo>
                  <a:cubicBezTo>
                    <a:pt x="34467" y="6746"/>
                    <a:pt x="34829" y="5519"/>
                    <a:pt x="43350" y="5519"/>
                  </a:cubicBezTo>
                  <a:lnTo>
                    <a:pt x="59484" y="5519"/>
                  </a:lnTo>
                  <a:cubicBezTo>
                    <a:pt x="88307" y="5519"/>
                    <a:pt x="88307" y="24098"/>
                    <a:pt x="88307" y="32687"/>
                  </a:cubicBezTo>
                  <a:cubicBezTo>
                    <a:pt x="88307" y="40925"/>
                    <a:pt x="88307" y="59856"/>
                    <a:pt x="59484" y="59856"/>
                  </a:cubicBezTo>
                  <a:lnTo>
                    <a:pt x="34467" y="598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88" name="Freeform: Shape 5187">
              <a:extLst>
                <a:ext uri="{FF2B5EF4-FFF2-40B4-BE49-F238E27FC236}">
                  <a16:creationId xmlns:a16="http://schemas.microsoft.com/office/drawing/2014/main" id="{D7C1D0F5-CCFE-DC71-F58E-E40983CB1113}"/>
                </a:ext>
              </a:extLst>
            </p:cNvPr>
            <p:cNvSpPr/>
            <p:nvPr>
              <p:custDataLst>
                <p:tags r:id="rId163"/>
              </p:custDataLst>
            </p:nvPr>
          </p:nvSpPr>
          <p:spPr>
            <a:xfrm>
              <a:off x="5484859" y="5616423"/>
              <a:ext cx="60910" cy="77474"/>
            </a:xfrm>
            <a:custGeom>
              <a:avLst/>
              <a:gdLst>
                <a:gd name="connsiteX0" fmla="*/ 25409 w 60910"/>
                <a:gd name="connsiteY0" fmla="*/ 19366 h 77474"/>
                <a:gd name="connsiteX1" fmla="*/ 25409 w 60910"/>
                <a:gd name="connsiteY1" fmla="*/ 85 h 77474"/>
                <a:gd name="connsiteX2" fmla="*/ 211 w 60910"/>
                <a:gd name="connsiteY2" fmla="*/ 2013 h 77474"/>
                <a:gd name="connsiteX3" fmla="*/ 211 w 60910"/>
                <a:gd name="connsiteY3" fmla="*/ 7447 h 77474"/>
                <a:gd name="connsiteX4" fmla="*/ 14351 w 60910"/>
                <a:gd name="connsiteY4" fmla="*/ 17262 h 77474"/>
                <a:gd name="connsiteX5" fmla="*/ 14351 w 60910"/>
                <a:gd name="connsiteY5" fmla="*/ 64238 h 77474"/>
                <a:gd name="connsiteX6" fmla="*/ 211 w 60910"/>
                <a:gd name="connsiteY6" fmla="*/ 72126 h 77474"/>
                <a:gd name="connsiteX7" fmla="*/ 211 w 60910"/>
                <a:gd name="connsiteY7" fmla="*/ 77559 h 77474"/>
                <a:gd name="connsiteX8" fmla="*/ 20877 w 60910"/>
                <a:gd name="connsiteY8" fmla="*/ 77034 h 77474"/>
                <a:gd name="connsiteX9" fmla="*/ 43900 w 60910"/>
                <a:gd name="connsiteY9" fmla="*/ 77559 h 77474"/>
                <a:gd name="connsiteX10" fmla="*/ 43900 w 60910"/>
                <a:gd name="connsiteY10" fmla="*/ 72126 h 77474"/>
                <a:gd name="connsiteX11" fmla="*/ 40093 w 60910"/>
                <a:gd name="connsiteY11" fmla="*/ 72126 h 77474"/>
                <a:gd name="connsiteX12" fmla="*/ 26316 w 60910"/>
                <a:gd name="connsiteY12" fmla="*/ 63887 h 77474"/>
                <a:gd name="connsiteX13" fmla="*/ 26316 w 60910"/>
                <a:gd name="connsiteY13" fmla="*/ 36894 h 77474"/>
                <a:gd name="connsiteX14" fmla="*/ 47707 w 60910"/>
                <a:gd name="connsiteY14" fmla="*/ 3941 h 77474"/>
                <a:gd name="connsiteX15" fmla="*/ 49701 w 60910"/>
                <a:gd name="connsiteY15" fmla="*/ 4116 h 77474"/>
                <a:gd name="connsiteX16" fmla="*/ 45532 w 60910"/>
                <a:gd name="connsiteY16" fmla="*/ 10952 h 77474"/>
                <a:gd name="connsiteX17" fmla="*/ 53327 w 60910"/>
                <a:gd name="connsiteY17" fmla="*/ 18489 h 77474"/>
                <a:gd name="connsiteX18" fmla="*/ 61122 w 60910"/>
                <a:gd name="connsiteY18" fmla="*/ 10777 h 77474"/>
                <a:gd name="connsiteX19" fmla="*/ 47707 w 60910"/>
                <a:gd name="connsiteY19" fmla="*/ 85 h 77474"/>
                <a:gd name="connsiteX20" fmla="*/ 25409 w 60910"/>
                <a:gd name="connsiteY20" fmla="*/ 19366 h 77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910" h="77474">
                  <a:moveTo>
                    <a:pt x="25409" y="19366"/>
                  </a:moveTo>
                  <a:lnTo>
                    <a:pt x="25409" y="85"/>
                  </a:lnTo>
                  <a:lnTo>
                    <a:pt x="211" y="2013"/>
                  </a:lnTo>
                  <a:lnTo>
                    <a:pt x="211" y="7447"/>
                  </a:lnTo>
                  <a:cubicBezTo>
                    <a:pt x="12901" y="7447"/>
                    <a:pt x="14351" y="8674"/>
                    <a:pt x="14351" y="17262"/>
                  </a:cubicBezTo>
                  <a:lnTo>
                    <a:pt x="14351" y="64238"/>
                  </a:lnTo>
                  <a:cubicBezTo>
                    <a:pt x="14351" y="72126"/>
                    <a:pt x="12357" y="72126"/>
                    <a:pt x="211" y="72126"/>
                  </a:cubicBezTo>
                  <a:lnTo>
                    <a:pt x="211" y="77559"/>
                  </a:lnTo>
                  <a:cubicBezTo>
                    <a:pt x="7281" y="77384"/>
                    <a:pt x="15802" y="77034"/>
                    <a:pt x="20877" y="77034"/>
                  </a:cubicBezTo>
                  <a:cubicBezTo>
                    <a:pt x="28129" y="77034"/>
                    <a:pt x="36649" y="77034"/>
                    <a:pt x="43900" y="77559"/>
                  </a:cubicBezTo>
                  <a:lnTo>
                    <a:pt x="43900" y="72126"/>
                  </a:lnTo>
                  <a:lnTo>
                    <a:pt x="40093" y="72126"/>
                  </a:lnTo>
                  <a:cubicBezTo>
                    <a:pt x="26678" y="72126"/>
                    <a:pt x="26316" y="70198"/>
                    <a:pt x="26316" y="63887"/>
                  </a:cubicBezTo>
                  <a:lnTo>
                    <a:pt x="26316" y="36894"/>
                  </a:lnTo>
                  <a:cubicBezTo>
                    <a:pt x="26316" y="19541"/>
                    <a:pt x="33930" y="3941"/>
                    <a:pt x="47707" y="3941"/>
                  </a:cubicBezTo>
                  <a:cubicBezTo>
                    <a:pt x="48976" y="3941"/>
                    <a:pt x="49339" y="3941"/>
                    <a:pt x="49701" y="4116"/>
                  </a:cubicBezTo>
                  <a:cubicBezTo>
                    <a:pt x="49157" y="4292"/>
                    <a:pt x="45532" y="6395"/>
                    <a:pt x="45532" y="10952"/>
                  </a:cubicBezTo>
                  <a:cubicBezTo>
                    <a:pt x="45532" y="15860"/>
                    <a:pt x="49339" y="18489"/>
                    <a:pt x="53327" y="18489"/>
                  </a:cubicBezTo>
                  <a:cubicBezTo>
                    <a:pt x="56590" y="18489"/>
                    <a:pt x="61122" y="16386"/>
                    <a:pt x="61122" y="10777"/>
                  </a:cubicBezTo>
                  <a:cubicBezTo>
                    <a:pt x="61122" y="5168"/>
                    <a:pt x="55502" y="85"/>
                    <a:pt x="47707" y="85"/>
                  </a:cubicBezTo>
                  <a:cubicBezTo>
                    <a:pt x="34474" y="85"/>
                    <a:pt x="27947" y="11829"/>
                    <a:pt x="25409" y="1936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89" name="Freeform: Shape 5188">
              <a:extLst>
                <a:ext uri="{FF2B5EF4-FFF2-40B4-BE49-F238E27FC236}">
                  <a16:creationId xmlns:a16="http://schemas.microsoft.com/office/drawing/2014/main" id="{3921093D-23D8-D6FC-54D3-57224612B3AA}"/>
                </a:ext>
              </a:extLst>
            </p:cNvPr>
            <p:cNvSpPr/>
            <p:nvPr>
              <p:custDataLst>
                <p:tags r:id="rId164"/>
              </p:custDataLst>
            </p:nvPr>
          </p:nvSpPr>
          <p:spPr>
            <a:xfrm>
              <a:off x="5568732" y="5562436"/>
              <a:ext cx="42057" cy="175281"/>
            </a:xfrm>
            <a:custGeom>
              <a:avLst/>
              <a:gdLst>
                <a:gd name="connsiteX0" fmla="*/ 42273 w 42057"/>
                <a:gd name="connsiteY0" fmla="*/ 173614 h 175281"/>
                <a:gd name="connsiteX1" fmla="*/ 39191 w 42057"/>
                <a:gd name="connsiteY1" fmla="*/ 169758 h 175281"/>
                <a:gd name="connsiteX2" fmla="*/ 10730 w 42057"/>
                <a:gd name="connsiteY2" fmla="*/ 87726 h 175281"/>
                <a:gd name="connsiteX3" fmla="*/ 39916 w 42057"/>
                <a:gd name="connsiteY3" fmla="*/ 4817 h 175281"/>
                <a:gd name="connsiteX4" fmla="*/ 42273 w 42057"/>
                <a:gd name="connsiteY4" fmla="*/ 1838 h 175281"/>
                <a:gd name="connsiteX5" fmla="*/ 40460 w 42057"/>
                <a:gd name="connsiteY5" fmla="*/ 85 h 175281"/>
                <a:gd name="connsiteX6" fmla="*/ 11636 w 42057"/>
                <a:gd name="connsiteY6" fmla="*/ 34265 h 175281"/>
                <a:gd name="connsiteX7" fmla="*/ 215 w 42057"/>
                <a:gd name="connsiteY7" fmla="*/ 87726 h 175281"/>
                <a:gd name="connsiteX8" fmla="*/ 12180 w 42057"/>
                <a:gd name="connsiteY8" fmla="*/ 142414 h 175281"/>
                <a:gd name="connsiteX9" fmla="*/ 40460 w 42057"/>
                <a:gd name="connsiteY9" fmla="*/ 175367 h 175281"/>
                <a:gd name="connsiteX10" fmla="*/ 42273 w 42057"/>
                <a:gd name="connsiteY10" fmla="*/ 173614 h 175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57" h="175281">
                  <a:moveTo>
                    <a:pt x="42273" y="173614"/>
                  </a:moveTo>
                  <a:cubicBezTo>
                    <a:pt x="42273" y="173088"/>
                    <a:pt x="42273" y="172737"/>
                    <a:pt x="39191" y="169758"/>
                  </a:cubicBezTo>
                  <a:cubicBezTo>
                    <a:pt x="16531" y="147672"/>
                    <a:pt x="10730" y="114544"/>
                    <a:pt x="10730" y="87726"/>
                  </a:cubicBezTo>
                  <a:cubicBezTo>
                    <a:pt x="10730" y="57227"/>
                    <a:pt x="17618" y="26728"/>
                    <a:pt x="39916" y="4817"/>
                  </a:cubicBezTo>
                  <a:cubicBezTo>
                    <a:pt x="42273" y="2714"/>
                    <a:pt x="42273" y="2363"/>
                    <a:pt x="42273" y="1838"/>
                  </a:cubicBezTo>
                  <a:cubicBezTo>
                    <a:pt x="42273" y="611"/>
                    <a:pt x="41547" y="85"/>
                    <a:pt x="40460" y="85"/>
                  </a:cubicBezTo>
                  <a:cubicBezTo>
                    <a:pt x="38647" y="85"/>
                    <a:pt x="22332" y="12004"/>
                    <a:pt x="11636" y="34265"/>
                  </a:cubicBezTo>
                  <a:cubicBezTo>
                    <a:pt x="2391" y="53546"/>
                    <a:pt x="215" y="73002"/>
                    <a:pt x="215" y="87726"/>
                  </a:cubicBezTo>
                  <a:cubicBezTo>
                    <a:pt x="215" y="101398"/>
                    <a:pt x="2209" y="122607"/>
                    <a:pt x="12180" y="142414"/>
                  </a:cubicBezTo>
                  <a:cubicBezTo>
                    <a:pt x="23057" y="163973"/>
                    <a:pt x="38647" y="175367"/>
                    <a:pt x="40460" y="175367"/>
                  </a:cubicBezTo>
                  <a:cubicBezTo>
                    <a:pt x="41547" y="175367"/>
                    <a:pt x="42273" y="174841"/>
                    <a:pt x="42273" y="17361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90" name="Freeform: Shape 5189">
              <a:extLst>
                <a:ext uri="{FF2B5EF4-FFF2-40B4-BE49-F238E27FC236}">
                  <a16:creationId xmlns:a16="http://schemas.microsoft.com/office/drawing/2014/main" id="{6891F65D-0042-FD8B-2BBB-158A51624CE1}"/>
                </a:ext>
              </a:extLst>
            </p:cNvPr>
            <p:cNvSpPr/>
            <p:nvPr>
              <p:custDataLst>
                <p:tags r:id="rId165"/>
              </p:custDataLst>
            </p:nvPr>
          </p:nvSpPr>
          <p:spPr>
            <a:xfrm>
              <a:off x="5626541" y="5616423"/>
              <a:ext cx="83570" cy="113407"/>
            </a:xfrm>
            <a:custGeom>
              <a:avLst/>
              <a:gdLst>
                <a:gd name="connsiteX0" fmla="*/ 83065 w 83570"/>
                <a:gd name="connsiteY0" fmla="*/ 10777 h 113407"/>
                <a:gd name="connsiteX1" fmla="*/ 83790 w 83570"/>
                <a:gd name="connsiteY1" fmla="*/ 6746 h 113407"/>
                <a:gd name="connsiteX2" fmla="*/ 78533 w 83570"/>
                <a:gd name="connsiteY2" fmla="*/ 2013 h 113407"/>
                <a:gd name="connsiteX3" fmla="*/ 72188 w 83570"/>
                <a:gd name="connsiteY3" fmla="*/ 5694 h 113407"/>
                <a:gd name="connsiteX4" fmla="*/ 69650 w 83570"/>
                <a:gd name="connsiteY4" fmla="*/ 15159 h 113407"/>
                <a:gd name="connsiteX5" fmla="*/ 66024 w 83570"/>
                <a:gd name="connsiteY5" fmla="*/ 29182 h 113407"/>
                <a:gd name="connsiteX6" fmla="*/ 57867 w 83570"/>
                <a:gd name="connsiteY6" fmla="*/ 60732 h 113407"/>
                <a:gd name="connsiteX7" fmla="*/ 37382 w 83570"/>
                <a:gd name="connsiteY7" fmla="*/ 75631 h 113407"/>
                <a:gd name="connsiteX8" fmla="*/ 26142 w 83570"/>
                <a:gd name="connsiteY8" fmla="*/ 61433 h 113407"/>
                <a:gd name="connsiteX9" fmla="*/ 35388 w 83570"/>
                <a:gd name="connsiteY9" fmla="*/ 27078 h 113407"/>
                <a:gd name="connsiteX10" fmla="*/ 39013 w 83570"/>
                <a:gd name="connsiteY10" fmla="*/ 14458 h 113407"/>
                <a:gd name="connsiteX11" fmla="*/ 24148 w 83570"/>
                <a:gd name="connsiteY11" fmla="*/ 85 h 113407"/>
                <a:gd name="connsiteX12" fmla="*/ 219 w 83570"/>
                <a:gd name="connsiteY12" fmla="*/ 27078 h 113407"/>
                <a:gd name="connsiteX13" fmla="*/ 2394 w 83570"/>
                <a:gd name="connsiteY13" fmla="*/ 28831 h 113407"/>
                <a:gd name="connsiteX14" fmla="*/ 5295 w 83570"/>
                <a:gd name="connsiteY14" fmla="*/ 25676 h 113407"/>
                <a:gd name="connsiteX15" fmla="*/ 23604 w 83570"/>
                <a:gd name="connsiteY15" fmla="*/ 3941 h 113407"/>
                <a:gd name="connsiteX16" fmla="*/ 28136 w 83570"/>
                <a:gd name="connsiteY16" fmla="*/ 9550 h 113407"/>
                <a:gd name="connsiteX17" fmla="*/ 25055 w 83570"/>
                <a:gd name="connsiteY17" fmla="*/ 21820 h 113407"/>
                <a:gd name="connsiteX18" fmla="*/ 14540 w 83570"/>
                <a:gd name="connsiteY18" fmla="*/ 58629 h 113407"/>
                <a:gd name="connsiteX19" fmla="*/ 36657 w 83570"/>
                <a:gd name="connsiteY19" fmla="*/ 79487 h 113407"/>
                <a:gd name="connsiteX20" fmla="*/ 54966 w 83570"/>
                <a:gd name="connsiteY20" fmla="*/ 71600 h 113407"/>
                <a:gd name="connsiteX21" fmla="*/ 43183 w 83570"/>
                <a:gd name="connsiteY21" fmla="*/ 98593 h 113407"/>
                <a:gd name="connsiteX22" fmla="*/ 23242 w 83570"/>
                <a:gd name="connsiteY22" fmla="*/ 109636 h 113407"/>
                <a:gd name="connsiteX23" fmla="*/ 9464 w 83570"/>
                <a:gd name="connsiteY23" fmla="*/ 102274 h 113407"/>
                <a:gd name="connsiteX24" fmla="*/ 17260 w 83570"/>
                <a:gd name="connsiteY24" fmla="*/ 100171 h 113407"/>
                <a:gd name="connsiteX25" fmla="*/ 20885 w 83570"/>
                <a:gd name="connsiteY25" fmla="*/ 92984 h 113407"/>
                <a:gd name="connsiteX26" fmla="*/ 14178 w 83570"/>
                <a:gd name="connsiteY26" fmla="*/ 86849 h 113407"/>
                <a:gd name="connsiteX27" fmla="*/ 4026 w 83570"/>
                <a:gd name="connsiteY27" fmla="*/ 98243 h 113407"/>
                <a:gd name="connsiteX28" fmla="*/ 23242 w 83570"/>
                <a:gd name="connsiteY28" fmla="*/ 113492 h 113407"/>
                <a:gd name="connsiteX29" fmla="*/ 65662 w 83570"/>
                <a:gd name="connsiteY29" fmla="*/ 77735 h 113407"/>
                <a:gd name="connsiteX30" fmla="*/ 83065 w 83570"/>
                <a:gd name="connsiteY30" fmla="*/ 10777 h 113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3570" h="113407">
                  <a:moveTo>
                    <a:pt x="83065" y="10777"/>
                  </a:moveTo>
                  <a:cubicBezTo>
                    <a:pt x="83790" y="8323"/>
                    <a:pt x="83790" y="7972"/>
                    <a:pt x="83790" y="6746"/>
                  </a:cubicBezTo>
                  <a:cubicBezTo>
                    <a:pt x="83790" y="3590"/>
                    <a:pt x="81252" y="2013"/>
                    <a:pt x="78533" y="2013"/>
                  </a:cubicBezTo>
                  <a:cubicBezTo>
                    <a:pt x="76720" y="2013"/>
                    <a:pt x="73819" y="3065"/>
                    <a:pt x="72188" y="5694"/>
                  </a:cubicBezTo>
                  <a:cubicBezTo>
                    <a:pt x="71825" y="6570"/>
                    <a:pt x="70375" y="12004"/>
                    <a:pt x="69650" y="15159"/>
                  </a:cubicBezTo>
                  <a:cubicBezTo>
                    <a:pt x="68381" y="19716"/>
                    <a:pt x="67112" y="24449"/>
                    <a:pt x="66024" y="29182"/>
                  </a:cubicBezTo>
                  <a:lnTo>
                    <a:pt x="57867" y="60732"/>
                  </a:lnTo>
                  <a:cubicBezTo>
                    <a:pt x="57141" y="63362"/>
                    <a:pt x="49346" y="75631"/>
                    <a:pt x="37382" y="75631"/>
                  </a:cubicBezTo>
                  <a:cubicBezTo>
                    <a:pt x="28136" y="75631"/>
                    <a:pt x="26142" y="67919"/>
                    <a:pt x="26142" y="61433"/>
                  </a:cubicBezTo>
                  <a:cubicBezTo>
                    <a:pt x="26142" y="53371"/>
                    <a:pt x="29224" y="42503"/>
                    <a:pt x="35388" y="27078"/>
                  </a:cubicBezTo>
                  <a:cubicBezTo>
                    <a:pt x="38288" y="19892"/>
                    <a:pt x="39013" y="17964"/>
                    <a:pt x="39013" y="14458"/>
                  </a:cubicBezTo>
                  <a:cubicBezTo>
                    <a:pt x="39013" y="6570"/>
                    <a:pt x="33212" y="85"/>
                    <a:pt x="24148" y="85"/>
                  </a:cubicBezTo>
                  <a:cubicBezTo>
                    <a:pt x="6927" y="85"/>
                    <a:pt x="219" y="25501"/>
                    <a:pt x="219" y="27078"/>
                  </a:cubicBezTo>
                  <a:cubicBezTo>
                    <a:pt x="219" y="28831"/>
                    <a:pt x="2032" y="28831"/>
                    <a:pt x="2394" y="28831"/>
                  </a:cubicBezTo>
                  <a:cubicBezTo>
                    <a:pt x="4207" y="28831"/>
                    <a:pt x="4389" y="28480"/>
                    <a:pt x="5295" y="25676"/>
                  </a:cubicBezTo>
                  <a:cubicBezTo>
                    <a:pt x="10190" y="9199"/>
                    <a:pt x="17441" y="3941"/>
                    <a:pt x="23604" y="3941"/>
                  </a:cubicBezTo>
                  <a:cubicBezTo>
                    <a:pt x="25055" y="3941"/>
                    <a:pt x="28136" y="3941"/>
                    <a:pt x="28136" y="9550"/>
                  </a:cubicBezTo>
                  <a:cubicBezTo>
                    <a:pt x="28136" y="13932"/>
                    <a:pt x="26324" y="18489"/>
                    <a:pt x="25055" y="21820"/>
                  </a:cubicBezTo>
                  <a:cubicBezTo>
                    <a:pt x="17803" y="40400"/>
                    <a:pt x="14540" y="50391"/>
                    <a:pt x="14540" y="58629"/>
                  </a:cubicBezTo>
                  <a:cubicBezTo>
                    <a:pt x="14540" y="74229"/>
                    <a:pt x="25961" y="79487"/>
                    <a:pt x="36657" y="79487"/>
                  </a:cubicBezTo>
                  <a:cubicBezTo>
                    <a:pt x="43727" y="79487"/>
                    <a:pt x="49890" y="76508"/>
                    <a:pt x="54966" y="71600"/>
                  </a:cubicBezTo>
                  <a:cubicBezTo>
                    <a:pt x="52609" y="80714"/>
                    <a:pt x="50434" y="89303"/>
                    <a:pt x="43183" y="98593"/>
                  </a:cubicBezTo>
                  <a:cubicBezTo>
                    <a:pt x="38469" y="104553"/>
                    <a:pt x="31581" y="109636"/>
                    <a:pt x="23242" y="109636"/>
                  </a:cubicBezTo>
                  <a:cubicBezTo>
                    <a:pt x="20704" y="109636"/>
                    <a:pt x="12546" y="109110"/>
                    <a:pt x="9464" y="102274"/>
                  </a:cubicBezTo>
                  <a:cubicBezTo>
                    <a:pt x="12365" y="102274"/>
                    <a:pt x="14722" y="102274"/>
                    <a:pt x="17260" y="100171"/>
                  </a:cubicBezTo>
                  <a:cubicBezTo>
                    <a:pt x="19072" y="98593"/>
                    <a:pt x="20885" y="96315"/>
                    <a:pt x="20885" y="92984"/>
                  </a:cubicBezTo>
                  <a:cubicBezTo>
                    <a:pt x="20885" y="87550"/>
                    <a:pt x="15991" y="86849"/>
                    <a:pt x="14178" y="86849"/>
                  </a:cubicBezTo>
                  <a:cubicBezTo>
                    <a:pt x="10008" y="86849"/>
                    <a:pt x="4026" y="89654"/>
                    <a:pt x="4026" y="98243"/>
                  </a:cubicBezTo>
                  <a:cubicBezTo>
                    <a:pt x="4026" y="107007"/>
                    <a:pt x="12002" y="113492"/>
                    <a:pt x="23242" y="113492"/>
                  </a:cubicBezTo>
                  <a:cubicBezTo>
                    <a:pt x="41914" y="113492"/>
                    <a:pt x="60586" y="97542"/>
                    <a:pt x="65662" y="77735"/>
                  </a:cubicBezTo>
                  <a:lnTo>
                    <a:pt x="83065" y="107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91" name="Freeform: Shape 5190">
              <a:extLst>
                <a:ext uri="{FF2B5EF4-FFF2-40B4-BE49-F238E27FC236}">
                  <a16:creationId xmlns:a16="http://schemas.microsoft.com/office/drawing/2014/main" id="{CA6A1864-B08F-D5E8-B32C-0D423139907D}"/>
                </a:ext>
              </a:extLst>
            </p:cNvPr>
            <p:cNvSpPr/>
            <p:nvPr>
              <p:custDataLst>
                <p:tags r:id="rId166"/>
              </p:custDataLst>
            </p:nvPr>
          </p:nvSpPr>
          <p:spPr>
            <a:xfrm>
              <a:off x="5777173" y="5629569"/>
              <a:ext cx="120552" cy="41015"/>
            </a:xfrm>
            <a:custGeom>
              <a:avLst/>
              <a:gdLst>
                <a:gd name="connsiteX0" fmla="*/ 114616 w 120552"/>
                <a:gd name="connsiteY0" fmla="*/ 7096 h 41015"/>
                <a:gd name="connsiteX1" fmla="*/ 120779 w 120552"/>
                <a:gd name="connsiteY1" fmla="*/ 3590 h 41015"/>
                <a:gd name="connsiteX2" fmla="*/ 114797 w 120552"/>
                <a:gd name="connsiteY2" fmla="*/ 85 h 41015"/>
                <a:gd name="connsiteX3" fmla="*/ 6209 w 120552"/>
                <a:gd name="connsiteY3" fmla="*/ 85 h 41015"/>
                <a:gd name="connsiteX4" fmla="*/ 227 w 120552"/>
                <a:gd name="connsiteY4" fmla="*/ 3590 h 41015"/>
                <a:gd name="connsiteX5" fmla="*/ 6391 w 120552"/>
                <a:gd name="connsiteY5" fmla="*/ 7096 h 41015"/>
                <a:gd name="connsiteX6" fmla="*/ 114616 w 120552"/>
                <a:gd name="connsiteY6" fmla="*/ 7096 h 41015"/>
                <a:gd name="connsiteX7" fmla="*/ 114797 w 120552"/>
                <a:gd name="connsiteY7" fmla="*/ 41101 h 41015"/>
                <a:gd name="connsiteX8" fmla="*/ 120779 w 120552"/>
                <a:gd name="connsiteY8" fmla="*/ 37595 h 41015"/>
                <a:gd name="connsiteX9" fmla="*/ 114616 w 120552"/>
                <a:gd name="connsiteY9" fmla="*/ 34089 h 41015"/>
                <a:gd name="connsiteX10" fmla="*/ 6391 w 120552"/>
                <a:gd name="connsiteY10" fmla="*/ 34089 h 41015"/>
                <a:gd name="connsiteX11" fmla="*/ 227 w 120552"/>
                <a:gd name="connsiteY11" fmla="*/ 37595 h 41015"/>
                <a:gd name="connsiteX12" fmla="*/ 6209 w 120552"/>
                <a:gd name="connsiteY12" fmla="*/ 41101 h 41015"/>
                <a:gd name="connsiteX13" fmla="*/ 114797 w 120552"/>
                <a:gd name="connsiteY13" fmla="*/ 41101 h 41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552" h="41015">
                  <a:moveTo>
                    <a:pt x="114616" y="7096"/>
                  </a:moveTo>
                  <a:cubicBezTo>
                    <a:pt x="117335" y="7096"/>
                    <a:pt x="120779" y="7096"/>
                    <a:pt x="120779" y="3590"/>
                  </a:cubicBezTo>
                  <a:cubicBezTo>
                    <a:pt x="120779" y="85"/>
                    <a:pt x="117335" y="85"/>
                    <a:pt x="114797" y="85"/>
                  </a:cubicBezTo>
                  <a:lnTo>
                    <a:pt x="6209" y="85"/>
                  </a:lnTo>
                  <a:cubicBezTo>
                    <a:pt x="3671" y="85"/>
                    <a:pt x="227" y="85"/>
                    <a:pt x="227" y="3590"/>
                  </a:cubicBezTo>
                  <a:cubicBezTo>
                    <a:pt x="227" y="7096"/>
                    <a:pt x="3671" y="7096"/>
                    <a:pt x="6391" y="7096"/>
                  </a:cubicBezTo>
                  <a:lnTo>
                    <a:pt x="114616" y="7096"/>
                  </a:lnTo>
                  <a:close/>
                  <a:moveTo>
                    <a:pt x="114797" y="41101"/>
                  </a:moveTo>
                  <a:cubicBezTo>
                    <a:pt x="117335" y="41101"/>
                    <a:pt x="120779" y="41101"/>
                    <a:pt x="120779" y="37595"/>
                  </a:cubicBezTo>
                  <a:cubicBezTo>
                    <a:pt x="120779" y="34089"/>
                    <a:pt x="117335" y="34089"/>
                    <a:pt x="114616" y="34089"/>
                  </a:cubicBezTo>
                  <a:lnTo>
                    <a:pt x="6391" y="34089"/>
                  </a:lnTo>
                  <a:cubicBezTo>
                    <a:pt x="3671" y="34089"/>
                    <a:pt x="227" y="34089"/>
                    <a:pt x="227" y="37595"/>
                  </a:cubicBezTo>
                  <a:cubicBezTo>
                    <a:pt x="227" y="41101"/>
                    <a:pt x="3671" y="41101"/>
                    <a:pt x="6209" y="41101"/>
                  </a:cubicBezTo>
                  <a:lnTo>
                    <a:pt x="114797" y="4110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92" name="Freeform: Shape 5191">
              <a:extLst>
                <a:ext uri="{FF2B5EF4-FFF2-40B4-BE49-F238E27FC236}">
                  <a16:creationId xmlns:a16="http://schemas.microsoft.com/office/drawing/2014/main" id="{3FB11399-0CEF-DA24-61F2-0678B0C36440}"/>
                </a:ext>
              </a:extLst>
            </p:cNvPr>
            <p:cNvSpPr/>
            <p:nvPr>
              <p:custDataLst>
                <p:tags r:id="rId167"/>
              </p:custDataLst>
            </p:nvPr>
          </p:nvSpPr>
          <p:spPr>
            <a:xfrm>
              <a:off x="5965443" y="5577160"/>
              <a:ext cx="76319" cy="120593"/>
            </a:xfrm>
            <a:custGeom>
              <a:avLst/>
              <a:gdLst>
                <a:gd name="connsiteX0" fmla="*/ 76557 w 76319"/>
                <a:gd name="connsiteY0" fmla="*/ 60732 h 120593"/>
                <a:gd name="connsiteX1" fmla="*/ 69306 w 76319"/>
                <a:gd name="connsiteY1" fmla="*/ 19716 h 120593"/>
                <a:gd name="connsiteX2" fmla="*/ 38488 w 76319"/>
                <a:gd name="connsiteY2" fmla="*/ 85 h 120593"/>
                <a:gd name="connsiteX3" fmla="*/ 6945 w 76319"/>
                <a:gd name="connsiteY3" fmla="*/ 20943 h 120593"/>
                <a:gd name="connsiteX4" fmla="*/ 238 w 76319"/>
                <a:gd name="connsiteY4" fmla="*/ 60732 h 120593"/>
                <a:gd name="connsiteX5" fmla="*/ 8395 w 76319"/>
                <a:gd name="connsiteY5" fmla="*/ 102975 h 120593"/>
                <a:gd name="connsiteX6" fmla="*/ 38307 w 76319"/>
                <a:gd name="connsiteY6" fmla="*/ 120679 h 120593"/>
                <a:gd name="connsiteX7" fmla="*/ 69850 w 76319"/>
                <a:gd name="connsiteY7" fmla="*/ 100346 h 120593"/>
                <a:gd name="connsiteX8" fmla="*/ 76557 w 76319"/>
                <a:gd name="connsiteY8" fmla="*/ 60732 h 120593"/>
                <a:gd name="connsiteX9" fmla="*/ 38307 w 76319"/>
                <a:gd name="connsiteY9" fmla="*/ 116823 h 120593"/>
                <a:gd name="connsiteX10" fmla="*/ 17278 w 76319"/>
                <a:gd name="connsiteY10" fmla="*/ 95613 h 120593"/>
                <a:gd name="connsiteX11" fmla="*/ 15284 w 76319"/>
                <a:gd name="connsiteY11" fmla="*/ 58629 h 120593"/>
                <a:gd name="connsiteX12" fmla="*/ 16734 w 76319"/>
                <a:gd name="connsiteY12" fmla="*/ 26377 h 120593"/>
                <a:gd name="connsiteX13" fmla="*/ 38307 w 76319"/>
                <a:gd name="connsiteY13" fmla="*/ 3941 h 120593"/>
                <a:gd name="connsiteX14" fmla="*/ 59698 w 76319"/>
                <a:gd name="connsiteY14" fmla="*/ 24449 h 120593"/>
                <a:gd name="connsiteX15" fmla="*/ 61511 w 76319"/>
                <a:gd name="connsiteY15" fmla="*/ 58629 h 120593"/>
                <a:gd name="connsiteX16" fmla="*/ 59517 w 76319"/>
                <a:gd name="connsiteY16" fmla="*/ 94912 h 120593"/>
                <a:gd name="connsiteX17" fmla="*/ 38307 w 76319"/>
                <a:gd name="connsiteY17" fmla="*/ 116823 h 12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319" h="120593">
                  <a:moveTo>
                    <a:pt x="76557" y="60732"/>
                  </a:moveTo>
                  <a:cubicBezTo>
                    <a:pt x="76557" y="46710"/>
                    <a:pt x="75651" y="32687"/>
                    <a:pt x="69306" y="19716"/>
                  </a:cubicBezTo>
                  <a:cubicBezTo>
                    <a:pt x="60967" y="2889"/>
                    <a:pt x="46102" y="85"/>
                    <a:pt x="38488" y="85"/>
                  </a:cubicBezTo>
                  <a:cubicBezTo>
                    <a:pt x="27611" y="85"/>
                    <a:pt x="14378" y="4642"/>
                    <a:pt x="6945" y="20943"/>
                  </a:cubicBezTo>
                  <a:cubicBezTo>
                    <a:pt x="1144" y="33038"/>
                    <a:pt x="238" y="46710"/>
                    <a:pt x="238" y="60732"/>
                  </a:cubicBezTo>
                  <a:cubicBezTo>
                    <a:pt x="238" y="73878"/>
                    <a:pt x="963" y="89654"/>
                    <a:pt x="8395" y="102975"/>
                  </a:cubicBezTo>
                  <a:cubicBezTo>
                    <a:pt x="16190" y="117173"/>
                    <a:pt x="29424" y="120679"/>
                    <a:pt x="38307" y="120679"/>
                  </a:cubicBezTo>
                  <a:cubicBezTo>
                    <a:pt x="48096" y="120679"/>
                    <a:pt x="61873" y="116998"/>
                    <a:pt x="69850" y="100346"/>
                  </a:cubicBezTo>
                  <a:cubicBezTo>
                    <a:pt x="75651" y="88252"/>
                    <a:pt x="76557" y="74580"/>
                    <a:pt x="76557" y="60732"/>
                  </a:cubicBezTo>
                  <a:close/>
                  <a:moveTo>
                    <a:pt x="38307" y="116823"/>
                  </a:moveTo>
                  <a:cubicBezTo>
                    <a:pt x="31237" y="116823"/>
                    <a:pt x="20541" y="112440"/>
                    <a:pt x="17278" y="95613"/>
                  </a:cubicBezTo>
                  <a:cubicBezTo>
                    <a:pt x="15284" y="85097"/>
                    <a:pt x="15284" y="68971"/>
                    <a:pt x="15284" y="58629"/>
                  </a:cubicBezTo>
                  <a:cubicBezTo>
                    <a:pt x="15284" y="47411"/>
                    <a:pt x="15284" y="35842"/>
                    <a:pt x="16734" y="26377"/>
                  </a:cubicBezTo>
                  <a:cubicBezTo>
                    <a:pt x="20179" y="5519"/>
                    <a:pt x="33775" y="3941"/>
                    <a:pt x="38307" y="3941"/>
                  </a:cubicBezTo>
                  <a:cubicBezTo>
                    <a:pt x="44289" y="3941"/>
                    <a:pt x="56254" y="7096"/>
                    <a:pt x="59698" y="24449"/>
                  </a:cubicBezTo>
                  <a:cubicBezTo>
                    <a:pt x="61511" y="34265"/>
                    <a:pt x="61511" y="47586"/>
                    <a:pt x="61511" y="58629"/>
                  </a:cubicBezTo>
                  <a:cubicBezTo>
                    <a:pt x="61511" y="71775"/>
                    <a:pt x="61511" y="83694"/>
                    <a:pt x="59517" y="94912"/>
                  </a:cubicBezTo>
                  <a:cubicBezTo>
                    <a:pt x="56797" y="111564"/>
                    <a:pt x="46464" y="116823"/>
                    <a:pt x="38307" y="11682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93" name="Freeform: Shape 5192">
              <a:extLst>
                <a:ext uri="{FF2B5EF4-FFF2-40B4-BE49-F238E27FC236}">
                  <a16:creationId xmlns:a16="http://schemas.microsoft.com/office/drawing/2014/main" id="{53C06434-E518-B11D-A1B3-19CE9896572B}"/>
                </a:ext>
              </a:extLst>
            </p:cNvPr>
            <p:cNvSpPr/>
            <p:nvPr>
              <p:custDataLst>
                <p:tags r:id="rId168"/>
              </p:custDataLst>
            </p:nvPr>
          </p:nvSpPr>
          <p:spPr>
            <a:xfrm>
              <a:off x="6120941" y="5562436"/>
              <a:ext cx="7251" cy="175281"/>
            </a:xfrm>
            <a:custGeom>
              <a:avLst/>
              <a:gdLst>
                <a:gd name="connsiteX0" fmla="*/ 7497 w 7251"/>
                <a:gd name="connsiteY0" fmla="*/ 6395 h 175281"/>
                <a:gd name="connsiteX1" fmla="*/ 3871 w 7251"/>
                <a:gd name="connsiteY1" fmla="*/ 85 h 175281"/>
                <a:gd name="connsiteX2" fmla="*/ 245 w 7251"/>
                <a:gd name="connsiteY2" fmla="*/ 6395 h 175281"/>
                <a:gd name="connsiteX3" fmla="*/ 245 w 7251"/>
                <a:gd name="connsiteY3" fmla="*/ 169057 h 175281"/>
                <a:gd name="connsiteX4" fmla="*/ 3871 w 7251"/>
                <a:gd name="connsiteY4" fmla="*/ 175367 h 175281"/>
                <a:gd name="connsiteX5" fmla="*/ 7497 w 7251"/>
                <a:gd name="connsiteY5" fmla="*/ 169057 h 175281"/>
                <a:gd name="connsiteX6" fmla="*/ 7497 w 7251"/>
                <a:gd name="connsiteY6" fmla="*/ 6395 h 175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51" h="175281">
                  <a:moveTo>
                    <a:pt x="7497" y="6395"/>
                  </a:moveTo>
                  <a:cubicBezTo>
                    <a:pt x="7497" y="3240"/>
                    <a:pt x="7497" y="85"/>
                    <a:pt x="3871" y="85"/>
                  </a:cubicBezTo>
                  <a:cubicBezTo>
                    <a:pt x="245" y="85"/>
                    <a:pt x="245" y="3240"/>
                    <a:pt x="245" y="6395"/>
                  </a:cubicBezTo>
                  <a:lnTo>
                    <a:pt x="245" y="169057"/>
                  </a:lnTo>
                  <a:cubicBezTo>
                    <a:pt x="245" y="172212"/>
                    <a:pt x="245" y="175367"/>
                    <a:pt x="3871" y="175367"/>
                  </a:cubicBezTo>
                  <a:cubicBezTo>
                    <a:pt x="7497" y="175367"/>
                    <a:pt x="7497" y="172212"/>
                    <a:pt x="7497" y="169057"/>
                  </a:cubicBezTo>
                  <a:lnTo>
                    <a:pt x="7497" y="639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94" name="Freeform: Shape 5193">
              <a:extLst>
                <a:ext uri="{FF2B5EF4-FFF2-40B4-BE49-F238E27FC236}">
                  <a16:creationId xmlns:a16="http://schemas.microsoft.com/office/drawing/2014/main" id="{948C7CED-FDF2-4DF2-0C8C-B90600D9A101}"/>
                </a:ext>
              </a:extLst>
            </p:cNvPr>
            <p:cNvSpPr/>
            <p:nvPr>
              <p:custDataLst>
                <p:tags r:id="rId169"/>
              </p:custDataLst>
            </p:nvPr>
          </p:nvSpPr>
          <p:spPr>
            <a:xfrm>
              <a:off x="6204067" y="5616073"/>
              <a:ext cx="102061" cy="77825"/>
            </a:xfrm>
            <a:custGeom>
              <a:avLst/>
              <a:gdLst>
                <a:gd name="connsiteX0" fmla="*/ 58986 w 102061"/>
                <a:gd name="connsiteY0" fmla="*/ 34791 h 77825"/>
                <a:gd name="connsiteX1" fmla="*/ 80196 w 102061"/>
                <a:gd name="connsiteY1" fmla="*/ 12004 h 77825"/>
                <a:gd name="connsiteX2" fmla="*/ 98687 w 102061"/>
                <a:gd name="connsiteY2" fmla="*/ 8323 h 77825"/>
                <a:gd name="connsiteX3" fmla="*/ 98687 w 102061"/>
                <a:gd name="connsiteY3" fmla="*/ 85 h 77825"/>
                <a:gd name="connsiteX4" fmla="*/ 82009 w 102061"/>
                <a:gd name="connsiteY4" fmla="*/ 611 h 77825"/>
                <a:gd name="connsiteX5" fmla="*/ 63337 w 102061"/>
                <a:gd name="connsiteY5" fmla="*/ 85 h 77825"/>
                <a:gd name="connsiteX6" fmla="*/ 63337 w 102061"/>
                <a:gd name="connsiteY6" fmla="*/ 8323 h 77825"/>
                <a:gd name="connsiteX7" fmla="*/ 70226 w 102061"/>
                <a:gd name="connsiteY7" fmla="*/ 9901 h 77825"/>
                <a:gd name="connsiteX8" fmla="*/ 68775 w 102061"/>
                <a:gd name="connsiteY8" fmla="*/ 12004 h 77825"/>
                <a:gd name="connsiteX9" fmla="*/ 53548 w 102061"/>
                <a:gd name="connsiteY9" fmla="*/ 28480 h 77825"/>
                <a:gd name="connsiteX10" fmla="*/ 35782 w 102061"/>
                <a:gd name="connsiteY10" fmla="*/ 8323 h 77825"/>
                <a:gd name="connsiteX11" fmla="*/ 43033 w 102061"/>
                <a:gd name="connsiteY11" fmla="*/ 8323 h 77825"/>
                <a:gd name="connsiteX12" fmla="*/ 43033 w 102061"/>
                <a:gd name="connsiteY12" fmla="*/ 85 h 77825"/>
                <a:gd name="connsiteX13" fmla="*/ 21098 w 102061"/>
                <a:gd name="connsiteY13" fmla="*/ 611 h 77825"/>
                <a:gd name="connsiteX14" fmla="*/ 1157 w 102061"/>
                <a:gd name="connsiteY14" fmla="*/ 85 h 77825"/>
                <a:gd name="connsiteX15" fmla="*/ 1157 w 102061"/>
                <a:gd name="connsiteY15" fmla="*/ 8323 h 77825"/>
                <a:gd name="connsiteX16" fmla="*/ 14028 w 102061"/>
                <a:gd name="connsiteY16" fmla="*/ 8323 h 77825"/>
                <a:gd name="connsiteX17" fmla="*/ 42308 w 102061"/>
                <a:gd name="connsiteY17" fmla="*/ 40575 h 77825"/>
                <a:gd name="connsiteX18" fmla="*/ 18560 w 102061"/>
                <a:gd name="connsiteY18" fmla="*/ 66341 h 77825"/>
                <a:gd name="connsiteX19" fmla="*/ 251 w 102061"/>
                <a:gd name="connsiteY19" fmla="*/ 69672 h 77825"/>
                <a:gd name="connsiteX20" fmla="*/ 251 w 102061"/>
                <a:gd name="connsiteY20" fmla="*/ 77910 h 77825"/>
                <a:gd name="connsiteX21" fmla="*/ 16929 w 102061"/>
                <a:gd name="connsiteY21" fmla="*/ 77384 h 77825"/>
                <a:gd name="connsiteX22" fmla="*/ 35601 w 102061"/>
                <a:gd name="connsiteY22" fmla="*/ 77910 h 77825"/>
                <a:gd name="connsiteX23" fmla="*/ 35601 w 102061"/>
                <a:gd name="connsiteY23" fmla="*/ 69672 h 77825"/>
                <a:gd name="connsiteX24" fmla="*/ 28893 w 102061"/>
                <a:gd name="connsiteY24" fmla="*/ 67744 h 77825"/>
                <a:gd name="connsiteX25" fmla="*/ 30162 w 102061"/>
                <a:gd name="connsiteY25" fmla="*/ 65991 h 77825"/>
                <a:gd name="connsiteX26" fmla="*/ 47747 w 102061"/>
                <a:gd name="connsiteY26" fmla="*/ 46885 h 77825"/>
                <a:gd name="connsiteX27" fmla="*/ 67688 w 102061"/>
                <a:gd name="connsiteY27" fmla="*/ 69672 h 77825"/>
                <a:gd name="connsiteX28" fmla="*/ 60618 w 102061"/>
                <a:gd name="connsiteY28" fmla="*/ 69672 h 77825"/>
                <a:gd name="connsiteX29" fmla="*/ 60618 w 102061"/>
                <a:gd name="connsiteY29" fmla="*/ 77910 h 77825"/>
                <a:gd name="connsiteX30" fmla="*/ 82371 w 102061"/>
                <a:gd name="connsiteY30" fmla="*/ 77384 h 77825"/>
                <a:gd name="connsiteX31" fmla="*/ 102312 w 102061"/>
                <a:gd name="connsiteY31" fmla="*/ 77910 h 77825"/>
                <a:gd name="connsiteX32" fmla="*/ 102312 w 102061"/>
                <a:gd name="connsiteY32" fmla="*/ 69672 h 77825"/>
                <a:gd name="connsiteX33" fmla="*/ 89441 w 102061"/>
                <a:gd name="connsiteY33" fmla="*/ 69672 h 77825"/>
                <a:gd name="connsiteX34" fmla="*/ 58986 w 102061"/>
                <a:gd name="connsiteY34" fmla="*/ 34791 h 7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2061" h="77825">
                  <a:moveTo>
                    <a:pt x="58986" y="34791"/>
                  </a:moveTo>
                  <a:lnTo>
                    <a:pt x="80196" y="12004"/>
                  </a:lnTo>
                  <a:cubicBezTo>
                    <a:pt x="82553" y="9550"/>
                    <a:pt x="83640" y="8323"/>
                    <a:pt x="98687" y="8323"/>
                  </a:cubicBezTo>
                  <a:lnTo>
                    <a:pt x="98687" y="85"/>
                  </a:lnTo>
                  <a:cubicBezTo>
                    <a:pt x="92342" y="435"/>
                    <a:pt x="82915" y="611"/>
                    <a:pt x="82009" y="611"/>
                  </a:cubicBezTo>
                  <a:cubicBezTo>
                    <a:pt x="77477" y="611"/>
                    <a:pt x="68413" y="260"/>
                    <a:pt x="63337" y="85"/>
                  </a:cubicBezTo>
                  <a:lnTo>
                    <a:pt x="63337" y="8323"/>
                  </a:lnTo>
                  <a:cubicBezTo>
                    <a:pt x="65875" y="8323"/>
                    <a:pt x="68050" y="8674"/>
                    <a:pt x="70226" y="9901"/>
                  </a:cubicBezTo>
                  <a:cubicBezTo>
                    <a:pt x="69500" y="10952"/>
                    <a:pt x="69500" y="11303"/>
                    <a:pt x="68775" y="12004"/>
                  </a:cubicBezTo>
                  <a:lnTo>
                    <a:pt x="53548" y="28480"/>
                  </a:lnTo>
                  <a:lnTo>
                    <a:pt x="35782" y="8323"/>
                  </a:lnTo>
                  <a:lnTo>
                    <a:pt x="43033" y="8323"/>
                  </a:lnTo>
                  <a:lnTo>
                    <a:pt x="43033" y="85"/>
                  </a:lnTo>
                  <a:cubicBezTo>
                    <a:pt x="38320" y="260"/>
                    <a:pt x="26899" y="611"/>
                    <a:pt x="21098" y="611"/>
                  </a:cubicBezTo>
                  <a:cubicBezTo>
                    <a:pt x="15297" y="611"/>
                    <a:pt x="7140" y="260"/>
                    <a:pt x="1157" y="85"/>
                  </a:cubicBezTo>
                  <a:lnTo>
                    <a:pt x="1157" y="8323"/>
                  </a:lnTo>
                  <a:lnTo>
                    <a:pt x="14028" y="8323"/>
                  </a:lnTo>
                  <a:lnTo>
                    <a:pt x="42308" y="40575"/>
                  </a:lnTo>
                  <a:lnTo>
                    <a:pt x="18560" y="66341"/>
                  </a:lnTo>
                  <a:cubicBezTo>
                    <a:pt x="15479" y="69672"/>
                    <a:pt x="8952" y="69672"/>
                    <a:pt x="251" y="69672"/>
                  </a:cubicBezTo>
                  <a:lnTo>
                    <a:pt x="251" y="77910"/>
                  </a:lnTo>
                  <a:cubicBezTo>
                    <a:pt x="6596" y="77559"/>
                    <a:pt x="16022" y="77384"/>
                    <a:pt x="16929" y="77384"/>
                  </a:cubicBezTo>
                  <a:cubicBezTo>
                    <a:pt x="21461" y="77384"/>
                    <a:pt x="31975" y="77735"/>
                    <a:pt x="35601" y="77910"/>
                  </a:cubicBezTo>
                  <a:lnTo>
                    <a:pt x="35601" y="69672"/>
                  </a:lnTo>
                  <a:cubicBezTo>
                    <a:pt x="32338" y="69672"/>
                    <a:pt x="28893" y="68795"/>
                    <a:pt x="28893" y="67744"/>
                  </a:cubicBezTo>
                  <a:cubicBezTo>
                    <a:pt x="28893" y="67568"/>
                    <a:pt x="28893" y="67393"/>
                    <a:pt x="30162" y="65991"/>
                  </a:cubicBezTo>
                  <a:lnTo>
                    <a:pt x="47747" y="46885"/>
                  </a:lnTo>
                  <a:lnTo>
                    <a:pt x="67688" y="69672"/>
                  </a:lnTo>
                  <a:lnTo>
                    <a:pt x="60618" y="69672"/>
                  </a:lnTo>
                  <a:lnTo>
                    <a:pt x="60618" y="77910"/>
                  </a:lnTo>
                  <a:cubicBezTo>
                    <a:pt x="65331" y="77735"/>
                    <a:pt x="76389" y="77384"/>
                    <a:pt x="82371" y="77384"/>
                  </a:cubicBezTo>
                  <a:cubicBezTo>
                    <a:pt x="88172" y="77384"/>
                    <a:pt x="96330" y="77735"/>
                    <a:pt x="102312" y="77910"/>
                  </a:cubicBezTo>
                  <a:lnTo>
                    <a:pt x="102312" y="69672"/>
                  </a:lnTo>
                  <a:lnTo>
                    <a:pt x="89441" y="69672"/>
                  </a:lnTo>
                  <a:lnTo>
                    <a:pt x="58986" y="3479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95" name="Freeform: Shape 5194">
              <a:extLst>
                <a:ext uri="{FF2B5EF4-FFF2-40B4-BE49-F238E27FC236}">
                  <a16:creationId xmlns:a16="http://schemas.microsoft.com/office/drawing/2014/main" id="{9AD76D80-3178-6D3A-D25E-144DF69D5ABA}"/>
                </a:ext>
              </a:extLst>
            </p:cNvPr>
            <p:cNvSpPr/>
            <p:nvPr>
              <p:custDataLst>
                <p:tags r:id="rId170"/>
              </p:custDataLst>
            </p:nvPr>
          </p:nvSpPr>
          <p:spPr>
            <a:xfrm>
              <a:off x="6320439" y="5562436"/>
              <a:ext cx="42057" cy="175281"/>
            </a:xfrm>
            <a:custGeom>
              <a:avLst/>
              <a:gdLst>
                <a:gd name="connsiteX0" fmla="*/ 42314 w 42057"/>
                <a:gd name="connsiteY0" fmla="*/ 87726 h 175281"/>
                <a:gd name="connsiteX1" fmla="*/ 30350 w 42057"/>
                <a:gd name="connsiteY1" fmla="*/ 33038 h 175281"/>
                <a:gd name="connsiteX2" fmla="*/ 2070 w 42057"/>
                <a:gd name="connsiteY2" fmla="*/ 85 h 175281"/>
                <a:gd name="connsiteX3" fmla="*/ 257 w 42057"/>
                <a:gd name="connsiteY3" fmla="*/ 1838 h 175281"/>
                <a:gd name="connsiteX4" fmla="*/ 3701 w 42057"/>
                <a:gd name="connsiteY4" fmla="*/ 5869 h 175281"/>
                <a:gd name="connsiteX5" fmla="*/ 31800 w 42057"/>
                <a:gd name="connsiteY5" fmla="*/ 87726 h 175281"/>
                <a:gd name="connsiteX6" fmla="*/ 2614 w 42057"/>
                <a:gd name="connsiteY6" fmla="*/ 170634 h 175281"/>
                <a:gd name="connsiteX7" fmla="*/ 257 w 42057"/>
                <a:gd name="connsiteY7" fmla="*/ 173614 h 175281"/>
                <a:gd name="connsiteX8" fmla="*/ 2070 w 42057"/>
                <a:gd name="connsiteY8" fmla="*/ 175367 h 175281"/>
                <a:gd name="connsiteX9" fmla="*/ 30894 w 42057"/>
                <a:gd name="connsiteY9" fmla="*/ 141187 h 175281"/>
                <a:gd name="connsiteX10" fmla="*/ 42314 w 42057"/>
                <a:gd name="connsiteY10" fmla="*/ 87726 h 175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57" h="175281">
                  <a:moveTo>
                    <a:pt x="42314" y="87726"/>
                  </a:moveTo>
                  <a:cubicBezTo>
                    <a:pt x="42314" y="74054"/>
                    <a:pt x="40320" y="52845"/>
                    <a:pt x="30350" y="33038"/>
                  </a:cubicBezTo>
                  <a:cubicBezTo>
                    <a:pt x="19473" y="11478"/>
                    <a:pt x="3883" y="85"/>
                    <a:pt x="2070" y="85"/>
                  </a:cubicBezTo>
                  <a:cubicBezTo>
                    <a:pt x="982" y="85"/>
                    <a:pt x="257" y="786"/>
                    <a:pt x="257" y="1838"/>
                  </a:cubicBezTo>
                  <a:cubicBezTo>
                    <a:pt x="257" y="2363"/>
                    <a:pt x="257" y="2714"/>
                    <a:pt x="3701" y="5869"/>
                  </a:cubicBezTo>
                  <a:cubicBezTo>
                    <a:pt x="21467" y="23222"/>
                    <a:pt x="31800" y="51092"/>
                    <a:pt x="31800" y="87726"/>
                  </a:cubicBezTo>
                  <a:cubicBezTo>
                    <a:pt x="31800" y="117699"/>
                    <a:pt x="25093" y="148549"/>
                    <a:pt x="2614" y="170634"/>
                  </a:cubicBezTo>
                  <a:cubicBezTo>
                    <a:pt x="257" y="172737"/>
                    <a:pt x="257" y="173088"/>
                    <a:pt x="257" y="173614"/>
                  </a:cubicBezTo>
                  <a:cubicBezTo>
                    <a:pt x="257" y="174666"/>
                    <a:pt x="982" y="175367"/>
                    <a:pt x="2070" y="175367"/>
                  </a:cubicBezTo>
                  <a:cubicBezTo>
                    <a:pt x="3883" y="175367"/>
                    <a:pt x="20198" y="163447"/>
                    <a:pt x="30894" y="141187"/>
                  </a:cubicBezTo>
                  <a:cubicBezTo>
                    <a:pt x="40139" y="121906"/>
                    <a:pt x="42314" y="102449"/>
                    <a:pt x="42314" y="8772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96" name="Freeform: Shape 5195">
              <a:extLst>
                <a:ext uri="{FF2B5EF4-FFF2-40B4-BE49-F238E27FC236}">
                  <a16:creationId xmlns:a16="http://schemas.microsoft.com/office/drawing/2014/main" id="{0EC97B7B-70E1-3431-2569-A172AE9533C9}"/>
                </a:ext>
              </a:extLst>
            </p:cNvPr>
            <p:cNvSpPr/>
            <p:nvPr>
              <p:custDataLst>
                <p:tags r:id="rId171"/>
              </p:custDataLst>
            </p:nvPr>
          </p:nvSpPr>
          <p:spPr>
            <a:xfrm>
              <a:off x="6462865" y="5509335"/>
              <a:ext cx="120552" cy="41015"/>
            </a:xfrm>
            <a:custGeom>
              <a:avLst/>
              <a:gdLst>
                <a:gd name="connsiteX0" fmla="*/ 114653 w 120552"/>
                <a:gd name="connsiteY0" fmla="*/ 7089 h 41015"/>
                <a:gd name="connsiteX1" fmla="*/ 120817 w 120552"/>
                <a:gd name="connsiteY1" fmla="*/ 3584 h 41015"/>
                <a:gd name="connsiteX2" fmla="*/ 114835 w 120552"/>
                <a:gd name="connsiteY2" fmla="*/ 78 h 41015"/>
                <a:gd name="connsiteX3" fmla="*/ 6247 w 120552"/>
                <a:gd name="connsiteY3" fmla="*/ 78 h 41015"/>
                <a:gd name="connsiteX4" fmla="*/ 265 w 120552"/>
                <a:gd name="connsiteY4" fmla="*/ 3584 h 41015"/>
                <a:gd name="connsiteX5" fmla="*/ 6428 w 120552"/>
                <a:gd name="connsiteY5" fmla="*/ 7089 h 41015"/>
                <a:gd name="connsiteX6" fmla="*/ 114653 w 120552"/>
                <a:gd name="connsiteY6" fmla="*/ 7089 h 41015"/>
                <a:gd name="connsiteX7" fmla="*/ 114835 w 120552"/>
                <a:gd name="connsiteY7" fmla="*/ 41094 h 41015"/>
                <a:gd name="connsiteX8" fmla="*/ 120817 w 120552"/>
                <a:gd name="connsiteY8" fmla="*/ 37588 h 41015"/>
                <a:gd name="connsiteX9" fmla="*/ 114653 w 120552"/>
                <a:gd name="connsiteY9" fmla="*/ 34083 h 41015"/>
                <a:gd name="connsiteX10" fmla="*/ 6428 w 120552"/>
                <a:gd name="connsiteY10" fmla="*/ 34083 h 41015"/>
                <a:gd name="connsiteX11" fmla="*/ 265 w 120552"/>
                <a:gd name="connsiteY11" fmla="*/ 37588 h 41015"/>
                <a:gd name="connsiteX12" fmla="*/ 6247 w 120552"/>
                <a:gd name="connsiteY12" fmla="*/ 41094 h 41015"/>
                <a:gd name="connsiteX13" fmla="*/ 114835 w 120552"/>
                <a:gd name="connsiteY13" fmla="*/ 41094 h 41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552" h="41015">
                  <a:moveTo>
                    <a:pt x="114653" y="7089"/>
                  </a:moveTo>
                  <a:cubicBezTo>
                    <a:pt x="117373" y="7089"/>
                    <a:pt x="120817" y="7089"/>
                    <a:pt x="120817" y="3584"/>
                  </a:cubicBezTo>
                  <a:cubicBezTo>
                    <a:pt x="120817" y="78"/>
                    <a:pt x="117373" y="78"/>
                    <a:pt x="114835" y="78"/>
                  </a:cubicBezTo>
                  <a:lnTo>
                    <a:pt x="6247" y="78"/>
                  </a:lnTo>
                  <a:cubicBezTo>
                    <a:pt x="3709" y="78"/>
                    <a:pt x="265" y="78"/>
                    <a:pt x="265" y="3584"/>
                  </a:cubicBezTo>
                  <a:cubicBezTo>
                    <a:pt x="265" y="7089"/>
                    <a:pt x="3709" y="7089"/>
                    <a:pt x="6428" y="7089"/>
                  </a:cubicBezTo>
                  <a:lnTo>
                    <a:pt x="114653" y="7089"/>
                  </a:lnTo>
                  <a:close/>
                  <a:moveTo>
                    <a:pt x="114835" y="41094"/>
                  </a:moveTo>
                  <a:cubicBezTo>
                    <a:pt x="117373" y="41094"/>
                    <a:pt x="120817" y="41094"/>
                    <a:pt x="120817" y="37588"/>
                  </a:cubicBezTo>
                  <a:cubicBezTo>
                    <a:pt x="120817" y="34083"/>
                    <a:pt x="117373" y="34083"/>
                    <a:pt x="114653" y="34083"/>
                  </a:cubicBezTo>
                  <a:lnTo>
                    <a:pt x="6428" y="34083"/>
                  </a:lnTo>
                  <a:cubicBezTo>
                    <a:pt x="3709" y="34083"/>
                    <a:pt x="265" y="34083"/>
                    <a:pt x="265" y="37588"/>
                  </a:cubicBezTo>
                  <a:cubicBezTo>
                    <a:pt x="265" y="41094"/>
                    <a:pt x="3709" y="41094"/>
                    <a:pt x="6247" y="41094"/>
                  </a:cubicBezTo>
                  <a:lnTo>
                    <a:pt x="114835" y="4109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97" name="Freeform: Shape 5196">
              <a:extLst>
                <a:ext uri="{FF2B5EF4-FFF2-40B4-BE49-F238E27FC236}">
                  <a16:creationId xmlns:a16="http://schemas.microsoft.com/office/drawing/2014/main" id="{FAA00ED7-2619-41D9-28C4-3BB4F08A6C75}"/>
                </a:ext>
              </a:extLst>
            </p:cNvPr>
            <p:cNvSpPr/>
            <p:nvPr>
              <p:custDataLst>
                <p:tags r:id="rId172"/>
              </p:custDataLst>
            </p:nvPr>
          </p:nvSpPr>
          <p:spPr>
            <a:xfrm>
              <a:off x="6816120" y="5377609"/>
              <a:ext cx="94628" cy="111479"/>
            </a:xfrm>
            <a:custGeom>
              <a:avLst/>
              <a:gdLst>
                <a:gd name="connsiteX0" fmla="*/ 14244 w 94628"/>
                <a:gd name="connsiteY0" fmla="*/ 98930 h 111479"/>
                <a:gd name="connsiteX1" fmla="*/ 4455 w 94628"/>
                <a:gd name="connsiteY1" fmla="*/ 106117 h 111479"/>
                <a:gd name="connsiteX2" fmla="*/ 285 w 94628"/>
                <a:gd name="connsiteY2" fmla="*/ 109447 h 111479"/>
                <a:gd name="connsiteX3" fmla="*/ 2642 w 94628"/>
                <a:gd name="connsiteY3" fmla="*/ 111551 h 111479"/>
                <a:gd name="connsiteX4" fmla="*/ 17869 w 94628"/>
                <a:gd name="connsiteY4" fmla="*/ 111025 h 111479"/>
                <a:gd name="connsiteX5" fmla="*/ 35816 w 94628"/>
                <a:gd name="connsiteY5" fmla="*/ 111551 h 111479"/>
                <a:gd name="connsiteX6" fmla="*/ 39079 w 94628"/>
                <a:gd name="connsiteY6" fmla="*/ 108045 h 111479"/>
                <a:gd name="connsiteX7" fmla="*/ 34729 w 94628"/>
                <a:gd name="connsiteY7" fmla="*/ 106117 h 111479"/>
                <a:gd name="connsiteX8" fmla="*/ 25664 w 94628"/>
                <a:gd name="connsiteY8" fmla="*/ 103312 h 111479"/>
                <a:gd name="connsiteX9" fmla="*/ 34547 w 94628"/>
                <a:gd name="connsiteY9" fmla="*/ 68256 h 111479"/>
                <a:gd name="connsiteX10" fmla="*/ 51225 w 94628"/>
                <a:gd name="connsiteY10" fmla="*/ 79474 h 111479"/>
                <a:gd name="connsiteX11" fmla="*/ 94914 w 94628"/>
                <a:gd name="connsiteY11" fmla="*/ 28116 h 111479"/>
                <a:gd name="connsiteX12" fmla="*/ 70804 w 94628"/>
                <a:gd name="connsiteY12" fmla="*/ 71 h 111479"/>
                <a:gd name="connsiteX13" fmla="*/ 47056 w 94628"/>
                <a:gd name="connsiteY13" fmla="*/ 13217 h 111479"/>
                <a:gd name="connsiteX14" fmla="*/ 30740 w 94628"/>
                <a:gd name="connsiteY14" fmla="*/ 71 h 111479"/>
                <a:gd name="connsiteX15" fmla="*/ 17326 w 94628"/>
                <a:gd name="connsiteY15" fmla="*/ 10062 h 111479"/>
                <a:gd name="connsiteX16" fmla="*/ 11706 w 94628"/>
                <a:gd name="connsiteY16" fmla="*/ 27065 h 111479"/>
                <a:gd name="connsiteX17" fmla="*/ 13881 w 94628"/>
                <a:gd name="connsiteY17" fmla="*/ 28817 h 111479"/>
                <a:gd name="connsiteX18" fmla="*/ 16963 w 94628"/>
                <a:gd name="connsiteY18" fmla="*/ 24786 h 111479"/>
                <a:gd name="connsiteX19" fmla="*/ 30197 w 94628"/>
                <a:gd name="connsiteY19" fmla="*/ 3927 h 111479"/>
                <a:gd name="connsiteX20" fmla="*/ 35816 w 94628"/>
                <a:gd name="connsiteY20" fmla="*/ 11990 h 111479"/>
                <a:gd name="connsiteX21" fmla="*/ 34547 w 94628"/>
                <a:gd name="connsiteY21" fmla="*/ 20930 h 111479"/>
                <a:gd name="connsiteX22" fmla="*/ 14244 w 94628"/>
                <a:gd name="connsiteY22" fmla="*/ 98930 h 111479"/>
                <a:gd name="connsiteX23" fmla="*/ 46149 w 94628"/>
                <a:gd name="connsiteY23" fmla="*/ 22858 h 111479"/>
                <a:gd name="connsiteX24" fmla="*/ 55576 w 94628"/>
                <a:gd name="connsiteY24" fmla="*/ 10588 h 111479"/>
                <a:gd name="connsiteX25" fmla="*/ 70260 w 94628"/>
                <a:gd name="connsiteY25" fmla="*/ 3927 h 111479"/>
                <a:gd name="connsiteX26" fmla="*/ 81862 w 94628"/>
                <a:gd name="connsiteY26" fmla="*/ 20404 h 111479"/>
                <a:gd name="connsiteX27" fmla="*/ 72616 w 94628"/>
                <a:gd name="connsiteY27" fmla="*/ 57564 h 111479"/>
                <a:gd name="connsiteX28" fmla="*/ 51044 w 94628"/>
                <a:gd name="connsiteY28" fmla="*/ 75618 h 111479"/>
                <a:gd name="connsiteX29" fmla="*/ 36723 w 94628"/>
                <a:gd name="connsiteY29" fmla="*/ 60018 h 111479"/>
                <a:gd name="connsiteX30" fmla="*/ 37266 w 94628"/>
                <a:gd name="connsiteY30" fmla="*/ 57213 h 111479"/>
                <a:gd name="connsiteX31" fmla="*/ 46149 w 94628"/>
                <a:gd name="connsiteY31" fmla="*/ 22858 h 11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628" h="111479">
                  <a:moveTo>
                    <a:pt x="14244" y="98930"/>
                  </a:moveTo>
                  <a:cubicBezTo>
                    <a:pt x="12794" y="104890"/>
                    <a:pt x="12431" y="106117"/>
                    <a:pt x="4455" y="106117"/>
                  </a:cubicBezTo>
                  <a:cubicBezTo>
                    <a:pt x="2279" y="106117"/>
                    <a:pt x="285" y="106117"/>
                    <a:pt x="285" y="109447"/>
                  </a:cubicBezTo>
                  <a:cubicBezTo>
                    <a:pt x="285" y="110849"/>
                    <a:pt x="1192" y="111551"/>
                    <a:pt x="2642" y="111551"/>
                  </a:cubicBezTo>
                  <a:cubicBezTo>
                    <a:pt x="7536" y="111551"/>
                    <a:pt x="12794" y="111025"/>
                    <a:pt x="17869" y="111025"/>
                  </a:cubicBezTo>
                  <a:cubicBezTo>
                    <a:pt x="23852" y="111025"/>
                    <a:pt x="30015" y="111551"/>
                    <a:pt x="35816" y="111551"/>
                  </a:cubicBezTo>
                  <a:cubicBezTo>
                    <a:pt x="36723" y="111551"/>
                    <a:pt x="39079" y="111551"/>
                    <a:pt x="39079" y="108045"/>
                  </a:cubicBezTo>
                  <a:cubicBezTo>
                    <a:pt x="39079" y="106117"/>
                    <a:pt x="37266" y="106117"/>
                    <a:pt x="34729" y="106117"/>
                  </a:cubicBezTo>
                  <a:cubicBezTo>
                    <a:pt x="25664" y="106117"/>
                    <a:pt x="25664" y="104890"/>
                    <a:pt x="25664" y="103312"/>
                  </a:cubicBezTo>
                  <a:cubicBezTo>
                    <a:pt x="25664" y="101209"/>
                    <a:pt x="33278" y="72638"/>
                    <a:pt x="34547" y="68256"/>
                  </a:cubicBezTo>
                  <a:cubicBezTo>
                    <a:pt x="36904" y="73339"/>
                    <a:pt x="41980" y="79474"/>
                    <a:pt x="51225" y="79474"/>
                  </a:cubicBezTo>
                  <a:cubicBezTo>
                    <a:pt x="72254" y="79474"/>
                    <a:pt x="94914" y="53883"/>
                    <a:pt x="94914" y="28116"/>
                  </a:cubicBezTo>
                  <a:cubicBezTo>
                    <a:pt x="94914" y="11640"/>
                    <a:pt x="84581" y="71"/>
                    <a:pt x="70804" y="71"/>
                  </a:cubicBezTo>
                  <a:cubicBezTo>
                    <a:pt x="61739" y="71"/>
                    <a:pt x="53038" y="6381"/>
                    <a:pt x="47056" y="13217"/>
                  </a:cubicBezTo>
                  <a:cubicBezTo>
                    <a:pt x="45243" y="3752"/>
                    <a:pt x="37448" y="71"/>
                    <a:pt x="30740" y="71"/>
                  </a:cubicBezTo>
                  <a:cubicBezTo>
                    <a:pt x="22401" y="71"/>
                    <a:pt x="18957" y="6907"/>
                    <a:pt x="17326" y="10062"/>
                  </a:cubicBezTo>
                  <a:cubicBezTo>
                    <a:pt x="14062" y="16022"/>
                    <a:pt x="11706" y="26539"/>
                    <a:pt x="11706" y="27065"/>
                  </a:cubicBezTo>
                  <a:cubicBezTo>
                    <a:pt x="11706" y="28817"/>
                    <a:pt x="13519" y="28817"/>
                    <a:pt x="13881" y="28817"/>
                  </a:cubicBezTo>
                  <a:cubicBezTo>
                    <a:pt x="15694" y="28817"/>
                    <a:pt x="15875" y="28642"/>
                    <a:pt x="16963" y="24786"/>
                  </a:cubicBezTo>
                  <a:cubicBezTo>
                    <a:pt x="20045" y="12341"/>
                    <a:pt x="23670" y="3927"/>
                    <a:pt x="30197" y="3927"/>
                  </a:cubicBezTo>
                  <a:cubicBezTo>
                    <a:pt x="33278" y="3927"/>
                    <a:pt x="35816" y="5330"/>
                    <a:pt x="35816" y="11990"/>
                  </a:cubicBezTo>
                  <a:cubicBezTo>
                    <a:pt x="35816" y="16022"/>
                    <a:pt x="35272" y="17950"/>
                    <a:pt x="34547" y="20930"/>
                  </a:cubicBezTo>
                  <a:lnTo>
                    <a:pt x="14244" y="98930"/>
                  </a:lnTo>
                  <a:close/>
                  <a:moveTo>
                    <a:pt x="46149" y="22858"/>
                  </a:moveTo>
                  <a:cubicBezTo>
                    <a:pt x="47418" y="18125"/>
                    <a:pt x="52313" y="13217"/>
                    <a:pt x="55576" y="10588"/>
                  </a:cubicBezTo>
                  <a:cubicBezTo>
                    <a:pt x="61921" y="5154"/>
                    <a:pt x="67178" y="3927"/>
                    <a:pt x="70260" y="3927"/>
                  </a:cubicBezTo>
                  <a:cubicBezTo>
                    <a:pt x="77511" y="3927"/>
                    <a:pt x="81862" y="10062"/>
                    <a:pt x="81862" y="20404"/>
                  </a:cubicBezTo>
                  <a:cubicBezTo>
                    <a:pt x="81862" y="30746"/>
                    <a:pt x="75879" y="50903"/>
                    <a:pt x="72616" y="57564"/>
                  </a:cubicBezTo>
                  <a:cubicBezTo>
                    <a:pt x="66453" y="69833"/>
                    <a:pt x="57751" y="75618"/>
                    <a:pt x="51044" y="75618"/>
                  </a:cubicBezTo>
                  <a:cubicBezTo>
                    <a:pt x="39079" y="75618"/>
                    <a:pt x="36723" y="61069"/>
                    <a:pt x="36723" y="60018"/>
                  </a:cubicBezTo>
                  <a:cubicBezTo>
                    <a:pt x="36723" y="59667"/>
                    <a:pt x="36723" y="59316"/>
                    <a:pt x="37266" y="57213"/>
                  </a:cubicBezTo>
                  <a:lnTo>
                    <a:pt x="46149" y="2285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98" name="Freeform: Shape 5197">
              <a:extLst>
                <a:ext uri="{FF2B5EF4-FFF2-40B4-BE49-F238E27FC236}">
                  <a16:creationId xmlns:a16="http://schemas.microsoft.com/office/drawing/2014/main" id="{31338B69-F5AA-3288-B93C-14DF33C749DD}"/>
                </a:ext>
              </a:extLst>
            </p:cNvPr>
            <p:cNvSpPr/>
            <p:nvPr>
              <p:custDataLst>
                <p:tags r:id="rId173"/>
              </p:custDataLst>
            </p:nvPr>
          </p:nvSpPr>
          <p:spPr>
            <a:xfrm>
              <a:off x="6665818" y="5526337"/>
              <a:ext cx="403412" cy="7010"/>
            </a:xfrm>
            <a:custGeom>
              <a:avLst/>
              <a:gdLst>
                <a:gd name="connsiteX0" fmla="*/ 0 w 403412"/>
                <a:gd name="connsiteY0" fmla="*/ 0 h 7010"/>
                <a:gd name="connsiteX1" fmla="*/ 403413 w 403412"/>
                <a:gd name="connsiteY1" fmla="*/ 0 h 7010"/>
                <a:gd name="connsiteX2" fmla="*/ 403413 w 403412"/>
                <a:gd name="connsiteY2" fmla="*/ 7011 h 7010"/>
                <a:gd name="connsiteX3" fmla="*/ 0 w 403412"/>
                <a:gd name="connsiteY3" fmla="*/ 7011 h 7010"/>
              </a:gdLst>
              <a:ahLst/>
              <a:cxnLst>
                <a:cxn ang="0">
                  <a:pos x="connsiteX0" y="connsiteY0"/>
                </a:cxn>
                <a:cxn ang="0">
                  <a:pos x="connsiteX1" y="connsiteY1"/>
                </a:cxn>
                <a:cxn ang="0">
                  <a:pos x="connsiteX2" y="connsiteY2"/>
                </a:cxn>
                <a:cxn ang="0">
                  <a:pos x="connsiteX3" y="connsiteY3"/>
                </a:cxn>
              </a:cxnLst>
              <a:rect l="l" t="t" r="r" b="b"/>
              <a:pathLst>
                <a:path w="403412" h="7010">
                  <a:moveTo>
                    <a:pt x="0" y="0"/>
                  </a:moveTo>
                  <a:lnTo>
                    <a:pt x="403413" y="0"/>
                  </a:lnTo>
                  <a:lnTo>
                    <a:pt x="403413" y="7011"/>
                  </a:lnTo>
                  <a:lnTo>
                    <a:pt x="0" y="701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99" name="Freeform: Shape 5198">
              <a:extLst>
                <a:ext uri="{FF2B5EF4-FFF2-40B4-BE49-F238E27FC236}">
                  <a16:creationId xmlns:a16="http://schemas.microsoft.com/office/drawing/2014/main" id="{FB9C42FD-9481-6FFD-FBF5-7E3B9426E0FE}"/>
                </a:ext>
              </a:extLst>
            </p:cNvPr>
            <p:cNvSpPr/>
            <p:nvPr>
              <p:custDataLst>
                <p:tags r:id="rId174"/>
              </p:custDataLst>
            </p:nvPr>
          </p:nvSpPr>
          <p:spPr>
            <a:xfrm>
              <a:off x="6681952" y="5577160"/>
              <a:ext cx="59822" cy="116737"/>
            </a:xfrm>
            <a:custGeom>
              <a:avLst/>
              <a:gdLst>
                <a:gd name="connsiteX0" fmla="*/ 37439 w 59822"/>
                <a:gd name="connsiteY0" fmla="*/ 4642 h 116737"/>
                <a:gd name="connsiteX1" fmla="*/ 33270 w 59822"/>
                <a:gd name="connsiteY1" fmla="*/ 85 h 116737"/>
                <a:gd name="connsiteX2" fmla="*/ 277 w 59822"/>
                <a:gd name="connsiteY2" fmla="*/ 11303 h 116737"/>
                <a:gd name="connsiteX3" fmla="*/ 277 w 59822"/>
                <a:gd name="connsiteY3" fmla="*/ 16737 h 116737"/>
                <a:gd name="connsiteX4" fmla="*/ 24024 w 59822"/>
                <a:gd name="connsiteY4" fmla="*/ 12179 h 116737"/>
                <a:gd name="connsiteX5" fmla="*/ 24024 w 59822"/>
                <a:gd name="connsiteY5" fmla="*/ 102975 h 116737"/>
                <a:gd name="connsiteX6" fmla="*/ 7165 w 59822"/>
                <a:gd name="connsiteY6" fmla="*/ 111389 h 116737"/>
                <a:gd name="connsiteX7" fmla="*/ 1364 w 59822"/>
                <a:gd name="connsiteY7" fmla="*/ 111389 h 116737"/>
                <a:gd name="connsiteX8" fmla="*/ 1364 w 59822"/>
                <a:gd name="connsiteY8" fmla="*/ 116823 h 116737"/>
                <a:gd name="connsiteX9" fmla="*/ 30732 w 59822"/>
                <a:gd name="connsiteY9" fmla="*/ 116297 h 116737"/>
                <a:gd name="connsiteX10" fmla="*/ 60099 w 59822"/>
                <a:gd name="connsiteY10" fmla="*/ 116823 h 116737"/>
                <a:gd name="connsiteX11" fmla="*/ 60099 w 59822"/>
                <a:gd name="connsiteY11" fmla="*/ 111389 h 116737"/>
                <a:gd name="connsiteX12" fmla="*/ 54298 w 59822"/>
                <a:gd name="connsiteY12" fmla="*/ 111389 h 116737"/>
                <a:gd name="connsiteX13" fmla="*/ 37439 w 59822"/>
                <a:gd name="connsiteY13" fmla="*/ 102975 h 116737"/>
                <a:gd name="connsiteX14" fmla="*/ 37439 w 59822"/>
                <a:gd name="connsiteY14" fmla="*/ 4642 h 11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822" h="116737">
                  <a:moveTo>
                    <a:pt x="37439" y="4642"/>
                  </a:moveTo>
                  <a:cubicBezTo>
                    <a:pt x="37439" y="435"/>
                    <a:pt x="37439" y="85"/>
                    <a:pt x="33270" y="85"/>
                  </a:cubicBezTo>
                  <a:cubicBezTo>
                    <a:pt x="22030" y="11303"/>
                    <a:pt x="6078" y="11303"/>
                    <a:pt x="277" y="11303"/>
                  </a:cubicBezTo>
                  <a:lnTo>
                    <a:pt x="277" y="16737"/>
                  </a:lnTo>
                  <a:cubicBezTo>
                    <a:pt x="3902" y="16737"/>
                    <a:pt x="14598" y="16737"/>
                    <a:pt x="24024" y="12179"/>
                  </a:cubicBezTo>
                  <a:lnTo>
                    <a:pt x="24024" y="102975"/>
                  </a:lnTo>
                  <a:cubicBezTo>
                    <a:pt x="24024" y="109285"/>
                    <a:pt x="23481" y="111389"/>
                    <a:pt x="7165" y="111389"/>
                  </a:cubicBezTo>
                  <a:lnTo>
                    <a:pt x="1364" y="111389"/>
                  </a:lnTo>
                  <a:lnTo>
                    <a:pt x="1364" y="116823"/>
                  </a:lnTo>
                  <a:cubicBezTo>
                    <a:pt x="7709" y="116297"/>
                    <a:pt x="23481" y="116297"/>
                    <a:pt x="30732" y="116297"/>
                  </a:cubicBezTo>
                  <a:cubicBezTo>
                    <a:pt x="37983" y="116297"/>
                    <a:pt x="53755" y="116297"/>
                    <a:pt x="60099" y="116823"/>
                  </a:cubicBezTo>
                  <a:lnTo>
                    <a:pt x="60099" y="111389"/>
                  </a:lnTo>
                  <a:lnTo>
                    <a:pt x="54298" y="111389"/>
                  </a:lnTo>
                  <a:cubicBezTo>
                    <a:pt x="37983" y="111389"/>
                    <a:pt x="37439" y="109461"/>
                    <a:pt x="37439" y="102975"/>
                  </a:cubicBezTo>
                  <a:lnTo>
                    <a:pt x="37439" y="46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00" name="Freeform: Shape 5199">
              <a:extLst>
                <a:ext uri="{FF2B5EF4-FFF2-40B4-BE49-F238E27FC236}">
                  <a16:creationId xmlns:a16="http://schemas.microsoft.com/office/drawing/2014/main" id="{6D309CC3-B443-0B41-FB07-DB80C23E00D6}"/>
                </a:ext>
              </a:extLst>
            </p:cNvPr>
            <p:cNvSpPr/>
            <p:nvPr>
              <p:custDataLst>
                <p:tags r:id="rId175"/>
              </p:custDataLst>
            </p:nvPr>
          </p:nvSpPr>
          <p:spPr>
            <a:xfrm>
              <a:off x="6811789" y="5646572"/>
              <a:ext cx="110762" cy="7011"/>
            </a:xfrm>
            <a:custGeom>
              <a:avLst/>
              <a:gdLst>
                <a:gd name="connsiteX0" fmla="*/ 104702 w 110762"/>
                <a:gd name="connsiteY0" fmla="*/ 7096 h 7011"/>
                <a:gd name="connsiteX1" fmla="*/ 111047 w 110762"/>
                <a:gd name="connsiteY1" fmla="*/ 3590 h 7011"/>
                <a:gd name="connsiteX2" fmla="*/ 104702 w 110762"/>
                <a:gd name="connsiteY2" fmla="*/ 85 h 7011"/>
                <a:gd name="connsiteX3" fmla="*/ 6629 w 110762"/>
                <a:gd name="connsiteY3" fmla="*/ 85 h 7011"/>
                <a:gd name="connsiteX4" fmla="*/ 284 w 110762"/>
                <a:gd name="connsiteY4" fmla="*/ 3590 h 7011"/>
                <a:gd name="connsiteX5" fmla="*/ 6629 w 110762"/>
                <a:gd name="connsiteY5" fmla="*/ 7096 h 7011"/>
                <a:gd name="connsiteX6" fmla="*/ 104702 w 110762"/>
                <a:gd name="connsiteY6" fmla="*/ 7096 h 7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762" h="7011">
                  <a:moveTo>
                    <a:pt x="104702" y="7096"/>
                  </a:moveTo>
                  <a:cubicBezTo>
                    <a:pt x="107784" y="7096"/>
                    <a:pt x="111047" y="7096"/>
                    <a:pt x="111047" y="3590"/>
                  </a:cubicBezTo>
                  <a:cubicBezTo>
                    <a:pt x="111047" y="85"/>
                    <a:pt x="107784" y="85"/>
                    <a:pt x="104702" y="85"/>
                  </a:cubicBezTo>
                  <a:lnTo>
                    <a:pt x="6629" y="85"/>
                  </a:lnTo>
                  <a:cubicBezTo>
                    <a:pt x="3547" y="85"/>
                    <a:pt x="284" y="85"/>
                    <a:pt x="284" y="3590"/>
                  </a:cubicBezTo>
                  <a:cubicBezTo>
                    <a:pt x="284" y="7096"/>
                    <a:pt x="3547" y="7096"/>
                    <a:pt x="6629" y="7096"/>
                  </a:cubicBezTo>
                  <a:lnTo>
                    <a:pt x="104702" y="709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01" name="Freeform: Shape 5200">
              <a:extLst>
                <a:ext uri="{FF2B5EF4-FFF2-40B4-BE49-F238E27FC236}">
                  <a16:creationId xmlns:a16="http://schemas.microsoft.com/office/drawing/2014/main" id="{1FAE427B-D8E0-E3CD-3318-350BE0E63D09}"/>
                </a:ext>
              </a:extLst>
            </p:cNvPr>
            <p:cNvSpPr/>
            <p:nvPr>
              <p:custDataLst>
                <p:tags r:id="rId176"/>
              </p:custDataLst>
            </p:nvPr>
          </p:nvSpPr>
          <p:spPr>
            <a:xfrm>
              <a:off x="6972223" y="5616423"/>
              <a:ext cx="94628" cy="111479"/>
            </a:xfrm>
            <a:custGeom>
              <a:avLst/>
              <a:gdLst>
                <a:gd name="connsiteX0" fmla="*/ 14252 w 94628"/>
                <a:gd name="connsiteY0" fmla="*/ 98944 h 111479"/>
                <a:gd name="connsiteX1" fmla="*/ 4463 w 94628"/>
                <a:gd name="connsiteY1" fmla="*/ 106130 h 111479"/>
                <a:gd name="connsiteX2" fmla="*/ 294 w 94628"/>
                <a:gd name="connsiteY2" fmla="*/ 109461 h 111479"/>
                <a:gd name="connsiteX3" fmla="*/ 2650 w 94628"/>
                <a:gd name="connsiteY3" fmla="*/ 111564 h 111479"/>
                <a:gd name="connsiteX4" fmla="*/ 17878 w 94628"/>
                <a:gd name="connsiteY4" fmla="*/ 111038 h 111479"/>
                <a:gd name="connsiteX5" fmla="*/ 35825 w 94628"/>
                <a:gd name="connsiteY5" fmla="*/ 111564 h 111479"/>
                <a:gd name="connsiteX6" fmla="*/ 39088 w 94628"/>
                <a:gd name="connsiteY6" fmla="*/ 108058 h 111479"/>
                <a:gd name="connsiteX7" fmla="*/ 34737 w 94628"/>
                <a:gd name="connsiteY7" fmla="*/ 106130 h 111479"/>
                <a:gd name="connsiteX8" fmla="*/ 25673 w 94628"/>
                <a:gd name="connsiteY8" fmla="*/ 103326 h 111479"/>
                <a:gd name="connsiteX9" fmla="*/ 34556 w 94628"/>
                <a:gd name="connsiteY9" fmla="*/ 68269 h 111479"/>
                <a:gd name="connsiteX10" fmla="*/ 51234 w 94628"/>
                <a:gd name="connsiteY10" fmla="*/ 79487 h 111479"/>
                <a:gd name="connsiteX11" fmla="*/ 94923 w 94628"/>
                <a:gd name="connsiteY11" fmla="*/ 28130 h 111479"/>
                <a:gd name="connsiteX12" fmla="*/ 70812 w 94628"/>
                <a:gd name="connsiteY12" fmla="*/ 85 h 111479"/>
                <a:gd name="connsiteX13" fmla="*/ 47064 w 94628"/>
                <a:gd name="connsiteY13" fmla="*/ 13231 h 111479"/>
                <a:gd name="connsiteX14" fmla="*/ 30749 w 94628"/>
                <a:gd name="connsiteY14" fmla="*/ 85 h 111479"/>
                <a:gd name="connsiteX15" fmla="*/ 17334 w 94628"/>
                <a:gd name="connsiteY15" fmla="*/ 10076 h 111479"/>
                <a:gd name="connsiteX16" fmla="*/ 11714 w 94628"/>
                <a:gd name="connsiteY16" fmla="*/ 27078 h 111479"/>
                <a:gd name="connsiteX17" fmla="*/ 13890 w 94628"/>
                <a:gd name="connsiteY17" fmla="*/ 28831 h 111479"/>
                <a:gd name="connsiteX18" fmla="*/ 16972 w 94628"/>
                <a:gd name="connsiteY18" fmla="*/ 24800 h 111479"/>
                <a:gd name="connsiteX19" fmla="*/ 30205 w 94628"/>
                <a:gd name="connsiteY19" fmla="*/ 3941 h 111479"/>
                <a:gd name="connsiteX20" fmla="*/ 35825 w 94628"/>
                <a:gd name="connsiteY20" fmla="*/ 12004 h 111479"/>
                <a:gd name="connsiteX21" fmla="*/ 34556 w 94628"/>
                <a:gd name="connsiteY21" fmla="*/ 20943 h 111479"/>
                <a:gd name="connsiteX22" fmla="*/ 14252 w 94628"/>
                <a:gd name="connsiteY22" fmla="*/ 98944 h 111479"/>
                <a:gd name="connsiteX23" fmla="*/ 46158 w 94628"/>
                <a:gd name="connsiteY23" fmla="*/ 22871 h 111479"/>
                <a:gd name="connsiteX24" fmla="*/ 55584 w 94628"/>
                <a:gd name="connsiteY24" fmla="*/ 10602 h 111479"/>
                <a:gd name="connsiteX25" fmla="*/ 70268 w 94628"/>
                <a:gd name="connsiteY25" fmla="*/ 3941 h 111479"/>
                <a:gd name="connsiteX26" fmla="*/ 81870 w 94628"/>
                <a:gd name="connsiteY26" fmla="*/ 20418 h 111479"/>
                <a:gd name="connsiteX27" fmla="*/ 72625 w 94628"/>
                <a:gd name="connsiteY27" fmla="*/ 57577 h 111479"/>
                <a:gd name="connsiteX28" fmla="*/ 51052 w 94628"/>
                <a:gd name="connsiteY28" fmla="*/ 75631 h 111479"/>
                <a:gd name="connsiteX29" fmla="*/ 36731 w 94628"/>
                <a:gd name="connsiteY29" fmla="*/ 60031 h 111479"/>
                <a:gd name="connsiteX30" fmla="*/ 37275 w 94628"/>
                <a:gd name="connsiteY30" fmla="*/ 57227 h 111479"/>
                <a:gd name="connsiteX31" fmla="*/ 46158 w 94628"/>
                <a:gd name="connsiteY31" fmla="*/ 22871 h 11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628" h="111479">
                  <a:moveTo>
                    <a:pt x="14252" y="98944"/>
                  </a:moveTo>
                  <a:cubicBezTo>
                    <a:pt x="12802" y="104903"/>
                    <a:pt x="12440" y="106130"/>
                    <a:pt x="4463" y="106130"/>
                  </a:cubicBezTo>
                  <a:cubicBezTo>
                    <a:pt x="2288" y="106130"/>
                    <a:pt x="294" y="106130"/>
                    <a:pt x="294" y="109461"/>
                  </a:cubicBezTo>
                  <a:cubicBezTo>
                    <a:pt x="294" y="110863"/>
                    <a:pt x="1200" y="111564"/>
                    <a:pt x="2650" y="111564"/>
                  </a:cubicBezTo>
                  <a:cubicBezTo>
                    <a:pt x="7545" y="111564"/>
                    <a:pt x="12802" y="111038"/>
                    <a:pt x="17878" y="111038"/>
                  </a:cubicBezTo>
                  <a:cubicBezTo>
                    <a:pt x="23860" y="111038"/>
                    <a:pt x="30024" y="111564"/>
                    <a:pt x="35825" y="111564"/>
                  </a:cubicBezTo>
                  <a:cubicBezTo>
                    <a:pt x="36731" y="111564"/>
                    <a:pt x="39088" y="111564"/>
                    <a:pt x="39088" y="108058"/>
                  </a:cubicBezTo>
                  <a:cubicBezTo>
                    <a:pt x="39088" y="106130"/>
                    <a:pt x="37275" y="106130"/>
                    <a:pt x="34737" y="106130"/>
                  </a:cubicBezTo>
                  <a:cubicBezTo>
                    <a:pt x="25673" y="106130"/>
                    <a:pt x="25673" y="104903"/>
                    <a:pt x="25673" y="103326"/>
                  </a:cubicBezTo>
                  <a:cubicBezTo>
                    <a:pt x="25673" y="101222"/>
                    <a:pt x="33287" y="72652"/>
                    <a:pt x="34556" y="68269"/>
                  </a:cubicBezTo>
                  <a:cubicBezTo>
                    <a:pt x="36913" y="73353"/>
                    <a:pt x="41988" y="79487"/>
                    <a:pt x="51234" y="79487"/>
                  </a:cubicBezTo>
                  <a:cubicBezTo>
                    <a:pt x="72262" y="79487"/>
                    <a:pt x="94923" y="53896"/>
                    <a:pt x="94923" y="28130"/>
                  </a:cubicBezTo>
                  <a:cubicBezTo>
                    <a:pt x="94923" y="11653"/>
                    <a:pt x="84589" y="85"/>
                    <a:pt x="70812" y="85"/>
                  </a:cubicBezTo>
                  <a:cubicBezTo>
                    <a:pt x="61748" y="85"/>
                    <a:pt x="53047" y="6395"/>
                    <a:pt x="47064" y="13231"/>
                  </a:cubicBezTo>
                  <a:cubicBezTo>
                    <a:pt x="45251" y="3766"/>
                    <a:pt x="37456" y="85"/>
                    <a:pt x="30749" y="85"/>
                  </a:cubicBezTo>
                  <a:cubicBezTo>
                    <a:pt x="22410" y="85"/>
                    <a:pt x="18966" y="6921"/>
                    <a:pt x="17334" y="10076"/>
                  </a:cubicBezTo>
                  <a:cubicBezTo>
                    <a:pt x="14071" y="16035"/>
                    <a:pt x="11714" y="26552"/>
                    <a:pt x="11714" y="27078"/>
                  </a:cubicBezTo>
                  <a:cubicBezTo>
                    <a:pt x="11714" y="28831"/>
                    <a:pt x="13527" y="28831"/>
                    <a:pt x="13890" y="28831"/>
                  </a:cubicBezTo>
                  <a:cubicBezTo>
                    <a:pt x="15703" y="28831"/>
                    <a:pt x="15884" y="28656"/>
                    <a:pt x="16972" y="24800"/>
                  </a:cubicBezTo>
                  <a:cubicBezTo>
                    <a:pt x="20053" y="12355"/>
                    <a:pt x="23679" y="3941"/>
                    <a:pt x="30205" y="3941"/>
                  </a:cubicBezTo>
                  <a:cubicBezTo>
                    <a:pt x="33287" y="3941"/>
                    <a:pt x="35825" y="5343"/>
                    <a:pt x="35825" y="12004"/>
                  </a:cubicBezTo>
                  <a:cubicBezTo>
                    <a:pt x="35825" y="16035"/>
                    <a:pt x="35281" y="17964"/>
                    <a:pt x="34556" y="20943"/>
                  </a:cubicBezTo>
                  <a:lnTo>
                    <a:pt x="14252" y="98944"/>
                  </a:lnTo>
                  <a:close/>
                  <a:moveTo>
                    <a:pt x="46158" y="22871"/>
                  </a:moveTo>
                  <a:cubicBezTo>
                    <a:pt x="47427" y="18139"/>
                    <a:pt x="52321" y="13231"/>
                    <a:pt x="55584" y="10602"/>
                  </a:cubicBezTo>
                  <a:cubicBezTo>
                    <a:pt x="61929" y="5168"/>
                    <a:pt x="67186" y="3941"/>
                    <a:pt x="70268" y="3941"/>
                  </a:cubicBezTo>
                  <a:cubicBezTo>
                    <a:pt x="77520" y="3941"/>
                    <a:pt x="81870" y="10076"/>
                    <a:pt x="81870" y="20418"/>
                  </a:cubicBezTo>
                  <a:cubicBezTo>
                    <a:pt x="81870" y="30759"/>
                    <a:pt x="75888" y="50917"/>
                    <a:pt x="72625" y="57577"/>
                  </a:cubicBezTo>
                  <a:cubicBezTo>
                    <a:pt x="66461" y="69847"/>
                    <a:pt x="57760" y="75631"/>
                    <a:pt x="51052" y="75631"/>
                  </a:cubicBezTo>
                  <a:cubicBezTo>
                    <a:pt x="39088" y="75631"/>
                    <a:pt x="36731" y="61083"/>
                    <a:pt x="36731" y="60031"/>
                  </a:cubicBezTo>
                  <a:cubicBezTo>
                    <a:pt x="36731" y="59681"/>
                    <a:pt x="36731" y="59330"/>
                    <a:pt x="37275" y="57227"/>
                  </a:cubicBezTo>
                  <a:lnTo>
                    <a:pt x="46158" y="2287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5659" name="TextBox 5658">
            <a:extLst>
              <a:ext uri="{FF2B5EF4-FFF2-40B4-BE49-F238E27FC236}">
                <a16:creationId xmlns:a16="http://schemas.microsoft.com/office/drawing/2014/main" id="{48DB471D-64FD-4C60-D743-7C66ED2D07FD}"/>
              </a:ext>
            </a:extLst>
          </p:cNvPr>
          <p:cNvSpPr txBox="1"/>
          <p:nvPr/>
        </p:nvSpPr>
        <p:spPr>
          <a:xfrm>
            <a:off x="891589" y="4738078"/>
            <a:ext cx="441383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In the logit model the odd ratio is linear in the regressors:</a:t>
            </a:r>
          </a:p>
        </p:txBody>
      </p:sp>
      <p:grpSp>
        <p:nvGrpSpPr>
          <p:cNvPr id="61" name="Group 60" descr="\documentclass{article}&#10;\usepackage{amsmath}&#10;\pagestyle{empty}&#10;\begin{document}&#10;&#10;&#10;\[&#10;e^{(\ln\left(\frac{p}{1 - p}\right) )} = e^{(\mathbf{x}'\boldsymbol{\beta})}&#10;\]&#10;&#10;&#10;&#10;\end{document}" title="IguanaTex Shape Display">
            <a:extLst>
              <a:ext uri="{FF2B5EF4-FFF2-40B4-BE49-F238E27FC236}">
                <a16:creationId xmlns:a16="http://schemas.microsoft.com/office/drawing/2014/main" id="{5F44A8EB-0BAA-74FD-9121-68E883486751}"/>
              </a:ext>
            </a:extLst>
          </p:cNvPr>
          <p:cNvGrpSpPr>
            <a:grpSpLocks noChangeAspect="1"/>
          </p:cNvGrpSpPr>
          <p:nvPr>
            <p:custDataLst>
              <p:tags r:id="rId4"/>
            </p:custDataLst>
          </p:nvPr>
        </p:nvGrpSpPr>
        <p:grpSpPr>
          <a:xfrm>
            <a:off x="1161279" y="5655832"/>
            <a:ext cx="1373142" cy="209438"/>
            <a:chOff x="4562016" y="6654154"/>
            <a:chExt cx="1373142" cy="209438"/>
          </a:xfrm>
        </p:grpSpPr>
        <p:sp>
          <p:nvSpPr>
            <p:cNvPr id="42" name="Freeform: Shape 41">
              <a:extLst>
                <a:ext uri="{FF2B5EF4-FFF2-40B4-BE49-F238E27FC236}">
                  <a16:creationId xmlns:a16="http://schemas.microsoft.com/office/drawing/2014/main" id="{9C61DC62-C869-78B4-90CA-527AD8F6EB31}"/>
                </a:ext>
              </a:extLst>
            </p:cNvPr>
            <p:cNvSpPr/>
            <p:nvPr>
              <p:custDataLst>
                <p:tags r:id="rId128"/>
              </p:custDataLst>
            </p:nvPr>
          </p:nvSpPr>
          <p:spPr>
            <a:xfrm>
              <a:off x="4562016" y="6779766"/>
              <a:ext cx="68811" cy="83826"/>
            </a:xfrm>
            <a:custGeom>
              <a:avLst/>
              <a:gdLst>
                <a:gd name="connsiteX0" fmla="*/ 25461 w 68811"/>
                <a:gd name="connsiteY0" fmla="*/ 39120 h 83826"/>
                <a:gd name="connsiteX1" fmla="*/ 52878 w 68811"/>
                <a:gd name="connsiteY1" fmla="*/ 34864 h 83826"/>
                <a:gd name="connsiteX2" fmla="*/ 66318 w 68811"/>
                <a:gd name="connsiteY2" fmla="*/ 15804 h 83826"/>
                <a:gd name="connsiteX3" fmla="*/ 47144 w 68811"/>
                <a:gd name="connsiteY3" fmla="*/ 75 h 83826"/>
                <a:gd name="connsiteX4" fmla="*/ 195 w 68811"/>
                <a:gd name="connsiteY4" fmla="*/ 50408 h 83826"/>
                <a:gd name="connsiteX5" fmla="*/ 28328 w 68811"/>
                <a:gd name="connsiteY5" fmla="*/ 83901 h 83826"/>
                <a:gd name="connsiteX6" fmla="*/ 69006 w 68811"/>
                <a:gd name="connsiteY6" fmla="*/ 62066 h 83826"/>
                <a:gd name="connsiteX7" fmla="*/ 66856 w 68811"/>
                <a:gd name="connsiteY7" fmla="*/ 59660 h 83826"/>
                <a:gd name="connsiteX8" fmla="*/ 64526 w 68811"/>
                <a:gd name="connsiteY8" fmla="*/ 61511 h 83826"/>
                <a:gd name="connsiteX9" fmla="*/ 28687 w 68811"/>
                <a:gd name="connsiteY9" fmla="*/ 79830 h 83826"/>
                <a:gd name="connsiteX10" fmla="*/ 13097 w 68811"/>
                <a:gd name="connsiteY10" fmla="*/ 58365 h 83826"/>
                <a:gd name="connsiteX11" fmla="*/ 15964 w 68811"/>
                <a:gd name="connsiteY11" fmla="*/ 39120 h 83826"/>
                <a:gd name="connsiteX12" fmla="*/ 25461 w 68811"/>
                <a:gd name="connsiteY12" fmla="*/ 39120 h 83826"/>
                <a:gd name="connsiteX13" fmla="*/ 17039 w 68811"/>
                <a:gd name="connsiteY13" fmla="*/ 35049 h 83826"/>
                <a:gd name="connsiteX14" fmla="*/ 47144 w 68811"/>
                <a:gd name="connsiteY14" fmla="*/ 4146 h 83826"/>
                <a:gd name="connsiteX15" fmla="*/ 60404 w 68811"/>
                <a:gd name="connsiteY15" fmla="*/ 15804 h 83826"/>
                <a:gd name="connsiteX16" fmla="*/ 24386 w 68811"/>
                <a:gd name="connsiteY16" fmla="*/ 35049 h 83826"/>
                <a:gd name="connsiteX17" fmla="*/ 17039 w 68811"/>
                <a:gd name="connsiteY17" fmla="*/ 35049 h 8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811" h="83826">
                  <a:moveTo>
                    <a:pt x="25461" y="39120"/>
                  </a:moveTo>
                  <a:cubicBezTo>
                    <a:pt x="30658" y="39120"/>
                    <a:pt x="43918" y="38750"/>
                    <a:pt x="52878" y="34864"/>
                  </a:cubicBezTo>
                  <a:cubicBezTo>
                    <a:pt x="65422" y="29312"/>
                    <a:pt x="66318" y="18394"/>
                    <a:pt x="66318" y="15804"/>
                  </a:cubicBezTo>
                  <a:cubicBezTo>
                    <a:pt x="66318" y="7662"/>
                    <a:pt x="59508" y="75"/>
                    <a:pt x="47144" y="75"/>
                  </a:cubicBezTo>
                  <a:cubicBezTo>
                    <a:pt x="27253" y="75"/>
                    <a:pt x="195" y="18024"/>
                    <a:pt x="195" y="50408"/>
                  </a:cubicBezTo>
                  <a:cubicBezTo>
                    <a:pt x="195" y="69283"/>
                    <a:pt x="10767" y="83901"/>
                    <a:pt x="28328" y="83901"/>
                  </a:cubicBezTo>
                  <a:cubicBezTo>
                    <a:pt x="53953" y="83901"/>
                    <a:pt x="69006" y="64286"/>
                    <a:pt x="69006" y="62066"/>
                  </a:cubicBezTo>
                  <a:cubicBezTo>
                    <a:pt x="69006" y="60955"/>
                    <a:pt x="67931" y="59660"/>
                    <a:pt x="66856" y="59660"/>
                  </a:cubicBezTo>
                  <a:cubicBezTo>
                    <a:pt x="65960" y="59660"/>
                    <a:pt x="65601" y="60030"/>
                    <a:pt x="64526" y="61511"/>
                  </a:cubicBezTo>
                  <a:cubicBezTo>
                    <a:pt x="50369" y="79830"/>
                    <a:pt x="30837" y="79830"/>
                    <a:pt x="28687" y="79830"/>
                  </a:cubicBezTo>
                  <a:cubicBezTo>
                    <a:pt x="14709" y="79830"/>
                    <a:pt x="13097" y="64286"/>
                    <a:pt x="13097" y="58365"/>
                  </a:cubicBezTo>
                  <a:cubicBezTo>
                    <a:pt x="13097" y="56144"/>
                    <a:pt x="13276" y="50408"/>
                    <a:pt x="15964" y="39120"/>
                  </a:cubicBezTo>
                  <a:lnTo>
                    <a:pt x="25461" y="39120"/>
                  </a:lnTo>
                  <a:close/>
                  <a:moveTo>
                    <a:pt x="17039" y="35049"/>
                  </a:moveTo>
                  <a:cubicBezTo>
                    <a:pt x="24028" y="6921"/>
                    <a:pt x="42485" y="4146"/>
                    <a:pt x="47144" y="4146"/>
                  </a:cubicBezTo>
                  <a:cubicBezTo>
                    <a:pt x="55566" y="4146"/>
                    <a:pt x="60404" y="9512"/>
                    <a:pt x="60404" y="15804"/>
                  </a:cubicBezTo>
                  <a:cubicBezTo>
                    <a:pt x="60404" y="35049"/>
                    <a:pt x="31733" y="35049"/>
                    <a:pt x="24386" y="35049"/>
                  </a:cubicBezTo>
                  <a:lnTo>
                    <a:pt x="17039" y="3504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43" name="Freeform: Shape 42">
              <a:extLst>
                <a:ext uri="{FF2B5EF4-FFF2-40B4-BE49-F238E27FC236}">
                  <a16:creationId xmlns:a16="http://schemas.microsoft.com/office/drawing/2014/main" id="{1686A1EC-E7E3-60EB-FA16-C9AAE3A4FA29}"/>
                </a:ext>
              </a:extLst>
            </p:cNvPr>
            <p:cNvSpPr/>
            <p:nvPr>
              <p:custDataLst>
                <p:tags r:id="rId129"/>
              </p:custDataLst>
            </p:nvPr>
          </p:nvSpPr>
          <p:spPr>
            <a:xfrm>
              <a:off x="4651637" y="6681911"/>
              <a:ext cx="32613" cy="129403"/>
            </a:xfrm>
            <a:custGeom>
              <a:avLst/>
              <a:gdLst>
                <a:gd name="connsiteX0" fmla="*/ 30304 w 32613"/>
                <a:gd name="connsiteY0" fmla="*/ 70 h 129403"/>
                <a:gd name="connsiteX1" fmla="*/ 199 w 32613"/>
                <a:gd name="connsiteY1" fmla="*/ 64708 h 129403"/>
                <a:gd name="connsiteX2" fmla="*/ 30304 w 32613"/>
                <a:gd name="connsiteY2" fmla="*/ 129474 h 129403"/>
                <a:gd name="connsiteX3" fmla="*/ 32813 w 32613"/>
                <a:gd name="connsiteY3" fmla="*/ 127920 h 129403"/>
                <a:gd name="connsiteX4" fmla="*/ 31559 w 32613"/>
                <a:gd name="connsiteY4" fmla="*/ 125977 h 129403"/>
                <a:gd name="connsiteX5" fmla="*/ 8729 w 32613"/>
                <a:gd name="connsiteY5" fmla="*/ 64837 h 129403"/>
                <a:gd name="connsiteX6" fmla="*/ 31935 w 32613"/>
                <a:gd name="connsiteY6" fmla="*/ 3179 h 129403"/>
                <a:gd name="connsiteX7" fmla="*/ 32813 w 32613"/>
                <a:gd name="connsiteY7" fmla="*/ 1625 h 129403"/>
                <a:gd name="connsiteX8" fmla="*/ 30304 w 32613"/>
                <a:gd name="connsiteY8" fmla="*/ 70 h 129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13" h="129403">
                  <a:moveTo>
                    <a:pt x="30304" y="70"/>
                  </a:moveTo>
                  <a:cubicBezTo>
                    <a:pt x="6471" y="17428"/>
                    <a:pt x="199" y="44889"/>
                    <a:pt x="199" y="64708"/>
                  </a:cubicBezTo>
                  <a:cubicBezTo>
                    <a:pt x="199" y="82972"/>
                    <a:pt x="5468" y="111340"/>
                    <a:pt x="30304" y="129474"/>
                  </a:cubicBezTo>
                  <a:cubicBezTo>
                    <a:pt x="31308" y="129474"/>
                    <a:pt x="32813" y="129474"/>
                    <a:pt x="32813" y="127920"/>
                  </a:cubicBezTo>
                  <a:cubicBezTo>
                    <a:pt x="32813" y="127143"/>
                    <a:pt x="32437" y="126884"/>
                    <a:pt x="31559" y="125977"/>
                  </a:cubicBezTo>
                  <a:cubicBezTo>
                    <a:pt x="14875" y="110433"/>
                    <a:pt x="8729" y="88412"/>
                    <a:pt x="8729" y="64837"/>
                  </a:cubicBezTo>
                  <a:cubicBezTo>
                    <a:pt x="8729" y="29863"/>
                    <a:pt x="21649" y="12765"/>
                    <a:pt x="31935" y="3179"/>
                  </a:cubicBezTo>
                  <a:cubicBezTo>
                    <a:pt x="32437" y="2661"/>
                    <a:pt x="32813" y="2272"/>
                    <a:pt x="32813" y="1625"/>
                  </a:cubicBezTo>
                  <a:cubicBezTo>
                    <a:pt x="32813" y="70"/>
                    <a:pt x="31308" y="70"/>
                    <a:pt x="30304" y="7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44" name="Freeform: Shape 43">
              <a:extLst>
                <a:ext uri="{FF2B5EF4-FFF2-40B4-BE49-F238E27FC236}">
                  <a16:creationId xmlns:a16="http://schemas.microsoft.com/office/drawing/2014/main" id="{D3DE73A4-BEBA-6053-000B-5EACDA2CFF37}"/>
                </a:ext>
              </a:extLst>
            </p:cNvPr>
            <p:cNvSpPr/>
            <p:nvPr>
              <p:custDataLst>
                <p:tags r:id="rId130"/>
              </p:custDataLst>
            </p:nvPr>
          </p:nvSpPr>
          <p:spPr>
            <a:xfrm>
              <a:off x="4700235" y="6689165"/>
              <a:ext cx="28223" cy="89896"/>
            </a:xfrm>
            <a:custGeom>
              <a:avLst/>
              <a:gdLst>
                <a:gd name="connsiteX0" fmla="*/ 19018 w 28223"/>
                <a:gd name="connsiteY0" fmla="*/ 70 h 89896"/>
                <a:gd name="connsiteX1" fmla="*/ 202 w 28223"/>
                <a:gd name="connsiteY1" fmla="*/ 1495 h 89896"/>
                <a:gd name="connsiteX2" fmla="*/ 202 w 28223"/>
                <a:gd name="connsiteY2" fmla="*/ 6158 h 89896"/>
                <a:gd name="connsiteX3" fmla="*/ 9610 w 28223"/>
                <a:gd name="connsiteY3" fmla="*/ 13412 h 89896"/>
                <a:gd name="connsiteX4" fmla="*/ 9610 w 28223"/>
                <a:gd name="connsiteY4" fmla="*/ 79733 h 89896"/>
                <a:gd name="connsiteX5" fmla="*/ 202 w 28223"/>
                <a:gd name="connsiteY5" fmla="*/ 85303 h 89896"/>
                <a:gd name="connsiteX6" fmla="*/ 202 w 28223"/>
                <a:gd name="connsiteY6" fmla="*/ 89967 h 89896"/>
                <a:gd name="connsiteX7" fmla="*/ 14251 w 28223"/>
                <a:gd name="connsiteY7" fmla="*/ 89448 h 89896"/>
                <a:gd name="connsiteX8" fmla="*/ 28426 w 28223"/>
                <a:gd name="connsiteY8" fmla="*/ 89967 h 89896"/>
                <a:gd name="connsiteX9" fmla="*/ 28426 w 28223"/>
                <a:gd name="connsiteY9" fmla="*/ 85303 h 89896"/>
                <a:gd name="connsiteX10" fmla="*/ 19018 w 28223"/>
                <a:gd name="connsiteY10" fmla="*/ 79733 h 89896"/>
                <a:gd name="connsiteX11" fmla="*/ 19018 w 28223"/>
                <a:gd name="connsiteY11" fmla="*/ 70 h 8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223" h="89896">
                  <a:moveTo>
                    <a:pt x="19018" y="70"/>
                  </a:moveTo>
                  <a:lnTo>
                    <a:pt x="202" y="1495"/>
                  </a:lnTo>
                  <a:lnTo>
                    <a:pt x="202" y="6158"/>
                  </a:lnTo>
                  <a:cubicBezTo>
                    <a:pt x="8607" y="6158"/>
                    <a:pt x="9610" y="7065"/>
                    <a:pt x="9610" y="13412"/>
                  </a:cubicBezTo>
                  <a:lnTo>
                    <a:pt x="9610" y="79733"/>
                  </a:lnTo>
                  <a:cubicBezTo>
                    <a:pt x="9610" y="85303"/>
                    <a:pt x="8356" y="85303"/>
                    <a:pt x="202" y="85303"/>
                  </a:cubicBezTo>
                  <a:lnTo>
                    <a:pt x="202" y="89967"/>
                  </a:lnTo>
                  <a:cubicBezTo>
                    <a:pt x="453" y="89967"/>
                    <a:pt x="9234" y="89448"/>
                    <a:pt x="14251" y="89448"/>
                  </a:cubicBezTo>
                  <a:cubicBezTo>
                    <a:pt x="19018" y="89448"/>
                    <a:pt x="23659" y="89578"/>
                    <a:pt x="28426" y="89967"/>
                  </a:cubicBezTo>
                  <a:lnTo>
                    <a:pt x="28426" y="85303"/>
                  </a:lnTo>
                  <a:cubicBezTo>
                    <a:pt x="20272" y="85303"/>
                    <a:pt x="19018" y="85303"/>
                    <a:pt x="19018" y="79733"/>
                  </a:cubicBezTo>
                  <a:lnTo>
                    <a:pt x="19018" y="7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45" name="Freeform: Shape 44">
              <a:extLst>
                <a:ext uri="{FF2B5EF4-FFF2-40B4-BE49-F238E27FC236}">
                  <a16:creationId xmlns:a16="http://schemas.microsoft.com/office/drawing/2014/main" id="{4A775794-4BAD-183C-6BB5-631713260231}"/>
                </a:ext>
              </a:extLst>
            </p:cNvPr>
            <p:cNvSpPr/>
            <p:nvPr>
              <p:custDataLst>
                <p:tags r:id="rId131"/>
              </p:custDataLst>
            </p:nvPr>
          </p:nvSpPr>
          <p:spPr>
            <a:xfrm>
              <a:off x="4740553" y="6721937"/>
              <a:ext cx="67234" cy="57124"/>
            </a:xfrm>
            <a:custGeom>
              <a:avLst/>
              <a:gdLst>
                <a:gd name="connsiteX0" fmla="*/ 58031 w 67234"/>
                <a:gd name="connsiteY0" fmla="*/ 17946 h 57124"/>
                <a:gd name="connsiteX1" fmla="*/ 39216 w 67234"/>
                <a:gd name="connsiteY1" fmla="*/ 70 h 57124"/>
                <a:gd name="connsiteX2" fmla="*/ 18769 w 67234"/>
                <a:gd name="connsiteY2" fmla="*/ 12635 h 57124"/>
                <a:gd name="connsiteX3" fmla="*/ 18644 w 67234"/>
                <a:gd name="connsiteY3" fmla="*/ 12635 h 57124"/>
                <a:gd name="connsiteX4" fmla="*/ 18644 w 67234"/>
                <a:gd name="connsiteY4" fmla="*/ 70 h 57124"/>
                <a:gd name="connsiteX5" fmla="*/ 205 w 67234"/>
                <a:gd name="connsiteY5" fmla="*/ 1495 h 57124"/>
                <a:gd name="connsiteX6" fmla="*/ 205 w 67234"/>
                <a:gd name="connsiteY6" fmla="*/ 6158 h 57124"/>
                <a:gd name="connsiteX7" fmla="*/ 9612 w 67234"/>
                <a:gd name="connsiteY7" fmla="*/ 13412 h 57124"/>
                <a:gd name="connsiteX8" fmla="*/ 9612 w 67234"/>
                <a:gd name="connsiteY8" fmla="*/ 46961 h 57124"/>
                <a:gd name="connsiteX9" fmla="*/ 205 w 67234"/>
                <a:gd name="connsiteY9" fmla="*/ 52531 h 57124"/>
                <a:gd name="connsiteX10" fmla="*/ 205 w 67234"/>
                <a:gd name="connsiteY10" fmla="*/ 57195 h 57124"/>
                <a:gd name="connsiteX11" fmla="*/ 14504 w 67234"/>
                <a:gd name="connsiteY11" fmla="*/ 56676 h 57124"/>
                <a:gd name="connsiteX12" fmla="*/ 28930 w 67234"/>
                <a:gd name="connsiteY12" fmla="*/ 57195 h 57124"/>
                <a:gd name="connsiteX13" fmla="*/ 28930 w 67234"/>
                <a:gd name="connsiteY13" fmla="*/ 52531 h 57124"/>
                <a:gd name="connsiteX14" fmla="*/ 19522 w 67234"/>
                <a:gd name="connsiteY14" fmla="*/ 46961 h 57124"/>
                <a:gd name="connsiteX15" fmla="*/ 19522 w 67234"/>
                <a:gd name="connsiteY15" fmla="*/ 23645 h 57124"/>
                <a:gd name="connsiteX16" fmla="*/ 38212 w 67234"/>
                <a:gd name="connsiteY16" fmla="*/ 3697 h 57124"/>
                <a:gd name="connsiteX17" fmla="*/ 48122 w 67234"/>
                <a:gd name="connsiteY17" fmla="*/ 17428 h 57124"/>
                <a:gd name="connsiteX18" fmla="*/ 48122 w 67234"/>
                <a:gd name="connsiteY18" fmla="*/ 46961 h 57124"/>
                <a:gd name="connsiteX19" fmla="*/ 38714 w 67234"/>
                <a:gd name="connsiteY19" fmla="*/ 52531 h 57124"/>
                <a:gd name="connsiteX20" fmla="*/ 38714 w 67234"/>
                <a:gd name="connsiteY20" fmla="*/ 57195 h 57124"/>
                <a:gd name="connsiteX21" fmla="*/ 53014 w 67234"/>
                <a:gd name="connsiteY21" fmla="*/ 56676 h 57124"/>
                <a:gd name="connsiteX22" fmla="*/ 67439 w 67234"/>
                <a:gd name="connsiteY22" fmla="*/ 57195 h 57124"/>
                <a:gd name="connsiteX23" fmla="*/ 67439 w 67234"/>
                <a:gd name="connsiteY23" fmla="*/ 52531 h 57124"/>
                <a:gd name="connsiteX24" fmla="*/ 58031 w 67234"/>
                <a:gd name="connsiteY24" fmla="*/ 46961 h 57124"/>
                <a:gd name="connsiteX25" fmla="*/ 58031 w 67234"/>
                <a:gd name="connsiteY25" fmla="*/ 17946 h 57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7234" h="57124">
                  <a:moveTo>
                    <a:pt x="58031" y="17946"/>
                  </a:moveTo>
                  <a:cubicBezTo>
                    <a:pt x="58031" y="6676"/>
                    <a:pt x="52637" y="70"/>
                    <a:pt x="39216" y="70"/>
                  </a:cubicBezTo>
                  <a:cubicBezTo>
                    <a:pt x="28930" y="70"/>
                    <a:pt x="22282" y="5899"/>
                    <a:pt x="18769" y="12635"/>
                  </a:cubicBezTo>
                  <a:lnTo>
                    <a:pt x="18644" y="12635"/>
                  </a:lnTo>
                  <a:lnTo>
                    <a:pt x="18644" y="70"/>
                  </a:lnTo>
                  <a:lnTo>
                    <a:pt x="205" y="1495"/>
                  </a:lnTo>
                  <a:lnTo>
                    <a:pt x="205" y="6158"/>
                  </a:lnTo>
                  <a:cubicBezTo>
                    <a:pt x="8609" y="6158"/>
                    <a:pt x="9612" y="7065"/>
                    <a:pt x="9612" y="13412"/>
                  </a:cubicBezTo>
                  <a:lnTo>
                    <a:pt x="9612" y="46961"/>
                  </a:lnTo>
                  <a:cubicBezTo>
                    <a:pt x="9612" y="52531"/>
                    <a:pt x="8358" y="52531"/>
                    <a:pt x="205" y="52531"/>
                  </a:cubicBezTo>
                  <a:lnTo>
                    <a:pt x="205" y="57195"/>
                  </a:lnTo>
                  <a:cubicBezTo>
                    <a:pt x="455" y="57195"/>
                    <a:pt x="9236" y="56676"/>
                    <a:pt x="14504" y="56676"/>
                  </a:cubicBezTo>
                  <a:cubicBezTo>
                    <a:pt x="19146" y="56676"/>
                    <a:pt x="27801" y="57065"/>
                    <a:pt x="28930" y="57195"/>
                  </a:cubicBezTo>
                  <a:lnTo>
                    <a:pt x="28930" y="52531"/>
                  </a:lnTo>
                  <a:cubicBezTo>
                    <a:pt x="20776" y="52531"/>
                    <a:pt x="19522" y="52531"/>
                    <a:pt x="19522" y="46961"/>
                  </a:cubicBezTo>
                  <a:lnTo>
                    <a:pt x="19522" y="23645"/>
                  </a:lnTo>
                  <a:cubicBezTo>
                    <a:pt x="19522" y="10044"/>
                    <a:pt x="29933" y="3697"/>
                    <a:pt x="38212" y="3697"/>
                  </a:cubicBezTo>
                  <a:cubicBezTo>
                    <a:pt x="46993" y="3697"/>
                    <a:pt x="48122" y="10822"/>
                    <a:pt x="48122" y="17428"/>
                  </a:cubicBezTo>
                  <a:lnTo>
                    <a:pt x="48122" y="46961"/>
                  </a:lnTo>
                  <a:cubicBezTo>
                    <a:pt x="48122" y="52531"/>
                    <a:pt x="46867" y="52531"/>
                    <a:pt x="38714" y="52531"/>
                  </a:cubicBezTo>
                  <a:lnTo>
                    <a:pt x="38714" y="57195"/>
                  </a:lnTo>
                  <a:cubicBezTo>
                    <a:pt x="38965" y="57195"/>
                    <a:pt x="47745" y="56676"/>
                    <a:pt x="53014" y="56676"/>
                  </a:cubicBezTo>
                  <a:cubicBezTo>
                    <a:pt x="57655" y="56676"/>
                    <a:pt x="66310" y="57065"/>
                    <a:pt x="67439" y="57195"/>
                  </a:cubicBezTo>
                  <a:lnTo>
                    <a:pt x="67439" y="52531"/>
                  </a:lnTo>
                  <a:cubicBezTo>
                    <a:pt x="59286" y="52531"/>
                    <a:pt x="58031" y="52531"/>
                    <a:pt x="58031" y="46961"/>
                  </a:cubicBezTo>
                  <a:lnTo>
                    <a:pt x="58031" y="1794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46" name="Freeform: Shape 45">
              <a:extLst>
                <a:ext uri="{FF2B5EF4-FFF2-40B4-BE49-F238E27FC236}">
                  <a16:creationId xmlns:a16="http://schemas.microsoft.com/office/drawing/2014/main" id="{4C6D58A8-D870-E3D2-F3DB-740933864101}"/>
                </a:ext>
              </a:extLst>
            </p:cNvPr>
            <p:cNvSpPr/>
            <p:nvPr>
              <p:custDataLst>
                <p:tags r:id="rId132"/>
              </p:custDataLst>
            </p:nvPr>
          </p:nvSpPr>
          <p:spPr>
            <a:xfrm>
              <a:off x="4830665" y="6654154"/>
              <a:ext cx="41573" cy="185047"/>
            </a:xfrm>
            <a:custGeom>
              <a:avLst/>
              <a:gdLst>
                <a:gd name="connsiteX0" fmla="*/ 41782 w 41573"/>
                <a:gd name="connsiteY0" fmla="*/ 183268 h 185047"/>
                <a:gd name="connsiteX1" fmla="*/ 38736 w 41573"/>
                <a:gd name="connsiteY1" fmla="*/ 179197 h 185047"/>
                <a:gd name="connsiteX2" fmla="*/ 10602 w 41573"/>
                <a:gd name="connsiteY2" fmla="*/ 92595 h 185047"/>
                <a:gd name="connsiteX3" fmla="*/ 39453 w 41573"/>
                <a:gd name="connsiteY3" fmla="*/ 5067 h 185047"/>
                <a:gd name="connsiteX4" fmla="*/ 41782 w 41573"/>
                <a:gd name="connsiteY4" fmla="*/ 1921 h 185047"/>
                <a:gd name="connsiteX5" fmla="*/ 39991 w 41573"/>
                <a:gd name="connsiteY5" fmla="*/ 71 h 185047"/>
                <a:gd name="connsiteX6" fmla="*/ 11498 w 41573"/>
                <a:gd name="connsiteY6" fmla="*/ 36155 h 185047"/>
                <a:gd name="connsiteX7" fmla="*/ 209 w 41573"/>
                <a:gd name="connsiteY7" fmla="*/ 92595 h 185047"/>
                <a:gd name="connsiteX8" fmla="*/ 12036 w 41573"/>
                <a:gd name="connsiteY8" fmla="*/ 150330 h 185047"/>
                <a:gd name="connsiteX9" fmla="*/ 39991 w 41573"/>
                <a:gd name="connsiteY9" fmla="*/ 185119 h 185047"/>
                <a:gd name="connsiteX10" fmla="*/ 41782 w 41573"/>
                <a:gd name="connsiteY10" fmla="*/ 183268 h 185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573" h="185047">
                  <a:moveTo>
                    <a:pt x="41782" y="183268"/>
                  </a:moveTo>
                  <a:cubicBezTo>
                    <a:pt x="41782" y="182713"/>
                    <a:pt x="41782" y="182343"/>
                    <a:pt x="38736" y="179197"/>
                  </a:cubicBezTo>
                  <a:cubicBezTo>
                    <a:pt x="16337" y="155881"/>
                    <a:pt x="10602" y="120907"/>
                    <a:pt x="10602" y="92595"/>
                  </a:cubicBezTo>
                  <a:cubicBezTo>
                    <a:pt x="10602" y="60397"/>
                    <a:pt x="17412" y="28198"/>
                    <a:pt x="39453" y="5067"/>
                  </a:cubicBezTo>
                  <a:cubicBezTo>
                    <a:pt x="41782" y="2847"/>
                    <a:pt x="41782" y="2477"/>
                    <a:pt x="41782" y="1921"/>
                  </a:cubicBezTo>
                  <a:cubicBezTo>
                    <a:pt x="41782" y="626"/>
                    <a:pt x="41066" y="71"/>
                    <a:pt x="39991" y="71"/>
                  </a:cubicBezTo>
                  <a:cubicBezTo>
                    <a:pt x="38199" y="71"/>
                    <a:pt x="22071" y="12654"/>
                    <a:pt x="11498" y="36155"/>
                  </a:cubicBezTo>
                  <a:cubicBezTo>
                    <a:pt x="2359" y="56511"/>
                    <a:pt x="209" y="77051"/>
                    <a:pt x="209" y="92595"/>
                  </a:cubicBezTo>
                  <a:cubicBezTo>
                    <a:pt x="209" y="107029"/>
                    <a:pt x="2180" y="129419"/>
                    <a:pt x="12036" y="150330"/>
                  </a:cubicBezTo>
                  <a:cubicBezTo>
                    <a:pt x="22788" y="173091"/>
                    <a:pt x="38199" y="185119"/>
                    <a:pt x="39991" y="185119"/>
                  </a:cubicBezTo>
                  <a:cubicBezTo>
                    <a:pt x="41066" y="185119"/>
                    <a:pt x="41782" y="184564"/>
                    <a:pt x="41782" y="18326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47" name="Freeform: Shape 46">
              <a:extLst>
                <a:ext uri="{FF2B5EF4-FFF2-40B4-BE49-F238E27FC236}">
                  <a16:creationId xmlns:a16="http://schemas.microsoft.com/office/drawing/2014/main" id="{A5FCB852-FDB5-A355-FB31-D945AFCC4912}"/>
                </a:ext>
              </a:extLst>
            </p:cNvPr>
            <p:cNvSpPr/>
            <p:nvPr>
              <p:custDataLst>
                <p:tags r:id="rId133"/>
              </p:custDataLst>
            </p:nvPr>
          </p:nvSpPr>
          <p:spPr>
            <a:xfrm>
              <a:off x="4988065" y="6678355"/>
              <a:ext cx="55102" cy="58845"/>
            </a:xfrm>
            <a:custGeom>
              <a:avLst/>
              <a:gdLst>
                <a:gd name="connsiteX0" fmla="*/ 7834 w 55102"/>
                <a:gd name="connsiteY0" fmla="*/ 51788 h 58845"/>
                <a:gd name="connsiteX1" fmla="*/ 3086 w 55102"/>
                <a:gd name="connsiteY1" fmla="*/ 54749 h 58845"/>
                <a:gd name="connsiteX2" fmla="*/ 218 w 55102"/>
                <a:gd name="connsiteY2" fmla="*/ 57339 h 58845"/>
                <a:gd name="connsiteX3" fmla="*/ 1652 w 55102"/>
                <a:gd name="connsiteY3" fmla="*/ 58912 h 58845"/>
                <a:gd name="connsiteX4" fmla="*/ 6042 w 55102"/>
                <a:gd name="connsiteY4" fmla="*/ 58635 h 58845"/>
                <a:gd name="connsiteX5" fmla="*/ 10522 w 55102"/>
                <a:gd name="connsiteY5" fmla="*/ 58542 h 58845"/>
                <a:gd name="connsiteX6" fmla="*/ 15808 w 55102"/>
                <a:gd name="connsiteY6" fmla="*/ 58635 h 58845"/>
                <a:gd name="connsiteX7" fmla="*/ 20736 w 55102"/>
                <a:gd name="connsiteY7" fmla="*/ 58912 h 58845"/>
                <a:gd name="connsiteX8" fmla="*/ 22976 w 55102"/>
                <a:gd name="connsiteY8" fmla="*/ 56322 h 58845"/>
                <a:gd name="connsiteX9" fmla="*/ 20199 w 55102"/>
                <a:gd name="connsiteY9" fmla="*/ 54749 h 58845"/>
                <a:gd name="connsiteX10" fmla="*/ 15271 w 55102"/>
                <a:gd name="connsiteY10" fmla="*/ 53638 h 58845"/>
                <a:gd name="connsiteX11" fmla="*/ 19392 w 55102"/>
                <a:gd name="connsiteY11" fmla="*/ 36429 h 58845"/>
                <a:gd name="connsiteX12" fmla="*/ 30144 w 55102"/>
                <a:gd name="connsiteY12" fmla="*/ 41980 h 58845"/>
                <a:gd name="connsiteX13" fmla="*/ 55321 w 55102"/>
                <a:gd name="connsiteY13" fmla="*/ 16166 h 58845"/>
                <a:gd name="connsiteX14" fmla="*/ 39642 w 55102"/>
                <a:gd name="connsiteY14" fmla="*/ 67 h 58845"/>
                <a:gd name="connsiteX15" fmla="*/ 25395 w 55102"/>
                <a:gd name="connsiteY15" fmla="*/ 6544 h 58845"/>
                <a:gd name="connsiteX16" fmla="*/ 14913 w 55102"/>
                <a:gd name="connsiteY16" fmla="*/ 67 h 58845"/>
                <a:gd name="connsiteX17" fmla="*/ 6938 w 55102"/>
                <a:gd name="connsiteY17" fmla="*/ 5156 h 58845"/>
                <a:gd name="connsiteX18" fmla="*/ 3444 w 55102"/>
                <a:gd name="connsiteY18" fmla="*/ 14316 h 58845"/>
                <a:gd name="connsiteX19" fmla="*/ 5326 w 55102"/>
                <a:gd name="connsiteY19" fmla="*/ 15704 h 58845"/>
                <a:gd name="connsiteX20" fmla="*/ 7386 w 55102"/>
                <a:gd name="connsiteY20" fmla="*/ 13761 h 58845"/>
                <a:gd name="connsiteX21" fmla="*/ 14465 w 55102"/>
                <a:gd name="connsiteY21" fmla="*/ 3213 h 58845"/>
                <a:gd name="connsiteX22" fmla="*/ 18138 w 55102"/>
                <a:gd name="connsiteY22" fmla="*/ 8117 h 58845"/>
                <a:gd name="connsiteX23" fmla="*/ 17869 w 55102"/>
                <a:gd name="connsiteY23" fmla="*/ 10522 h 58845"/>
                <a:gd name="connsiteX24" fmla="*/ 7834 w 55102"/>
                <a:gd name="connsiteY24" fmla="*/ 51788 h 58845"/>
                <a:gd name="connsiteX25" fmla="*/ 24947 w 55102"/>
                <a:gd name="connsiteY25" fmla="*/ 13391 h 58845"/>
                <a:gd name="connsiteX26" fmla="*/ 26919 w 55102"/>
                <a:gd name="connsiteY26" fmla="*/ 9875 h 58845"/>
                <a:gd name="connsiteX27" fmla="*/ 39373 w 55102"/>
                <a:gd name="connsiteY27" fmla="*/ 3213 h 58845"/>
                <a:gd name="connsiteX28" fmla="*/ 47257 w 55102"/>
                <a:gd name="connsiteY28" fmla="*/ 12650 h 58845"/>
                <a:gd name="connsiteX29" fmla="*/ 42688 w 55102"/>
                <a:gd name="connsiteY29" fmla="*/ 30045 h 58845"/>
                <a:gd name="connsiteX30" fmla="*/ 30144 w 55102"/>
                <a:gd name="connsiteY30" fmla="*/ 38835 h 58845"/>
                <a:gd name="connsiteX31" fmla="*/ 20826 w 55102"/>
                <a:gd name="connsiteY31" fmla="*/ 30600 h 58845"/>
                <a:gd name="connsiteX32" fmla="*/ 21095 w 55102"/>
                <a:gd name="connsiteY32" fmla="*/ 29120 h 58845"/>
                <a:gd name="connsiteX33" fmla="*/ 24947 w 55102"/>
                <a:gd name="connsiteY33" fmla="*/ 13391 h 58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5102" h="58845">
                  <a:moveTo>
                    <a:pt x="7834" y="51788"/>
                  </a:moveTo>
                  <a:cubicBezTo>
                    <a:pt x="7207" y="54194"/>
                    <a:pt x="7117" y="54749"/>
                    <a:pt x="3086" y="54749"/>
                  </a:cubicBezTo>
                  <a:cubicBezTo>
                    <a:pt x="1742" y="54749"/>
                    <a:pt x="218" y="54749"/>
                    <a:pt x="218" y="57339"/>
                  </a:cubicBezTo>
                  <a:cubicBezTo>
                    <a:pt x="218" y="58357"/>
                    <a:pt x="1025" y="58912"/>
                    <a:pt x="1652" y="58912"/>
                  </a:cubicBezTo>
                  <a:cubicBezTo>
                    <a:pt x="2996" y="58912"/>
                    <a:pt x="4609" y="58635"/>
                    <a:pt x="6042" y="58635"/>
                  </a:cubicBezTo>
                  <a:cubicBezTo>
                    <a:pt x="7476" y="58635"/>
                    <a:pt x="8999" y="58542"/>
                    <a:pt x="10522" y="58542"/>
                  </a:cubicBezTo>
                  <a:cubicBezTo>
                    <a:pt x="12314" y="58542"/>
                    <a:pt x="14017" y="58635"/>
                    <a:pt x="15808" y="58635"/>
                  </a:cubicBezTo>
                  <a:cubicBezTo>
                    <a:pt x="17332" y="58635"/>
                    <a:pt x="19213" y="58912"/>
                    <a:pt x="20736" y="58912"/>
                  </a:cubicBezTo>
                  <a:cubicBezTo>
                    <a:pt x="21901" y="58912"/>
                    <a:pt x="22976" y="58265"/>
                    <a:pt x="22976" y="56322"/>
                  </a:cubicBezTo>
                  <a:cubicBezTo>
                    <a:pt x="22976" y="54749"/>
                    <a:pt x="21453" y="54749"/>
                    <a:pt x="20199" y="54749"/>
                  </a:cubicBezTo>
                  <a:cubicBezTo>
                    <a:pt x="17242" y="54749"/>
                    <a:pt x="15271" y="54749"/>
                    <a:pt x="15271" y="53638"/>
                  </a:cubicBezTo>
                  <a:cubicBezTo>
                    <a:pt x="15271" y="53083"/>
                    <a:pt x="16704" y="47439"/>
                    <a:pt x="19392" y="36429"/>
                  </a:cubicBezTo>
                  <a:cubicBezTo>
                    <a:pt x="21632" y="39575"/>
                    <a:pt x="25216" y="41980"/>
                    <a:pt x="30144" y="41980"/>
                  </a:cubicBezTo>
                  <a:cubicBezTo>
                    <a:pt x="42778" y="41980"/>
                    <a:pt x="55321" y="29212"/>
                    <a:pt x="55321" y="16166"/>
                  </a:cubicBezTo>
                  <a:cubicBezTo>
                    <a:pt x="55321" y="6914"/>
                    <a:pt x="48781" y="67"/>
                    <a:pt x="39642" y="67"/>
                  </a:cubicBezTo>
                  <a:cubicBezTo>
                    <a:pt x="32653" y="67"/>
                    <a:pt x="27187" y="4786"/>
                    <a:pt x="25395" y="6544"/>
                  </a:cubicBezTo>
                  <a:cubicBezTo>
                    <a:pt x="23604" y="1547"/>
                    <a:pt x="18228" y="67"/>
                    <a:pt x="14913" y="67"/>
                  </a:cubicBezTo>
                  <a:cubicBezTo>
                    <a:pt x="11866" y="67"/>
                    <a:pt x="9178" y="1547"/>
                    <a:pt x="6938" y="5156"/>
                  </a:cubicBezTo>
                  <a:cubicBezTo>
                    <a:pt x="4609" y="9042"/>
                    <a:pt x="3444" y="13853"/>
                    <a:pt x="3444" y="14316"/>
                  </a:cubicBezTo>
                  <a:cubicBezTo>
                    <a:pt x="3444" y="15704"/>
                    <a:pt x="4788" y="15704"/>
                    <a:pt x="5326" y="15704"/>
                  </a:cubicBezTo>
                  <a:cubicBezTo>
                    <a:pt x="6849" y="15704"/>
                    <a:pt x="7028" y="15241"/>
                    <a:pt x="7386" y="13761"/>
                  </a:cubicBezTo>
                  <a:cubicBezTo>
                    <a:pt x="8372" y="10060"/>
                    <a:pt x="10253" y="3213"/>
                    <a:pt x="14465" y="3213"/>
                  </a:cubicBezTo>
                  <a:cubicBezTo>
                    <a:pt x="17600" y="3213"/>
                    <a:pt x="18138" y="6266"/>
                    <a:pt x="18138" y="8117"/>
                  </a:cubicBezTo>
                  <a:cubicBezTo>
                    <a:pt x="18138" y="9412"/>
                    <a:pt x="18048" y="9782"/>
                    <a:pt x="17869" y="10522"/>
                  </a:cubicBezTo>
                  <a:lnTo>
                    <a:pt x="7834" y="51788"/>
                  </a:lnTo>
                  <a:close/>
                  <a:moveTo>
                    <a:pt x="24947" y="13391"/>
                  </a:moveTo>
                  <a:cubicBezTo>
                    <a:pt x="25306" y="11910"/>
                    <a:pt x="25395" y="11725"/>
                    <a:pt x="26919" y="9875"/>
                  </a:cubicBezTo>
                  <a:cubicBezTo>
                    <a:pt x="30503" y="5804"/>
                    <a:pt x="35072" y="3213"/>
                    <a:pt x="39373" y="3213"/>
                  </a:cubicBezTo>
                  <a:cubicBezTo>
                    <a:pt x="43046" y="3213"/>
                    <a:pt x="47257" y="5618"/>
                    <a:pt x="47257" y="12650"/>
                  </a:cubicBezTo>
                  <a:cubicBezTo>
                    <a:pt x="47257" y="16721"/>
                    <a:pt x="45197" y="25604"/>
                    <a:pt x="42688" y="30045"/>
                  </a:cubicBezTo>
                  <a:cubicBezTo>
                    <a:pt x="38925" y="36799"/>
                    <a:pt x="33549" y="38835"/>
                    <a:pt x="30144" y="38835"/>
                  </a:cubicBezTo>
                  <a:cubicBezTo>
                    <a:pt x="22708" y="38835"/>
                    <a:pt x="20826" y="31340"/>
                    <a:pt x="20826" y="30600"/>
                  </a:cubicBezTo>
                  <a:cubicBezTo>
                    <a:pt x="20826" y="30137"/>
                    <a:pt x="21005" y="29582"/>
                    <a:pt x="21095" y="29120"/>
                  </a:cubicBezTo>
                  <a:lnTo>
                    <a:pt x="24947" y="1339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48" name="Freeform: Shape 47">
              <a:extLst>
                <a:ext uri="{FF2B5EF4-FFF2-40B4-BE49-F238E27FC236}">
                  <a16:creationId xmlns:a16="http://schemas.microsoft.com/office/drawing/2014/main" id="{8143C812-413D-4422-A628-C2FB86028016}"/>
                </a:ext>
              </a:extLst>
            </p:cNvPr>
            <p:cNvSpPr/>
            <p:nvPr>
              <p:custDataLst>
                <p:tags r:id="rId134"/>
              </p:custDataLst>
            </p:nvPr>
          </p:nvSpPr>
          <p:spPr>
            <a:xfrm>
              <a:off x="4904115" y="6743532"/>
              <a:ext cx="224319" cy="6291"/>
            </a:xfrm>
            <a:custGeom>
              <a:avLst/>
              <a:gdLst>
                <a:gd name="connsiteX0" fmla="*/ 0 w 224319"/>
                <a:gd name="connsiteY0" fmla="*/ 0 h 6291"/>
                <a:gd name="connsiteX1" fmla="*/ 224320 w 224319"/>
                <a:gd name="connsiteY1" fmla="*/ 0 h 6291"/>
                <a:gd name="connsiteX2" fmla="*/ 224320 w 224319"/>
                <a:gd name="connsiteY2" fmla="*/ 6291 h 6291"/>
                <a:gd name="connsiteX3" fmla="*/ 0 w 224319"/>
                <a:gd name="connsiteY3" fmla="*/ 6291 h 6291"/>
              </a:gdLst>
              <a:ahLst/>
              <a:cxnLst>
                <a:cxn ang="0">
                  <a:pos x="connsiteX0" y="connsiteY0"/>
                </a:cxn>
                <a:cxn ang="0">
                  <a:pos x="connsiteX1" y="connsiteY1"/>
                </a:cxn>
                <a:cxn ang="0">
                  <a:pos x="connsiteX2" y="connsiteY2"/>
                </a:cxn>
                <a:cxn ang="0">
                  <a:pos x="connsiteX3" y="connsiteY3"/>
                </a:cxn>
              </a:cxnLst>
              <a:rect l="l" t="t" r="r" b="b"/>
              <a:pathLst>
                <a:path w="224319" h="6291">
                  <a:moveTo>
                    <a:pt x="0" y="0"/>
                  </a:moveTo>
                  <a:lnTo>
                    <a:pt x="224320" y="0"/>
                  </a:lnTo>
                  <a:lnTo>
                    <a:pt x="224320" y="6291"/>
                  </a:lnTo>
                  <a:lnTo>
                    <a:pt x="0" y="629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49" name="Freeform: Shape 48">
              <a:extLst>
                <a:ext uri="{FF2B5EF4-FFF2-40B4-BE49-F238E27FC236}">
                  <a16:creationId xmlns:a16="http://schemas.microsoft.com/office/drawing/2014/main" id="{A35F12D5-BBE5-81B1-03E2-FED8711D7FD7}"/>
                </a:ext>
              </a:extLst>
            </p:cNvPr>
            <p:cNvSpPr/>
            <p:nvPr>
              <p:custDataLst>
                <p:tags r:id="rId135"/>
              </p:custDataLst>
            </p:nvPr>
          </p:nvSpPr>
          <p:spPr>
            <a:xfrm>
              <a:off x="4916928" y="6762028"/>
              <a:ext cx="36824" cy="61620"/>
            </a:xfrm>
            <a:custGeom>
              <a:avLst/>
              <a:gdLst>
                <a:gd name="connsiteX0" fmla="*/ 23062 w 36824"/>
                <a:gd name="connsiteY0" fmla="*/ 2848 h 61620"/>
                <a:gd name="connsiteX1" fmla="*/ 19836 w 36824"/>
                <a:gd name="connsiteY1" fmla="*/ 73 h 61620"/>
                <a:gd name="connsiteX2" fmla="*/ 1737 w 36824"/>
                <a:gd name="connsiteY2" fmla="*/ 5994 h 61620"/>
                <a:gd name="connsiteX3" fmla="*/ 214 w 36824"/>
                <a:gd name="connsiteY3" fmla="*/ 5994 h 61620"/>
                <a:gd name="connsiteX4" fmla="*/ 214 w 36824"/>
                <a:gd name="connsiteY4" fmla="*/ 10065 h 61620"/>
                <a:gd name="connsiteX5" fmla="*/ 1737 w 36824"/>
                <a:gd name="connsiteY5" fmla="*/ 10065 h 61620"/>
                <a:gd name="connsiteX6" fmla="*/ 14819 w 36824"/>
                <a:gd name="connsiteY6" fmla="*/ 7475 h 61620"/>
                <a:gd name="connsiteX7" fmla="*/ 14819 w 36824"/>
                <a:gd name="connsiteY7" fmla="*/ 53737 h 61620"/>
                <a:gd name="connsiteX8" fmla="*/ 5321 w 36824"/>
                <a:gd name="connsiteY8" fmla="*/ 57623 h 61620"/>
                <a:gd name="connsiteX9" fmla="*/ 841 w 36824"/>
                <a:gd name="connsiteY9" fmla="*/ 57623 h 61620"/>
                <a:gd name="connsiteX10" fmla="*/ 841 w 36824"/>
                <a:gd name="connsiteY10" fmla="*/ 61694 h 61620"/>
                <a:gd name="connsiteX11" fmla="*/ 18940 w 36824"/>
                <a:gd name="connsiteY11" fmla="*/ 61324 h 61620"/>
                <a:gd name="connsiteX12" fmla="*/ 37039 w 36824"/>
                <a:gd name="connsiteY12" fmla="*/ 61694 h 61620"/>
                <a:gd name="connsiteX13" fmla="*/ 37039 w 36824"/>
                <a:gd name="connsiteY13" fmla="*/ 57623 h 61620"/>
                <a:gd name="connsiteX14" fmla="*/ 32559 w 36824"/>
                <a:gd name="connsiteY14" fmla="*/ 57623 h 61620"/>
                <a:gd name="connsiteX15" fmla="*/ 23062 w 36824"/>
                <a:gd name="connsiteY15" fmla="*/ 53737 h 61620"/>
                <a:gd name="connsiteX16" fmla="*/ 23062 w 36824"/>
                <a:gd name="connsiteY16" fmla="*/ 2848 h 61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824" h="61620">
                  <a:moveTo>
                    <a:pt x="23062" y="2848"/>
                  </a:moveTo>
                  <a:cubicBezTo>
                    <a:pt x="23062" y="73"/>
                    <a:pt x="22793" y="73"/>
                    <a:pt x="19836" y="73"/>
                  </a:cubicBezTo>
                  <a:cubicBezTo>
                    <a:pt x="13475" y="5994"/>
                    <a:pt x="3529" y="5994"/>
                    <a:pt x="1737" y="5994"/>
                  </a:cubicBezTo>
                  <a:lnTo>
                    <a:pt x="214" y="5994"/>
                  </a:lnTo>
                  <a:lnTo>
                    <a:pt x="214" y="10065"/>
                  </a:lnTo>
                  <a:lnTo>
                    <a:pt x="1737" y="10065"/>
                  </a:lnTo>
                  <a:cubicBezTo>
                    <a:pt x="3798" y="10065"/>
                    <a:pt x="9622" y="9788"/>
                    <a:pt x="14819" y="7475"/>
                  </a:cubicBezTo>
                  <a:lnTo>
                    <a:pt x="14819" y="53737"/>
                  </a:lnTo>
                  <a:cubicBezTo>
                    <a:pt x="14819" y="56605"/>
                    <a:pt x="14819" y="57623"/>
                    <a:pt x="5321" y="57623"/>
                  </a:cubicBezTo>
                  <a:lnTo>
                    <a:pt x="841" y="57623"/>
                  </a:lnTo>
                  <a:lnTo>
                    <a:pt x="841" y="61694"/>
                  </a:lnTo>
                  <a:cubicBezTo>
                    <a:pt x="5769" y="61324"/>
                    <a:pt x="13743" y="61324"/>
                    <a:pt x="18940" y="61324"/>
                  </a:cubicBezTo>
                  <a:cubicBezTo>
                    <a:pt x="24137" y="61324"/>
                    <a:pt x="32111" y="61324"/>
                    <a:pt x="37039" y="61694"/>
                  </a:cubicBezTo>
                  <a:lnTo>
                    <a:pt x="37039" y="57623"/>
                  </a:lnTo>
                  <a:lnTo>
                    <a:pt x="32559" y="57623"/>
                  </a:lnTo>
                  <a:cubicBezTo>
                    <a:pt x="23062" y="57623"/>
                    <a:pt x="23062" y="56605"/>
                    <a:pt x="23062" y="53737"/>
                  </a:cubicBezTo>
                  <a:lnTo>
                    <a:pt x="23062" y="284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50" name="Freeform: Shape 49">
              <a:extLst>
                <a:ext uri="{FF2B5EF4-FFF2-40B4-BE49-F238E27FC236}">
                  <a16:creationId xmlns:a16="http://schemas.microsoft.com/office/drawing/2014/main" id="{2EF58F2B-D5A5-F190-AFD3-3A9C4EC9174B}"/>
                </a:ext>
              </a:extLst>
            </p:cNvPr>
            <p:cNvSpPr/>
            <p:nvPr>
              <p:custDataLst>
                <p:tags r:id="rId136"/>
              </p:custDataLst>
            </p:nvPr>
          </p:nvSpPr>
          <p:spPr>
            <a:xfrm>
              <a:off x="4979429" y="6797927"/>
              <a:ext cx="68363" cy="5181"/>
            </a:xfrm>
            <a:custGeom>
              <a:avLst/>
              <a:gdLst>
                <a:gd name="connsiteX0" fmla="*/ 64728 w 68363"/>
                <a:gd name="connsiteY0" fmla="*/ 5254 h 5181"/>
                <a:gd name="connsiteX1" fmla="*/ 68581 w 68363"/>
                <a:gd name="connsiteY1" fmla="*/ 2663 h 5181"/>
                <a:gd name="connsiteX2" fmla="*/ 64728 w 68363"/>
                <a:gd name="connsiteY2" fmla="*/ 73 h 5181"/>
                <a:gd name="connsiteX3" fmla="*/ 4070 w 68363"/>
                <a:gd name="connsiteY3" fmla="*/ 73 h 5181"/>
                <a:gd name="connsiteX4" fmla="*/ 217 w 68363"/>
                <a:gd name="connsiteY4" fmla="*/ 2663 h 5181"/>
                <a:gd name="connsiteX5" fmla="*/ 4070 w 68363"/>
                <a:gd name="connsiteY5" fmla="*/ 5254 h 5181"/>
                <a:gd name="connsiteX6" fmla="*/ 64728 w 68363"/>
                <a:gd name="connsiteY6" fmla="*/ 5254 h 5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363" h="5181">
                  <a:moveTo>
                    <a:pt x="64728" y="5254"/>
                  </a:moveTo>
                  <a:cubicBezTo>
                    <a:pt x="66162" y="5254"/>
                    <a:pt x="68581" y="5254"/>
                    <a:pt x="68581" y="2663"/>
                  </a:cubicBezTo>
                  <a:cubicBezTo>
                    <a:pt x="68581" y="73"/>
                    <a:pt x="66162" y="73"/>
                    <a:pt x="64728" y="73"/>
                  </a:cubicBezTo>
                  <a:lnTo>
                    <a:pt x="4070" y="73"/>
                  </a:lnTo>
                  <a:cubicBezTo>
                    <a:pt x="2637" y="73"/>
                    <a:pt x="217" y="73"/>
                    <a:pt x="217" y="2663"/>
                  </a:cubicBezTo>
                  <a:cubicBezTo>
                    <a:pt x="217" y="5254"/>
                    <a:pt x="2637" y="5254"/>
                    <a:pt x="4070" y="5254"/>
                  </a:cubicBezTo>
                  <a:lnTo>
                    <a:pt x="64728" y="525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51" name="Freeform: Shape 50">
              <a:extLst>
                <a:ext uri="{FF2B5EF4-FFF2-40B4-BE49-F238E27FC236}">
                  <a16:creationId xmlns:a16="http://schemas.microsoft.com/office/drawing/2014/main" id="{B8412901-5E56-F9A5-F9E3-CFB21F1405E2}"/>
                </a:ext>
              </a:extLst>
            </p:cNvPr>
            <p:cNvSpPr/>
            <p:nvPr>
              <p:custDataLst>
                <p:tags r:id="rId137"/>
              </p:custDataLst>
            </p:nvPr>
          </p:nvSpPr>
          <p:spPr>
            <a:xfrm>
              <a:off x="5067087" y="6782753"/>
              <a:ext cx="55102" cy="58845"/>
            </a:xfrm>
            <a:custGeom>
              <a:avLst/>
              <a:gdLst>
                <a:gd name="connsiteX0" fmla="*/ 7839 w 55102"/>
                <a:gd name="connsiteY0" fmla="*/ 51794 h 58845"/>
                <a:gd name="connsiteX1" fmla="*/ 3090 w 55102"/>
                <a:gd name="connsiteY1" fmla="*/ 54754 h 58845"/>
                <a:gd name="connsiteX2" fmla="*/ 223 w 55102"/>
                <a:gd name="connsiteY2" fmla="*/ 57345 h 58845"/>
                <a:gd name="connsiteX3" fmla="*/ 1656 w 55102"/>
                <a:gd name="connsiteY3" fmla="*/ 58918 h 58845"/>
                <a:gd name="connsiteX4" fmla="*/ 6047 w 55102"/>
                <a:gd name="connsiteY4" fmla="*/ 58640 h 58845"/>
                <a:gd name="connsiteX5" fmla="*/ 10527 w 55102"/>
                <a:gd name="connsiteY5" fmla="*/ 58548 h 58845"/>
                <a:gd name="connsiteX6" fmla="*/ 15813 w 55102"/>
                <a:gd name="connsiteY6" fmla="*/ 58640 h 58845"/>
                <a:gd name="connsiteX7" fmla="*/ 20741 w 55102"/>
                <a:gd name="connsiteY7" fmla="*/ 58918 h 58845"/>
                <a:gd name="connsiteX8" fmla="*/ 22981 w 55102"/>
                <a:gd name="connsiteY8" fmla="*/ 56327 h 58845"/>
                <a:gd name="connsiteX9" fmla="*/ 20203 w 55102"/>
                <a:gd name="connsiteY9" fmla="*/ 54754 h 58845"/>
                <a:gd name="connsiteX10" fmla="*/ 15275 w 55102"/>
                <a:gd name="connsiteY10" fmla="*/ 53644 h 58845"/>
                <a:gd name="connsiteX11" fmla="*/ 19397 w 55102"/>
                <a:gd name="connsiteY11" fmla="*/ 36435 h 58845"/>
                <a:gd name="connsiteX12" fmla="*/ 30149 w 55102"/>
                <a:gd name="connsiteY12" fmla="*/ 41986 h 58845"/>
                <a:gd name="connsiteX13" fmla="*/ 55326 w 55102"/>
                <a:gd name="connsiteY13" fmla="*/ 16172 h 58845"/>
                <a:gd name="connsiteX14" fmla="*/ 39646 w 55102"/>
                <a:gd name="connsiteY14" fmla="*/ 73 h 58845"/>
                <a:gd name="connsiteX15" fmla="*/ 25400 w 55102"/>
                <a:gd name="connsiteY15" fmla="*/ 6549 h 58845"/>
                <a:gd name="connsiteX16" fmla="*/ 14917 w 55102"/>
                <a:gd name="connsiteY16" fmla="*/ 73 h 58845"/>
                <a:gd name="connsiteX17" fmla="*/ 6943 w 55102"/>
                <a:gd name="connsiteY17" fmla="*/ 5161 h 58845"/>
                <a:gd name="connsiteX18" fmla="*/ 3448 w 55102"/>
                <a:gd name="connsiteY18" fmla="*/ 14321 h 58845"/>
                <a:gd name="connsiteX19" fmla="*/ 5330 w 55102"/>
                <a:gd name="connsiteY19" fmla="*/ 15709 h 58845"/>
                <a:gd name="connsiteX20" fmla="*/ 7391 w 55102"/>
                <a:gd name="connsiteY20" fmla="*/ 13766 h 58845"/>
                <a:gd name="connsiteX21" fmla="*/ 14469 w 55102"/>
                <a:gd name="connsiteY21" fmla="*/ 3218 h 58845"/>
                <a:gd name="connsiteX22" fmla="*/ 18142 w 55102"/>
                <a:gd name="connsiteY22" fmla="*/ 8122 h 58845"/>
                <a:gd name="connsiteX23" fmla="*/ 17874 w 55102"/>
                <a:gd name="connsiteY23" fmla="*/ 10528 h 58845"/>
                <a:gd name="connsiteX24" fmla="*/ 7839 w 55102"/>
                <a:gd name="connsiteY24" fmla="*/ 51794 h 58845"/>
                <a:gd name="connsiteX25" fmla="*/ 24952 w 55102"/>
                <a:gd name="connsiteY25" fmla="*/ 13396 h 58845"/>
                <a:gd name="connsiteX26" fmla="*/ 26923 w 55102"/>
                <a:gd name="connsiteY26" fmla="*/ 9880 h 58845"/>
                <a:gd name="connsiteX27" fmla="*/ 39377 w 55102"/>
                <a:gd name="connsiteY27" fmla="*/ 3218 h 58845"/>
                <a:gd name="connsiteX28" fmla="*/ 47262 w 55102"/>
                <a:gd name="connsiteY28" fmla="*/ 12656 h 58845"/>
                <a:gd name="connsiteX29" fmla="*/ 42692 w 55102"/>
                <a:gd name="connsiteY29" fmla="*/ 30050 h 58845"/>
                <a:gd name="connsiteX30" fmla="*/ 30149 w 55102"/>
                <a:gd name="connsiteY30" fmla="*/ 38840 h 58845"/>
                <a:gd name="connsiteX31" fmla="*/ 20830 w 55102"/>
                <a:gd name="connsiteY31" fmla="*/ 30606 h 58845"/>
                <a:gd name="connsiteX32" fmla="*/ 21099 w 55102"/>
                <a:gd name="connsiteY32" fmla="*/ 29125 h 58845"/>
                <a:gd name="connsiteX33" fmla="*/ 24952 w 55102"/>
                <a:gd name="connsiteY33" fmla="*/ 13396 h 58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5102" h="58845">
                  <a:moveTo>
                    <a:pt x="7839" y="51794"/>
                  </a:moveTo>
                  <a:cubicBezTo>
                    <a:pt x="7211" y="54199"/>
                    <a:pt x="7122" y="54754"/>
                    <a:pt x="3090" y="54754"/>
                  </a:cubicBezTo>
                  <a:cubicBezTo>
                    <a:pt x="1746" y="54754"/>
                    <a:pt x="223" y="54754"/>
                    <a:pt x="223" y="57345"/>
                  </a:cubicBezTo>
                  <a:cubicBezTo>
                    <a:pt x="223" y="58363"/>
                    <a:pt x="1029" y="58918"/>
                    <a:pt x="1656" y="58918"/>
                  </a:cubicBezTo>
                  <a:cubicBezTo>
                    <a:pt x="3000" y="58918"/>
                    <a:pt x="4613" y="58640"/>
                    <a:pt x="6047" y="58640"/>
                  </a:cubicBezTo>
                  <a:cubicBezTo>
                    <a:pt x="7480" y="58640"/>
                    <a:pt x="9003" y="58548"/>
                    <a:pt x="10527" y="58548"/>
                  </a:cubicBezTo>
                  <a:cubicBezTo>
                    <a:pt x="12319" y="58548"/>
                    <a:pt x="14021" y="58640"/>
                    <a:pt x="15813" y="58640"/>
                  </a:cubicBezTo>
                  <a:cubicBezTo>
                    <a:pt x="17336" y="58640"/>
                    <a:pt x="19218" y="58918"/>
                    <a:pt x="20741" y="58918"/>
                  </a:cubicBezTo>
                  <a:cubicBezTo>
                    <a:pt x="21906" y="58918"/>
                    <a:pt x="22981" y="58270"/>
                    <a:pt x="22981" y="56327"/>
                  </a:cubicBezTo>
                  <a:cubicBezTo>
                    <a:pt x="22981" y="54754"/>
                    <a:pt x="21458" y="54754"/>
                    <a:pt x="20203" y="54754"/>
                  </a:cubicBezTo>
                  <a:cubicBezTo>
                    <a:pt x="17246" y="54754"/>
                    <a:pt x="15275" y="54754"/>
                    <a:pt x="15275" y="53644"/>
                  </a:cubicBezTo>
                  <a:cubicBezTo>
                    <a:pt x="15275" y="53089"/>
                    <a:pt x="16709" y="47445"/>
                    <a:pt x="19397" y="36435"/>
                  </a:cubicBezTo>
                  <a:cubicBezTo>
                    <a:pt x="21637" y="39580"/>
                    <a:pt x="25221" y="41986"/>
                    <a:pt x="30149" y="41986"/>
                  </a:cubicBezTo>
                  <a:cubicBezTo>
                    <a:pt x="42782" y="41986"/>
                    <a:pt x="55326" y="29218"/>
                    <a:pt x="55326" y="16172"/>
                  </a:cubicBezTo>
                  <a:cubicBezTo>
                    <a:pt x="55326" y="6919"/>
                    <a:pt x="48785" y="73"/>
                    <a:pt x="39646" y="73"/>
                  </a:cubicBezTo>
                  <a:cubicBezTo>
                    <a:pt x="32657" y="73"/>
                    <a:pt x="27192" y="4791"/>
                    <a:pt x="25400" y="6549"/>
                  </a:cubicBezTo>
                  <a:cubicBezTo>
                    <a:pt x="23608" y="1553"/>
                    <a:pt x="18232" y="73"/>
                    <a:pt x="14917" y="73"/>
                  </a:cubicBezTo>
                  <a:cubicBezTo>
                    <a:pt x="11871" y="73"/>
                    <a:pt x="9183" y="1553"/>
                    <a:pt x="6943" y="5161"/>
                  </a:cubicBezTo>
                  <a:cubicBezTo>
                    <a:pt x="4613" y="9047"/>
                    <a:pt x="3448" y="13859"/>
                    <a:pt x="3448" y="14321"/>
                  </a:cubicBezTo>
                  <a:cubicBezTo>
                    <a:pt x="3448" y="15709"/>
                    <a:pt x="4792" y="15709"/>
                    <a:pt x="5330" y="15709"/>
                  </a:cubicBezTo>
                  <a:cubicBezTo>
                    <a:pt x="6853" y="15709"/>
                    <a:pt x="7032" y="15247"/>
                    <a:pt x="7391" y="13766"/>
                  </a:cubicBezTo>
                  <a:cubicBezTo>
                    <a:pt x="8376" y="10065"/>
                    <a:pt x="10258" y="3218"/>
                    <a:pt x="14469" y="3218"/>
                  </a:cubicBezTo>
                  <a:cubicBezTo>
                    <a:pt x="17605" y="3218"/>
                    <a:pt x="18142" y="6272"/>
                    <a:pt x="18142" y="8122"/>
                  </a:cubicBezTo>
                  <a:cubicBezTo>
                    <a:pt x="18142" y="9418"/>
                    <a:pt x="18053" y="9788"/>
                    <a:pt x="17874" y="10528"/>
                  </a:cubicBezTo>
                  <a:lnTo>
                    <a:pt x="7839" y="51794"/>
                  </a:lnTo>
                  <a:close/>
                  <a:moveTo>
                    <a:pt x="24952" y="13396"/>
                  </a:moveTo>
                  <a:cubicBezTo>
                    <a:pt x="25310" y="11916"/>
                    <a:pt x="25400" y="11731"/>
                    <a:pt x="26923" y="9880"/>
                  </a:cubicBezTo>
                  <a:cubicBezTo>
                    <a:pt x="30507" y="5809"/>
                    <a:pt x="35076" y="3218"/>
                    <a:pt x="39377" y="3218"/>
                  </a:cubicBezTo>
                  <a:cubicBezTo>
                    <a:pt x="43051" y="3218"/>
                    <a:pt x="47262" y="5624"/>
                    <a:pt x="47262" y="12656"/>
                  </a:cubicBezTo>
                  <a:cubicBezTo>
                    <a:pt x="47262" y="16727"/>
                    <a:pt x="45201" y="25609"/>
                    <a:pt x="42692" y="30050"/>
                  </a:cubicBezTo>
                  <a:cubicBezTo>
                    <a:pt x="38929" y="36805"/>
                    <a:pt x="33553" y="38840"/>
                    <a:pt x="30149" y="38840"/>
                  </a:cubicBezTo>
                  <a:cubicBezTo>
                    <a:pt x="22712" y="38840"/>
                    <a:pt x="20830" y="31346"/>
                    <a:pt x="20830" y="30606"/>
                  </a:cubicBezTo>
                  <a:cubicBezTo>
                    <a:pt x="20830" y="30143"/>
                    <a:pt x="21010" y="29588"/>
                    <a:pt x="21099" y="29125"/>
                  </a:cubicBezTo>
                  <a:lnTo>
                    <a:pt x="24952" y="1339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52" name="Freeform: Shape 51">
              <a:extLst>
                <a:ext uri="{FF2B5EF4-FFF2-40B4-BE49-F238E27FC236}">
                  <a16:creationId xmlns:a16="http://schemas.microsoft.com/office/drawing/2014/main" id="{F0AE3406-8BA4-EE96-52C5-35C7A7BFFA2B}"/>
                </a:ext>
              </a:extLst>
            </p:cNvPr>
            <p:cNvSpPr/>
            <p:nvPr>
              <p:custDataLst>
                <p:tags r:id="rId138"/>
              </p:custDataLst>
            </p:nvPr>
          </p:nvSpPr>
          <p:spPr>
            <a:xfrm>
              <a:off x="5160153" y="6654154"/>
              <a:ext cx="41573" cy="185047"/>
            </a:xfrm>
            <a:custGeom>
              <a:avLst/>
              <a:gdLst>
                <a:gd name="connsiteX0" fmla="*/ 41801 w 41573"/>
                <a:gd name="connsiteY0" fmla="*/ 92595 h 185047"/>
                <a:gd name="connsiteX1" fmla="*/ 29974 w 41573"/>
                <a:gd name="connsiteY1" fmla="*/ 34860 h 185047"/>
                <a:gd name="connsiteX2" fmla="*/ 2020 w 41573"/>
                <a:gd name="connsiteY2" fmla="*/ 71 h 185047"/>
                <a:gd name="connsiteX3" fmla="*/ 228 w 41573"/>
                <a:gd name="connsiteY3" fmla="*/ 1921 h 185047"/>
                <a:gd name="connsiteX4" fmla="*/ 3632 w 41573"/>
                <a:gd name="connsiteY4" fmla="*/ 6178 h 185047"/>
                <a:gd name="connsiteX5" fmla="*/ 31408 w 41573"/>
                <a:gd name="connsiteY5" fmla="*/ 92595 h 185047"/>
                <a:gd name="connsiteX6" fmla="*/ 2557 w 41573"/>
                <a:gd name="connsiteY6" fmla="*/ 180123 h 185047"/>
                <a:gd name="connsiteX7" fmla="*/ 228 w 41573"/>
                <a:gd name="connsiteY7" fmla="*/ 183268 h 185047"/>
                <a:gd name="connsiteX8" fmla="*/ 2020 w 41573"/>
                <a:gd name="connsiteY8" fmla="*/ 185119 h 185047"/>
                <a:gd name="connsiteX9" fmla="*/ 30512 w 41573"/>
                <a:gd name="connsiteY9" fmla="*/ 149035 h 185047"/>
                <a:gd name="connsiteX10" fmla="*/ 41801 w 41573"/>
                <a:gd name="connsiteY10" fmla="*/ 92595 h 185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573" h="185047">
                  <a:moveTo>
                    <a:pt x="41801" y="92595"/>
                  </a:moveTo>
                  <a:cubicBezTo>
                    <a:pt x="41801" y="78161"/>
                    <a:pt x="39830" y="55770"/>
                    <a:pt x="29974" y="34860"/>
                  </a:cubicBezTo>
                  <a:cubicBezTo>
                    <a:pt x="19223" y="12099"/>
                    <a:pt x="3812" y="71"/>
                    <a:pt x="2020" y="71"/>
                  </a:cubicBezTo>
                  <a:cubicBezTo>
                    <a:pt x="945" y="71"/>
                    <a:pt x="228" y="811"/>
                    <a:pt x="228" y="1921"/>
                  </a:cubicBezTo>
                  <a:cubicBezTo>
                    <a:pt x="228" y="2477"/>
                    <a:pt x="228" y="2847"/>
                    <a:pt x="3632" y="6178"/>
                  </a:cubicBezTo>
                  <a:cubicBezTo>
                    <a:pt x="21194" y="24497"/>
                    <a:pt x="31408" y="53920"/>
                    <a:pt x="31408" y="92595"/>
                  </a:cubicBezTo>
                  <a:cubicBezTo>
                    <a:pt x="31408" y="124238"/>
                    <a:pt x="24778" y="156807"/>
                    <a:pt x="2557" y="180123"/>
                  </a:cubicBezTo>
                  <a:cubicBezTo>
                    <a:pt x="228" y="182343"/>
                    <a:pt x="228" y="182713"/>
                    <a:pt x="228" y="183268"/>
                  </a:cubicBezTo>
                  <a:cubicBezTo>
                    <a:pt x="228" y="184379"/>
                    <a:pt x="945" y="185119"/>
                    <a:pt x="2020" y="185119"/>
                  </a:cubicBezTo>
                  <a:cubicBezTo>
                    <a:pt x="3812" y="185119"/>
                    <a:pt x="19939" y="172536"/>
                    <a:pt x="30512" y="149035"/>
                  </a:cubicBezTo>
                  <a:cubicBezTo>
                    <a:pt x="39651" y="128679"/>
                    <a:pt x="41801" y="108139"/>
                    <a:pt x="41801" y="9259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53" name="Freeform: Shape 52">
              <a:extLst>
                <a:ext uri="{FF2B5EF4-FFF2-40B4-BE49-F238E27FC236}">
                  <a16:creationId xmlns:a16="http://schemas.microsoft.com/office/drawing/2014/main" id="{C8E911FD-BC71-9A48-CD69-5773D2811208}"/>
                </a:ext>
              </a:extLst>
            </p:cNvPr>
            <p:cNvSpPr/>
            <p:nvPr>
              <p:custDataLst>
                <p:tags r:id="rId139"/>
              </p:custDataLst>
            </p:nvPr>
          </p:nvSpPr>
          <p:spPr>
            <a:xfrm>
              <a:off x="5228532" y="6681911"/>
              <a:ext cx="32488" cy="129403"/>
            </a:xfrm>
            <a:custGeom>
              <a:avLst/>
              <a:gdLst>
                <a:gd name="connsiteX0" fmla="*/ 2615 w 32488"/>
                <a:gd name="connsiteY0" fmla="*/ 70 h 129403"/>
                <a:gd name="connsiteX1" fmla="*/ 232 w 32488"/>
                <a:gd name="connsiteY1" fmla="*/ 1625 h 129403"/>
                <a:gd name="connsiteX2" fmla="*/ 1361 w 32488"/>
                <a:gd name="connsiteY2" fmla="*/ 3568 h 129403"/>
                <a:gd name="connsiteX3" fmla="*/ 24190 w 32488"/>
                <a:gd name="connsiteY3" fmla="*/ 64708 h 129403"/>
                <a:gd name="connsiteX4" fmla="*/ 2489 w 32488"/>
                <a:gd name="connsiteY4" fmla="*/ 124941 h 129403"/>
                <a:gd name="connsiteX5" fmla="*/ 232 w 32488"/>
                <a:gd name="connsiteY5" fmla="*/ 127920 h 129403"/>
                <a:gd name="connsiteX6" fmla="*/ 1862 w 32488"/>
                <a:gd name="connsiteY6" fmla="*/ 129474 h 129403"/>
                <a:gd name="connsiteX7" fmla="*/ 23563 w 32488"/>
                <a:gd name="connsiteY7" fmla="*/ 104733 h 129403"/>
                <a:gd name="connsiteX8" fmla="*/ 32720 w 32488"/>
                <a:gd name="connsiteY8" fmla="*/ 64837 h 129403"/>
                <a:gd name="connsiteX9" fmla="*/ 2615 w 32488"/>
                <a:gd name="connsiteY9" fmla="*/ 70 h 129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488" h="129403">
                  <a:moveTo>
                    <a:pt x="2615" y="70"/>
                  </a:moveTo>
                  <a:cubicBezTo>
                    <a:pt x="1737" y="70"/>
                    <a:pt x="232" y="70"/>
                    <a:pt x="232" y="1625"/>
                  </a:cubicBezTo>
                  <a:cubicBezTo>
                    <a:pt x="232" y="2272"/>
                    <a:pt x="608" y="2661"/>
                    <a:pt x="1361" y="3568"/>
                  </a:cubicBezTo>
                  <a:cubicBezTo>
                    <a:pt x="12148" y="13801"/>
                    <a:pt x="24190" y="31288"/>
                    <a:pt x="24190" y="64708"/>
                  </a:cubicBezTo>
                  <a:cubicBezTo>
                    <a:pt x="24190" y="91780"/>
                    <a:pt x="16037" y="112246"/>
                    <a:pt x="2489" y="124941"/>
                  </a:cubicBezTo>
                  <a:cubicBezTo>
                    <a:pt x="357" y="127143"/>
                    <a:pt x="232" y="127272"/>
                    <a:pt x="232" y="127920"/>
                  </a:cubicBezTo>
                  <a:cubicBezTo>
                    <a:pt x="232" y="128568"/>
                    <a:pt x="608" y="129474"/>
                    <a:pt x="1862" y="129474"/>
                  </a:cubicBezTo>
                  <a:cubicBezTo>
                    <a:pt x="3368" y="129474"/>
                    <a:pt x="15284" y="120925"/>
                    <a:pt x="23563" y="104733"/>
                  </a:cubicBezTo>
                  <a:cubicBezTo>
                    <a:pt x="29082" y="93982"/>
                    <a:pt x="32720" y="79992"/>
                    <a:pt x="32720" y="64837"/>
                  </a:cubicBezTo>
                  <a:cubicBezTo>
                    <a:pt x="32720" y="46573"/>
                    <a:pt x="27451" y="18205"/>
                    <a:pt x="2615" y="7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54" name="Freeform: Shape 53">
              <a:extLst>
                <a:ext uri="{FF2B5EF4-FFF2-40B4-BE49-F238E27FC236}">
                  <a16:creationId xmlns:a16="http://schemas.microsoft.com/office/drawing/2014/main" id="{7FE226D6-0FCF-BE59-FA41-8F05C37260AE}"/>
                </a:ext>
              </a:extLst>
            </p:cNvPr>
            <p:cNvSpPr/>
            <p:nvPr>
              <p:custDataLst>
                <p:tags r:id="rId140"/>
              </p:custDataLst>
            </p:nvPr>
          </p:nvSpPr>
          <p:spPr>
            <a:xfrm>
              <a:off x="5344395" y="6793645"/>
              <a:ext cx="119165" cy="43301"/>
            </a:xfrm>
            <a:custGeom>
              <a:avLst/>
              <a:gdLst>
                <a:gd name="connsiteX0" fmla="*/ 113311 w 119165"/>
                <a:gd name="connsiteY0" fmla="*/ 7477 h 43301"/>
                <a:gd name="connsiteX1" fmla="*/ 119403 w 119165"/>
                <a:gd name="connsiteY1" fmla="*/ 3776 h 43301"/>
                <a:gd name="connsiteX2" fmla="*/ 113490 w 119165"/>
                <a:gd name="connsiteY2" fmla="*/ 75 h 43301"/>
                <a:gd name="connsiteX3" fmla="*/ 6151 w 119165"/>
                <a:gd name="connsiteY3" fmla="*/ 75 h 43301"/>
                <a:gd name="connsiteX4" fmla="*/ 238 w 119165"/>
                <a:gd name="connsiteY4" fmla="*/ 3776 h 43301"/>
                <a:gd name="connsiteX5" fmla="*/ 6331 w 119165"/>
                <a:gd name="connsiteY5" fmla="*/ 7477 h 43301"/>
                <a:gd name="connsiteX6" fmla="*/ 113311 w 119165"/>
                <a:gd name="connsiteY6" fmla="*/ 7477 h 43301"/>
                <a:gd name="connsiteX7" fmla="*/ 113490 w 119165"/>
                <a:gd name="connsiteY7" fmla="*/ 43376 h 43301"/>
                <a:gd name="connsiteX8" fmla="*/ 119403 w 119165"/>
                <a:gd name="connsiteY8" fmla="*/ 39675 h 43301"/>
                <a:gd name="connsiteX9" fmla="*/ 113311 w 119165"/>
                <a:gd name="connsiteY9" fmla="*/ 35974 h 43301"/>
                <a:gd name="connsiteX10" fmla="*/ 6331 w 119165"/>
                <a:gd name="connsiteY10" fmla="*/ 35974 h 43301"/>
                <a:gd name="connsiteX11" fmla="*/ 238 w 119165"/>
                <a:gd name="connsiteY11" fmla="*/ 39675 h 43301"/>
                <a:gd name="connsiteX12" fmla="*/ 6151 w 119165"/>
                <a:gd name="connsiteY12" fmla="*/ 43376 h 43301"/>
                <a:gd name="connsiteX13" fmla="*/ 113490 w 119165"/>
                <a:gd name="connsiteY13" fmla="*/ 43376 h 43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9165" h="43301">
                  <a:moveTo>
                    <a:pt x="113311" y="7477"/>
                  </a:moveTo>
                  <a:cubicBezTo>
                    <a:pt x="115999" y="7477"/>
                    <a:pt x="119403" y="7477"/>
                    <a:pt x="119403" y="3776"/>
                  </a:cubicBezTo>
                  <a:cubicBezTo>
                    <a:pt x="119403" y="75"/>
                    <a:pt x="115999" y="75"/>
                    <a:pt x="113490" y="75"/>
                  </a:cubicBezTo>
                  <a:lnTo>
                    <a:pt x="6151" y="75"/>
                  </a:lnTo>
                  <a:cubicBezTo>
                    <a:pt x="3643" y="75"/>
                    <a:pt x="238" y="75"/>
                    <a:pt x="238" y="3776"/>
                  </a:cubicBezTo>
                  <a:cubicBezTo>
                    <a:pt x="238" y="7477"/>
                    <a:pt x="3643" y="7477"/>
                    <a:pt x="6331" y="7477"/>
                  </a:cubicBezTo>
                  <a:lnTo>
                    <a:pt x="113311" y="7477"/>
                  </a:lnTo>
                  <a:close/>
                  <a:moveTo>
                    <a:pt x="113490" y="43376"/>
                  </a:moveTo>
                  <a:cubicBezTo>
                    <a:pt x="115999" y="43376"/>
                    <a:pt x="119403" y="43376"/>
                    <a:pt x="119403" y="39675"/>
                  </a:cubicBezTo>
                  <a:cubicBezTo>
                    <a:pt x="119403" y="35974"/>
                    <a:pt x="115999" y="35974"/>
                    <a:pt x="113311" y="35974"/>
                  </a:cubicBezTo>
                  <a:lnTo>
                    <a:pt x="6331" y="35974"/>
                  </a:lnTo>
                  <a:cubicBezTo>
                    <a:pt x="3643" y="35974"/>
                    <a:pt x="238" y="35974"/>
                    <a:pt x="238" y="39675"/>
                  </a:cubicBezTo>
                  <a:cubicBezTo>
                    <a:pt x="238" y="43376"/>
                    <a:pt x="3643" y="43376"/>
                    <a:pt x="6151" y="43376"/>
                  </a:cubicBezTo>
                  <a:lnTo>
                    <a:pt x="113490" y="4337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55" name="Freeform: Shape 54">
              <a:extLst>
                <a:ext uri="{FF2B5EF4-FFF2-40B4-BE49-F238E27FC236}">
                  <a16:creationId xmlns:a16="http://schemas.microsoft.com/office/drawing/2014/main" id="{81890409-D91F-7F59-41EC-FBA082F1A752}"/>
                </a:ext>
              </a:extLst>
            </p:cNvPr>
            <p:cNvSpPr/>
            <p:nvPr>
              <p:custDataLst>
                <p:tags r:id="rId141"/>
              </p:custDataLst>
            </p:nvPr>
          </p:nvSpPr>
          <p:spPr>
            <a:xfrm>
              <a:off x="5531754" y="6779766"/>
              <a:ext cx="68811" cy="83826"/>
            </a:xfrm>
            <a:custGeom>
              <a:avLst/>
              <a:gdLst>
                <a:gd name="connsiteX0" fmla="*/ 25515 w 68811"/>
                <a:gd name="connsiteY0" fmla="*/ 39120 h 83826"/>
                <a:gd name="connsiteX1" fmla="*/ 52932 w 68811"/>
                <a:gd name="connsiteY1" fmla="*/ 34864 h 83826"/>
                <a:gd name="connsiteX2" fmla="*/ 66372 w 68811"/>
                <a:gd name="connsiteY2" fmla="*/ 15804 h 83826"/>
                <a:gd name="connsiteX3" fmla="*/ 47198 w 68811"/>
                <a:gd name="connsiteY3" fmla="*/ 75 h 83826"/>
                <a:gd name="connsiteX4" fmla="*/ 248 w 68811"/>
                <a:gd name="connsiteY4" fmla="*/ 50408 h 83826"/>
                <a:gd name="connsiteX5" fmla="*/ 28382 w 68811"/>
                <a:gd name="connsiteY5" fmla="*/ 83901 h 83826"/>
                <a:gd name="connsiteX6" fmla="*/ 69060 w 68811"/>
                <a:gd name="connsiteY6" fmla="*/ 62066 h 83826"/>
                <a:gd name="connsiteX7" fmla="*/ 66909 w 68811"/>
                <a:gd name="connsiteY7" fmla="*/ 59660 h 83826"/>
                <a:gd name="connsiteX8" fmla="*/ 64580 w 68811"/>
                <a:gd name="connsiteY8" fmla="*/ 61511 h 83826"/>
                <a:gd name="connsiteX9" fmla="*/ 28741 w 68811"/>
                <a:gd name="connsiteY9" fmla="*/ 79830 h 83826"/>
                <a:gd name="connsiteX10" fmla="*/ 13151 w 68811"/>
                <a:gd name="connsiteY10" fmla="*/ 58365 h 83826"/>
                <a:gd name="connsiteX11" fmla="*/ 16018 w 68811"/>
                <a:gd name="connsiteY11" fmla="*/ 39120 h 83826"/>
                <a:gd name="connsiteX12" fmla="*/ 25515 w 68811"/>
                <a:gd name="connsiteY12" fmla="*/ 39120 h 83826"/>
                <a:gd name="connsiteX13" fmla="*/ 17093 w 68811"/>
                <a:gd name="connsiteY13" fmla="*/ 35049 h 83826"/>
                <a:gd name="connsiteX14" fmla="*/ 47198 w 68811"/>
                <a:gd name="connsiteY14" fmla="*/ 4146 h 83826"/>
                <a:gd name="connsiteX15" fmla="*/ 60458 w 68811"/>
                <a:gd name="connsiteY15" fmla="*/ 15804 h 83826"/>
                <a:gd name="connsiteX16" fmla="*/ 24440 w 68811"/>
                <a:gd name="connsiteY16" fmla="*/ 35049 h 83826"/>
                <a:gd name="connsiteX17" fmla="*/ 17093 w 68811"/>
                <a:gd name="connsiteY17" fmla="*/ 35049 h 8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811" h="83826">
                  <a:moveTo>
                    <a:pt x="25515" y="39120"/>
                  </a:moveTo>
                  <a:cubicBezTo>
                    <a:pt x="30712" y="39120"/>
                    <a:pt x="43972" y="38750"/>
                    <a:pt x="52932" y="34864"/>
                  </a:cubicBezTo>
                  <a:cubicBezTo>
                    <a:pt x="65476" y="29312"/>
                    <a:pt x="66372" y="18394"/>
                    <a:pt x="66372" y="15804"/>
                  </a:cubicBezTo>
                  <a:cubicBezTo>
                    <a:pt x="66372" y="7662"/>
                    <a:pt x="59562" y="75"/>
                    <a:pt x="47198" y="75"/>
                  </a:cubicBezTo>
                  <a:cubicBezTo>
                    <a:pt x="27307" y="75"/>
                    <a:pt x="248" y="18024"/>
                    <a:pt x="248" y="50408"/>
                  </a:cubicBezTo>
                  <a:cubicBezTo>
                    <a:pt x="248" y="69283"/>
                    <a:pt x="10821" y="83901"/>
                    <a:pt x="28382" y="83901"/>
                  </a:cubicBezTo>
                  <a:cubicBezTo>
                    <a:pt x="54007" y="83901"/>
                    <a:pt x="69060" y="64286"/>
                    <a:pt x="69060" y="62066"/>
                  </a:cubicBezTo>
                  <a:cubicBezTo>
                    <a:pt x="69060" y="60955"/>
                    <a:pt x="67985" y="59660"/>
                    <a:pt x="66909" y="59660"/>
                  </a:cubicBezTo>
                  <a:cubicBezTo>
                    <a:pt x="66013" y="59660"/>
                    <a:pt x="65655" y="60030"/>
                    <a:pt x="64580" y="61511"/>
                  </a:cubicBezTo>
                  <a:cubicBezTo>
                    <a:pt x="50423" y="79830"/>
                    <a:pt x="30891" y="79830"/>
                    <a:pt x="28741" y="79830"/>
                  </a:cubicBezTo>
                  <a:cubicBezTo>
                    <a:pt x="14763" y="79830"/>
                    <a:pt x="13151" y="64286"/>
                    <a:pt x="13151" y="58365"/>
                  </a:cubicBezTo>
                  <a:cubicBezTo>
                    <a:pt x="13151" y="56144"/>
                    <a:pt x="13330" y="50408"/>
                    <a:pt x="16018" y="39120"/>
                  </a:cubicBezTo>
                  <a:lnTo>
                    <a:pt x="25515" y="39120"/>
                  </a:lnTo>
                  <a:close/>
                  <a:moveTo>
                    <a:pt x="17093" y="35049"/>
                  </a:moveTo>
                  <a:cubicBezTo>
                    <a:pt x="24082" y="6921"/>
                    <a:pt x="42539" y="4146"/>
                    <a:pt x="47198" y="4146"/>
                  </a:cubicBezTo>
                  <a:cubicBezTo>
                    <a:pt x="55620" y="4146"/>
                    <a:pt x="60458" y="9512"/>
                    <a:pt x="60458" y="15804"/>
                  </a:cubicBezTo>
                  <a:cubicBezTo>
                    <a:pt x="60458" y="35049"/>
                    <a:pt x="31787" y="35049"/>
                    <a:pt x="24440" y="35049"/>
                  </a:cubicBezTo>
                  <a:lnTo>
                    <a:pt x="17093" y="3504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56" name="Freeform: Shape 55">
              <a:extLst>
                <a:ext uri="{FF2B5EF4-FFF2-40B4-BE49-F238E27FC236}">
                  <a16:creationId xmlns:a16="http://schemas.microsoft.com/office/drawing/2014/main" id="{A6623E85-2D8C-EFC8-3032-142A68C09E88}"/>
                </a:ext>
              </a:extLst>
            </p:cNvPr>
            <p:cNvSpPr/>
            <p:nvPr>
              <p:custDataLst>
                <p:tags r:id="rId142"/>
              </p:custDataLst>
            </p:nvPr>
          </p:nvSpPr>
          <p:spPr>
            <a:xfrm>
              <a:off x="5621375" y="6688003"/>
              <a:ext cx="32613" cy="129403"/>
            </a:xfrm>
            <a:custGeom>
              <a:avLst/>
              <a:gdLst>
                <a:gd name="connsiteX0" fmla="*/ 30358 w 32613"/>
                <a:gd name="connsiteY0" fmla="*/ 71 h 129403"/>
                <a:gd name="connsiteX1" fmla="*/ 253 w 32613"/>
                <a:gd name="connsiteY1" fmla="*/ 64708 h 129403"/>
                <a:gd name="connsiteX2" fmla="*/ 30358 w 32613"/>
                <a:gd name="connsiteY2" fmla="*/ 129475 h 129403"/>
                <a:gd name="connsiteX3" fmla="*/ 32867 w 32613"/>
                <a:gd name="connsiteY3" fmla="*/ 127920 h 129403"/>
                <a:gd name="connsiteX4" fmla="*/ 31612 w 32613"/>
                <a:gd name="connsiteY4" fmla="*/ 125977 h 129403"/>
                <a:gd name="connsiteX5" fmla="*/ 8783 w 32613"/>
                <a:gd name="connsiteY5" fmla="*/ 64837 h 129403"/>
                <a:gd name="connsiteX6" fmla="*/ 31989 w 32613"/>
                <a:gd name="connsiteY6" fmla="*/ 3179 h 129403"/>
                <a:gd name="connsiteX7" fmla="*/ 32867 w 32613"/>
                <a:gd name="connsiteY7" fmla="*/ 1625 h 129403"/>
                <a:gd name="connsiteX8" fmla="*/ 30358 w 32613"/>
                <a:gd name="connsiteY8" fmla="*/ 71 h 129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13" h="129403">
                  <a:moveTo>
                    <a:pt x="30358" y="71"/>
                  </a:moveTo>
                  <a:cubicBezTo>
                    <a:pt x="6525" y="17428"/>
                    <a:pt x="253" y="44889"/>
                    <a:pt x="253" y="64708"/>
                  </a:cubicBezTo>
                  <a:cubicBezTo>
                    <a:pt x="253" y="82972"/>
                    <a:pt x="5521" y="111340"/>
                    <a:pt x="30358" y="129475"/>
                  </a:cubicBezTo>
                  <a:cubicBezTo>
                    <a:pt x="31362" y="129475"/>
                    <a:pt x="32867" y="129475"/>
                    <a:pt x="32867" y="127920"/>
                  </a:cubicBezTo>
                  <a:cubicBezTo>
                    <a:pt x="32867" y="127143"/>
                    <a:pt x="32490" y="126884"/>
                    <a:pt x="31612" y="125977"/>
                  </a:cubicBezTo>
                  <a:cubicBezTo>
                    <a:pt x="14929" y="110433"/>
                    <a:pt x="8783" y="88412"/>
                    <a:pt x="8783" y="64837"/>
                  </a:cubicBezTo>
                  <a:cubicBezTo>
                    <a:pt x="8783" y="29863"/>
                    <a:pt x="21703" y="12765"/>
                    <a:pt x="31989" y="3179"/>
                  </a:cubicBezTo>
                  <a:cubicBezTo>
                    <a:pt x="32490" y="2661"/>
                    <a:pt x="32867" y="2273"/>
                    <a:pt x="32867" y="1625"/>
                  </a:cubicBezTo>
                  <a:cubicBezTo>
                    <a:pt x="32867" y="71"/>
                    <a:pt x="31362" y="71"/>
                    <a:pt x="30358"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57" name="Freeform: Shape 56">
              <a:extLst>
                <a:ext uri="{FF2B5EF4-FFF2-40B4-BE49-F238E27FC236}">
                  <a16:creationId xmlns:a16="http://schemas.microsoft.com/office/drawing/2014/main" id="{47922DA8-6A88-56B6-812D-DCB360AE4197}"/>
                </a:ext>
              </a:extLst>
            </p:cNvPr>
            <p:cNvSpPr/>
            <p:nvPr>
              <p:custDataLst>
                <p:tags r:id="rId143"/>
              </p:custDataLst>
            </p:nvPr>
          </p:nvSpPr>
          <p:spPr>
            <a:xfrm>
              <a:off x="5667339" y="6727640"/>
              <a:ext cx="76893" cy="57512"/>
            </a:xfrm>
            <a:custGeom>
              <a:avLst/>
              <a:gdLst>
                <a:gd name="connsiteX0" fmla="*/ 45414 w 76893"/>
                <a:gd name="connsiteY0" fmla="*/ 26236 h 57512"/>
                <a:gd name="connsiteX1" fmla="*/ 62724 w 76893"/>
                <a:gd name="connsiteY1" fmla="*/ 8231 h 57512"/>
                <a:gd name="connsiteX2" fmla="*/ 74390 w 76893"/>
                <a:gd name="connsiteY2" fmla="*/ 7324 h 57512"/>
                <a:gd name="connsiteX3" fmla="*/ 74390 w 76893"/>
                <a:gd name="connsiteY3" fmla="*/ 71 h 57512"/>
                <a:gd name="connsiteX4" fmla="*/ 62222 w 76893"/>
                <a:gd name="connsiteY4" fmla="*/ 589 h 57512"/>
                <a:gd name="connsiteX5" fmla="*/ 48299 w 76893"/>
                <a:gd name="connsiteY5" fmla="*/ 71 h 57512"/>
                <a:gd name="connsiteX6" fmla="*/ 48299 w 76893"/>
                <a:gd name="connsiteY6" fmla="*/ 7324 h 57512"/>
                <a:gd name="connsiteX7" fmla="*/ 51686 w 76893"/>
                <a:gd name="connsiteY7" fmla="*/ 8102 h 57512"/>
                <a:gd name="connsiteX8" fmla="*/ 39894 w 76893"/>
                <a:gd name="connsiteY8" fmla="*/ 20407 h 57512"/>
                <a:gd name="connsiteX9" fmla="*/ 27727 w 76893"/>
                <a:gd name="connsiteY9" fmla="*/ 7324 h 57512"/>
                <a:gd name="connsiteX10" fmla="*/ 31114 w 76893"/>
                <a:gd name="connsiteY10" fmla="*/ 7324 h 57512"/>
                <a:gd name="connsiteX11" fmla="*/ 31114 w 76893"/>
                <a:gd name="connsiteY11" fmla="*/ 71 h 57512"/>
                <a:gd name="connsiteX12" fmla="*/ 15183 w 76893"/>
                <a:gd name="connsiteY12" fmla="*/ 589 h 57512"/>
                <a:gd name="connsiteX13" fmla="*/ 1009 w 76893"/>
                <a:gd name="connsiteY13" fmla="*/ 71 h 57512"/>
                <a:gd name="connsiteX14" fmla="*/ 1009 w 76893"/>
                <a:gd name="connsiteY14" fmla="*/ 7324 h 57512"/>
                <a:gd name="connsiteX15" fmla="*/ 10417 w 76893"/>
                <a:gd name="connsiteY15" fmla="*/ 7324 h 57512"/>
                <a:gd name="connsiteX16" fmla="*/ 30988 w 76893"/>
                <a:gd name="connsiteY16" fmla="*/ 29475 h 57512"/>
                <a:gd name="connsiteX17" fmla="*/ 12925 w 76893"/>
                <a:gd name="connsiteY17" fmla="*/ 48257 h 57512"/>
                <a:gd name="connsiteX18" fmla="*/ 7281 w 76893"/>
                <a:gd name="connsiteY18" fmla="*/ 50200 h 57512"/>
                <a:gd name="connsiteX19" fmla="*/ 256 w 76893"/>
                <a:gd name="connsiteY19" fmla="*/ 50330 h 57512"/>
                <a:gd name="connsiteX20" fmla="*/ 256 w 76893"/>
                <a:gd name="connsiteY20" fmla="*/ 57584 h 57512"/>
                <a:gd name="connsiteX21" fmla="*/ 12424 w 76893"/>
                <a:gd name="connsiteY21" fmla="*/ 57065 h 57512"/>
                <a:gd name="connsiteX22" fmla="*/ 26347 w 76893"/>
                <a:gd name="connsiteY22" fmla="*/ 57584 h 57512"/>
                <a:gd name="connsiteX23" fmla="*/ 26347 w 76893"/>
                <a:gd name="connsiteY23" fmla="*/ 50330 h 57512"/>
                <a:gd name="connsiteX24" fmla="*/ 22960 w 76893"/>
                <a:gd name="connsiteY24" fmla="*/ 49423 h 57512"/>
                <a:gd name="connsiteX25" fmla="*/ 36508 w 76893"/>
                <a:gd name="connsiteY25" fmla="*/ 35433 h 57512"/>
                <a:gd name="connsiteX26" fmla="*/ 50431 w 76893"/>
                <a:gd name="connsiteY26" fmla="*/ 50330 h 57512"/>
                <a:gd name="connsiteX27" fmla="*/ 47170 w 76893"/>
                <a:gd name="connsiteY27" fmla="*/ 50330 h 57512"/>
                <a:gd name="connsiteX28" fmla="*/ 47170 w 76893"/>
                <a:gd name="connsiteY28" fmla="*/ 57584 h 57512"/>
                <a:gd name="connsiteX29" fmla="*/ 63100 w 76893"/>
                <a:gd name="connsiteY29" fmla="*/ 57065 h 57512"/>
                <a:gd name="connsiteX30" fmla="*/ 77149 w 76893"/>
                <a:gd name="connsiteY30" fmla="*/ 57584 h 57512"/>
                <a:gd name="connsiteX31" fmla="*/ 77149 w 76893"/>
                <a:gd name="connsiteY31" fmla="*/ 50330 h 57512"/>
                <a:gd name="connsiteX32" fmla="*/ 67867 w 76893"/>
                <a:gd name="connsiteY32" fmla="*/ 50330 h 57512"/>
                <a:gd name="connsiteX33" fmla="*/ 45414 w 76893"/>
                <a:gd name="connsiteY33" fmla="*/ 26236 h 57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6893" h="57512">
                  <a:moveTo>
                    <a:pt x="45414" y="26236"/>
                  </a:moveTo>
                  <a:lnTo>
                    <a:pt x="62724" y="8231"/>
                  </a:lnTo>
                  <a:cubicBezTo>
                    <a:pt x="65734" y="7324"/>
                    <a:pt x="68996" y="7324"/>
                    <a:pt x="74390" y="7324"/>
                  </a:cubicBezTo>
                  <a:lnTo>
                    <a:pt x="74390" y="71"/>
                  </a:lnTo>
                  <a:cubicBezTo>
                    <a:pt x="70376" y="459"/>
                    <a:pt x="66236" y="589"/>
                    <a:pt x="62222" y="589"/>
                  </a:cubicBezTo>
                  <a:cubicBezTo>
                    <a:pt x="57957" y="589"/>
                    <a:pt x="49302" y="200"/>
                    <a:pt x="48299" y="71"/>
                  </a:cubicBezTo>
                  <a:lnTo>
                    <a:pt x="48299" y="7324"/>
                  </a:lnTo>
                  <a:cubicBezTo>
                    <a:pt x="49929" y="7324"/>
                    <a:pt x="50807" y="7584"/>
                    <a:pt x="51686" y="8102"/>
                  </a:cubicBezTo>
                  <a:lnTo>
                    <a:pt x="39894" y="20407"/>
                  </a:lnTo>
                  <a:lnTo>
                    <a:pt x="27727" y="7324"/>
                  </a:lnTo>
                  <a:lnTo>
                    <a:pt x="31114" y="7324"/>
                  </a:lnTo>
                  <a:lnTo>
                    <a:pt x="31114" y="71"/>
                  </a:lnTo>
                  <a:cubicBezTo>
                    <a:pt x="30361" y="71"/>
                    <a:pt x="20452" y="589"/>
                    <a:pt x="15183" y="589"/>
                  </a:cubicBezTo>
                  <a:cubicBezTo>
                    <a:pt x="10417" y="589"/>
                    <a:pt x="5775" y="459"/>
                    <a:pt x="1009" y="71"/>
                  </a:cubicBezTo>
                  <a:lnTo>
                    <a:pt x="1009" y="7324"/>
                  </a:lnTo>
                  <a:lnTo>
                    <a:pt x="10417" y="7324"/>
                  </a:lnTo>
                  <a:lnTo>
                    <a:pt x="30988" y="29475"/>
                  </a:lnTo>
                  <a:lnTo>
                    <a:pt x="12925" y="48257"/>
                  </a:lnTo>
                  <a:cubicBezTo>
                    <a:pt x="11295" y="49811"/>
                    <a:pt x="11169" y="49941"/>
                    <a:pt x="7281" y="50200"/>
                  </a:cubicBezTo>
                  <a:cubicBezTo>
                    <a:pt x="5274" y="50330"/>
                    <a:pt x="883" y="50330"/>
                    <a:pt x="256" y="50330"/>
                  </a:cubicBezTo>
                  <a:lnTo>
                    <a:pt x="256" y="57584"/>
                  </a:lnTo>
                  <a:cubicBezTo>
                    <a:pt x="4270" y="57195"/>
                    <a:pt x="8410" y="57065"/>
                    <a:pt x="12424" y="57065"/>
                  </a:cubicBezTo>
                  <a:cubicBezTo>
                    <a:pt x="15810" y="57065"/>
                    <a:pt x="24716" y="57454"/>
                    <a:pt x="26347" y="57584"/>
                  </a:cubicBezTo>
                  <a:lnTo>
                    <a:pt x="26347" y="50330"/>
                  </a:lnTo>
                  <a:cubicBezTo>
                    <a:pt x="24340" y="50330"/>
                    <a:pt x="23838" y="50071"/>
                    <a:pt x="22960" y="49423"/>
                  </a:cubicBezTo>
                  <a:lnTo>
                    <a:pt x="36508" y="35433"/>
                  </a:lnTo>
                  <a:lnTo>
                    <a:pt x="50431" y="50330"/>
                  </a:lnTo>
                  <a:lnTo>
                    <a:pt x="47170" y="50330"/>
                  </a:lnTo>
                  <a:lnTo>
                    <a:pt x="47170" y="57584"/>
                  </a:lnTo>
                  <a:cubicBezTo>
                    <a:pt x="47295" y="57584"/>
                    <a:pt x="57330" y="57065"/>
                    <a:pt x="63100" y="57065"/>
                  </a:cubicBezTo>
                  <a:cubicBezTo>
                    <a:pt x="67741" y="57065"/>
                    <a:pt x="72508" y="57195"/>
                    <a:pt x="77149" y="57584"/>
                  </a:cubicBezTo>
                  <a:lnTo>
                    <a:pt x="77149" y="50330"/>
                  </a:lnTo>
                  <a:lnTo>
                    <a:pt x="67867" y="50330"/>
                  </a:lnTo>
                  <a:lnTo>
                    <a:pt x="45414" y="2623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58" name="Freeform: Shape 57">
              <a:extLst>
                <a:ext uri="{FF2B5EF4-FFF2-40B4-BE49-F238E27FC236}">
                  <a16:creationId xmlns:a16="http://schemas.microsoft.com/office/drawing/2014/main" id="{3312E518-EA0B-39F1-8DD9-CCA9C22B5CA9}"/>
                </a:ext>
              </a:extLst>
            </p:cNvPr>
            <p:cNvSpPr/>
            <p:nvPr>
              <p:custDataLst>
                <p:tags r:id="rId144"/>
              </p:custDataLst>
            </p:nvPr>
          </p:nvSpPr>
          <p:spPr>
            <a:xfrm>
              <a:off x="5756922" y="6677588"/>
              <a:ext cx="24818" cy="48204"/>
            </a:xfrm>
            <a:custGeom>
              <a:avLst/>
              <a:gdLst>
                <a:gd name="connsiteX0" fmla="*/ 24184 w 24818"/>
                <a:gd name="connsiteY0" fmla="*/ 8765 h 48204"/>
                <a:gd name="connsiteX1" fmla="*/ 25080 w 24818"/>
                <a:gd name="connsiteY1" fmla="*/ 5527 h 48204"/>
                <a:gd name="connsiteX2" fmla="*/ 19525 w 24818"/>
                <a:gd name="connsiteY2" fmla="*/ 68 h 48204"/>
                <a:gd name="connsiteX3" fmla="*/ 14417 w 24818"/>
                <a:gd name="connsiteY3" fmla="*/ 4324 h 48204"/>
                <a:gd name="connsiteX4" fmla="*/ 619 w 24818"/>
                <a:gd name="connsiteY4" fmla="*/ 44387 h 48204"/>
                <a:gd name="connsiteX5" fmla="*/ 261 w 24818"/>
                <a:gd name="connsiteY5" fmla="*/ 45867 h 48204"/>
                <a:gd name="connsiteX6" fmla="*/ 4114 w 24818"/>
                <a:gd name="connsiteY6" fmla="*/ 48273 h 48204"/>
                <a:gd name="connsiteX7" fmla="*/ 5637 w 24818"/>
                <a:gd name="connsiteY7" fmla="*/ 46700 h 48204"/>
                <a:gd name="connsiteX8" fmla="*/ 24184 w 24818"/>
                <a:gd name="connsiteY8" fmla="*/ 8765 h 48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18" h="48204">
                  <a:moveTo>
                    <a:pt x="24184" y="8765"/>
                  </a:moveTo>
                  <a:cubicBezTo>
                    <a:pt x="24273" y="8672"/>
                    <a:pt x="25080" y="6914"/>
                    <a:pt x="25080" y="5527"/>
                  </a:cubicBezTo>
                  <a:cubicBezTo>
                    <a:pt x="25080" y="2196"/>
                    <a:pt x="22213" y="68"/>
                    <a:pt x="19525" y="68"/>
                  </a:cubicBezTo>
                  <a:cubicBezTo>
                    <a:pt x="15851" y="68"/>
                    <a:pt x="14865" y="2936"/>
                    <a:pt x="14417" y="4324"/>
                  </a:cubicBezTo>
                  <a:lnTo>
                    <a:pt x="619" y="44387"/>
                  </a:lnTo>
                  <a:cubicBezTo>
                    <a:pt x="261" y="45497"/>
                    <a:pt x="261" y="45774"/>
                    <a:pt x="261" y="45867"/>
                  </a:cubicBezTo>
                  <a:cubicBezTo>
                    <a:pt x="261" y="47347"/>
                    <a:pt x="4024" y="48273"/>
                    <a:pt x="4114" y="48273"/>
                  </a:cubicBezTo>
                  <a:cubicBezTo>
                    <a:pt x="4920" y="48273"/>
                    <a:pt x="5099" y="47810"/>
                    <a:pt x="5637" y="46700"/>
                  </a:cubicBezTo>
                  <a:lnTo>
                    <a:pt x="24184" y="876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59" name="Freeform: Shape 58">
              <a:extLst>
                <a:ext uri="{FF2B5EF4-FFF2-40B4-BE49-F238E27FC236}">
                  <a16:creationId xmlns:a16="http://schemas.microsoft.com/office/drawing/2014/main" id="{97AA9060-BA85-150B-1041-407BDC5EFC13}"/>
                </a:ext>
              </a:extLst>
            </p:cNvPr>
            <p:cNvSpPr/>
            <p:nvPr>
              <p:custDataLst>
                <p:tags r:id="rId145"/>
              </p:custDataLst>
            </p:nvPr>
          </p:nvSpPr>
          <p:spPr>
            <a:xfrm>
              <a:off x="5799694" y="6694220"/>
              <a:ext cx="87680" cy="116062"/>
            </a:xfrm>
            <a:custGeom>
              <a:avLst/>
              <a:gdLst>
                <a:gd name="connsiteX0" fmla="*/ 8417 w 87680"/>
                <a:gd name="connsiteY0" fmla="*/ 113283 h 116062"/>
                <a:gd name="connsiteX1" fmla="*/ 16069 w 87680"/>
                <a:gd name="connsiteY1" fmla="*/ 81288 h 116062"/>
                <a:gd name="connsiteX2" fmla="*/ 44543 w 87680"/>
                <a:gd name="connsiteY2" fmla="*/ 92687 h 116062"/>
                <a:gd name="connsiteX3" fmla="*/ 86941 w 87680"/>
                <a:gd name="connsiteY3" fmla="*/ 56677 h 116062"/>
                <a:gd name="connsiteX4" fmla="*/ 78411 w 87680"/>
                <a:gd name="connsiteY4" fmla="*/ 39060 h 116062"/>
                <a:gd name="connsiteX5" fmla="*/ 87944 w 87680"/>
                <a:gd name="connsiteY5" fmla="*/ 18464 h 116062"/>
                <a:gd name="connsiteX6" fmla="*/ 65617 w 87680"/>
                <a:gd name="connsiteY6" fmla="*/ 71 h 116062"/>
                <a:gd name="connsiteX7" fmla="*/ 19706 w 87680"/>
                <a:gd name="connsiteY7" fmla="*/ 33231 h 116062"/>
                <a:gd name="connsiteX8" fmla="*/ 765 w 87680"/>
                <a:gd name="connsiteY8" fmla="*/ 111599 h 116062"/>
                <a:gd name="connsiteX9" fmla="*/ 264 w 87680"/>
                <a:gd name="connsiteY9" fmla="*/ 113801 h 116062"/>
                <a:gd name="connsiteX10" fmla="*/ 4278 w 87680"/>
                <a:gd name="connsiteY10" fmla="*/ 116133 h 116062"/>
                <a:gd name="connsiteX11" fmla="*/ 8417 w 87680"/>
                <a:gd name="connsiteY11" fmla="*/ 113283 h 116062"/>
                <a:gd name="connsiteX12" fmla="*/ 47679 w 87680"/>
                <a:gd name="connsiteY12" fmla="*/ 40744 h 116062"/>
                <a:gd name="connsiteX13" fmla="*/ 56083 w 87680"/>
                <a:gd name="connsiteY13" fmla="*/ 39449 h 116062"/>
                <a:gd name="connsiteX14" fmla="*/ 61979 w 87680"/>
                <a:gd name="connsiteY14" fmla="*/ 39967 h 116062"/>
                <a:gd name="connsiteX15" fmla="*/ 54327 w 87680"/>
                <a:gd name="connsiteY15" fmla="*/ 41521 h 116062"/>
                <a:gd name="connsiteX16" fmla="*/ 47679 w 87680"/>
                <a:gd name="connsiteY16" fmla="*/ 40744 h 116062"/>
                <a:gd name="connsiteX17" fmla="*/ 68000 w 87680"/>
                <a:gd name="connsiteY17" fmla="*/ 34527 h 116062"/>
                <a:gd name="connsiteX18" fmla="*/ 56460 w 87680"/>
                <a:gd name="connsiteY18" fmla="*/ 33490 h 116062"/>
                <a:gd name="connsiteX19" fmla="*/ 39651 w 87680"/>
                <a:gd name="connsiteY19" fmla="*/ 41262 h 116062"/>
                <a:gd name="connsiteX20" fmla="*/ 54076 w 87680"/>
                <a:gd name="connsiteY20" fmla="*/ 47480 h 116062"/>
                <a:gd name="connsiteX21" fmla="*/ 69505 w 87680"/>
                <a:gd name="connsiteY21" fmla="*/ 44760 h 116062"/>
                <a:gd name="connsiteX22" fmla="*/ 71010 w 87680"/>
                <a:gd name="connsiteY22" fmla="*/ 51625 h 116062"/>
                <a:gd name="connsiteX23" fmla="*/ 63610 w 87680"/>
                <a:gd name="connsiteY23" fmla="*/ 77273 h 116062"/>
                <a:gd name="connsiteX24" fmla="*/ 44418 w 87680"/>
                <a:gd name="connsiteY24" fmla="*/ 86729 h 116062"/>
                <a:gd name="connsiteX25" fmla="*/ 19832 w 87680"/>
                <a:gd name="connsiteY25" fmla="*/ 68335 h 116062"/>
                <a:gd name="connsiteX26" fmla="*/ 22090 w 87680"/>
                <a:gd name="connsiteY26" fmla="*/ 56806 h 116062"/>
                <a:gd name="connsiteX27" fmla="*/ 26982 w 87680"/>
                <a:gd name="connsiteY27" fmla="*/ 36210 h 116062"/>
                <a:gd name="connsiteX28" fmla="*/ 40278 w 87680"/>
                <a:gd name="connsiteY28" fmla="*/ 15096 h 116062"/>
                <a:gd name="connsiteX29" fmla="*/ 64989 w 87680"/>
                <a:gd name="connsiteY29" fmla="*/ 6029 h 116062"/>
                <a:gd name="connsiteX30" fmla="*/ 73519 w 87680"/>
                <a:gd name="connsiteY30" fmla="*/ 13801 h 116062"/>
                <a:gd name="connsiteX31" fmla="*/ 68000 w 87680"/>
                <a:gd name="connsiteY31" fmla="*/ 34527 h 11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7680" h="116062">
                  <a:moveTo>
                    <a:pt x="8417" y="113283"/>
                  </a:moveTo>
                  <a:lnTo>
                    <a:pt x="16069" y="81288"/>
                  </a:lnTo>
                  <a:cubicBezTo>
                    <a:pt x="18452" y="84526"/>
                    <a:pt x="26856" y="92687"/>
                    <a:pt x="44543" y="92687"/>
                  </a:cubicBezTo>
                  <a:cubicBezTo>
                    <a:pt x="72641" y="92687"/>
                    <a:pt x="86941" y="72998"/>
                    <a:pt x="86941" y="56677"/>
                  </a:cubicBezTo>
                  <a:cubicBezTo>
                    <a:pt x="86941" y="49164"/>
                    <a:pt x="84056" y="43205"/>
                    <a:pt x="78411" y="39060"/>
                  </a:cubicBezTo>
                  <a:cubicBezTo>
                    <a:pt x="83930" y="34397"/>
                    <a:pt x="87944" y="26107"/>
                    <a:pt x="87944" y="18464"/>
                  </a:cubicBezTo>
                  <a:cubicBezTo>
                    <a:pt x="87944" y="7972"/>
                    <a:pt x="80669" y="71"/>
                    <a:pt x="65617" y="71"/>
                  </a:cubicBezTo>
                  <a:cubicBezTo>
                    <a:pt x="47052" y="71"/>
                    <a:pt x="24724" y="12247"/>
                    <a:pt x="19706" y="33231"/>
                  </a:cubicBezTo>
                  <a:lnTo>
                    <a:pt x="765" y="111599"/>
                  </a:lnTo>
                  <a:cubicBezTo>
                    <a:pt x="264" y="113412"/>
                    <a:pt x="264" y="113671"/>
                    <a:pt x="264" y="113801"/>
                  </a:cubicBezTo>
                  <a:cubicBezTo>
                    <a:pt x="264" y="116133"/>
                    <a:pt x="2396" y="116133"/>
                    <a:pt x="4278" y="116133"/>
                  </a:cubicBezTo>
                  <a:cubicBezTo>
                    <a:pt x="6786" y="116133"/>
                    <a:pt x="7790" y="116133"/>
                    <a:pt x="8417" y="113283"/>
                  </a:cubicBezTo>
                  <a:close/>
                  <a:moveTo>
                    <a:pt x="47679" y="40744"/>
                  </a:moveTo>
                  <a:cubicBezTo>
                    <a:pt x="49310" y="39967"/>
                    <a:pt x="50439" y="39449"/>
                    <a:pt x="56083" y="39449"/>
                  </a:cubicBezTo>
                  <a:cubicBezTo>
                    <a:pt x="58090" y="39449"/>
                    <a:pt x="59721" y="39449"/>
                    <a:pt x="61979" y="39967"/>
                  </a:cubicBezTo>
                  <a:cubicBezTo>
                    <a:pt x="59219" y="41521"/>
                    <a:pt x="56585" y="41521"/>
                    <a:pt x="54327" y="41521"/>
                  </a:cubicBezTo>
                  <a:cubicBezTo>
                    <a:pt x="50564" y="41521"/>
                    <a:pt x="50188" y="41392"/>
                    <a:pt x="47679" y="40744"/>
                  </a:cubicBezTo>
                  <a:close/>
                  <a:moveTo>
                    <a:pt x="68000" y="34527"/>
                  </a:moveTo>
                  <a:cubicBezTo>
                    <a:pt x="63233" y="33490"/>
                    <a:pt x="58968" y="33490"/>
                    <a:pt x="56460" y="33490"/>
                  </a:cubicBezTo>
                  <a:cubicBezTo>
                    <a:pt x="51066" y="33490"/>
                    <a:pt x="39651" y="33490"/>
                    <a:pt x="39651" y="41262"/>
                  </a:cubicBezTo>
                  <a:cubicBezTo>
                    <a:pt x="39651" y="47350"/>
                    <a:pt x="47930" y="47480"/>
                    <a:pt x="54076" y="47480"/>
                  </a:cubicBezTo>
                  <a:cubicBezTo>
                    <a:pt x="57714" y="47480"/>
                    <a:pt x="62857" y="47480"/>
                    <a:pt x="69505" y="44760"/>
                  </a:cubicBezTo>
                  <a:cubicBezTo>
                    <a:pt x="70634" y="46573"/>
                    <a:pt x="71010" y="49293"/>
                    <a:pt x="71010" y="51625"/>
                  </a:cubicBezTo>
                  <a:cubicBezTo>
                    <a:pt x="71010" y="56159"/>
                    <a:pt x="68376" y="70407"/>
                    <a:pt x="63610" y="77273"/>
                  </a:cubicBezTo>
                  <a:cubicBezTo>
                    <a:pt x="59094" y="83620"/>
                    <a:pt x="52195" y="86729"/>
                    <a:pt x="44418" y="86729"/>
                  </a:cubicBezTo>
                  <a:cubicBezTo>
                    <a:pt x="33755" y="86729"/>
                    <a:pt x="19832" y="81677"/>
                    <a:pt x="19832" y="68335"/>
                  </a:cubicBezTo>
                  <a:cubicBezTo>
                    <a:pt x="19832" y="65874"/>
                    <a:pt x="21086" y="60563"/>
                    <a:pt x="22090" y="56806"/>
                  </a:cubicBezTo>
                  <a:cubicBezTo>
                    <a:pt x="22717" y="53957"/>
                    <a:pt x="26731" y="37376"/>
                    <a:pt x="26982" y="36210"/>
                  </a:cubicBezTo>
                  <a:cubicBezTo>
                    <a:pt x="28111" y="31677"/>
                    <a:pt x="30243" y="22869"/>
                    <a:pt x="40278" y="15096"/>
                  </a:cubicBezTo>
                  <a:cubicBezTo>
                    <a:pt x="50564" y="7065"/>
                    <a:pt x="60474" y="6029"/>
                    <a:pt x="64989" y="6029"/>
                  </a:cubicBezTo>
                  <a:cubicBezTo>
                    <a:pt x="73519" y="6029"/>
                    <a:pt x="73519" y="11729"/>
                    <a:pt x="73519" y="13801"/>
                  </a:cubicBezTo>
                  <a:cubicBezTo>
                    <a:pt x="73519" y="16910"/>
                    <a:pt x="71261" y="28698"/>
                    <a:pt x="68000" y="3452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sp>
          <p:nvSpPr>
            <p:cNvPr id="60" name="Freeform: Shape 59">
              <a:extLst>
                <a:ext uri="{FF2B5EF4-FFF2-40B4-BE49-F238E27FC236}">
                  <a16:creationId xmlns:a16="http://schemas.microsoft.com/office/drawing/2014/main" id="{E8246553-08FB-9590-D753-23C42D9D63BA}"/>
                </a:ext>
              </a:extLst>
            </p:cNvPr>
            <p:cNvSpPr/>
            <p:nvPr>
              <p:custDataLst>
                <p:tags r:id="rId146"/>
              </p:custDataLst>
            </p:nvPr>
          </p:nvSpPr>
          <p:spPr>
            <a:xfrm>
              <a:off x="5902670" y="6688003"/>
              <a:ext cx="32488" cy="129403"/>
            </a:xfrm>
            <a:custGeom>
              <a:avLst/>
              <a:gdLst>
                <a:gd name="connsiteX0" fmla="*/ 2652 w 32488"/>
                <a:gd name="connsiteY0" fmla="*/ 71 h 129403"/>
                <a:gd name="connsiteX1" fmla="*/ 269 w 32488"/>
                <a:gd name="connsiteY1" fmla="*/ 1625 h 129403"/>
                <a:gd name="connsiteX2" fmla="*/ 1398 w 32488"/>
                <a:gd name="connsiteY2" fmla="*/ 3568 h 129403"/>
                <a:gd name="connsiteX3" fmla="*/ 24228 w 32488"/>
                <a:gd name="connsiteY3" fmla="*/ 64708 h 129403"/>
                <a:gd name="connsiteX4" fmla="*/ 2527 w 32488"/>
                <a:gd name="connsiteY4" fmla="*/ 124941 h 129403"/>
                <a:gd name="connsiteX5" fmla="*/ 269 w 32488"/>
                <a:gd name="connsiteY5" fmla="*/ 127920 h 129403"/>
                <a:gd name="connsiteX6" fmla="*/ 1900 w 32488"/>
                <a:gd name="connsiteY6" fmla="*/ 129475 h 129403"/>
                <a:gd name="connsiteX7" fmla="*/ 23600 w 32488"/>
                <a:gd name="connsiteY7" fmla="*/ 104734 h 129403"/>
                <a:gd name="connsiteX8" fmla="*/ 32757 w 32488"/>
                <a:gd name="connsiteY8" fmla="*/ 64837 h 129403"/>
                <a:gd name="connsiteX9" fmla="*/ 2652 w 32488"/>
                <a:gd name="connsiteY9" fmla="*/ 71 h 129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488" h="129403">
                  <a:moveTo>
                    <a:pt x="2652" y="71"/>
                  </a:moveTo>
                  <a:cubicBezTo>
                    <a:pt x="1774" y="71"/>
                    <a:pt x="269" y="71"/>
                    <a:pt x="269" y="1625"/>
                  </a:cubicBezTo>
                  <a:cubicBezTo>
                    <a:pt x="269" y="2273"/>
                    <a:pt x="645" y="2661"/>
                    <a:pt x="1398" y="3568"/>
                  </a:cubicBezTo>
                  <a:cubicBezTo>
                    <a:pt x="12186" y="13801"/>
                    <a:pt x="24228" y="31288"/>
                    <a:pt x="24228" y="64708"/>
                  </a:cubicBezTo>
                  <a:cubicBezTo>
                    <a:pt x="24228" y="91780"/>
                    <a:pt x="16074" y="112247"/>
                    <a:pt x="2527" y="124941"/>
                  </a:cubicBezTo>
                  <a:cubicBezTo>
                    <a:pt x="395" y="127143"/>
                    <a:pt x="269" y="127273"/>
                    <a:pt x="269" y="127920"/>
                  </a:cubicBezTo>
                  <a:cubicBezTo>
                    <a:pt x="269" y="128568"/>
                    <a:pt x="645" y="129475"/>
                    <a:pt x="1900" y="129475"/>
                  </a:cubicBezTo>
                  <a:cubicBezTo>
                    <a:pt x="3405" y="129475"/>
                    <a:pt x="15322" y="120925"/>
                    <a:pt x="23600" y="104734"/>
                  </a:cubicBezTo>
                  <a:cubicBezTo>
                    <a:pt x="29120" y="93982"/>
                    <a:pt x="32757" y="79993"/>
                    <a:pt x="32757" y="64837"/>
                  </a:cubicBezTo>
                  <a:cubicBezTo>
                    <a:pt x="32757" y="46573"/>
                    <a:pt x="27489" y="18205"/>
                    <a:pt x="2652"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black"/>
                </a:solidFill>
                <a:latin typeface="Aptos" panose="020B0004020202020204"/>
              </a:endParaRPr>
            </a:p>
          </p:txBody>
        </p:sp>
      </p:grpSp>
      <p:cxnSp>
        <p:nvCxnSpPr>
          <p:cNvPr id="5271" name="Straight Connector 5270">
            <a:extLst>
              <a:ext uri="{FF2B5EF4-FFF2-40B4-BE49-F238E27FC236}">
                <a16:creationId xmlns:a16="http://schemas.microsoft.com/office/drawing/2014/main" id="{B1D19A22-CE55-FADD-4158-AA768284F744}"/>
              </a:ext>
            </a:extLst>
          </p:cNvPr>
          <p:cNvCxnSpPr>
            <a:cxnSpLocks/>
          </p:cNvCxnSpPr>
          <p:nvPr/>
        </p:nvCxnSpPr>
        <p:spPr>
          <a:xfrm>
            <a:off x="5674916" y="1674525"/>
            <a:ext cx="0" cy="45524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73" name="TextBox 5272">
                <a:extLst>
                  <a:ext uri="{FF2B5EF4-FFF2-40B4-BE49-F238E27FC236}">
                    <a16:creationId xmlns:a16="http://schemas.microsoft.com/office/drawing/2014/main" id="{1B598352-17D9-F7DA-91E4-F1D82ED07FAD}"/>
                  </a:ext>
                </a:extLst>
              </p:cNvPr>
              <p:cNvSpPr txBox="1"/>
              <p:nvPr/>
            </p:nvSpPr>
            <p:spPr>
              <a:xfrm>
                <a:off x="6196628" y="3407028"/>
                <a:ext cx="5285957" cy="773289"/>
              </a:xfrm>
              <a:prstGeom prst="rect">
                <a:avLst/>
              </a:prstGeom>
              <a:noFill/>
            </p:spPr>
            <p:txBody>
              <a:bodyPr wrap="square">
                <a:spAutoFit/>
              </a:bodyPr>
              <a:lstStyle>
                <a:defPPr>
                  <a:defRPr lang="en-US"/>
                </a:defPPr>
                <a:lvl1pPr>
                  <a:buNone/>
                  <a:defRPr sz="14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Suppose the </a:t>
                </a:r>
                <a:r>
                  <a:rPr kumimoji="0" lang="en-GB"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j-</a:t>
                </a:r>
                <a:r>
                  <a:rPr kumimoji="0" lang="en-GB" sz="1400" b="1" i="0" u="none" strike="noStrike" kern="1200" cap="none" spc="0" normalizeH="0" baseline="0" noProof="0" err="1">
                    <a:ln>
                      <a:noFill/>
                    </a:ln>
                    <a:solidFill>
                      <a:prstClr val="black"/>
                    </a:solidFill>
                    <a:effectLst/>
                    <a:highlight>
                      <a:srgbClr val="FFC000"/>
                    </a:highlight>
                    <a:uLnTx/>
                    <a:uFillTx/>
                    <a:latin typeface="Aptos" panose="020B0004020202020204"/>
                    <a:ea typeface="+mn-ea"/>
                    <a:cs typeface="+mn-cs"/>
                  </a:rPr>
                  <a:t>th</a:t>
                </a:r>
                <a:r>
                  <a:rPr kumimoji="0" lang="en-GB"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 regressor</a:t>
                </a:r>
                <a:r>
                  <a:rPr kumimoji="0" lang="en-GB" sz="1400" b="1" i="0" u="none" strike="noStrike" kern="1200" cap="none" spc="0" normalizeH="0" noProof="0">
                    <a:ln>
                      <a:noFill/>
                    </a:ln>
                    <a:solidFill>
                      <a:prstClr val="black"/>
                    </a:solidFill>
                    <a:effectLst/>
                    <a:highlight>
                      <a:srgbClr val="FFC000"/>
                    </a:highlight>
                    <a:uLnTx/>
                    <a:uFillTx/>
                    <a:latin typeface="Aptos" panose="020B0004020202020204"/>
                    <a:ea typeface="+mn-ea"/>
                    <a:cs typeface="+mn-cs"/>
                  </a:rPr>
                  <a:t> increases in and unit </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a:t>
                </a:r>
                <a:r>
                  <a:rPr lang="en-GB">
                    <a:solidFill>
                      <a:prstClr val="black"/>
                    </a:solidFill>
                    <a:latin typeface="Aptos" panose="020B0004020202020204"/>
                  </a:rPr>
                  <a:t>that is</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a:t>
                </a:r>
                <a14:m>
                  <m:oMath xmlns:m="http://schemas.openxmlformats.org/officeDocument/2006/math">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sub>
                    </m:sSub>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moves from </a:t>
                </a:r>
                <a14:m>
                  <m:oMath xmlns:m="http://schemas.openxmlformats.org/officeDocument/2006/math">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sub>
                    </m:sSub>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to </a:t>
                </a:r>
                <a14:m>
                  <m:oMath xmlns:m="http://schemas.openxmlformats.org/officeDocument/2006/math">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sub>
                    </m:s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Then,</a:t>
                </a:r>
                <a:r>
                  <a:rPr kumimoji="0" lang="en-GB" sz="1400" b="0" i="0" u="none" strike="noStrike" kern="1200" cap="none" spc="0" normalizeH="0" noProof="0">
                    <a:ln>
                      <a:noFill/>
                    </a:ln>
                    <a:solidFill>
                      <a:prstClr val="black"/>
                    </a:solidFill>
                    <a:effectLst/>
                    <a:uLnTx/>
                    <a:uFillTx/>
                    <a:latin typeface="Aptos" panose="020B0004020202020204"/>
                    <a:ea typeface="+mn-ea"/>
                    <a:cs typeface="+mn-cs"/>
                  </a:rPr>
                  <a:t> the new lineal index is:</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a:t>
                </a:r>
              </a:p>
            </p:txBody>
          </p:sp>
        </mc:Choice>
        <mc:Fallback xmlns="">
          <p:sp>
            <p:nvSpPr>
              <p:cNvPr id="5273" name="TextBox 5272">
                <a:extLst>
                  <a:ext uri="{FF2B5EF4-FFF2-40B4-BE49-F238E27FC236}">
                    <a16:creationId xmlns:a16="http://schemas.microsoft.com/office/drawing/2014/main" id="{1B598352-17D9-F7DA-91E4-F1D82ED07FAD}"/>
                  </a:ext>
                </a:extLst>
              </p:cNvPr>
              <p:cNvSpPr txBox="1">
                <a:spLocks noRot="1" noChangeAspect="1" noMove="1" noResize="1" noEditPoints="1" noAdjustHandles="1" noChangeArrowheads="1" noChangeShapeType="1" noTextEdit="1"/>
              </p:cNvSpPr>
              <p:nvPr/>
            </p:nvSpPr>
            <p:spPr>
              <a:xfrm>
                <a:off x="6196628" y="3407028"/>
                <a:ext cx="5285957" cy="773289"/>
              </a:xfrm>
              <a:prstGeom prst="rect">
                <a:avLst/>
              </a:prstGeom>
              <a:blipFill>
                <a:blip r:embed="rId213"/>
                <a:stretch>
                  <a:fillRect l="-346" t="-787"/>
                </a:stretch>
              </a:blipFill>
            </p:spPr>
            <p:txBody>
              <a:bodyPr/>
              <a:lstStyle/>
              <a:p>
                <a:r>
                  <a:rPr lang="en-US">
                    <a:noFill/>
                  </a:rPr>
                  <a:t> </a:t>
                </a:r>
              </a:p>
            </p:txBody>
          </p:sp>
        </mc:Fallback>
      </mc:AlternateContent>
      <p:grpSp>
        <p:nvGrpSpPr>
          <p:cNvPr id="6659" name="Group 6658" descr="\documentclass{article}&#10;\usepackage{amsmath}&#10;\pagestyle{empty}&#10;\begin{document}&#10;&#10;&#10;\[&#10;\frac{p}{1 - p} =  e^{(\mathbf{x}'\boldsymbol{\beta})} \longrightarrow e^ {(\mathbf{x}'\boldsymbol{\beta} + \beta_j)} =  e^ {(\mathbf{x}'\boldsymbol{\beta})} \cdot e^{(\beta_j)}&#10;\]&#10;&#10;&#10;\end{document}" title="IguanaTex Shape Display">
            <a:extLst>
              <a:ext uri="{FF2B5EF4-FFF2-40B4-BE49-F238E27FC236}">
                <a16:creationId xmlns:a16="http://schemas.microsoft.com/office/drawing/2014/main" id="{4C034474-BA7A-A988-8A53-7FD68C6D0864}"/>
              </a:ext>
            </a:extLst>
          </p:cNvPr>
          <p:cNvGrpSpPr>
            <a:grpSpLocks noChangeAspect="1"/>
          </p:cNvGrpSpPr>
          <p:nvPr>
            <p:custDataLst>
              <p:tags r:id="rId5"/>
            </p:custDataLst>
          </p:nvPr>
        </p:nvGrpSpPr>
        <p:grpSpPr>
          <a:xfrm>
            <a:off x="6362700" y="5146675"/>
            <a:ext cx="3331771" cy="352553"/>
            <a:chOff x="8927256" y="6662974"/>
            <a:chExt cx="3331771" cy="352553"/>
          </a:xfrm>
        </p:grpSpPr>
        <p:sp>
          <p:nvSpPr>
            <p:cNvPr id="6623" name="Freeform: Shape 6622">
              <a:extLst>
                <a:ext uri="{FF2B5EF4-FFF2-40B4-BE49-F238E27FC236}">
                  <a16:creationId xmlns:a16="http://schemas.microsoft.com/office/drawing/2014/main" id="{09C0E3D1-44AE-F983-305D-B46CF8CAA854}"/>
                </a:ext>
              </a:extLst>
            </p:cNvPr>
            <p:cNvSpPr/>
            <p:nvPr>
              <p:custDataLst>
                <p:tags r:id="rId92"/>
              </p:custDataLst>
            </p:nvPr>
          </p:nvSpPr>
          <p:spPr>
            <a:xfrm>
              <a:off x="9076866" y="6662974"/>
              <a:ext cx="94193" cy="112198"/>
            </a:xfrm>
            <a:custGeom>
              <a:avLst/>
              <a:gdLst>
                <a:gd name="connsiteX0" fmla="*/ 14045 w 94193"/>
                <a:gd name="connsiteY0" fmla="*/ 99565 h 112198"/>
                <a:gd name="connsiteX1" fmla="*/ 4300 w 94193"/>
                <a:gd name="connsiteY1" fmla="*/ 106798 h 112198"/>
                <a:gd name="connsiteX2" fmla="*/ 150 w 94193"/>
                <a:gd name="connsiteY2" fmla="*/ 110149 h 112198"/>
                <a:gd name="connsiteX3" fmla="*/ 2496 w 94193"/>
                <a:gd name="connsiteY3" fmla="*/ 112266 h 112198"/>
                <a:gd name="connsiteX4" fmla="*/ 17654 w 94193"/>
                <a:gd name="connsiteY4" fmla="*/ 111737 h 112198"/>
                <a:gd name="connsiteX5" fmla="*/ 35518 w 94193"/>
                <a:gd name="connsiteY5" fmla="*/ 112266 h 112198"/>
                <a:gd name="connsiteX6" fmla="*/ 38766 w 94193"/>
                <a:gd name="connsiteY6" fmla="*/ 108738 h 112198"/>
                <a:gd name="connsiteX7" fmla="*/ 34435 w 94193"/>
                <a:gd name="connsiteY7" fmla="*/ 106798 h 112198"/>
                <a:gd name="connsiteX8" fmla="*/ 25413 w 94193"/>
                <a:gd name="connsiteY8" fmla="*/ 103975 h 112198"/>
                <a:gd name="connsiteX9" fmla="*/ 34255 w 94193"/>
                <a:gd name="connsiteY9" fmla="*/ 68692 h 112198"/>
                <a:gd name="connsiteX10" fmla="*/ 50856 w 94193"/>
                <a:gd name="connsiteY10" fmla="*/ 79983 h 112198"/>
                <a:gd name="connsiteX11" fmla="*/ 94343 w 94193"/>
                <a:gd name="connsiteY11" fmla="*/ 28294 h 112198"/>
                <a:gd name="connsiteX12" fmla="*/ 70344 w 94193"/>
                <a:gd name="connsiteY12" fmla="*/ 68 h 112198"/>
                <a:gd name="connsiteX13" fmla="*/ 46705 w 94193"/>
                <a:gd name="connsiteY13" fmla="*/ 13299 h 112198"/>
                <a:gd name="connsiteX14" fmla="*/ 30465 w 94193"/>
                <a:gd name="connsiteY14" fmla="*/ 68 h 112198"/>
                <a:gd name="connsiteX15" fmla="*/ 17112 w 94193"/>
                <a:gd name="connsiteY15" fmla="*/ 10124 h 112198"/>
                <a:gd name="connsiteX16" fmla="*/ 11518 w 94193"/>
                <a:gd name="connsiteY16" fmla="*/ 27236 h 112198"/>
                <a:gd name="connsiteX17" fmla="*/ 13684 w 94193"/>
                <a:gd name="connsiteY17" fmla="*/ 29000 h 112198"/>
                <a:gd name="connsiteX18" fmla="*/ 16751 w 94193"/>
                <a:gd name="connsiteY18" fmla="*/ 24942 h 112198"/>
                <a:gd name="connsiteX19" fmla="*/ 29924 w 94193"/>
                <a:gd name="connsiteY19" fmla="*/ 3949 h 112198"/>
                <a:gd name="connsiteX20" fmla="*/ 35518 w 94193"/>
                <a:gd name="connsiteY20" fmla="*/ 12064 h 112198"/>
                <a:gd name="connsiteX21" fmla="*/ 34255 w 94193"/>
                <a:gd name="connsiteY21" fmla="*/ 21061 h 112198"/>
                <a:gd name="connsiteX22" fmla="*/ 14045 w 94193"/>
                <a:gd name="connsiteY22" fmla="*/ 99565 h 112198"/>
                <a:gd name="connsiteX23" fmla="*/ 45803 w 94193"/>
                <a:gd name="connsiteY23" fmla="*/ 23002 h 112198"/>
                <a:gd name="connsiteX24" fmla="*/ 55186 w 94193"/>
                <a:gd name="connsiteY24" fmla="*/ 10653 h 112198"/>
                <a:gd name="connsiteX25" fmla="*/ 69803 w 94193"/>
                <a:gd name="connsiteY25" fmla="*/ 3949 h 112198"/>
                <a:gd name="connsiteX26" fmla="*/ 81351 w 94193"/>
                <a:gd name="connsiteY26" fmla="*/ 20532 h 112198"/>
                <a:gd name="connsiteX27" fmla="*/ 72148 w 94193"/>
                <a:gd name="connsiteY27" fmla="*/ 57931 h 112198"/>
                <a:gd name="connsiteX28" fmla="*/ 50675 w 94193"/>
                <a:gd name="connsiteY28" fmla="*/ 76102 h 112198"/>
                <a:gd name="connsiteX29" fmla="*/ 36420 w 94193"/>
                <a:gd name="connsiteY29" fmla="*/ 60401 h 112198"/>
                <a:gd name="connsiteX30" fmla="*/ 36961 w 94193"/>
                <a:gd name="connsiteY30" fmla="*/ 57578 h 112198"/>
                <a:gd name="connsiteX31" fmla="*/ 45803 w 94193"/>
                <a:gd name="connsiteY31" fmla="*/ 23002 h 11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193" h="112198">
                  <a:moveTo>
                    <a:pt x="14045" y="99565"/>
                  </a:moveTo>
                  <a:cubicBezTo>
                    <a:pt x="12601" y="105563"/>
                    <a:pt x="12240" y="106798"/>
                    <a:pt x="4300" y="106798"/>
                  </a:cubicBezTo>
                  <a:cubicBezTo>
                    <a:pt x="2135" y="106798"/>
                    <a:pt x="150" y="106798"/>
                    <a:pt x="150" y="110149"/>
                  </a:cubicBezTo>
                  <a:cubicBezTo>
                    <a:pt x="150" y="111561"/>
                    <a:pt x="1052" y="112266"/>
                    <a:pt x="2496" y="112266"/>
                  </a:cubicBezTo>
                  <a:cubicBezTo>
                    <a:pt x="7368" y="112266"/>
                    <a:pt x="12601" y="111737"/>
                    <a:pt x="17654" y="111737"/>
                  </a:cubicBezTo>
                  <a:cubicBezTo>
                    <a:pt x="23608" y="111737"/>
                    <a:pt x="29743" y="112266"/>
                    <a:pt x="35518" y="112266"/>
                  </a:cubicBezTo>
                  <a:cubicBezTo>
                    <a:pt x="36420" y="112266"/>
                    <a:pt x="38766" y="112266"/>
                    <a:pt x="38766" y="108738"/>
                  </a:cubicBezTo>
                  <a:cubicBezTo>
                    <a:pt x="38766" y="106798"/>
                    <a:pt x="36961" y="106798"/>
                    <a:pt x="34435" y="106798"/>
                  </a:cubicBezTo>
                  <a:cubicBezTo>
                    <a:pt x="25413" y="106798"/>
                    <a:pt x="25413" y="105563"/>
                    <a:pt x="25413" y="103975"/>
                  </a:cubicBezTo>
                  <a:cubicBezTo>
                    <a:pt x="25413" y="101858"/>
                    <a:pt x="32991" y="73103"/>
                    <a:pt x="34255" y="68692"/>
                  </a:cubicBezTo>
                  <a:cubicBezTo>
                    <a:pt x="36600" y="73808"/>
                    <a:pt x="41653" y="79983"/>
                    <a:pt x="50856" y="79983"/>
                  </a:cubicBezTo>
                  <a:cubicBezTo>
                    <a:pt x="71788" y="79983"/>
                    <a:pt x="94343" y="54227"/>
                    <a:pt x="94343" y="28294"/>
                  </a:cubicBezTo>
                  <a:cubicBezTo>
                    <a:pt x="94343" y="11711"/>
                    <a:pt x="84058" y="68"/>
                    <a:pt x="70344" y="68"/>
                  </a:cubicBezTo>
                  <a:cubicBezTo>
                    <a:pt x="61322" y="68"/>
                    <a:pt x="52660" y="6419"/>
                    <a:pt x="46705" y="13299"/>
                  </a:cubicBezTo>
                  <a:cubicBezTo>
                    <a:pt x="44901" y="3773"/>
                    <a:pt x="37142" y="68"/>
                    <a:pt x="30465" y="68"/>
                  </a:cubicBezTo>
                  <a:cubicBezTo>
                    <a:pt x="22165" y="68"/>
                    <a:pt x="18736" y="6948"/>
                    <a:pt x="17112" y="10124"/>
                  </a:cubicBezTo>
                  <a:cubicBezTo>
                    <a:pt x="13864" y="16122"/>
                    <a:pt x="11518" y="26706"/>
                    <a:pt x="11518" y="27236"/>
                  </a:cubicBezTo>
                  <a:cubicBezTo>
                    <a:pt x="11518" y="29000"/>
                    <a:pt x="13323" y="29000"/>
                    <a:pt x="13684" y="29000"/>
                  </a:cubicBezTo>
                  <a:cubicBezTo>
                    <a:pt x="15488" y="29000"/>
                    <a:pt x="15669" y="28823"/>
                    <a:pt x="16751" y="24942"/>
                  </a:cubicBezTo>
                  <a:cubicBezTo>
                    <a:pt x="19819" y="12417"/>
                    <a:pt x="23428" y="3949"/>
                    <a:pt x="29924" y="3949"/>
                  </a:cubicBezTo>
                  <a:cubicBezTo>
                    <a:pt x="32991" y="3949"/>
                    <a:pt x="35518" y="5360"/>
                    <a:pt x="35518" y="12064"/>
                  </a:cubicBezTo>
                  <a:cubicBezTo>
                    <a:pt x="35518" y="16122"/>
                    <a:pt x="34976" y="18062"/>
                    <a:pt x="34255" y="21061"/>
                  </a:cubicBezTo>
                  <a:lnTo>
                    <a:pt x="14045" y="99565"/>
                  </a:lnTo>
                  <a:close/>
                  <a:moveTo>
                    <a:pt x="45803" y="23002"/>
                  </a:moveTo>
                  <a:cubicBezTo>
                    <a:pt x="47066" y="18238"/>
                    <a:pt x="51938" y="13299"/>
                    <a:pt x="55186" y="10653"/>
                  </a:cubicBezTo>
                  <a:cubicBezTo>
                    <a:pt x="61502" y="5184"/>
                    <a:pt x="66735" y="3949"/>
                    <a:pt x="69803" y="3949"/>
                  </a:cubicBezTo>
                  <a:cubicBezTo>
                    <a:pt x="77021" y="3949"/>
                    <a:pt x="81351" y="10124"/>
                    <a:pt x="81351" y="20532"/>
                  </a:cubicBezTo>
                  <a:cubicBezTo>
                    <a:pt x="81351" y="30940"/>
                    <a:pt x="75397" y="51228"/>
                    <a:pt x="72148" y="57931"/>
                  </a:cubicBezTo>
                  <a:cubicBezTo>
                    <a:pt x="66013" y="70280"/>
                    <a:pt x="57352" y="76102"/>
                    <a:pt x="50675" y="76102"/>
                  </a:cubicBezTo>
                  <a:cubicBezTo>
                    <a:pt x="38766" y="76102"/>
                    <a:pt x="36420" y="61460"/>
                    <a:pt x="36420" y="60401"/>
                  </a:cubicBezTo>
                  <a:cubicBezTo>
                    <a:pt x="36420" y="60048"/>
                    <a:pt x="36420" y="59695"/>
                    <a:pt x="36961" y="57578"/>
                  </a:cubicBezTo>
                  <a:lnTo>
                    <a:pt x="45803" y="230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24" name="Freeform: Shape 6623">
              <a:extLst>
                <a:ext uri="{FF2B5EF4-FFF2-40B4-BE49-F238E27FC236}">
                  <a16:creationId xmlns:a16="http://schemas.microsoft.com/office/drawing/2014/main" id="{35B6E13B-1005-FBBD-EE10-335DA9717E91}"/>
                </a:ext>
              </a:extLst>
            </p:cNvPr>
            <p:cNvSpPr/>
            <p:nvPr>
              <p:custDataLst>
                <p:tags r:id="rId93"/>
              </p:custDataLst>
            </p:nvPr>
          </p:nvSpPr>
          <p:spPr>
            <a:xfrm>
              <a:off x="8927256" y="6812662"/>
              <a:ext cx="401555" cy="7056"/>
            </a:xfrm>
            <a:custGeom>
              <a:avLst/>
              <a:gdLst>
                <a:gd name="connsiteX0" fmla="*/ 0 w 401555"/>
                <a:gd name="connsiteY0" fmla="*/ 0 h 7056"/>
                <a:gd name="connsiteX1" fmla="*/ 401555 w 401555"/>
                <a:gd name="connsiteY1" fmla="*/ 0 h 7056"/>
                <a:gd name="connsiteX2" fmla="*/ 401555 w 401555"/>
                <a:gd name="connsiteY2" fmla="*/ 7056 h 7056"/>
                <a:gd name="connsiteX3" fmla="*/ 0 w 401555"/>
                <a:gd name="connsiteY3" fmla="*/ 7056 h 7056"/>
              </a:gdLst>
              <a:ahLst/>
              <a:cxnLst>
                <a:cxn ang="0">
                  <a:pos x="connsiteX0" y="connsiteY0"/>
                </a:cxn>
                <a:cxn ang="0">
                  <a:pos x="connsiteX1" y="connsiteY1"/>
                </a:cxn>
                <a:cxn ang="0">
                  <a:pos x="connsiteX2" y="connsiteY2"/>
                </a:cxn>
                <a:cxn ang="0">
                  <a:pos x="connsiteX3" y="connsiteY3"/>
                </a:cxn>
              </a:cxnLst>
              <a:rect l="l" t="t" r="r" b="b"/>
              <a:pathLst>
                <a:path w="401555" h="7056">
                  <a:moveTo>
                    <a:pt x="0" y="0"/>
                  </a:moveTo>
                  <a:lnTo>
                    <a:pt x="401555" y="0"/>
                  </a:lnTo>
                  <a:lnTo>
                    <a:pt x="401555" y="7056"/>
                  </a:lnTo>
                  <a:lnTo>
                    <a:pt x="0" y="70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25" name="Freeform: Shape 6624">
              <a:extLst>
                <a:ext uri="{FF2B5EF4-FFF2-40B4-BE49-F238E27FC236}">
                  <a16:creationId xmlns:a16="http://schemas.microsoft.com/office/drawing/2014/main" id="{7DD90A60-AE89-F59E-E0B8-5275F25ECD49}"/>
                </a:ext>
              </a:extLst>
            </p:cNvPr>
            <p:cNvSpPr/>
            <p:nvPr>
              <p:custDataLst>
                <p:tags r:id="rId94"/>
              </p:custDataLst>
            </p:nvPr>
          </p:nvSpPr>
          <p:spPr>
            <a:xfrm>
              <a:off x="8943316" y="6863812"/>
              <a:ext cx="59547" cy="117490"/>
            </a:xfrm>
            <a:custGeom>
              <a:avLst/>
              <a:gdLst>
                <a:gd name="connsiteX0" fmla="*/ 37133 w 59547"/>
                <a:gd name="connsiteY0" fmla="*/ 4668 h 117490"/>
                <a:gd name="connsiteX1" fmla="*/ 32983 w 59547"/>
                <a:gd name="connsiteY1" fmla="*/ 82 h 117490"/>
                <a:gd name="connsiteX2" fmla="*/ 142 w 59547"/>
                <a:gd name="connsiteY2" fmla="*/ 11372 h 117490"/>
                <a:gd name="connsiteX3" fmla="*/ 142 w 59547"/>
                <a:gd name="connsiteY3" fmla="*/ 16841 h 117490"/>
                <a:gd name="connsiteX4" fmla="*/ 23780 w 59547"/>
                <a:gd name="connsiteY4" fmla="*/ 12254 h 117490"/>
                <a:gd name="connsiteX5" fmla="*/ 23780 w 59547"/>
                <a:gd name="connsiteY5" fmla="*/ 103636 h 117490"/>
                <a:gd name="connsiteX6" fmla="*/ 6999 w 59547"/>
                <a:gd name="connsiteY6" fmla="*/ 112103 h 117490"/>
                <a:gd name="connsiteX7" fmla="*/ 1224 w 59547"/>
                <a:gd name="connsiteY7" fmla="*/ 112103 h 117490"/>
                <a:gd name="connsiteX8" fmla="*/ 1224 w 59547"/>
                <a:gd name="connsiteY8" fmla="*/ 117572 h 117490"/>
                <a:gd name="connsiteX9" fmla="*/ 30457 w 59547"/>
                <a:gd name="connsiteY9" fmla="*/ 117043 h 117490"/>
                <a:gd name="connsiteX10" fmla="*/ 59689 w 59547"/>
                <a:gd name="connsiteY10" fmla="*/ 117572 h 117490"/>
                <a:gd name="connsiteX11" fmla="*/ 59689 w 59547"/>
                <a:gd name="connsiteY11" fmla="*/ 112103 h 117490"/>
                <a:gd name="connsiteX12" fmla="*/ 53915 w 59547"/>
                <a:gd name="connsiteY12" fmla="*/ 112103 h 117490"/>
                <a:gd name="connsiteX13" fmla="*/ 37133 w 59547"/>
                <a:gd name="connsiteY13" fmla="*/ 103636 h 117490"/>
                <a:gd name="connsiteX14" fmla="*/ 37133 w 59547"/>
                <a:gd name="connsiteY14" fmla="*/ 4668 h 117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547" h="117490">
                  <a:moveTo>
                    <a:pt x="37133" y="4668"/>
                  </a:moveTo>
                  <a:cubicBezTo>
                    <a:pt x="37133" y="434"/>
                    <a:pt x="37133" y="82"/>
                    <a:pt x="32983" y="82"/>
                  </a:cubicBezTo>
                  <a:cubicBezTo>
                    <a:pt x="21795" y="11372"/>
                    <a:pt x="5916" y="11372"/>
                    <a:pt x="142" y="11372"/>
                  </a:cubicBezTo>
                  <a:lnTo>
                    <a:pt x="142" y="16841"/>
                  </a:lnTo>
                  <a:cubicBezTo>
                    <a:pt x="3751" y="16841"/>
                    <a:pt x="14397" y="16841"/>
                    <a:pt x="23780" y="12254"/>
                  </a:cubicBezTo>
                  <a:lnTo>
                    <a:pt x="23780" y="103636"/>
                  </a:lnTo>
                  <a:cubicBezTo>
                    <a:pt x="23780" y="109987"/>
                    <a:pt x="23239" y="112103"/>
                    <a:pt x="6999" y="112103"/>
                  </a:cubicBezTo>
                  <a:lnTo>
                    <a:pt x="1224" y="112103"/>
                  </a:lnTo>
                  <a:lnTo>
                    <a:pt x="1224" y="117572"/>
                  </a:lnTo>
                  <a:cubicBezTo>
                    <a:pt x="7540" y="117043"/>
                    <a:pt x="23239" y="117043"/>
                    <a:pt x="30457" y="117043"/>
                  </a:cubicBezTo>
                  <a:cubicBezTo>
                    <a:pt x="37675" y="117043"/>
                    <a:pt x="53373" y="117043"/>
                    <a:pt x="59689" y="117572"/>
                  </a:cubicBezTo>
                  <a:lnTo>
                    <a:pt x="59689" y="112103"/>
                  </a:lnTo>
                  <a:lnTo>
                    <a:pt x="53915" y="112103"/>
                  </a:lnTo>
                  <a:cubicBezTo>
                    <a:pt x="37675" y="112103"/>
                    <a:pt x="37133" y="110163"/>
                    <a:pt x="37133" y="103636"/>
                  </a:cubicBezTo>
                  <a:lnTo>
                    <a:pt x="37133" y="466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26" name="Freeform: Shape 6625">
              <a:extLst>
                <a:ext uri="{FF2B5EF4-FFF2-40B4-BE49-F238E27FC236}">
                  <a16:creationId xmlns:a16="http://schemas.microsoft.com/office/drawing/2014/main" id="{0ADB3502-929D-FBEF-DD1B-6DA1345E2A33}"/>
                </a:ext>
              </a:extLst>
            </p:cNvPr>
            <p:cNvSpPr/>
            <p:nvPr>
              <p:custDataLst>
                <p:tags r:id="rId95"/>
              </p:custDataLst>
            </p:nvPr>
          </p:nvSpPr>
          <p:spPr>
            <a:xfrm>
              <a:off x="9072556" y="6933672"/>
              <a:ext cx="110253" cy="7056"/>
            </a:xfrm>
            <a:custGeom>
              <a:avLst/>
              <a:gdLst>
                <a:gd name="connsiteX0" fmla="*/ 104086 w 110253"/>
                <a:gd name="connsiteY0" fmla="*/ 7138 h 7056"/>
                <a:gd name="connsiteX1" fmla="*/ 110402 w 110253"/>
                <a:gd name="connsiteY1" fmla="*/ 3610 h 7056"/>
                <a:gd name="connsiteX2" fmla="*/ 104086 w 110253"/>
                <a:gd name="connsiteY2" fmla="*/ 82 h 7056"/>
                <a:gd name="connsiteX3" fmla="*/ 6464 w 110253"/>
                <a:gd name="connsiteY3" fmla="*/ 82 h 7056"/>
                <a:gd name="connsiteX4" fmla="*/ 149 w 110253"/>
                <a:gd name="connsiteY4" fmla="*/ 3610 h 7056"/>
                <a:gd name="connsiteX5" fmla="*/ 6464 w 110253"/>
                <a:gd name="connsiteY5" fmla="*/ 7138 h 7056"/>
                <a:gd name="connsiteX6" fmla="*/ 104086 w 110253"/>
                <a:gd name="connsiteY6" fmla="*/ 7138 h 7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253" h="7056">
                  <a:moveTo>
                    <a:pt x="104086" y="7138"/>
                  </a:moveTo>
                  <a:cubicBezTo>
                    <a:pt x="107154" y="7138"/>
                    <a:pt x="110402" y="7138"/>
                    <a:pt x="110402" y="3610"/>
                  </a:cubicBezTo>
                  <a:cubicBezTo>
                    <a:pt x="110402" y="82"/>
                    <a:pt x="107154" y="82"/>
                    <a:pt x="104086" y="82"/>
                  </a:cubicBezTo>
                  <a:lnTo>
                    <a:pt x="6464" y="82"/>
                  </a:lnTo>
                  <a:cubicBezTo>
                    <a:pt x="3397" y="82"/>
                    <a:pt x="149" y="82"/>
                    <a:pt x="149" y="3610"/>
                  </a:cubicBezTo>
                  <a:cubicBezTo>
                    <a:pt x="149" y="7138"/>
                    <a:pt x="3397" y="7138"/>
                    <a:pt x="6464" y="7138"/>
                  </a:cubicBezTo>
                  <a:lnTo>
                    <a:pt x="104086" y="713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27" name="Freeform: Shape 6626">
              <a:extLst>
                <a:ext uri="{FF2B5EF4-FFF2-40B4-BE49-F238E27FC236}">
                  <a16:creationId xmlns:a16="http://schemas.microsoft.com/office/drawing/2014/main" id="{90463A5F-FD83-2BCC-FDE9-A1CEB10046C4}"/>
                </a:ext>
              </a:extLst>
            </p:cNvPr>
            <p:cNvSpPr/>
            <p:nvPr>
              <p:custDataLst>
                <p:tags r:id="rId96"/>
              </p:custDataLst>
            </p:nvPr>
          </p:nvSpPr>
          <p:spPr>
            <a:xfrm>
              <a:off x="9232251" y="6903329"/>
              <a:ext cx="94193" cy="112198"/>
            </a:xfrm>
            <a:custGeom>
              <a:avLst/>
              <a:gdLst>
                <a:gd name="connsiteX0" fmla="*/ 14053 w 94193"/>
                <a:gd name="connsiteY0" fmla="*/ 99578 h 112198"/>
                <a:gd name="connsiteX1" fmla="*/ 4309 w 94193"/>
                <a:gd name="connsiteY1" fmla="*/ 106811 h 112198"/>
                <a:gd name="connsiteX2" fmla="*/ 159 w 94193"/>
                <a:gd name="connsiteY2" fmla="*/ 110163 h 112198"/>
                <a:gd name="connsiteX3" fmla="*/ 2505 w 94193"/>
                <a:gd name="connsiteY3" fmla="*/ 112280 h 112198"/>
                <a:gd name="connsiteX4" fmla="*/ 17662 w 94193"/>
                <a:gd name="connsiteY4" fmla="*/ 111751 h 112198"/>
                <a:gd name="connsiteX5" fmla="*/ 35526 w 94193"/>
                <a:gd name="connsiteY5" fmla="*/ 112280 h 112198"/>
                <a:gd name="connsiteX6" fmla="*/ 38774 w 94193"/>
                <a:gd name="connsiteY6" fmla="*/ 108752 h 112198"/>
                <a:gd name="connsiteX7" fmla="*/ 34444 w 94193"/>
                <a:gd name="connsiteY7" fmla="*/ 106811 h 112198"/>
                <a:gd name="connsiteX8" fmla="*/ 25421 w 94193"/>
                <a:gd name="connsiteY8" fmla="*/ 103988 h 112198"/>
                <a:gd name="connsiteX9" fmla="*/ 34263 w 94193"/>
                <a:gd name="connsiteY9" fmla="*/ 68706 h 112198"/>
                <a:gd name="connsiteX10" fmla="*/ 50864 w 94193"/>
                <a:gd name="connsiteY10" fmla="*/ 79996 h 112198"/>
                <a:gd name="connsiteX11" fmla="*/ 94352 w 94193"/>
                <a:gd name="connsiteY11" fmla="*/ 28308 h 112198"/>
                <a:gd name="connsiteX12" fmla="*/ 70353 w 94193"/>
                <a:gd name="connsiteY12" fmla="*/ 82 h 112198"/>
                <a:gd name="connsiteX13" fmla="*/ 46714 w 94193"/>
                <a:gd name="connsiteY13" fmla="*/ 13312 h 112198"/>
                <a:gd name="connsiteX14" fmla="*/ 30474 w 94193"/>
                <a:gd name="connsiteY14" fmla="*/ 82 h 112198"/>
                <a:gd name="connsiteX15" fmla="*/ 17121 w 94193"/>
                <a:gd name="connsiteY15" fmla="*/ 10137 h 112198"/>
                <a:gd name="connsiteX16" fmla="*/ 11527 w 94193"/>
                <a:gd name="connsiteY16" fmla="*/ 27249 h 112198"/>
                <a:gd name="connsiteX17" fmla="*/ 13692 w 94193"/>
                <a:gd name="connsiteY17" fmla="*/ 29013 h 112198"/>
                <a:gd name="connsiteX18" fmla="*/ 16760 w 94193"/>
                <a:gd name="connsiteY18" fmla="*/ 24956 h 112198"/>
                <a:gd name="connsiteX19" fmla="*/ 29932 w 94193"/>
                <a:gd name="connsiteY19" fmla="*/ 3963 h 112198"/>
                <a:gd name="connsiteX20" fmla="*/ 35526 w 94193"/>
                <a:gd name="connsiteY20" fmla="*/ 12078 h 112198"/>
                <a:gd name="connsiteX21" fmla="*/ 34263 w 94193"/>
                <a:gd name="connsiteY21" fmla="*/ 21075 h 112198"/>
                <a:gd name="connsiteX22" fmla="*/ 14053 w 94193"/>
                <a:gd name="connsiteY22" fmla="*/ 99578 h 112198"/>
                <a:gd name="connsiteX23" fmla="*/ 45812 w 94193"/>
                <a:gd name="connsiteY23" fmla="*/ 23015 h 112198"/>
                <a:gd name="connsiteX24" fmla="*/ 55195 w 94193"/>
                <a:gd name="connsiteY24" fmla="*/ 10666 h 112198"/>
                <a:gd name="connsiteX25" fmla="*/ 69811 w 94193"/>
                <a:gd name="connsiteY25" fmla="*/ 3963 h 112198"/>
                <a:gd name="connsiteX26" fmla="*/ 81360 w 94193"/>
                <a:gd name="connsiteY26" fmla="*/ 20545 h 112198"/>
                <a:gd name="connsiteX27" fmla="*/ 72157 w 94193"/>
                <a:gd name="connsiteY27" fmla="*/ 57945 h 112198"/>
                <a:gd name="connsiteX28" fmla="*/ 50684 w 94193"/>
                <a:gd name="connsiteY28" fmla="*/ 76115 h 112198"/>
                <a:gd name="connsiteX29" fmla="*/ 36429 w 94193"/>
                <a:gd name="connsiteY29" fmla="*/ 60415 h 112198"/>
                <a:gd name="connsiteX30" fmla="*/ 36970 w 94193"/>
                <a:gd name="connsiteY30" fmla="*/ 57592 h 112198"/>
                <a:gd name="connsiteX31" fmla="*/ 45812 w 94193"/>
                <a:gd name="connsiteY31" fmla="*/ 23015 h 11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193" h="112198">
                  <a:moveTo>
                    <a:pt x="14053" y="99578"/>
                  </a:moveTo>
                  <a:cubicBezTo>
                    <a:pt x="12610" y="105576"/>
                    <a:pt x="12249" y="106811"/>
                    <a:pt x="4309" y="106811"/>
                  </a:cubicBezTo>
                  <a:cubicBezTo>
                    <a:pt x="2144" y="106811"/>
                    <a:pt x="159" y="106811"/>
                    <a:pt x="159" y="110163"/>
                  </a:cubicBezTo>
                  <a:cubicBezTo>
                    <a:pt x="159" y="111574"/>
                    <a:pt x="1061" y="112280"/>
                    <a:pt x="2505" y="112280"/>
                  </a:cubicBezTo>
                  <a:cubicBezTo>
                    <a:pt x="7377" y="112280"/>
                    <a:pt x="12610" y="111751"/>
                    <a:pt x="17662" y="111751"/>
                  </a:cubicBezTo>
                  <a:cubicBezTo>
                    <a:pt x="23617" y="111751"/>
                    <a:pt x="29752" y="112280"/>
                    <a:pt x="35526" y="112280"/>
                  </a:cubicBezTo>
                  <a:cubicBezTo>
                    <a:pt x="36429" y="112280"/>
                    <a:pt x="38774" y="112280"/>
                    <a:pt x="38774" y="108752"/>
                  </a:cubicBezTo>
                  <a:cubicBezTo>
                    <a:pt x="38774" y="106811"/>
                    <a:pt x="36970" y="106811"/>
                    <a:pt x="34444" y="106811"/>
                  </a:cubicBezTo>
                  <a:cubicBezTo>
                    <a:pt x="25421" y="106811"/>
                    <a:pt x="25421" y="105576"/>
                    <a:pt x="25421" y="103988"/>
                  </a:cubicBezTo>
                  <a:cubicBezTo>
                    <a:pt x="25421" y="101872"/>
                    <a:pt x="33000" y="73116"/>
                    <a:pt x="34263" y="68706"/>
                  </a:cubicBezTo>
                  <a:cubicBezTo>
                    <a:pt x="36609" y="73822"/>
                    <a:pt x="41662" y="79996"/>
                    <a:pt x="50864" y="79996"/>
                  </a:cubicBezTo>
                  <a:cubicBezTo>
                    <a:pt x="71796" y="79996"/>
                    <a:pt x="94352" y="54240"/>
                    <a:pt x="94352" y="28308"/>
                  </a:cubicBezTo>
                  <a:cubicBezTo>
                    <a:pt x="94352" y="11725"/>
                    <a:pt x="84067" y="82"/>
                    <a:pt x="70353" y="82"/>
                  </a:cubicBezTo>
                  <a:cubicBezTo>
                    <a:pt x="61330" y="82"/>
                    <a:pt x="52669" y="6432"/>
                    <a:pt x="46714" y="13312"/>
                  </a:cubicBezTo>
                  <a:cubicBezTo>
                    <a:pt x="44910" y="3786"/>
                    <a:pt x="37150" y="82"/>
                    <a:pt x="30474" y="82"/>
                  </a:cubicBezTo>
                  <a:cubicBezTo>
                    <a:pt x="22173" y="82"/>
                    <a:pt x="18745" y="6962"/>
                    <a:pt x="17121" y="10137"/>
                  </a:cubicBezTo>
                  <a:cubicBezTo>
                    <a:pt x="13873" y="16135"/>
                    <a:pt x="11527" y="26720"/>
                    <a:pt x="11527" y="27249"/>
                  </a:cubicBezTo>
                  <a:cubicBezTo>
                    <a:pt x="11527" y="29013"/>
                    <a:pt x="13331" y="29013"/>
                    <a:pt x="13692" y="29013"/>
                  </a:cubicBezTo>
                  <a:cubicBezTo>
                    <a:pt x="15497" y="29013"/>
                    <a:pt x="15677" y="28837"/>
                    <a:pt x="16760" y="24956"/>
                  </a:cubicBezTo>
                  <a:cubicBezTo>
                    <a:pt x="19827" y="12430"/>
                    <a:pt x="23436" y="3963"/>
                    <a:pt x="29932" y="3963"/>
                  </a:cubicBezTo>
                  <a:cubicBezTo>
                    <a:pt x="33000" y="3963"/>
                    <a:pt x="35526" y="5374"/>
                    <a:pt x="35526" y="12078"/>
                  </a:cubicBezTo>
                  <a:cubicBezTo>
                    <a:pt x="35526" y="16135"/>
                    <a:pt x="34985" y="18076"/>
                    <a:pt x="34263" y="21075"/>
                  </a:cubicBezTo>
                  <a:lnTo>
                    <a:pt x="14053" y="99578"/>
                  </a:lnTo>
                  <a:close/>
                  <a:moveTo>
                    <a:pt x="45812" y="23015"/>
                  </a:moveTo>
                  <a:cubicBezTo>
                    <a:pt x="47075" y="18252"/>
                    <a:pt x="51947" y="13312"/>
                    <a:pt x="55195" y="10666"/>
                  </a:cubicBezTo>
                  <a:cubicBezTo>
                    <a:pt x="61511" y="5198"/>
                    <a:pt x="66744" y="3963"/>
                    <a:pt x="69811" y="3963"/>
                  </a:cubicBezTo>
                  <a:cubicBezTo>
                    <a:pt x="77029" y="3963"/>
                    <a:pt x="81360" y="10137"/>
                    <a:pt x="81360" y="20545"/>
                  </a:cubicBezTo>
                  <a:cubicBezTo>
                    <a:pt x="81360" y="30954"/>
                    <a:pt x="75405" y="51241"/>
                    <a:pt x="72157" y="57945"/>
                  </a:cubicBezTo>
                  <a:cubicBezTo>
                    <a:pt x="66022" y="70294"/>
                    <a:pt x="57360" y="76115"/>
                    <a:pt x="50684" y="76115"/>
                  </a:cubicBezTo>
                  <a:cubicBezTo>
                    <a:pt x="38774" y="76115"/>
                    <a:pt x="36429" y="61473"/>
                    <a:pt x="36429" y="60415"/>
                  </a:cubicBezTo>
                  <a:cubicBezTo>
                    <a:pt x="36429" y="60062"/>
                    <a:pt x="36429" y="59709"/>
                    <a:pt x="36970" y="57592"/>
                  </a:cubicBezTo>
                  <a:lnTo>
                    <a:pt x="45812" y="23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28" name="Freeform: Shape 6627">
              <a:extLst>
                <a:ext uri="{FF2B5EF4-FFF2-40B4-BE49-F238E27FC236}">
                  <a16:creationId xmlns:a16="http://schemas.microsoft.com/office/drawing/2014/main" id="{B25D7D4A-239E-625D-BEA7-A53081FAA830}"/>
                </a:ext>
              </a:extLst>
            </p:cNvPr>
            <p:cNvSpPr/>
            <p:nvPr>
              <p:custDataLst>
                <p:tags r:id="rId97"/>
              </p:custDataLst>
            </p:nvPr>
          </p:nvSpPr>
          <p:spPr>
            <a:xfrm>
              <a:off x="9410694" y="6795550"/>
              <a:ext cx="119997" cy="41280"/>
            </a:xfrm>
            <a:custGeom>
              <a:avLst/>
              <a:gdLst>
                <a:gd name="connsiteX0" fmla="*/ 114030 w 119997"/>
                <a:gd name="connsiteY0" fmla="*/ 7131 h 41280"/>
                <a:gd name="connsiteX1" fmla="*/ 120165 w 119997"/>
                <a:gd name="connsiteY1" fmla="*/ 3603 h 41280"/>
                <a:gd name="connsiteX2" fmla="*/ 114210 w 119997"/>
                <a:gd name="connsiteY2" fmla="*/ 75 h 41280"/>
                <a:gd name="connsiteX3" fmla="*/ 6122 w 119997"/>
                <a:gd name="connsiteY3" fmla="*/ 75 h 41280"/>
                <a:gd name="connsiteX4" fmla="*/ 168 w 119997"/>
                <a:gd name="connsiteY4" fmla="*/ 3603 h 41280"/>
                <a:gd name="connsiteX5" fmla="*/ 6303 w 119997"/>
                <a:gd name="connsiteY5" fmla="*/ 7131 h 41280"/>
                <a:gd name="connsiteX6" fmla="*/ 114030 w 119997"/>
                <a:gd name="connsiteY6" fmla="*/ 7131 h 41280"/>
                <a:gd name="connsiteX7" fmla="*/ 114210 w 119997"/>
                <a:gd name="connsiteY7" fmla="*/ 41355 h 41280"/>
                <a:gd name="connsiteX8" fmla="*/ 120165 w 119997"/>
                <a:gd name="connsiteY8" fmla="*/ 37827 h 41280"/>
                <a:gd name="connsiteX9" fmla="*/ 114030 w 119997"/>
                <a:gd name="connsiteY9" fmla="*/ 34299 h 41280"/>
                <a:gd name="connsiteX10" fmla="*/ 6303 w 119997"/>
                <a:gd name="connsiteY10" fmla="*/ 34299 h 41280"/>
                <a:gd name="connsiteX11" fmla="*/ 168 w 119997"/>
                <a:gd name="connsiteY11" fmla="*/ 37827 h 41280"/>
                <a:gd name="connsiteX12" fmla="*/ 6122 w 119997"/>
                <a:gd name="connsiteY12" fmla="*/ 41355 h 41280"/>
                <a:gd name="connsiteX13" fmla="*/ 114210 w 119997"/>
                <a:gd name="connsiteY13" fmla="*/ 41355 h 4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9997" h="41280">
                  <a:moveTo>
                    <a:pt x="114030" y="7131"/>
                  </a:moveTo>
                  <a:cubicBezTo>
                    <a:pt x="116736" y="7131"/>
                    <a:pt x="120165" y="7131"/>
                    <a:pt x="120165" y="3603"/>
                  </a:cubicBezTo>
                  <a:cubicBezTo>
                    <a:pt x="120165" y="75"/>
                    <a:pt x="116736" y="75"/>
                    <a:pt x="114210" y="75"/>
                  </a:cubicBezTo>
                  <a:lnTo>
                    <a:pt x="6122" y="75"/>
                  </a:lnTo>
                  <a:cubicBezTo>
                    <a:pt x="3596" y="75"/>
                    <a:pt x="168" y="75"/>
                    <a:pt x="168" y="3603"/>
                  </a:cubicBezTo>
                  <a:cubicBezTo>
                    <a:pt x="168" y="7131"/>
                    <a:pt x="3596" y="7131"/>
                    <a:pt x="6303" y="7131"/>
                  </a:cubicBezTo>
                  <a:lnTo>
                    <a:pt x="114030" y="7131"/>
                  </a:lnTo>
                  <a:close/>
                  <a:moveTo>
                    <a:pt x="114210" y="41355"/>
                  </a:moveTo>
                  <a:cubicBezTo>
                    <a:pt x="116736" y="41355"/>
                    <a:pt x="120165" y="41355"/>
                    <a:pt x="120165" y="37827"/>
                  </a:cubicBezTo>
                  <a:cubicBezTo>
                    <a:pt x="120165" y="34299"/>
                    <a:pt x="116736" y="34299"/>
                    <a:pt x="114030" y="34299"/>
                  </a:cubicBezTo>
                  <a:lnTo>
                    <a:pt x="6303" y="34299"/>
                  </a:lnTo>
                  <a:cubicBezTo>
                    <a:pt x="3596" y="34299"/>
                    <a:pt x="168" y="34299"/>
                    <a:pt x="168" y="37827"/>
                  </a:cubicBezTo>
                  <a:cubicBezTo>
                    <a:pt x="168" y="41355"/>
                    <a:pt x="3596" y="41355"/>
                    <a:pt x="6122" y="41355"/>
                  </a:cubicBezTo>
                  <a:lnTo>
                    <a:pt x="114210" y="413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29" name="Freeform: Shape 6628">
              <a:extLst>
                <a:ext uri="{FF2B5EF4-FFF2-40B4-BE49-F238E27FC236}">
                  <a16:creationId xmlns:a16="http://schemas.microsoft.com/office/drawing/2014/main" id="{CA769175-3DAC-5734-751E-81E435A3DA4C}"/>
                </a:ext>
              </a:extLst>
            </p:cNvPr>
            <p:cNvSpPr/>
            <p:nvPr>
              <p:custDataLst>
                <p:tags r:id="rId98"/>
              </p:custDataLst>
            </p:nvPr>
          </p:nvSpPr>
          <p:spPr>
            <a:xfrm>
              <a:off x="9599360" y="6782319"/>
              <a:ext cx="69291" cy="79914"/>
            </a:xfrm>
            <a:custGeom>
              <a:avLst/>
              <a:gdLst>
                <a:gd name="connsiteX0" fmla="*/ 25621 w 69291"/>
                <a:gd name="connsiteY0" fmla="*/ 37298 h 79914"/>
                <a:gd name="connsiteX1" fmla="*/ 53230 w 69291"/>
                <a:gd name="connsiteY1" fmla="*/ 33240 h 79914"/>
                <a:gd name="connsiteX2" fmla="*/ 66763 w 69291"/>
                <a:gd name="connsiteY2" fmla="*/ 15070 h 79914"/>
                <a:gd name="connsiteX3" fmla="*/ 47455 w 69291"/>
                <a:gd name="connsiteY3" fmla="*/ 75 h 79914"/>
                <a:gd name="connsiteX4" fmla="*/ 178 w 69291"/>
                <a:gd name="connsiteY4" fmla="*/ 48059 h 79914"/>
                <a:gd name="connsiteX5" fmla="*/ 28508 w 69291"/>
                <a:gd name="connsiteY5" fmla="*/ 79990 h 79914"/>
                <a:gd name="connsiteX6" fmla="*/ 69470 w 69291"/>
                <a:gd name="connsiteY6" fmla="*/ 59173 h 79914"/>
                <a:gd name="connsiteX7" fmla="*/ 67305 w 69291"/>
                <a:gd name="connsiteY7" fmla="*/ 56880 h 79914"/>
                <a:gd name="connsiteX8" fmla="*/ 64959 w 69291"/>
                <a:gd name="connsiteY8" fmla="*/ 58644 h 79914"/>
                <a:gd name="connsiteX9" fmla="*/ 28869 w 69291"/>
                <a:gd name="connsiteY9" fmla="*/ 76108 h 79914"/>
                <a:gd name="connsiteX10" fmla="*/ 13170 w 69291"/>
                <a:gd name="connsiteY10" fmla="*/ 55645 h 79914"/>
                <a:gd name="connsiteX11" fmla="*/ 16058 w 69291"/>
                <a:gd name="connsiteY11" fmla="*/ 37298 h 79914"/>
                <a:gd name="connsiteX12" fmla="*/ 25621 w 69291"/>
                <a:gd name="connsiteY12" fmla="*/ 37298 h 79914"/>
                <a:gd name="connsiteX13" fmla="*/ 17140 w 69291"/>
                <a:gd name="connsiteY13" fmla="*/ 33417 h 79914"/>
                <a:gd name="connsiteX14" fmla="*/ 47455 w 69291"/>
                <a:gd name="connsiteY14" fmla="*/ 3956 h 79914"/>
                <a:gd name="connsiteX15" fmla="*/ 60808 w 69291"/>
                <a:gd name="connsiteY15" fmla="*/ 15070 h 79914"/>
                <a:gd name="connsiteX16" fmla="*/ 24539 w 69291"/>
                <a:gd name="connsiteY16" fmla="*/ 33417 h 79914"/>
                <a:gd name="connsiteX17" fmla="*/ 17140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621" y="37298"/>
                  </a:moveTo>
                  <a:cubicBezTo>
                    <a:pt x="30854" y="37298"/>
                    <a:pt x="44207" y="36945"/>
                    <a:pt x="53230" y="33240"/>
                  </a:cubicBezTo>
                  <a:cubicBezTo>
                    <a:pt x="65861" y="27948"/>
                    <a:pt x="66763" y="17540"/>
                    <a:pt x="66763" y="15070"/>
                  </a:cubicBezTo>
                  <a:cubicBezTo>
                    <a:pt x="66763" y="7308"/>
                    <a:pt x="59906" y="75"/>
                    <a:pt x="47455" y="75"/>
                  </a:cubicBezTo>
                  <a:cubicBezTo>
                    <a:pt x="27426" y="75"/>
                    <a:pt x="178" y="17187"/>
                    <a:pt x="178" y="48059"/>
                  </a:cubicBezTo>
                  <a:cubicBezTo>
                    <a:pt x="178" y="66053"/>
                    <a:pt x="10825" y="79990"/>
                    <a:pt x="28508" y="79990"/>
                  </a:cubicBezTo>
                  <a:cubicBezTo>
                    <a:pt x="54312" y="79990"/>
                    <a:pt x="69470" y="61290"/>
                    <a:pt x="69470" y="59173"/>
                  </a:cubicBezTo>
                  <a:cubicBezTo>
                    <a:pt x="69470" y="58114"/>
                    <a:pt x="68387" y="56880"/>
                    <a:pt x="67305" y="56880"/>
                  </a:cubicBezTo>
                  <a:cubicBezTo>
                    <a:pt x="66402" y="56880"/>
                    <a:pt x="66041" y="57232"/>
                    <a:pt x="64959" y="58644"/>
                  </a:cubicBezTo>
                  <a:cubicBezTo>
                    <a:pt x="50703" y="76108"/>
                    <a:pt x="31035" y="76108"/>
                    <a:pt x="28869" y="76108"/>
                  </a:cubicBezTo>
                  <a:cubicBezTo>
                    <a:pt x="14794" y="76108"/>
                    <a:pt x="13170" y="61290"/>
                    <a:pt x="13170" y="55645"/>
                  </a:cubicBezTo>
                  <a:cubicBezTo>
                    <a:pt x="13170" y="53528"/>
                    <a:pt x="13351" y="48059"/>
                    <a:pt x="16058" y="37298"/>
                  </a:cubicBezTo>
                  <a:lnTo>
                    <a:pt x="25621" y="37298"/>
                  </a:lnTo>
                  <a:close/>
                  <a:moveTo>
                    <a:pt x="17140" y="33417"/>
                  </a:moveTo>
                  <a:cubicBezTo>
                    <a:pt x="24178" y="6602"/>
                    <a:pt x="42764" y="3956"/>
                    <a:pt x="47455" y="3956"/>
                  </a:cubicBezTo>
                  <a:cubicBezTo>
                    <a:pt x="55936" y="3956"/>
                    <a:pt x="60808" y="9072"/>
                    <a:pt x="60808" y="15070"/>
                  </a:cubicBezTo>
                  <a:cubicBezTo>
                    <a:pt x="60808" y="33417"/>
                    <a:pt x="31937" y="33417"/>
                    <a:pt x="24539" y="33417"/>
                  </a:cubicBezTo>
                  <a:lnTo>
                    <a:pt x="17140"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30" name="Freeform: Shape 6629">
              <a:extLst>
                <a:ext uri="{FF2B5EF4-FFF2-40B4-BE49-F238E27FC236}">
                  <a16:creationId xmlns:a16="http://schemas.microsoft.com/office/drawing/2014/main" id="{73393163-D163-67B8-6B29-D053EF19CA3D}"/>
                </a:ext>
              </a:extLst>
            </p:cNvPr>
            <p:cNvSpPr/>
            <p:nvPr>
              <p:custDataLst>
                <p:tags r:id="rId99"/>
              </p:custDataLst>
            </p:nvPr>
          </p:nvSpPr>
          <p:spPr>
            <a:xfrm>
              <a:off x="9689606" y="6694837"/>
              <a:ext cx="32841" cy="123365"/>
            </a:xfrm>
            <a:custGeom>
              <a:avLst/>
              <a:gdLst>
                <a:gd name="connsiteX0" fmla="*/ 30498 w 32841"/>
                <a:gd name="connsiteY0" fmla="*/ 71 h 123365"/>
                <a:gd name="connsiteX1" fmla="*/ 183 w 32841"/>
                <a:gd name="connsiteY1" fmla="*/ 61691 h 123365"/>
                <a:gd name="connsiteX2" fmla="*/ 30498 w 32841"/>
                <a:gd name="connsiteY2" fmla="*/ 123436 h 123365"/>
                <a:gd name="connsiteX3" fmla="*/ 33024 w 32841"/>
                <a:gd name="connsiteY3" fmla="*/ 121954 h 123365"/>
                <a:gd name="connsiteX4" fmla="*/ 31761 w 32841"/>
                <a:gd name="connsiteY4" fmla="*/ 120102 h 123365"/>
                <a:gd name="connsiteX5" fmla="*/ 8772 w 32841"/>
                <a:gd name="connsiteY5" fmla="*/ 61815 h 123365"/>
                <a:gd name="connsiteX6" fmla="*/ 32140 w 32841"/>
                <a:gd name="connsiteY6" fmla="*/ 3034 h 123365"/>
                <a:gd name="connsiteX7" fmla="*/ 33024 w 32841"/>
                <a:gd name="connsiteY7" fmla="*/ 1552 h 123365"/>
                <a:gd name="connsiteX8" fmla="*/ 30498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498" y="71"/>
                  </a:moveTo>
                  <a:cubicBezTo>
                    <a:pt x="6499" y="16618"/>
                    <a:pt x="183" y="42798"/>
                    <a:pt x="183" y="61691"/>
                  </a:cubicBezTo>
                  <a:cubicBezTo>
                    <a:pt x="183" y="79103"/>
                    <a:pt x="5488" y="106147"/>
                    <a:pt x="30498" y="123436"/>
                  </a:cubicBezTo>
                  <a:cubicBezTo>
                    <a:pt x="31508" y="123436"/>
                    <a:pt x="33024" y="123436"/>
                    <a:pt x="33024" y="121954"/>
                  </a:cubicBezTo>
                  <a:cubicBezTo>
                    <a:pt x="33024" y="121213"/>
                    <a:pt x="32645" y="120966"/>
                    <a:pt x="31761" y="120102"/>
                  </a:cubicBezTo>
                  <a:cubicBezTo>
                    <a:pt x="14961" y="105283"/>
                    <a:pt x="8772" y="84290"/>
                    <a:pt x="8772" y="61815"/>
                  </a:cubicBezTo>
                  <a:cubicBezTo>
                    <a:pt x="8772" y="28473"/>
                    <a:pt x="21782" y="12172"/>
                    <a:pt x="32140" y="3034"/>
                  </a:cubicBezTo>
                  <a:cubicBezTo>
                    <a:pt x="32645" y="2540"/>
                    <a:pt x="33024" y="2170"/>
                    <a:pt x="33024" y="1552"/>
                  </a:cubicBezTo>
                  <a:cubicBezTo>
                    <a:pt x="33024" y="71"/>
                    <a:pt x="31508" y="71"/>
                    <a:pt x="30498"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31" name="Freeform: Shape 6630">
              <a:extLst>
                <a:ext uri="{FF2B5EF4-FFF2-40B4-BE49-F238E27FC236}">
                  <a16:creationId xmlns:a16="http://schemas.microsoft.com/office/drawing/2014/main" id="{C64A009D-4E78-17FD-487F-0C47830F1842}"/>
                </a:ext>
              </a:extLst>
            </p:cNvPr>
            <p:cNvSpPr/>
            <p:nvPr>
              <p:custDataLst>
                <p:tags r:id="rId100"/>
              </p:custDataLst>
            </p:nvPr>
          </p:nvSpPr>
          <p:spPr>
            <a:xfrm>
              <a:off x="9735891" y="6732625"/>
              <a:ext cx="77429" cy="54828"/>
            </a:xfrm>
            <a:custGeom>
              <a:avLst/>
              <a:gdLst>
                <a:gd name="connsiteX0" fmla="*/ 45659 w 77429"/>
                <a:gd name="connsiteY0" fmla="*/ 25015 h 54828"/>
                <a:gd name="connsiteX1" fmla="*/ 63090 w 77429"/>
                <a:gd name="connsiteY1" fmla="*/ 7850 h 54828"/>
                <a:gd name="connsiteX2" fmla="*/ 74837 w 77429"/>
                <a:gd name="connsiteY2" fmla="*/ 6986 h 54828"/>
                <a:gd name="connsiteX3" fmla="*/ 74837 w 77429"/>
                <a:gd name="connsiteY3" fmla="*/ 71 h 54828"/>
                <a:gd name="connsiteX4" fmla="*/ 62585 w 77429"/>
                <a:gd name="connsiteY4" fmla="*/ 565 h 54828"/>
                <a:gd name="connsiteX5" fmla="*/ 48564 w 77429"/>
                <a:gd name="connsiteY5" fmla="*/ 71 h 54828"/>
                <a:gd name="connsiteX6" fmla="*/ 48564 w 77429"/>
                <a:gd name="connsiteY6" fmla="*/ 6986 h 54828"/>
                <a:gd name="connsiteX7" fmla="*/ 51974 w 77429"/>
                <a:gd name="connsiteY7" fmla="*/ 7727 h 54828"/>
                <a:gd name="connsiteX8" fmla="*/ 40101 w 77429"/>
                <a:gd name="connsiteY8" fmla="*/ 19458 h 54828"/>
                <a:gd name="connsiteX9" fmla="*/ 27848 w 77429"/>
                <a:gd name="connsiteY9" fmla="*/ 6986 h 54828"/>
                <a:gd name="connsiteX10" fmla="*/ 31259 w 77429"/>
                <a:gd name="connsiteY10" fmla="*/ 6986 h 54828"/>
                <a:gd name="connsiteX11" fmla="*/ 31259 w 77429"/>
                <a:gd name="connsiteY11" fmla="*/ 71 h 54828"/>
                <a:gd name="connsiteX12" fmla="*/ 15217 w 77429"/>
                <a:gd name="connsiteY12" fmla="*/ 565 h 54828"/>
                <a:gd name="connsiteX13" fmla="*/ 944 w 77429"/>
                <a:gd name="connsiteY13" fmla="*/ 71 h 54828"/>
                <a:gd name="connsiteX14" fmla="*/ 944 w 77429"/>
                <a:gd name="connsiteY14" fmla="*/ 6986 h 54828"/>
                <a:gd name="connsiteX15" fmla="*/ 10417 w 77429"/>
                <a:gd name="connsiteY15" fmla="*/ 6986 h 54828"/>
                <a:gd name="connsiteX16" fmla="*/ 31133 w 77429"/>
                <a:gd name="connsiteY16" fmla="*/ 28103 h 54828"/>
                <a:gd name="connsiteX17" fmla="*/ 12944 w 77429"/>
                <a:gd name="connsiteY17" fmla="*/ 46008 h 54828"/>
                <a:gd name="connsiteX18" fmla="*/ 7260 w 77429"/>
                <a:gd name="connsiteY18" fmla="*/ 47861 h 54828"/>
                <a:gd name="connsiteX19" fmla="*/ 186 w 77429"/>
                <a:gd name="connsiteY19" fmla="*/ 47984 h 54828"/>
                <a:gd name="connsiteX20" fmla="*/ 186 w 77429"/>
                <a:gd name="connsiteY20" fmla="*/ 54900 h 54828"/>
                <a:gd name="connsiteX21" fmla="*/ 12438 w 77429"/>
                <a:gd name="connsiteY21" fmla="*/ 54406 h 54828"/>
                <a:gd name="connsiteX22" fmla="*/ 26459 w 77429"/>
                <a:gd name="connsiteY22" fmla="*/ 54900 h 54828"/>
                <a:gd name="connsiteX23" fmla="*/ 26459 w 77429"/>
                <a:gd name="connsiteY23" fmla="*/ 47984 h 54828"/>
                <a:gd name="connsiteX24" fmla="*/ 23049 w 77429"/>
                <a:gd name="connsiteY24" fmla="*/ 47120 h 54828"/>
                <a:gd name="connsiteX25" fmla="*/ 36690 w 77429"/>
                <a:gd name="connsiteY25" fmla="*/ 33783 h 54828"/>
                <a:gd name="connsiteX26" fmla="*/ 50711 w 77429"/>
                <a:gd name="connsiteY26" fmla="*/ 47984 h 54828"/>
                <a:gd name="connsiteX27" fmla="*/ 47427 w 77429"/>
                <a:gd name="connsiteY27" fmla="*/ 47984 h 54828"/>
                <a:gd name="connsiteX28" fmla="*/ 47427 w 77429"/>
                <a:gd name="connsiteY28" fmla="*/ 54900 h 54828"/>
                <a:gd name="connsiteX29" fmla="*/ 63469 w 77429"/>
                <a:gd name="connsiteY29" fmla="*/ 54406 h 54828"/>
                <a:gd name="connsiteX30" fmla="*/ 77616 w 77429"/>
                <a:gd name="connsiteY30" fmla="*/ 54900 h 54828"/>
                <a:gd name="connsiteX31" fmla="*/ 77616 w 77429"/>
                <a:gd name="connsiteY31" fmla="*/ 47984 h 54828"/>
                <a:gd name="connsiteX32" fmla="*/ 68269 w 77429"/>
                <a:gd name="connsiteY32" fmla="*/ 47984 h 54828"/>
                <a:gd name="connsiteX33" fmla="*/ 45659 w 77429"/>
                <a:gd name="connsiteY33" fmla="*/ 25015 h 5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429" h="54828">
                  <a:moveTo>
                    <a:pt x="45659" y="25015"/>
                  </a:moveTo>
                  <a:lnTo>
                    <a:pt x="63090" y="7850"/>
                  </a:lnTo>
                  <a:cubicBezTo>
                    <a:pt x="66121" y="6986"/>
                    <a:pt x="69405" y="6986"/>
                    <a:pt x="74837" y="6986"/>
                  </a:cubicBezTo>
                  <a:lnTo>
                    <a:pt x="74837" y="71"/>
                  </a:lnTo>
                  <a:cubicBezTo>
                    <a:pt x="70795" y="441"/>
                    <a:pt x="66627" y="565"/>
                    <a:pt x="62585" y="565"/>
                  </a:cubicBezTo>
                  <a:cubicBezTo>
                    <a:pt x="58290" y="565"/>
                    <a:pt x="49574" y="194"/>
                    <a:pt x="48564" y="71"/>
                  </a:cubicBezTo>
                  <a:lnTo>
                    <a:pt x="48564" y="6986"/>
                  </a:lnTo>
                  <a:cubicBezTo>
                    <a:pt x="50206" y="6986"/>
                    <a:pt x="51090" y="7233"/>
                    <a:pt x="51974" y="7727"/>
                  </a:cubicBezTo>
                  <a:lnTo>
                    <a:pt x="40101" y="19458"/>
                  </a:lnTo>
                  <a:lnTo>
                    <a:pt x="27848" y="6986"/>
                  </a:lnTo>
                  <a:lnTo>
                    <a:pt x="31259" y="6986"/>
                  </a:lnTo>
                  <a:lnTo>
                    <a:pt x="31259" y="71"/>
                  </a:lnTo>
                  <a:cubicBezTo>
                    <a:pt x="30501" y="71"/>
                    <a:pt x="20522" y="565"/>
                    <a:pt x="15217" y="565"/>
                  </a:cubicBezTo>
                  <a:cubicBezTo>
                    <a:pt x="10417" y="565"/>
                    <a:pt x="5744" y="441"/>
                    <a:pt x="944" y="71"/>
                  </a:cubicBezTo>
                  <a:lnTo>
                    <a:pt x="944" y="6986"/>
                  </a:lnTo>
                  <a:lnTo>
                    <a:pt x="10417" y="6986"/>
                  </a:lnTo>
                  <a:lnTo>
                    <a:pt x="31133" y="28103"/>
                  </a:lnTo>
                  <a:lnTo>
                    <a:pt x="12944" y="46008"/>
                  </a:lnTo>
                  <a:cubicBezTo>
                    <a:pt x="11302" y="47490"/>
                    <a:pt x="11175" y="47614"/>
                    <a:pt x="7260" y="47861"/>
                  </a:cubicBezTo>
                  <a:cubicBezTo>
                    <a:pt x="5239" y="47984"/>
                    <a:pt x="818" y="47984"/>
                    <a:pt x="186" y="47984"/>
                  </a:cubicBezTo>
                  <a:lnTo>
                    <a:pt x="186" y="54900"/>
                  </a:lnTo>
                  <a:cubicBezTo>
                    <a:pt x="4228" y="54529"/>
                    <a:pt x="8396" y="54406"/>
                    <a:pt x="12438" y="54406"/>
                  </a:cubicBezTo>
                  <a:cubicBezTo>
                    <a:pt x="15849" y="54406"/>
                    <a:pt x="24817" y="54776"/>
                    <a:pt x="26459" y="54900"/>
                  </a:cubicBezTo>
                  <a:lnTo>
                    <a:pt x="26459" y="47984"/>
                  </a:lnTo>
                  <a:cubicBezTo>
                    <a:pt x="24438" y="47984"/>
                    <a:pt x="23933" y="47737"/>
                    <a:pt x="23049" y="47120"/>
                  </a:cubicBezTo>
                  <a:lnTo>
                    <a:pt x="36690" y="33783"/>
                  </a:lnTo>
                  <a:lnTo>
                    <a:pt x="50711" y="47984"/>
                  </a:lnTo>
                  <a:lnTo>
                    <a:pt x="47427" y="47984"/>
                  </a:lnTo>
                  <a:lnTo>
                    <a:pt x="47427" y="54900"/>
                  </a:lnTo>
                  <a:cubicBezTo>
                    <a:pt x="47553" y="54900"/>
                    <a:pt x="57658" y="54406"/>
                    <a:pt x="63469" y="54406"/>
                  </a:cubicBezTo>
                  <a:cubicBezTo>
                    <a:pt x="68142" y="54406"/>
                    <a:pt x="72942" y="54529"/>
                    <a:pt x="77616" y="54900"/>
                  </a:cubicBezTo>
                  <a:lnTo>
                    <a:pt x="77616" y="47984"/>
                  </a:lnTo>
                  <a:lnTo>
                    <a:pt x="68269" y="47984"/>
                  </a:lnTo>
                  <a:lnTo>
                    <a:pt x="45659" y="25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32" name="Freeform: Shape 6631">
              <a:extLst>
                <a:ext uri="{FF2B5EF4-FFF2-40B4-BE49-F238E27FC236}">
                  <a16:creationId xmlns:a16="http://schemas.microsoft.com/office/drawing/2014/main" id="{BBE4F966-32B0-80B9-1D2B-B1B84CF14D1D}"/>
                </a:ext>
              </a:extLst>
            </p:cNvPr>
            <p:cNvSpPr/>
            <p:nvPr>
              <p:custDataLst>
                <p:tags r:id="rId101"/>
              </p:custDataLst>
            </p:nvPr>
          </p:nvSpPr>
          <p:spPr>
            <a:xfrm>
              <a:off x="9826100" y="6684909"/>
              <a:ext cx="24991" cy="45955"/>
            </a:xfrm>
            <a:custGeom>
              <a:avLst/>
              <a:gdLst>
                <a:gd name="connsiteX0" fmla="*/ 24280 w 24991"/>
                <a:gd name="connsiteY0" fmla="*/ 8359 h 45955"/>
                <a:gd name="connsiteX1" fmla="*/ 25183 w 24991"/>
                <a:gd name="connsiteY1" fmla="*/ 5272 h 45955"/>
                <a:gd name="connsiteX2" fmla="*/ 19589 w 24991"/>
                <a:gd name="connsiteY2" fmla="*/ 68 h 45955"/>
                <a:gd name="connsiteX3" fmla="*/ 14446 w 24991"/>
                <a:gd name="connsiteY3" fmla="*/ 4125 h 45955"/>
                <a:gd name="connsiteX4" fmla="*/ 552 w 24991"/>
                <a:gd name="connsiteY4" fmla="*/ 42318 h 45955"/>
                <a:gd name="connsiteX5" fmla="*/ 191 w 24991"/>
                <a:gd name="connsiteY5" fmla="*/ 43730 h 45955"/>
                <a:gd name="connsiteX6" fmla="*/ 4070 w 24991"/>
                <a:gd name="connsiteY6" fmla="*/ 46023 h 45955"/>
                <a:gd name="connsiteX7" fmla="*/ 5604 w 24991"/>
                <a:gd name="connsiteY7" fmla="*/ 44524 h 45955"/>
                <a:gd name="connsiteX8" fmla="*/ 24280 w 24991"/>
                <a:gd name="connsiteY8" fmla="*/ 8359 h 4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91" h="45955">
                  <a:moveTo>
                    <a:pt x="24280" y="8359"/>
                  </a:moveTo>
                  <a:cubicBezTo>
                    <a:pt x="24371" y="8271"/>
                    <a:pt x="25183" y="6595"/>
                    <a:pt x="25183" y="5272"/>
                  </a:cubicBezTo>
                  <a:cubicBezTo>
                    <a:pt x="25183" y="2096"/>
                    <a:pt x="22295" y="68"/>
                    <a:pt x="19589" y="68"/>
                  </a:cubicBezTo>
                  <a:cubicBezTo>
                    <a:pt x="15890" y="68"/>
                    <a:pt x="14897" y="2802"/>
                    <a:pt x="14446" y="4125"/>
                  </a:cubicBezTo>
                  <a:lnTo>
                    <a:pt x="552" y="42318"/>
                  </a:lnTo>
                  <a:cubicBezTo>
                    <a:pt x="191" y="43377"/>
                    <a:pt x="191" y="43641"/>
                    <a:pt x="191" y="43730"/>
                  </a:cubicBezTo>
                  <a:cubicBezTo>
                    <a:pt x="191" y="45141"/>
                    <a:pt x="3980" y="46023"/>
                    <a:pt x="4070" y="46023"/>
                  </a:cubicBezTo>
                  <a:cubicBezTo>
                    <a:pt x="4882" y="46023"/>
                    <a:pt x="5063" y="45582"/>
                    <a:pt x="5604" y="44524"/>
                  </a:cubicBezTo>
                  <a:lnTo>
                    <a:pt x="24280" y="83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33" name="Freeform: Shape 6632">
              <a:extLst>
                <a:ext uri="{FF2B5EF4-FFF2-40B4-BE49-F238E27FC236}">
                  <a16:creationId xmlns:a16="http://schemas.microsoft.com/office/drawing/2014/main" id="{A60C3C47-5308-288D-CCC0-DF9EA9F3F99F}"/>
                </a:ext>
              </a:extLst>
            </p:cNvPr>
            <p:cNvSpPr/>
            <p:nvPr>
              <p:custDataLst>
                <p:tags r:id="rId102"/>
              </p:custDataLst>
            </p:nvPr>
          </p:nvSpPr>
          <p:spPr>
            <a:xfrm>
              <a:off x="9869170" y="6700765"/>
              <a:ext cx="88292" cy="110645"/>
            </a:xfrm>
            <a:custGeom>
              <a:avLst/>
              <a:gdLst>
                <a:gd name="connsiteX0" fmla="*/ 8404 w 88292"/>
                <a:gd name="connsiteY0" fmla="*/ 108000 h 110645"/>
                <a:gd name="connsiteX1" fmla="*/ 16109 w 88292"/>
                <a:gd name="connsiteY1" fmla="*/ 77498 h 110645"/>
                <a:gd name="connsiteX2" fmla="*/ 44782 w 88292"/>
                <a:gd name="connsiteY2" fmla="*/ 88365 h 110645"/>
                <a:gd name="connsiteX3" fmla="*/ 87476 w 88292"/>
                <a:gd name="connsiteY3" fmla="*/ 54035 h 110645"/>
                <a:gd name="connsiteX4" fmla="*/ 78886 w 88292"/>
                <a:gd name="connsiteY4" fmla="*/ 37241 h 110645"/>
                <a:gd name="connsiteX5" fmla="*/ 88486 w 88292"/>
                <a:gd name="connsiteY5" fmla="*/ 17606 h 110645"/>
                <a:gd name="connsiteX6" fmla="*/ 66002 w 88292"/>
                <a:gd name="connsiteY6" fmla="*/ 71 h 110645"/>
                <a:gd name="connsiteX7" fmla="*/ 19772 w 88292"/>
                <a:gd name="connsiteY7" fmla="*/ 31684 h 110645"/>
                <a:gd name="connsiteX8" fmla="*/ 699 w 88292"/>
                <a:gd name="connsiteY8" fmla="*/ 106394 h 110645"/>
                <a:gd name="connsiteX9" fmla="*/ 193 w 88292"/>
                <a:gd name="connsiteY9" fmla="*/ 108494 h 110645"/>
                <a:gd name="connsiteX10" fmla="*/ 4235 w 88292"/>
                <a:gd name="connsiteY10" fmla="*/ 110717 h 110645"/>
                <a:gd name="connsiteX11" fmla="*/ 8404 w 88292"/>
                <a:gd name="connsiteY11" fmla="*/ 108000 h 110645"/>
                <a:gd name="connsiteX12" fmla="*/ 47940 w 88292"/>
                <a:gd name="connsiteY12" fmla="*/ 38846 h 110645"/>
                <a:gd name="connsiteX13" fmla="*/ 56403 w 88292"/>
                <a:gd name="connsiteY13" fmla="*/ 37611 h 110645"/>
                <a:gd name="connsiteX14" fmla="*/ 62339 w 88292"/>
                <a:gd name="connsiteY14" fmla="*/ 38105 h 110645"/>
                <a:gd name="connsiteX15" fmla="*/ 54634 w 88292"/>
                <a:gd name="connsiteY15" fmla="*/ 39587 h 110645"/>
                <a:gd name="connsiteX16" fmla="*/ 47940 w 88292"/>
                <a:gd name="connsiteY16" fmla="*/ 38846 h 110645"/>
                <a:gd name="connsiteX17" fmla="*/ 68402 w 88292"/>
                <a:gd name="connsiteY17" fmla="*/ 32919 h 110645"/>
                <a:gd name="connsiteX18" fmla="*/ 56782 w 88292"/>
                <a:gd name="connsiteY18" fmla="*/ 31931 h 110645"/>
                <a:gd name="connsiteX19" fmla="*/ 39856 w 88292"/>
                <a:gd name="connsiteY19" fmla="*/ 39340 h 110645"/>
                <a:gd name="connsiteX20" fmla="*/ 54382 w 88292"/>
                <a:gd name="connsiteY20" fmla="*/ 45267 h 110645"/>
                <a:gd name="connsiteX21" fmla="*/ 69918 w 88292"/>
                <a:gd name="connsiteY21" fmla="*/ 42674 h 110645"/>
                <a:gd name="connsiteX22" fmla="*/ 71434 w 88292"/>
                <a:gd name="connsiteY22" fmla="*/ 49219 h 110645"/>
                <a:gd name="connsiteX23" fmla="*/ 63981 w 88292"/>
                <a:gd name="connsiteY23" fmla="*/ 73670 h 110645"/>
                <a:gd name="connsiteX24" fmla="*/ 44656 w 88292"/>
                <a:gd name="connsiteY24" fmla="*/ 82685 h 110645"/>
                <a:gd name="connsiteX25" fmla="*/ 19898 w 88292"/>
                <a:gd name="connsiteY25" fmla="*/ 65149 h 110645"/>
                <a:gd name="connsiteX26" fmla="*/ 22172 w 88292"/>
                <a:gd name="connsiteY26" fmla="*/ 54159 h 110645"/>
                <a:gd name="connsiteX27" fmla="*/ 27098 w 88292"/>
                <a:gd name="connsiteY27" fmla="*/ 34524 h 110645"/>
                <a:gd name="connsiteX28" fmla="*/ 40487 w 88292"/>
                <a:gd name="connsiteY28" fmla="*/ 14395 h 110645"/>
                <a:gd name="connsiteX29" fmla="*/ 65371 w 88292"/>
                <a:gd name="connsiteY29" fmla="*/ 5751 h 110645"/>
                <a:gd name="connsiteX30" fmla="*/ 73960 w 88292"/>
                <a:gd name="connsiteY30" fmla="*/ 13160 h 110645"/>
                <a:gd name="connsiteX31" fmla="*/ 68402 w 88292"/>
                <a:gd name="connsiteY31" fmla="*/ 32919 h 1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292" h="110645">
                  <a:moveTo>
                    <a:pt x="8404" y="108000"/>
                  </a:moveTo>
                  <a:lnTo>
                    <a:pt x="16109" y="77498"/>
                  </a:lnTo>
                  <a:cubicBezTo>
                    <a:pt x="18509" y="80585"/>
                    <a:pt x="26972" y="88365"/>
                    <a:pt x="44782" y="88365"/>
                  </a:cubicBezTo>
                  <a:cubicBezTo>
                    <a:pt x="73076" y="88365"/>
                    <a:pt x="87476" y="69595"/>
                    <a:pt x="87476" y="54035"/>
                  </a:cubicBezTo>
                  <a:cubicBezTo>
                    <a:pt x="87476" y="46873"/>
                    <a:pt x="84570" y="41192"/>
                    <a:pt x="78886" y="37241"/>
                  </a:cubicBezTo>
                  <a:cubicBezTo>
                    <a:pt x="84444" y="32795"/>
                    <a:pt x="88486" y="24892"/>
                    <a:pt x="88486" y="17606"/>
                  </a:cubicBezTo>
                  <a:cubicBezTo>
                    <a:pt x="88486" y="7603"/>
                    <a:pt x="81160" y="71"/>
                    <a:pt x="66002" y="71"/>
                  </a:cubicBezTo>
                  <a:cubicBezTo>
                    <a:pt x="47308" y="71"/>
                    <a:pt x="24824" y="11679"/>
                    <a:pt x="19772" y="31684"/>
                  </a:cubicBezTo>
                  <a:lnTo>
                    <a:pt x="699" y="106394"/>
                  </a:lnTo>
                  <a:cubicBezTo>
                    <a:pt x="193" y="108123"/>
                    <a:pt x="193" y="108370"/>
                    <a:pt x="193" y="108494"/>
                  </a:cubicBezTo>
                  <a:cubicBezTo>
                    <a:pt x="193" y="110717"/>
                    <a:pt x="2341" y="110717"/>
                    <a:pt x="4235" y="110717"/>
                  </a:cubicBezTo>
                  <a:cubicBezTo>
                    <a:pt x="6762" y="110717"/>
                    <a:pt x="7772" y="110717"/>
                    <a:pt x="8404" y="108000"/>
                  </a:cubicBezTo>
                  <a:close/>
                  <a:moveTo>
                    <a:pt x="47940" y="38846"/>
                  </a:moveTo>
                  <a:cubicBezTo>
                    <a:pt x="49582" y="38105"/>
                    <a:pt x="50719" y="37611"/>
                    <a:pt x="56403" y="37611"/>
                  </a:cubicBezTo>
                  <a:cubicBezTo>
                    <a:pt x="58424" y="37611"/>
                    <a:pt x="60066" y="37611"/>
                    <a:pt x="62339" y="38105"/>
                  </a:cubicBezTo>
                  <a:cubicBezTo>
                    <a:pt x="59560" y="39587"/>
                    <a:pt x="56908" y="39587"/>
                    <a:pt x="54634" y="39587"/>
                  </a:cubicBezTo>
                  <a:cubicBezTo>
                    <a:pt x="50845" y="39587"/>
                    <a:pt x="50466" y="39463"/>
                    <a:pt x="47940" y="38846"/>
                  </a:cubicBezTo>
                  <a:close/>
                  <a:moveTo>
                    <a:pt x="68402" y="32919"/>
                  </a:moveTo>
                  <a:cubicBezTo>
                    <a:pt x="63602" y="31931"/>
                    <a:pt x="59308" y="31931"/>
                    <a:pt x="56782" y="31931"/>
                  </a:cubicBezTo>
                  <a:cubicBezTo>
                    <a:pt x="51350" y="31931"/>
                    <a:pt x="39856" y="31931"/>
                    <a:pt x="39856" y="39340"/>
                  </a:cubicBezTo>
                  <a:cubicBezTo>
                    <a:pt x="39856" y="45144"/>
                    <a:pt x="48192" y="45267"/>
                    <a:pt x="54382" y="45267"/>
                  </a:cubicBezTo>
                  <a:cubicBezTo>
                    <a:pt x="58045" y="45267"/>
                    <a:pt x="63224" y="45267"/>
                    <a:pt x="69918" y="42674"/>
                  </a:cubicBezTo>
                  <a:cubicBezTo>
                    <a:pt x="71055" y="44403"/>
                    <a:pt x="71434" y="46996"/>
                    <a:pt x="71434" y="49219"/>
                  </a:cubicBezTo>
                  <a:cubicBezTo>
                    <a:pt x="71434" y="53541"/>
                    <a:pt x="68781" y="67125"/>
                    <a:pt x="63981" y="73670"/>
                  </a:cubicBezTo>
                  <a:cubicBezTo>
                    <a:pt x="59434" y="79721"/>
                    <a:pt x="52487" y="82685"/>
                    <a:pt x="44656" y="82685"/>
                  </a:cubicBezTo>
                  <a:cubicBezTo>
                    <a:pt x="33919" y="82685"/>
                    <a:pt x="19898" y="77868"/>
                    <a:pt x="19898" y="65149"/>
                  </a:cubicBezTo>
                  <a:cubicBezTo>
                    <a:pt x="19898" y="62803"/>
                    <a:pt x="21161" y="57740"/>
                    <a:pt x="22172" y="54159"/>
                  </a:cubicBezTo>
                  <a:cubicBezTo>
                    <a:pt x="22803" y="51442"/>
                    <a:pt x="26845" y="35635"/>
                    <a:pt x="27098" y="34524"/>
                  </a:cubicBezTo>
                  <a:cubicBezTo>
                    <a:pt x="28235" y="30202"/>
                    <a:pt x="30382" y="21805"/>
                    <a:pt x="40487" y="14395"/>
                  </a:cubicBezTo>
                  <a:cubicBezTo>
                    <a:pt x="50845" y="6739"/>
                    <a:pt x="60824" y="5751"/>
                    <a:pt x="65371" y="5751"/>
                  </a:cubicBezTo>
                  <a:cubicBezTo>
                    <a:pt x="73960" y="5751"/>
                    <a:pt x="73960" y="11185"/>
                    <a:pt x="73960" y="13160"/>
                  </a:cubicBezTo>
                  <a:cubicBezTo>
                    <a:pt x="73960" y="16124"/>
                    <a:pt x="71687" y="27362"/>
                    <a:pt x="68402" y="3291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34" name="Freeform: Shape 6633">
              <a:extLst>
                <a:ext uri="{FF2B5EF4-FFF2-40B4-BE49-F238E27FC236}">
                  <a16:creationId xmlns:a16="http://schemas.microsoft.com/office/drawing/2014/main" id="{EC2F85F8-6654-DF74-7BE7-0F693C12EB6D}"/>
                </a:ext>
              </a:extLst>
            </p:cNvPr>
            <p:cNvSpPr/>
            <p:nvPr>
              <p:custDataLst>
                <p:tags r:id="rId103"/>
              </p:custDataLst>
            </p:nvPr>
          </p:nvSpPr>
          <p:spPr>
            <a:xfrm>
              <a:off x="9972865" y="6694837"/>
              <a:ext cx="32715" cy="123365"/>
            </a:xfrm>
            <a:custGeom>
              <a:avLst/>
              <a:gdLst>
                <a:gd name="connsiteX0" fmla="*/ 2599 w 32715"/>
                <a:gd name="connsiteY0" fmla="*/ 71 h 123365"/>
                <a:gd name="connsiteX1" fmla="*/ 199 w 32715"/>
                <a:gd name="connsiteY1" fmla="*/ 1552 h 123365"/>
                <a:gd name="connsiteX2" fmla="*/ 1336 w 32715"/>
                <a:gd name="connsiteY2" fmla="*/ 3405 h 123365"/>
                <a:gd name="connsiteX3" fmla="*/ 24325 w 32715"/>
                <a:gd name="connsiteY3" fmla="*/ 61691 h 123365"/>
                <a:gd name="connsiteX4" fmla="*/ 2472 w 32715"/>
                <a:gd name="connsiteY4" fmla="*/ 119114 h 123365"/>
                <a:gd name="connsiteX5" fmla="*/ 199 w 32715"/>
                <a:gd name="connsiteY5" fmla="*/ 121954 h 123365"/>
                <a:gd name="connsiteX6" fmla="*/ 1841 w 32715"/>
                <a:gd name="connsiteY6" fmla="*/ 123436 h 123365"/>
                <a:gd name="connsiteX7" fmla="*/ 23693 w 32715"/>
                <a:gd name="connsiteY7" fmla="*/ 99849 h 123365"/>
                <a:gd name="connsiteX8" fmla="*/ 32914 w 32715"/>
                <a:gd name="connsiteY8" fmla="*/ 61815 h 123365"/>
                <a:gd name="connsiteX9" fmla="*/ 2599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599" y="71"/>
                  </a:moveTo>
                  <a:cubicBezTo>
                    <a:pt x="1715" y="71"/>
                    <a:pt x="199" y="71"/>
                    <a:pt x="199" y="1552"/>
                  </a:cubicBezTo>
                  <a:cubicBezTo>
                    <a:pt x="199" y="2170"/>
                    <a:pt x="578" y="2540"/>
                    <a:pt x="1336" y="3405"/>
                  </a:cubicBezTo>
                  <a:cubicBezTo>
                    <a:pt x="12199" y="13160"/>
                    <a:pt x="24325" y="29831"/>
                    <a:pt x="24325" y="61691"/>
                  </a:cubicBezTo>
                  <a:cubicBezTo>
                    <a:pt x="24325" y="87501"/>
                    <a:pt x="16114" y="107012"/>
                    <a:pt x="2472" y="119114"/>
                  </a:cubicBezTo>
                  <a:cubicBezTo>
                    <a:pt x="325" y="121213"/>
                    <a:pt x="199" y="121337"/>
                    <a:pt x="199" y="121954"/>
                  </a:cubicBezTo>
                  <a:cubicBezTo>
                    <a:pt x="199" y="122571"/>
                    <a:pt x="578" y="123436"/>
                    <a:pt x="1841" y="123436"/>
                  </a:cubicBezTo>
                  <a:cubicBezTo>
                    <a:pt x="3357" y="123436"/>
                    <a:pt x="15356" y="115286"/>
                    <a:pt x="23693" y="99849"/>
                  </a:cubicBezTo>
                  <a:cubicBezTo>
                    <a:pt x="29251" y="89600"/>
                    <a:pt x="32914" y="76263"/>
                    <a:pt x="32914" y="61815"/>
                  </a:cubicBezTo>
                  <a:cubicBezTo>
                    <a:pt x="32914" y="44403"/>
                    <a:pt x="27609" y="17359"/>
                    <a:pt x="2599"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35" name="Freeform: Shape 6634">
              <a:extLst>
                <a:ext uri="{FF2B5EF4-FFF2-40B4-BE49-F238E27FC236}">
                  <a16:creationId xmlns:a16="http://schemas.microsoft.com/office/drawing/2014/main" id="{414E6287-C3A7-820C-AE2A-60A9D8351016}"/>
                </a:ext>
              </a:extLst>
            </p:cNvPr>
            <p:cNvSpPr/>
            <p:nvPr>
              <p:custDataLst>
                <p:tags r:id="rId104"/>
              </p:custDataLst>
            </p:nvPr>
          </p:nvSpPr>
          <p:spPr>
            <a:xfrm>
              <a:off x="10094409" y="6812662"/>
              <a:ext cx="110253" cy="7056"/>
            </a:xfrm>
            <a:custGeom>
              <a:avLst/>
              <a:gdLst>
                <a:gd name="connsiteX0" fmla="*/ 104143 w 110253"/>
                <a:gd name="connsiteY0" fmla="*/ 7131 h 7056"/>
                <a:gd name="connsiteX1" fmla="*/ 110458 w 110253"/>
                <a:gd name="connsiteY1" fmla="*/ 3603 h 7056"/>
                <a:gd name="connsiteX2" fmla="*/ 104143 w 110253"/>
                <a:gd name="connsiteY2" fmla="*/ 75 h 7056"/>
                <a:gd name="connsiteX3" fmla="*/ 6521 w 110253"/>
                <a:gd name="connsiteY3" fmla="*/ 75 h 7056"/>
                <a:gd name="connsiteX4" fmla="*/ 205 w 110253"/>
                <a:gd name="connsiteY4" fmla="*/ 3603 h 7056"/>
                <a:gd name="connsiteX5" fmla="*/ 6521 w 110253"/>
                <a:gd name="connsiteY5" fmla="*/ 7131 h 7056"/>
                <a:gd name="connsiteX6" fmla="*/ 104143 w 110253"/>
                <a:gd name="connsiteY6" fmla="*/ 7131 h 7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253" h="7056">
                  <a:moveTo>
                    <a:pt x="104143" y="7131"/>
                  </a:moveTo>
                  <a:cubicBezTo>
                    <a:pt x="107210" y="7131"/>
                    <a:pt x="110458" y="7131"/>
                    <a:pt x="110458" y="3603"/>
                  </a:cubicBezTo>
                  <a:cubicBezTo>
                    <a:pt x="110458" y="75"/>
                    <a:pt x="107210" y="75"/>
                    <a:pt x="104143" y="75"/>
                  </a:cubicBezTo>
                  <a:lnTo>
                    <a:pt x="6521" y="75"/>
                  </a:lnTo>
                  <a:cubicBezTo>
                    <a:pt x="3453" y="75"/>
                    <a:pt x="205" y="75"/>
                    <a:pt x="205" y="3603"/>
                  </a:cubicBezTo>
                  <a:cubicBezTo>
                    <a:pt x="205" y="7131"/>
                    <a:pt x="3453" y="7131"/>
                    <a:pt x="6521" y="7131"/>
                  </a:cubicBezTo>
                  <a:lnTo>
                    <a:pt x="104143" y="713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36" name="Freeform: Shape 6635">
              <a:extLst>
                <a:ext uri="{FF2B5EF4-FFF2-40B4-BE49-F238E27FC236}">
                  <a16:creationId xmlns:a16="http://schemas.microsoft.com/office/drawing/2014/main" id="{E1C93CCA-492D-5619-0C3C-F34533856CEC}"/>
                </a:ext>
              </a:extLst>
            </p:cNvPr>
            <p:cNvSpPr/>
            <p:nvPr>
              <p:custDataLst>
                <p:tags r:id="rId105"/>
              </p:custDataLst>
            </p:nvPr>
          </p:nvSpPr>
          <p:spPr>
            <a:xfrm>
              <a:off x="10199631" y="6770146"/>
              <a:ext cx="160236" cy="92087"/>
            </a:xfrm>
            <a:custGeom>
              <a:avLst/>
              <a:gdLst>
                <a:gd name="connsiteX0" fmla="*/ 140779 w 160236"/>
                <a:gd name="connsiteY0" fmla="*/ 49647 h 92087"/>
                <a:gd name="connsiteX1" fmla="*/ 124539 w 160236"/>
                <a:gd name="connsiteY1" fmla="*/ 66582 h 92087"/>
                <a:gd name="connsiteX2" fmla="*/ 114976 w 160236"/>
                <a:gd name="connsiteY2" fmla="*/ 90045 h 92087"/>
                <a:gd name="connsiteX3" fmla="*/ 118584 w 160236"/>
                <a:gd name="connsiteY3" fmla="*/ 92162 h 92087"/>
                <a:gd name="connsiteX4" fmla="*/ 122554 w 160236"/>
                <a:gd name="connsiteY4" fmla="*/ 88634 h 92087"/>
                <a:gd name="connsiteX5" fmla="*/ 157741 w 160236"/>
                <a:gd name="connsiteY5" fmla="*/ 48412 h 92087"/>
                <a:gd name="connsiteX6" fmla="*/ 160448 w 160236"/>
                <a:gd name="connsiteY6" fmla="*/ 46118 h 92087"/>
                <a:gd name="connsiteX7" fmla="*/ 159005 w 160236"/>
                <a:gd name="connsiteY7" fmla="*/ 44178 h 92087"/>
                <a:gd name="connsiteX8" fmla="*/ 122374 w 160236"/>
                <a:gd name="connsiteY8" fmla="*/ 2721 h 92087"/>
                <a:gd name="connsiteX9" fmla="*/ 118584 w 160236"/>
                <a:gd name="connsiteY9" fmla="*/ 75 h 92087"/>
                <a:gd name="connsiteX10" fmla="*/ 114976 w 160236"/>
                <a:gd name="connsiteY10" fmla="*/ 2192 h 92087"/>
                <a:gd name="connsiteX11" fmla="*/ 124178 w 160236"/>
                <a:gd name="connsiteY11" fmla="*/ 25478 h 92087"/>
                <a:gd name="connsiteX12" fmla="*/ 140779 w 160236"/>
                <a:gd name="connsiteY12" fmla="*/ 42590 h 92087"/>
                <a:gd name="connsiteX13" fmla="*/ 6707 w 160236"/>
                <a:gd name="connsiteY13" fmla="*/ 42590 h 92087"/>
                <a:gd name="connsiteX14" fmla="*/ 211 w 160236"/>
                <a:gd name="connsiteY14" fmla="*/ 46118 h 92087"/>
                <a:gd name="connsiteX15" fmla="*/ 6707 w 160236"/>
                <a:gd name="connsiteY15" fmla="*/ 49647 h 92087"/>
                <a:gd name="connsiteX16" fmla="*/ 140779 w 160236"/>
                <a:gd name="connsiteY16" fmla="*/ 49647 h 92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236" h="92087">
                  <a:moveTo>
                    <a:pt x="140779" y="49647"/>
                  </a:moveTo>
                  <a:cubicBezTo>
                    <a:pt x="130855" y="57056"/>
                    <a:pt x="125983" y="64289"/>
                    <a:pt x="124539" y="66582"/>
                  </a:cubicBezTo>
                  <a:cubicBezTo>
                    <a:pt x="116419" y="78755"/>
                    <a:pt x="114976" y="89869"/>
                    <a:pt x="114976" y="90045"/>
                  </a:cubicBezTo>
                  <a:cubicBezTo>
                    <a:pt x="114976" y="92162"/>
                    <a:pt x="117141" y="92162"/>
                    <a:pt x="118584" y="92162"/>
                  </a:cubicBezTo>
                  <a:cubicBezTo>
                    <a:pt x="121652" y="92162"/>
                    <a:pt x="121833" y="91809"/>
                    <a:pt x="122554" y="88634"/>
                  </a:cubicBezTo>
                  <a:cubicBezTo>
                    <a:pt x="126705" y="71345"/>
                    <a:pt x="137351" y="56527"/>
                    <a:pt x="157741" y="48412"/>
                  </a:cubicBezTo>
                  <a:cubicBezTo>
                    <a:pt x="159907" y="47706"/>
                    <a:pt x="160448" y="47353"/>
                    <a:pt x="160448" y="46118"/>
                  </a:cubicBezTo>
                  <a:cubicBezTo>
                    <a:pt x="160448" y="44883"/>
                    <a:pt x="159365" y="44354"/>
                    <a:pt x="159005" y="44178"/>
                  </a:cubicBezTo>
                  <a:cubicBezTo>
                    <a:pt x="151065" y="41179"/>
                    <a:pt x="129231" y="32358"/>
                    <a:pt x="122374" y="2721"/>
                  </a:cubicBezTo>
                  <a:cubicBezTo>
                    <a:pt x="121833" y="604"/>
                    <a:pt x="121652" y="75"/>
                    <a:pt x="118584" y="75"/>
                  </a:cubicBezTo>
                  <a:cubicBezTo>
                    <a:pt x="117141" y="75"/>
                    <a:pt x="114976" y="75"/>
                    <a:pt x="114976" y="2192"/>
                  </a:cubicBezTo>
                  <a:cubicBezTo>
                    <a:pt x="114976" y="2544"/>
                    <a:pt x="116600" y="13658"/>
                    <a:pt x="124178" y="25478"/>
                  </a:cubicBezTo>
                  <a:cubicBezTo>
                    <a:pt x="127787" y="30770"/>
                    <a:pt x="133020" y="36945"/>
                    <a:pt x="140779" y="42590"/>
                  </a:cubicBezTo>
                  <a:lnTo>
                    <a:pt x="6707" y="42590"/>
                  </a:lnTo>
                  <a:cubicBezTo>
                    <a:pt x="3459" y="42590"/>
                    <a:pt x="211" y="42590"/>
                    <a:pt x="211" y="46118"/>
                  </a:cubicBezTo>
                  <a:cubicBezTo>
                    <a:pt x="211" y="49647"/>
                    <a:pt x="3459" y="49647"/>
                    <a:pt x="6707" y="49647"/>
                  </a:cubicBezTo>
                  <a:lnTo>
                    <a:pt x="140779" y="4964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37" name="Freeform: Shape 6636">
              <a:extLst>
                <a:ext uri="{FF2B5EF4-FFF2-40B4-BE49-F238E27FC236}">
                  <a16:creationId xmlns:a16="http://schemas.microsoft.com/office/drawing/2014/main" id="{15C1A948-E43D-DFBC-D32E-552EDFC1F2D4}"/>
                </a:ext>
              </a:extLst>
            </p:cNvPr>
            <p:cNvSpPr/>
            <p:nvPr>
              <p:custDataLst>
                <p:tags r:id="rId106"/>
              </p:custDataLst>
            </p:nvPr>
          </p:nvSpPr>
          <p:spPr>
            <a:xfrm>
              <a:off x="10428577" y="6782319"/>
              <a:ext cx="69291" cy="79914"/>
            </a:xfrm>
            <a:custGeom>
              <a:avLst/>
              <a:gdLst>
                <a:gd name="connsiteX0" fmla="*/ 25667 w 69291"/>
                <a:gd name="connsiteY0" fmla="*/ 37298 h 79914"/>
                <a:gd name="connsiteX1" fmla="*/ 53275 w 69291"/>
                <a:gd name="connsiteY1" fmla="*/ 33240 h 79914"/>
                <a:gd name="connsiteX2" fmla="*/ 66809 w 69291"/>
                <a:gd name="connsiteY2" fmla="*/ 15070 h 79914"/>
                <a:gd name="connsiteX3" fmla="*/ 47501 w 69291"/>
                <a:gd name="connsiteY3" fmla="*/ 75 h 79914"/>
                <a:gd name="connsiteX4" fmla="*/ 224 w 69291"/>
                <a:gd name="connsiteY4" fmla="*/ 48059 h 79914"/>
                <a:gd name="connsiteX5" fmla="*/ 28554 w 69291"/>
                <a:gd name="connsiteY5" fmla="*/ 79990 h 79914"/>
                <a:gd name="connsiteX6" fmla="*/ 69516 w 69291"/>
                <a:gd name="connsiteY6" fmla="*/ 59173 h 79914"/>
                <a:gd name="connsiteX7" fmla="*/ 67350 w 69291"/>
                <a:gd name="connsiteY7" fmla="*/ 56880 h 79914"/>
                <a:gd name="connsiteX8" fmla="*/ 65004 w 69291"/>
                <a:gd name="connsiteY8" fmla="*/ 58644 h 79914"/>
                <a:gd name="connsiteX9" fmla="*/ 28915 w 69291"/>
                <a:gd name="connsiteY9" fmla="*/ 76108 h 79914"/>
                <a:gd name="connsiteX10" fmla="*/ 13216 w 69291"/>
                <a:gd name="connsiteY10" fmla="*/ 55645 h 79914"/>
                <a:gd name="connsiteX11" fmla="*/ 16103 w 69291"/>
                <a:gd name="connsiteY11" fmla="*/ 37298 h 79914"/>
                <a:gd name="connsiteX12" fmla="*/ 25667 w 69291"/>
                <a:gd name="connsiteY12" fmla="*/ 37298 h 79914"/>
                <a:gd name="connsiteX13" fmla="*/ 17186 w 69291"/>
                <a:gd name="connsiteY13" fmla="*/ 33417 h 79914"/>
                <a:gd name="connsiteX14" fmla="*/ 47501 w 69291"/>
                <a:gd name="connsiteY14" fmla="*/ 3956 h 79914"/>
                <a:gd name="connsiteX15" fmla="*/ 60854 w 69291"/>
                <a:gd name="connsiteY15" fmla="*/ 15070 h 79914"/>
                <a:gd name="connsiteX16" fmla="*/ 24584 w 69291"/>
                <a:gd name="connsiteY16" fmla="*/ 33417 h 79914"/>
                <a:gd name="connsiteX17" fmla="*/ 17186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667" y="37298"/>
                  </a:moveTo>
                  <a:cubicBezTo>
                    <a:pt x="30900" y="37298"/>
                    <a:pt x="44253" y="36945"/>
                    <a:pt x="53275" y="33240"/>
                  </a:cubicBezTo>
                  <a:cubicBezTo>
                    <a:pt x="65907" y="27948"/>
                    <a:pt x="66809" y="17540"/>
                    <a:pt x="66809" y="15070"/>
                  </a:cubicBezTo>
                  <a:cubicBezTo>
                    <a:pt x="66809" y="7308"/>
                    <a:pt x="59952" y="75"/>
                    <a:pt x="47501" y="75"/>
                  </a:cubicBezTo>
                  <a:cubicBezTo>
                    <a:pt x="27472" y="75"/>
                    <a:pt x="224" y="17187"/>
                    <a:pt x="224" y="48059"/>
                  </a:cubicBezTo>
                  <a:cubicBezTo>
                    <a:pt x="224" y="66053"/>
                    <a:pt x="10870" y="79990"/>
                    <a:pt x="28554" y="79990"/>
                  </a:cubicBezTo>
                  <a:cubicBezTo>
                    <a:pt x="54358" y="79990"/>
                    <a:pt x="69516" y="61290"/>
                    <a:pt x="69516" y="59173"/>
                  </a:cubicBezTo>
                  <a:cubicBezTo>
                    <a:pt x="69516" y="58114"/>
                    <a:pt x="68433" y="56880"/>
                    <a:pt x="67350" y="56880"/>
                  </a:cubicBezTo>
                  <a:cubicBezTo>
                    <a:pt x="66448" y="56880"/>
                    <a:pt x="66087" y="57232"/>
                    <a:pt x="65004" y="58644"/>
                  </a:cubicBezTo>
                  <a:cubicBezTo>
                    <a:pt x="50749" y="76108"/>
                    <a:pt x="31080" y="76108"/>
                    <a:pt x="28915" y="76108"/>
                  </a:cubicBezTo>
                  <a:cubicBezTo>
                    <a:pt x="14840" y="76108"/>
                    <a:pt x="13216" y="61290"/>
                    <a:pt x="13216" y="55645"/>
                  </a:cubicBezTo>
                  <a:cubicBezTo>
                    <a:pt x="13216" y="53528"/>
                    <a:pt x="13397" y="48059"/>
                    <a:pt x="16103" y="37298"/>
                  </a:cubicBezTo>
                  <a:lnTo>
                    <a:pt x="25667" y="37298"/>
                  </a:lnTo>
                  <a:close/>
                  <a:moveTo>
                    <a:pt x="17186" y="33417"/>
                  </a:moveTo>
                  <a:cubicBezTo>
                    <a:pt x="24223" y="6602"/>
                    <a:pt x="42810" y="3956"/>
                    <a:pt x="47501" y="3956"/>
                  </a:cubicBezTo>
                  <a:cubicBezTo>
                    <a:pt x="55982" y="3956"/>
                    <a:pt x="60854" y="9072"/>
                    <a:pt x="60854" y="15070"/>
                  </a:cubicBezTo>
                  <a:cubicBezTo>
                    <a:pt x="60854" y="33417"/>
                    <a:pt x="31983" y="33417"/>
                    <a:pt x="24584" y="33417"/>
                  </a:cubicBezTo>
                  <a:lnTo>
                    <a:pt x="17186"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38" name="Freeform: Shape 6637">
              <a:extLst>
                <a:ext uri="{FF2B5EF4-FFF2-40B4-BE49-F238E27FC236}">
                  <a16:creationId xmlns:a16="http://schemas.microsoft.com/office/drawing/2014/main" id="{0274B1A0-CF46-E211-66AF-6F72B43DA841}"/>
                </a:ext>
              </a:extLst>
            </p:cNvPr>
            <p:cNvSpPr/>
            <p:nvPr>
              <p:custDataLst>
                <p:tags r:id="rId107"/>
              </p:custDataLst>
            </p:nvPr>
          </p:nvSpPr>
          <p:spPr>
            <a:xfrm>
              <a:off x="10518823" y="6694837"/>
              <a:ext cx="32841" cy="123365"/>
            </a:xfrm>
            <a:custGeom>
              <a:avLst/>
              <a:gdLst>
                <a:gd name="connsiteX0" fmla="*/ 30544 w 32841"/>
                <a:gd name="connsiteY0" fmla="*/ 71 h 123365"/>
                <a:gd name="connsiteX1" fmla="*/ 229 w 32841"/>
                <a:gd name="connsiteY1" fmla="*/ 61691 h 123365"/>
                <a:gd name="connsiteX2" fmla="*/ 30544 w 32841"/>
                <a:gd name="connsiteY2" fmla="*/ 123436 h 123365"/>
                <a:gd name="connsiteX3" fmla="*/ 33070 w 32841"/>
                <a:gd name="connsiteY3" fmla="*/ 121954 h 123365"/>
                <a:gd name="connsiteX4" fmla="*/ 31807 w 32841"/>
                <a:gd name="connsiteY4" fmla="*/ 120102 h 123365"/>
                <a:gd name="connsiteX5" fmla="*/ 8818 w 32841"/>
                <a:gd name="connsiteY5" fmla="*/ 61815 h 123365"/>
                <a:gd name="connsiteX6" fmla="*/ 32186 w 32841"/>
                <a:gd name="connsiteY6" fmla="*/ 3034 h 123365"/>
                <a:gd name="connsiteX7" fmla="*/ 33070 w 32841"/>
                <a:gd name="connsiteY7" fmla="*/ 1552 h 123365"/>
                <a:gd name="connsiteX8" fmla="*/ 30544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544" y="71"/>
                  </a:moveTo>
                  <a:cubicBezTo>
                    <a:pt x="6544" y="16618"/>
                    <a:pt x="229" y="42798"/>
                    <a:pt x="229" y="61691"/>
                  </a:cubicBezTo>
                  <a:cubicBezTo>
                    <a:pt x="229" y="79103"/>
                    <a:pt x="5534" y="106147"/>
                    <a:pt x="30544" y="123436"/>
                  </a:cubicBezTo>
                  <a:cubicBezTo>
                    <a:pt x="31554" y="123436"/>
                    <a:pt x="33070" y="123436"/>
                    <a:pt x="33070" y="121954"/>
                  </a:cubicBezTo>
                  <a:cubicBezTo>
                    <a:pt x="33070" y="121213"/>
                    <a:pt x="32691" y="120966"/>
                    <a:pt x="31807" y="120102"/>
                  </a:cubicBezTo>
                  <a:cubicBezTo>
                    <a:pt x="15007" y="105283"/>
                    <a:pt x="8818" y="84290"/>
                    <a:pt x="8818" y="61815"/>
                  </a:cubicBezTo>
                  <a:cubicBezTo>
                    <a:pt x="8818" y="28473"/>
                    <a:pt x="21828" y="12172"/>
                    <a:pt x="32186" y="3034"/>
                  </a:cubicBezTo>
                  <a:cubicBezTo>
                    <a:pt x="32691" y="2540"/>
                    <a:pt x="33070" y="2170"/>
                    <a:pt x="33070" y="1552"/>
                  </a:cubicBezTo>
                  <a:cubicBezTo>
                    <a:pt x="33070" y="71"/>
                    <a:pt x="31554" y="71"/>
                    <a:pt x="30544"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39" name="Freeform: Shape 6638">
              <a:extLst>
                <a:ext uri="{FF2B5EF4-FFF2-40B4-BE49-F238E27FC236}">
                  <a16:creationId xmlns:a16="http://schemas.microsoft.com/office/drawing/2014/main" id="{0B96B1E3-CD24-1820-918D-93192496DC56}"/>
                </a:ext>
              </a:extLst>
            </p:cNvPr>
            <p:cNvSpPr/>
            <p:nvPr>
              <p:custDataLst>
                <p:tags r:id="rId108"/>
              </p:custDataLst>
            </p:nvPr>
          </p:nvSpPr>
          <p:spPr>
            <a:xfrm>
              <a:off x="10565108" y="6732625"/>
              <a:ext cx="77429" cy="54828"/>
            </a:xfrm>
            <a:custGeom>
              <a:avLst/>
              <a:gdLst>
                <a:gd name="connsiteX0" fmla="*/ 45704 w 77429"/>
                <a:gd name="connsiteY0" fmla="*/ 25015 h 54828"/>
                <a:gd name="connsiteX1" fmla="*/ 63136 w 77429"/>
                <a:gd name="connsiteY1" fmla="*/ 7850 h 54828"/>
                <a:gd name="connsiteX2" fmla="*/ 74883 w 77429"/>
                <a:gd name="connsiteY2" fmla="*/ 6986 h 54828"/>
                <a:gd name="connsiteX3" fmla="*/ 74883 w 77429"/>
                <a:gd name="connsiteY3" fmla="*/ 71 h 54828"/>
                <a:gd name="connsiteX4" fmla="*/ 62630 w 77429"/>
                <a:gd name="connsiteY4" fmla="*/ 565 h 54828"/>
                <a:gd name="connsiteX5" fmla="*/ 48610 w 77429"/>
                <a:gd name="connsiteY5" fmla="*/ 71 h 54828"/>
                <a:gd name="connsiteX6" fmla="*/ 48610 w 77429"/>
                <a:gd name="connsiteY6" fmla="*/ 6986 h 54828"/>
                <a:gd name="connsiteX7" fmla="*/ 52020 w 77429"/>
                <a:gd name="connsiteY7" fmla="*/ 7727 h 54828"/>
                <a:gd name="connsiteX8" fmla="*/ 40147 w 77429"/>
                <a:gd name="connsiteY8" fmla="*/ 19458 h 54828"/>
                <a:gd name="connsiteX9" fmla="*/ 27894 w 77429"/>
                <a:gd name="connsiteY9" fmla="*/ 6986 h 54828"/>
                <a:gd name="connsiteX10" fmla="*/ 31305 w 77429"/>
                <a:gd name="connsiteY10" fmla="*/ 6986 h 54828"/>
                <a:gd name="connsiteX11" fmla="*/ 31305 w 77429"/>
                <a:gd name="connsiteY11" fmla="*/ 71 h 54828"/>
                <a:gd name="connsiteX12" fmla="*/ 15263 w 77429"/>
                <a:gd name="connsiteY12" fmla="*/ 565 h 54828"/>
                <a:gd name="connsiteX13" fmla="*/ 990 w 77429"/>
                <a:gd name="connsiteY13" fmla="*/ 71 h 54828"/>
                <a:gd name="connsiteX14" fmla="*/ 990 w 77429"/>
                <a:gd name="connsiteY14" fmla="*/ 6986 h 54828"/>
                <a:gd name="connsiteX15" fmla="*/ 10463 w 77429"/>
                <a:gd name="connsiteY15" fmla="*/ 6986 h 54828"/>
                <a:gd name="connsiteX16" fmla="*/ 31178 w 77429"/>
                <a:gd name="connsiteY16" fmla="*/ 28103 h 54828"/>
                <a:gd name="connsiteX17" fmla="*/ 12989 w 77429"/>
                <a:gd name="connsiteY17" fmla="*/ 46008 h 54828"/>
                <a:gd name="connsiteX18" fmla="*/ 7305 w 77429"/>
                <a:gd name="connsiteY18" fmla="*/ 47861 h 54828"/>
                <a:gd name="connsiteX19" fmla="*/ 232 w 77429"/>
                <a:gd name="connsiteY19" fmla="*/ 47984 h 54828"/>
                <a:gd name="connsiteX20" fmla="*/ 232 w 77429"/>
                <a:gd name="connsiteY20" fmla="*/ 54900 h 54828"/>
                <a:gd name="connsiteX21" fmla="*/ 12484 w 77429"/>
                <a:gd name="connsiteY21" fmla="*/ 54406 h 54828"/>
                <a:gd name="connsiteX22" fmla="*/ 26505 w 77429"/>
                <a:gd name="connsiteY22" fmla="*/ 54900 h 54828"/>
                <a:gd name="connsiteX23" fmla="*/ 26505 w 77429"/>
                <a:gd name="connsiteY23" fmla="*/ 47984 h 54828"/>
                <a:gd name="connsiteX24" fmla="*/ 23094 w 77429"/>
                <a:gd name="connsiteY24" fmla="*/ 47120 h 54828"/>
                <a:gd name="connsiteX25" fmla="*/ 36736 w 77429"/>
                <a:gd name="connsiteY25" fmla="*/ 33783 h 54828"/>
                <a:gd name="connsiteX26" fmla="*/ 50757 w 77429"/>
                <a:gd name="connsiteY26" fmla="*/ 47984 h 54828"/>
                <a:gd name="connsiteX27" fmla="*/ 47473 w 77429"/>
                <a:gd name="connsiteY27" fmla="*/ 47984 h 54828"/>
                <a:gd name="connsiteX28" fmla="*/ 47473 w 77429"/>
                <a:gd name="connsiteY28" fmla="*/ 54900 h 54828"/>
                <a:gd name="connsiteX29" fmla="*/ 63515 w 77429"/>
                <a:gd name="connsiteY29" fmla="*/ 54406 h 54828"/>
                <a:gd name="connsiteX30" fmla="*/ 77662 w 77429"/>
                <a:gd name="connsiteY30" fmla="*/ 54900 h 54828"/>
                <a:gd name="connsiteX31" fmla="*/ 77662 w 77429"/>
                <a:gd name="connsiteY31" fmla="*/ 47984 h 54828"/>
                <a:gd name="connsiteX32" fmla="*/ 68314 w 77429"/>
                <a:gd name="connsiteY32" fmla="*/ 47984 h 54828"/>
                <a:gd name="connsiteX33" fmla="*/ 45704 w 77429"/>
                <a:gd name="connsiteY33" fmla="*/ 25015 h 5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429" h="54828">
                  <a:moveTo>
                    <a:pt x="45704" y="25015"/>
                  </a:moveTo>
                  <a:lnTo>
                    <a:pt x="63136" y="7850"/>
                  </a:lnTo>
                  <a:cubicBezTo>
                    <a:pt x="66167" y="6986"/>
                    <a:pt x="69451" y="6986"/>
                    <a:pt x="74883" y="6986"/>
                  </a:cubicBezTo>
                  <a:lnTo>
                    <a:pt x="74883" y="71"/>
                  </a:lnTo>
                  <a:cubicBezTo>
                    <a:pt x="70841" y="441"/>
                    <a:pt x="66672" y="565"/>
                    <a:pt x="62630" y="565"/>
                  </a:cubicBezTo>
                  <a:cubicBezTo>
                    <a:pt x="58336" y="565"/>
                    <a:pt x="49620" y="194"/>
                    <a:pt x="48610" y="71"/>
                  </a:cubicBezTo>
                  <a:lnTo>
                    <a:pt x="48610" y="6986"/>
                  </a:lnTo>
                  <a:cubicBezTo>
                    <a:pt x="50252" y="6986"/>
                    <a:pt x="51136" y="7233"/>
                    <a:pt x="52020" y="7727"/>
                  </a:cubicBezTo>
                  <a:lnTo>
                    <a:pt x="40147" y="19458"/>
                  </a:lnTo>
                  <a:lnTo>
                    <a:pt x="27894" y="6986"/>
                  </a:lnTo>
                  <a:lnTo>
                    <a:pt x="31305" y="6986"/>
                  </a:lnTo>
                  <a:lnTo>
                    <a:pt x="31305" y="71"/>
                  </a:lnTo>
                  <a:cubicBezTo>
                    <a:pt x="30547" y="71"/>
                    <a:pt x="20568" y="565"/>
                    <a:pt x="15263" y="565"/>
                  </a:cubicBezTo>
                  <a:cubicBezTo>
                    <a:pt x="10463" y="565"/>
                    <a:pt x="5790" y="441"/>
                    <a:pt x="990" y="71"/>
                  </a:cubicBezTo>
                  <a:lnTo>
                    <a:pt x="990" y="6986"/>
                  </a:lnTo>
                  <a:lnTo>
                    <a:pt x="10463" y="6986"/>
                  </a:lnTo>
                  <a:lnTo>
                    <a:pt x="31178" y="28103"/>
                  </a:lnTo>
                  <a:lnTo>
                    <a:pt x="12989" y="46008"/>
                  </a:lnTo>
                  <a:cubicBezTo>
                    <a:pt x="11347" y="47490"/>
                    <a:pt x="11221" y="47614"/>
                    <a:pt x="7305" y="47861"/>
                  </a:cubicBezTo>
                  <a:cubicBezTo>
                    <a:pt x="5284" y="47984"/>
                    <a:pt x="863" y="47984"/>
                    <a:pt x="232" y="47984"/>
                  </a:cubicBezTo>
                  <a:lnTo>
                    <a:pt x="232" y="54900"/>
                  </a:lnTo>
                  <a:cubicBezTo>
                    <a:pt x="4274" y="54529"/>
                    <a:pt x="8442" y="54406"/>
                    <a:pt x="12484" y="54406"/>
                  </a:cubicBezTo>
                  <a:cubicBezTo>
                    <a:pt x="15895" y="54406"/>
                    <a:pt x="24863" y="54776"/>
                    <a:pt x="26505" y="54900"/>
                  </a:cubicBezTo>
                  <a:lnTo>
                    <a:pt x="26505" y="47984"/>
                  </a:lnTo>
                  <a:cubicBezTo>
                    <a:pt x="24484" y="47984"/>
                    <a:pt x="23979" y="47737"/>
                    <a:pt x="23094" y="47120"/>
                  </a:cubicBezTo>
                  <a:lnTo>
                    <a:pt x="36736" y="33783"/>
                  </a:lnTo>
                  <a:lnTo>
                    <a:pt x="50757" y="47984"/>
                  </a:lnTo>
                  <a:lnTo>
                    <a:pt x="47473" y="47984"/>
                  </a:lnTo>
                  <a:lnTo>
                    <a:pt x="47473" y="54900"/>
                  </a:lnTo>
                  <a:cubicBezTo>
                    <a:pt x="47599" y="54900"/>
                    <a:pt x="57704" y="54406"/>
                    <a:pt x="63515" y="54406"/>
                  </a:cubicBezTo>
                  <a:cubicBezTo>
                    <a:pt x="68188" y="54406"/>
                    <a:pt x="72988" y="54529"/>
                    <a:pt x="77662" y="54900"/>
                  </a:cubicBezTo>
                  <a:lnTo>
                    <a:pt x="77662" y="47984"/>
                  </a:lnTo>
                  <a:lnTo>
                    <a:pt x="68314" y="47984"/>
                  </a:lnTo>
                  <a:lnTo>
                    <a:pt x="45704" y="25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40" name="Freeform: Shape 6639">
              <a:extLst>
                <a:ext uri="{FF2B5EF4-FFF2-40B4-BE49-F238E27FC236}">
                  <a16:creationId xmlns:a16="http://schemas.microsoft.com/office/drawing/2014/main" id="{D7139DC2-DFBA-5504-E765-BE4951A19942}"/>
                </a:ext>
              </a:extLst>
            </p:cNvPr>
            <p:cNvSpPr/>
            <p:nvPr>
              <p:custDataLst>
                <p:tags r:id="rId109"/>
              </p:custDataLst>
            </p:nvPr>
          </p:nvSpPr>
          <p:spPr>
            <a:xfrm>
              <a:off x="10655316" y="6684909"/>
              <a:ext cx="24991" cy="45955"/>
            </a:xfrm>
            <a:custGeom>
              <a:avLst/>
              <a:gdLst>
                <a:gd name="connsiteX0" fmla="*/ 24326 w 24991"/>
                <a:gd name="connsiteY0" fmla="*/ 8359 h 45955"/>
                <a:gd name="connsiteX1" fmla="*/ 25228 w 24991"/>
                <a:gd name="connsiteY1" fmla="*/ 5272 h 45955"/>
                <a:gd name="connsiteX2" fmla="*/ 19635 w 24991"/>
                <a:gd name="connsiteY2" fmla="*/ 68 h 45955"/>
                <a:gd name="connsiteX3" fmla="*/ 14492 w 24991"/>
                <a:gd name="connsiteY3" fmla="*/ 4125 h 45955"/>
                <a:gd name="connsiteX4" fmla="*/ 597 w 24991"/>
                <a:gd name="connsiteY4" fmla="*/ 42318 h 45955"/>
                <a:gd name="connsiteX5" fmla="*/ 237 w 24991"/>
                <a:gd name="connsiteY5" fmla="*/ 43730 h 45955"/>
                <a:gd name="connsiteX6" fmla="*/ 4116 w 24991"/>
                <a:gd name="connsiteY6" fmla="*/ 46023 h 45955"/>
                <a:gd name="connsiteX7" fmla="*/ 5650 w 24991"/>
                <a:gd name="connsiteY7" fmla="*/ 44524 h 45955"/>
                <a:gd name="connsiteX8" fmla="*/ 24326 w 24991"/>
                <a:gd name="connsiteY8" fmla="*/ 8359 h 4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91" h="45955">
                  <a:moveTo>
                    <a:pt x="24326" y="8359"/>
                  </a:moveTo>
                  <a:cubicBezTo>
                    <a:pt x="24416" y="8271"/>
                    <a:pt x="25228" y="6595"/>
                    <a:pt x="25228" y="5272"/>
                  </a:cubicBezTo>
                  <a:cubicBezTo>
                    <a:pt x="25228" y="2096"/>
                    <a:pt x="22341" y="68"/>
                    <a:pt x="19635" y="68"/>
                  </a:cubicBezTo>
                  <a:cubicBezTo>
                    <a:pt x="15935" y="68"/>
                    <a:pt x="14943" y="2802"/>
                    <a:pt x="14492" y="4125"/>
                  </a:cubicBezTo>
                  <a:lnTo>
                    <a:pt x="597" y="42318"/>
                  </a:lnTo>
                  <a:cubicBezTo>
                    <a:pt x="237" y="43377"/>
                    <a:pt x="237" y="43641"/>
                    <a:pt x="237" y="43730"/>
                  </a:cubicBezTo>
                  <a:cubicBezTo>
                    <a:pt x="237" y="45141"/>
                    <a:pt x="4026" y="46023"/>
                    <a:pt x="4116" y="46023"/>
                  </a:cubicBezTo>
                  <a:cubicBezTo>
                    <a:pt x="4928" y="46023"/>
                    <a:pt x="5109" y="45582"/>
                    <a:pt x="5650" y="44524"/>
                  </a:cubicBezTo>
                  <a:lnTo>
                    <a:pt x="24326" y="83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41" name="Freeform: Shape 6640">
              <a:extLst>
                <a:ext uri="{FF2B5EF4-FFF2-40B4-BE49-F238E27FC236}">
                  <a16:creationId xmlns:a16="http://schemas.microsoft.com/office/drawing/2014/main" id="{205B48E7-6288-B851-165F-D76C4E155627}"/>
                </a:ext>
              </a:extLst>
            </p:cNvPr>
            <p:cNvSpPr/>
            <p:nvPr>
              <p:custDataLst>
                <p:tags r:id="rId110"/>
              </p:custDataLst>
            </p:nvPr>
          </p:nvSpPr>
          <p:spPr>
            <a:xfrm>
              <a:off x="10698387" y="6700765"/>
              <a:ext cx="88292" cy="110645"/>
            </a:xfrm>
            <a:custGeom>
              <a:avLst/>
              <a:gdLst>
                <a:gd name="connsiteX0" fmla="*/ 8450 w 88292"/>
                <a:gd name="connsiteY0" fmla="*/ 108000 h 110645"/>
                <a:gd name="connsiteX1" fmla="*/ 16155 w 88292"/>
                <a:gd name="connsiteY1" fmla="*/ 77498 h 110645"/>
                <a:gd name="connsiteX2" fmla="*/ 44828 w 88292"/>
                <a:gd name="connsiteY2" fmla="*/ 88365 h 110645"/>
                <a:gd name="connsiteX3" fmla="*/ 87521 w 88292"/>
                <a:gd name="connsiteY3" fmla="*/ 54035 h 110645"/>
                <a:gd name="connsiteX4" fmla="*/ 78932 w 88292"/>
                <a:gd name="connsiteY4" fmla="*/ 37241 h 110645"/>
                <a:gd name="connsiteX5" fmla="*/ 88532 w 88292"/>
                <a:gd name="connsiteY5" fmla="*/ 17606 h 110645"/>
                <a:gd name="connsiteX6" fmla="*/ 66048 w 88292"/>
                <a:gd name="connsiteY6" fmla="*/ 71 h 110645"/>
                <a:gd name="connsiteX7" fmla="*/ 19818 w 88292"/>
                <a:gd name="connsiteY7" fmla="*/ 31684 h 110645"/>
                <a:gd name="connsiteX8" fmla="*/ 744 w 88292"/>
                <a:gd name="connsiteY8" fmla="*/ 106394 h 110645"/>
                <a:gd name="connsiteX9" fmla="*/ 239 w 88292"/>
                <a:gd name="connsiteY9" fmla="*/ 108494 h 110645"/>
                <a:gd name="connsiteX10" fmla="*/ 4281 w 88292"/>
                <a:gd name="connsiteY10" fmla="*/ 110717 h 110645"/>
                <a:gd name="connsiteX11" fmla="*/ 8450 w 88292"/>
                <a:gd name="connsiteY11" fmla="*/ 108000 h 110645"/>
                <a:gd name="connsiteX12" fmla="*/ 47985 w 88292"/>
                <a:gd name="connsiteY12" fmla="*/ 38846 h 110645"/>
                <a:gd name="connsiteX13" fmla="*/ 56448 w 88292"/>
                <a:gd name="connsiteY13" fmla="*/ 37611 h 110645"/>
                <a:gd name="connsiteX14" fmla="*/ 62385 w 88292"/>
                <a:gd name="connsiteY14" fmla="*/ 38105 h 110645"/>
                <a:gd name="connsiteX15" fmla="*/ 54680 w 88292"/>
                <a:gd name="connsiteY15" fmla="*/ 39587 h 110645"/>
                <a:gd name="connsiteX16" fmla="*/ 47985 w 88292"/>
                <a:gd name="connsiteY16" fmla="*/ 38846 h 110645"/>
                <a:gd name="connsiteX17" fmla="*/ 68448 w 88292"/>
                <a:gd name="connsiteY17" fmla="*/ 32919 h 110645"/>
                <a:gd name="connsiteX18" fmla="*/ 56827 w 88292"/>
                <a:gd name="connsiteY18" fmla="*/ 31931 h 110645"/>
                <a:gd name="connsiteX19" fmla="*/ 39901 w 88292"/>
                <a:gd name="connsiteY19" fmla="*/ 39340 h 110645"/>
                <a:gd name="connsiteX20" fmla="*/ 54427 w 88292"/>
                <a:gd name="connsiteY20" fmla="*/ 45267 h 110645"/>
                <a:gd name="connsiteX21" fmla="*/ 69964 w 88292"/>
                <a:gd name="connsiteY21" fmla="*/ 42674 h 110645"/>
                <a:gd name="connsiteX22" fmla="*/ 71480 w 88292"/>
                <a:gd name="connsiteY22" fmla="*/ 49219 h 110645"/>
                <a:gd name="connsiteX23" fmla="*/ 64027 w 88292"/>
                <a:gd name="connsiteY23" fmla="*/ 73670 h 110645"/>
                <a:gd name="connsiteX24" fmla="*/ 44701 w 88292"/>
                <a:gd name="connsiteY24" fmla="*/ 82685 h 110645"/>
                <a:gd name="connsiteX25" fmla="*/ 19944 w 88292"/>
                <a:gd name="connsiteY25" fmla="*/ 65149 h 110645"/>
                <a:gd name="connsiteX26" fmla="*/ 22218 w 88292"/>
                <a:gd name="connsiteY26" fmla="*/ 54159 h 110645"/>
                <a:gd name="connsiteX27" fmla="*/ 27144 w 88292"/>
                <a:gd name="connsiteY27" fmla="*/ 34524 h 110645"/>
                <a:gd name="connsiteX28" fmla="*/ 40533 w 88292"/>
                <a:gd name="connsiteY28" fmla="*/ 14395 h 110645"/>
                <a:gd name="connsiteX29" fmla="*/ 65417 w 88292"/>
                <a:gd name="connsiteY29" fmla="*/ 5751 h 110645"/>
                <a:gd name="connsiteX30" fmla="*/ 74006 w 88292"/>
                <a:gd name="connsiteY30" fmla="*/ 13160 h 110645"/>
                <a:gd name="connsiteX31" fmla="*/ 68448 w 88292"/>
                <a:gd name="connsiteY31" fmla="*/ 32919 h 1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292" h="110645">
                  <a:moveTo>
                    <a:pt x="8450" y="108000"/>
                  </a:moveTo>
                  <a:lnTo>
                    <a:pt x="16155" y="77498"/>
                  </a:lnTo>
                  <a:cubicBezTo>
                    <a:pt x="18555" y="80585"/>
                    <a:pt x="27018" y="88365"/>
                    <a:pt x="44828" y="88365"/>
                  </a:cubicBezTo>
                  <a:cubicBezTo>
                    <a:pt x="73122" y="88365"/>
                    <a:pt x="87521" y="69595"/>
                    <a:pt x="87521" y="54035"/>
                  </a:cubicBezTo>
                  <a:cubicBezTo>
                    <a:pt x="87521" y="46873"/>
                    <a:pt x="84616" y="41192"/>
                    <a:pt x="78932" y="37241"/>
                  </a:cubicBezTo>
                  <a:cubicBezTo>
                    <a:pt x="84490" y="32795"/>
                    <a:pt x="88532" y="24892"/>
                    <a:pt x="88532" y="17606"/>
                  </a:cubicBezTo>
                  <a:cubicBezTo>
                    <a:pt x="88532" y="7603"/>
                    <a:pt x="81206" y="71"/>
                    <a:pt x="66048" y="71"/>
                  </a:cubicBezTo>
                  <a:cubicBezTo>
                    <a:pt x="47354" y="71"/>
                    <a:pt x="24870" y="11679"/>
                    <a:pt x="19818" y="31684"/>
                  </a:cubicBezTo>
                  <a:lnTo>
                    <a:pt x="744" y="106394"/>
                  </a:lnTo>
                  <a:cubicBezTo>
                    <a:pt x="239" y="108123"/>
                    <a:pt x="239" y="108370"/>
                    <a:pt x="239" y="108494"/>
                  </a:cubicBezTo>
                  <a:cubicBezTo>
                    <a:pt x="239" y="110717"/>
                    <a:pt x="2387" y="110717"/>
                    <a:pt x="4281" y="110717"/>
                  </a:cubicBezTo>
                  <a:cubicBezTo>
                    <a:pt x="6807" y="110717"/>
                    <a:pt x="7818" y="110717"/>
                    <a:pt x="8450" y="108000"/>
                  </a:cubicBezTo>
                  <a:close/>
                  <a:moveTo>
                    <a:pt x="47985" y="38846"/>
                  </a:moveTo>
                  <a:cubicBezTo>
                    <a:pt x="49628" y="38105"/>
                    <a:pt x="50764" y="37611"/>
                    <a:pt x="56448" y="37611"/>
                  </a:cubicBezTo>
                  <a:cubicBezTo>
                    <a:pt x="58469" y="37611"/>
                    <a:pt x="60112" y="37611"/>
                    <a:pt x="62385" y="38105"/>
                  </a:cubicBezTo>
                  <a:cubicBezTo>
                    <a:pt x="59606" y="39587"/>
                    <a:pt x="56954" y="39587"/>
                    <a:pt x="54680" y="39587"/>
                  </a:cubicBezTo>
                  <a:cubicBezTo>
                    <a:pt x="50891" y="39587"/>
                    <a:pt x="50512" y="39463"/>
                    <a:pt x="47985" y="38846"/>
                  </a:cubicBezTo>
                  <a:close/>
                  <a:moveTo>
                    <a:pt x="68448" y="32919"/>
                  </a:moveTo>
                  <a:cubicBezTo>
                    <a:pt x="63648" y="31931"/>
                    <a:pt x="59354" y="31931"/>
                    <a:pt x="56827" y="31931"/>
                  </a:cubicBezTo>
                  <a:cubicBezTo>
                    <a:pt x="51396" y="31931"/>
                    <a:pt x="39901" y="31931"/>
                    <a:pt x="39901" y="39340"/>
                  </a:cubicBezTo>
                  <a:cubicBezTo>
                    <a:pt x="39901" y="45144"/>
                    <a:pt x="48238" y="45267"/>
                    <a:pt x="54427" y="45267"/>
                  </a:cubicBezTo>
                  <a:cubicBezTo>
                    <a:pt x="58090" y="45267"/>
                    <a:pt x="63269" y="45267"/>
                    <a:pt x="69964" y="42674"/>
                  </a:cubicBezTo>
                  <a:cubicBezTo>
                    <a:pt x="71101" y="44403"/>
                    <a:pt x="71480" y="46996"/>
                    <a:pt x="71480" y="49219"/>
                  </a:cubicBezTo>
                  <a:cubicBezTo>
                    <a:pt x="71480" y="53541"/>
                    <a:pt x="68827" y="67125"/>
                    <a:pt x="64027" y="73670"/>
                  </a:cubicBezTo>
                  <a:cubicBezTo>
                    <a:pt x="59480" y="79721"/>
                    <a:pt x="52533" y="82685"/>
                    <a:pt x="44701" y="82685"/>
                  </a:cubicBezTo>
                  <a:cubicBezTo>
                    <a:pt x="33965" y="82685"/>
                    <a:pt x="19944" y="77868"/>
                    <a:pt x="19944" y="65149"/>
                  </a:cubicBezTo>
                  <a:cubicBezTo>
                    <a:pt x="19944" y="62803"/>
                    <a:pt x="21207" y="57740"/>
                    <a:pt x="22218" y="54159"/>
                  </a:cubicBezTo>
                  <a:cubicBezTo>
                    <a:pt x="22849" y="51442"/>
                    <a:pt x="26891" y="35635"/>
                    <a:pt x="27144" y="34524"/>
                  </a:cubicBezTo>
                  <a:cubicBezTo>
                    <a:pt x="28281" y="30202"/>
                    <a:pt x="30428" y="21805"/>
                    <a:pt x="40533" y="14395"/>
                  </a:cubicBezTo>
                  <a:cubicBezTo>
                    <a:pt x="50891" y="6739"/>
                    <a:pt x="60869" y="5751"/>
                    <a:pt x="65417" y="5751"/>
                  </a:cubicBezTo>
                  <a:cubicBezTo>
                    <a:pt x="74006" y="5751"/>
                    <a:pt x="74006" y="11185"/>
                    <a:pt x="74006" y="13160"/>
                  </a:cubicBezTo>
                  <a:cubicBezTo>
                    <a:pt x="74006" y="16124"/>
                    <a:pt x="71732" y="27362"/>
                    <a:pt x="68448" y="3291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42" name="Freeform: Shape 6641">
              <a:extLst>
                <a:ext uri="{FF2B5EF4-FFF2-40B4-BE49-F238E27FC236}">
                  <a16:creationId xmlns:a16="http://schemas.microsoft.com/office/drawing/2014/main" id="{87F09ECB-1196-8FCE-3404-78FEEC7D5321}"/>
                </a:ext>
              </a:extLst>
            </p:cNvPr>
            <p:cNvSpPr/>
            <p:nvPr>
              <p:custDataLst>
                <p:tags r:id="rId111"/>
              </p:custDataLst>
            </p:nvPr>
          </p:nvSpPr>
          <p:spPr>
            <a:xfrm>
              <a:off x="10801955" y="6711014"/>
              <a:ext cx="92966" cy="91011"/>
            </a:xfrm>
            <a:custGeom>
              <a:avLst/>
              <a:gdLst>
                <a:gd name="connsiteX0" fmla="*/ 49886 w 92966"/>
                <a:gd name="connsiteY0" fmla="*/ 48602 h 91011"/>
                <a:gd name="connsiteX1" fmla="*/ 88537 w 92966"/>
                <a:gd name="connsiteY1" fmla="*/ 48602 h 91011"/>
                <a:gd name="connsiteX2" fmla="*/ 93211 w 92966"/>
                <a:gd name="connsiteY2" fmla="*/ 45638 h 91011"/>
                <a:gd name="connsiteX3" fmla="*/ 88537 w 92966"/>
                <a:gd name="connsiteY3" fmla="*/ 42551 h 91011"/>
                <a:gd name="connsiteX4" fmla="*/ 49886 w 92966"/>
                <a:gd name="connsiteY4" fmla="*/ 42551 h 91011"/>
                <a:gd name="connsiteX5" fmla="*/ 49886 w 92966"/>
                <a:gd name="connsiteY5" fmla="*/ 4640 h 91011"/>
                <a:gd name="connsiteX6" fmla="*/ 46854 w 92966"/>
                <a:gd name="connsiteY6" fmla="*/ 71 h 91011"/>
                <a:gd name="connsiteX7" fmla="*/ 43696 w 92966"/>
                <a:gd name="connsiteY7" fmla="*/ 4640 h 91011"/>
                <a:gd name="connsiteX8" fmla="*/ 43696 w 92966"/>
                <a:gd name="connsiteY8" fmla="*/ 42551 h 91011"/>
                <a:gd name="connsiteX9" fmla="*/ 4918 w 92966"/>
                <a:gd name="connsiteY9" fmla="*/ 42551 h 91011"/>
                <a:gd name="connsiteX10" fmla="*/ 245 w 92966"/>
                <a:gd name="connsiteY10" fmla="*/ 45514 h 91011"/>
                <a:gd name="connsiteX11" fmla="*/ 4918 w 92966"/>
                <a:gd name="connsiteY11" fmla="*/ 48602 h 91011"/>
                <a:gd name="connsiteX12" fmla="*/ 43696 w 92966"/>
                <a:gd name="connsiteY12" fmla="*/ 48602 h 91011"/>
                <a:gd name="connsiteX13" fmla="*/ 43696 w 92966"/>
                <a:gd name="connsiteY13" fmla="*/ 86513 h 91011"/>
                <a:gd name="connsiteX14" fmla="*/ 46728 w 92966"/>
                <a:gd name="connsiteY14" fmla="*/ 91082 h 91011"/>
                <a:gd name="connsiteX15" fmla="*/ 49886 w 92966"/>
                <a:gd name="connsiteY15" fmla="*/ 86513 h 91011"/>
                <a:gd name="connsiteX16" fmla="*/ 49886 w 92966"/>
                <a:gd name="connsiteY16" fmla="*/ 48602 h 91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966" h="91011">
                  <a:moveTo>
                    <a:pt x="49886" y="48602"/>
                  </a:moveTo>
                  <a:lnTo>
                    <a:pt x="88537" y="48602"/>
                  </a:lnTo>
                  <a:cubicBezTo>
                    <a:pt x="90179" y="48602"/>
                    <a:pt x="93211" y="48602"/>
                    <a:pt x="93211" y="45638"/>
                  </a:cubicBezTo>
                  <a:cubicBezTo>
                    <a:pt x="93211" y="42551"/>
                    <a:pt x="90306" y="42551"/>
                    <a:pt x="88537" y="42551"/>
                  </a:cubicBezTo>
                  <a:lnTo>
                    <a:pt x="49886" y="42551"/>
                  </a:lnTo>
                  <a:lnTo>
                    <a:pt x="49886" y="4640"/>
                  </a:lnTo>
                  <a:cubicBezTo>
                    <a:pt x="49886" y="3034"/>
                    <a:pt x="49886" y="71"/>
                    <a:pt x="46854" y="71"/>
                  </a:cubicBezTo>
                  <a:cubicBezTo>
                    <a:pt x="43696" y="71"/>
                    <a:pt x="43696" y="2911"/>
                    <a:pt x="43696" y="4640"/>
                  </a:cubicBezTo>
                  <a:lnTo>
                    <a:pt x="43696" y="42551"/>
                  </a:lnTo>
                  <a:lnTo>
                    <a:pt x="4918" y="42551"/>
                  </a:lnTo>
                  <a:cubicBezTo>
                    <a:pt x="3276" y="42551"/>
                    <a:pt x="245" y="42551"/>
                    <a:pt x="245" y="45514"/>
                  </a:cubicBezTo>
                  <a:cubicBezTo>
                    <a:pt x="245" y="48602"/>
                    <a:pt x="3150" y="48602"/>
                    <a:pt x="4918" y="48602"/>
                  </a:cubicBezTo>
                  <a:lnTo>
                    <a:pt x="43696" y="48602"/>
                  </a:lnTo>
                  <a:lnTo>
                    <a:pt x="43696" y="86513"/>
                  </a:lnTo>
                  <a:cubicBezTo>
                    <a:pt x="43696" y="88118"/>
                    <a:pt x="43696" y="91082"/>
                    <a:pt x="46728" y="91082"/>
                  </a:cubicBezTo>
                  <a:cubicBezTo>
                    <a:pt x="49886" y="91082"/>
                    <a:pt x="49886" y="88242"/>
                    <a:pt x="49886" y="86513"/>
                  </a:cubicBezTo>
                  <a:lnTo>
                    <a:pt x="49886" y="486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43" name="Freeform: Shape 6642">
              <a:extLst>
                <a:ext uri="{FF2B5EF4-FFF2-40B4-BE49-F238E27FC236}">
                  <a16:creationId xmlns:a16="http://schemas.microsoft.com/office/drawing/2014/main" id="{312D6948-BF4A-6E18-E6F4-0ABC3A6688CF}"/>
                </a:ext>
              </a:extLst>
            </p:cNvPr>
            <p:cNvSpPr/>
            <p:nvPr>
              <p:custDataLst>
                <p:tags r:id="rId112"/>
              </p:custDataLst>
            </p:nvPr>
          </p:nvSpPr>
          <p:spPr>
            <a:xfrm>
              <a:off x="10910045" y="6700394"/>
              <a:ext cx="73799" cy="111016"/>
            </a:xfrm>
            <a:custGeom>
              <a:avLst/>
              <a:gdLst>
                <a:gd name="connsiteX0" fmla="*/ 74050 w 73799"/>
                <a:gd name="connsiteY0" fmla="*/ 17236 h 111016"/>
                <a:gd name="connsiteX1" fmla="*/ 53335 w 73799"/>
                <a:gd name="connsiteY1" fmla="*/ 71 h 111016"/>
                <a:gd name="connsiteX2" fmla="*/ 20115 w 73799"/>
                <a:gd name="connsiteY2" fmla="*/ 31807 h 111016"/>
                <a:gd name="connsiteX3" fmla="*/ 284 w 73799"/>
                <a:gd name="connsiteY3" fmla="*/ 109605 h 111016"/>
                <a:gd name="connsiteX4" fmla="*/ 2052 w 73799"/>
                <a:gd name="connsiteY4" fmla="*/ 111087 h 111016"/>
                <a:gd name="connsiteX5" fmla="*/ 4452 w 73799"/>
                <a:gd name="connsiteY5" fmla="*/ 110223 h 111016"/>
                <a:gd name="connsiteX6" fmla="*/ 12915 w 73799"/>
                <a:gd name="connsiteY6" fmla="*/ 77251 h 111016"/>
                <a:gd name="connsiteX7" fmla="*/ 31862 w 73799"/>
                <a:gd name="connsiteY7" fmla="*/ 88242 h 111016"/>
                <a:gd name="connsiteX8" fmla="*/ 69503 w 73799"/>
                <a:gd name="connsiteY8" fmla="*/ 56875 h 111016"/>
                <a:gd name="connsiteX9" fmla="*/ 59651 w 73799"/>
                <a:gd name="connsiteY9" fmla="*/ 38105 h 111016"/>
                <a:gd name="connsiteX10" fmla="*/ 74050 w 73799"/>
                <a:gd name="connsiteY10" fmla="*/ 17236 h 111016"/>
                <a:gd name="connsiteX11" fmla="*/ 49040 w 73799"/>
                <a:gd name="connsiteY11" fmla="*/ 37982 h 111016"/>
                <a:gd name="connsiteX12" fmla="*/ 42598 w 73799"/>
                <a:gd name="connsiteY12" fmla="*/ 38846 h 111016"/>
                <a:gd name="connsiteX13" fmla="*/ 36662 w 73799"/>
                <a:gd name="connsiteY13" fmla="*/ 38229 h 111016"/>
                <a:gd name="connsiteX14" fmla="*/ 42598 w 73799"/>
                <a:gd name="connsiteY14" fmla="*/ 37364 h 111016"/>
                <a:gd name="connsiteX15" fmla="*/ 49040 w 73799"/>
                <a:gd name="connsiteY15" fmla="*/ 37982 h 111016"/>
                <a:gd name="connsiteX16" fmla="*/ 65714 w 73799"/>
                <a:gd name="connsiteY16" fmla="*/ 15013 h 111016"/>
                <a:gd name="connsiteX17" fmla="*/ 54598 w 73799"/>
                <a:gd name="connsiteY17" fmla="*/ 35512 h 111016"/>
                <a:gd name="connsiteX18" fmla="*/ 42725 w 73799"/>
                <a:gd name="connsiteY18" fmla="*/ 33907 h 111016"/>
                <a:gd name="connsiteX19" fmla="*/ 31988 w 73799"/>
                <a:gd name="connsiteY19" fmla="*/ 38599 h 111016"/>
                <a:gd name="connsiteX20" fmla="*/ 42346 w 73799"/>
                <a:gd name="connsiteY20" fmla="*/ 42180 h 111016"/>
                <a:gd name="connsiteX21" fmla="*/ 54345 w 73799"/>
                <a:gd name="connsiteY21" fmla="*/ 40451 h 111016"/>
                <a:gd name="connsiteX22" fmla="*/ 60156 w 73799"/>
                <a:gd name="connsiteY22" fmla="*/ 53541 h 111016"/>
                <a:gd name="connsiteX23" fmla="*/ 32241 w 73799"/>
                <a:gd name="connsiteY23" fmla="*/ 84784 h 111016"/>
                <a:gd name="connsiteX24" fmla="*/ 15567 w 73799"/>
                <a:gd name="connsiteY24" fmla="*/ 69224 h 111016"/>
                <a:gd name="connsiteX25" fmla="*/ 15946 w 73799"/>
                <a:gd name="connsiteY25" fmla="*/ 65643 h 111016"/>
                <a:gd name="connsiteX26" fmla="*/ 24283 w 73799"/>
                <a:gd name="connsiteY26" fmla="*/ 32795 h 111016"/>
                <a:gd name="connsiteX27" fmla="*/ 53082 w 73799"/>
                <a:gd name="connsiteY27" fmla="*/ 3528 h 111016"/>
                <a:gd name="connsiteX28" fmla="*/ 65714 w 73799"/>
                <a:gd name="connsiteY28" fmla="*/ 15013 h 11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3799" h="111016">
                  <a:moveTo>
                    <a:pt x="74050" y="17236"/>
                  </a:moveTo>
                  <a:cubicBezTo>
                    <a:pt x="74050" y="6369"/>
                    <a:pt x="64450" y="71"/>
                    <a:pt x="53335" y="71"/>
                  </a:cubicBezTo>
                  <a:cubicBezTo>
                    <a:pt x="36030" y="71"/>
                    <a:pt x="23273" y="19335"/>
                    <a:pt x="20115" y="31807"/>
                  </a:cubicBezTo>
                  <a:lnTo>
                    <a:pt x="284" y="109605"/>
                  </a:lnTo>
                  <a:cubicBezTo>
                    <a:pt x="31" y="110470"/>
                    <a:pt x="1294" y="111087"/>
                    <a:pt x="2052" y="111087"/>
                  </a:cubicBezTo>
                  <a:cubicBezTo>
                    <a:pt x="3189" y="111087"/>
                    <a:pt x="4199" y="110963"/>
                    <a:pt x="4452" y="110223"/>
                  </a:cubicBezTo>
                  <a:lnTo>
                    <a:pt x="12915" y="77251"/>
                  </a:lnTo>
                  <a:cubicBezTo>
                    <a:pt x="15567" y="82932"/>
                    <a:pt x="21630" y="88242"/>
                    <a:pt x="31862" y="88242"/>
                  </a:cubicBezTo>
                  <a:cubicBezTo>
                    <a:pt x="49546" y="88242"/>
                    <a:pt x="69503" y="75769"/>
                    <a:pt x="69503" y="56875"/>
                  </a:cubicBezTo>
                  <a:cubicBezTo>
                    <a:pt x="69503" y="49590"/>
                    <a:pt x="66093" y="42180"/>
                    <a:pt x="59651" y="38105"/>
                  </a:cubicBezTo>
                  <a:cubicBezTo>
                    <a:pt x="65840" y="34277"/>
                    <a:pt x="74050" y="27238"/>
                    <a:pt x="74050" y="17236"/>
                  </a:cubicBezTo>
                  <a:close/>
                  <a:moveTo>
                    <a:pt x="49040" y="37982"/>
                  </a:moveTo>
                  <a:cubicBezTo>
                    <a:pt x="47146" y="38352"/>
                    <a:pt x="46261" y="38846"/>
                    <a:pt x="42598" y="38846"/>
                  </a:cubicBezTo>
                  <a:cubicBezTo>
                    <a:pt x="40577" y="38846"/>
                    <a:pt x="37546" y="38723"/>
                    <a:pt x="36662" y="38229"/>
                  </a:cubicBezTo>
                  <a:cubicBezTo>
                    <a:pt x="37925" y="37488"/>
                    <a:pt x="41462" y="37364"/>
                    <a:pt x="42598" y="37364"/>
                  </a:cubicBezTo>
                  <a:cubicBezTo>
                    <a:pt x="44493" y="37364"/>
                    <a:pt x="47272" y="37488"/>
                    <a:pt x="49040" y="37982"/>
                  </a:cubicBezTo>
                  <a:close/>
                  <a:moveTo>
                    <a:pt x="65714" y="15013"/>
                  </a:moveTo>
                  <a:cubicBezTo>
                    <a:pt x="65714" y="21558"/>
                    <a:pt x="62429" y="31190"/>
                    <a:pt x="54598" y="35512"/>
                  </a:cubicBezTo>
                  <a:cubicBezTo>
                    <a:pt x="52198" y="34771"/>
                    <a:pt x="49798" y="33907"/>
                    <a:pt x="42725" y="33907"/>
                  </a:cubicBezTo>
                  <a:cubicBezTo>
                    <a:pt x="38304" y="33907"/>
                    <a:pt x="31988" y="34153"/>
                    <a:pt x="31988" y="38599"/>
                  </a:cubicBezTo>
                  <a:cubicBezTo>
                    <a:pt x="31988" y="41686"/>
                    <a:pt x="35904" y="42180"/>
                    <a:pt x="42346" y="42180"/>
                  </a:cubicBezTo>
                  <a:cubicBezTo>
                    <a:pt x="46640" y="42180"/>
                    <a:pt x="50430" y="41563"/>
                    <a:pt x="54345" y="40451"/>
                  </a:cubicBezTo>
                  <a:cubicBezTo>
                    <a:pt x="58135" y="43045"/>
                    <a:pt x="60156" y="48108"/>
                    <a:pt x="60156" y="53541"/>
                  </a:cubicBezTo>
                  <a:cubicBezTo>
                    <a:pt x="60156" y="71447"/>
                    <a:pt x="47651" y="84784"/>
                    <a:pt x="32241" y="84784"/>
                  </a:cubicBezTo>
                  <a:cubicBezTo>
                    <a:pt x="22515" y="84784"/>
                    <a:pt x="15567" y="78980"/>
                    <a:pt x="15567" y="69224"/>
                  </a:cubicBezTo>
                  <a:cubicBezTo>
                    <a:pt x="15567" y="67989"/>
                    <a:pt x="15694" y="66755"/>
                    <a:pt x="15946" y="65643"/>
                  </a:cubicBezTo>
                  <a:lnTo>
                    <a:pt x="24283" y="32795"/>
                  </a:lnTo>
                  <a:cubicBezTo>
                    <a:pt x="27315" y="21064"/>
                    <a:pt x="38430" y="3528"/>
                    <a:pt x="53082" y="3528"/>
                  </a:cubicBezTo>
                  <a:cubicBezTo>
                    <a:pt x="60535" y="3528"/>
                    <a:pt x="65714" y="7480"/>
                    <a:pt x="65714" y="1501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44" name="Freeform: Shape 6643">
              <a:extLst>
                <a:ext uri="{FF2B5EF4-FFF2-40B4-BE49-F238E27FC236}">
                  <a16:creationId xmlns:a16="http://schemas.microsoft.com/office/drawing/2014/main" id="{6570812E-DD15-E5E3-48BA-41B1C2B2D729}"/>
                </a:ext>
              </a:extLst>
            </p:cNvPr>
            <p:cNvSpPr/>
            <p:nvPr>
              <p:custDataLst>
                <p:tags r:id="rId113"/>
              </p:custDataLst>
            </p:nvPr>
          </p:nvSpPr>
          <p:spPr>
            <a:xfrm>
              <a:off x="10989049" y="6746261"/>
              <a:ext cx="42675" cy="76915"/>
            </a:xfrm>
            <a:custGeom>
              <a:avLst/>
              <a:gdLst>
                <a:gd name="connsiteX0" fmla="*/ 42931 w 42675"/>
                <a:gd name="connsiteY0" fmla="*/ 3864 h 76915"/>
                <a:gd name="connsiteX1" fmla="*/ 38961 w 42675"/>
                <a:gd name="connsiteY1" fmla="*/ 72 h 76915"/>
                <a:gd name="connsiteX2" fmla="*/ 33367 w 42675"/>
                <a:gd name="connsiteY2" fmla="*/ 5364 h 76915"/>
                <a:gd name="connsiteX3" fmla="*/ 37337 w 42675"/>
                <a:gd name="connsiteY3" fmla="*/ 9157 h 76915"/>
                <a:gd name="connsiteX4" fmla="*/ 42931 w 42675"/>
                <a:gd name="connsiteY4" fmla="*/ 3864 h 76915"/>
                <a:gd name="connsiteX5" fmla="*/ 23262 w 42675"/>
                <a:gd name="connsiteY5" fmla="*/ 62874 h 76915"/>
                <a:gd name="connsiteX6" fmla="*/ 10360 w 42675"/>
                <a:gd name="connsiteY6" fmla="*/ 73988 h 76915"/>
                <a:gd name="connsiteX7" fmla="*/ 7112 w 42675"/>
                <a:gd name="connsiteY7" fmla="*/ 73547 h 76915"/>
                <a:gd name="connsiteX8" fmla="*/ 9909 w 42675"/>
                <a:gd name="connsiteY8" fmla="*/ 68872 h 76915"/>
                <a:gd name="connsiteX9" fmla="*/ 5849 w 42675"/>
                <a:gd name="connsiteY9" fmla="*/ 65256 h 76915"/>
                <a:gd name="connsiteX10" fmla="*/ 255 w 42675"/>
                <a:gd name="connsiteY10" fmla="*/ 70901 h 76915"/>
                <a:gd name="connsiteX11" fmla="*/ 10450 w 42675"/>
                <a:gd name="connsiteY11" fmla="*/ 76987 h 76915"/>
                <a:gd name="connsiteX12" fmla="*/ 31112 w 42675"/>
                <a:gd name="connsiteY12" fmla="*/ 62963 h 76915"/>
                <a:gd name="connsiteX13" fmla="*/ 39232 w 42675"/>
                <a:gd name="connsiteY13" fmla="*/ 31385 h 76915"/>
                <a:gd name="connsiteX14" fmla="*/ 39683 w 42675"/>
                <a:gd name="connsiteY14" fmla="*/ 28474 h 76915"/>
                <a:gd name="connsiteX15" fmla="*/ 28585 w 42675"/>
                <a:gd name="connsiteY15" fmla="*/ 19918 h 76915"/>
                <a:gd name="connsiteX16" fmla="*/ 10992 w 42675"/>
                <a:gd name="connsiteY16" fmla="*/ 33590 h 76915"/>
                <a:gd name="connsiteX17" fmla="*/ 12887 w 42675"/>
                <a:gd name="connsiteY17" fmla="*/ 34825 h 76915"/>
                <a:gd name="connsiteX18" fmla="*/ 14871 w 42675"/>
                <a:gd name="connsiteY18" fmla="*/ 33590 h 76915"/>
                <a:gd name="connsiteX19" fmla="*/ 28225 w 42675"/>
                <a:gd name="connsiteY19" fmla="*/ 22917 h 76915"/>
                <a:gd name="connsiteX20" fmla="*/ 32014 w 42675"/>
                <a:gd name="connsiteY20" fmla="*/ 27592 h 76915"/>
                <a:gd name="connsiteX21" fmla="*/ 31743 w 42675"/>
                <a:gd name="connsiteY21" fmla="*/ 29885 h 76915"/>
                <a:gd name="connsiteX22" fmla="*/ 23262 w 42675"/>
                <a:gd name="connsiteY22" fmla="*/ 62874 h 7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675" h="76915">
                  <a:moveTo>
                    <a:pt x="42931" y="3864"/>
                  </a:moveTo>
                  <a:cubicBezTo>
                    <a:pt x="42931" y="1836"/>
                    <a:pt x="41397" y="72"/>
                    <a:pt x="38961" y="72"/>
                  </a:cubicBezTo>
                  <a:cubicBezTo>
                    <a:pt x="36164" y="72"/>
                    <a:pt x="33367" y="2718"/>
                    <a:pt x="33367" y="5364"/>
                  </a:cubicBezTo>
                  <a:cubicBezTo>
                    <a:pt x="33367" y="7481"/>
                    <a:pt x="35081" y="9157"/>
                    <a:pt x="37337" y="9157"/>
                  </a:cubicBezTo>
                  <a:cubicBezTo>
                    <a:pt x="40405" y="9157"/>
                    <a:pt x="42931" y="6334"/>
                    <a:pt x="42931" y="3864"/>
                  </a:cubicBezTo>
                  <a:close/>
                  <a:moveTo>
                    <a:pt x="23262" y="62874"/>
                  </a:moveTo>
                  <a:cubicBezTo>
                    <a:pt x="21548" y="69578"/>
                    <a:pt x="15864" y="73988"/>
                    <a:pt x="10360" y="73988"/>
                  </a:cubicBezTo>
                  <a:cubicBezTo>
                    <a:pt x="8826" y="73988"/>
                    <a:pt x="7834" y="73724"/>
                    <a:pt x="7112" y="73547"/>
                  </a:cubicBezTo>
                  <a:cubicBezTo>
                    <a:pt x="9278" y="72313"/>
                    <a:pt x="9909" y="70019"/>
                    <a:pt x="9909" y="68872"/>
                  </a:cubicBezTo>
                  <a:cubicBezTo>
                    <a:pt x="9909" y="67373"/>
                    <a:pt x="8826" y="65256"/>
                    <a:pt x="5849" y="65256"/>
                  </a:cubicBezTo>
                  <a:cubicBezTo>
                    <a:pt x="2781" y="65256"/>
                    <a:pt x="255" y="67990"/>
                    <a:pt x="255" y="70901"/>
                  </a:cubicBezTo>
                  <a:cubicBezTo>
                    <a:pt x="255" y="74694"/>
                    <a:pt x="4315" y="76987"/>
                    <a:pt x="10450" y="76987"/>
                  </a:cubicBezTo>
                  <a:cubicBezTo>
                    <a:pt x="16586" y="76987"/>
                    <a:pt x="28315" y="73900"/>
                    <a:pt x="31112" y="62963"/>
                  </a:cubicBezTo>
                  <a:lnTo>
                    <a:pt x="39232" y="31385"/>
                  </a:lnTo>
                  <a:cubicBezTo>
                    <a:pt x="39412" y="30503"/>
                    <a:pt x="39683" y="29709"/>
                    <a:pt x="39683" y="28474"/>
                  </a:cubicBezTo>
                  <a:cubicBezTo>
                    <a:pt x="39683" y="23446"/>
                    <a:pt x="34901" y="19918"/>
                    <a:pt x="28585" y="19918"/>
                  </a:cubicBezTo>
                  <a:cubicBezTo>
                    <a:pt x="17668" y="19918"/>
                    <a:pt x="10992" y="31826"/>
                    <a:pt x="10992" y="33590"/>
                  </a:cubicBezTo>
                  <a:cubicBezTo>
                    <a:pt x="10992" y="34825"/>
                    <a:pt x="12435" y="34825"/>
                    <a:pt x="12887" y="34825"/>
                  </a:cubicBezTo>
                  <a:cubicBezTo>
                    <a:pt x="14240" y="34825"/>
                    <a:pt x="14420" y="34472"/>
                    <a:pt x="14871" y="33590"/>
                  </a:cubicBezTo>
                  <a:cubicBezTo>
                    <a:pt x="19022" y="24946"/>
                    <a:pt x="25157" y="22917"/>
                    <a:pt x="28225" y="22917"/>
                  </a:cubicBezTo>
                  <a:cubicBezTo>
                    <a:pt x="31833" y="22917"/>
                    <a:pt x="32014" y="26092"/>
                    <a:pt x="32014" y="27592"/>
                  </a:cubicBezTo>
                  <a:cubicBezTo>
                    <a:pt x="32014" y="28827"/>
                    <a:pt x="31924" y="29180"/>
                    <a:pt x="31743" y="29885"/>
                  </a:cubicBezTo>
                  <a:lnTo>
                    <a:pt x="23262" y="6287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45" name="Freeform: Shape 6644">
              <a:extLst>
                <a:ext uri="{FF2B5EF4-FFF2-40B4-BE49-F238E27FC236}">
                  <a16:creationId xmlns:a16="http://schemas.microsoft.com/office/drawing/2014/main" id="{9C9D4687-69F9-A1C1-F925-7C30B26E4D04}"/>
                </a:ext>
              </a:extLst>
            </p:cNvPr>
            <p:cNvSpPr/>
            <p:nvPr>
              <p:custDataLst>
                <p:tags r:id="rId114"/>
              </p:custDataLst>
            </p:nvPr>
          </p:nvSpPr>
          <p:spPr>
            <a:xfrm>
              <a:off x="11062091" y="6694837"/>
              <a:ext cx="32715" cy="123365"/>
            </a:xfrm>
            <a:custGeom>
              <a:avLst/>
              <a:gdLst>
                <a:gd name="connsiteX0" fmla="*/ 2659 w 32715"/>
                <a:gd name="connsiteY0" fmla="*/ 71 h 123365"/>
                <a:gd name="connsiteX1" fmla="*/ 259 w 32715"/>
                <a:gd name="connsiteY1" fmla="*/ 1552 h 123365"/>
                <a:gd name="connsiteX2" fmla="*/ 1396 w 32715"/>
                <a:gd name="connsiteY2" fmla="*/ 3405 h 123365"/>
                <a:gd name="connsiteX3" fmla="*/ 24385 w 32715"/>
                <a:gd name="connsiteY3" fmla="*/ 61691 h 123365"/>
                <a:gd name="connsiteX4" fmla="*/ 2533 w 32715"/>
                <a:gd name="connsiteY4" fmla="*/ 119114 h 123365"/>
                <a:gd name="connsiteX5" fmla="*/ 259 w 32715"/>
                <a:gd name="connsiteY5" fmla="*/ 121954 h 123365"/>
                <a:gd name="connsiteX6" fmla="*/ 1901 w 32715"/>
                <a:gd name="connsiteY6" fmla="*/ 123436 h 123365"/>
                <a:gd name="connsiteX7" fmla="*/ 23753 w 32715"/>
                <a:gd name="connsiteY7" fmla="*/ 99849 h 123365"/>
                <a:gd name="connsiteX8" fmla="*/ 32974 w 32715"/>
                <a:gd name="connsiteY8" fmla="*/ 61815 h 123365"/>
                <a:gd name="connsiteX9" fmla="*/ 2659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659" y="71"/>
                  </a:moveTo>
                  <a:cubicBezTo>
                    <a:pt x="1775" y="71"/>
                    <a:pt x="259" y="71"/>
                    <a:pt x="259" y="1552"/>
                  </a:cubicBezTo>
                  <a:cubicBezTo>
                    <a:pt x="259" y="2170"/>
                    <a:pt x="638" y="2540"/>
                    <a:pt x="1396" y="3405"/>
                  </a:cubicBezTo>
                  <a:cubicBezTo>
                    <a:pt x="12259" y="13160"/>
                    <a:pt x="24385" y="29831"/>
                    <a:pt x="24385" y="61691"/>
                  </a:cubicBezTo>
                  <a:cubicBezTo>
                    <a:pt x="24385" y="87501"/>
                    <a:pt x="16174" y="107012"/>
                    <a:pt x="2533" y="119114"/>
                  </a:cubicBezTo>
                  <a:cubicBezTo>
                    <a:pt x="385" y="121213"/>
                    <a:pt x="259" y="121337"/>
                    <a:pt x="259" y="121954"/>
                  </a:cubicBezTo>
                  <a:cubicBezTo>
                    <a:pt x="259" y="122571"/>
                    <a:pt x="638" y="123436"/>
                    <a:pt x="1901" y="123436"/>
                  </a:cubicBezTo>
                  <a:cubicBezTo>
                    <a:pt x="3417" y="123436"/>
                    <a:pt x="15417" y="115286"/>
                    <a:pt x="23753" y="99849"/>
                  </a:cubicBezTo>
                  <a:cubicBezTo>
                    <a:pt x="29311" y="89600"/>
                    <a:pt x="32974" y="76263"/>
                    <a:pt x="32974" y="61815"/>
                  </a:cubicBezTo>
                  <a:cubicBezTo>
                    <a:pt x="32974" y="44403"/>
                    <a:pt x="27669" y="17359"/>
                    <a:pt x="2659"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46" name="Freeform: Shape 6645">
              <a:extLst>
                <a:ext uri="{FF2B5EF4-FFF2-40B4-BE49-F238E27FC236}">
                  <a16:creationId xmlns:a16="http://schemas.microsoft.com/office/drawing/2014/main" id="{E7A70F18-733E-69B8-E8CB-59D0C26415D4}"/>
                </a:ext>
              </a:extLst>
            </p:cNvPr>
            <p:cNvSpPr/>
            <p:nvPr>
              <p:custDataLst>
                <p:tags r:id="rId115"/>
              </p:custDataLst>
            </p:nvPr>
          </p:nvSpPr>
          <p:spPr>
            <a:xfrm>
              <a:off x="11178763" y="6795550"/>
              <a:ext cx="119997" cy="41280"/>
            </a:xfrm>
            <a:custGeom>
              <a:avLst/>
              <a:gdLst>
                <a:gd name="connsiteX0" fmla="*/ 114127 w 119997"/>
                <a:gd name="connsiteY0" fmla="*/ 7131 h 41280"/>
                <a:gd name="connsiteX1" fmla="*/ 120263 w 119997"/>
                <a:gd name="connsiteY1" fmla="*/ 3603 h 41280"/>
                <a:gd name="connsiteX2" fmla="*/ 114308 w 119997"/>
                <a:gd name="connsiteY2" fmla="*/ 75 h 41280"/>
                <a:gd name="connsiteX3" fmla="*/ 6220 w 119997"/>
                <a:gd name="connsiteY3" fmla="*/ 75 h 41280"/>
                <a:gd name="connsiteX4" fmla="*/ 265 w 119997"/>
                <a:gd name="connsiteY4" fmla="*/ 3603 h 41280"/>
                <a:gd name="connsiteX5" fmla="*/ 6401 w 119997"/>
                <a:gd name="connsiteY5" fmla="*/ 7131 h 41280"/>
                <a:gd name="connsiteX6" fmla="*/ 114127 w 119997"/>
                <a:gd name="connsiteY6" fmla="*/ 7131 h 41280"/>
                <a:gd name="connsiteX7" fmla="*/ 114308 w 119997"/>
                <a:gd name="connsiteY7" fmla="*/ 41355 h 41280"/>
                <a:gd name="connsiteX8" fmla="*/ 120263 w 119997"/>
                <a:gd name="connsiteY8" fmla="*/ 37827 h 41280"/>
                <a:gd name="connsiteX9" fmla="*/ 114127 w 119997"/>
                <a:gd name="connsiteY9" fmla="*/ 34299 h 41280"/>
                <a:gd name="connsiteX10" fmla="*/ 6401 w 119997"/>
                <a:gd name="connsiteY10" fmla="*/ 34299 h 41280"/>
                <a:gd name="connsiteX11" fmla="*/ 265 w 119997"/>
                <a:gd name="connsiteY11" fmla="*/ 37827 h 41280"/>
                <a:gd name="connsiteX12" fmla="*/ 6220 w 119997"/>
                <a:gd name="connsiteY12" fmla="*/ 41355 h 41280"/>
                <a:gd name="connsiteX13" fmla="*/ 114308 w 119997"/>
                <a:gd name="connsiteY13" fmla="*/ 41355 h 4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9997" h="41280">
                  <a:moveTo>
                    <a:pt x="114127" y="7131"/>
                  </a:moveTo>
                  <a:cubicBezTo>
                    <a:pt x="116834" y="7131"/>
                    <a:pt x="120263" y="7131"/>
                    <a:pt x="120263" y="3603"/>
                  </a:cubicBezTo>
                  <a:cubicBezTo>
                    <a:pt x="120263" y="75"/>
                    <a:pt x="116834" y="75"/>
                    <a:pt x="114308" y="75"/>
                  </a:cubicBezTo>
                  <a:lnTo>
                    <a:pt x="6220" y="75"/>
                  </a:lnTo>
                  <a:cubicBezTo>
                    <a:pt x="3694" y="75"/>
                    <a:pt x="265" y="75"/>
                    <a:pt x="265" y="3603"/>
                  </a:cubicBezTo>
                  <a:cubicBezTo>
                    <a:pt x="265" y="7131"/>
                    <a:pt x="3694" y="7131"/>
                    <a:pt x="6401" y="7131"/>
                  </a:cubicBezTo>
                  <a:lnTo>
                    <a:pt x="114127" y="7131"/>
                  </a:lnTo>
                  <a:close/>
                  <a:moveTo>
                    <a:pt x="114308" y="41355"/>
                  </a:moveTo>
                  <a:cubicBezTo>
                    <a:pt x="116834" y="41355"/>
                    <a:pt x="120263" y="41355"/>
                    <a:pt x="120263" y="37827"/>
                  </a:cubicBezTo>
                  <a:cubicBezTo>
                    <a:pt x="120263" y="34299"/>
                    <a:pt x="116834" y="34299"/>
                    <a:pt x="114127" y="34299"/>
                  </a:cubicBezTo>
                  <a:lnTo>
                    <a:pt x="6401" y="34299"/>
                  </a:lnTo>
                  <a:cubicBezTo>
                    <a:pt x="3694" y="34299"/>
                    <a:pt x="265" y="34299"/>
                    <a:pt x="265" y="37827"/>
                  </a:cubicBezTo>
                  <a:cubicBezTo>
                    <a:pt x="265" y="41355"/>
                    <a:pt x="3694" y="41355"/>
                    <a:pt x="6220" y="41355"/>
                  </a:cubicBezTo>
                  <a:lnTo>
                    <a:pt x="114308" y="413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47" name="Freeform: Shape 6646">
              <a:extLst>
                <a:ext uri="{FF2B5EF4-FFF2-40B4-BE49-F238E27FC236}">
                  <a16:creationId xmlns:a16="http://schemas.microsoft.com/office/drawing/2014/main" id="{2A24814D-53F5-9E0A-3146-88DFBC86C551}"/>
                </a:ext>
              </a:extLst>
            </p:cNvPr>
            <p:cNvSpPr/>
            <p:nvPr>
              <p:custDataLst>
                <p:tags r:id="rId116"/>
              </p:custDataLst>
            </p:nvPr>
          </p:nvSpPr>
          <p:spPr>
            <a:xfrm>
              <a:off x="11367429" y="6782319"/>
              <a:ext cx="69291" cy="79914"/>
            </a:xfrm>
            <a:custGeom>
              <a:avLst/>
              <a:gdLst>
                <a:gd name="connsiteX0" fmla="*/ 25719 w 69291"/>
                <a:gd name="connsiteY0" fmla="*/ 37298 h 79914"/>
                <a:gd name="connsiteX1" fmla="*/ 53327 w 69291"/>
                <a:gd name="connsiteY1" fmla="*/ 33240 h 79914"/>
                <a:gd name="connsiteX2" fmla="*/ 66861 w 69291"/>
                <a:gd name="connsiteY2" fmla="*/ 15070 h 79914"/>
                <a:gd name="connsiteX3" fmla="*/ 47553 w 69291"/>
                <a:gd name="connsiteY3" fmla="*/ 75 h 79914"/>
                <a:gd name="connsiteX4" fmla="*/ 276 w 69291"/>
                <a:gd name="connsiteY4" fmla="*/ 48059 h 79914"/>
                <a:gd name="connsiteX5" fmla="*/ 28606 w 69291"/>
                <a:gd name="connsiteY5" fmla="*/ 79990 h 79914"/>
                <a:gd name="connsiteX6" fmla="*/ 69567 w 69291"/>
                <a:gd name="connsiteY6" fmla="*/ 59173 h 79914"/>
                <a:gd name="connsiteX7" fmla="*/ 67402 w 69291"/>
                <a:gd name="connsiteY7" fmla="*/ 56880 h 79914"/>
                <a:gd name="connsiteX8" fmla="*/ 65056 w 69291"/>
                <a:gd name="connsiteY8" fmla="*/ 58644 h 79914"/>
                <a:gd name="connsiteX9" fmla="*/ 28967 w 69291"/>
                <a:gd name="connsiteY9" fmla="*/ 76108 h 79914"/>
                <a:gd name="connsiteX10" fmla="*/ 13268 w 69291"/>
                <a:gd name="connsiteY10" fmla="*/ 55645 h 79914"/>
                <a:gd name="connsiteX11" fmla="*/ 16155 w 69291"/>
                <a:gd name="connsiteY11" fmla="*/ 37298 h 79914"/>
                <a:gd name="connsiteX12" fmla="*/ 25719 w 69291"/>
                <a:gd name="connsiteY12" fmla="*/ 37298 h 79914"/>
                <a:gd name="connsiteX13" fmla="*/ 17238 w 69291"/>
                <a:gd name="connsiteY13" fmla="*/ 33417 h 79914"/>
                <a:gd name="connsiteX14" fmla="*/ 47553 w 69291"/>
                <a:gd name="connsiteY14" fmla="*/ 3956 h 79914"/>
                <a:gd name="connsiteX15" fmla="*/ 60906 w 69291"/>
                <a:gd name="connsiteY15" fmla="*/ 15070 h 79914"/>
                <a:gd name="connsiteX16" fmla="*/ 24636 w 69291"/>
                <a:gd name="connsiteY16" fmla="*/ 33417 h 79914"/>
                <a:gd name="connsiteX17" fmla="*/ 17238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719" y="37298"/>
                  </a:moveTo>
                  <a:cubicBezTo>
                    <a:pt x="30952" y="37298"/>
                    <a:pt x="44305" y="36945"/>
                    <a:pt x="53327" y="33240"/>
                  </a:cubicBezTo>
                  <a:cubicBezTo>
                    <a:pt x="65959" y="27948"/>
                    <a:pt x="66861" y="17540"/>
                    <a:pt x="66861" y="15070"/>
                  </a:cubicBezTo>
                  <a:cubicBezTo>
                    <a:pt x="66861" y="7308"/>
                    <a:pt x="60004" y="75"/>
                    <a:pt x="47553" y="75"/>
                  </a:cubicBezTo>
                  <a:cubicBezTo>
                    <a:pt x="27523" y="75"/>
                    <a:pt x="276" y="17187"/>
                    <a:pt x="276" y="48059"/>
                  </a:cubicBezTo>
                  <a:cubicBezTo>
                    <a:pt x="276" y="66053"/>
                    <a:pt x="10922" y="79990"/>
                    <a:pt x="28606" y="79990"/>
                  </a:cubicBezTo>
                  <a:cubicBezTo>
                    <a:pt x="54410" y="79990"/>
                    <a:pt x="69567" y="61290"/>
                    <a:pt x="69567" y="59173"/>
                  </a:cubicBezTo>
                  <a:cubicBezTo>
                    <a:pt x="69567" y="58114"/>
                    <a:pt x="68485" y="56880"/>
                    <a:pt x="67402" y="56880"/>
                  </a:cubicBezTo>
                  <a:cubicBezTo>
                    <a:pt x="66500" y="56880"/>
                    <a:pt x="66139" y="57232"/>
                    <a:pt x="65056" y="58644"/>
                  </a:cubicBezTo>
                  <a:cubicBezTo>
                    <a:pt x="50801" y="76108"/>
                    <a:pt x="31132" y="76108"/>
                    <a:pt x="28967" y="76108"/>
                  </a:cubicBezTo>
                  <a:cubicBezTo>
                    <a:pt x="14892" y="76108"/>
                    <a:pt x="13268" y="61290"/>
                    <a:pt x="13268" y="55645"/>
                  </a:cubicBezTo>
                  <a:cubicBezTo>
                    <a:pt x="13268" y="53528"/>
                    <a:pt x="13448" y="48059"/>
                    <a:pt x="16155" y="37298"/>
                  </a:cubicBezTo>
                  <a:lnTo>
                    <a:pt x="25719" y="37298"/>
                  </a:lnTo>
                  <a:close/>
                  <a:moveTo>
                    <a:pt x="17238" y="33417"/>
                  </a:moveTo>
                  <a:cubicBezTo>
                    <a:pt x="24275" y="6602"/>
                    <a:pt x="42861" y="3956"/>
                    <a:pt x="47553" y="3956"/>
                  </a:cubicBezTo>
                  <a:cubicBezTo>
                    <a:pt x="56034" y="3956"/>
                    <a:pt x="60906" y="9072"/>
                    <a:pt x="60906" y="15070"/>
                  </a:cubicBezTo>
                  <a:cubicBezTo>
                    <a:pt x="60906" y="33417"/>
                    <a:pt x="32035" y="33417"/>
                    <a:pt x="24636" y="33417"/>
                  </a:cubicBezTo>
                  <a:lnTo>
                    <a:pt x="17238"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48" name="Freeform: Shape 6647">
              <a:extLst>
                <a:ext uri="{FF2B5EF4-FFF2-40B4-BE49-F238E27FC236}">
                  <a16:creationId xmlns:a16="http://schemas.microsoft.com/office/drawing/2014/main" id="{9A7A4495-6E77-9FAF-E47F-D717803D6319}"/>
                </a:ext>
              </a:extLst>
            </p:cNvPr>
            <p:cNvSpPr/>
            <p:nvPr>
              <p:custDataLst>
                <p:tags r:id="rId117"/>
              </p:custDataLst>
            </p:nvPr>
          </p:nvSpPr>
          <p:spPr>
            <a:xfrm>
              <a:off x="11457675" y="6694837"/>
              <a:ext cx="32841" cy="123365"/>
            </a:xfrm>
            <a:custGeom>
              <a:avLst/>
              <a:gdLst>
                <a:gd name="connsiteX0" fmla="*/ 30596 w 32841"/>
                <a:gd name="connsiteY0" fmla="*/ 71 h 123365"/>
                <a:gd name="connsiteX1" fmla="*/ 280 w 32841"/>
                <a:gd name="connsiteY1" fmla="*/ 61691 h 123365"/>
                <a:gd name="connsiteX2" fmla="*/ 30596 w 32841"/>
                <a:gd name="connsiteY2" fmla="*/ 123436 h 123365"/>
                <a:gd name="connsiteX3" fmla="*/ 33122 w 32841"/>
                <a:gd name="connsiteY3" fmla="*/ 121954 h 123365"/>
                <a:gd name="connsiteX4" fmla="*/ 31859 w 32841"/>
                <a:gd name="connsiteY4" fmla="*/ 120102 h 123365"/>
                <a:gd name="connsiteX5" fmla="*/ 8870 w 32841"/>
                <a:gd name="connsiteY5" fmla="*/ 61815 h 123365"/>
                <a:gd name="connsiteX6" fmla="*/ 32238 w 32841"/>
                <a:gd name="connsiteY6" fmla="*/ 3034 h 123365"/>
                <a:gd name="connsiteX7" fmla="*/ 33122 w 32841"/>
                <a:gd name="connsiteY7" fmla="*/ 1552 h 123365"/>
                <a:gd name="connsiteX8" fmla="*/ 30596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596" y="71"/>
                  </a:moveTo>
                  <a:cubicBezTo>
                    <a:pt x="6596" y="16618"/>
                    <a:pt x="280" y="42798"/>
                    <a:pt x="280" y="61691"/>
                  </a:cubicBezTo>
                  <a:cubicBezTo>
                    <a:pt x="280" y="79103"/>
                    <a:pt x="5586" y="106147"/>
                    <a:pt x="30596" y="123436"/>
                  </a:cubicBezTo>
                  <a:cubicBezTo>
                    <a:pt x="31606" y="123436"/>
                    <a:pt x="33122" y="123436"/>
                    <a:pt x="33122" y="121954"/>
                  </a:cubicBezTo>
                  <a:cubicBezTo>
                    <a:pt x="33122" y="121213"/>
                    <a:pt x="32743" y="120966"/>
                    <a:pt x="31859" y="120102"/>
                  </a:cubicBezTo>
                  <a:cubicBezTo>
                    <a:pt x="15059" y="105283"/>
                    <a:pt x="8870" y="84290"/>
                    <a:pt x="8870" y="61815"/>
                  </a:cubicBezTo>
                  <a:cubicBezTo>
                    <a:pt x="8870" y="28473"/>
                    <a:pt x="21880" y="12172"/>
                    <a:pt x="32238" y="3034"/>
                  </a:cubicBezTo>
                  <a:cubicBezTo>
                    <a:pt x="32743" y="2540"/>
                    <a:pt x="33122" y="2170"/>
                    <a:pt x="33122" y="1552"/>
                  </a:cubicBezTo>
                  <a:cubicBezTo>
                    <a:pt x="33122" y="71"/>
                    <a:pt x="31606" y="71"/>
                    <a:pt x="30596"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49" name="Freeform: Shape 6648">
              <a:extLst>
                <a:ext uri="{FF2B5EF4-FFF2-40B4-BE49-F238E27FC236}">
                  <a16:creationId xmlns:a16="http://schemas.microsoft.com/office/drawing/2014/main" id="{AC617246-8A86-145B-5662-5E00692ADF6F}"/>
                </a:ext>
              </a:extLst>
            </p:cNvPr>
            <p:cNvSpPr/>
            <p:nvPr>
              <p:custDataLst>
                <p:tags r:id="rId118"/>
              </p:custDataLst>
            </p:nvPr>
          </p:nvSpPr>
          <p:spPr>
            <a:xfrm>
              <a:off x="11503960" y="6732625"/>
              <a:ext cx="77429" cy="54828"/>
            </a:xfrm>
            <a:custGeom>
              <a:avLst/>
              <a:gdLst>
                <a:gd name="connsiteX0" fmla="*/ 45756 w 77429"/>
                <a:gd name="connsiteY0" fmla="*/ 25015 h 54828"/>
                <a:gd name="connsiteX1" fmla="*/ 63187 w 77429"/>
                <a:gd name="connsiteY1" fmla="*/ 7850 h 54828"/>
                <a:gd name="connsiteX2" fmla="*/ 74934 w 77429"/>
                <a:gd name="connsiteY2" fmla="*/ 6986 h 54828"/>
                <a:gd name="connsiteX3" fmla="*/ 74934 w 77429"/>
                <a:gd name="connsiteY3" fmla="*/ 71 h 54828"/>
                <a:gd name="connsiteX4" fmla="*/ 62682 w 77429"/>
                <a:gd name="connsiteY4" fmla="*/ 565 h 54828"/>
                <a:gd name="connsiteX5" fmla="*/ 48661 w 77429"/>
                <a:gd name="connsiteY5" fmla="*/ 71 h 54828"/>
                <a:gd name="connsiteX6" fmla="*/ 48661 w 77429"/>
                <a:gd name="connsiteY6" fmla="*/ 6986 h 54828"/>
                <a:gd name="connsiteX7" fmla="*/ 52072 w 77429"/>
                <a:gd name="connsiteY7" fmla="*/ 7727 h 54828"/>
                <a:gd name="connsiteX8" fmla="*/ 40198 w 77429"/>
                <a:gd name="connsiteY8" fmla="*/ 19458 h 54828"/>
                <a:gd name="connsiteX9" fmla="*/ 27946 w 77429"/>
                <a:gd name="connsiteY9" fmla="*/ 6986 h 54828"/>
                <a:gd name="connsiteX10" fmla="*/ 31357 w 77429"/>
                <a:gd name="connsiteY10" fmla="*/ 6986 h 54828"/>
                <a:gd name="connsiteX11" fmla="*/ 31357 w 77429"/>
                <a:gd name="connsiteY11" fmla="*/ 71 h 54828"/>
                <a:gd name="connsiteX12" fmla="*/ 15315 w 77429"/>
                <a:gd name="connsiteY12" fmla="*/ 565 h 54828"/>
                <a:gd name="connsiteX13" fmla="*/ 1041 w 77429"/>
                <a:gd name="connsiteY13" fmla="*/ 71 h 54828"/>
                <a:gd name="connsiteX14" fmla="*/ 1041 w 77429"/>
                <a:gd name="connsiteY14" fmla="*/ 6986 h 54828"/>
                <a:gd name="connsiteX15" fmla="*/ 10515 w 77429"/>
                <a:gd name="connsiteY15" fmla="*/ 6986 h 54828"/>
                <a:gd name="connsiteX16" fmla="*/ 31230 w 77429"/>
                <a:gd name="connsiteY16" fmla="*/ 28103 h 54828"/>
                <a:gd name="connsiteX17" fmla="*/ 13041 w 77429"/>
                <a:gd name="connsiteY17" fmla="*/ 46008 h 54828"/>
                <a:gd name="connsiteX18" fmla="*/ 7357 w 77429"/>
                <a:gd name="connsiteY18" fmla="*/ 47861 h 54828"/>
                <a:gd name="connsiteX19" fmla="*/ 284 w 77429"/>
                <a:gd name="connsiteY19" fmla="*/ 47984 h 54828"/>
                <a:gd name="connsiteX20" fmla="*/ 284 w 77429"/>
                <a:gd name="connsiteY20" fmla="*/ 54900 h 54828"/>
                <a:gd name="connsiteX21" fmla="*/ 12536 w 77429"/>
                <a:gd name="connsiteY21" fmla="*/ 54406 h 54828"/>
                <a:gd name="connsiteX22" fmla="*/ 26557 w 77429"/>
                <a:gd name="connsiteY22" fmla="*/ 54900 h 54828"/>
                <a:gd name="connsiteX23" fmla="*/ 26557 w 77429"/>
                <a:gd name="connsiteY23" fmla="*/ 47984 h 54828"/>
                <a:gd name="connsiteX24" fmla="*/ 23146 w 77429"/>
                <a:gd name="connsiteY24" fmla="*/ 47120 h 54828"/>
                <a:gd name="connsiteX25" fmla="*/ 36788 w 77429"/>
                <a:gd name="connsiteY25" fmla="*/ 33783 h 54828"/>
                <a:gd name="connsiteX26" fmla="*/ 50809 w 77429"/>
                <a:gd name="connsiteY26" fmla="*/ 47984 h 54828"/>
                <a:gd name="connsiteX27" fmla="*/ 47525 w 77429"/>
                <a:gd name="connsiteY27" fmla="*/ 47984 h 54828"/>
                <a:gd name="connsiteX28" fmla="*/ 47525 w 77429"/>
                <a:gd name="connsiteY28" fmla="*/ 54900 h 54828"/>
                <a:gd name="connsiteX29" fmla="*/ 63566 w 77429"/>
                <a:gd name="connsiteY29" fmla="*/ 54406 h 54828"/>
                <a:gd name="connsiteX30" fmla="*/ 77713 w 77429"/>
                <a:gd name="connsiteY30" fmla="*/ 54900 h 54828"/>
                <a:gd name="connsiteX31" fmla="*/ 77713 w 77429"/>
                <a:gd name="connsiteY31" fmla="*/ 47984 h 54828"/>
                <a:gd name="connsiteX32" fmla="*/ 68366 w 77429"/>
                <a:gd name="connsiteY32" fmla="*/ 47984 h 54828"/>
                <a:gd name="connsiteX33" fmla="*/ 45756 w 77429"/>
                <a:gd name="connsiteY33" fmla="*/ 25015 h 5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429" h="54828">
                  <a:moveTo>
                    <a:pt x="45756" y="25015"/>
                  </a:moveTo>
                  <a:lnTo>
                    <a:pt x="63187" y="7850"/>
                  </a:lnTo>
                  <a:cubicBezTo>
                    <a:pt x="66219" y="6986"/>
                    <a:pt x="69503" y="6986"/>
                    <a:pt x="74934" y="6986"/>
                  </a:cubicBezTo>
                  <a:lnTo>
                    <a:pt x="74934" y="71"/>
                  </a:lnTo>
                  <a:cubicBezTo>
                    <a:pt x="70892" y="441"/>
                    <a:pt x="66724" y="565"/>
                    <a:pt x="62682" y="565"/>
                  </a:cubicBezTo>
                  <a:cubicBezTo>
                    <a:pt x="58388" y="565"/>
                    <a:pt x="49672" y="194"/>
                    <a:pt x="48661" y="71"/>
                  </a:cubicBezTo>
                  <a:lnTo>
                    <a:pt x="48661" y="6986"/>
                  </a:lnTo>
                  <a:cubicBezTo>
                    <a:pt x="50303" y="6986"/>
                    <a:pt x="51188" y="7233"/>
                    <a:pt x="52072" y="7727"/>
                  </a:cubicBezTo>
                  <a:lnTo>
                    <a:pt x="40198" y="19458"/>
                  </a:lnTo>
                  <a:lnTo>
                    <a:pt x="27946" y="6986"/>
                  </a:lnTo>
                  <a:lnTo>
                    <a:pt x="31357" y="6986"/>
                  </a:lnTo>
                  <a:lnTo>
                    <a:pt x="31357" y="71"/>
                  </a:lnTo>
                  <a:cubicBezTo>
                    <a:pt x="30599" y="71"/>
                    <a:pt x="20620" y="565"/>
                    <a:pt x="15315" y="565"/>
                  </a:cubicBezTo>
                  <a:cubicBezTo>
                    <a:pt x="10515" y="565"/>
                    <a:pt x="5841" y="441"/>
                    <a:pt x="1041" y="71"/>
                  </a:cubicBezTo>
                  <a:lnTo>
                    <a:pt x="1041" y="6986"/>
                  </a:lnTo>
                  <a:lnTo>
                    <a:pt x="10515" y="6986"/>
                  </a:lnTo>
                  <a:lnTo>
                    <a:pt x="31230" y="28103"/>
                  </a:lnTo>
                  <a:lnTo>
                    <a:pt x="13041" y="46008"/>
                  </a:lnTo>
                  <a:cubicBezTo>
                    <a:pt x="11399" y="47490"/>
                    <a:pt x="11273" y="47614"/>
                    <a:pt x="7357" y="47861"/>
                  </a:cubicBezTo>
                  <a:cubicBezTo>
                    <a:pt x="5336" y="47984"/>
                    <a:pt x="915" y="47984"/>
                    <a:pt x="284" y="47984"/>
                  </a:cubicBezTo>
                  <a:lnTo>
                    <a:pt x="284" y="54900"/>
                  </a:lnTo>
                  <a:cubicBezTo>
                    <a:pt x="4326" y="54529"/>
                    <a:pt x="8494" y="54406"/>
                    <a:pt x="12536" y="54406"/>
                  </a:cubicBezTo>
                  <a:cubicBezTo>
                    <a:pt x="15946" y="54406"/>
                    <a:pt x="24915" y="54776"/>
                    <a:pt x="26557" y="54900"/>
                  </a:cubicBezTo>
                  <a:lnTo>
                    <a:pt x="26557" y="47984"/>
                  </a:lnTo>
                  <a:cubicBezTo>
                    <a:pt x="24536" y="47984"/>
                    <a:pt x="24030" y="47737"/>
                    <a:pt x="23146" y="47120"/>
                  </a:cubicBezTo>
                  <a:lnTo>
                    <a:pt x="36788" y="33783"/>
                  </a:lnTo>
                  <a:lnTo>
                    <a:pt x="50809" y="47984"/>
                  </a:lnTo>
                  <a:lnTo>
                    <a:pt x="47525" y="47984"/>
                  </a:lnTo>
                  <a:lnTo>
                    <a:pt x="47525" y="54900"/>
                  </a:lnTo>
                  <a:cubicBezTo>
                    <a:pt x="47651" y="54900"/>
                    <a:pt x="57756" y="54406"/>
                    <a:pt x="63566" y="54406"/>
                  </a:cubicBezTo>
                  <a:cubicBezTo>
                    <a:pt x="68240" y="54406"/>
                    <a:pt x="73040" y="54529"/>
                    <a:pt x="77713" y="54900"/>
                  </a:cubicBezTo>
                  <a:lnTo>
                    <a:pt x="77713" y="47984"/>
                  </a:lnTo>
                  <a:lnTo>
                    <a:pt x="68366" y="47984"/>
                  </a:lnTo>
                  <a:lnTo>
                    <a:pt x="45756" y="25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50" name="Freeform: Shape 6649">
              <a:extLst>
                <a:ext uri="{FF2B5EF4-FFF2-40B4-BE49-F238E27FC236}">
                  <a16:creationId xmlns:a16="http://schemas.microsoft.com/office/drawing/2014/main" id="{BDC22400-9406-BD4D-EAA7-920AC4CFE5BD}"/>
                </a:ext>
              </a:extLst>
            </p:cNvPr>
            <p:cNvSpPr/>
            <p:nvPr>
              <p:custDataLst>
                <p:tags r:id="rId119"/>
              </p:custDataLst>
            </p:nvPr>
          </p:nvSpPr>
          <p:spPr>
            <a:xfrm>
              <a:off x="11594169" y="6684909"/>
              <a:ext cx="24991" cy="45955"/>
            </a:xfrm>
            <a:custGeom>
              <a:avLst/>
              <a:gdLst>
                <a:gd name="connsiteX0" fmla="*/ 24378 w 24991"/>
                <a:gd name="connsiteY0" fmla="*/ 8359 h 45955"/>
                <a:gd name="connsiteX1" fmla="*/ 25280 w 24991"/>
                <a:gd name="connsiteY1" fmla="*/ 5272 h 45955"/>
                <a:gd name="connsiteX2" fmla="*/ 19686 w 24991"/>
                <a:gd name="connsiteY2" fmla="*/ 68 h 45955"/>
                <a:gd name="connsiteX3" fmla="*/ 14544 w 24991"/>
                <a:gd name="connsiteY3" fmla="*/ 4125 h 45955"/>
                <a:gd name="connsiteX4" fmla="*/ 649 w 24991"/>
                <a:gd name="connsiteY4" fmla="*/ 42318 h 45955"/>
                <a:gd name="connsiteX5" fmla="*/ 288 w 24991"/>
                <a:gd name="connsiteY5" fmla="*/ 43730 h 45955"/>
                <a:gd name="connsiteX6" fmla="*/ 4168 w 24991"/>
                <a:gd name="connsiteY6" fmla="*/ 46023 h 45955"/>
                <a:gd name="connsiteX7" fmla="*/ 5702 w 24991"/>
                <a:gd name="connsiteY7" fmla="*/ 44524 h 45955"/>
                <a:gd name="connsiteX8" fmla="*/ 24378 w 24991"/>
                <a:gd name="connsiteY8" fmla="*/ 8359 h 4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91" h="45955">
                  <a:moveTo>
                    <a:pt x="24378" y="8359"/>
                  </a:moveTo>
                  <a:cubicBezTo>
                    <a:pt x="24468" y="8271"/>
                    <a:pt x="25280" y="6595"/>
                    <a:pt x="25280" y="5272"/>
                  </a:cubicBezTo>
                  <a:cubicBezTo>
                    <a:pt x="25280" y="2096"/>
                    <a:pt x="22393" y="68"/>
                    <a:pt x="19686" y="68"/>
                  </a:cubicBezTo>
                  <a:cubicBezTo>
                    <a:pt x="15987" y="68"/>
                    <a:pt x="14995" y="2802"/>
                    <a:pt x="14544" y="4125"/>
                  </a:cubicBezTo>
                  <a:lnTo>
                    <a:pt x="649" y="42318"/>
                  </a:lnTo>
                  <a:cubicBezTo>
                    <a:pt x="288" y="43377"/>
                    <a:pt x="288" y="43641"/>
                    <a:pt x="288" y="43730"/>
                  </a:cubicBezTo>
                  <a:cubicBezTo>
                    <a:pt x="288" y="45141"/>
                    <a:pt x="4078" y="46023"/>
                    <a:pt x="4168" y="46023"/>
                  </a:cubicBezTo>
                  <a:cubicBezTo>
                    <a:pt x="4980" y="46023"/>
                    <a:pt x="5160" y="45582"/>
                    <a:pt x="5702" y="44524"/>
                  </a:cubicBezTo>
                  <a:lnTo>
                    <a:pt x="24378" y="83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51" name="Freeform: Shape 6650">
              <a:extLst>
                <a:ext uri="{FF2B5EF4-FFF2-40B4-BE49-F238E27FC236}">
                  <a16:creationId xmlns:a16="http://schemas.microsoft.com/office/drawing/2014/main" id="{C19E3E49-70DE-5659-A3A0-686FDFF4A346}"/>
                </a:ext>
              </a:extLst>
            </p:cNvPr>
            <p:cNvSpPr/>
            <p:nvPr>
              <p:custDataLst>
                <p:tags r:id="rId120"/>
              </p:custDataLst>
            </p:nvPr>
          </p:nvSpPr>
          <p:spPr>
            <a:xfrm>
              <a:off x="11637239" y="6700765"/>
              <a:ext cx="88292" cy="110645"/>
            </a:xfrm>
            <a:custGeom>
              <a:avLst/>
              <a:gdLst>
                <a:gd name="connsiteX0" fmla="*/ 8501 w 88292"/>
                <a:gd name="connsiteY0" fmla="*/ 108000 h 110645"/>
                <a:gd name="connsiteX1" fmla="*/ 16206 w 88292"/>
                <a:gd name="connsiteY1" fmla="*/ 77498 h 110645"/>
                <a:gd name="connsiteX2" fmla="*/ 44879 w 88292"/>
                <a:gd name="connsiteY2" fmla="*/ 88365 h 110645"/>
                <a:gd name="connsiteX3" fmla="*/ 87573 w 88292"/>
                <a:gd name="connsiteY3" fmla="*/ 54035 h 110645"/>
                <a:gd name="connsiteX4" fmla="*/ 78984 w 88292"/>
                <a:gd name="connsiteY4" fmla="*/ 37241 h 110645"/>
                <a:gd name="connsiteX5" fmla="*/ 88584 w 88292"/>
                <a:gd name="connsiteY5" fmla="*/ 17606 h 110645"/>
                <a:gd name="connsiteX6" fmla="*/ 66100 w 88292"/>
                <a:gd name="connsiteY6" fmla="*/ 71 h 110645"/>
                <a:gd name="connsiteX7" fmla="*/ 19870 w 88292"/>
                <a:gd name="connsiteY7" fmla="*/ 31684 h 110645"/>
                <a:gd name="connsiteX8" fmla="*/ 796 w 88292"/>
                <a:gd name="connsiteY8" fmla="*/ 106394 h 110645"/>
                <a:gd name="connsiteX9" fmla="*/ 291 w 88292"/>
                <a:gd name="connsiteY9" fmla="*/ 108494 h 110645"/>
                <a:gd name="connsiteX10" fmla="*/ 4333 w 88292"/>
                <a:gd name="connsiteY10" fmla="*/ 110717 h 110645"/>
                <a:gd name="connsiteX11" fmla="*/ 8501 w 88292"/>
                <a:gd name="connsiteY11" fmla="*/ 108000 h 110645"/>
                <a:gd name="connsiteX12" fmla="*/ 48037 w 88292"/>
                <a:gd name="connsiteY12" fmla="*/ 38846 h 110645"/>
                <a:gd name="connsiteX13" fmla="*/ 56500 w 88292"/>
                <a:gd name="connsiteY13" fmla="*/ 37611 h 110645"/>
                <a:gd name="connsiteX14" fmla="*/ 62437 w 88292"/>
                <a:gd name="connsiteY14" fmla="*/ 38105 h 110645"/>
                <a:gd name="connsiteX15" fmla="*/ 54732 w 88292"/>
                <a:gd name="connsiteY15" fmla="*/ 39587 h 110645"/>
                <a:gd name="connsiteX16" fmla="*/ 48037 w 88292"/>
                <a:gd name="connsiteY16" fmla="*/ 38846 h 110645"/>
                <a:gd name="connsiteX17" fmla="*/ 68500 w 88292"/>
                <a:gd name="connsiteY17" fmla="*/ 32919 h 110645"/>
                <a:gd name="connsiteX18" fmla="*/ 56879 w 88292"/>
                <a:gd name="connsiteY18" fmla="*/ 31931 h 110645"/>
                <a:gd name="connsiteX19" fmla="*/ 39953 w 88292"/>
                <a:gd name="connsiteY19" fmla="*/ 39340 h 110645"/>
                <a:gd name="connsiteX20" fmla="*/ 54479 w 88292"/>
                <a:gd name="connsiteY20" fmla="*/ 45267 h 110645"/>
                <a:gd name="connsiteX21" fmla="*/ 70016 w 88292"/>
                <a:gd name="connsiteY21" fmla="*/ 42674 h 110645"/>
                <a:gd name="connsiteX22" fmla="*/ 71531 w 88292"/>
                <a:gd name="connsiteY22" fmla="*/ 49219 h 110645"/>
                <a:gd name="connsiteX23" fmla="*/ 64079 w 88292"/>
                <a:gd name="connsiteY23" fmla="*/ 73670 h 110645"/>
                <a:gd name="connsiteX24" fmla="*/ 44753 w 88292"/>
                <a:gd name="connsiteY24" fmla="*/ 82685 h 110645"/>
                <a:gd name="connsiteX25" fmla="*/ 19996 w 88292"/>
                <a:gd name="connsiteY25" fmla="*/ 65149 h 110645"/>
                <a:gd name="connsiteX26" fmla="*/ 22269 w 88292"/>
                <a:gd name="connsiteY26" fmla="*/ 54159 h 110645"/>
                <a:gd name="connsiteX27" fmla="*/ 27196 w 88292"/>
                <a:gd name="connsiteY27" fmla="*/ 34524 h 110645"/>
                <a:gd name="connsiteX28" fmla="*/ 40585 w 88292"/>
                <a:gd name="connsiteY28" fmla="*/ 14395 h 110645"/>
                <a:gd name="connsiteX29" fmla="*/ 65468 w 88292"/>
                <a:gd name="connsiteY29" fmla="*/ 5751 h 110645"/>
                <a:gd name="connsiteX30" fmla="*/ 74058 w 88292"/>
                <a:gd name="connsiteY30" fmla="*/ 13160 h 110645"/>
                <a:gd name="connsiteX31" fmla="*/ 68500 w 88292"/>
                <a:gd name="connsiteY31" fmla="*/ 32919 h 1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292" h="110645">
                  <a:moveTo>
                    <a:pt x="8501" y="108000"/>
                  </a:moveTo>
                  <a:lnTo>
                    <a:pt x="16206" y="77498"/>
                  </a:lnTo>
                  <a:cubicBezTo>
                    <a:pt x="18606" y="80585"/>
                    <a:pt x="27069" y="88365"/>
                    <a:pt x="44879" y="88365"/>
                  </a:cubicBezTo>
                  <a:cubicBezTo>
                    <a:pt x="73174" y="88365"/>
                    <a:pt x="87573" y="69595"/>
                    <a:pt x="87573" y="54035"/>
                  </a:cubicBezTo>
                  <a:cubicBezTo>
                    <a:pt x="87573" y="46873"/>
                    <a:pt x="84668" y="41192"/>
                    <a:pt x="78984" y="37241"/>
                  </a:cubicBezTo>
                  <a:cubicBezTo>
                    <a:pt x="84542" y="32795"/>
                    <a:pt x="88584" y="24892"/>
                    <a:pt x="88584" y="17606"/>
                  </a:cubicBezTo>
                  <a:cubicBezTo>
                    <a:pt x="88584" y="7603"/>
                    <a:pt x="81258" y="71"/>
                    <a:pt x="66100" y="71"/>
                  </a:cubicBezTo>
                  <a:cubicBezTo>
                    <a:pt x="47406" y="71"/>
                    <a:pt x="24922" y="11679"/>
                    <a:pt x="19870" y="31684"/>
                  </a:cubicBezTo>
                  <a:lnTo>
                    <a:pt x="796" y="106394"/>
                  </a:lnTo>
                  <a:cubicBezTo>
                    <a:pt x="291" y="108123"/>
                    <a:pt x="291" y="108370"/>
                    <a:pt x="291" y="108494"/>
                  </a:cubicBezTo>
                  <a:cubicBezTo>
                    <a:pt x="291" y="110717"/>
                    <a:pt x="2438" y="110717"/>
                    <a:pt x="4333" y="110717"/>
                  </a:cubicBezTo>
                  <a:cubicBezTo>
                    <a:pt x="6859" y="110717"/>
                    <a:pt x="7870" y="110717"/>
                    <a:pt x="8501" y="108000"/>
                  </a:cubicBezTo>
                  <a:close/>
                  <a:moveTo>
                    <a:pt x="48037" y="38846"/>
                  </a:moveTo>
                  <a:cubicBezTo>
                    <a:pt x="49679" y="38105"/>
                    <a:pt x="50816" y="37611"/>
                    <a:pt x="56500" y="37611"/>
                  </a:cubicBezTo>
                  <a:cubicBezTo>
                    <a:pt x="58521" y="37611"/>
                    <a:pt x="60163" y="37611"/>
                    <a:pt x="62437" y="38105"/>
                  </a:cubicBezTo>
                  <a:cubicBezTo>
                    <a:pt x="59658" y="39587"/>
                    <a:pt x="57006" y="39587"/>
                    <a:pt x="54732" y="39587"/>
                  </a:cubicBezTo>
                  <a:cubicBezTo>
                    <a:pt x="50943" y="39587"/>
                    <a:pt x="50564" y="39463"/>
                    <a:pt x="48037" y="38846"/>
                  </a:cubicBezTo>
                  <a:close/>
                  <a:moveTo>
                    <a:pt x="68500" y="32919"/>
                  </a:moveTo>
                  <a:cubicBezTo>
                    <a:pt x="63700" y="31931"/>
                    <a:pt x="59405" y="31931"/>
                    <a:pt x="56879" y="31931"/>
                  </a:cubicBezTo>
                  <a:cubicBezTo>
                    <a:pt x="51448" y="31931"/>
                    <a:pt x="39953" y="31931"/>
                    <a:pt x="39953" y="39340"/>
                  </a:cubicBezTo>
                  <a:cubicBezTo>
                    <a:pt x="39953" y="45144"/>
                    <a:pt x="48290" y="45267"/>
                    <a:pt x="54479" y="45267"/>
                  </a:cubicBezTo>
                  <a:cubicBezTo>
                    <a:pt x="58142" y="45267"/>
                    <a:pt x="63321" y="45267"/>
                    <a:pt x="70016" y="42674"/>
                  </a:cubicBezTo>
                  <a:cubicBezTo>
                    <a:pt x="71153" y="44403"/>
                    <a:pt x="71531" y="46996"/>
                    <a:pt x="71531" y="49219"/>
                  </a:cubicBezTo>
                  <a:cubicBezTo>
                    <a:pt x="71531" y="53541"/>
                    <a:pt x="68879" y="67125"/>
                    <a:pt x="64079" y="73670"/>
                  </a:cubicBezTo>
                  <a:cubicBezTo>
                    <a:pt x="59532" y="79721"/>
                    <a:pt x="52585" y="82685"/>
                    <a:pt x="44753" y="82685"/>
                  </a:cubicBezTo>
                  <a:cubicBezTo>
                    <a:pt x="34017" y="82685"/>
                    <a:pt x="19996" y="77868"/>
                    <a:pt x="19996" y="65149"/>
                  </a:cubicBezTo>
                  <a:cubicBezTo>
                    <a:pt x="19996" y="62803"/>
                    <a:pt x="21259" y="57740"/>
                    <a:pt x="22269" y="54159"/>
                  </a:cubicBezTo>
                  <a:cubicBezTo>
                    <a:pt x="22901" y="51442"/>
                    <a:pt x="26943" y="35635"/>
                    <a:pt x="27196" y="34524"/>
                  </a:cubicBezTo>
                  <a:cubicBezTo>
                    <a:pt x="28333" y="30202"/>
                    <a:pt x="30480" y="21805"/>
                    <a:pt x="40585" y="14395"/>
                  </a:cubicBezTo>
                  <a:cubicBezTo>
                    <a:pt x="50943" y="6739"/>
                    <a:pt x="60921" y="5751"/>
                    <a:pt x="65468" y="5751"/>
                  </a:cubicBezTo>
                  <a:cubicBezTo>
                    <a:pt x="74058" y="5751"/>
                    <a:pt x="74058" y="11185"/>
                    <a:pt x="74058" y="13160"/>
                  </a:cubicBezTo>
                  <a:cubicBezTo>
                    <a:pt x="74058" y="16124"/>
                    <a:pt x="71784" y="27362"/>
                    <a:pt x="68500" y="3291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52" name="Freeform: Shape 6651">
              <a:extLst>
                <a:ext uri="{FF2B5EF4-FFF2-40B4-BE49-F238E27FC236}">
                  <a16:creationId xmlns:a16="http://schemas.microsoft.com/office/drawing/2014/main" id="{955CF244-4250-6165-1F91-2BECEA9A0A7B}"/>
                </a:ext>
              </a:extLst>
            </p:cNvPr>
            <p:cNvSpPr/>
            <p:nvPr>
              <p:custDataLst>
                <p:tags r:id="rId121"/>
              </p:custDataLst>
            </p:nvPr>
          </p:nvSpPr>
          <p:spPr>
            <a:xfrm>
              <a:off x="11740934" y="6694837"/>
              <a:ext cx="32715" cy="123365"/>
            </a:xfrm>
            <a:custGeom>
              <a:avLst/>
              <a:gdLst>
                <a:gd name="connsiteX0" fmla="*/ 2696 w 32715"/>
                <a:gd name="connsiteY0" fmla="*/ 71 h 123365"/>
                <a:gd name="connsiteX1" fmla="*/ 296 w 32715"/>
                <a:gd name="connsiteY1" fmla="*/ 1552 h 123365"/>
                <a:gd name="connsiteX2" fmla="*/ 1433 w 32715"/>
                <a:gd name="connsiteY2" fmla="*/ 3405 h 123365"/>
                <a:gd name="connsiteX3" fmla="*/ 24422 w 32715"/>
                <a:gd name="connsiteY3" fmla="*/ 61691 h 123365"/>
                <a:gd name="connsiteX4" fmla="*/ 2570 w 32715"/>
                <a:gd name="connsiteY4" fmla="*/ 119114 h 123365"/>
                <a:gd name="connsiteX5" fmla="*/ 296 w 32715"/>
                <a:gd name="connsiteY5" fmla="*/ 121954 h 123365"/>
                <a:gd name="connsiteX6" fmla="*/ 1939 w 32715"/>
                <a:gd name="connsiteY6" fmla="*/ 123436 h 123365"/>
                <a:gd name="connsiteX7" fmla="*/ 23791 w 32715"/>
                <a:gd name="connsiteY7" fmla="*/ 99849 h 123365"/>
                <a:gd name="connsiteX8" fmla="*/ 33011 w 32715"/>
                <a:gd name="connsiteY8" fmla="*/ 61815 h 123365"/>
                <a:gd name="connsiteX9" fmla="*/ 2696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696" y="71"/>
                  </a:moveTo>
                  <a:cubicBezTo>
                    <a:pt x="1812" y="71"/>
                    <a:pt x="296" y="71"/>
                    <a:pt x="296" y="1552"/>
                  </a:cubicBezTo>
                  <a:cubicBezTo>
                    <a:pt x="296" y="2170"/>
                    <a:pt x="675" y="2540"/>
                    <a:pt x="1433" y="3405"/>
                  </a:cubicBezTo>
                  <a:cubicBezTo>
                    <a:pt x="12296" y="13160"/>
                    <a:pt x="24422" y="29831"/>
                    <a:pt x="24422" y="61691"/>
                  </a:cubicBezTo>
                  <a:cubicBezTo>
                    <a:pt x="24422" y="87501"/>
                    <a:pt x="16212" y="107012"/>
                    <a:pt x="2570" y="119114"/>
                  </a:cubicBezTo>
                  <a:cubicBezTo>
                    <a:pt x="423" y="121213"/>
                    <a:pt x="296" y="121337"/>
                    <a:pt x="296" y="121954"/>
                  </a:cubicBezTo>
                  <a:cubicBezTo>
                    <a:pt x="296" y="122571"/>
                    <a:pt x="675" y="123436"/>
                    <a:pt x="1939" y="123436"/>
                  </a:cubicBezTo>
                  <a:cubicBezTo>
                    <a:pt x="3454" y="123436"/>
                    <a:pt x="15454" y="115286"/>
                    <a:pt x="23791" y="99849"/>
                  </a:cubicBezTo>
                  <a:cubicBezTo>
                    <a:pt x="29348" y="89600"/>
                    <a:pt x="33011" y="76263"/>
                    <a:pt x="33011" y="61815"/>
                  </a:cubicBezTo>
                  <a:cubicBezTo>
                    <a:pt x="33011" y="44403"/>
                    <a:pt x="27706" y="17359"/>
                    <a:pt x="2696"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53" name="Freeform: Shape 6652">
              <a:extLst>
                <a:ext uri="{FF2B5EF4-FFF2-40B4-BE49-F238E27FC236}">
                  <a16:creationId xmlns:a16="http://schemas.microsoft.com/office/drawing/2014/main" id="{9B042FB2-C9D2-D5E6-059D-0041D9574357}"/>
                </a:ext>
              </a:extLst>
            </p:cNvPr>
            <p:cNvSpPr/>
            <p:nvPr>
              <p:custDataLst>
                <p:tags r:id="rId122"/>
              </p:custDataLst>
            </p:nvPr>
          </p:nvSpPr>
          <p:spPr>
            <a:xfrm>
              <a:off x="11852995" y="6806840"/>
              <a:ext cx="19127" cy="18699"/>
            </a:xfrm>
            <a:custGeom>
              <a:avLst/>
              <a:gdLst>
                <a:gd name="connsiteX0" fmla="*/ 19430 w 19127"/>
                <a:gd name="connsiteY0" fmla="*/ 9425 h 18699"/>
                <a:gd name="connsiteX1" fmla="*/ 9866 w 19127"/>
                <a:gd name="connsiteY1" fmla="*/ 75 h 18699"/>
                <a:gd name="connsiteX2" fmla="*/ 302 w 19127"/>
                <a:gd name="connsiteY2" fmla="*/ 9425 h 18699"/>
                <a:gd name="connsiteX3" fmla="*/ 9866 w 19127"/>
                <a:gd name="connsiteY3" fmla="*/ 18774 h 18699"/>
                <a:gd name="connsiteX4" fmla="*/ 19430 w 19127"/>
                <a:gd name="connsiteY4" fmla="*/ 9425 h 18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 h="18699">
                  <a:moveTo>
                    <a:pt x="19430" y="9425"/>
                  </a:moveTo>
                  <a:cubicBezTo>
                    <a:pt x="19430" y="4309"/>
                    <a:pt x="15099" y="75"/>
                    <a:pt x="9866" y="75"/>
                  </a:cubicBezTo>
                  <a:cubicBezTo>
                    <a:pt x="4633" y="75"/>
                    <a:pt x="302" y="4309"/>
                    <a:pt x="302" y="9425"/>
                  </a:cubicBezTo>
                  <a:cubicBezTo>
                    <a:pt x="302" y="14541"/>
                    <a:pt x="4633" y="18774"/>
                    <a:pt x="9866" y="18774"/>
                  </a:cubicBezTo>
                  <a:cubicBezTo>
                    <a:pt x="15099" y="18774"/>
                    <a:pt x="19430" y="14541"/>
                    <a:pt x="19430" y="942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54" name="Freeform: Shape 6653">
              <a:extLst>
                <a:ext uri="{FF2B5EF4-FFF2-40B4-BE49-F238E27FC236}">
                  <a16:creationId xmlns:a16="http://schemas.microsoft.com/office/drawing/2014/main" id="{CA445EB0-B549-527B-793D-66F4EF6ECC59}"/>
                </a:ext>
              </a:extLst>
            </p:cNvPr>
            <p:cNvSpPr/>
            <p:nvPr>
              <p:custDataLst>
                <p:tags r:id="rId123"/>
              </p:custDataLst>
            </p:nvPr>
          </p:nvSpPr>
          <p:spPr>
            <a:xfrm>
              <a:off x="11935999" y="6782319"/>
              <a:ext cx="69291" cy="79914"/>
            </a:xfrm>
            <a:custGeom>
              <a:avLst/>
              <a:gdLst>
                <a:gd name="connsiteX0" fmla="*/ 25750 w 69291"/>
                <a:gd name="connsiteY0" fmla="*/ 37298 h 79914"/>
                <a:gd name="connsiteX1" fmla="*/ 53359 w 69291"/>
                <a:gd name="connsiteY1" fmla="*/ 33240 h 79914"/>
                <a:gd name="connsiteX2" fmla="*/ 66892 w 69291"/>
                <a:gd name="connsiteY2" fmla="*/ 15070 h 79914"/>
                <a:gd name="connsiteX3" fmla="*/ 47584 w 69291"/>
                <a:gd name="connsiteY3" fmla="*/ 75 h 79914"/>
                <a:gd name="connsiteX4" fmla="*/ 307 w 69291"/>
                <a:gd name="connsiteY4" fmla="*/ 48059 h 79914"/>
                <a:gd name="connsiteX5" fmla="*/ 28637 w 69291"/>
                <a:gd name="connsiteY5" fmla="*/ 79990 h 79914"/>
                <a:gd name="connsiteX6" fmla="*/ 69599 w 69291"/>
                <a:gd name="connsiteY6" fmla="*/ 59173 h 79914"/>
                <a:gd name="connsiteX7" fmla="*/ 67434 w 69291"/>
                <a:gd name="connsiteY7" fmla="*/ 56880 h 79914"/>
                <a:gd name="connsiteX8" fmla="*/ 65088 w 69291"/>
                <a:gd name="connsiteY8" fmla="*/ 58644 h 79914"/>
                <a:gd name="connsiteX9" fmla="*/ 28998 w 69291"/>
                <a:gd name="connsiteY9" fmla="*/ 76108 h 79914"/>
                <a:gd name="connsiteX10" fmla="*/ 13299 w 69291"/>
                <a:gd name="connsiteY10" fmla="*/ 55645 h 79914"/>
                <a:gd name="connsiteX11" fmla="*/ 16187 w 69291"/>
                <a:gd name="connsiteY11" fmla="*/ 37298 h 79914"/>
                <a:gd name="connsiteX12" fmla="*/ 25750 w 69291"/>
                <a:gd name="connsiteY12" fmla="*/ 37298 h 79914"/>
                <a:gd name="connsiteX13" fmla="*/ 17269 w 69291"/>
                <a:gd name="connsiteY13" fmla="*/ 33417 h 79914"/>
                <a:gd name="connsiteX14" fmla="*/ 47584 w 69291"/>
                <a:gd name="connsiteY14" fmla="*/ 3956 h 79914"/>
                <a:gd name="connsiteX15" fmla="*/ 60937 w 69291"/>
                <a:gd name="connsiteY15" fmla="*/ 15070 h 79914"/>
                <a:gd name="connsiteX16" fmla="*/ 24668 w 69291"/>
                <a:gd name="connsiteY16" fmla="*/ 33417 h 79914"/>
                <a:gd name="connsiteX17" fmla="*/ 17269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750" y="37298"/>
                  </a:moveTo>
                  <a:cubicBezTo>
                    <a:pt x="30983" y="37298"/>
                    <a:pt x="44336" y="36945"/>
                    <a:pt x="53359" y="33240"/>
                  </a:cubicBezTo>
                  <a:cubicBezTo>
                    <a:pt x="65990" y="27948"/>
                    <a:pt x="66892" y="17540"/>
                    <a:pt x="66892" y="15070"/>
                  </a:cubicBezTo>
                  <a:cubicBezTo>
                    <a:pt x="66892" y="7308"/>
                    <a:pt x="60035" y="75"/>
                    <a:pt x="47584" y="75"/>
                  </a:cubicBezTo>
                  <a:cubicBezTo>
                    <a:pt x="27555" y="75"/>
                    <a:pt x="307" y="17187"/>
                    <a:pt x="307" y="48059"/>
                  </a:cubicBezTo>
                  <a:cubicBezTo>
                    <a:pt x="307" y="66053"/>
                    <a:pt x="10954" y="79990"/>
                    <a:pt x="28637" y="79990"/>
                  </a:cubicBezTo>
                  <a:cubicBezTo>
                    <a:pt x="54441" y="79990"/>
                    <a:pt x="69599" y="61290"/>
                    <a:pt x="69599" y="59173"/>
                  </a:cubicBezTo>
                  <a:cubicBezTo>
                    <a:pt x="69599" y="58114"/>
                    <a:pt x="68516" y="56880"/>
                    <a:pt x="67434" y="56880"/>
                  </a:cubicBezTo>
                  <a:cubicBezTo>
                    <a:pt x="66531" y="56880"/>
                    <a:pt x="66170" y="57232"/>
                    <a:pt x="65088" y="58644"/>
                  </a:cubicBezTo>
                  <a:cubicBezTo>
                    <a:pt x="50832" y="76108"/>
                    <a:pt x="31164" y="76108"/>
                    <a:pt x="28998" y="76108"/>
                  </a:cubicBezTo>
                  <a:cubicBezTo>
                    <a:pt x="14923" y="76108"/>
                    <a:pt x="13299" y="61290"/>
                    <a:pt x="13299" y="55645"/>
                  </a:cubicBezTo>
                  <a:cubicBezTo>
                    <a:pt x="13299" y="53528"/>
                    <a:pt x="13480" y="48059"/>
                    <a:pt x="16187" y="37298"/>
                  </a:cubicBezTo>
                  <a:lnTo>
                    <a:pt x="25750" y="37298"/>
                  </a:lnTo>
                  <a:close/>
                  <a:moveTo>
                    <a:pt x="17269" y="33417"/>
                  </a:moveTo>
                  <a:cubicBezTo>
                    <a:pt x="24307" y="6602"/>
                    <a:pt x="42893" y="3956"/>
                    <a:pt x="47584" y="3956"/>
                  </a:cubicBezTo>
                  <a:cubicBezTo>
                    <a:pt x="56065" y="3956"/>
                    <a:pt x="60937" y="9072"/>
                    <a:pt x="60937" y="15070"/>
                  </a:cubicBezTo>
                  <a:cubicBezTo>
                    <a:pt x="60937" y="33417"/>
                    <a:pt x="32066" y="33417"/>
                    <a:pt x="24668" y="33417"/>
                  </a:cubicBezTo>
                  <a:lnTo>
                    <a:pt x="17269"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55" name="Freeform: Shape 6654">
              <a:extLst>
                <a:ext uri="{FF2B5EF4-FFF2-40B4-BE49-F238E27FC236}">
                  <a16:creationId xmlns:a16="http://schemas.microsoft.com/office/drawing/2014/main" id="{72D4B7EB-A987-0E4A-3B0D-9A7F78ACE385}"/>
                </a:ext>
              </a:extLst>
            </p:cNvPr>
            <p:cNvSpPr/>
            <p:nvPr>
              <p:custDataLst>
                <p:tags r:id="rId124"/>
              </p:custDataLst>
            </p:nvPr>
          </p:nvSpPr>
          <p:spPr>
            <a:xfrm>
              <a:off x="12026246" y="6694837"/>
              <a:ext cx="32841" cy="123365"/>
            </a:xfrm>
            <a:custGeom>
              <a:avLst/>
              <a:gdLst>
                <a:gd name="connsiteX0" fmla="*/ 30627 w 32841"/>
                <a:gd name="connsiteY0" fmla="*/ 71 h 123365"/>
                <a:gd name="connsiteX1" fmla="*/ 312 w 32841"/>
                <a:gd name="connsiteY1" fmla="*/ 61691 h 123365"/>
                <a:gd name="connsiteX2" fmla="*/ 30627 w 32841"/>
                <a:gd name="connsiteY2" fmla="*/ 123436 h 123365"/>
                <a:gd name="connsiteX3" fmla="*/ 33153 w 32841"/>
                <a:gd name="connsiteY3" fmla="*/ 121954 h 123365"/>
                <a:gd name="connsiteX4" fmla="*/ 31890 w 32841"/>
                <a:gd name="connsiteY4" fmla="*/ 120102 h 123365"/>
                <a:gd name="connsiteX5" fmla="*/ 8901 w 32841"/>
                <a:gd name="connsiteY5" fmla="*/ 61815 h 123365"/>
                <a:gd name="connsiteX6" fmla="*/ 32269 w 32841"/>
                <a:gd name="connsiteY6" fmla="*/ 3034 h 123365"/>
                <a:gd name="connsiteX7" fmla="*/ 33153 w 32841"/>
                <a:gd name="connsiteY7" fmla="*/ 1552 h 123365"/>
                <a:gd name="connsiteX8" fmla="*/ 30627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627" y="71"/>
                  </a:moveTo>
                  <a:cubicBezTo>
                    <a:pt x="6628" y="16618"/>
                    <a:pt x="312" y="42798"/>
                    <a:pt x="312" y="61691"/>
                  </a:cubicBezTo>
                  <a:cubicBezTo>
                    <a:pt x="312" y="79103"/>
                    <a:pt x="5617" y="106147"/>
                    <a:pt x="30627" y="123436"/>
                  </a:cubicBezTo>
                  <a:cubicBezTo>
                    <a:pt x="31637" y="123436"/>
                    <a:pt x="33153" y="123436"/>
                    <a:pt x="33153" y="121954"/>
                  </a:cubicBezTo>
                  <a:cubicBezTo>
                    <a:pt x="33153" y="121213"/>
                    <a:pt x="32774" y="120966"/>
                    <a:pt x="31890" y="120102"/>
                  </a:cubicBezTo>
                  <a:cubicBezTo>
                    <a:pt x="15090" y="105283"/>
                    <a:pt x="8901" y="84290"/>
                    <a:pt x="8901" y="61815"/>
                  </a:cubicBezTo>
                  <a:cubicBezTo>
                    <a:pt x="8901" y="28473"/>
                    <a:pt x="21911" y="12172"/>
                    <a:pt x="32269" y="3034"/>
                  </a:cubicBezTo>
                  <a:cubicBezTo>
                    <a:pt x="32774" y="2540"/>
                    <a:pt x="33153" y="2170"/>
                    <a:pt x="33153" y="1552"/>
                  </a:cubicBezTo>
                  <a:cubicBezTo>
                    <a:pt x="33153" y="71"/>
                    <a:pt x="31637" y="71"/>
                    <a:pt x="30627"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56" name="Freeform: Shape 6655">
              <a:extLst>
                <a:ext uri="{FF2B5EF4-FFF2-40B4-BE49-F238E27FC236}">
                  <a16:creationId xmlns:a16="http://schemas.microsoft.com/office/drawing/2014/main" id="{D763B4D5-902F-BE3A-9764-B001FC525146}"/>
                </a:ext>
              </a:extLst>
            </p:cNvPr>
            <p:cNvSpPr/>
            <p:nvPr>
              <p:custDataLst>
                <p:tags r:id="rId125"/>
              </p:custDataLst>
            </p:nvPr>
          </p:nvSpPr>
          <p:spPr>
            <a:xfrm>
              <a:off x="12074266" y="6700394"/>
              <a:ext cx="73799" cy="111016"/>
            </a:xfrm>
            <a:custGeom>
              <a:avLst/>
              <a:gdLst>
                <a:gd name="connsiteX0" fmla="*/ 74115 w 73799"/>
                <a:gd name="connsiteY0" fmla="*/ 17236 h 111016"/>
                <a:gd name="connsiteX1" fmla="*/ 53399 w 73799"/>
                <a:gd name="connsiteY1" fmla="*/ 71 h 111016"/>
                <a:gd name="connsiteX2" fmla="*/ 20179 w 73799"/>
                <a:gd name="connsiteY2" fmla="*/ 31807 h 111016"/>
                <a:gd name="connsiteX3" fmla="*/ 348 w 73799"/>
                <a:gd name="connsiteY3" fmla="*/ 109605 h 111016"/>
                <a:gd name="connsiteX4" fmla="*/ 2116 w 73799"/>
                <a:gd name="connsiteY4" fmla="*/ 111087 h 111016"/>
                <a:gd name="connsiteX5" fmla="*/ 4516 w 73799"/>
                <a:gd name="connsiteY5" fmla="*/ 110223 h 111016"/>
                <a:gd name="connsiteX6" fmla="*/ 12979 w 73799"/>
                <a:gd name="connsiteY6" fmla="*/ 77251 h 111016"/>
                <a:gd name="connsiteX7" fmla="*/ 31926 w 73799"/>
                <a:gd name="connsiteY7" fmla="*/ 88242 h 111016"/>
                <a:gd name="connsiteX8" fmla="*/ 69567 w 73799"/>
                <a:gd name="connsiteY8" fmla="*/ 56875 h 111016"/>
                <a:gd name="connsiteX9" fmla="*/ 59715 w 73799"/>
                <a:gd name="connsiteY9" fmla="*/ 38105 h 111016"/>
                <a:gd name="connsiteX10" fmla="*/ 74115 w 73799"/>
                <a:gd name="connsiteY10" fmla="*/ 17236 h 111016"/>
                <a:gd name="connsiteX11" fmla="*/ 49105 w 73799"/>
                <a:gd name="connsiteY11" fmla="*/ 37982 h 111016"/>
                <a:gd name="connsiteX12" fmla="*/ 42663 w 73799"/>
                <a:gd name="connsiteY12" fmla="*/ 38846 h 111016"/>
                <a:gd name="connsiteX13" fmla="*/ 36726 w 73799"/>
                <a:gd name="connsiteY13" fmla="*/ 38229 h 111016"/>
                <a:gd name="connsiteX14" fmla="*/ 42663 w 73799"/>
                <a:gd name="connsiteY14" fmla="*/ 37364 h 111016"/>
                <a:gd name="connsiteX15" fmla="*/ 49105 w 73799"/>
                <a:gd name="connsiteY15" fmla="*/ 37982 h 111016"/>
                <a:gd name="connsiteX16" fmla="*/ 65778 w 73799"/>
                <a:gd name="connsiteY16" fmla="*/ 15013 h 111016"/>
                <a:gd name="connsiteX17" fmla="*/ 54662 w 73799"/>
                <a:gd name="connsiteY17" fmla="*/ 35512 h 111016"/>
                <a:gd name="connsiteX18" fmla="*/ 42789 w 73799"/>
                <a:gd name="connsiteY18" fmla="*/ 33907 h 111016"/>
                <a:gd name="connsiteX19" fmla="*/ 32052 w 73799"/>
                <a:gd name="connsiteY19" fmla="*/ 38599 h 111016"/>
                <a:gd name="connsiteX20" fmla="*/ 42410 w 73799"/>
                <a:gd name="connsiteY20" fmla="*/ 42180 h 111016"/>
                <a:gd name="connsiteX21" fmla="*/ 54410 w 73799"/>
                <a:gd name="connsiteY21" fmla="*/ 40451 h 111016"/>
                <a:gd name="connsiteX22" fmla="*/ 60220 w 73799"/>
                <a:gd name="connsiteY22" fmla="*/ 53541 h 111016"/>
                <a:gd name="connsiteX23" fmla="*/ 32305 w 73799"/>
                <a:gd name="connsiteY23" fmla="*/ 84784 h 111016"/>
                <a:gd name="connsiteX24" fmla="*/ 15632 w 73799"/>
                <a:gd name="connsiteY24" fmla="*/ 69224 h 111016"/>
                <a:gd name="connsiteX25" fmla="*/ 16011 w 73799"/>
                <a:gd name="connsiteY25" fmla="*/ 65643 h 111016"/>
                <a:gd name="connsiteX26" fmla="*/ 24347 w 73799"/>
                <a:gd name="connsiteY26" fmla="*/ 32795 h 111016"/>
                <a:gd name="connsiteX27" fmla="*/ 53147 w 73799"/>
                <a:gd name="connsiteY27" fmla="*/ 3528 h 111016"/>
                <a:gd name="connsiteX28" fmla="*/ 65778 w 73799"/>
                <a:gd name="connsiteY28" fmla="*/ 15013 h 11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3799" h="111016">
                  <a:moveTo>
                    <a:pt x="74115" y="17236"/>
                  </a:moveTo>
                  <a:cubicBezTo>
                    <a:pt x="74115" y="6369"/>
                    <a:pt x="64515" y="71"/>
                    <a:pt x="53399" y="71"/>
                  </a:cubicBezTo>
                  <a:cubicBezTo>
                    <a:pt x="36094" y="71"/>
                    <a:pt x="23337" y="19335"/>
                    <a:pt x="20179" y="31807"/>
                  </a:cubicBezTo>
                  <a:lnTo>
                    <a:pt x="348" y="109605"/>
                  </a:lnTo>
                  <a:cubicBezTo>
                    <a:pt x="95" y="110470"/>
                    <a:pt x="1358" y="111087"/>
                    <a:pt x="2116" y="111087"/>
                  </a:cubicBezTo>
                  <a:cubicBezTo>
                    <a:pt x="3253" y="111087"/>
                    <a:pt x="4264" y="110963"/>
                    <a:pt x="4516" y="110223"/>
                  </a:cubicBezTo>
                  <a:lnTo>
                    <a:pt x="12979" y="77251"/>
                  </a:lnTo>
                  <a:cubicBezTo>
                    <a:pt x="15632" y="82932"/>
                    <a:pt x="21695" y="88242"/>
                    <a:pt x="31926" y="88242"/>
                  </a:cubicBezTo>
                  <a:cubicBezTo>
                    <a:pt x="49610" y="88242"/>
                    <a:pt x="69567" y="75769"/>
                    <a:pt x="69567" y="56875"/>
                  </a:cubicBezTo>
                  <a:cubicBezTo>
                    <a:pt x="69567" y="49590"/>
                    <a:pt x="66157" y="42180"/>
                    <a:pt x="59715" y="38105"/>
                  </a:cubicBezTo>
                  <a:cubicBezTo>
                    <a:pt x="65904" y="34277"/>
                    <a:pt x="74115" y="27238"/>
                    <a:pt x="74115" y="17236"/>
                  </a:cubicBezTo>
                  <a:close/>
                  <a:moveTo>
                    <a:pt x="49105" y="37982"/>
                  </a:moveTo>
                  <a:cubicBezTo>
                    <a:pt x="47210" y="38352"/>
                    <a:pt x="46326" y="38846"/>
                    <a:pt x="42663" y="38846"/>
                  </a:cubicBezTo>
                  <a:cubicBezTo>
                    <a:pt x="40642" y="38846"/>
                    <a:pt x="37610" y="38723"/>
                    <a:pt x="36726" y="38229"/>
                  </a:cubicBezTo>
                  <a:cubicBezTo>
                    <a:pt x="37989" y="37488"/>
                    <a:pt x="41526" y="37364"/>
                    <a:pt x="42663" y="37364"/>
                  </a:cubicBezTo>
                  <a:cubicBezTo>
                    <a:pt x="44557" y="37364"/>
                    <a:pt x="47336" y="37488"/>
                    <a:pt x="49105" y="37982"/>
                  </a:cubicBezTo>
                  <a:close/>
                  <a:moveTo>
                    <a:pt x="65778" y="15013"/>
                  </a:moveTo>
                  <a:cubicBezTo>
                    <a:pt x="65778" y="21558"/>
                    <a:pt x="62494" y="31190"/>
                    <a:pt x="54662" y="35512"/>
                  </a:cubicBezTo>
                  <a:cubicBezTo>
                    <a:pt x="52262" y="34771"/>
                    <a:pt x="49862" y="33907"/>
                    <a:pt x="42789" y="33907"/>
                  </a:cubicBezTo>
                  <a:cubicBezTo>
                    <a:pt x="38368" y="33907"/>
                    <a:pt x="32052" y="34153"/>
                    <a:pt x="32052" y="38599"/>
                  </a:cubicBezTo>
                  <a:cubicBezTo>
                    <a:pt x="32052" y="41686"/>
                    <a:pt x="35968" y="42180"/>
                    <a:pt x="42410" y="42180"/>
                  </a:cubicBezTo>
                  <a:cubicBezTo>
                    <a:pt x="46705" y="42180"/>
                    <a:pt x="50494" y="41563"/>
                    <a:pt x="54410" y="40451"/>
                  </a:cubicBezTo>
                  <a:cubicBezTo>
                    <a:pt x="58199" y="43045"/>
                    <a:pt x="60220" y="48108"/>
                    <a:pt x="60220" y="53541"/>
                  </a:cubicBezTo>
                  <a:cubicBezTo>
                    <a:pt x="60220" y="71447"/>
                    <a:pt x="47715" y="84784"/>
                    <a:pt x="32305" y="84784"/>
                  </a:cubicBezTo>
                  <a:cubicBezTo>
                    <a:pt x="22579" y="84784"/>
                    <a:pt x="15632" y="78980"/>
                    <a:pt x="15632" y="69224"/>
                  </a:cubicBezTo>
                  <a:cubicBezTo>
                    <a:pt x="15632" y="67989"/>
                    <a:pt x="15758" y="66755"/>
                    <a:pt x="16011" y="65643"/>
                  </a:cubicBezTo>
                  <a:lnTo>
                    <a:pt x="24347" y="32795"/>
                  </a:lnTo>
                  <a:cubicBezTo>
                    <a:pt x="27379" y="21064"/>
                    <a:pt x="38494" y="3528"/>
                    <a:pt x="53147" y="3528"/>
                  </a:cubicBezTo>
                  <a:cubicBezTo>
                    <a:pt x="60599" y="3528"/>
                    <a:pt x="65778" y="7480"/>
                    <a:pt x="65778" y="1501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57" name="Freeform: Shape 6656">
              <a:extLst>
                <a:ext uri="{FF2B5EF4-FFF2-40B4-BE49-F238E27FC236}">
                  <a16:creationId xmlns:a16="http://schemas.microsoft.com/office/drawing/2014/main" id="{8F6F5BB2-F2C5-3054-4718-255FF01B4C96}"/>
                </a:ext>
              </a:extLst>
            </p:cNvPr>
            <p:cNvSpPr/>
            <p:nvPr>
              <p:custDataLst>
                <p:tags r:id="rId126"/>
              </p:custDataLst>
            </p:nvPr>
          </p:nvSpPr>
          <p:spPr>
            <a:xfrm>
              <a:off x="12153270" y="6746261"/>
              <a:ext cx="42675" cy="76915"/>
            </a:xfrm>
            <a:custGeom>
              <a:avLst/>
              <a:gdLst>
                <a:gd name="connsiteX0" fmla="*/ 42995 w 42675"/>
                <a:gd name="connsiteY0" fmla="*/ 3864 h 76915"/>
                <a:gd name="connsiteX1" fmla="*/ 39025 w 42675"/>
                <a:gd name="connsiteY1" fmla="*/ 72 h 76915"/>
                <a:gd name="connsiteX2" fmla="*/ 33432 w 42675"/>
                <a:gd name="connsiteY2" fmla="*/ 5364 h 76915"/>
                <a:gd name="connsiteX3" fmla="*/ 37401 w 42675"/>
                <a:gd name="connsiteY3" fmla="*/ 9157 h 76915"/>
                <a:gd name="connsiteX4" fmla="*/ 42995 w 42675"/>
                <a:gd name="connsiteY4" fmla="*/ 3864 h 76915"/>
                <a:gd name="connsiteX5" fmla="*/ 23326 w 42675"/>
                <a:gd name="connsiteY5" fmla="*/ 62874 h 76915"/>
                <a:gd name="connsiteX6" fmla="*/ 10425 w 42675"/>
                <a:gd name="connsiteY6" fmla="*/ 73988 h 76915"/>
                <a:gd name="connsiteX7" fmla="*/ 7176 w 42675"/>
                <a:gd name="connsiteY7" fmla="*/ 73547 h 76915"/>
                <a:gd name="connsiteX8" fmla="*/ 9973 w 42675"/>
                <a:gd name="connsiteY8" fmla="*/ 68872 h 76915"/>
                <a:gd name="connsiteX9" fmla="*/ 5913 w 42675"/>
                <a:gd name="connsiteY9" fmla="*/ 65256 h 76915"/>
                <a:gd name="connsiteX10" fmla="*/ 320 w 42675"/>
                <a:gd name="connsiteY10" fmla="*/ 70901 h 76915"/>
                <a:gd name="connsiteX11" fmla="*/ 10515 w 42675"/>
                <a:gd name="connsiteY11" fmla="*/ 76987 h 76915"/>
                <a:gd name="connsiteX12" fmla="*/ 31176 w 42675"/>
                <a:gd name="connsiteY12" fmla="*/ 62963 h 76915"/>
                <a:gd name="connsiteX13" fmla="*/ 39296 w 42675"/>
                <a:gd name="connsiteY13" fmla="*/ 31385 h 76915"/>
                <a:gd name="connsiteX14" fmla="*/ 39747 w 42675"/>
                <a:gd name="connsiteY14" fmla="*/ 28474 h 76915"/>
                <a:gd name="connsiteX15" fmla="*/ 28650 w 42675"/>
                <a:gd name="connsiteY15" fmla="*/ 19918 h 76915"/>
                <a:gd name="connsiteX16" fmla="*/ 11056 w 42675"/>
                <a:gd name="connsiteY16" fmla="*/ 33590 h 76915"/>
                <a:gd name="connsiteX17" fmla="*/ 12951 w 42675"/>
                <a:gd name="connsiteY17" fmla="*/ 34825 h 76915"/>
                <a:gd name="connsiteX18" fmla="*/ 14936 w 42675"/>
                <a:gd name="connsiteY18" fmla="*/ 33590 h 76915"/>
                <a:gd name="connsiteX19" fmla="*/ 28289 w 42675"/>
                <a:gd name="connsiteY19" fmla="*/ 22917 h 76915"/>
                <a:gd name="connsiteX20" fmla="*/ 32078 w 42675"/>
                <a:gd name="connsiteY20" fmla="*/ 27592 h 76915"/>
                <a:gd name="connsiteX21" fmla="*/ 31808 w 42675"/>
                <a:gd name="connsiteY21" fmla="*/ 29885 h 76915"/>
                <a:gd name="connsiteX22" fmla="*/ 23326 w 42675"/>
                <a:gd name="connsiteY22" fmla="*/ 62874 h 7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675" h="76915">
                  <a:moveTo>
                    <a:pt x="42995" y="3864"/>
                  </a:moveTo>
                  <a:cubicBezTo>
                    <a:pt x="42995" y="1836"/>
                    <a:pt x="41461" y="72"/>
                    <a:pt x="39025" y="72"/>
                  </a:cubicBezTo>
                  <a:cubicBezTo>
                    <a:pt x="36228" y="72"/>
                    <a:pt x="33432" y="2718"/>
                    <a:pt x="33432" y="5364"/>
                  </a:cubicBezTo>
                  <a:cubicBezTo>
                    <a:pt x="33432" y="7481"/>
                    <a:pt x="35146" y="9157"/>
                    <a:pt x="37401" y="9157"/>
                  </a:cubicBezTo>
                  <a:cubicBezTo>
                    <a:pt x="40469" y="9157"/>
                    <a:pt x="42995" y="6334"/>
                    <a:pt x="42995" y="3864"/>
                  </a:cubicBezTo>
                  <a:close/>
                  <a:moveTo>
                    <a:pt x="23326" y="62874"/>
                  </a:moveTo>
                  <a:cubicBezTo>
                    <a:pt x="21612" y="69578"/>
                    <a:pt x="15928" y="73988"/>
                    <a:pt x="10425" y="73988"/>
                  </a:cubicBezTo>
                  <a:cubicBezTo>
                    <a:pt x="8891" y="73988"/>
                    <a:pt x="7898" y="73724"/>
                    <a:pt x="7176" y="73547"/>
                  </a:cubicBezTo>
                  <a:cubicBezTo>
                    <a:pt x="9342" y="72313"/>
                    <a:pt x="9973" y="70019"/>
                    <a:pt x="9973" y="68872"/>
                  </a:cubicBezTo>
                  <a:cubicBezTo>
                    <a:pt x="9973" y="67373"/>
                    <a:pt x="8891" y="65256"/>
                    <a:pt x="5913" y="65256"/>
                  </a:cubicBezTo>
                  <a:cubicBezTo>
                    <a:pt x="2846" y="65256"/>
                    <a:pt x="320" y="67990"/>
                    <a:pt x="320" y="70901"/>
                  </a:cubicBezTo>
                  <a:cubicBezTo>
                    <a:pt x="320" y="74694"/>
                    <a:pt x="4380" y="76987"/>
                    <a:pt x="10515" y="76987"/>
                  </a:cubicBezTo>
                  <a:cubicBezTo>
                    <a:pt x="16650" y="76987"/>
                    <a:pt x="28379" y="73900"/>
                    <a:pt x="31176" y="62963"/>
                  </a:cubicBezTo>
                  <a:lnTo>
                    <a:pt x="39296" y="31385"/>
                  </a:lnTo>
                  <a:cubicBezTo>
                    <a:pt x="39476" y="30503"/>
                    <a:pt x="39747" y="29709"/>
                    <a:pt x="39747" y="28474"/>
                  </a:cubicBezTo>
                  <a:cubicBezTo>
                    <a:pt x="39747" y="23446"/>
                    <a:pt x="34965" y="19918"/>
                    <a:pt x="28650" y="19918"/>
                  </a:cubicBezTo>
                  <a:cubicBezTo>
                    <a:pt x="17733" y="19918"/>
                    <a:pt x="11056" y="31826"/>
                    <a:pt x="11056" y="33590"/>
                  </a:cubicBezTo>
                  <a:cubicBezTo>
                    <a:pt x="11056" y="34825"/>
                    <a:pt x="12500" y="34825"/>
                    <a:pt x="12951" y="34825"/>
                  </a:cubicBezTo>
                  <a:cubicBezTo>
                    <a:pt x="14304" y="34825"/>
                    <a:pt x="14485" y="34472"/>
                    <a:pt x="14936" y="33590"/>
                  </a:cubicBezTo>
                  <a:cubicBezTo>
                    <a:pt x="19086" y="24946"/>
                    <a:pt x="25221" y="22917"/>
                    <a:pt x="28289" y="22917"/>
                  </a:cubicBezTo>
                  <a:cubicBezTo>
                    <a:pt x="31898" y="22917"/>
                    <a:pt x="32078" y="26092"/>
                    <a:pt x="32078" y="27592"/>
                  </a:cubicBezTo>
                  <a:cubicBezTo>
                    <a:pt x="32078" y="28827"/>
                    <a:pt x="31988" y="29180"/>
                    <a:pt x="31808" y="29885"/>
                  </a:cubicBezTo>
                  <a:lnTo>
                    <a:pt x="23326" y="6287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58" name="Freeform: Shape 6657">
              <a:extLst>
                <a:ext uri="{FF2B5EF4-FFF2-40B4-BE49-F238E27FC236}">
                  <a16:creationId xmlns:a16="http://schemas.microsoft.com/office/drawing/2014/main" id="{3A74BAD1-3916-F4C9-AAB2-6E6A861BA27A}"/>
                </a:ext>
              </a:extLst>
            </p:cNvPr>
            <p:cNvSpPr/>
            <p:nvPr>
              <p:custDataLst>
                <p:tags r:id="rId127"/>
              </p:custDataLst>
            </p:nvPr>
          </p:nvSpPr>
          <p:spPr>
            <a:xfrm>
              <a:off x="12226312" y="6694837"/>
              <a:ext cx="32715" cy="123365"/>
            </a:xfrm>
            <a:custGeom>
              <a:avLst/>
              <a:gdLst>
                <a:gd name="connsiteX0" fmla="*/ 2723 w 32715"/>
                <a:gd name="connsiteY0" fmla="*/ 71 h 123365"/>
                <a:gd name="connsiteX1" fmla="*/ 323 w 32715"/>
                <a:gd name="connsiteY1" fmla="*/ 1552 h 123365"/>
                <a:gd name="connsiteX2" fmla="*/ 1460 w 32715"/>
                <a:gd name="connsiteY2" fmla="*/ 3405 h 123365"/>
                <a:gd name="connsiteX3" fmla="*/ 24449 w 32715"/>
                <a:gd name="connsiteY3" fmla="*/ 61691 h 123365"/>
                <a:gd name="connsiteX4" fmla="*/ 2597 w 32715"/>
                <a:gd name="connsiteY4" fmla="*/ 119114 h 123365"/>
                <a:gd name="connsiteX5" fmla="*/ 323 w 32715"/>
                <a:gd name="connsiteY5" fmla="*/ 121954 h 123365"/>
                <a:gd name="connsiteX6" fmla="*/ 1965 w 32715"/>
                <a:gd name="connsiteY6" fmla="*/ 123436 h 123365"/>
                <a:gd name="connsiteX7" fmla="*/ 23817 w 32715"/>
                <a:gd name="connsiteY7" fmla="*/ 99849 h 123365"/>
                <a:gd name="connsiteX8" fmla="*/ 33038 w 32715"/>
                <a:gd name="connsiteY8" fmla="*/ 61815 h 123365"/>
                <a:gd name="connsiteX9" fmla="*/ 2723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723" y="71"/>
                  </a:moveTo>
                  <a:cubicBezTo>
                    <a:pt x="1839" y="71"/>
                    <a:pt x="323" y="71"/>
                    <a:pt x="323" y="1552"/>
                  </a:cubicBezTo>
                  <a:cubicBezTo>
                    <a:pt x="323" y="2170"/>
                    <a:pt x="702" y="2540"/>
                    <a:pt x="1460" y="3405"/>
                  </a:cubicBezTo>
                  <a:cubicBezTo>
                    <a:pt x="12323" y="13160"/>
                    <a:pt x="24449" y="29831"/>
                    <a:pt x="24449" y="61691"/>
                  </a:cubicBezTo>
                  <a:cubicBezTo>
                    <a:pt x="24449" y="87501"/>
                    <a:pt x="16239" y="107012"/>
                    <a:pt x="2597" y="119114"/>
                  </a:cubicBezTo>
                  <a:cubicBezTo>
                    <a:pt x="450" y="121213"/>
                    <a:pt x="323" y="121337"/>
                    <a:pt x="323" y="121954"/>
                  </a:cubicBezTo>
                  <a:cubicBezTo>
                    <a:pt x="323" y="122571"/>
                    <a:pt x="702" y="123436"/>
                    <a:pt x="1965" y="123436"/>
                  </a:cubicBezTo>
                  <a:cubicBezTo>
                    <a:pt x="3481" y="123436"/>
                    <a:pt x="15481" y="115286"/>
                    <a:pt x="23817" y="99849"/>
                  </a:cubicBezTo>
                  <a:cubicBezTo>
                    <a:pt x="29375" y="89600"/>
                    <a:pt x="33038" y="76263"/>
                    <a:pt x="33038" y="61815"/>
                  </a:cubicBezTo>
                  <a:cubicBezTo>
                    <a:pt x="33038" y="44403"/>
                    <a:pt x="27733" y="17359"/>
                    <a:pt x="2723"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6436" name="Group 6435" descr="\documentclass{article}&#10;\usepackage{amsmath}&#10;\pagestyle{empty}&#10;\begin{document}&#10;&#10;&#10;\[&#10; = \frac{p}{1 - p} = e^{(\mathbf{x}'\boldsymbol{\beta})}&#10;\]&#10;&#10;\end{document}" title="IguanaTex Shape Display">
            <a:extLst>
              <a:ext uri="{FF2B5EF4-FFF2-40B4-BE49-F238E27FC236}">
                <a16:creationId xmlns:a16="http://schemas.microsoft.com/office/drawing/2014/main" id="{DDCF43E0-0B47-02CA-B839-70FD349F3B52}"/>
              </a:ext>
            </a:extLst>
          </p:cNvPr>
          <p:cNvGrpSpPr>
            <a:grpSpLocks noChangeAspect="1"/>
          </p:cNvGrpSpPr>
          <p:nvPr>
            <p:custDataLst>
              <p:tags r:id="rId6"/>
            </p:custDataLst>
          </p:nvPr>
        </p:nvGrpSpPr>
        <p:grpSpPr>
          <a:xfrm>
            <a:off x="2768600" y="5537200"/>
            <a:ext cx="1283813" cy="352553"/>
            <a:chOff x="6362810" y="6662974"/>
            <a:chExt cx="1283813" cy="352553"/>
          </a:xfrm>
        </p:grpSpPr>
        <p:sp>
          <p:nvSpPr>
            <p:cNvPr id="6423" name="Freeform: Shape 6422">
              <a:extLst>
                <a:ext uri="{FF2B5EF4-FFF2-40B4-BE49-F238E27FC236}">
                  <a16:creationId xmlns:a16="http://schemas.microsoft.com/office/drawing/2014/main" id="{B23DBFC9-803E-9765-D232-E04F8F1D22D5}"/>
                </a:ext>
              </a:extLst>
            </p:cNvPr>
            <p:cNvSpPr/>
            <p:nvPr>
              <p:custDataLst>
                <p:tags r:id="rId79"/>
              </p:custDataLst>
            </p:nvPr>
          </p:nvSpPr>
          <p:spPr>
            <a:xfrm>
              <a:off x="6362810" y="6795550"/>
              <a:ext cx="120322" cy="41280"/>
            </a:xfrm>
            <a:custGeom>
              <a:avLst/>
              <a:gdLst>
                <a:gd name="connsiteX0" fmla="*/ 114368 w 120322"/>
                <a:gd name="connsiteY0" fmla="*/ 7131 h 41280"/>
                <a:gd name="connsiteX1" fmla="*/ 120520 w 120322"/>
                <a:gd name="connsiteY1" fmla="*/ 3603 h 41280"/>
                <a:gd name="connsiteX2" fmla="*/ 114549 w 120322"/>
                <a:gd name="connsiteY2" fmla="*/ 75 h 41280"/>
                <a:gd name="connsiteX3" fmla="*/ 6168 w 120322"/>
                <a:gd name="connsiteY3" fmla="*/ 75 h 41280"/>
                <a:gd name="connsiteX4" fmla="*/ 197 w 120322"/>
                <a:gd name="connsiteY4" fmla="*/ 3603 h 41280"/>
                <a:gd name="connsiteX5" fmla="*/ 6349 w 120322"/>
                <a:gd name="connsiteY5" fmla="*/ 7131 h 41280"/>
                <a:gd name="connsiteX6" fmla="*/ 114368 w 120322"/>
                <a:gd name="connsiteY6" fmla="*/ 7131 h 41280"/>
                <a:gd name="connsiteX7" fmla="*/ 114549 w 120322"/>
                <a:gd name="connsiteY7" fmla="*/ 41355 h 41280"/>
                <a:gd name="connsiteX8" fmla="*/ 120520 w 120322"/>
                <a:gd name="connsiteY8" fmla="*/ 37827 h 41280"/>
                <a:gd name="connsiteX9" fmla="*/ 114368 w 120322"/>
                <a:gd name="connsiteY9" fmla="*/ 34299 h 41280"/>
                <a:gd name="connsiteX10" fmla="*/ 6349 w 120322"/>
                <a:gd name="connsiteY10" fmla="*/ 34299 h 41280"/>
                <a:gd name="connsiteX11" fmla="*/ 197 w 120322"/>
                <a:gd name="connsiteY11" fmla="*/ 37827 h 41280"/>
                <a:gd name="connsiteX12" fmla="*/ 6168 w 120322"/>
                <a:gd name="connsiteY12" fmla="*/ 41355 h 41280"/>
                <a:gd name="connsiteX13" fmla="*/ 114549 w 120322"/>
                <a:gd name="connsiteY13" fmla="*/ 41355 h 4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322" h="41280">
                  <a:moveTo>
                    <a:pt x="114368" y="7131"/>
                  </a:moveTo>
                  <a:cubicBezTo>
                    <a:pt x="117082" y="7131"/>
                    <a:pt x="120520" y="7131"/>
                    <a:pt x="120520" y="3603"/>
                  </a:cubicBezTo>
                  <a:cubicBezTo>
                    <a:pt x="120520" y="75"/>
                    <a:pt x="117082" y="75"/>
                    <a:pt x="114549" y="75"/>
                  </a:cubicBezTo>
                  <a:lnTo>
                    <a:pt x="6168" y="75"/>
                  </a:lnTo>
                  <a:cubicBezTo>
                    <a:pt x="3635" y="75"/>
                    <a:pt x="197" y="75"/>
                    <a:pt x="197" y="3603"/>
                  </a:cubicBezTo>
                  <a:cubicBezTo>
                    <a:pt x="197" y="7131"/>
                    <a:pt x="3635" y="7131"/>
                    <a:pt x="6349" y="7131"/>
                  </a:cubicBezTo>
                  <a:lnTo>
                    <a:pt x="114368" y="7131"/>
                  </a:lnTo>
                  <a:close/>
                  <a:moveTo>
                    <a:pt x="114549" y="41355"/>
                  </a:moveTo>
                  <a:cubicBezTo>
                    <a:pt x="117082" y="41355"/>
                    <a:pt x="120520" y="41355"/>
                    <a:pt x="120520" y="37827"/>
                  </a:cubicBezTo>
                  <a:cubicBezTo>
                    <a:pt x="120520" y="34299"/>
                    <a:pt x="117082" y="34299"/>
                    <a:pt x="114368" y="34299"/>
                  </a:cubicBezTo>
                  <a:lnTo>
                    <a:pt x="6349" y="34299"/>
                  </a:lnTo>
                  <a:cubicBezTo>
                    <a:pt x="3635" y="34299"/>
                    <a:pt x="197" y="34299"/>
                    <a:pt x="197" y="37827"/>
                  </a:cubicBezTo>
                  <a:cubicBezTo>
                    <a:pt x="197" y="41355"/>
                    <a:pt x="3635" y="41355"/>
                    <a:pt x="6168" y="41355"/>
                  </a:cubicBezTo>
                  <a:lnTo>
                    <a:pt x="114549" y="413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24" name="Freeform: Shape 6423">
              <a:extLst>
                <a:ext uri="{FF2B5EF4-FFF2-40B4-BE49-F238E27FC236}">
                  <a16:creationId xmlns:a16="http://schemas.microsoft.com/office/drawing/2014/main" id="{8E027874-396A-1550-84A1-FE8BE23F2DD6}"/>
                </a:ext>
              </a:extLst>
            </p:cNvPr>
            <p:cNvSpPr/>
            <p:nvPr>
              <p:custDataLst>
                <p:tags r:id="rId80"/>
              </p:custDataLst>
            </p:nvPr>
          </p:nvSpPr>
          <p:spPr>
            <a:xfrm>
              <a:off x="6715393" y="6662974"/>
              <a:ext cx="94448" cy="112198"/>
            </a:xfrm>
            <a:custGeom>
              <a:avLst/>
              <a:gdLst>
                <a:gd name="connsiteX0" fmla="*/ 14150 w 94448"/>
                <a:gd name="connsiteY0" fmla="*/ 99565 h 112198"/>
                <a:gd name="connsiteX1" fmla="*/ 4379 w 94448"/>
                <a:gd name="connsiteY1" fmla="*/ 106798 h 112198"/>
                <a:gd name="connsiteX2" fmla="*/ 218 w 94448"/>
                <a:gd name="connsiteY2" fmla="*/ 110149 h 112198"/>
                <a:gd name="connsiteX3" fmla="*/ 2570 w 94448"/>
                <a:gd name="connsiteY3" fmla="*/ 112266 h 112198"/>
                <a:gd name="connsiteX4" fmla="*/ 17768 w 94448"/>
                <a:gd name="connsiteY4" fmla="*/ 111737 h 112198"/>
                <a:gd name="connsiteX5" fmla="*/ 35681 w 94448"/>
                <a:gd name="connsiteY5" fmla="*/ 112266 h 112198"/>
                <a:gd name="connsiteX6" fmla="*/ 38938 w 94448"/>
                <a:gd name="connsiteY6" fmla="*/ 108738 h 112198"/>
                <a:gd name="connsiteX7" fmla="*/ 34595 w 94448"/>
                <a:gd name="connsiteY7" fmla="*/ 106798 h 112198"/>
                <a:gd name="connsiteX8" fmla="*/ 25549 w 94448"/>
                <a:gd name="connsiteY8" fmla="*/ 103975 h 112198"/>
                <a:gd name="connsiteX9" fmla="*/ 34415 w 94448"/>
                <a:gd name="connsiteY9" fmla="*/ 68692 h 112198"/>
                <a:gd name="connsiteX10" fmla="*/ 51061 w 94448"/>
                <a:gd name="connsiteY10" fmla="*/ 79983 h 112198"/>
                <a:gd name="connsiteX11" fmla="*/ 94666 w 94448"/>
                <a:gd name="connsiteY11" fmla="*/ 28294 h 112198"/>
                <a:gd name="connsiteX12" fmla="*/ 70602 w 94448"/>
                <a:gd name="connsiteY12" fmla="*/ 68 h 112198"/>
                <a:gd name="connsiteX13" fmla="*/ 46899 w 94448"/>
                <a:gd name="connsiteY13" fmla="*/ 13299 h 112198"/>
                <a:gd name="connsiteX14" fmla="*/ 30615 w 94448"/>
                <a:gd name="connsiteY14" fmla="*/ 68 h 112198"/>
                <a:gd name="connsiteX15" fmla="*/ 17226 w 94448"/>
                <a:gd name="connsiteY15" fmla="*/ 10124 h 112198"/>
                <a:gd name="connsiteX16" fmla="*/ 11617 w 94448"/>
                <a:gd name="connsiteY16" fmla="*/ 27236 h 112198"/>
                <a:gd name="connsiteX17" fmla="*/ 13788 w 94448"/>
                <a:gd name="connsiteY17" fmla="*/ 29000 h 112198"/>
                <a:gd name="connsiteX18" fmla="*/ 16864 w 94448"/>
                <a:gd name="connsiteY18" fmla="*/ 24942 h 112198"/>
                <a:gd name="connsiteX19" fmla="*/ 30072 w 94448"/>
                <a:gd name="connsiteY19" fmla="*/ 3949 h 112198"/>
                <a:gd name="connsiteX20" fmla="*/ 35681 w 94448"/>
                <a:gd name="connsiteY20" fmla="*/ 12064 h 112198"/>
                <a:gd name="connsiteX21" fmla="*/ 34415 w 94448"/>
                <a:gd name="connsiteY21" fmla="*/ 21061 h 112198"/>
                <a:gd name="connsiteX22" fmla="*/ 14150 w 94448"/>
                <a:gd name="connsiteY22" fmla="*/ 99565 h 112198"/>
                <a:gd name="connsiteX23" fmla="*/ 45994 w 94448"/>
                <a:gd name="connsiteY23" fmla="*/ 23002 h 112198"/>
                <a:gd name="connsiteX24" fmla="*/ 55403 w 94448"/>
                <a:gd name="connsiteY24" fmla="*/ 10653 h 112198"/>
                <a:gd name="connsiteX25" fmla="*/ 70059 w 94448"/>
                <a:gd name="connsiteY25" fmla="*/ 3949 h 112198"/>
                <a:gd name="connsiteX26" fmla="*/ 81639 w 94448"/>
                <a:gd name="connsiteY26" fmla="*/ 20532 h 112198"/>
                <a:gd name="connsiteX27" fmla="*/ 72411 w 94448"/>
                <a:gd name="connsiteY27" fmla="*/ 57931 h 112198"/>
                <a:gd name="connsiteX28" fmla="*/ 50880 w 94448"/>
                <a:gd name="connsiteY28" fmla="*/ 76102 h 112198"/>
                <a:gd name="connsiteX29" fmla="*/ 36586 w 94448"/>
                <a:gd name="connsiteY29" fmla="*/ 60401 h 112198"/>
                <a:gd name="connsiteX30" fmla="*/ 37129 w 94448"/>
                <a:gd name="connsiteY30" fmla="*/ 57578 h 112198"/>
                <a:gd name="connsiteX31" fmla="*/ 45994 w 94448"/>
                <a:gd name="connsiteY31" fmla="*/ 23002 h 11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448" h="112198">
                  <a:moveTo>
                    <a:pt x="14150" y="99565"/>
                  </a:moveTo>
                  <a:cubicBezTo>
                    <a:pt x="12702" y="105563"/>
                    <a:pt x="12340" y="106798"/>
                    <a:pt x="4379" y="106798"/>
                  </a:cubicBezTo>
                  <a:cubicBezTo>
                    <a:pt x="2208" y="106798"/>
                    <a:pt x="218" y="106798"/>
                    <a:pt x="218" y="110149"/>
                  </a:cubicBezTo>
                  <a:cubicBezTo>
                    <a:pt x="218" y="111561"/>
                    <a:pt x="1122" y="112266"/>
                    <a:pt x="2570" y="112266"/>
                  </a:cubicBezTo>
                  <a:cubicBezTo>
                    <a:pt x="7455" y="112266"/>
                    <a:pt x="12702" y="111737"/>
                    <a:pt x="17768" y="111737"/>
                  </a:cubicBezTo>
                  <a:cubicBezTo>
                    <a:pt x="23739" y="111737"/>
                    <a:pt x="29891" y="112266"/>
                    <a:pt x="35681" y="112266"/>
                  </a:cubicBezTo>
                  <a:cubicBezTo>
                    <a:pt x="36586" y="112266"/>
                    <a:pt x="38938" y="112266"/>
                    <a:pt x="38938" y="108738"/>
                  </a:cubicBezTo>
                  <a:cubicBezTo>
                    <a:pt x="38938" y="106798"/>
                    <a:pt x="37129" y="106798"/>
                    <a:pt x="34595" y="106798"/>
                  </a:cubicBezTo>
                  <a:cubicBezTo>
                    <a:pt x="25549" y="106798"/>
                    <a:pt x="25549" y="105563"/>
                    <a:pt x="25549" y="103975"/>
                  </a:cubicBezTo>
                  <a:cubicBezTo>
                    <a:pt x="25549" y="101858"/>
                    <a:pt x="33148" y="73103"/>
                    <a:pt x="34415" y="68692"/>
                  </a:cubicBezTo>
                  <a:cubicBezTo>
                    <a:pt x="36767" y="73808"/>
                    <a:pt x="41833" y="79983"/>
                    <a:pt x="51061" y="79983"/>
                  </a:cubicBezTo>
                  <a:cubicBezTo>
                    <a:pt x="72049" y="79983"/>
                    <a:pt x="94666" y="54227"/>
                    <a:pt x="94666" y="28294"/>
                  </a:cubicBezTo>
                  <a:cubicBezTo>
                    <a:pt x="94666" y="11711"/>
                    <a:pt x="84353" y="68"/>
                    <a:pt x="70602" y="68"/>
                  </a:cubicBezTo>
                  <a:cubicBezTo>
                    <a:pt x="61555" y="68"/>
                    <a:pt x="52870" y="6419"/>
                    <a:pt x="46899" y="13299"/>
                  </a:cubicBezTo>
                  <a:cubicBezTo>
                    <a:pt x="45090" y="3773"/>
                    <a:pt x="37309" y="68"/>
                    <a:pt x="30615" y="68"/>
                  </a:cubicBezTo>
                  <a:cubicBezTo>
                    <a:pt x="22292" y="68"/>
                    <a:pt x="18854" y="6948"/>
                    <a:pt x="17226" y="10124"/>
                  </a:cubicBezTo>
                  <a:cubicBezTo>
                    <a:pt x="13969" y="16122"/>
                    <a:pt x="11617" y="26706"/>
                    <a:pt x="11617" y="27236"/>
                  </a:cubicBezTo>
                  <a:cubicBezTo>
                    <a:pt x="11617" y="29000"/>
                    <a:pt x="13426" y="29000"/>
                    <a:pt x="13788" y="29000"/>
                  </a:cubicBezTo>
                  <a:cubicBezTo>
                    <a:pt x="15597" y="29000"/>
                    <a:pt x="15778" y="28823"/>
                    <a:pt x="16864" y="24942"/>
                  </a:cubicBezTo>
                  <a:cubicBezTo>
                    <a:pt x="19940" y="12417"/>
                    <a:pt x="23558" y="3949"/>
                    <a:pt x="30072" y="3949"/>
                  </a:cubicBezTo>
                  <a:cubicBezTo>
                    <a:pt x="33148" y="3949"/>
                    <a:pt x="35681" y="5360"/>
                    <a:pt x="35681" y="12064"/>
                  </a:cubicBezTo>
                  <a:cubicBezTo>
                    <a:pt x="35681" y="16122"/>
                    <a:pt x="35138" y="18062"/>
                    <a:pt x="34415" y="21061"/>
                  </a:cubicBezTo>
                  <a:lnTo>
                    <a:pt x="14150" y="99565"/>
                  </a:lnTo>
                  <a:close/>
                  <a:moveTo>
                    <a:pt x="45994" y="23002"/>
                  </a:moveTo>
                  <a:cubicBezTo>
                    <a:pt x="47261" y="18238"/>
                    <a:pt x="52146" y="13299"/>
                    <a:pt x="55403" y="10653"/>
                  </a:cubicBezTo>
                  <a:cubicBezTo>
                    <a:pt x="61736" y="5184"/>
                    <a:pt x="66983" y="3949"/>
                    <a:pt x="70059" y="3949"/>
                  </a:cubicBezTo>
                  <a:cubicBezTo>
                    <a:pt x="77296" y="3949"/>
                    <a:pt x="81639" y="10124"/>
                    <a:pt x="81639" y="20532"/>
                  </a:cubicBezTo>
                  <a:cubicBezTo>
                    <a:pt x="81639" y="30940"/>
                    <a:pt x="75668" y="51228"/>
                    <a:pt x="72411" y="57931"/>
                  </a:cubicBezTo>
                  <a:cubicBezTo>
                    <a:pt x="66259" y="70280"/>
                    <a:pt x="57574" y="76102"/>
                    <a:pt x="50880" y="76102"/>
                  </a:cubicBezTo>
                  <a:cubicBezTo>
                    <a:pt x="38938" y="76102"/>
                    <a:pt x="36586" y="61460"/>
                    <a:pt x="36586" y="60401"/>
                  </a:cubicBezTo>
                  <a:cubicBezTo>
                    <a:pt x="36586" y="60048"/>
                    <a:pt x="36586" y="59695"/>
                    <a:pt x="37129" y="57578"/>
                  </a:cubicBezTo>
                  <a:lnTo>
                    <a:pt x="45994" y="230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25" name="Freeform: Shape 6424">
              <a:extLst>
                <a:ext uri="{FF2B5EF4-FFF2-40B4-BE49-F238E27FC236}">
                  <a16:creationId xmlns:a16="http://schemas.microsoft.com/office/drawing/2014/main" id="{A86C1590-58A4-DD70-8F8E-9D6364F6A277}"/>
                </a:ext>
              </a:extLst>
            </p:cNvPr>
            <p:cNvSpPr/>
            <p:nvPr>
              <p:custDataLst>
                <p:tags r:id="rId81"/>
              </p:custDataLst>
            </p:nvPr>
          </p:nvSpPr>
          <p:spPr>
            <a:xfrm>
              <a:off x="6565377" y="6812662"/>
              <a:ext cx="402644" cy="7056"/>
            </a:xfrm>
            <a:custGeom>
              <a:avLst/>
              <a:gdLst>
                <a:gd name="connsiteX0" fmla="*/ 0 w 402644"/>
                <a:gd name="connsiteY0" fmla="*/ 0 h 7056"/>
                <a:gd name="connsiteX1" fmla="*/ 402644 w 402644"/>
                <a:gd name="connsiteY1" fmla="*/ 0 h 7056"/>
                <a:gd name="connsiteX2" fmla="*/ 402644 w 402644"/>
                <a:gd name="connsiteY2" fmla="*/ 7056 h 7056"/>
                <a:gd name="connsiteX3" fmla="*/ 0 w 402644"/>
                <a:gd name="connsiteY3" fmla="*/ 7056 h 7056"/>
              </a:gdLst>
              <a:ahLst/>
              <a:cxnLst>
                <a:cxn ang="0">
                  <a:pos x="connsiteX0" y="connsiteY0"/>
                </a:cxn>
                <a:cxn ang="0">
                  <a:pos x="connsiteX1" y="connsiteY1"/>
                </a:cxn>
                <a:cxn ang="0">
                  <a:pos x="connsiteX2" y="connsiteY2"/>
                </a:cxn>
                <a:cxn ang="0">
                  <a:pos x="connsiteX3" y="connsiteY3"/>
                </a:cxn>
              </a:cxnLst>
              <a:rect l="l" t="t" r="r" b="b"/>
              <a:pathLst>
                <a:path w="402644" h="7056">
                  <a:moveTo>
                    <a:pt x="0" y="0"/>
                  </a:moveTo>
                  <a:lnTo>
                    <a:pt x="402644" y="0"/>
                  </a:lnTo>
                  <a:lnTo>
                    <a:pt x="402644" y="7056"/>
                  </a:lnTo>
                  <a:lnTo>
                    <a:pt x="0" y="70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26" name="Freeform: Shape 6425">
              <a:extLst>
                <a:ext uri="{FF2B5EF4-FFF2-40B4-BE49-F238E27FC236}">
                  <a16:creationId xmlns:a16="http://schemas.microsoft.com/office/drawing/2014/main" id="{3FC4C46B-5681-6109-8CBF-827D8C09C780}"/>
                </a:ext>
              </a:extLst>
            </p:cNvPr>
            <p:cNvSpPr/>
            <p:nvPr>
              <p:custDataLst>
                <p:tags r:id="rId82"/>
              </p:custDataLst>
            </p:nvPr>
          </p:nvSpPr>
          <p:spPr>
            <a:xfrm>
              <a:off x="6581481" y="6863812"/>
              <a:ext cx="59708" cy="117490"/>
            </a:xfrm>
            <a:custGeom>
              <a:avLst/>
              <a:gdLst>
                <a:gd name="connsiteX0" fmla="*/ 37301 w 59708"/>
                <a:gd name="connsiteY0" fmla="*/ 4668 h 117490"/>
                <a:gd name="connsiteX1" fmla="*/ 33139 w 59708"/>
                <a:gd name="connsiteY1" fmla="*/ 82 h 117490"/>
                <a:gd name="connsiteX2" fmla="*/ 209 w 59708"/>
                <a:gd name="connsiteY2" fmla="*/ 11372 h 117490"/>
                <a:gd name="connsiteX3" fmla="*/ 209 w 59708"/>
                <a:gd name="connsiteY3" fmla="*/ 16841 h 117490"/>
                <a:gd name="connsiteX4" fmla="*/ 23912 w 59708"/>
                <a:gd name="connsiteY4" fmla="*/ 12254 h 117490"/>
                <a:gd name="connsiteX5" fmla="*/ 23912 w 59708"/>
                <a:gd name="connsiteY5" fmla="*/ 103636 h 117490"/>
                <a:gd name="connsiteX6" fmla="*/ 7085 w 59708"/>
                <a:gd name="connsiteY6" fmla="*/ 112103 h 117490"/>
                <a:gd name="connsiteX7" fmla="*/ 1295 w 59708"/>
                <a:gd name="connsiteY7" fmla="*/ 112103 h 117490"/>
                <a:gd name="connsiteX8" fmla="*/ 1295 w 59708"/>
                <a:gd name="connsiteY8" fmla="*/ 117572 h 117490"/>
                <a:gd name="connsiteX9" fmla="*/ 30606 w 59708"/>
                <a:gd name="connsiteY9" fmla="*/ 117043 h 117490"/>
                <a:gd name="connsiteX10" fmla="*/ 59918 w 59708"/>
                <a:gd name="connsiteY10" fmla="*/ 117572 h 117490"/>
                <a:gd name="connsiteX11" fmla="*/ 59918 w 59708"/>
                <a:gd name="connsiteY11" fmla="*/ 112103 h 117490"/>
                <a:gd name="connsiteX12" fmla="*/ 54128 w 59708"/>
                <a:gd name="connsiteY12" fmla="*/ 112103 h 117490"/>
                <a:gd name="connsiteX13" fmla="*/ 37301 w 59708"/>
                <a:gd name="connsiteY13" fmla="*/ 103636 h 117490"/>
                <a:gd name="connsiteX14" fmla="*/ 37301 w 59708"/>
                <a:gd name="connsiteY14" fmla="*/ 4668 h 117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708" h="117490">
                  <a:moveTo>
                    <a:pt x="37301" y="4668"/>
                  </a:moveTo>
                  <a:cubicBezTo>
                    <a:pt x="37301" y="434"/>
                    <a:pt x="37301" y="82"/>
                    <a:pt x="33139" y="82"/>
                  </a:cubicBezTo>
                  <a:cubicBezTo>
                    <a:pt x="21921" y="11372"/>
                    <a:pt x="5999" y="11372"/>
                    <a:pt x="209" y="11372"/>
                  </a:cubicBezTo>
                  <a:lnTo>
                    <a:pt x="209" y="16841"/>
                  </a:lnTo>
                  <a:cubicBezTo>
                    <a:pt x="3828" y="16841"/>
                    <a:pt x="14503" y="16841"/>
                    <a:pt x="23912" y="12254"/>
                  </a:cubicBezTo>
                  <a:lnTo>
                    <a:pt x="23912" y="103636"/>
                  </a:lnTo>
                  <a:cubicBezTo>
                    <a:pt x="23912" y="109987"/>
                    <a:pt x="23369" y="112103"/>
                    <a:pt x="7085" y="112103"/>
                  </a:cubicBezTo>
                  <a:lnTo>
                    <a:pt x="1295" y="112103"/>
                  </a:lnTo>
                  <a:lnTo>
                    <a:pt x="1295" y="117572"/>
                  </a:lnTo>
                  <a:cubicBezTo>
                    <a:pt x="7627" y="117043"/>
                    <a:pt x="23369" y="117043"/>
                    <a:pt x="30606" y="117043"/>
                  </a:cubicBezTo>
                  <a:cubicBezTo>
                    <a:pt x="37844" y="117043"/>
                    <a:pt x="53585" y="117043"/>
                    <a:pt x="59918" y="117572"/>
                  </a:cubicBezTo>
                  <a:lnTo>
                    <a:pt x="59918" y="112103"/>
                  </a:lnTo>
                  <a:lnTo>
                    <a:pt x="54128" y="112103"/>
                  </a:lnTo>
                  <a:cubicBezTo>
                    <a:pt x="37844" y="112103"/>
                    <a:pt x="37301" y="110163"/>
                    <a:pt x="37301" y="103636"/>
                  </a:cubicBezTo>
                  <a:lnTo>
                    <a:pt x="37301" y="466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27" name="Freeform: Shape 6426">
              <a:extLst>
                <a:ext uri="{FF2B5EF4-FFF2-40B4-BE49-F238E27FC236}">
                  <a16:creationId xmlns:a16="http://schemas.microsoft.com/office/drawing/2014/main" id="{5C052F69-AB69-6A9B-76F0-D4EA68EB568C}"/>
                </a:ext>
              </a:extLst>
            </p:cNvPr>
            <p:cNvSpPr/>
            <p:nvPr>
              <p:custDataLst>
                <p:tags r:id="rId83"/>
              </p:custDataLst>
            </p:nvPr>
          </p:nvSpPr>
          <p:spPr>
            <a:xfrm>
              <a:off x="6711070" y="6933672"/>
              <a:ext cx="110551" cy="7056"/>
            </a:xfrm>
            <a:custGeom>
              <a:avLst/>
              <a:gdLst>
                <a:gd name="connsiteX0" fmla="*/ 104435 w 110551"/>
                <a:gd name="connsiteY0" fmla="*/ 7138 h 7056"/>
                <a:gd name="connsiteX1" fmla="*/ 110768 w 110551"/>
                <a:gd name="connsiteY1" fmla="*/ 3610 h 7056"/>
                <a:gd name="connsiteX2" fmla="*/ 104435 w 110551"/>
                <a:gd name="connsiteY2" fmla="*/ 82 h 7056"/>
                <a:gd name="connsiteX3" fmla="*/ 6549 w 110551"/>
                <a:gd name="connsiteY3" fmla="*/ 82 h 7056"/>
                <a:gd name="connsiteX4" fmla="*/ 216 w 110551"/>
                <a:gd name="connsiteY4" fmla="*/ 3610 h 7056"/>
                <a:gd name="connsiteX5" fmla="*/ 6549 w 110551"/>
                <a:gd name="connsiteY5" fmla="*/ 7138 h 7056"/>
                <a:gd name="connsiteX6" fmla="*/ 104435 w 110551"/>
                <a:gd name="connsiteY6" fmla="*/ 7138 h 7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551" h="7056">
                  <a:moveTo>
                    <a:pt x="104435" y="7138"/>
                  </a:moveTo>
                  <a:cubicBezTo>
                    <a:pt x="107511" y="7138"/>
                    <a:pt x="110768" y="7138"/>
                    <a:pt x="110768" y="3610"/>
                  </a:cubicBezTo>
                  <a:cubicBezTo>
                    <a:pt x="110768" y="82"/>
                    <a:pt x="107511" y="82"/>
                    <a:pt x="104435" y="82"/>
                  </a:cubicBezTo>
                  <a:lnTo>
                    <a:pt x="6549" y="82"/>
                  </a:lnTo>
                  <a:cubicBezTo>
                    <a:pt x="3473" y="82"/>
                    <a:pt x="216" y="82"/>
                    <a:pt x="216" y="3610"/>
                  </a:cubicBezTo>
                  <a:cubicBezTo>
                    <a:pt x="216" y="7138"/>
                    <a:pt x="3473" y="7138"/>
                    <a:pt x="6549" y="7138"/>
                  </a:cubicBezTo>
                  <a:lnTo>
                    <a:pt x="104435" y="713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28" name="Freeform: Shape 6427">
              <a:extLst>
                <a:ext uri="{FF2B5EF4-FFF2-40B4-BE49-F238E27FC236}">
                  <a16:creationId xmlns:a16="http://schemas.microsoft.com/office/drawing/2014/main" id="{28A52E5D-C274-26CC-DBFC-4D0D842E5C6A}"/>
                </a:ext>
              </a:extLst>
            </p:cNvPr>
            <p:cNvSpPr/>
            <p:nvPr>
              <p:custDataLst>
                <p:tags r:id="rId84"/>
              </p:custDataLst>
            </p:nvPr>
          </p:nvSpPr>
          <p:spPr>
            <a:xfrm>
              <a:off x="6871198" y="6903329"/>
              <a:ext cx="94448" cy="112198"/>
            </a:xfrm>
            <a:custGeom>
              <a:avLst/>
              <a:gdLst>
                <a:gd name="connsiteX0" fmla="*/ 14158 w 94448"/>
                <a:gd name="connsiteY0" fmla="*/ 99578 h 112198"/>
                <a:gd name="connsiteX1" fmla="*/ 4388 w 94448"/>
                <a:gd name="connsiteY1" fmla="*/ 106811 h 112198"/>
                <a:gd name="connsiteX2" fmla="*/ 226 w 94448"/>
                <a:gd name="connsiteY2" fmla="*/ 110163 h 112198"/>
                <a:gd name="connsiteX3" fmla="*/ 2578 w 94448"/>
                <a:gd name="connsiteY3" fmla="*/ 112280 h 112198"/>
                <a:gd name="connsiteX4" fmla="*/ 17777 w 94448"/>
                <a:gd name="connsiteY4" fmla="*/ 111751 h 112198"/>
                <a:gd name="connsiteX5" fmla="*/ 35690 w 94448"/>
                <a:gd name="connsiteY5" fmla="*/ 112280 h 112198"/>
                <a:gd name="connsiteX6" fmla="*/ 38946 w 94448"/>
                <a:gd name="connsiteY6" fmla="*/ 108752 h 112198"/>
                <a:gd name="connsiteX7" fmla="*/ 34604 w 94448"/>
                <a:gd name="connsiteY7" fmla="*/ 106811 h 112198"/>
                <a:gd name="connsiteX8" fmla="*/ 25557 w 94448"/>
                <a:gd name="connsiteY8" fmla="*/ 103988 h 112198"/>
                <a:gd name="connsiteX9" fmla="*/ 34423 w 94448"/>
                <a:gd name="connsiteY9" fmla="*/ 68706 h 112198"/>
                <a:gd name="connsiteX10" fmla="*/ 51069 w 94448"/>
                <a:gd name="connsiteY10" fmla="*/ 79996 h 112198"/>
                <a:gd name="connsiteX11" fmla="*/ 94675 w 94448"/>
                <a:gd name="connsiteY11" fmla="*/ 28308 h 112198"/>
                <a:gd name="connsiteX12" fmla="*/ 70610 w 94448"/>
                <a:gd name="connsiteY12" fmla="*/ 82 h 112198"/>
                <a:gd name="connsiteX13" fmla="*/ 46908 w 94448"/>
                <a:gd name="connsiteY13" fmla="*/ 13312 h 112198"/>
                <a:gd name="connsiteX14" fmla="*/ 30623 w 94448"/>
                <a:gd name="connsiteY14" fmla="*/ 82 h 112198"/>
                <a:gd name="connsiteX15" fmla="*/ 17234 w 94448"/>
                <a:gd name="connsiteY15" fmla="*/ 10137 h 112198"/>
                <a:gd name="connsiteX16" fmla="*/ 11625 w 94448"/>
                <a:gd name="connsiteY16" fmla="*/ 27249 h 112198"/>
                <a:gd name="connsiteX17" fmla="*/ 13796 w 94448"/>
                <a:gd name="connsiteY17" fmla="*/ 29013 h 112198"/>
                <a:gd name="connsiteX18" fmla="*/ 16872 w 94448"/>
                <a:gd name="connsiteY18" fmla="*/ 24956 h 112198"/>
                <a:gd name="connsiteX19" fmla="*/ 30081 w 94448"/>
                <a:gd name="connsiteY19" fmla="*/ 3963 h 112198"/>
                <a:gd name="connsiteX20" fmla="*/ 35690 w 94448"/>
                <a:gd name="connsiteY20" fmla="*/ 12078 h 112198"/>
                <a:gd name="connsiteX21" fmla="*/ 34423 w 94448"/>
                <a:gd name="connsiteY21" fmla="*/ 21075 h 112198"/>
                <a:gd name="connsiteX22" fmla="*/ 14158 w 94448"/>
                <a:gd name="connsiteY22" fmla="*/ 99578 h 112198"/>
                <a:gd name="connsiteX23" fmla="*/ 46003 w 94448"/>
                <a:gd name="connsiteY23" fmla="*/ 23015 h 112198"/>
                <a:gd name="connsiteX24" fmla="*/ 55412 w 94448"/>
                <a:gd name="connsiteY24" fmla="*/ 10666 h 112198"/>
                <a:gd name="connsiteX25" fmla="*/ 70067 w 94448"/>
                <a:gd name="connsiteY25" fmla="*/ 3963 h 112198"/>
                <a:gd name="connsiteX26" fmla="*/ 81647 w 94448"/>
                <a:gd name="connsiteY26" fmla="*/ 20545 h 112198"/>
                <a:gd name="connsiteX27" fmla="*/ 72420 w 94448"/>
                <a:gd name="connsiteY27" fmla="*/ 57945 h 112198"/>
                <a:gd name="connsiteX28" fmla="*/ 50888 w 94448"/>
                <a:gd name="connsiteY28" fmla="*/ 76115 h 112198"/>
                <a:gd name="connsiteX29" fmla="*/ 36594 w 94448"/>
                <a:gd name="connsiteY29" fmla="*/ 60415 h 112198"/>
                <a:gd name="connsiteX30" fmla="*/ 37137 w 94448"/>
                <a:gd name="connsiteY30" fmla="*/ 57592 h 112198"/>
                <a:gd name="connsiteX31" fmla="*/ 46003 w 94448"/>
                <a:gd name="connsiteY31" fmla="*/ 23015 h 11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448" h="112198">
                  <a:moveTo>
                    <a:pt x="14158" y="99578"/>
                  </a:moveTo>
                  <a:cubicBezTo>
                    <a:pt x="12711" y="105576"/>
                    <a:pt x="12349" y="106811"/>
                    <a:pt x="4388" y="106811"/>
                  </a:cubicBezTo>
                  <a:cubicBezTo>
                    <a:pt x="2217" y="106811"/>
                    <a:pt x="226" y="106811"/>
                    <a:pt x="226" y="110163"/>
                  </a:cubicBezTo>
                  <a:cubicBezTo>
                    <a:pt x="226" y="111574"/>
                    <a:pt x="1131" y="112280"/>
                    <a:pt x="2578" y="112280"/>
                  </a:cubicBezTo>
                  <a:cubicBezTo>
                    <a:pt x="7464" y="112280"/>
                    <a:pt x="12711" y="111751"/>
                    <a:pt x="17777" y="111751"/>
                  </a:cubicBezTo>
                  <a:cubicBezTo>
                    <a:pt x="23748" y="111751"/>
                    <a:pt x="29900" y="112280"/>
                    <a:pt x="35690" y="112280"/>
                  </a:cubicBezTo>
                  <a:cubicBezTo>
                    <a:pt x="36594" y="112280"/>
                    <a:pt x="38946" y="112280"/>
                    <a:pt x="38946" y="108752"/>
                  </a:cubicBezTo>
                  <a:cubicBezTo>
                    <a:pt x="38946" y="106811"/>
                    <a:pt x="37137" y="106811"/>
                    <a:pt x="34604" y="106811"/>
                  </a:cubicBezTo>
                  <a:cubicBezTo>
                    <a:pt x="25557" y="106811"/>
                    <a:pt x="25557" y="105576"/>
                    <a:pt x="25557" y="103988"/>
                  </a:cubicBezTo>
                  <a:cubicBezTo>
                    <a:pt x="25557" y="101872"/>
                    <a:pt x="33157" y="73116"/>
                    <a:pt x="34423" y="68706"/>
                  </a:cubicBezTo>
                  <a:cubicBezTo>
                    <a:pt x="36775" y="73822"/>
                    <a:pt x="41841" y="79996"/>
                    <a:pt x="51069" y="79996"/>
                  </a:cubicBezTo>
                  <a:cubicBezTo>
                    <a:pt x="72058" y="79996"/>
                    <a:pt x="94675" y="54240"/>
                    <a:pt x="94675" y="28308"/>
                  </a:cubicBezTo>
                  <a:cubicBezTo>
                    <a:pt x="94675" y="11725"/>
                    <a:pt x="84361" y="82"/>
                    <a:pt x="70610" y="82"/>
                  </a:cubicBezTo>
                  <a:cubicBezTo>
                    <a:pt x="61563" y="82"/>
                    <a:pt x="52879" y="6432"/>
                    <a:pt x="46908" y="13312"/>
                  </a:cubicBezTo>
                  <a:cubicBezTo>
                    <a:pt x="45098" y="3786"/>
                    <a:pt x="37318" y="82"/>
                    <a:pt x="30623" y="82"/>
                  </a:cubicBezTo>
                  <a:cubicBezTo>
                    <a:pt x="22300" y="82"/>
                    <a:pt x="18863" y="6962"/>
                    <a:pt x="17234" y="10137"/>
                  </a:cubicBezTo>
                  <a:cubicBezTo>
                    <a:pt x="13977" y="16135"/>
                    <a:pt x="11625" y="26720"/>
                    <a:pt x="11625" y="27249"/>
                  </a:cubicBezTo>
                  <a:cubicBezTo>
                    <a:pt x="11625" y="29013"/>
                    <a:pt x="13435" y="29013"/>
                    <a:pt x="13796" y="29013"/>
                  </a:cubicBezTo>
                  <a:cubicBezTo>
                    <a:pt x="15606" y="29013"/>
                    <a:pt x="15787" y="28837"/>
                    <a:pt x="16872" y="24956"/>
                  </a:cubicBezTo>
                  <a:cubicBezTo>
                    <a:pt x="19948" y="12430"/>
                    <a:pt x="23567" y="3963"/>
                    <a:pt x="30081" y="3963"/>
                  </a:cubicBezTo>
                  <a:cubicBezTo>
                    <a:pt x="33157" y="3963"/>
                    <a:pt x="35690" y="5374"/>
                    <a:pt x="35690" y="12078"/>
                  </a:cubicBezTo>
                  <a:cubicBezTo>
                    <a:pt x="35690" y="16135"/>
                    <a:pt x="35147" y="18076"/>
                    <a:pt x="34423" y="21075"/>
                  </a:cubicBezTo>
                  <a:lnTo>
                    <a:pt x="14158" y="99578"/>
                  </a:lnTo>
                  <a:close/>
                  <a:moveTo>
                    <a:pt x="46003" y="23015"/>
                  </a:moveTo>
                  <a:cubicBezTo>
                    <a:pt x="47270" y="18252"/>
                    <a:pt x="52155" y="13312"/>
                    <a:pt x="55412" y="10666"/>
                  </a:cubicBezTo>
                  <a:cubicBezTo>
                    <a:pt x="61744" y="5198"/>
                    <a:pt x="66992" y="3963"/>
                    <a:pt x="70067" y="3963"/>
                  </a:cubicBezTo>
                  <a:cubicBezTo>
                    <a:pt x="77305" y="3963"/>
                    <a:pt x="81647" y="10137"/>
                    <a:pt x="81647" y="20545"/>
                  </a:cubicBezTo>
                  <a:cubicBezTo>
                    <a:pt x="81647" y="30954"/>
                    <a:pt x="75676" y="51241"/>
                    <a:pt x="72420" y="57945"/>
                  </a:cubicBezTo>
                  <a:cubicBezTo>
                    <a:pt x="66268" y="70294"/>
                    <a:pt x="57583" y="76115"/>
                    <a:pt x="50888" y="76115"/>
                  </a:cubicBezTo>
                  <a:cubicBezTo>
                    <a:pt x="38946" y="76115"/>
                    <a:pt x="36594" y="61473"/>
                    <a:pt x="36594" y="60415"/>
                  </a:cubicBezTo>
                  <a:cubicBezTo>
                    <a:pt x="36594" y="60062"/>
                    <a:pt x="36594" y="59709"/>
                    <a:pt x="37137" y="57592"/>
                  </a:cubicBezTo>
                  <a:lnTo>
                    <a:pt x="46003" y="23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29" name="Freeform: Shape 6428">
              <a:extLst>
                <a:ext uri="{FF2B5EF4-FFF2-40B4-BE49-F238E27FC236}">
                  <a16:creationId xmlns:a16="http://schemas.microsoft.com/office/drawing/2014/main" id="{8D140469-8B9C-AEFC-B2ED-4204E4F4125C}"/>
                </a:ext>
              </a:extLst>
            </p:cNvPr>
            <p:cNvSpPr/>
            <p:nvPr>
              <p:custDataLst>
                <p:tags r:id="rId85"/>
              </p:custDataLst>
            </p:nvPr>
          </p:nvSpPr>
          <p:spPr>
            <a:xfrm>
              <a:off x="7050125" y="6795550"/>
              <a:ext cx="120322" cy="41280"/>
            </a:xfrm>
            <a:custGeom>
              <a:avLst/>
              <a:gdLst>
                <a:gd name="connsiteX0" fmla="*/ 114406 w 120322"/>
                <a:gd name="connsiteY0" fmla="*/ 7131 h 41280"/>
                <a:gd name="connsiteX1" fmla="*/ 120558 w 120322"/>
                <a:gd name="connsiteY1" fmla="*/ 3603 h 41280"/>
                <a:gd name="connsiteX2" fmla="*/ 114587 w 120322"/>
                <a:gd name="connsiteY2" fmla="*/ 75 h 41280"/>
                <a:gd name="connsiteX3" fmla="*/ 6206 w 120322"/>
                <a:gd name="connsiteY3" fmla="*/ 75 h 41280"/>
                <a:gd name="connsiteX4" fmla="*/ 235 w 120322"/>
                <a:gd name="connsiteY4" fmla="*/ 3603 h 41280"/>
                <a:gd name="connsiteX5" fmla="*/ 6387 w 120322"/>
                <a:gd name="connsiteY5" fmla="*/ 7131 h 41280"/>
                <a:gd name="connsiteX6" fmla="*/ 114406 w 120322"/>
                <a:gd name="connsiteY6" fmla="*/ 7131 h 41280"/>
                <a:gd name="connsiteX7" fmla="*/ 114587 w 120322"/>
                <a:gd name="connsiteY7" fmla="*/ 41355 h 41280"/>
                <a:gd name="connsiteX8" fmla="*/ 120558 w 120322"/>
                <a:gd name="connsiteY8" fmla="*/ 37827 h 41280"/>
                <a:gd name="connsiteX9" fmla="*/ 114406 w 120322"/>
                <a:gd name="connsiteY9" fmla="*/ 34299 h 41280"/>
                <a:gd name="connsiteX10" fmla="*/ 6387 w 120322"/>
                <a:gd name="connsiteY10" fmla="*/ 34299 h 41280"/>
                <a:gd name="connsiteX11" fmla="*/ 235 w 120322"/>
                <a:gd name="connsiteY11" fmla="*/ 37827 h 41280"/>
                <a:gd name="connsiteX12" fmla="*/ 6206 w 120322"/>
                <a:gd name="connsiteY12" fmla="*/ 41355 h 41280"/>
                <a:gd name="connsiteX13" fmla="*/ 114587 w 120322"/>
                <a:gd name="connsiteY13" fmla="*/ 41355 h 4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322" h="41280">
                  <a:moveTo>
                    <a:pt x="114406" y="7131"/>
                  </a:moveTo>
                  <a:cubicBezTo>
                    <a:pt x="117120" y="7131"/>
                    <a:pt x="120558" y="7131"/>
                    <a:pt x="120558" y="3603"/>
                  </a:cubicBezTo>
                  <a:cubicBezTo>
                    <a:pt x="120558" y="75"/>
                    <a:pt x="117120" y="75"/>
                    <a:pt x="114587" y="75"/>
                  </a:cubicBezTo>
                  <a:lnTo>
                    <a:pt x="6206" y="75"/>
                  </a:lnTo>
                  <a:cubicBezTo>
                    <a:pt x="3673" y="75"/>
                    <a:pt x="235" y="75"/>
                    <a:pt x="235" y="3603"/>
                  </a:cubicBezTo>
                  <a:cubicBezTo>
                    <a:pt x="235" y="7131"/>
                    <a:pt x="3673" y="7131"/>
                    <a:pt x="6387" y="7131"/>
                  </a:cubicBezTo>
                  <a:lnTo>
                    <a:pt x="114406" y="7131"/>
                  </a:lnTo>
                  <a:close/>
                  <a:moveTo>
                    <a:pt x="114587" y="41355"/>
                  </a:moveTo>
                  <a:cubicBezTo>
                    <a:pt x="117120" y="41355"/>
                    <a:pt x="120558" y="41355"/>
                    <a:pt x="120558" y="37827"/>
                  </a:cubicBezTo>
                  <a:cubicBezTo>
                    <a:pt x="120558" y="34299"/>
                    <a:pt x="117120" y="34299"/>
                    <a:pt x="114406" y="34299"/>
                  </a:cubicBezTo>
                  <a:lnTo>
                    <a:pt x="6387" y="34299"/>
                  </a:lnTo>
                  <a:cubicBezTo>
                    <a:pt x="3673" y="34299"/>
                    <a:pt x="235" y="34299"/>
                    <a:pt x="235" y="37827"/>
                  </a:cubicBezTo>
                  <a:cubicBezTo>
                    <a:pt x="235" y="41355"/>
                    <a:pt x="3673" y="41355"/>
                    <a:pt x="6206" y="41355"/>
                  </a:cubicBezTo>
                  <a:lnTo>
                    <a:pt x="114587" y="413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30" name="Freeform: Shape 6429">
              <a:extLst>
                <a:ext uri="{FF2B5EF4-FFF2-40B4-BE49-F238E27FC236}">
                  <a16:creationId xmlns:a16="http://schemas.microsoft.com/office/drawing/2014/main" id="{A6B9C43C-B5DB-C5DE-972A-320AE2330922}"/>
                </a:ext>
              </a:extLst>
            </p:cNvPr>
            <p:cNvSpPr/>
            <p:nvPr>
              <p:custDataLst>
                <p:tags r:id="rId86"/>
              </p:custDataLst>
            </p:nvPr>
          </p:nvSpPr>
          <p:spPr>
            <a:xfrm>
              <a:off x="7239303" y="6782319"/>
              <a:ext cx="69479" cy="79914"/>
            </a:xfrm>
            <a:custGeom>
              <a:avLst/>
              <a:gdLst>
                <a:gd name="connsiteX0" fmla="*/ 25758 w 69479"/>
                <a:gd name="connsiteY0" fmla="*/ 37298 h 79914"/>
                <a:gd name="connsiteX1" fmla="*/ 53441 w 69479"/>
                <a:gd name="connsiteY1" fmla="*/ 33240 h 79914"/>
                <a:gd name="connsiteX2" fmla="*/ 67011 w 69479"/>
                <a:gd name="connsiteY2" fmla="*/ 15070 h 79914"/>
                <a:gd name="connsiteX3" fmla="*/ 47651 w 69479"/>
                <a:gd name="connsiteY3" fmla="*/ 75 h 79914"/>
                <a:gd name="connsiteX4" fmla="*/ 246 w 69479"/>
                <a:gd name="connsiteY4" fmla="*/ 48059 h 79914"/>
                <a:gd name="connsiteX5" fmla="*/ 28653 w 69479"/>
                <a:gd name="connsiteY5" fmla="*/ 79990 h 79914"/>
                <a:gd name="connsiteX6" fmla="*/ 69725 w 69479"/>
                <a:gd name="connsiteY6" fmla="*/ 59173 h 79914"/>
                <a:gd name="connsiteX7" fmla="*/ 67554 w 69479"/>
                <a:gd name="connsiteY7" fmla="*/ 56880 h 79914"/>
                <a:gd name="connsiteX8" fmla="*/ 65202 w 69479"/>
                <a:gd name="connsiteY8" fmla="*/ 58644 h 79914"/>
                <a:gd name="connsiteX9" fmla="*/ 29015 w 69479"/>
                <a:gd name="connsiteY9" fmla="*/ 76108 h 79914"/>
                <a:gd name="connsiteX10" fmla="*/ 13273 w 69479"/>
                <a:gd name="connsiteY10" fmla="*/ 55645 h 79914"/>
                <a:gd name="connsiteX11" fmla="*/ 16168 w 69479"/>
                <a:gd name="connsiteY11" fmla="*/ 37298 h 79914"/>
                <a:gd name="connsiteX12" fmla="*/ 25758 w 69479"/>
                <a:gd name="connsiteY12" fmla="*/ 37298 h 79914"/>
                <a:gd name="connsiteX13" fmla="*/ 17254 w 69479"/>
                <a:gd name="connsiteY13" fmla="*/ 33417 h 79914"/>
                <a:gd name="connsiteX14" fmla="*/ 47651 w 69479"/>
                <a:gd name="connsiteY14" fmla="*/ 3956 h 79914"/>
                <a:gd name="connsiteX15" fmla="*/ 61040 w 69479"/>
                <a:gd name="connsiteY15" fmla="*/ 15070 h 79914"/>
                <a:gd name="connsiteX16" fmla="*/ 24672 w 69479"/>
                <a:gd name="connsiteY16" fmla="*/ 33417 h 79914"/>
                <a:gd name="connsiteX17" fmla="*/ 17254 w 69479"/>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479" h="79914">
                  <a:moveTo>
                    <a:pt x="25758" y="37298"/>
                  </a:moveTo>
                  <a:cubicBezTo>
                    <a:pt x="31005" y="37298"/>
                    <a:pt x="44394" y="36945"/>
                    <a:pt x="53441" y="33240"/>
                  </a:cubicBezTo>
                  <a:cubicBezTo>
                    <a:pt x="66106" y="27948"/>
                    <a:pt x="67011" y="17540"/>
                    <a:pt x="67011" y="15070"/>
                  </a:cubicBezTo>
                  <a:cubicBezTo>
                    <a:pt x="67011" y="7308"/>
                    <a:pt x="60136" y="75"/>
                    <a:pt x="47651" y="75"/>
                  </a:cubicBezTo>
                  <a:cubicBezTo>
                    <a:pt x="27567" y="75"/>
                    <a:pt x="246" y="17187"/>
                    <a:pt x="246" y="48059"/>
                  </a:cubicBezTo>
                  <a:cubicBezTo>
                    <a:pt x="246" y="66053"/>
                    <a:pt x="10921" y="79990"/>
                    <a:pt x="28653" y="79990"/>
                  </a:cubicBezTo>
                  <a:cubicBezTo>
                    <a:pt x="54526" y="79990"/>
                    <a:pt x="69725" y="61290"/>
                    <a:pt x="69725" y="59173"/>
                  </a:cubicBezTo>
                  <a:cubicBezTo>
                    <a:pt x="69725" y="58114"/>
                    <a:pt x="68639" y="56880"/>
                    <a:pt x="67554" y="56880"/>
                  </a:cubicBezTo>
                  <a:cubicBezTo>
                    <a:pt x="66649" y="56880"/>
                    <a:pt x="66287" y="57232"/>
                    <a:pt x="65202" y="58644"/>
                  </a:cubicBezTo>
                  <a:cubicBezTo>
                    <a:pt x="50908" y="76108"/>
                    <a:pt x="31186" y="76108"/>
                    <a:pt x="29015" y="76108"/>
                  </a:cubicBezTo>
                  <a:cubicBezTo>
                    <a:pt x="14902" y="76108"/>
                    <a:pt x="13273" y="61290"/>
                    <a:pt x="13273" y="55645"/>
                  </a:cubicBezTo>
                  <a:cubicBezTo>
                    <a:pt x="13273" y="53528"/>
                    <a:pt x="13454" y="48059"/>
                    <a:pt x="16168" y="37298"/>
                  </a:cubicBezTo>
                  <a:lnTo>
                    <a:pt x="25758" y="37298"/>
                  </a:lnTo>
                  <a:close/>
                  <a:moveTo>
                    <a:pt x="17254" y="33417"/>
                  </a:moveTo>
                  <a:cubicBezTo>
                    <a:pt x="24310" y="6602"/>
                    <a:pt x="42947" y="3956"/>
                    <a:pt x="47651" y="3956"/>
                  </a:cubicBezTo>
                  <a:cubicBezTo>
                    <a:pt x="56155" y="3956"/>
                    <a:pt x="61040" y="9072"/>
                    <a:pt x="61040" y="15070"/>
                  </a:cubicBezTo>
                  <a:cubicBezTo>
                    <a:pt x="61040" y="33417"/>
                    <a:pt x="32090" y="33417"/>
                    <a:pt x="24672" y="33417"/>
                  </a:cubicBezTo>
                  <a:lnTo>
                    <a:pt x="17254"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31" name="Freeform: Shape 6430">
              <a:extLst>
                <a:ext uri="{FF2B5EF4-FFF2-40B4-BE49-F238E27FC236}">
                  <a16:creationId xmlns:a16="http://schemas.microsoft.com/office/drawing/2014/main" id="{50B4EB8D-4AF4-6820-12D2-650C83574DD1}"/>
                </a:ext>
              </a:extLst>
            </p:cNvPr>
            <p:cNvSpPr/>
            <p:nvPr>
              <p:custDataLst>
                <p:tags r:id="rId87"/>
              </p:custDataLst>
            </p:nvPr>
          </p:nvSpPr>
          <p:spPr>
            <a:xfrm>
              <a:off x="7329794" y="6694837"/>
              <a:ext cx="32930" cy="123365"/>
            </a:xfrm>
            <a:custGeom>
              <a:avLst/>
              <a:gdLst>
                <a:gd name="connsiteX0" fmla="*/ 30648 w 32930"/>
                <a:gd name="connsiteY0" fmla="*/ 71 h 123365"/>
                <a:gd name="connsiteX1" fmla="*/ 250 w 32930"/>
                <a:gd name="connsiteY1" fmla="*/ 61691 h 123365"/>
                <a:gd name="connsiteX2" fmla="*/ 30648 w 32930"/>
                <a:gd name="connsiteY2" fmla="*/ 123436 h 123365"/>
                <a:gd name="connsiteX3" fmla="*/ 33181 w 32930"/>
                <a:gd name="connsiteY3" fmla="*/ 121954 h 123365"/>
                <a:gd name="connsiteX4" fmla="*/ 31914 w 32930"/>
                <a:gd name="connsiteY4" fmla="*/ 120102 h 123365"/>
                <a:gd name="connsiteX5" fmla="*/ 8863 w 32930"/>
                <a:gd name="connsiteY5" fmla="*/ 61815 h 123365"/>
                <a:gd name="connsiteX6" fmla="*/ 32294 w 32930"/>
                <a:gd name="connsiteY6" fmla="*/ 3034 h 123365"/>
                <a:gd name="connsiteX7" fmla="*/ 33181 w 32930"/>
                <a:gd name="connsiteY7" fmla="*/ 1552 h 123365"/>
                <a:gd name="connsiteX8" fmla="*/ 30648 w 32930"/>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930" h="123365">
                  <a:moveTo>
                    <a:pt x="30648" y="71"/>
                  </a:moveTo>
                  <a:cubicBezTo>
                    <a:pt x="6583" y="16618"/>
                    <a:pt x="250" y="42798"/>
                    <a:pt x="250" y="61691"/>
                  </a:cubicBezTo>
                  <a:cubicBezTo>
                    <a:pt x="250" y="79103"/>
                    <a:pt x="5570" y="106147"/>
                    <a:pt x="30648" y="123436"/>
                  </a:cubicBezTo>
                  <a:cubicBezTo>
                    <a:pt x="31661" y="123436"/>
                    <a:pt x="33181" y="123436"/>
                    <a:pt x="33181" y="121954"/>
                  </a:cubicBezTo>
                  <a:cubicBezTo>
                    <a:pt x="33181" y="121213"/>
                    <a:pt x="32801" y="120966"/>
                    <a:pt x="31914" y="120102"/>
                  </a:cubicBezTo>
                  <a:cubicBezTo>
                    <a:pt x="15069" y="105283"/>
                    <a:pt x="8863" y="84290"/>
                    <a:pt x="8863" y="61815"/>
                  </a:cubicBezTo>
                  <a:cubicBezTo>
                    <a:pt x="8863" y="28473"/>
                    <a:pt x="21908" y="12172"/>
                    <a:pt x="32294" y="3034"/>
                  </a:cubicBezTo>
                  <a:cubicBezTo>
                    <a:pt x="32801" y="2540"/>
                    <a:pt x="33181" y="2170"/>
                    <a:pt x="33181" y="1552"/>
                  </a:cubicBezTo>
                  <a:cubicBezTo>
                    <a:pt x="33181" y="71"/>
                    <a:pt x="31661" y="71"/>
                    <a:pt x="30648"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32" name="Freeform: Shape 6431">
              <a:extLst>
                <a:ext uri="{FF2B5EF4-FFF2-40B4-BE49-F238E27FC236}">
                  <a16:creationId xmlns:a16="http://schemas.microsoft.com/office/drawing/2014/main" id="{2EA35B05-4B82-91AA-1877-A8D53FB88A86}"/>
                </a:ext>
              </a:extLst>
            </p:cNvPr>
            <p:cNvSpPr/>
            <p:nvPr>
              <p:custDataLst>
                <p:tags r:id="rId88"/>
              </p:custDataLst>
            </p:nvPr>
          </p:nvSpPr>
          <p:spPr>
            <a:xfrm>
              <a:off x="7376204" y="6732625"/>
              <a:ext cx="77639" cy="54828"/>
            </a:xfrm>
            <a:custGeom>
              <a:avLst/>
              <a:gdLst>
                <a:gd name="connsiteX0" fmla="*/ 45849 w 77639"/>
                <a:gd name="connsiteY0" fmla="*/ 25015 h 54828"/>
                <a:gd name="connsiteX1" fmla="*/ 63328 w 77639"/>
                <a:gd name="connsiteY1" fmla="*/ 7850 h 54828"/>
                <a:gd name="connsiteX2" fmla="*/ 75107 w 77639"/>
                <a:gd name="connsiteY2" fmla="*/ 6986 h 54828"/>
                <a:gd name="connsiteX3" fmla="*/ 75107 w 77639"/>
                <a:gd name="connsiteY3" fmla="*/ 71 h 54828"/>
                <a:gd name="connsiteX4" fmla="*/ 62821 w 77639"/>
                <a:gd name="connsiteY4" fmla="*/ 565 h 54828"/>
                <a:gd name="connsiteX5" fmla="*/ 48762 w 77639"/>
                <a:gd name="connsiteY5" fmla="*/ 71 h 54828"/>
                <a:gd name="connsiteX6" fmla="*/ 48762 w 77639"/>
                <a:gd name="connsiteY6" fmla="*/ 6986 h 54828"/>
                <a:gd name="connsiteX7" fmla="*/ 52182 w 77639"/>
                <a:gd name="connsiteY7" fmla="*/ 7727 h 54828"/>
                <a:gd name="connsiteX8" fmla="*/ 40276 w 77639"/>
                <a:gd name="connsiteY8" fmla="*/ 19458 h 54828"/>
                <a:gd name="connsiteX9" fmla="*/ 27991 w 77639"/>
                <a:gd name="connsiteY9" fmla="*/ 6986 h 54828"/>
                <a:gd name="connsiteX10" fmla="*/ 31411 w 77639"/>
                <a:gd name="connsiteY10" fmla="*/ 6986 h 54828"/>
                <a:gd name="connsiteX11" fmla="*/ 31411 w 77639"/>
                <a:gd name="connsiteY11" fmla="*/ 71 h 54828"/>
                <a:gd name="connsiteX12" fmla="*/ 15325 w 77639"/>
                <a:gd name="connsiteY12" fmla="*/ 565 h 54828"/>
                <a:gd name="connsiteX13" fmla="*/ 1013 w 77639"/>
                <a:gd name="connsiteY13" fmla="*/ 71 h 54828"/>
                <a:gd name="connsiteX14" fmla="*/ 1013 w 77639"/>
                <a:gd name="connsiteY14" fmla="*/ 6986 h 54828"/>
                <a:gd name="connsiteX15" fmla="*/ 10513 w 77639"/>
                <a:gd name="connsiteY15" fmla="*/ 6986 h 54828"/>
                <a:gd name="connsiteX16" fmla="*/ 31284 w 77639"/>
                <a:gd name="connsiteY16" fmla="*/ 28103 h 54828"/>
                <a:gd name="connsiteX17" fmla="*/ 13046 w 77639"/>
                <a:gd name="connsiteY17" fmla="*/ 46008 h 54828"/>
                <a:gd name="connsiteX18" fmla="*/ 7346 w 77639"/>
                <a:gd name="connsiteY18" fmla="*/ 47861 h 54828"/>
                <a:gd name="connsiteX19" fmla="*/ 253 w 77639"/>
                <a:gd name="connsiteY19" fmla="*/ 47984 h 54828"/>
                <a:gd name="connsiteX20" fmla="*/ 253 w 77639"/>
                <a:gd name="connsiteY20" fmla="*/ 54900 h 54828"/>
                <a:gd name="connsiteX21" fmla="*/ 12539 w 77639"/>
                <a:gd name="connsiteY21" fmla="*/ 54406 h 54828"/>
                <a:gd name="connsiteX22" fmla="*/ 26598 w 77639"/>
                <a:gd name="connsiteY22" fmla="*/ 54900 h 54828"/>
                <a:gd name="connsiteX23" fmla="*/ 26598 w 77639"/>
                <a:gd name="connsiteY23" fmla="*/ 47984 h 54828"/>
                <a:gd name="connsiteX24" fmla="*/ 23178 w 77639"/>
                <a:gd name="connsiteY24" fmla="*/ 47120 h 54828"/>
                <a:gd name="connsiteX25" fmla="*/ 36857 w 77639"/>
                <a:gd name="connsiteY25" fmla="*/ 33783 h 54828"/>
                <a:gd name="connsiteX26" fmla="*/ 50916 w 77639"/>
                <a:gd name="connsiteY26" fmla="*/ 47984 h 54828"/>
                <a:gd name="connsiteX27" fmla="*/ 47622 w 77639"/>
                <a:gd name="connsiteY27" fmla="*/ 47984 h 54828"/>
                <a:gd name="connsiteX28" fmla="*/ 47622 w 77639"/>
                <a:gd name="connsiteY28" fmla="*/ 54900 h 54828"/>
                <a:gd name="connsiteX29" fmla="*/ 63708 w 77639"/>
                <a:gd name="connsiteY29" fmla="*/ 54406 h 54828"/>
                <a:gd name="connsiteX30" fmla="*/ 77893 w 77639"/>
                <a:gd name="connsiteY30" fmla="*/ 54900 h 54828"/>
                <a:gd name="connsiteX31" fmla="*/ 77893 w 77639"/>
                <a:gd name="connsiteY31" fmla="*/ 47984 h 54828"/>
                <a:gd name="connsiteX32" fmla="*/ 68521 w 77639"/>
                <a:gd name="connsiteY32" fmla="*/ 47984 h 54828"/>
                <a:gd name="connsiteX33" fmla="*/ 45849 w 77639"/>
                <a:gd name="connsiteY33" fmla="*/ 25015 h 5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639" h="54828">
                  <a:moveTo>
                    <a:pt x="45849" y="25015"/>
                  </a:moveTo>
                  <a:lnTo>
                    <a:pt x="63328" y="7850"/>
                  </a:lnTo>
                  <a:cubicBezTo>
                    <a:pt x="66367" y="6986"/>
                    <a:pt x="69660" y="6986"/>
                    <a:pt x="75107" y="6986"/>
                  </a:cubicBezTo>
                  <a:lnTo>
                    <a:pt x="75107" y="71"/>
                  </a:lnTo>
                  <a:cubicBezTo>
                    <a:pt x="71054" y="441"/>
                    <a:pt x="66874" y="565"/>
                    <a:pt x="62821" y="565"/>
                  </a:cubicBezTo>
                  <a:cubicBezTo>
                    <a:pt x="58515" y="565"/>
                    <a:pt x="49776" y="194"/>
                    <a:pt x="48762" y="71"/>
                  </a:cubicBezTo>
                  <a:lnTo>
                    <a:pt x="48762" y="6986"/>
                  </a:lnTo>
                  <a:cubicBezTo>
                    <a:pt x="50409" y="6986"/>
                    <a:pt x="51295" y="7233"/>
                    <a:pt x="52182" y="7727"/>
                  </a:cubicBezTo>
                  <a:lnTo>
                    <a:pt x="40276" y="19458"/>
                  </a:lnTo>
                  <a:lnTo>
                    <a:pt x="27991" y="6986"/>
                  </a:lnTo>
                  <a:lnTo>
                    <a:pt x="31411" y="6986"/>
                  </a:lnTo>
                  <a:lnTo>
                    <a:pt x="31411" y="71"/>
                  </a:lnTo>
                  <a:cubicBezTo>
                    <a:pt x="30651" y="71"/>
                    <a:pt x="20645" y="565"/>
                    <a:pt x="15325" y="565"/>
                  </a:cubicBezTo>
                  <a:cubicBezTo>
                    <a:pt x="10513" y="565"/>
                    <a:pt x="5826" y="441"/>
                    <a:pt x="1013" y="71"/>
                  </a:cubicBezTo>
                  <a:lnTo>
                    <a:pt x="1013" y="6986"/>
                  </a:lnTo>
                  <a:lnTo>
                    <a:pt x="10513" y="6986"/>
                  </a:lnTo>
                  <a:lnTo>
                    <a:pt x="31284" y="28103"/>
                  </a:lnTo>
                  <a:lnTo>
                    <a:pt x="13046" y="46008"/>
                  </a:lnTo>
                  <a:cubicBezTo>
                    <a:pt x="11399" y="47490"/>
                    <a:pt x="11272" y="47614"/>
                    <a:pt x="7346" y="47861"/>
                  </a:cubicBezTo>
                  <a:cubicBezTo>
                    <a:pt x="5320" y="47984"/>
                    <a:pt x="887" y="47984"/>
                    <a:pt x="253" y="47984"/>
                  </a:cubicBezTo>
                  <a:lnTo>
                    <a:pt x="253" y="54900"/>
                  </a:lnTo>
                  <a:cubicBezTo>
                    <a:pt x="4306" y="54529"/>
                    <a:pt x="8486" y="54406"/>
                    <a:pt x="12539" y="54406"/>
                  </a:cubicBezTo>
                  <a:cubicBezTo>
                    <a:pt x="15959" y="54406"/>
                    <a:pt x="24951" y="54776"/>
                    <a:pt x="26598" y="54900"/>
                  </a:cubicBezTo>
                  <a:lnTo>
                    <a:pt x="26598" y="47984"/>
                  </a:lnTo>
                  <a:cubicBezTo>
                    <a:pt x="24571" y="47984"/>
                    <a:pt x="24065" y="47737"/>
                    <a:pt x="23178" y="47120"/>
                  </a:cubicBezTo>
                  <a:lnTo>
                    <a:pt x="36857" y="33783"/>
                  </a:lnTo>
                  <a:lnTo>
                    <a:pt x="50916" y="47984"/>
                  </a:lnTo>
                  <a:lnTo>
                    <a:pt x="47622" y="47984"/>
                  </a:lnTo>
                  <a:lnTo>
                    <a:pt x="47622" y="54900"/>
                  </a:lnTo>
                  <a:cubicBezTo>
                    <a:pt x="47749" y="54900"/>
                    <a:pt x="57882" y="54406"/>
                    <a:pt x="63708" y="54406"/>
                  </a:cubicBezTo>
                  <a:cubicBezTo>
                    <a:pt x="68394" y="54406"/>
                    <a:pt x="73207" y="54529"/>
                    <a:pt x="77893" y="54900"/>
                  </a:cubicBezTo>
                  <a:lnTo>
                    <a:pt x="77893" y="47984"/>
                  </a:lnTo>
                  <a:lnTo>
                    <a:pt x="68521" y="47984"/>
                  </a:lnTo>
                  <a:lnTo>
                    <a:pt x="45849" y="25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33" name="Freeform: Shape 6432">
              <a:extLst>
                <a:ext uri="{FF2B5EF4-FFF2-40B4-BE49-F238E27FC236}">
                  <a16:creationId xmlns:a16="http://schemas.microsoft.com/office/drawing/2014/main" id="{CECB8BE0-109C-DC40-F4CF-F58694DB29B8}"/>
                </a:ext>
              </a:extLst>
            </p:cNvPr>
            <p:cNvSpPr/>
            <p:nvPr>
              <p:custDataLst>
                <p:tags r:id="rId89"/>
              </p:custDataLst>
            </p:nvPr>
          </p:nvSpPr>
          <p:spPr>
            <a:xfrm>
              <a:off x="7466657" y="6684909"/>
              <a:ext cx="25059" cy="45955"/>
            </a:xfrm>
            <a:custGeom>
              <a:avLst/>
              <a:gdLst>
                <a:gd name="connsiteX0" fmla="*/ 24413 w 25059"/>
                <a:gd name="connsiteY0" fmla="*/ 8359 h 45955"/>
                <a:gd name="connsiteX1" fmla="*/ 25318 w 25059"/>
                <a:gd name="connsiteY1" fmla="*/ 5272 h 45955"/>
                <a:gd name="connsiteX2" fmla="*/ 19709 w 25059"/>
                <a:gd name="connsiteY2" fmla="*/ 68 h 45955"/>
                <a:gd name="connsiteX3" fmla="*/ 14552 w 25059"/>
                <a:gd name="connsiteY3" fmla="*/ 4125 h 45955"/>
                <a:gd name="connsiteX4" fmla="*/ 620 w 25059"/>
                <a:gd name="connsiteY4" fmla="*/ 42318 h 45955"/>
                <a:gd name="connsiteX5" fmla="*/ 258 w 25059"/>
                <a:gd name="connsiteY5" fmla="*/ 43730 h 45955"/>
                <a:gd name="connsiteX6" fmla="*/ 4148 w 25059"/>
                <a:gd name="connsiteY6" fmla="*/ 46023 h 45955"/>
                <a:gd name="connsiteX7" fmla="*/ 5686 w 25059"/>
                <a:gd name="connsiteY7" fmla="*/ 44524 h 45955"/>
                <a:gd name="connsiteX8" fmla="*/ 24413 w 25059"/>
                <a:gd name="connsiteY8" fmla="*/ 8359 h 4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59" h="45955">
                  <a:moveTo>
                    <a:pt x="24413" y="8359"/>
                  </a:moveTo>
                  <a:cubicBezTo>
                    <a:pt x="24504" y="8271"/>
                    <a:pt x="25318" y="6595"/>
                    <a:pt x="25318" y="5272"/>
                  </a:cubicBezTo>
                  <a:cubicBezTo>
                    <a:pt x="25318" y="2096"/>
                    <a:pt x="22423" y="68"/>
                    <a:pt x="19709" y="68"/>
                  </a:cubicBezTo>
                  <a:cubicBezTo>
                    <a:pt x="16000" y="68"/>
                    <a:pt x="15004" y="2802"/>
                    <a:pt x="14552" y="4125"/>
                  </a:cubicBezTo>
                  <a:lnTo>
                    <a:pt x="620" y="42318"/>
                  </a:lnTo>
                  <a:cubicBezTo>
                    <a:pt x="258" y="43377"/>
                    <a:pt x="258" y="43641"/>
                    <a:pt x="258" y="43730"/>
                  </a:cubicBezTo>
                  <a:cubicBezTo>
                    <a:pt x="258" y="45141"/>
                    <a:pt x="4058" y="46023"/>
                    <a:pt x="4148" y="46023"/>
                  </a:cubicBezTo>
                  <a:cubicBezTo>
                    <a:pt x="4963" y="46023"/>
                    <a:pt x="5143" y="45582"/>
                    <a:pt x="5686" y="44524"/>
                  </a:cubicBezTo>
                  <a:lnTo>
                    <a:pt x="24413" y="83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34" name="Freeform: Shape 6433">
              <a:extLst>
                <a:ext uri="{FF2B5EF4-FFF2-40B4-BE49-F238E27FC236}">
                  <a16:creationId xmlns:a16="http://schemas.microsoft.com/office/drawing/2014/main" id="{60675B48-A9C5-D2C3-D186-BF95361D2F44}"/>
                </a:ext>
              </a:extLst>
            </p:cNvPr>
            <p:cNvSpPr/>
            <p:nvPr>
              <p:custDataLst>
                <p:tags r:id="rId90"/>
              </p:custDataLst>
            </p:nvPr>
          </p:nvSpPr>
          <p:spPr>
            <a:xfrm>
              <a:off x="7509844" y="6700765"/>
              <a:ext cx="88531" cy="110645"/>
            </a:xfrm>
            <a:custGeom>
              <a:avLst/>
              <a:gdLst>
                <a:gd name="connsiteX0" fmla="*/ 8493 w 88531"/>
                <a:gd name="connsiteY0" fmla="*/ 108000 h 110645"/>
                <a:gd name="connsiteX1" fmla="*/ 16219 w 88531"/>
                <a:gd name="connsiteY1" fmla="*/ 77498 h 110645"/>
                <a:gd name="connsiteX2" fmla="*/ 44970 w 88531"/>
                <a:gd name="connsiteY2" fmla="*/ 88365 h 110645"/>
                <a:gd name="connsiteX3" fmla="*/ 87780 w 88531"/>
                <a:gd name="connsiteY3" fmla="*/ 54035 h 110645"/>
                <a:gd name="connsiteX4" fmla="*/ 79167 w 88531"/>
                <a:gd name="connsiteY4" fmla="*/ 37241 h 110645"/>
                <a:gd name="connsiteX5" fmla="*/ 88793 w 88531"/>
                <a:gd name="connsiteY5" fmla="*/ 17606 h 110645"/>
                <a:gd name="connsiteX6" fmla="*/ 66248 w 88531"/>
                <a:gd name="connsiteY6" fmla="*/ 71 h 110645"/>
                <a:gd name="connsiteX7" fmla="*/ 19892 w 88531"/>
                <a:gd name="connsiteY7" fmla="*/ 31684 h 110645"/>
                <a:gd name="connsiteX8" fmla="*/ 768 w 88531"/>
                <a:gd name="connsiteY8" fmla="*/ 106394 h 110645"/>
                <a:gd name="connsiteX9" fmla="*/ 261 w 88531"/>
                <a:gd name="connsiteY9" fmla="*/ 108494 h 110645"/>
                <a:gd name="connsiteX10" fmla="*/ 4314 w 88531"/>
                <a:gd name="connsiteY10" fmla="*/ 110717 h 110645"/>
                <a:gd name="connsiteX11" fmla="*/ 8493 w 88531"/>
                <a:gd name="connsiteY11" fmla="*/ 108000 h 110645"/>
                <a:gd name="connsiteX12" fmla="*/ 48137 w 88531"/>
                <a:gd name="connsiteY12" fmla="*/ 38846 h 110645"/>
                <a:gd name="connsiteX13" fmla="*/ 56622 w 88531"/>
                <a:gd name="connsiteY13" fmla="*/ 37611 h 110645"/>
                <a:gd name="connsiteX14" fmla="*/ 62575 w 88531"/>
                <a:gd name="connsiteY14" fmla="*/ 38105 h 110645"/>
                <a:gd name="connsiteX15" fmla="*/ 54849 w 88531"/>
                <a:gd name="connsiteY15" fmla="*/ 39587 h 110645"/>
                <a:gd name="connsiteX16" fmla="*/ 48137 w 88531"/>
                <a:gd name="connsiteY16" fmla="*/ 38846 h 110645"/>
                <a:gd name="connsiteX17" fmla="*/ 68655 w 88531"/>
                <a:gd name="connsiteY17" fmla="*/ 32919 h 110645"/>
                <a:gd name="connsiteX18" fmla="*/ 57002 w 88531"/>
                <a:gd name="connsiteY18" fmla="*/ 31931 h 110645"/>
                <a:gd name="connsiteX19" fmla="*/ 40031 w 88531"/>
                <a:gd name="connsiteY19" fmla="*/ 39340 h 110645"/>
                <a:gd name="connsiteX20" fmla="*/ 54596 w 88531"/>
                <a:gd name="connsiteY20" fmla="*/ 45267 h 110645"/>
                <a:gd name="connsiteX21" fmla="*/ 70175 w 88531"/>
                <a:gd name="connsiteY21" fmla="*/ 42674 h 110645"/>
                <a:gd name="connsiteX22" fmla="*/ 71694 w 88531"/>
                <a:gd name="connsiteY22" fmla="*/ 49219 h 110645"/>
                <a:gd name="connsiteX23" fmla="*/ 64222 w 88531"/>
                <a:gd name="connsiteY23" fmla="*/ 73670 h 110645"/>
                <a:gd name="connsiteX24" fmla="*/ 44844 w 88531"/>
                <a:gd name="connsiteY24" fmla="*/ 82685 h 110645"/>
                <a:gd name="connsiteX25" fmla="*/ 20019 w 88531"/>
                <a:gd name="connsiteY25" fmla="*/ 65149 h 110645"/>
                <a:gd name="connsiteX26" fmla="*/ 22299 w 88531"/>
                <a:gd name="connsiteY26" fmla="*/ 54159 h 110645"/>
                <a:gd name="connsiteX27" fmla="*/ 27238 w 88531"/>
                <a:gd name="connsiteY27" fmla="*/ 34524 h 110645"/>
                <a:gd name="connsiteX28" fmla="*/ 40664 w 88531"/>
                <a:gd name="connsiteY28" fmla="*/ 14395 h 110645"/>
                <a:gd name="connsiteX29" fmla="*/ 65615 w 88531"/>
                <a:gd name="connsiteY29" fmla="*/ 5751 h 110645"/>
                <a:gd name="connsiteX30" fmla="*/ 74228 w 88531"/>
                <a:gd name="connsiteY30" fmla="*/ 13160 h 110645"/>
                <a:gd name="connsiteX31" fmla="*/ 68655 w 88531"/>
                <a:gd name="connsiteY31" fmla="*/ 32919 h 1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531" h="110645">
                  <a:moveTo>
                    <a:pt x="8493" y="108000"/>
                  </a:moveTo>
                  <a:lnTo>
                    <a:pt x="16219" y="77498"/>
                  </a:lnTo>
                  <a:cubicBezTo>
                    <a:pt x="18626" y="80585"/>
                    <a:pt x="27112" y="88365"/>
                    <a:pt x="44970" y="88365"/>
                  </a:cubicBezTo>
                  <a:cubicBezTo>
                    <a:pt x="73341" y="88365"/>
                    <a:pt x="87780" y="69595"/>
                    <a:pt x="87780" y="54035"/>
                  </a:cubicBezTo>
                  <a:cubicBezTo>
                    <a:pt x="87780" y="46873"/>
                    <a:pt x="84867" y="41192"/>
                    <a:pt x="79167" y="37241"/>
                  </a:cubicBezTo>
                  <a:cubicBezTo>
                    <a:pt x="84740" y="32795"/>
                    <a:pt x="88793" y="24892"/>
                    <a:pt x="88793" y="17606"/>
                  </a:cubicBezTo>
                  <a:cubicBezTo>
                    <a:pt x="88793" y="7603"/>
                    <a:pt x="81447" y="71"/>
                    <a:pt x="66248" y="71"/>
                  </a:cubicBezTo>
                  <a:cubicBezTo>
                    <a:pt x="47503" y="71"/>
                    <a:pt x="24959" y="11679"/>
                    <a:pt x="19892" y="31684"/>
                  </a:cubicBezTo>
                  <a:lnTo>
                    <a:pt x="768" y="106394"/>
                  </a:lnTo>
                  <a:cubicBezTo>
                    <a:pt x="261" y="108123"/>
                    <a:pt x="261" y="108370"/>
                    <a:pt x="261" y="108494"/>
                  </a:cubicBezTo>
                  <a:cubicBezTo>
                    <a:pt x="261" y="110717"/>
                    <a:pt x="2414" y="110717"/>
                    <a:pt x="4314" y="110717"/>
                  </a:cubicBezTo>
                  <a:cubicBezTo>
                    <a:pt x="6847" y="110717"/>
                    <a:pt x="7860" y="110717"/>
                    <a:pt x="8493" y="108000"/>
                  </a:cubicBezTo>
                  <a:close/>
                  <a:moveTo>
                    <a:pt x="48137" y="38846"/>
                  </a:moveTo>
                  <a:cubicBezTo>
                    <a:pt x="49783" y="38105"/>
                    <a:pt x="50923" y="37611"/>
                    <a:pt x="56622" y="37611"/>
                  </a:cubicBezTo>
                  <a:cubicBezTo>
                    <a:pt x="58649" y="37611"/>
                    <a:pt x="60295" y="37611"/>
                    <a:pt x="62575" y="38105"/>
                  </a:cubicBezTo>
                  <a:cubicBezTo>
                    <a:pt x="59789" y="39587"/>
                    <a:pt x="57129" y="39587"/>
                    <a:pt x="54849" y="39587"/>
                  </a:cubicBezTo>
                  <a:cubicBezTo>
                    <a:pt x="51050" y="39587"/>
                    <a:pt x="50670" y="39463"/>
                    <a:pt x="48137" y="38846"/>
                  </a:cubicBezTo>
                  <a:close/>
                  <a:moveTo>
                    <a:pt x="68655" y="32919"/>
                  </a:moveTo>
                  <a:cubicBezTo>
                    <a:pt x="63842" y="31931"/>
                    <a:pt x="59536" y="31931"/>
                    <a:pt x="57002" y="31931"/>
                  </a:cubicBezTo>
                  <a:cubicBezTo>
                    <a:pt x="51556" y="31931"/>
                    <a:pt x="40031" y="31931"/>
                    <a:pt x="40031" y="39340"/>
                  </a:cubicBezTo>
                  <a:cubicBezTo>
                    <a:pt x="40031" y="45144"/>
                    <a:pt x="48390" y="45267"/>
                    <a:pt x="54596" y="45267"/>
                  </a:cubicBezTo>
                  <a:cubicBezTo>
                    <a:pt x="58269" y="45267"/>
                    <a:pt x="63462" y="45267"/>
                    <a:pt x="70175" y="42674"/>
                  </a:cubicBezTo>
                  <a:cubicBezTo>
                    <a:pt x="71314" y="44403"/>
                    <a:pt x="71694" y="46996"/>
                    <a:pt x="71694" y="49219"/>
                  </a:cubicBezTo>
                  <a:cubicBezTo>
                    <a:pt x="71694" y="53541"/>
                    <a:pt x="69035" y="67125"/>
                    <a:pt x="64222" y="73670"/>
                  </a:cubicBezTo>
                  <a:cubicBezTo>
                    <a:pt x="59662" y="79721"/>
                    <a:pt x="52696" y="82685"/>
                    <a:pt x="44844" y="82685"/>
                  </a:cubicBezTo>
                  <a:cubicBezTo>
                    <a:pt x="34078" y="82685"/>
                    <a:pt x="20019" y="77868"/>
                    <a:pt x="20019" y="65149"/>
                  </a:cubicBezTo>
                  <a:cubicBezTo>
                    <a:pt x="20019" y="62803"/>
                    <a:pt x="21286" y="57740"/>
                    <a:pt x="22299" y="54159"/>
                  </a:cubicBezTo>
                  <a:cubicBezTo>
                    <a:pt x="22932" y="51442"/>
                    <a:pt x="26985" y="35635"/>
                    <a:pt x="27238" y="34524"/>
                  </a:cubicBezTo>
                  <a:cubicBezTo>
                    <a:pt x="28378" y="30202"/>
                    <a:pt x="30531" y="21805"/>
                    <a:pt x="40664" y="14395"/>
                  </a:cubicBezTo>
                  <a:cubicBezTo>
                    <a:pt x="51050" y="6739"/>
                    <a:pt x="61055" y="5751"/>
                    <a:pt x="65615" y="5751"/>
                  </a:cubicBezTo>
                  <a:cubicBezTo>
                    <a:pt x="74228" y="5751"/>
                    <a:pt x="74228" y="11185"/>
                    <a:pt x="74228" y="13160"/>
                  </a:cubicBezTo>
                  <a:cubicBezTo>
                    <a:pt x="74228" y="16124"/>
                    <a:pt x="71948" y="27362"/>
                    <a:pt x="68655" y="3291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35" name="Freeform: Shape 6434">
              <a:extLst>
                <a:ext uri="{FF2B5EF4-FFF2-40B4-BE49-F238E27FC236}">
                  <a16:creationId xmlns:a16="http://schemas.microsoft.com/office/drawing/2014/main" id="{F2859D8E-1F1A-BA7B-CA4A-5025480C3B25}"/>
                </a:ext>
              </a:extLst>
            </p:cNvPr>
            <p:cNvSpPr/>
            <p:nvPr>
              <p:custDataLst>
                <p:tags r:id="rId91"/>
              </p:custDataLst>
            </p:nvPr>
          </p:nvSpPr>
          <p:spPr>
            <a:xfrm>
              <a:off x="7613820" y="6694837"/>
              <a:ext cx="32803" cy="123365"/>
            </a:xfrm>
            <a:custGeom>
              <a:avLst/>
              <a:gdLst>
                <a:gd name="connsiteX0" fmla="*/ 2673 w 32803"/>
                <a:gd name="connsiteY0" fmla="*/ 71 h 123365"/>
                <a:gd name="connsiteX1" fmla="*/ 266 w 32803"/>
                <a:gd name="connsiteY1" fmla="*/ 1552 h 123365"/>
                <a:gd name="connsiteX2" fmla="*/ 1406 w 32803"/>
                <a:gd name="connsiteY2" fmla="*/ 3405 h 123365"/>
                <a:gd name="connsiteX3" fmla="*/ 24457 w 32803"/>
                <a:gd name="connsiteY3" fmla="*/ 61691 h 123365"/>
                <a:gd name="connsiteX4" fmla="*/ 2546 w 32803"/>
                <a:gd name="connsiteY4" fmla="*/ 119114 h 123365"/>
                <a:gd name="connsiteX5" fmla="*/ 266 w 32803"/>
                <a:gd name="connsiteY5" fmla="*/ 121954 h 123365"/>
                <a:gd name="connsiteX6" fmla="*/ 1913 w 32803"/>
                <a:gd name="connsiteY6" fmla="*/ 123436 h 123365"/>
                <a:gd name="connsiteX7" fmla="*/ 23824 w 32803"/>
                <a:gd name="connsiteY7" fmla="*/ 99849 h 123365"/>
                <a:gd name="connsiteX8" fmla="*/ 33070 w 32803"/>
                <a:gd name="connsiteY8" fmla="*/ 61815 h 123365"/>
                <a:gd name="connsiteX9" fmla="*/ 2673 w 32803"/>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03" h="123365">
                  <a:moveTo>
                    <a:pt x="2673" y="71"/>
                  </a:moveTo>
                  <a:cubicBezTo>
                    <a:pt x="1786" y="71"/>
                    <a:pt x="266" y="71"/>
                    <a:pt x="266" y="1552"/>
                  </a:cubicBezTo>
                  <a:cubicBezTo>
                    <a:pt x="266" y="2170"/>
                    <a:pt x="646" y="2540"/>
                    <a:pt x="1406" y="3405"/>
                  </a:cubicBezTo>
                  <a:cubicBezTo>
                    <a:pt x="12299" y="13160"/>
                    <a:pt x="24457" y="29831"/>
                    <a:pt x="24457" y="61691"/>
                  </a:cubicBezTo>
                  <a:cubicBezTo>
                    <a:pt x="24457" y="87501"/>
                    <a:pt x="16225" y="107012"/>
                    <a:pt x="2546" y="119114"/>
                  </a:cubicBezTo>
                  <a:cubicBezTo>
                    <a:pt x="393" y="121213"/>
                    <a:pt x="266" y="121337"/>
                    <a:pt x="266" y="121954"/>
                  </a:cubicBezTo>
                  <a:cubicBezTo>
                    <a:pt x="266" y="122571"/>
                    <a:pt x="646" y="123436"/>
                    <a:pt x="1913" y="123436"/>
                  </a:cubicBezTo>
                  <a:cubicBezTo>
                    <a:pt x="3433" y="123436"/>
                    <a:pt x="15465" y="115286"/>
                    <a:pt x="23824" y="99849"/>
                  </a:cubicBezTo>
                  <a:cubicBezTo>
                    <a:pt x="29397" y="89600"/>
                    <a:pt x="33070" y="76263"/>
                    <a:pt x="33070" y="61815"/>
                  </a:cubicBezTo>
                  <a:cubicBezTo>
                    <a:pt x="33070" y="44403"/>
                    <a:pt x="27750" y="17359"/>
                    <a:pt x="2673"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6196" name="Group 6195" descr="\documentclass{article}&#10;\usepackage{amsmath}&#10;\pagestyle{empty}&#10;\begin{document}&#10;&#10;\[&#10;\mathbf{x}'\boldsymbol{\beta} = x_1\beta_1 + x_2\beta_2 + \dots + x_j\beta_j + \dots + x_k\beta_k&#10;\]&#10;\end{document}" title="IguanaTex Shape Display">
            <a:extLst>
              <a:ext uri="{FF2B5EF4-FFF2-40B4-BE49-F238E27FC236}">
                <a16:creationId xmlns:a16="http://schemas.microsoft.com/office/drawing/2014/main" id="{A3BCE0F0-E657-7251-FE0C-CDA515242C72}"/>
              </a:ext>
            </a:extLst>
          </p:cNvPr>
          <p:cNvGrpSpPr>
            <a:grpSpLocks noChangeAspect="1"/>
          </p:cNvGrpSpPr>
          <p:nvPr>
            <p:custDataLst>
              <p:tags r:id="rId7"/>
            </p:custDataLst>
          </p:nvPr>
        </p:nvGrpSpPr>
        <p:grpSpPr>
          <a:xfrm>
            <a:off x="6349208" y="3035300"/>
            <a:ext cx="3516791" cy="189462"/>
            <a:chOff x="8947695" y="6439642"/>
            <a:chExt cx="3516791" cy="189462"/>
          </a:xfrm>
        </p:grpSpPr>
        <p:sp>
          <p:nvSpPr>
            <p:cNvPr id="6165" name="Freeform: Shape 6164">
              <a:extLst>
                <a:ext uri="{FF2B5EF4-FFF2-40B4-BE49-F238E27FC236}">
                  <a16:creationId xmlns:a16="http://schemas.microsoft.com/office/drawing/2014/main" id="{12D4BD73-EBEF-A54B-F723-9A8FD30D5D29}"/>
                </a:ext>
              </a:extLst>
            </p:cNvPr>
            <p:cNvSpPr/>
            <p:nvPr>
              <p:custDataLst>
                <p:tags r:id="rId48"/>
              </p:custDataLst>
            </p:nvPr>
          </p:nvSpPr>
          <p:spPr>
            <a:xfrm>
              <a:off x="8947695" y="6501851"/>
              <a:ext cx="101998" cy="76683"/>
            </a:xfrm>
            <a:custGeom>
              <a:avLst/>
              <a:gdLst>
                <a:gd name="connsiteX0" fmla="*/ 58835 w 101998"/>
                <a:gd name="connsiteY0" fmla="*/ 34272 h 76683"/>
                <a:gd name="connsiteX1" fmla="*/ 80032 w 101998"/>
                <a:gd name="connsiteY1" fmla="*/ 11819 h 76683"/>
                <a:gd name="connsiteX2" fmla="*/ 98511 w 101998"/>
                <a:gd name="connsiteY2" fmla="*/ 8192 h 76683"/>
                <a:gd name="connsiteX3" fmla="*/ 98511 w 101998"/>
                <a:gd name="connsiteY3" fmla="*/ 75 h 76683"/>
                <a:gd name="connsiteX4" fmla="*/ 81844 w 101998"/>
                <a:gd name="connsiteY4" fmla="*/ 593 h 76683"/>
                <a:gd name="connsiteX5" fmla="*/ 63183 w 101998"/>
                <a:gd name="connsiteY5" fmla="*/ 75 h 76683"/>
                <a:gd name="connsiteX6" fmla="*/ 63183 w 101998"/>
                <a:gd name="connsiteY6" fmla="*/ 8192 h 76683"/>
                <a:gd name="connsiteX7" fmla="*/ 70068 w 101998"/>
                <a:gd name="connsiteY7" fmla="*/ 9747 h 76683"/>
                <a:gd name="connsiteX8" fmla="*/ 68618 w 101998"/>
                <a:gd name="connsiteY8" fmla="*/ 11819 h 76683"/>
                <a:gd name="connsiteX9" fmla="*/ 53400 w 101998"/>
                <a:gd name="connsiteY9" fmla="*/ 28054 h 76683"/>
                <a:gd name="connsiteX10" fmla="*/ 35645 w 101998"/>
                <a:gd name="connsiteY10" fmla="*/ 8192 h 76683"/>
                <a:gd name="connsiteX11" fmla="*/ 42892 w 101998"/>
                <a:gd name="connsiteY11" fmla="*/ 8192 h 76683"/>
                <a:gd name="connsiteX12" fmla="*/ 42892 w 101998"/>
                <a:gd name="connsiteY12" fmla="*/ 75 h 76683"/>
                <a:gd name="connsiteX13" fmla="*/ 20971 w 101998"/>
                <a:gd name="connsiteY13" fmla="*/ 593 h 76683"/>
                <a:gd name="connsiteX14" fmla="*/ 1042 w 101998"/>
                <a:gd name="connsiteY14" fmla="*/ 75 h 76683"/>
                <a:gd name="connsiteX15" fmla="*/ 1042 w 101998"/>
                <a:gd name="connsiteY15" fmla="*/ 8192 h 76683"/>
                <a:gd name="connsiteX16" fmla="*/ 13905 w 101998"/>
                <a:gd name="connsiteY16" fmla="*/ 8192 h 76683"/>
                <a:gd name="connsiteX17" fmla="*/ 42168 w 101998"/>
                <a:gd name="connsiteY17" fmla="*/ 39971 h 76683"/>
                <a:gd name="connsiteX18" fmla="*/ 18434 w 101998"/>
                <a:gd name="connsiteY18" fmla="*/ 65360 h 76683"/>
                <a:gd name="connsiteX19" fmla="*/ 136 w 101998"/>
                <a:gd name="connsiteY19" fmla="*/ 68641 h 76683"/>
                <a:gd name="connsiteX20" fmla="*/ 136 w 101998"/>
                <a:gd name="connsiteY20" fmla="*/ 76759 h 76683"/>
                <a:gd name="connsiteX21" fmla="*/ 16804 w 101998"/>
                <a:gd name="connsiteY21" fmla="*/ 76240 h 76683"/>
                <a:gd name="connsiteX22" fmla="*/ 35464 w 101998"/>
                <a:gd name="connsiteY22" fmla="*/ 76759 h 76683"/>
                <a:gd name="connsiteX23" fmla="*/ 35464 w 101998"/>
                <a:gd name="connsiteY23" fmla="*/ 68641 h 76683"/>
                <a:gd name="connsiteX24" fmla="*/ 28761 w 101998"/>
                <a:gd name="connsiteY24" fmla="*/ 66741 h 76683"/>
                <a:gd name="connsiteX25" fmla="*/ 30029 w 101998"/>
                <a:gd name="connsiteY25" fmla="*/ 65014 h 76683"/>
                <a:gd name="connsiteX26" fmla="*/ 47603 w 101998"/>
                <a:gd name="connsiteY26" fmla="*/ 46189 h 76683"/>
                <a:gd name="connsiteX27" fmla="*/ 67531 w 101998"/>
                <a:gd name="connsiteY27" fmla="*/ 68641 h 76683"/>
                <a:gd name="connsiteX28" fmla="*/ 60466 w 101998"/>
                <a:gd name="connsiteY28" fmla="*/ 68641 h 76683"/>
                <a:gd name="connsiteX29" fmla="*/ 60466 w 101998"/>
                <a:gd name="connsiteY29" fmla="*/ 76759 h 76683"/>
                <a:gd name="connsiteX30" fmla="*/ 82206 w 101998"/>
                <a:gd name="connsiteY30" fmla="*/ 76240 h 76683"/>
                <a:gd name="connsiteX31" fmla="*/ 102135 w 101998"/>
                <a:gd name="connsiteY31" fmla="*/ 76759 h 76683"/>
                <a:gd name="connsiteX32" fmla="*/ 102135 w 101998"/>
                <a:gd name="connsiteY32" fmla="*/ 68641 h 76683"/>
                <a:gd name="connsiteX33" fmla="*/ 89272 w 101998"/>
                <a:gd name="connsiteY33" fmla="*/ 68641 h 76683"/>
                <a:gd name="connsiteX34" fmla="*/ 58835 w 101998"/>
                <a:gd name="connsiteY34" fmla="*/ 34272 h 7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998" h="76683">
                  <a:moveTo>
                    <a:pt x="58835" y="34272"/>
                  </a:moveTo>
                  <a:lnTo>
                    <a:pt x="80032" y="11819"/>
                  </a:lnTo>
                  <a:cubicBezTo>
                    <a:pt x="82387" y="9401"/>
                    <a:pt x="83474" y="8192"/>
                    <a:pt x="98511" y="8192"/>
                  </a:cubicBezTo>
                  <a:lnTo>
                    <a:pt x="98511" y="75"/>
                  </a:lnTo>
                  <a:cubicBezTo>
                    <a:pt x="92170" y="420"/>
                    <a:pt x="82749" y="593"/>
                    <a:pt x="81844" y="593"/>
                  </a:cubicBezTo>
                  <a:cubicBezTo>
                    <a:pt x="77314" y="593"/>
                    <a:pt x="68256" y="247"/>
                    <a:pt x="63183" y="75"/>
                  </a:cubicBezTo>
                  <a:lnTo>
                    <a:pt x="63183" y="8192"/>
                  </a:lnTo>
                  <a:cubicBezTo>
                    <a:pt x="65720" y="8192"/>
                    <a:pt x="67894" y="8538"/>
                    <a:pt x="70068" y="9747"/>
                  </a:cubicBezTo>
                  <a:cubicBezTo>
                    <a:pt x="69343" y="10783"/>
                    <a:pt x="69343" y="11128"/>
                    <a:pt x="68618" y="11819"/>
                  </a:cubicBezTo>
                  <a:lnTo>
                    <a:pt x="53400" y="28054"/>
                  </a:lnTo>
                  <a:lnTo>
                    <a:pt x="35645" y="8192"/>
                  </a:lnTo>
                  <a:lnTo>
                    <a:pt x="42892" y="8192"/>
                  </a:lnTo>
                  <a:lnTo>
                    <a:pt x="42892" y="75"/>
                  </a:lnTo>
                  <a:cubicBezTo>
                    <a:pt x="38182" y="247"/>
                    <a:pt x="26768" y="593"/>
                    <a:pt x="20971" y="593"/>
                  </a:cubicBezTo>
                  <a:cubicBezTo>
                    <a:pt x="15173" y="593"/>
                    <a:pt x="7021" y="247"/>
                    <a:pt x="1042" y="75"/>
                  </a:cubicBezTo>
                  <a:lnTo>
                    <a:pt x="1042" y="8192"/>
                  </a:lnTo>
                  <a:lnTo>
                    <a:pt x="13905" y="8192"/>
                  </a:lnTo>
                  <a:lnTo>
                    <a:pt x="42168" y="39971"/>
                  </a:lnTo>
                  <a:lnTo>
                    <a:pt x="18434" y="65360"/>
                  </a:lnTo>
                  <a:cubicBezTo>
                    <a:pt x="15355" y="68641"/>
                    <a:pt x="8832" y="68641"/>
                    <a:pt x="136" y="68641"/>
                  </a:cubicBezTo>
                  <a:lnTo>
                    <a:pt x="136" y="76759"/>
                  </a:lnTo>
                  <a:cubicBezTo>
                    <a:pt x="6477" y="76413"/>
                    <a:pt x="15898" y="76240"/>
                    <a:pt x="16804" y="76240"/>
                  </a:cubicBezTo>
                  <a:cubicBezTo>
                    <a:pt x="21333" y="76240"/>
                    <a:pt x="31841" y="76586"/>
                    <a:pt x="35464" y="76759"/>
                  </a:cubicBezTo>
                  <a:lnTo>
                    <a:pt x="35464" y="68641"/>
                  </a:lnTo>
                  <a:cubicBezTo>
                    <a:pt x="32203" y="68641"/>
                    <a:pt x="28761" y="67778"/>
                    <a:pt x="28761" y="66741"/>
                  </a:cubicBezTo>
                  <a:cubicBezTo>
                    <a:pt x="28761" y="66569"/>
                    <a:pt x="28761" y="66396"/>
                    <a:pt x="30029" y="65014"/>
                  </a:cubicBezTo>
                  <a:lnTo>
                    <a:pt x="47603" y="46189"/>
                  </a:lnTo>
                  <a:lnTo>
                    <a:pt x="67531" y="68641"/>
                  </a:lnTo>
                  <a:lnTo>
                    <a:pt x="60466" y="68641"/>
                  </a:lnTo>
                  <a:lnTo>
                    <a:pt x="60466" y="76759"/>
                  </a:lnTo>
                  <a:cubicBezTo>
                    <a:pt x="65176" y="76586"/>
                    <a:pt x="76227" y="76240"/>
                    <a:pt x="82206" y="76240"/>
                  </a:cubicBezTo>
                  <a:cubicBezTo>
                    <a:pt x="88003" y="76240"/>
                    <a:pt x="96156" y="76586"/>
                    <a:pt x="102135" y="76759"/>
                  </a:cubicBezTo>
                  <a:lnTo>
                    <a:pt x="102135" y="68641"/>
                  </a:lnTo>
                  <a:lnTo>
                    <a:pt x="89272" y="68641"/>
                  </a:lnTo>
                  <a:lnTo>
                    <a:pt x="58835" y="3427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66" name="Freeform: Shape 6165">
              <a:extLst>
                <a:ext uri="{FF2B5EF4-FFF2-40B4-BE49-F238E27FC236}">
                  <a16:creationId xmlns:a16="http://schemas.microsoft.com/office/drawing/2014/main" id="{5A2C37A5-E6F2-18AA-EBC4-1346337A38B1}"/>
                </a:ext>
              </a:extLst>
            </p:cNvPr>
            <p:cNvSpPr/>
            <p:nvPr>
              <p:custDataLst>
                <p:tags r:id="rId49"/>
              </p:custDataLst>
            </p:nvPr>
          </p:nvSpPr>
          <p:spPr>
            <a:xfrm>
              <a:off x="9059756" y="6439642"/>
              <a:ext cx="31831" cy="62625"/>
            </a:xfrm>
            <a:custGeom>
              <a:avLst/>
              <a:gdLst>
                <a:gd name="connsiteX0" fmla="*/ 30832 w 31831"/>
                <a:gd name="connsiteY0" fmla="*/ 10589 h 62625"/>
                <a:gd name="connsiteX1" fmla="*/ 31974 w 31831"/>
                <a:gd name="connsiteY1" fmla="*/ 6720 h 62625"/>
                <a:gd name="connsiteX2" fmla="*/ 24492 w 31831"/>
                <a:gd name="connsiteY2" fmla="*/ 71 h 62625"/>
                <a:gd name="connsiteX3" fmla="*/ 17517 w 31831"/>
                <a:gd name="connsiteY3" fmla="*/ 5753 h 62625"/>
                <a:gd name="connsiteX4" fmla="*/ 776 w 31831"/>
                <a:gd name="connsiteY4" fmla="*/ 58102 h 62625"/>
                <a:gd name="connsiteX5" fmla="*/ 142 w 31831"/>
                <a:gd name="connsiteY5" fmla="*/ 60036 h 62625"/>
                <a:gd name="connsiteX6" fmla="*/ 5088 w 31831"/>
                <a:gd name="connsiteY6" fmla="*/ 62696 h 62625"/>
                <a:gd name="connsiteX7" fmla="*/ 6991 w 31831"/>
                <a:gd name="connsiteY7" fmla="*/ 60641 h 62625"/>
                <a:gd name="connsiteX8" fmla="*/ 30832 w 31831"/>
                <a:gd name="connsiteY8" fmla="*/ 10589 h 62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31" h="62625">
                  <a:moveTo>
                    <a:pt x="30832" y="10589"/>
                  </a:moveTo>
                  <a:cubicBezTo>
                    <a:pt x="31847" y="8533"/>
                    <a:pt x="31974" y="7566"/>
                    <a:pt x="31974" y="6720"/>
                  </a:cubicBezTo>
                  <a:cubicBezTo>
                    <a:pt x="31974" y="2972"/>
                    <a:pt x="28423" y="71"/>
                    <a:pt x="24492" y="71"/>
                  </a:cubicBezTo>
                  <a:cubicBezTo>
                    <a:pt x="19672" y="71"/>
                    <a:pt x="18151" y="3818"/>
                    <a:pt x="17517" y="5753"/>
                  </a:cubicBezTo>
                  <a:lnTo>
                    <a:pt x="776" y="58102"/>
                  </a:lnTo>
                  <a:cubicBezTo>
                    <a:pt x="650" y="58343"/>
                    <a:pt x="142" y="59915"/>
                    <a:pt x="142" y="60036"/>
                  </a:cubicBezTo>
                  <a:cubicBezTo>
                    <a:pt x="142" y="61487"/>
                    <a:pt x="4074" y="62696"/>
                    <a:pt x="5088" y="62696"/>
                  </a:cubicBezTo>
                  <a:cubicBezTo>
                    <a:pt x="5976" y="62696"/>
                    <a:pt x="6103" y="62454"/>
                    <a:pt x="6991" y="60641"/>
                  </a:cubicBezTo>
                  <a:lnTo>
                    <a:pt x="30832" y="1058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67" name="Freeform: Shape 6166">
              <a:extLst>
                <a:ext uri="{FF2B5EF4-FFF2-40B4-BE49-F238E27FC236}">
                  <a16:creationId xmlns:a16="http://schemas.microsoft.com/office/drawing/2014/main" id="{9D36E5C7-C857-FF4B-7068-46F67B797545}"/>
                </a:ext>
              </a:extLst>
            </p:cNvPr>
            <p:cNvSpPr/>
            <p:nvPr>
              <p:custDataLst>
                <p:tags r:id="rId50"/>
              </p:custDataLst>
            </p:nvPr>
          </p:nvSpPr>
          <p:spPr>
            <a:xfrm>
              <a:off x="9107395" y="6457292"/>
              <a:ext cx="115767" cy="154749"/>
            </a:xfrm>
            <a:custGeom>
              <a:avLst/>
              <a:gdLst>
                <a:gd name="connsiteX0" fmla="*/ 870 w 115767"/>
                <a:gd name="connsiteY0" fmla="*/ 149643 h 154749"/>
                <a:gd name="connsiteX1" fmla="*/ 145 w 115767"/>
                <a:gd name="connsiteY1" fmla="*/ 152406 h 154749"/>
                <a:gd name="connsiteX2" fmla="*/ 4493 w 115767"/>
                <a:gd name="connsiteY2" fmla="*/ 154824 h 154749"/>
                <a:gd name="connsiteX3" fmla="*/ 9204 w 115767"/>
                <a:gd name="connsiteY3" fmla="*/ 150852 h 154749"/>
                <a:gd name="connsiteX4" fmla="*/ 20798 w 115767"/>
                <a:gd name="connsiteY4" fmla="*/ 106292 h 154749"/>
                <a:gd name="connsiteX5" fmla="*/ 56851 w 115767"/>
                <a:gd name="connsiteY5" fmla="*/ 123391 h 154749"/>
                <a:gd name="connsiteX6" fmla="*/ 113557 w 115767"/>
                <a:gd name="connsiteY6" fmla="*/ 74341 h 154749"/>
                <a:gd name="connsiteX7" fmla="*/ 101962 w 115767"/>
                <a:gd name="connsiteY7" fmla="*/ 51370 h 154749"/>
                <a:gd name="connsiteX8" fmla="*/ 115912 w 115767"/>
                <a:gd name="connsiteY8" fmla="*/ 23045 h 154749"/>
                <a:gd name="connsiteX9" fmla="*/ 87650 w 115767"/>
                <a:gd name="connsiteY9" fmla="*/ 75 h 154749"/>
                <a:gd name="connsiteX10" fmla="*/ 28408 w 115767"/>
                <a:gd name="connsiteY10" fmla="*/ 44289 h 154749"/>
                <a:gd name="connsiteX11" fmla="*/ 870 w 115767"/>
                <a:gd name="connsiteY11" fmla="*/ 149643 h 154749"/>
                <a:gd name="connsiteX12" fmla="*/ 82939 w 115767"/>
                <a:gd name="connsiteY12" fmla="*/ 52061 h 154749"/>
                <a:gd name="connsiteX13" fmla="*/ 71526 w 115767"/>
                <a:gd name="connsiteY13" fmla="*/ 54997 h 154749"/>
                <a:gd name="connsiteX14" fmla="*/ 62830 w 115767"/>
                <a:gd name="connsiteY14" fmla="*/ 53615 h 154749"/>
                <a:gd name="connsiteX15" fmla="*/ 74062 w 115767"/>
                <a:gd name="connsiteY15" fmla="*/ 50852 h 154749"/>
                <a:gd name="connsiteX16" fmla="*/ 82939 w 115767"/>
                <a:gd name="connsiteY16" fmla="*/ 52061 h 154749"/>
                <a:gd name="connsiteX17" fmla="*/ 89099 w 115767"/>
                <a:gd name="connsiteY17" fmla="*/ 46016 h 154749"/>
                <a:gd name="connsiteX18" fmla="*/ 74606 w 115767"/>
                <a:gd name="connsiteY18" fmla="*/ 44634 h 154749"/>
                <a:gd name="connsiteX19" fmla="*/ 54134 w 115767"/>
                <a:gd name="connsiteY19" fmla="*/ 53961 h 154749"/>
                <a:gd name="connsiteX20" fmla="*/ 71345 w 115767"/>
                <a:gd name="connsiteY20" fmla="*/ 61215 h 154749"/>
                <a:gd name="connsiteX21" fmla="*/ 90730 w 115767"/>
                <a:gd name="connsiteY21" fmla="*/ 57933 h 154749"/>
                <a:gd name="connsiteX22" fmla="*/ 92723 w 115767"/>
                <a:gd name="connsiteY22" fmla="*/ 66914 h 154749"/>
                <a:gd name="connsiteX23" fmla="*/ 82396 w 115767"/>
                <a:gd name="connsiteY23" fmla="*/ 103011 h 154749"/>
                <a:gd name="connsiteX24" fmla="*/ 56489 w 115767"/>
                <a:gd name="connsiteY24" fmla="*/ 117173 h 154749"/>
                <a:gd name="connsiteX25" fmla="*/ 25509 w 115767"/>
                <a:gd name="connsiteY25" fmla="*/ 91957 h 154749"/>
                <a:gd name="connsiteX26" fmla="*/ 26777 w 115767"/>
                <a:gd name="connsiteY26" fmla="*/ 83149 h 154749"/>
                <a:gd name="connsiteX27" fmla="*/ 37466 w 115767"/>
                <a:gd name="connsiteY27" fmla="*/ 42734 h 154749"/>
                <a:gd name="connsiteX28" fmla="*/ 86744 w 115767"/>
                <a:gd name="connsiteY28" fmla="*/ 6292 h 154749"/>
                <a:gd name="connsiteX29" fmla="*/ 97433 w 115767"/>
                <a:gd name="connsiteY29" fmla="*/ 16137 h 154749"/>
                <a:gd name="connsiteX30" fmla="*/ 89099 w 115767"/>
                <a:gd name="connsiteY30" fmla="*/ 46016 h 154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5767" h="154749">
                  <a:moveTo>
                    <a:pt x="870" y="149643"/>
                  </a:moveTo>
                  <a:cubicBezTo>
                    <a:pt x="689" y="149988"/>
                    <a:pt x="145" y="152233"/>
                    <a:pt x="145" y="152406"/>
                  </a:cubicBezTo>
                  <a:cubicBezTo>
                    <a:pt x="145" y="154824"/>
                    <a:pt x="2863" y="154824"/>
                    <a:pt x="4493" y="154824"/>
                  </a:cubicBezTo>
                  <a:cubicBezTo>
                    <a:pt x="8117" y="154824"/>
                    <a:pt x="8117" y="154479"/>
                    <a:pt x="9204" y="150852"/>
                  </a:cubicBezTo>
                  <a:cubicBezTo>
                    <a:pt x="9747" y="148088"/>
                    <a:pt x="20617" y="106638"/>
                    <a:pt x="20798" y="106292"/>
                  </a:cubicBezTo>
                  <a:cubicBezTo>
                    <a:pt x="28408" y="118382"/>
                    <a:pt x="42358" y="123391"/>
                    <a:pt x="56851" y="123391"/>
                  </a:cubicBezTo>
                  <a:cubicBezTo>
                    <a:pt x="93266" y="123391"/>
                    <a:pt x="113557" y="96966"/>
                    <a:pt x="113557" y="74341"/>
                  </a:cubicBezTo>
                  <a:cubicBezTo>
                    <a:pt x="113557" y="62251"/>
                    <a:pt x="107941" y="55688"/>
                    <a:pt x="101962" y="51370"/>
                  </a:cubicBezTo>
                  <a:cubicBezTo>
                    <a:pt x="108484" y="46189"/>
                    <a:pt x="115912" y="34962"/>
                    <a:pt x="115912" y="23045"/>
                  </a:cubicBezTo>
                  <a:cubicBezTo>
                    <a:pt x="115912" y="8365"/>
                    <a:pt x="104680" y="75"/>
                    <a:pt x="87650" y="75"/>
                  </a:cubicBezTo>
                  <a:cubicBezTo>
                    <a:pt x="61743" y="75"/>
                    <a:pt x="34930" y="19246"/>
                    <a:pt x="28408" y="44289"/>
                  </a:cubicBezTo>
                  <a:lnTo>
                    <a:pt x="870" y="149643"/>
                  </a:lnTo>
                  <a:close/>
                  <a:moveTo>
                    <a:pt x="82939" y="52061"/>
                  </a:moveTo>
                  <a:cubicBezTo>
                    <a:pt x="78591" y="54997"/>
                    <a:pt x="74062" y="54997"/>
                    <a:pt x="71526" y="54997"/>
                  </a:cubicBezTo>
                  <a:cubicBezTo>
                    <a:pt x="70801" y="54997"/>
                    <a:pt x="62830" y="54997"/>
                    <a:pt x="62830" y="53615"/>
                  </a:cubicBezTo>
                  <a:cubicBezTo>
                    <a:pt x="62830" y="50852"/>
                    <a:pt x="71707" y="50852"/>
                    <a:pt x="74062" y="50852"/>
                  </a:cubicBezTo>
                  <a:cubicBezTo>
                    <a:pt x="77323" y="50852"/>
                    <a:pt x="79497" y="50852"/>
                    <a:pt x="82939" y="52061"/>
                  </a:cubicBezTo>
                  <a:close/>
                  <a:moveTo>
                    <a:pt x="89099" y="46016"/>
                  </a:moveTo>
                  <a:cubicBezTo>
                    <a:pt x="83121" y="44634"/>
                    <a:pt x="78048" y="44634"/>
                    <a:pt x="74606" y="44634"/>
                  </a:cubicBezTo>
                  <a:cubicBezTo>
                    <a:pt x="68808" y="44634"/>
                    <a:pt x="54134" y="44634"/>
                    <a:pt x="54134" y="53961"/>
                  </a:cubicBezTo>
                  <a:cubicBezTo>
                    <a:pt x="54134" y="61215"/>
                    <a:pt x="65004" y="61215"/>
                    <a:pt x="71345" y="61215"/>
                  </a:cubicBezTo>
                  <a:cubicBezTo>
                    <a:pt x="74425" y="61215"/>
                    <a:pt x="82577" y="61215"/>
                    <a:pt x="90730" y="57933"/>
                  </a:cubicBezTo>
                  <a:cubicBezTo>
                    <a:pt x="92179" y="60524"/>
                    <a:pt x="92723" y="63978"/>
                    <a:pt x="92723" y="66914"/>
                  </a:cubicBezTo>
                  <a:cubicBezTo>
                    <a:pt x="92723" y="73132"/>
                    <a:pt x="88012" y="94030"/>
                    <a:pt x="82396" y="103011"/>
                  </a:cubicBezTo>
                  <a:cubicBezTo>
                    <a:pt x="76780" y="111474"/>
                    <a:pt x="67902" y="117173"/>
                    <a:pt x="56489" y="117173"/>
                  </a:cubicBezTo>
                  <a:cubicBezTo>
                    <a:pt x="39640" y="117173"/>
                    <a:pt x="25509" y="107501"/>
                    <a:pt x="25509" y="91957"/>
                  </a:cubicBezTo>
                  <a:cubicBezTo>
                    <a:pt x="25509" y="88503"/>
                    <a:pt x="26415" y="84876"/>
                    <a:pt x="26777" y="83149"/>
                  </a:cubicBezTo>
                  <a:cubicBezTo>
                    <a:pt x="29495" y="72959"/>
                    <a:pt x="35292" y="50334"/>
                    <a:pt x="37466" y="42734"/>
                  </a:cubicBezTo>
                  <a:cubicBezTo>
                    <a:pt x="43263" y="23909"/>
                    <a:pt x="65185" y="6292"/>
                    <a:pt x="86744" y="6292"/>
                  </a:cubicBezTo>
                  <a:cubicBezTo>
                    <a:pt x="93447" y="6292"/>
                    <a:pt x="97433" y="9401"/>
                    <a:pt x="97433" y="16137"/>
                  </a:cubicBezTo>
                  <a:cubicBezTo>
                    <a:pt x="97433" y="21491"/>
                    <a:pt x="93085" y="39280"/>
                    <a:pt x="89099" y="4601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68" name="Freeform: Shape 6167">
              <a:extLst>
                <a:ext uri="{FF2B5EF4-FFF2-40B4-BE49-F238E27FC236}">
                  <a16:creationId xmlns:a16="http://schemas.microsoft.com/office/drawing/2014/main" id="{6B5843BF-7219-B7B0-6378-0625CF268FD4}"/>
                </a:ext>
              </a:extLst>
            </p:cNvPr>
            <p:cNvSpPr/>
            <p:nvPr>
              <p:custDataLst>
                <p:tags r:id="rId51"/>
              </p:custDataLst>
            </p:nvPr>
          </p:nvSpPr>
          <p:spPr>
            <a:xfrm>
              <a:off x="9290651" y="6515150"/>
              <a:ext cx="120477" cy="40414"/>
            </a:xfrm>
            <a:custGeom>
              <a:avLst/>
              <a:gdLst>
                <a:gd name="connsiteX0" fmla="*/ 114473 w 120477"/>
                <a:gd name="connsiteY0" fmla="*/ 6983 h 40414"/>
                <a:gd name="connsiteX1" fmla="*/ 120632 w 120477"/>
                <a:gd name="connsiteY1" fmla="*/ 3529 h 40414"/>
                <a:gd name="connsiteX2" fmla="*/ 114654 w 120477"/>
                <a:gd name="connsiteY2" fmla="*/ 75 h 40414"/>
                <a:gd name="connsiteX3" fmla="*/ 6133 w 120477"/>
                <a:gd name="connsiteY3" fmla="*/ 75 h 40414"/>
                <a:gd name="connsiteX4" fmla="*/ 155 w 120477"/>
                <a:gd name="connsiteY4" fmla="*/ 3529 h 40414"/>
                <a:gd name="connsiteX5" fmla="*/ 6315 w 120477"/>
                <a:gd name="connsiteY5" fmla="*/ 6983 h 40414"/>
                <a:gd name="connsiteX6" fmla="*/ 114473 w 120477"/>
                <a:gd name="connsiteY6" fmla="*/ 6983 h 40414"/>
                <a:gd name="connsiteX7" fmla="*/ 114654 w 120477"/>
                <a:gd name="connsiteY7" fmla="*/ 40489 h 40414"/>
                <a:gd name="connsiteX8" fmla="*/ 120632 w 120477"/>
                <a:gd name="connsiteY8" fmla="*/ 37035 h 40414"/>
                <a:gd name="connsiteX9" fmla="*/ 114473 w 120477"/>
                <a:gd name="connsiteY9" fmla="*/ 33581 h 40414"/>
                <a:gd name="connsiteX10" fmla="*/ 6315 w 120477"/>
                <a:gd name="connsiteY10" fmla="*/ 33581 h 40414"/>
                <a:gd name="connsiteX11" fmla="*/ 155 w 120477"/>
                <a:gd name="connsiteY11" fmla="*/ 37035 h 40414"/>
                <a:gd name="connsiteX12" fmla="*/ 6133 w 120477"/>
                <a:gd name="connsiteY12" fmla="*/ 40489 h 40414"/>
                <a:gd name="connsiteX13" fmla="*/ 114654 w 120477"/>
                <a:gd name="connsiteY13" fmla="*/ 40489 h 4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477" h="40414">
                  <a:moveTo>
                    <a:pt x="114473" y="6983"/>
                  </a:moveTo>
                  <a:cubicBezTo>
                    <a:pt x="117190" y="6983"/>
                    <a:pt x="120632" y="6983"/>
                    <a:pt x="120632" y="3529"/>
                  </a:cubicBezTo>
                  <a:cubicBezTo>
                    <a:pt x="120632" y="75"/>
                    <a:pt x="117190" y="75"/>
                    <a:pt x="114654" y="75"/>
                  </a:cubicBezTo>
                  <a:lnTo>
                    <a:pt x="6133" y="75"/>
                  </a:lnTo>
                  <a:cubicBezTo>
                    <a:pt x="3597" y="75"/>
                    <a:pt x="155" y="75"/>
                    <a:pt x="155" y="3529"/>
                  </a:cubicBezTo>
                  <a:cubicBezTo>
                    <a:pt x="155" y="6983"/>
                    <a:pt x="3597" y="6983"/>
                    <a:pt x="6315" y="6983"/>
                  </a:cubicBezTo>
                  <a:lnTo>
                    <a:pt x="114473" y="6983"/>
                  </a:lnTo>
                  <a:close/>
                  <a:moveTo>
                    <a:pt x="114654" y="40489"/>
                  </a:moveTo>
                  <a:cubicBezTo>
                    <a:pt x="117190" y="40489"/>
                    <a:pt x="120632" y="40489"/>
                    <a:pt x="120632" y="37035"/>
                  </a:cubicBezTo>
                  <a:cubicBezTo>
                    <a:pt x="120632" y="33581"/>
                    <a:pt x="117190" y="33581"/>
                    <a:pt x="114473" y="33581"/>
                  </a:cubicBezTo>
                  <a:lnTo>
                    <a:pt x="6315" y="33581"/>
                  </a:lnTo>
                  <a:cubicBezTo>
                    <a:pt x="3597" y="33581"/>
                    <a:pt x="155" y="33581"/>
                    <a:pt x="155" y="37035"/>
                  </a:cubicBezTo>
                  <a:cubicBezTo>
                    <a:pt x="155" y="40489"/>
                    <a:pt x="3597" y="40489"/>
                    <a:pt x="6133" y="40489"/>
                  </a:cubicBezTo>
                  <a:lnTo>
                    <a:pt x="114654" y="4048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69" name="Freeform: Shape 6168">
              <a:extLst>
                <a:ext uri="{FF2B5EF4-FFF2-40B4-BE49-F238E27FC236}">
                  <a16:creationId xmlns:a16="http://schemas.microsoft.com/office/drawing/2014/main" id="{653DD8D4-83C4-3015-9D08-4A589F7ACD79}"/>
                </a:ext>
              </a:extLst>
            </p:cNvPr>
            <p:cNvSpPr/>
            <p:nvPr>
              <p:custDataLst>
                <p:tags r:id="rId52"/>
              </p:custDataLst>
            </p:nvPr>
          </p:nvSpPr>
          <p:spPr>
            <a:xfrm>
              <a:off x="9476992" y="6502197"/>
              <a:ext cx="90222" cy="78238"/>
            </a:xfrm>
            <a:custGeom>
              <a:avLst/>
              <a:gdLst>
                <a:gd name="connsiteX0" fmla="*/ 55422 w 90222"/>
                <a:gd name="connsiteY0" fmla="*/ 24254 h 78238"/>
                <a:gd name="connsiteX1" fmla="*/ 73358 w 90222"/>
                <a:gd name="connsiteY1" fmla="*/ 3874 h 78238"/>
                <a:gd name="connsiteX2" fmla="*/ 82416 w 90222"/>
                <a:gd name="connsiteY2" fmla="*/ 6120 h 78238"/>
                <a:gd name="connsiteX3" fmla="*/ 73720 w 90222"/>
                <a:gd name="connsiteY3" fmla="*/ 15446 h 78238"/>
                <a:gd name="connsiteX4" fmla="*/ 80604 w 90222"/>
                <a:gd name="connsiteY4" fmla="*/ 21491 h 78238"/>
                <a:gd name="connsiteX5" fmla="*/ 90388 w 90222"/>
                <a:gd name="connsiteY5" fmla="*/ 11474 h 78238"/>
                <a:gd name="connsiteX6" fmla="*/ 73539 w 90222"/>
                <a:gd name="connsiteY6" fmla="*/ 75 h 78238"/>
                <a:gd name="connsiteX7" fmla="*/ 54516 w 90222"/>
                <a:gd name="connsiteY7" fmla="*/ 13201 h 78238"/>
                <a:gd name="connsiteX8" fmla="*/ 34950 w 90222"/>
                <a:gd name="connsiteY8" fmla="*/ 75 h 78238"/>
                <a:gd name="connsiteX9" fmla="*/ 5782 w 90222"/>
                <a:gd name="connsiteY9" fmla="*/ 26672 h 78238"/>
                <a:gd name="connsiteX10" fmla="*/ 7956 w 90222"/>
                <a:gd name="connsiteY10" fmla="*/ 28399 h 78238"/>
                <a:gd name="connsiteX11" fmla="*/ 10311 w 90222"/>
                <a:gd name="connsiteY11" fmla="*/ 26500 h 78238"/>
                <a:gd name="connsiteX12" fmla="*/ 34587 w 90222"/>
                <a:gd name="connsiteY12" fmla="*/ 3874 h 78238"/>
                <a:gd name="connsiteX13" fmla="*/ 44371 w 90222"/>
                <a:gd name="connsiteY13" fmla="*/ 15446 h 78238"/>
                <a:gd name="connsiteX14" fmla="*/ 34587 w 90222"/>
                <a:gd name="connsiteY14" fmla="*/ 56551 h 78238"/>
                <a:gd name="connsiteX15" fmla="*/ 17376 w 90222"/>
                <a:gd name="connsiteY15" fmla="*/ 74513 h 78238"/>
                <a:gd name="connsiteX16" fmla="*/ 8318 w 90222"/>
                <a:gd name="connsiteY16" fmla="*/ 72268 h 78238"/>
                <a:gd name="connsiteX17" fmla="*/ 16833 w 90222"/>
                <a:gd name="connsiteY17" fmla="*/ 62942 h 78238"/>
                <a:gd name="connsiteX18" fmla="*/ 10130 w 90222"/>
                <a:gd name="connsiteY18" fmla="*/ 56897 h 78238"/>
                <a:gd name="connsiteX19" fmla="*/ 165 w 90222"/>
                <a:gd name="connsiteY19" fmla="*/ 66914 h 78238"/>
                <a:gd name="connsiteX20" fmla="*/ 17195 w 90222"/>
                <a:gd name="connsiteY20" fmla="*/ 78313 h 78238"/>
                <a:gd name="connsiteX21" fmla="*/ 36218 w 90222"/>
                <a:gd name="connsiteY21" fmla="*/ 65187 h 78238"/>
                <a:gd name="connsiteX22" fmla="*/ 55784 w 90222"/>
                <a:gd name="connsiteY22" fmla="*/ 78313 h 78238"/>
                <a:gd name="connsiteX23" fmla="*/ 84771 w 90222"/>
                <a:gd name="connsiteY23" fmla="*/ 51715 h 78238"/>
                <a:gd name="connsiteX24" fmla="*/ 82597 w 90222"/>
                <a:gd name="connsiteY24" fmla="*/ 49988 h 78238"/>
                <a:gd name="connsiteX25" fmla="*/ 80242 w 90222"/>
                <a:gd name="connsiteY25" fmla="*/ 51888 h 78238"/>
                <a:gd name="connsiteX26" fmla="*/ 56147 w 90222"/>
                <a:gd name="connsiteY26" fmla="*/ 74513 h 78238"/>
                <a:gd name="connsiteX27" fmla="*/ 46182 w 90222"/>
                <a:gd name="connsiteY27" fmla="*/ 63114 h 78238"/>
                <a:gd name="connsiteX28" fmla="*/ 49262 w 90222"/>
                <a:gd name="connsiteY28" fmla="*/ 47916 h 78238"/>
                <a:gd name="connsiteX29" fmla="*/ 55422 w 90222"/>
                <a:gd name="connsiteY29" fmla="*/ 24254 h 78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0222" h="78238">
                  <a:moveTo>
                    <a:pt x="55422" y="24254"/>
                  </a:moveTo>
                  <a:cubicBezTo>
                    <a:pt x="56509" y="19764"/>
                    <a:pt x="60676" y="3874"/>
                    <a:pt x="73358" y="3874"/>
                  </a:cubicBezTo>
                  <a:cubicBezTo>
                    <a:pt x="74264" y="3874"/>
                    <a:pt x="78612" y="3874"/>
                    <a:pt x="82416" y="6120"/>
                  </a:cubicBezTo>
                  <a:cubicBezTo>
                    <a:pt x="77343" y="6983"/>
                    <a:pt x="73720" y="11301"/>
                    <a:pt x="73720" y="15446"/>
                  </a:cubicBezTo>
                  <a:cubicBezTo>
                    <a:pt x="73720" y="18209"/>
                    <a:pt x="75713" y="21491"/>
                    <a:pt x="80604" y="21491"/>
                  </a:cubicBezTo>
                  <a:cubicBezTo>
                    <a:pt x="84590" y="21491"/>
                    <a:pt x="90388" y="18382"/>
                    <a:pt x="90388" y="11474"/>
                  </a:cubicBezTo>
                  <a:cubicBezTo>
                    <a:pt x="90388" y="2493"/>
                    <a:pt x="79699" y="75"/>
                    <a:pt x="73539" y="75"/>
                  </a:cubicBezTo>
                  <a:cubicBezTo>
                    <a:pt x="63031" y="75"/>
                    <a:pt x="56690" y="9228"/>
                    <a:pt x="54516" y="13201"/>
                  </a:cubicBezTo>
                  <a:cubicBezTo>
                    <a:pt x="49987" y="1802"/>
                    <a:pt x="40204" y="75"/>
                    <a:pt x="34950" y="75"/>
                  </a:cubicBezTo>
                  <a:cubicBezTo>
                    <a:pt x="16108" y="75"/>
                    <a:pt x="5782" y="22355"/>
                    <a:pt x="5782" y="26672"/>
                  </a:cubicBezTo>
                  <a:cubicBezTo>
                    <a:pt x="5782" y="28399"/>
                    <a:pt x="7593" y="28399"/>
                    <a:pt x="7956" y="28399"/>
                  </a:cubicBezTo>
                  <a:cubicBezTo>
                    <a:pt x="9405" y="28399"/>
                    <a:pt x="9949" y="28054"/>
                    <a:pt x="10311" y="26500"/>
                  </a:cubicBezTo>
                  <a:cubicBezTo>
                    <a:pt x="16471" y="8192"/>
                    <a:pt x="28428" y="3874"/>
                    <a:pt x="34587" y="3874"/>
                  </a:cubicBezTo>
                  <a:cubicBezTo>
                    <a:pt x="38030" y="3874"/>
                    <a:pt x="44371" y="5429"/>
                    <a:pt x="44371" y="15446"/>
                  </a:cubicBezTo>
                  <a:cubicBezTo>
                    <a:pt x="44371" y="20800"/>
                    <a:pt x="41291" y="32372"/>
                    <a:pt x="34587" y="56551"/>
                  </a:cubicBezTo>
                  <a:cubicBezTo>
                    <a:pt x="31689" y="67259"/>
                    <a:pt x="25348" y="74513"/>
                    <a:pt x="17376" y="74513"/>
                  </a:cubicBezTo>
                  <a:cubicBezTo>
                    <a:pt x="16289" y="74513"/>
                    <a:pt x="12123" y="74513"/>
                    <a:pt x="8318" y="72268"/>
                  </a:cubicBezTo>
                  <a:cubicBezTo>
                    <a:pt x="12847" y="71405"/>
                    <a:pt x="16833" y="67778"/>
                    <a:pt x="16833" y="62942"/>
                  </a:cubicBezTo>
                  <a:cubicBezTo>
                    <a:pt x="16833" y="58278"/>
                    <a:pt x="12847" y="56897"/>
                    <a:pt x="10130" y="56897"/>
                  </a:cubicBezTo>
                  <a:cubicBezTo>
                    <a:pt x="4695" y="56897"/>
                    <a:pt x="165" y="61387"/>
                    <a:pt x="165" y="66914"/>
                  </a:cubicBezTo>
                  <a:cubicBezTo>
                    <a:pt x="165" y="74859"/>
                    <a:pt x="9224" y="78313"/>
                    <a:pt x="17195" y="78313"/>
                  </a:cubicBezTo>
                  <a:cubicBezTo>
                    <a:pt x="29152" y="78313"/>
                    <a:pt x="35675" y="66223"/>
                    <a:pt x="36218" y="65187"/>
                  </a:cubicBezTo>
                  <a:cubicBezTo>
                    <a:pt x="38392" y="71577"/>
                    <a:pt x="44914" y="78313"/>
                    <a:pt x="55784" y="78313"/>
                  </a:cubicBezTo>
                  <a:cubicBezTo>
                    <a:pt x="74445" y="78313"/>
                    <a:pt x="84771" y="56033"/>
                    <a:pt x="84771" y="51715"/>
                  </a:cubicBezTo>
                  <a:cubicBezTo>
                    <a:pt x="84771" y="49988"/>
                    <a:pt x="83141" y="49988"/>
                    <a:pt x="82597" y="49988"/>
                  </a:cubicBezTo>
                  <a:cubicBezTo>
                    <a:pt x="80967" y="49988"/>
                    <a:pt x="80604" y="50679"/>
                    <a:pt x="80242" y="51888"/>
                  </a:cubicBezTo>
                  <a:cubicBezTo>
                    <a:pt x="74264" y="70368"/>
                    <a:pt x="61944" y="74513"/>
                    <a:pt x="56147" y="74513"/>
                  </a:cubicBezTo>
                  <a:cubicBezTo>
                    <a:pt x="49081" y="74513"/>
                    <a:pt x="46182" y="68987"/>
                    <a:pt x="46182" y="63114"/>
                  </a:cubicBezTo>
                  <a:cubicBezTo>
                    <a:pt x="46182" y="59315"/>
                    <a:pt x="47269" y="55515"/>
                    <a:pt x="49262" y="47916"/>
                  </a:cubicBezTo>
                  <a:lnTo>
                    <a:pt x="55422" y="2425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70" name="Freeform: Shape 6169">
              <a:extLst>
                <a:ext uri="{FF2B5EF4-FFF2-40B4-BE49-F238E27FC236}">
                  <a16:creationId xmlns:a16="http://schemas.microsoft.com/office/drawing/2014/main" id="{AEEBB1C7-8002-A51C-7B02-ACEE5AC5FDBB}"/>
                </a:ext>
              </a:extLst>
            </p:cNvPr>
            <p:cNvSpPr/>
            <p:nvPr>
              <p:custDataLst>
                <p:tags r:id="rId53"/>
              </p:custDataLst>
            </p:nvPr>
          </p:nvSpPr>
          <p:spPr>
            <a:xfrm>
              <a:off x="9589105" y="6524165"/>
              <a:ext cx="46161" cy="80276"/>
            </a:xfrm>
            <a:custGeom>
              <a:avLst/>
              <a:gdLst>
                <a:gd name="connsiteX0" fmla="*/ 28832 w 46161"/>
                <a:gd name="connsiteY0" fmla="*/ 3461 h 80276"/>
                <a:gd name="connsiteX1" fmla="*/ 25027 w 46161"/>
                <a:gd name="connsiteY1" fmla="*/ 76 h 80276"/>
                <a:gd name="connsiteX2" fmla="*/ 171 w 46161"/>
                <a:gd name="connsiteY2" fmla="*/ 7814 h 80276"/>
                <a:gd name="connsiteX3" fmla="*/ 171 w 46161"/>
                <a:gd name="connsiteY3" fmla="*/ 12166 h 80276"/>
                <a:gd name="connsiteX4" fmla="*/ 18560 w 46161"/>
                <a:gd name="connsiteY4" fmla="*/ 8781 h 80276"/>
                <a:gd name="connsiteX5" fmla="*/ 18560 w 46161"/>
                <a:gd name="connsiteY5" fmla="*/ 70439 h 80276"/>
                <a:gd name="connsiteX6" fmla="*/ 5878 w 46161"/>
                <a:gd name="connsiteY6" fmla="*/ 76000 h 80276"/>
                <a:gd name="connsiteX7" fmla="*/ 1059 w 46161"/>
                <a:gd name="connsiteY7" fmla="*/ 76000 h 80276"/>
                <a:gd name="connsiteX8" fmla="*/ 1059 w 46161"/>
                <a:gd name="connsiteY8" fmla="*/ 80352 h 80276"/>
                <a:gd name="connsiteX9" fmla="*/ 23632 w 46161"/>
                <a:gd name="connsiteY9" fmla="*/ 79869 h 80276"/>
                <a:gd name="connsiteX10" fmla="*/ 46333 w 46161"/>
                <a:gd name="connsiteY10" fmla="*/ 80352 h 80276"/>
                <a:gd name="connsiteX11" fmla="*/ 46333 w 46161"/>
                <a:gd name="connsiteY11" fmla="*/ 76000 h 80276"/>
                <a:gd name="connsiteX12" fmla="*/ 41514 w 46161"/>
                <a:gd name="connsiteY12" fmla="*/ 76000 h 80276"/>
                <a:gd name="connsiteX13" fmla="*/ 28832 w 46161"/>
                <a:gd name="connsiteY13" fmla="*/ 70439 h 80276"/>
                <a:gd name="connsiteX14" fmla="*/ 28832 w 46161"/>
                <a:gd name="connsiteY14" fmla="*/ 3461 h 80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161" h="80276">
                  <a:moveTo>
                    <a:pt x="28832" y="3461"/>
                  </a:moveTo>
                  <a:cubicBezTo>
                    <a:pt x="28832" y="197"/>
                    <a:pt x="28578" y="76"/>
                    <a:pt x="25027" y="76"/>
                  </a:cubicBezTo>
                  <a:cubicBezTo>
                    <a:pt x="16911" y="7693"/>
                    <a:pt x="5371" y="7814"/>
                    <a:pt x="171" y="7814"/>
                  </a:cubicBezTo>
                  <a:lnTo>
                    <a:pt x="171" y="12166"/>
                  </a:lnTo>
                  <a:cubicBezTo>
                    <a:pt x="3215" y="12166"/>
                    <a:pt x="11585" y="12166"/>
                    <a:pt x="18560" y="8781"/>
                  </a:cubicBezTo>
                  <a:lnTo>
                    <a:pt x="18560" y="70439"/>
                  </a:lnTo>
                  <a:cubicBezTo>
                    <a:pt x="18560" y="74428"/>
                    <a:pt x="18560" y="76000"/>
                    <a:pt x="5878" y="76000"/>
                  </a:cubicBezTo>
                  <a:lnTo>
                    <a:pt x="1059" y="76000"/>
                  </a:lnTo>
                  <a:lnTo>
                    <a:pt x="1059" y="80352"/>
                  </a:lnTo>
                  <a:cubicBezTo>
                    <a:pt x="3342" y="80232"/>
                    <a:pt x="18940" y="79869"/>
                    <a:pt x="23632" y="79869"/>
                  </a:cubicBezTo>
                  <a:cubicBezTo>
                    <a:pt x="27564" y="79869"/>
                    <a:pt x="43543" y="80232"/>
                    <a:pt x="46333" y="80352"/>
                  </a:cubicBezTo>
                  <a:lnTo>
                    <a:pt x="46333" y="76000"/>
                  </a:lnTo>
                  <a:lnTo>
                    <a:pt x="41514" y="76000"/>
                  </a:lnTo>
                  <a:cubicBezTo>
                    <a:pt x="28832" y="76000"/>
                    <a:pt x="28832" y="74428"/>
                    <a:pt x="28832" y="70439"/>
                  </a:cubicBezTo>
                  <a:lnTo>
                    <a:pt x="28832" y="34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71" name="Freeform: Shape 6170">
              <a:extLst>
                <a:ext uri="{FF2B5EF4-FFF2-40B4-BE49-F238E27FC236}">
                  <a16:creationId xmlns:a16="http://schemas.microsoft.com/office/drawing/2014/main" id="{DFCE0072-7761-0BD4-053B-A191835EB1C2}"/>
                </a:ext>
              </a:extLst>
            </p:cNvPr>
            <p:cNvSpPr/>
            <p:nvPr>
              <p:custDataLst>
                <p:tags r:id="rId54"/>
              </p:custDataLst>
            </p:nvPr>
          </p:nvSpPr>
          <p:spPr>
            <a:xfrm>
              <a:off x="9661969" y="6456601"/>
              <a:ext cx="98760" cy="155440"/>
            </a:xfrm>
            <a:custGeom>
              <a:avLst/>
              <a:gdLst>
                <a:gd name="connsiteX0" fmla="*/ 98936 w 98760"/>
                <a:gd name="connsiteY0" fmla="*/ 23736 h 155440"/>
                <a:gd name="connsiteX1" fmla="*/ 74297 w 98760"/>
                <a:gd name="connsiteY1" fmla="*/ 75 h 155440"/>
                <a:gd name="connsiteX2" fmla="*/ 52375 w 98760"/>
                <a:gd name="connsiteY2" fmla="*/ 7329 h 155440"/>
                <a:gd name="connsiteX3" fmla="*/ 29004 w 98760"/>
                <a:gd name="connsiteY3" fmla="*/ 44116 h 155440"/>
                <a:gd name="connsiteX4" fmla="*/ 199 w 98760"/>
                <a:gd name="connsiteY4" fmla="*/ 153788 h 155440"/>
                <a:gd name="connsiteX5" fmla="*/ 2373 w 98760"/>
                <a:gd name="connsiteY5" fmla="*/ 155515 h 155440"/>
                <a:gd name="connsiteX6" fmla="*/ 4547 w 98760"/>
                <a:gd name="connsiteY6" fmla="*/ 154651 h 155440"/>
                <a:gd name="connsiteX7" fmla="*/ 17228 w 98760"/>
                <a:gd name="connsiteY7" fmla="*/ 106983 h 155440"/>
                <a:gd name="connsiteX8" fmla="*/ 41867 w 98760"/>
                <a:gd name="connsiteY8" fmla="*/ 123736 h 155440"/>
                <a:gd name="connsiteX9" fmla="*/ 76833 w 98760"/>
                <a:gd name="connsiteY9" fmla="*/ 110092 h 155440"/>
                <a:gd name="connsiteX10" fmla="*/ 91327 w 98760"/>
                <a:gd name="connsiteY10" fmla="*/ 78313 h 155440"/>
                <a:gd name="connsiteX11" fmla="*/ 78101 w 98760"/>
                <a:gd name="connsiteY11" fmla="*/ 52579 h 155440"/>
                <a:gd name="connsiteX12" fmla="*/ 98936 w 98760"/>
                <a:gd name="connsiteY12" fmla="*/ 23736 h 155440"/>
                <a:gd name="connsiteX13" fmla="*/ 66325 w 98760"/>
                <a:gd name="connsiteY13" fmla="*/ 52406 h 155440"/>
                <a:gd name="connsiteX14" fmla="*/ 57629 w 98760"/>
                <a:gd name="connsiteY14" fmla="*/ 53615 h 155440"/>
                <a:gd name="connsiteX15" fmla="*/ 49658 w 98760"/>
                <a:gd name="connsiteY15" fmla="*/ 52924 h 155440"/>
                <a:gd name="connsiteX16" fmla="*/ 58535 w 98760"/>
                <a:gd name="connsiteY16" fmla="*/ 51543 h 155440"/>
                <a:gd name="connsiteX17" fmla="*/ 66325 w 98760"/>
                <a:gd name="connsiteY17" fmla="*/ 52406 h 155440"/>
                <a:gd name="connsiteX18" fmla="*/ 88790 w 98760"/>
                <a:gd name="connsiteY18" fmla="*/ 19764 h 155440"/>
                <a:gd name="connsiteX19" fmla="*/ 72485 w 98760"/>
                <a:gd name="connsiteY19" fmla="*/ 49643 h 155440"/>
                <a:gd name="connsiteX20" fmla="*/ 58535 w 98760"/>
                <a:gd name="connsiteY20" fmla="*/ 47570 h 155440"/>
                <a:gd name="connsiteX21" fmla="*/ 44585 w 98760"/>
                <a:gd name="connsiteY21" fmla="*/ 53097 h 155440"/>
                <a:gd name="connsiteX22" fmla="*/ 57086 w 98760"/>
                <a:gd name="connsiteY22" fmla="*/ 57415 h 155440"/>
                <a:gd name="connsiteX23" fmla="*/ 71941 w 98760"/>
                <a:gd name="connsiteY23" fmla="*/ 55170 h 155440"/>
                <a:gd name="connsiteX24" fmla="*/ 79913 w 98760"/>
                <a:gd name="connsiteY24" fmla="*/ 74686 h 155440"/>
                <a:gd name="connsiteX25" fmla="*/ 70854 w 98760"/>
                <a:gd name="connsiteY25" fmla="*/ 104392 h 155440"/>
                <a:gd name="connsiteX26" fmla="*/ 41324 w 98760"/>
                <a:gd name="connsiteY26" fmla="*/ 119936 h 155440"/>
                <a:gd name="connsiteX27" fmla="*/ 20671 w 98760"/>
                <a:gd name="connsiteY27" fmla="*/ 97657 h 155440"/>
                <a:gd name="connsiteX28" fmla="*/ 21576 w 98760"/>
                <a:gd name="connsiteY28" fmla="*/ 90057 h 155440"/>
                <a:gd name="connsiteX29" fmla="*/ 33171 w 98760"/>
                <a:gd name="connsiteY29" fmla="*/ 46361 h 155440"/>
                <a:gd name="connsiteX30" fmla="*/ 71941 w 98760"/>
                <a:gd name="connsiteY30" fmla="*/ 4047 h 155440"/>
                <a:gd name="connsiteX31" fmla="*/ 88790 w 98760"/>
                <a:gd name="connsiteY31" fmla="*/ 19764 h 15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760" h="155440">
                  <a:moveTo>
                    <a:pt x="98936" y="23736"/>
                  </a:moveTo>
                  <a:cubicBezTo>
                    <a:pt x="98936" y="10783"/>
                    <a:pt x="88971" y="75"/>
                    <a:pt x="74297" y="75"/>
                  </a:cubicBezTo>
                  <a:cubicBezTo>
                    <a:pt x="63789" y="75"/>
                    <a:pt x="58716" y="2838"/>
                    <a:pt x="52375" y="7329"/>
                  </a:cubicBezTo>
                  <a:cubicBezTo>
                    <a:pt x="42411" y="14237"/>
                    <a:pt x="32447" y="30990"/>
                    <a:pt x="29004" y="44116"/>
                  </a:cubicBezTo>
                  <a:lnTo>
                    <a:pt x="199" y="153788"/>
                  </a:lnTo>
                  <a:cubicBezTo>
                    <a:pt x="17" y="154479"/>
                    <a:pt x="923" y="155515"/>
                    <a:pt x="2373" y="155515"/>
                  </a:cubicBezTo>
                  <a:cubicBezTo>
                    <a:pt x="3822" y="155515"/>
                    <a:pt x="4365" y="155170"/>
                    <a:pt x="4547" y="154651"/>
                  </a:cubicBezTo>
                  <a:lnTo>
                    <a:pt x="17228" y="106983"/>
                  </a:lnTo>
                  <a:cubicBezTo>
                    <a:pt x="20671" y="117346"/>
                    <a:pt x="28642" y="123736"/>
                    <a:pt x="41867" y="123736"/>
                  </a:cubicBezTo>
                  <a:cubicBezTo>
                    <a:pt x="55093" y="123736"/>
                    <a:pt x="68680" y="117691"/>
                    <a:pt x="76833" y="110092"/>
                  </a:cubicBezTo>
                  <a:cubicBezTo>
                    <a:pt x="85529" y="102147"/>
                    <a:pt x="91327" y="91094"/>
                    <a:pt x="91327" y="78313"/>
                  </a:cubicBezTo>
                  <a:cubicBezTo>
                    <a:pt x="91327" y="65878"/>
                    <a:pt x="84623" y="56897"/>
                    <a:pt x="78101" y="52579"/>
                  </a:cubicBezTo>
                  <a:cubicBezTo>
                    <a:pt x="88609" y="46880"/>
                    <a:pt x="98936" y="36171"/>
                    <a:pt x="98936" y="23736"/>
                  </a:cubicBezTo>
                  <a:close/>
                  <a:moveTo>
                    <a:pt x="66325" y="52406"/>
                  </a:moveTo>
                  <a:cubicBezTo>
                    <a:pt x="63970" y="53270"/>
                    <a:pt x="61977" y="53615"/>
                    <a:pt x="57629" y="53615"/>
                  </a:cubicBezTo>
                  <a:cubicBezTo>
                    <a:pt x="55093" y="53615"/>
                    <a:pt x="51469" y="53788"/>
                    <a:pt x="49658" y="52924"/>
                  </a:cubicBezTo>
                  <a:cubicBezTo>
                    <a:pt x="50020" y="51197"/>
                    <a:pt x="56542" y="51543"/>
                    <a:pt x="58535" y="51543"/>
                  </a:cubicBezTo>
                  <a:cubicBezTo>
                    <a:pt x="62340" y="51543"/>
                    <a:pt x="63970" y="51543"/>
                    <a:pt x="66325" y="52406"/>
                  </a:cubicBezTo>
                  <a:close/>
                  <a:moveTo>
                    <a:pt x="88790" y="19764"/>
                  </a:moveTo>
                  <a:cubicBezTo>
                    <a:pt x="88790" y="31854"/>
                    <a:pt x="81906" y="44289"/>
                    <a:pt x="72485" y="49643"/>
                  </a:cubicBezTo>
                  <a:cubicBezTo>
                    <a:pt x="67593" y="47916"/>
                    <a:pt x="63970" y="47570"/>
                    <a:pt x="58535" y="47570"/>
                  </a:cubicBezTo>
                  <a:cubicBezTo>
                    <a:pt x="54730" y="47570"/>
                    <a:pt x="44585" y="47398"/>
                    <a:pt x="44585" y="53097"/>
                  </a:cubicBezTo>
                  <a:cubicBezTo>
                    <a:pt x="44404" y="57933"/>
                    <a:pt x="53825" y="57415"/>
                    <a:pt x="57086" y="57415"/>
                  </a:cubicBezTo>
                  <a:cubicBezTo>
                    <a:pt x="63789" y="57415"/>
                    <a:pt x="66506" y="57242"/>
                    <a:pt x="71941" y="55170"/>
                  </a:cubicBezTo>
                  <a:cubicBezTo>
                    <a:pt x="78826" y="61387"/>
                    <a:pt x="79732" y="66741"/>
                    <a:pt x="79913" y="74686"/>
                  </a:cubicBezTo>
                  <a:cubicBezTo>
                    <a:pt x="80275" y="84703"/>
                    <a:pt x="75927" y="97657"/>
                    <a:pt x="70854" y="104392"/>
                  </a:cubicBezTo>
                  <a:cubicBezTo>
                    <a:pt x="63789" y="113719"/>
                    <a:pt x="51651" y="119936"/>
                    <a:pt x="41324" y="119936"/>
                  </a:cubicBezTo>
                  <a:cubicBezTo>
                    <a:pt x="27555" y="119936"/>
                    <a:pt x="20671" y="109919"/>
                    <a:pt x="20671" y="97657"/>
                  </a:cubicBezTo>
                  <a:cubicBezTo>
                    <a:pt x="20671" y="95930"/>
                    <a:pt x="20671" y="93339"/>
                    <a:pt x="21576" y="90057"/>
                  </a:cubicBezTo>
                  <a:lnTo>
                    <a:pt x="33171" y="46361"/>
                  </a:lnTo>
                  <a:cubicBezTo>
                    <a:pt x="37157" y="31508"/>
                    <a:pt x="50201" y="4047"/>
                    <a:pt x="71941" y="4047"/>
                  </a:cubicBezTo>
                  <a:cubicBezTo>
                    <a:pt x="82449" y="4047"/>
                    <a:pt x="88790" y="9401"/>
                    <a:pt x="88790" y="1976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72" name="Freeform: Shape 6171">
              <a:extLst>
                <a:ext uri="{FF2B5EF4-FFF2-40B4-BE49-F238E27FC236}">
                  <a16:creationId xmlns:a16="http://schemas.microsoft.com/office/drawing/2014/main" id="{C3FB46D8-5C6D-1CA1-6FB8-B5D8CC40663C}"/>
                </a:ext>
              </a:extLst>
            </p:cNvPr>
            <p:cNvSpPr/>
            <p:nvPr>
              <p:custDataLst>
                <p:tags r:id="rId55"/>
              </p:custDataLst>
            </p:nvPr>
          </p:nvSpPr>
          <p:spPr>
            <a:xfrm>
              <a:off x="9772854" y="6524165"/>
              <a:ext cx="46161" cy="80276"/>
            </a:xfrm>
            <a:custGeom>
              <a:avLst/>
              <a:gdLst>
                <a:gd name="connsiteX0" fmla="*/ 28842 w 46161"/>
                <a:gd name="connsiteY0" fmla="*/ 3461 h 80276"/>
                <a:gd name="connsiteX1" fmla="*/ 25038 w 46161"/>
                <a:gd name="connsiteY1" fmla="*/ 76 h 80276"/>
                <a:gd name="connsiteX2" fmla="*/ 181 w 46161"/>
                <a:gd name="connsiteY2" fmla="*/ 7814 h 80276"/>
                <a:gd name="connsiteX3" fmla="*/ 181 w 46161"/>
                <a:gd name="connsiteY3" fmla="*/ 12166 h 80276"/>
                <a:gd name="connsiteX4" fmla="*/ 18570 w 46161"/>
                <a:gd name="connsiteY4" fmla="*/ 8781 h 80276"/>
                <a:gd name="connsiteX5" fmla="*/ 18570 w 46161"/>
                <a:gd name="connsiteY5" fmla="*/ 70439 h 80276"/>
                <a:gd name="connsiteX6" fmla="*/ 5888 w 46161"/>
                <a:gd name="connsiteY6" fmla="*/ 76000 h 80276"/>
                <a:gd name="connsiteX7" fmla="*/ 1069 w 46161"/>
                <a:gd name="connsiteY7" fmla="*/ 76000 h 80276"/>
                <a:gd name="connsiteX8" fmla="*/ 1069 w 46161"/>
                <a:gd name="connsiteY8" fmla="*/ 80352 h 80276"/>
                <a:gd name="connsiteX9" fmla="*/ 23643 w 46161"/>
                <a:gd name="connsiteY9" fmla="*/ 79869 h 80276"/>
                <a:gd name="connsiteX10" fmla="*/ 46343 w 46161"/>
                <a:gd name="connsiteY10" fmla="*/ 80352 h 80276"/>
                <a:gd name="connsiteX11" fmla="*/ 46343 w 46161"/>
                <a:gd name="connsiteY11" fmla="*/ 76000 h 80276"/>
                <a:gd name="connsiteX12" fmla="*/ 41524 w 46161"/>
                <a:gd name="connsiteY12" fmla="*/ 76000 h 80276"/>
                <a:gd name="connsiteX13" fmla="*/ 28842 w 46161"/>
                <a:gd name="connsiteY13" fmla="*/ 70439 h 80276"/>
                <a:gd name="connsiteX14" fmla="*/ 28842 w 46161"/>
                <a:gd name="connsiteY14" fmla="*/ 3461 h 80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161" h="80276">
                  <a:moveTo>
                    <a:pt x="28842" y="3461"/>
                  </a:moveTo>
                  <a:cubicBezTo>
                    <a:pt x="28842" y="197"/>
                    <a:pt x="28588" y="76"/>
                    <a:pt x="25038" y="76"/>
                  </a:cubicBezTo>
                  <a:cubicBezTo>
                    <a:pt x="16921" y="7693"/>
                    <a:pt x="5381" y="7814"/>
                    <a:pt x="181" y="7814"/>
                  </a:cubicBezTo>
                  <a:lnTo>
                    <a:pt x="181" y="12166"/>
                  </a:lnTo>
                  <a:cubicBezTo>
                    <a:pt x="3225" y="12166"/>
                    <a:pt x="11595" y="12166"/>
                    <a:pt x="18570" y="8781"/>
                  </a:cubicBezTo>
                  <a:lnTo>
                    <a:pt x="18570" y="70439"/>
                  </a:lnTo>
                  <a:cubicBezTo>
                    <a:pt x="18570" y="74428"/>
                    <a:pt x="18570" y="76000"/>
                    <a:pt x="5888" y="76000"/>
                  </a:cubicBezTo>
                  <a:lnTo>
                    <a:pt x="1069" y="76000"/>
                  </a:lnTo>
                  <a:lnTo>
                    <a:pt x="1069" y="80352"/>
                  </a:lnTo>
                  <a:cubicBezTo>
                    <a:pt x="3352" y="80232"/>
                    <a:pt x="18950" y="79869"/>
                    <a:pt x="23643" y="79869"/>
                  </a:cubicBezTo>
                  <a:cubicBezTo>
                    <a:pt x="27574" y="79869"/>
                    <a:pt x="43553" y="80232"/>
                    <a:pt x="46343" y="80352"/>
                  </a:cubicBezTo>
                  <a:lnTo>
                    <a:pt x="46343" y="76000"/>
                  </a:lnTo>
                  <a:lnTo>
                    <a:pt x="41524" y="76000"/>
                  </a:lnTo>
                  <a:cubicBezTo>
                    <a:pt x="28842" y="76000"/>
                    <a:pt x="28842" y="74428"/>
                    <a:pt x="28842" y="70439"/>
                  </a:cubicBezTo>
                  <a:lnTo>
                    <a:pt x="28842" y="346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73" name="Freeform: Shape 6172">
              <a:extLst>
                <a:ext uri="{FF2B5EF4-FFF2-40B4-BE49-F238E27FC236}">
                  <a16:creationId xmlns:a16="http://schemas.microsoft.com/office/drawing/2014/main" id="{347558C6-4F0B-DD25-7C74-FC30F1D5D948}"/>
                </a:ext>
              </a:extLst>
            </p:cNvPr>
            <p:cNvSpPr/>
            <p:nvPr>
              <p:custDataLst>
                <p:tags r:id="rId56"/>
              </p:custDataLst>
            </p:nvPr>
          </p:nvSpPr>
          <p:spPr>
            <a:xfrm>
              <a:off x="9890710" y="6477844"/>
              <a:ext cx="120477" cy="115025"/>
            </a:xfrm>
            <a:custGeom>
              <a:avLst/>
              <a:gdLst>
                <a:gd name="connsiteX0" fmla="*/ 64141 w 120477"/>
                <a:gd name="connsiteY0" fmla="*/ 61042 h 115025"/>
                <a:gd name="connsiteX1" fmla="*/ 114687 w 120477"/>
                <a:gd name="connsiteY1" fmla="*/ 61042 h 115025"/>
                <a:gd name="connsiteX2" fmla="*/ 120665 w 120477"/>
                <a:gd name="connsiteY2" fmla="*/ 57588 h 115025"/>
                <a:gd name="connsiteX3" fmla="*/ 114687 w 120477"/>
                <a:gd name="connsiteY3" fmla="*/ 54133 h 115025"/>
                <a:gd name="connsiteX4" fmla="*/ 64141 w 120477"/>
                <a:gd name="connsiteY4" fmla="*/ 54133 h 115025"/>
                <a:gd name="connsiteX5" fmla="*/ 64141 w 120477"/>
                <a:gd name="connsiteY5" fmla="*/ 5774 h 115025"/>
                <a:gd name="connsiteX6" fmla="*/ 60517 w 120477"/>
                <a:gd name="connsiteY6" fmla="*/ 75 h 115025"/>
                <a:gd name="connsiteX7" fmla="*/ 56894 w 120477"/>
                <a:gd name="connsiteY7" fmla="*/ 5774 h 115025"/>
                <a:gd name="connsiteX8" fmla="*/ 56894 w 120477"/>
                <a:gd name="connsiteY8" fmla="*/ 54133 h 115025"/>
                <a:gd name="connsiteX9" fmla="*/ 6166 w 120477"/>
                <a:gd name="connsiteY9" fmla="*/ 54133 h 115025"/>
                <a:gd name="connsiteX10" fmla="*/ 188 w 120477"/>
                <a:gd name="connsiteY10" fmla="*/ 57588 h 115025"/>
                <a:gd name="connsiteX11" fmla="*/ 6166 w 120477"/>
                <a:gd name="connsiteY11" fmla="*/ 61042 h 115025"/>
                <a:gd name="connsiteX12" fmla="*/ 56894 w 120477"/>
                <a:gd name="connsiteY12" fmla="*/ 61042 h 115025"/>
                <a:gd name="connsiteX13" fmla="*/ 56894 w 120477"/>
                <a:gd name="connsiteY13" fmla="*/ 109401 h 115025"/>
                <a:gd name="connsiteX14" fmla="*/ 60517 w 120477"/>
                <a:gd name="connsiteY14" fmla="*/ 115101 h 115025"/>
                <a:gd name="connsiteX15" fmla="*/ 64141 w 120477"/>
                <a:gd name="connsiteY15" fmla="*/ 109401 h 115025"/>
                <a:gd name="connsiteX16" fmla="*/ 64141 w 120477"/>
                <a:gd name="connsiteY16" fmla="*/ 61042 h 115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0477" h="115025">
                  <a:moveTo>
                    <a:pt x="64141" y="61042"/>
                  </a:moveTo>
                  <a:lnTo>
                    <a:pt x="114687" y="61042"/>
                  </a:lnTo>
                  <a:cubicBezTo>
                    <a:pt x="117223" y="61042"/>
                    <a:pt x="120665" y="61042"/>
                    <a:pt x="120665" y="57588"/>
                  </a:cubicBezTo>
                  <a:cubicBezTo>
                    <a:pt x="120665" y="54133"/>
                    <a:pt x="117223" y="54133"/>
                    <a:pt x="114687" y="54133"/>
                  </a:cubicBezTo>
                  <a:lnTo>
                    <a:pt x="64141" y="54133"/>
                  </a:lnTo>
                  <a:lnTo>
                    <a:pt x="64141" y="5774"/>
                  </a:lnTo>
                  <a:cubicBezTo>
                    <a:pt x="64141" y="3356"/>
                    <a:pt x="64141" y="75"/>
                    <a:pt x="60517" y="75"/>
                  </a:cubicBezTo>
                  <a:cubicBezTo>
                    <a:pt x="56894" y="75"/>
                    <a:pt x="56894" y="3356"/>
                    <a:pt x="56894" y="5774"/>
                  </a:cubicBezTo>
                  <a:lnTo>
                    <a:pt x="56894" y="54133"/>
                  </a:lnTo>
                  <a:lnTo>
                    <a:pt x="6166" y="54133"/>
                  </a:lnTo>
                  <a:cubicBezTo>
                    <a:pt x="3630" y="54133"/>
                    <a:pt x="188" y="54133"/>
                    <a:pt x="188" y="57588"/>
                  </a:cubicBezTo>
                  <a:cubicBezTo>
                    <a:pt x="188" y="61042"/>
                    <a:pt x="3630" y="61042"/>
                    <a:pt x="6166" y="61042"/>
                  </a:cubicBezTo>
                  <a:lnTo>
                    <a:pt x="56894" y="61042"/>
                  </a:lnTo>
                  <a:lnTo>
                    <a:pt x="56894" y="109401"/>
                  </a:lnTo>
                  <a:cubicBezTo>
                    <a:pt x="56894" y="111819"/>
                    <a:pt x="56894" y="115101"/>
                    <a:pt x="60517" y="115101"/>
                  </a:cubicBezTo>
                  <a:cubicBezTo>
                    <a:pt x="64141" y="115101"/>
                    <a:pt x="64141" y="111819"/>
                    <a:pt x="64141" y="109401"/>
                  </a:cubicBezTo>
                  <a:lnTo>
                    <a:pt x="64141" y="610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74" name="Freeform: Shape 6173">
              <a:extLst>
                <a:ext uri="{FF2B5EF4-FFF2-40B4-BE49-F238E27FC236}">
                  <a16:creationId xmlns:a16="http://schemas.microsoft.com/office/drawing/2014/main" id="{047BA1C3-6BA2-96EE-4056-1FED008D5F73}"/>
                </a:ext>
              </a:extLst>
            </p:cNvPr>
            <p:cNvSpPr/>
            <p:nvPr>
              <p:custDataLst>
                <p:tags r:id="rId57"/>
              </p:custDataLst>
            </p:nvPr>
          </p:nvSpPr>
          <p:spPr>
            <a:xfrm>
              <a:off x="10066987" y="6502197"/>
              <a:ext cx="90222" cy="78238"/>
            </a:xfrm>
            <a:custGeom>
              <a:avLst/>
              <a:gdLst>
                <a:gd name="connsiteX0" fmla="*/ 55454 w 90222"/>
                <a:gd name="connsiteY0" fmla="*/ 24254 h 78238"/>
                <a:gd name="connsiteX1" fmla="*/ 73390 w 90222"/>
                <a:gd name="connsiteY1" fmla="*/ 3874 h 78238"/>
                <a:gd name="connsiteX2" fmla="*/ 82449 w 90222"/>
                <a:gd name="connsiteY2" fmla="*/ 6120 h 78238"/>
                <a:gd name="connsiteX3" fmla="*/ 73752 w 90222"/>
                <a:gd name="connsiteY3" fmla="*/ 15446 h 78238"/>
                <a:gd name="connsiteX4" fmla="*/ 80637 w 90222"/>
                <a:gd name="connsiteY4" fmla="*/ 21491 h 78238"/>
                <a:gd name="connsiteX5" fmla="*/ 90420 w 90222"/>
                <a:gd name="connsiteY5" fmla="*/ 11474 h 78238"/>
                <a:gd name="connsiteX6" fmla="*/ 73571 w 90222"/>
                <a:gd name="connsiteY6" fmla="*/ 75 h 78238"/>
                <a:gd name="connsiteX7" fmla="*/ 54549 w 90222"/>
                <a:gd name="connsiteY7" fmla="*/ 13201 h 78238"/>
                <a:gd name="connsiteX8" fmla="*/ 34982 w 90222"/>
                <a:gd name="connsiteY8" fmla="*/ 75 h 78238"/>
                <a:gd name="connsiteX9" fmla="*/ 5814 w 90222"/>
                <a:gd name="connsiteY9" fmla="*/ 26672 h 78238"/>
                <a:gd name="connsiteX10" fmla="*/ 7988 w 90222"/>
                <a:gd name="connsiteY10" fmla="*/ 28399 h 78238"/>
                <a:gd name="connsiteX11" fmla="*/ 10343 w 90222"/>
                <a:gd name="connsiteY11" fmla="*/ 26500 h 78238"/>
                <a:gd name="connsiteX12" fmla="*/ 34620 w 90222"/>
                <a:gd name="connsiteY12" fmla="*/ 3874 h 78238"/>
                <a:gd name="connsiteX13" fmla="*/ 44403 w 90222"/>
                <a:gd name="connsiteY13" fmla="*/ 15446 h 78238"/>
                <a:gd name="connsiteX14" fmla="*/ 34620 w 90222"/>
                <a:gd name="connsiteY14" fmla="*/ 56551 h 78238"/>
                <a:gd name="connsiteX15" fmla="*/ 17409 w 90222"/>
                <a:gd name="connsiteY15" fmla="*/ 74513 h 78238"/>
                <a:gd name="connsiteX16" fmla="*/ 8350 w 90222"/>
                <a:gd name="connsiteY16" fmla="*/ 72268 h 78238"/>
                <a:gd name="connsiteX17" fmla="*/ 16865 w 90222"/>
                <a:gd name="connsiteY17" fmla="*/ 62942 h 78238"/>
                <a:gd name="connsiteX18" fmla="*/ 10162 w 90222"/>
                <a:gd name="connsiteY18" fmla="*/ 56897 h 78238"/>
                <a:gd name="connsiteX19" fmla="*/ 198 w 90222"/>
                <a:gd name="connsiteY19" fmla="*/ 66914 h 78238"/>
                <a:gd name="connsiteX20" fmla="*/ 17228 w 90222"/>
                <a:gd name="connsiteY20" fmla="*/ 78313 h 78238"/>
                <a:gd name="connsiteX21" fmla="*/ 36250 w 90222"/>
                <a:gd name="connsiteY21" fmla="*/ 65187 h 78238"/>
                <a:gd name="connsiteX22" fmla="*/ 55817 w 90222"/>
                <a:gd name="connsiteY22" fmla="*/ 78313 h 78238"/>
                <a:gd name="connsiteX23" fmla="*/ 84804 w 90222"/>
                <a:gd name="connsiteY23" fmla="*/ 51715 h 78238"/>
                <a:gd name="connsiteX24" fmla="*/ 82630 w 90222"/>
                <a:gd name="connsiteY24" fmla="*/ 49988 h 78238"/>
                <a:gd name="connsiteX25" fmla="*/ 80275 w 90222"/>
                <a:gd name="connsiteY25" fmla="*/ 51888 h 78238"/>
                <a:gd name="connsiteX26" fmla="*/ 56179 w 90222"/>
                <a:gd name="connsiteY26" fmla="*/ 74513 h 78238"/>
                <a:gd name="connsiteX27" fmla="*/ 46215 w 90222"/>
                <a:gd name="connsiteY27" fmla="*/ 63114 h 78238"/>
                <a:gd name="connsiteX28" fmla="*/ 49295 w 90222"/>
                <a:gd name="connsiteY28" fmla="*/ 47916 h 78238"/>
                <a:gd name="connsiteX29" fmla="*/ 55454 w 90222"/>
                <a:gd name="connsiteY29" fmla="*/ 24254 h 78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0222" h="78238">
                  <a:moveTo>
                    <a:pt x="55454" y="24254"/>
                  </a:moveTo>
                  <a:cubicBezTo>
                    <a:pt x="56541" y="19764"/>
                    <a:pt x="60708" y="3874"/>
                    <a:pt x="73390" y="3874"/>
                  </a:cubicBezTo>
                  <a:cubicBezTo>
                    <a:pt x="74296" y="3874"/>
                    <a:pt x="78644" y="3874"/>
                    <a:pt x="82449" y="6120"/>
                  </a:cubicBezTo>
                  <a:cubicBezTo>
                    <a:pt x="77376" y="6983"/>
                    <a:pt x="73752" y="11301"/>
                    <a:pt x="73752" y="15446"/>
                  </a:cubicBezTo>
                  <a:cubicBezTo>
                    <a:pt x="73752" y="18209"/>
                    <a:pt x="75745" y="21491"/>
                    <a:pt x="80637" y="21491"/>
                  </a:cubicBezTo>
                  <a:cubicBezTo>
                    <a:pt x="84623" y="21491"/>
                    <a:pt x="90420" y="18382"/>
                    <a:pt x="90420" y="11474"/>
                  </a:cubicBezTo>
                  <a:cubicBezTo>
                    <a:pt x="90420" y="2493"/>
                    <a:pt x="79731" y="75"/>
                    <a:pt x="73571" y="75"/>
                  </a:cubicBezTo>
                  <a:cubicBezTo>
                    <a:pt x="63063" y="75"/>
                    <a:pt x="56723" y="9228"/>
                    <a:pt x="54549" y="13201"/>
                  </a:cubicBezTo>
                  <a:cubicBezTo>
                    <a:pt x="50019" y="1802"/>
                    <a:pt x="40236" y="75"/>
                    <a:pt x="34982" y="75"/>
                  </a:cubicBezTo>
                  <a:cubicBezTo>
                    <a:pt x="16141" y="75"/>
                    <a:pt x="5814" y="22355"/>
                    <a:pt x="5814" y="26672"/>
                  </a:cubicBezTo>
                  <a:cubicBezTo>
                    <a:pt x="5814" y="28399"/>
                    <a:pt x="7626" y="28399"/>
                    <a:pt x="7988" y="28399"/>
                  </a:cubicBezTo>
                  <a:cubicBezTo>
                    <a:pt x="9437" y="28399"/>
                    <a:pt x="9981" y="28054"/>
                    <a:pt x="10343" y="26500"/>
                  </a:cubicBezTo>
                  <a:cubicBezTo>
                    <a:pt x="16503" y="8192"/>
                    <a:pt x="28460" y="3874"/>
                    <a:pt x="34620" y="3874"/>
                  </a:cubicBezTo>
                  <a:cubicBezTo>
                    <a:pt x="38062" y="3874"/>
                    <a:pt x="44403" y="5429"/>
                    <a:pt x="44403" y="15446"/>
                  </a:cubicBezTo>
                  <a:cubicBezTo>
                    <a:pt x="44403" y="20800"/>
                    <a:pt x="41323" y="32372"/>
                    <a:pt x="34620" y="56551"/>
                  </a:cubicBezTo>
                  <a:cubicBezTo>
                    <a:pt x="31721" y="67259"/>
                    <a:pt x="25380" y="74513"/>
                    <a:pt x="17409" y="74513"/>
                  </a:cubicBezTo>
                  <a:cubicBezTo>
                    <a:pt x="16322" y="74513"/>
                    <a:pt x="12155" y="74513"/>
                    <a:pt x="8350" y="72268"/>
                  </a:cubicBezTo>
                  <a:cubicBezTo>
                    <a:pt x="12880" y="71405"/>
                    <a:pt x="16865" y="67778"/>
                    <a:pt x="16865" y="62942"/>
                  </a:cubicBezTo>
                  <a:cubicBezTo>
                    <a:pt x="16865" y="58278"/>
                    <a:pt x="12880" y="56897"/>
                    <a:pt x="10162" y="56897"/>
                  </a:cubicBezTo>
                  <a:cubicBezTo>
                    <a:pt x="4727" y="56897"/>
                    <a:pt x="198" y="61387"/>
                    <a:pt x="198" y="66914"/>
                  </a:cubicBezTo>
                  <a:cubicBezTo>
                    <a:pt x="198" y="74859"/>
                    <a:pt x="9256" y="78313"/>
                    <a:pt x="17228" y="78313"/>
                  </a:cubicBezTo>
                  <a:cubicBezTo>
                    <a:pt x="29185" y="78313"/>
                    <a:pt x="35707" y="66223"/>
                    <a:pt x="36250" y="65187"/>
                  </a:cubicBezTo>
                  <a:cubicBezTo>
                    <a:pt x="38424" y="71577"/>
                    <a:pt x="44947" y="78313"/>
                    <a:pt x="55817" y="78313"/>
                  </a:cubicBezTo>
                  <a:cubicBezTo>
                    <a:pt x="74477" y="78313"/>
                    <a:pt x="84804" y="56033"/>
                    <a:pt x="84804" y="51715"/>
                  </a:cubicBezTo>
                  <a:cubicBezTo>
                    <a:pt x="84804" y="49988"/>
                    <a:pt x="83173" y="49988"/>
                    <a:pt x="82630" y="49988"/>
                  </a:cubicBezTo>
                  <a:cubicBezTo>
                    <a:pt x="80999" y="49988"/>
                    <a:pt x="80637" y="50679"/>
                    <a:pt x="80275" y="51888"/>
                  </a:cubicBezTo>
                  <a:cubicBezTo>
                    <a:pt x="74296" y="70368"/>
                    <a:pt x="61976" y="74513"/>
                    <a:pt x="56179" y="74513"/>
                  </a:cubicBezTo>
                  <a:cubicBezTo>
                    <a:pt x="49113" y="74513"/>
                    <a:pt x="46215" y="68987"/>
                    <a:pt x="46215" y="63114"/>
                  </a:cubicBezTo>
                  <a:cubicBezTo>
                    <a:pt x="46215" y="59315"/>
                    <a:pt x="47302" y="55515"/>
                    <a:pt x="49295" y="47916"/>
                  </a:cubicBezTo>
                  <a:lnTo>
                    <a:pt x="55454" y="2425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75" name="Freeform: Shape 6174">
              <a:extLst>
                <a:ext uri="{FF2B5EF4-FFF2-40B4-BE49-F238E27FC236}">
                  <a16:creationId xmlns:a16="http://schemas.microsoft.com/office/drawing/2014/main" id="{5E741061-7755-D4F1-DBB5-110DCEDCA192}"/>
                </a:ext>
              </a:extLst>
            </p:cNvPr>
            <p:cNvSpPr/>
            <p:nvPr>
              <p:custDataLst>
                <p:tags r:id="rId58"/>
              </p:custDataLst>
            </p:nvPr>
          </p:nvSpPr>
          <p:spPr>
            <a:xfrm>
              <a:off x="10173266" y="6524165"/>
              <a:ext cx="56053" cy="80276"/>
            </a:xfrm>
            <a:custGeom>
              <a:avLst/>
              <a:gdLst>
                <a:gd name="connsiteX0" fmla="*/ 56257 w 56053"/>
                <a:gd name="connsiteY0" fmla="*/ 58349 h 80276"/>
                <a:gd name="connsiteX1" fmla="*/ 51945 w 56053"/>
                <a:gd name="connsiteY1" fmla="*/ 58349 h 80276"/>
                <a:gd name="connsiteX2" fmla="*/ 48648 w 56053"/>
                <a:gd name="connsiteY2" fmla="*/ 69351 h 80276"/>
                <a:gd name="connsiteX3" fmla="*/ 36093 w 56053"/>
                <a:gd name="connsiteY3" fmla="*/ 70076 h 80276"/>
                <a:gd name="connsiteX4" fmla="*/ 12759 w 56053"/>
                <a:gd name="connsiteY4" fmla="*/ 70076 h 80276"/>
                <a:gd name="connsiteX5" fmla="*/ 38122 w 56053"/>
                <a:gd name="connsiteY5" fmla="*/ 49765 h 80276"/>
                <a:gd name="connsiteX6" fmla="*/ 56257 w 56053"/>
                <a:gd name="connsiteY6" fmla="*/ 23651 h 80276"/>
                <a:gd name="connsiteX7" fmla="*/ 26582 w 56053"/>
                <a:gd name="connsiteY7" fmla="*/ 76 h 80276"/>
                <a:gd name="connsiteX8" fmla="*/ 204 w 56053"/>
                <a:gd name="connsiteY8" fmla="*/ 21717 h 80276"/>
                <a:gd name="connsiteX9" fmla="*/ 6925 w 56053"/>
                <a:gd name="connsiteY9" fmla="*/ 28487 h 80276"/>
                <a:gd name="connsiteX10" fmla="*/ 13646 w 56053"/>
                <a:gd name="connsiteY10" fmla="*/ 22080 h 80276"/>
                <a:gd name="connsiteX11" fmla="*/ 6164 w 56053"/>
                <a:gd name="connsiteY11" fmla="*/ 15672 h 80276"/>
                <a:gd name="connsiteX12" fmla="*/ 24679 w 56053"/>
                <a:gd name="connsiteY12" fmla="*/ 4429 h 80276"/>
                <a:gd name="connsiteX13" fmla="*/ 43956 w 56053"/>
                <a:gd name="connsiteY13" fmla="*/ 23651 h 80276"/>
                <a:gd name="connsiteX14" fmla="*/ 32035 w 56053"/>
                <a:gd name="connsiteY14" fmla="*/ 46864 h 80276"/>
                <a:gd name="connsiteX15" fmla="*/ 1472 w 56053"/>
                <a:gd name="connsiteY15" fmla="*/ 75637 h 80276"/>
                <a:gd name="connsiteX16" fmla="*/ 204 w 56053"/>
                <a:gd name="connsiteY16" fmla="*/ 80352 h 80276"/>
                <a:gd name="connsiteX17" fmla="*/ 52453 w 56053"/>
                <a:gd name="connsiteY17" fmla="*/ 80352 h 80276"/>
                <a:gd name="connsiteX18" fmla="*/ 56257 w 56053"/>
                <a:gd name="connsiteY18" fmla="*/ 58349 h 80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053" h="80276">
                  <a:moveTo>
                    <a:pt x="56257" y="58349"/>
                  </a:moveTo>
                  <a:lnTo>
                    <a:pt x="51945" y="58349"/>
                  </a:lnTo>
                  <a:cubicBezTo>
                    <a:pt x="51565" y="61009"/>
                    <a:pt x="50297" y="68142"/>
                    <a:pt x="48648" y="69351"/>
                  </a:cubicBezTo>
                  <a:cubicBezTo>
                    <a:pt x="47634" y="70076"/>
                    <a:pt x="37869" y="70076"/>
                    <a:pt x="36093" y="70076"/>
                  </a:cubicBezTo>
                  <a:lnTo>
                    <a:pt x="12759" y="70076"/>
                  </a:lnTo>
                  <a:cubicBezTo>
                    <a:pt x="26074" y="58833"/>
                    <a:pt x="30513" y="55447"/>
                    <a:pt x="38122" y="49765"/>
                  </a:cubicBezTo>
                  <a:cubicBezTo>
                    <a:pt x="47507" y="42632"/>
                    <a:pt x="56257" y="35137"/>
                    <a:pt x="56257" y="23651"/>
                  </a:cubicBezTo>
                  <a:cubicBezTo>
                    <a:pt x="56257" y="9023"/>
                    <a:pt x="42814" y="76"/>
                    <a:pt x="26582" y="76"/>
                  </a:cubicBezTo>
                  <a:cubicBezTo>
                    <a:pt x="10856" y="76"/>
                    <a:pt x="204" y="10594"/>
                    <a:pt x="204" y="21717"/>
                  </a:cubicBezTo>
                  <a:cubicBezTo>
                    <a:pt x="204" y="27883"/>
                    <a:pt x="5657" y="28487"/>
                    <a:pt x="6925" y="28487"/>
                  </a:cubicBezTo>
                  <a:cubicBezTo>
                    <a:pt x="9969" y="28487"/>
                    <a:pt x="13646" y="26432"/>
                    <a:pt x="13646" y="22080"/>
                  </a:cubicBezTo>
                  <a:cubicBezTo>
                    <a:pt x="13646" y="19903"/>
                    <a:pt x="12759" y="15672"/>
                    <a:pt x="6164" y="15672"/>
                  </a:cubicBezTo>
                  <a:cubicBezTo>
                    <a:pt x="10095" y="7088"/>
                    <a:pt x="18719" y="4429"/>
                    <a:pt x="24679" y="4429"/>
                  </a:cubicBezTo>
                  <a:cubicBezTo>
                    <a:pt x="37361" y="4429"/>
                    <a:pt x="43956" y="13859"/>
                    <a:pt x="43956" y="23651"/>
                  </a:cubicBezTo>
                  <a:cubicBezTo>
                    <a:pt x="43956" y="34169"/>
                    <a:pt x="36093" y="42511"/>
                    <a:pt x="32035" y="46864"/>
                  </a:cubicBezTo>
                  <a:lnTo>
                    <a:pt x="1472" y="75637"/>
                  </a:lnTo>
                  <a:cubicBezTo>
                    <a:pt x="204" y="76726"/>
                    <a:pt x="204" y="76967"/>
                    <a:pt x="204" y="80352"/>
                  </a:cubicBezTo>
                  <a:lnTo>
                    <a:pt x="52453" y="80352"/>
                  </a:lnTo>
                  <a:lnTo>
                    <a:pt x="56257" y="5834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76" name="Freeform: Shape 6175">
              <a:extLst>
                <a:ext uri="{FF2B5EF4-FFF2-40B4-BE49-F238E27FC236}">
                  <a16:creationId xmlns:a16="http://schemas.microsoft.com/office/drawing/2014/main" id="{EBC70F6A-257F-3F77-8859-4A0CDE18D2C9}"/>
                </a:ext>
              </a:extLst>
            </p:cNvPr>
            <p:cNvSpPr/>
            <p:nvPr>
              <p:custDataLst>
                <p:tags r:id="rId59"/>
              </p:custDataLst>
            </p:nvPr>
          </p:nvSpPr>
          <p:spPr>
            <a:xfrm>
              <a:off x="10251963" y="6456601"/>
              <a:ext cx="98760" cy="155440"/>
            </a:xfrm>
            <a:custGeom>
              <a:avLst/>
              <a:gdLst>
                <a:gd name="connsiteX0" fmla="*/ 98968 w 98760"/>
                <a:gd name="connsiteY0" fmla="*/ 23736 h 155440"/>
                <a:gd name="connsiteX1" fmla="*/ 74329 w 98760"/>
                <a:gd name="connsiteY1" fmla="*/ 75 h 155440"/>
                <a:gd name="connsiteX2" fmla="*/ 52408 w 98760"/>
                <a:gd name="connsiteY2" fmla="*/ 7329 h 155440"/>
                <a:gd name="connsiteX3" fmla="*/ 29037 w 98760"/>
                <a:gd name="connsiteY3" fmla="*/ 44116 h 155440"/>
                <a:gd name="connsiteX4" fmla="*/ 231 w 98760"/>
                <a:gd name="connsiteY4" fmla="*/ 153788 h 155440"/>
                <a:gd name="connsiteX5" fmla="*/ 2405 w 98760"/>
                <a:gd name="connsiteY5" fmla="*/ 155515 h 155440"/>
                <a:gd name="connsiteX6" fmla="*/ 4579 w 98760"/>
                <a:gd name="connsiteY6" fmla="*/ 154651 h 155440"/>
                <a:gd name="connsiteX7" fmla="*/ 17261 w 98760"/>
                <a:gd name="connsiteY7" fmla="*/ 106983 h 155440"/>
                <a:gd name="connsiteX8" fmla="*/ 41900 w 98760"/>
                <a:gd name="connsiteY8" fmla="*/ 123736 h 155440"/>
                <a:gd name="connsiteX9" fmla="*/ 76865 w 98760"/>
                <a:gd name="connsiteY9" fmla="*/ 110092 h 155440"/>
                <a:gd name="connsiteX10" fmla="*/ 91359 w 98760"/>
                <a:gd name="connsiteY10" fmla="*/ 78313 h 155440"/>
                <a:gd name="connsiteX11" fmla="*/ 78134 w 98760"/>
                <a:gd name="connsiteY11" fmla="*/ 52579 h 155440"/>
                <a:gd name="connsiteX12" fmla="*/ 98968 w 98760"/>
                <a:gd name="connsiteY12" fmla="*/ 23736 h 155440"/>
                <a:gd name="connsiteX13" fmla="*/ 66358 w 98760"/>
                <a:gd name="connsiteY13" fmla="*/ 52406 h 155440"/>
                <a:gd name="connsiteX14" fmla="*/ 57662 w 98760"/>
                <a:gd name="connsiteY14" fmla="*/ 53615 h 155440"/>
                <a:gd name="connsiteX15" fmla="*/ 49690 w 98760"/>
                <a:gd name="connsiteY15" fmla="*/ 52924 h 155440"/>
                <a:gd name="connsiteX16" fmla="*/ 58567 w 98760"/>
                <a:gd name="connsiteY16" fmla="*/ 51543 h 155440"/>
                <a:gd name="connsiteX17" fmla="*/ 66358 w 98760"/>
                <a:gd name="connsiteY17" fmla="*/ 52406 h 155440"/>
                <a:gd name="connsiteX18" fmla="*/ 88823 w 98760"/>
                <a:gd name="connsiteY18" fmla="*/ 19764 h 155440"/>
                <a:gd name="connsiteX19" fmla="*/ 72517 w 98760"/>
                <a:gd name="connsiteY19" fmla="*/ 49643 h 155440"/>
                <a:gd name="connsiteX20" fmla="*/ 58567 w 98760"/>
                <a:gd name="connsiteY20" fmla="*/ 47570 h 155440"/>
                <a:gd name="connsiteX21" fmla="*/ 44617 w 98760"/>
                <a:gd name="connsiteY21" fmla="*/ 53097 h 155440"/>
                <a:gd name="connsiteX22" fmla="*/ 57118 w 98760"/>
                <a:gd name="connsiteY22" fmla="*/ 57415 h 155440"/>
                <a:gd name="connsiteX23" fmla="*/ 71974 w 98760"/>
                <a:gd name="connsiteY23" fmla="*/ 55170 h 155440"/>
                <a:gd name="connsiteX24" fmla="*/ 79945 w 98760"/>
                <a:gd name="connsiteY24" fmla="*/ 74686 h 155440"/>
                <a:gd name="connsiteX25" fmla="*/ 70887 w 98760"/>
                <a:gd name="connsiteY25" fmla="*/ 104392 h 155440"/>
                <a:gd name="connsiteX26" fmla="*/ 41356 w 98760"/>
                <a:gd name="connsiteY26" fmla="*/ 119936 h 155440"/>
                <a:gd name="connsiteX27" fmla="*/ 20703 w 98760"/>
                <a:gd name="connsiteY27" fmla="*/ 97657 h 155440"/>
                <a:gd name="connsiteX28" fmla="*/ 21609 w 98760"/>
                <a:gd name="connsiteY28" fmla="*/ 90057 h 155440"/>
                <a:gd name="connsiteX29" fmla="*/ 33204 w 98760"/>
                <a:gd name="connsiteY29" fmla="*/ 46361 h 155440"/>
                <a:gd name="connsiteX30" fmla="*/ 71974 w 98760"/>
                <a:gd name="connsiteY30" fmla="*/ 4047 h 155440"/>
                <a:gd name="connsiteX31" fmla="*/ 88823 w 98760"/>
                <a:gd name="connsiteY31" fmla="*/ 19764 h 15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760" h="155440">
                  <a:moveTo>
                    <a:pt x="98968" y="23736"/>
                  </a:moveTo>
                  <a:cubicBezTo>
                    <a:pt x="98968" y="10783"/>
                    <a:pt x="89004" y="75"/>
                    <a:pt x="74329" y="75"/>
                  </a:cubicBezTo>
                  <a:cubicBezTo>
                    <a:pt x="63821" y="75"/>
                    <a:pt x="58749" y="2838"/>
                    <a:pt x="52408" y="7329"/>
                  </a:cubicBezTo>
                  <a:cubicBezTo>
                    <a:pt x="42443" y="14237"/>
                    <a:pt x="32479" y="30990"/>
                    <a:pt x="29037" y="44116"/>
                  </a:cubicBezTo>
                  <a:lnTo>
                    <a:pt x="231" y="153788"/>
                  </a:lnTo>
                  <a:cubicBezTo>
                    <a:pt x="50" y="154479"/>
                    <a:pt x="956" y="155515"/>
                    <a:pt x="2405" y="155515"/>
                  </a:cubicBezTo>
                  <a:cubicBezTo>
                    <a:pt x="3854" y="155515"/>
                    <a:pt x="4398" y="155170"/>
                    <a:pt x="4579" y="154651"/>
                  </a:cubicBezTo>
                  <a:lnTo>
                    <a:pt x="17261" y="106983"/>
                  </a:lnTo>
                  <a:cubicBezTo>
                    <a:pt x="20703" y="117346"/>
                    <a:pt x="28675" y="123736"/>
                    <a:pt x="41900" y="123736"/>
                  </a:cubicBezTo>
                  <a:cubicBezTo>
                    <a:pt x="55125" y="123736"/>
                    <a:pt x="68713" y="117691"/>
                    <a:pt x="76865" y="110092"/>
                  </a:cubicBezTo>
                  <a:cubicBezTo>
                    <a:pt x="85562" y="102147"/>
                    <a:pt x="91359" y="91094"/>
                    <a:pt x="91359" y="78313"/>
                  </a:cubicBezTo>
                  <a:cubicBezTo>
                    <a:pt x="91359" y="65878"/>
                    <a:pt x="84656" y="56897"/>
                    <a:pt x="78134" y="52579"/>
                  </a:cubicBezTo>
                  <a:cubicBezTo>
                    <a:pt x="88641" y="46880"/>
                    <a:pt x="98968" y="36171"/>
                    <a:pt x="98968" y="23736"/>
                  </a:cubicBezTo>
                  <a:close/>
                  <a:moveTo>
                    <a:pt x="66358" y="52406"/>
                  </a:moveTo>
                  <a:cubicBezTo>
                    <a:pt x="64002" y="53270"/>
                    <a:pt x="62010" y="53615"/>
                    <a:pt x="57662" y="53615"/>
                  </a:cubicBezTo>
                  <a:cubicBezTo>
                    <a:pt x="55125" y="53615"/>
                    <a:pt x="51502" y="53788"/>
                    <a:pt x="49690" y="52924"/>
                  </a:cubicBezTo>
                  <a:cubicBezTo>
                    <a:pt x="50052" y="51197"/>
                    <a:pt x="56575" y="51543"/>
                    <a:pt x="58567" y="51543"/>
                  </a:cubicBezTo>
                  <a:cubicBezTo>
                    <a:pt x="62372" y="51543"/>
                    <a:pt x="64002" y="51543"/>
                    <a:pt x="66358" y="52406"/>
                  </a:cubicBezTo>
                  <a:close/>
                  <a:moveTo>
                    <a:pt x="88823" y="19764"/>
                  </a:moveTo>
                  <a:cubicBezTo>
                    <a:pt x="88823" y="31854"/>
                    <a:pt x="81938" y="44289"/>
                    <a:pt x="72517" y="49643"/>
                  </a:cubicBezTo>
                  <a:cubicBezTo>
                    <a:pt x="67626" y="47916"/>
                    <a:pt x="64002" y="47570"/>
                    <a:pt x="58567" y="47570"/>
                  </a:cubicBezTo>
                  <a:cubicBezTo>
                    <a:pt x="54763" y="47570"/>
                    <a:pt x="44617" y="47398"/>
                    <a:pt x="44617" y="53097"/>
                  </a:cubicBezTo>
                  <a:cubicBezTo>
                    <a:pt x="44436" y="57933"/>
                    <a:pt x="53857" y="57415"/>
                    <a:pt x="57118" y="57415"/>
                  </a:cubicBezTo>
                  <a:cubicBezTo>
                    <a:pt x="63821" y="57415"/>
                    <a:pt x="66539" y="57242"/>
                    <a:pt x="71974" y="55170"/>
                  </a:cubicBezTo>
                  <a:cubicBezTo>
                    <a:pt x="78858" y="61387"/>
                    <a:pt x="79764" y="66741"/>
                    <a:pt x="79945" y="74686"/>
                  </a:cubicBezTo>
                  <a:cubicBezTo>
                    <a:pt x="80308" y="84703"/>
                    <a:pt x="75960" y="97657"/>
                    <a:pt x="70887" y="104392"/>
                  </a:cubicBezTo>
                  <a:cubicBezTo>
                    <a:pt x="63821" y="113719"/>
                    <a:pt x="51683" y="119936"/>
                    <a:pt x="41356" y="119936"/>
                  </a:cubicBezTo>
                  <a:cubicBezTo>
                    <a:pt x="27587" y="119936"/>
                    <a:pt x="20703" y="109919"/>
                    <a:pt x="20703" y="97657"/>
                  </a:cubicBezTo>
                  <a:cubicBezTo>
                    <a:pt x="20703" y="95930"/>
                    <a:pt x="20703" y="93339"/>
                    <a:pt x="21609" y="90057"/>
                  </a:cubicBezTo>
                  <a:lnTo>
                    <a:pt x="33204" y="46361"/>
                  </a:lnTo>
                  <a:cubicBezTo>
                    <a:pt x="37189" y="31508"/>
                    <a:pt x="50234" y="4047"/>
                    <a:pt x="71974" y="4047"/>
                  </a:cubicBezTo>
                  <a:cubicBezTo>
                    <a:pt x="82482" y="4047"/>
                    <a:pt x="88823" y="9401"/>
                    <a:pt x="88823" y="1976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77" name="Freeform: Shape 6176">
              <a:extLst>
                <a:ext uri="{FF2B5EF4-FFF2-40B4-BE49-F238E27FC236}">
                  <a16:creationId xmlns:a16="http://schemas.microsoft.com/office/drawing/2014/main" id="{680DBDFF-86FE-03F0-8019-E85C4CB1AE25}"/>
                </a:ext>
              </a:extLst>
            </p:cNvPr>
            <p:cNvSpPr/>
            <p:nvPr>
              <p:custDataLst>
                <p:tags r:id="rId60"/>
              </p:custDataLst>
            </p:nvPr>
          </p:nvSpPr>
          <p:spPr>
            <a:xfrm>
              <a:off x="10357014" y="6524165"/>
              <a:ext cx="56053" cy="80276"/>
            </a:xfrm>
            <a:custGeom>
              <a:avLst/>
              <a:gdLst>
                <a:gd name="connsiteX0" fmla="*/ 56267 w 56053"/>
                <a:gd name="connsiteY0" fmla="*/ 58349 h 80276"/>
                <a:gd name="connsiteX1" fmla="*/ 51956 w 56053"/>
                <a:gd name="connsiteY1" fmla="*/ 58349 h 80276"/>
                <a:gd name="connsiteX2" fmla="*/ 48658 w 56053"/>
                <a:gd name="connsiteY2" fmla="*/ 69351 h 80276"/>
                <a:gd name="connsiteX3" fmla="*/ 36103 w 56053"/>
                <a:gd name="connsiteY3" fmla="*/ 70076 h 80276"/>
                <a:gd name="connsiteX4" fmla="*/ 12769 w 56053"/>
                <a:gd name="connsiteY4" fmla="*/ 70076 h 80276"/>
                <a:gd name="connsiteX5" fmla="*/ 38132 w 56053"/>
                <a:gd name="connsiteY5" fmla="*/ 49765 h 80276"/>
                <a:gd name="connsiteX6" fmla="*/ 56267 w 56053"/>
                <a:gd name="connsiteY6" fmla="*/ 23651 h 80276"/>
                <a:gd name="connsiteX7" fmla="*/ 26592 w 56053"/>
                <a:gd name="connsiteY7" fmla="*/ 76 h 80276"/>
                <a:gd name="connsiteX8" fmla="*/ 214 w 56053"/>
                <a:gd name="connsiteY8" fmla="*/ 21717 h 80276"/>
                <a:gd name="connsiteX9" fmla="*/ 6935 w 56053"/>
                <a:gd name="connsiteY9" fmla="*/ 28487 h 80276"/>
                <a:gd name="connsiteX10" fmla="*/ 13656 w 56053"/>
                <a:gd name="connsiteY10" fmla="*/ 22080 h 80276"/>
                <a:gd name="connsiteX11" fmla="*/ 6174 w 56053"/>
                <a:gd name="connsiteY11" fmla="*/ 15672 h 80276"/>
                <a:gd name="connsiteX12" fmla="*/ 24690 w 56053"/>
                <a:gd name="connsiteY12" fmla="*/ 4429 h 80276"/>
                <a:gd name="connsiteX13" fmla="*/ 43966 w 56053"/>
                <a:gd name="connsiteY13" fmla="*/ 23651 h 80276"/>
                <a:gd name="connsiteX14" fmla="*/ 32045 w 56053"/>
                <a:gd name="connsiteY14" fmla="*/ 46864 h 80276"/>
                <a:gd name="connsiteX15" fmla="*/ 1482 w 56053"/>
                <a:gd name="connsiteY15" fmla="*/ 75637 h 80276"/>
                <a:gd name="connsiteX16" fmla="*/ 214 w 56053"/>
                <a:gd name="connsiteY16" fmla="*/ 80352 h 80276"/>
                <a:gd name="connsiteX17" fmla="*/ 52463 w 56053"/>
                <a:gd name="connsiteY17" fmla="*/ 80352 h 80276"/>
                <a:gd name="connsiteX18" fmla="*/ 56267 w 56053"/>
                <a:gd name="connsiteY18" fmla="*/ 58349 h 80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053" h="80276">
                  <a:moveTo>
                    <a:pt x="56267" y="58349"/>
                  </a:moveTo>
                  <a:lnTo>
                    <a:pt x="51956" y="58349"/>
                  </a:lnTo>
                  <a:cubicBezTo>
                    <a:pt x="51575" y="61009"/>
                    <a:pt x="50307" y="68142"/>
                    <a:pt x="48658" y="69351"/>
                  </a:cubicBezTo>
                  <a:cubicBezTo>
                    <a:pt x="47644" y="70076"/>
                    <a:pt x="37879" y="70076"/>
                    <a:pt x="36103" y="70076"/>
                  </a:cubicBezTo>
                  <a:lnTo>
                    <a:pt x="12769" y="70076"/>
                  </a:lnTo>
                  <a:cubicBezTo>
                    <a:pt x="26085" y="58833"/>
                    <a:pt x="30523" y="55447"/>
                    <a:pt x="38132" y="49765"/>
                  </a:cubicBezTo>
                  <a:cubicBezTo>
                    <a:pt x="47517" y="42632"/>
                    <a:pt x="56267" y="35137"/>
                    <a:pt x="56267" y="23651"/>
                  </a:cubicBezTo>
                  <a:cubicBezTo>
                    <a:pt x="56267" y="9023"/>
                    <a:pt x="42825" y="76"/>
                    <a:pt x="26592" y="76"/>
                  </a:cubicBezTo>
                  <a:cubicBezTo>
                    <a:pt x="10866" y="76"/>
                    <a:pt x="214" y="10594"/>
                    <a:pt x="214" y="21717"/>
                  </a:cubicBezTo>
                  <a:cubicBezTo>
                    <a:pt x="214" y="27883"/>
                    <a:pt x="5667" y="28487"/>
                    <a:pt x="6935" y="28487"/>
                  </a:cubicBezTo>
                  <a:cubicBezTo>
                    <a:pt x="9979" y="28487"/>
                    <a:pt x="13656" y="26432"/>
                    <a:pt x="13656" y="22080"/>
                  </a:cubicBezTo>
                  <a:cubicBezTo>
                    <a:pt x="13656" y="19903"/>
                    <a:pt x="12769" y="15672"/>
                    <a:pt x="6174" y="15672"/>
                  </a:cubicBezTo>
                  <a:cubicBezTo>
                    <a:pt x="10105" y="7088"/>
                    <a:pt x="18729" y="4429"/>
                    <a:pt x="24690" y="4429"/>
                  </a:cubicBezTo>
                  <a:cubicBezTo>
                    <a:pt x="37371" y="4429"/>
                    <a:pt x="43966" y="13859"/>
                    <a:pt x="43966" y="23651"/>
                  </a:cubicBezTo>
                  <a:cubicBezTo>
                    <a:pt x="43966" y="34169"/>
                    <a:pt x="36103" y="42511"/>
                    <a:pt x="32045" y="46864"/>
                  </a:cubicBezTo>
                  <a:lnTo>
                    <a:pt x="1482" y="75637"/>
                  </a:lnTo>
                  <a:cubicBezTo>
                    <a:pt x="214" y="76726"/>
                    <a:pt x="214" y="76967"/>
                    <a:pt x="214" y="80352"/>
                  </a:cubicBezTo>
                  <a:lnTo>
                    <a:pt x="52463" y="80352"/>
                  </a:lnTo>
                  <a:lnTo>
                    <a:pt x="56267" y="5834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78" name="Freeform: Shape 6177">
              <a:extLst>
                <a:ext uri="{FF2B5EF4-FFF2-40B4-BE49-F238E27FC236}">
                  <a16:creationId xmlns:a16="http://schemas.microsoft.com/office/drawing/2014/main" id="{C52EDA74-A9E2-17C6-76CA-56EFDC785EC9}"/>
                </a:ext>
              </a:extLst>
            </p:cNvPr>
            <p:cNvSpPr/>
            <p:nvPr>
              <p:custDataLst>
                <p:tags r:id="rId61"/>
              </p:custDataLst>
            </p:nvPr>
          </p:nvSpPr>
          <p:spPr>
            <a:xfrm>
              <a:off x="10480704" y="6477844"/>
              <a:ext cx="120477" cy="115025"/>
            </a:xfrm>
            <a:custGeom>
              <a:avLst/>
              <a:gdLst>
                <a:gd name="connsiteX0" fmla="*/ 64173 w 120477"/>
                <a:gd name="connsiteY0" fmla="*/ 61042 h 115025"/>
                <a:gd name="connsiteX1" fmla="*/ 114719 w 120477"/>
                <a:gd name="connsiteY1" fmla="*/ 61042 h 115025"/>
                <a:gd name="connsiteX2" fmla="*/ 120698 w 120477"/>
                <a:gd name="connsiteY2" fmla="*/ 57588 h 115025"/>
                <a:gd name="connsiteX3" fmla="*/ 114719 w 120477"/>
                <a:gd name="connsiteY3" fmla="*/ 54133 h 115025"/>
                <a:gd name="connsiteX4" fmla="*/ 64173 w 120477"/>
                <a:gd name="connsiteY4" fmla="*/ 54133 h 115025"/>
                <a:gd name="connsiteX5" fmla="*/ 64173 w 120477"/>
                <a:gd name="connsiteY5" fmla="*/ 5774 h 115025"/>
                <a:gd name="connsiteX6" fmla="*/ 60550 w 120477"/>
                <a:gd name="connsiteY6" fmla="*/ 75 h 115025"/>
                <a:gd name="connsiteX7" fmla="*/ 56926 w 120477"/>
                <a:gd name="connsiteY7" fmla="*/ 5774 h 115025"/>
                <a:gd name="connsiteX8" fmla="*/ 56926 w 120477"/>
                <a:gd name="connsiteY8" fmla="*/ 54133 h 115025"/>
                <a:gd name="connsiteX9" fmla="*/ 6199 w 120477"/>
                <a:gd name="connsiteY9" fmla="*/ 54133 h 115025"/>
                <a:gd name="connsiteX10" fmla="*/ 220 w 120477"/>
                <a:gd name="connsiteY10" fmla="*/ 57588 h 115025"/>
                <a:gd name="connsiteX11" fmla="*/ 6199 w 120477"/>
                <a:gd name="connsiteY11" fmla="*/ 61042 h 115025"/>
                <a:gd name="connsiteX12" fmla="*/ 56926 w 120477"/>
                <a:gd name="connsiteY12" fmla="*/ 61042 h 115025"/>
                <a:gd name="connsiteX13" fmla="*/ 56926 w 120477"/>
                <a:gd name="connsiteY13" fmla="*/ 109401 h 115025"/>
                <a:gd name="connsiteX14" fmla="*/ 60550 w 120477"/>
                <a:gd name="connsiteY14" fmla="*/ 115101 h 115025"/>
                <a:gd name="connsiteX15" fmla="*/ 64173 w 120477"/>
                <a:gd name="connsiteY15" fmla="*/ 109401 h 115025"/>
                <a:gd name="connsiteX16" fmla="*/ 64173 w 120477"/>
                <a:gd name="connsiteY16" fmla="*/ 61042 h 115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0477" h="115025">
                  <a:moveTo>
                    <a:pt x="64173" y="61042"/>
                  </a:moveTo>
                  <a:lnTo>
                    <a:pt x="114719" y="61042"/>
                  </a:lnTo>
                  <a:cubicBezTo>
                    <a:pt x="117256" y="61042"/>
                    <a:pt x="120698" y="61042"/>
                    <a:pt x="120698" y="57588"/>
                  </a:cubicBezTo>
                  <a:cubicBezTo>
                    <a:pt x="120698" y="54133"/>
                    <a:pt x="117256" y="54133"/>
                    <a:pt x="114719" y="54133"/>
                  </a:cubicBezTo>
                  <a:lnTo>
                    <a:pt x="64173" y="54133"/>
                  </a:lnTo>
                  <a:lnTo>
                    <a:pt x="64173" y="5774"/>
                  </a:lnTo>
                  <a:cubicBezTo>
                    <a:pt x="64173" y="3356"/>
                    <a:pt x="64173" y="75"/>
                    <a:pt x="60550" y="75"/>
                  </a:cubicBezTo>
                  <a:cubicBezTo>
                    <a:pt x="56926" y="75"/>
                    <a:pt x="56926" y="3356"/>
                    <a:pt x="56926" y="5774"/>
                  </a:cubicBezTo>
                  <a:lnTo>
                    <a:pt x="56926" y="54133"/>
                  </a:lnTo>
                  <a:lnTo>
                    <a:pt x="6199" y="54133"/>
                  </a:lnTo>
                  <a:cubicBezTo>
                    <a:pt x="3663" y="54133"/>
                    <a:pt x="220" y="54133"/>
                    <a:pt x="220" y="57588"/>
                  </a:cubicBezTo>
                  <a:cubicBezTo>
                    <a:pt x="220" y="61042"/>
                    <a:pt x="3663" y="61042"/>
                    <a:pt x="6199" y="61042"/>
                  </a:cubicBezTo>
                  <a:lnTo>
                    <a:pt x="56926" y="61042"/>
                  </a:lnTo>
                  <a:lnTo>
                    <a:pt x="56926" y="109401"/>
                  </a:lnTo>
                  <a:cubicBezTo>
                    <a:pt x="56926" y="111819"/>
                    <a:pt x="56926" y="115101"/>
                    <a:pt x="60550" y="115101"/>
                  </a:cubicBezTo>
                  <a:cubicBezTo>
                    <a:pt x="64173" y="115101"/>
                    <a:pt x="64173" y="111819"/>
                    <a:pt x="64173" y="109401"/>
                  </a:cubicBezTo>
                  <a:lnTo>
                    <a:pt x="64173" y="610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79" name="Freeform: Shape 6178">
              <a:extLst>
                <a:ext uri="{FF2B5EF4-FFF2-40B4-BE49-F238E27FC236}">
                  <a16:creationId xmlns:a16="http://schemas.microsoft.com/office/drawing/2014/main" id="{6FCDA065-3D6D-43DD-3AE6-9CD50ED6CF0D}"/>
                </a:ext>
              </a:extLst>
            </p:cNvPr>
            <p:cNvSpPr/>
            <p:nvPr>
              <p:custDataLst>
                <p:tags r:id="rId62"/>
              </p:custDataLst>
            </p:nvPr>
          </p:nvSpPr>
          <p:spPr>
            <a:xfrm>
              <a:off x="10667308" y="6526204"/>
              <a:ext cx="19203" cy="18307"/>
            </a:xfrm>
            <a:custGeom>
              <a:avLst/>
              <a:gdLst>
                <a:gd name="connsiteX0" fmla="*/ 19434 w 19203"/>
                <a:gd name="connsiteY0" fmla="*/ 9228 h 18307"/>
                <a:gd name="connsiteX1" fmla="*/ 9832 w 19203"/>
                <a:gd name="connsiteY1" fmla="*/ 75 h 18307"/>
                <a:gd name="connsiteX2" fmla="*/ 230 w 19203"/>
                <a:gd name="connsiteY2" fmla="*/ 9228 h 18307"/>
                <a:gd name="connsiteX3" fmla="*/ 9832 w 19203"/>
                <a:gd name="connsiteY3" fmla="*/ 18382 h 18307"/>
                <a:gd name="connsiteX4" fmla="*/ 19434 w 19203"/>
                <a:gd name="connsiteY4" fmla="*/ 9228 h 18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03" h="18307">
                  <a:moveTo>
                    <a:pt x="19434" y="9228"/>
                  </a:moveTo>
                  <a:cubicBezTo>
                    <a:pt x="19434" y="4220"/>
                    <a:pt x="15086" y="75"/>
                    <a:pt x="9832" y="75"/>
                  </a:cubicBezTo>
                  <a:cubicBezTo>
                    <a:pt x="4578" y="75"/>
                    <a:pt x="230" y="4220"/>
                    <a:pt x="230" y="9228"/>
                  </a:cubicBezTo>
                  <a:cubicBezTo>
                    <a:pt x="230" y="14237"/>
                    <a:pt x="4578" y="18382"/>
                    <a:pt x="9832" y="18382"/>
                  </a:cubicBezTo>
                  <a:cubicBezTo>
                    <a:pt x="15086" y="18382"/>
                    <a:pt x="19434" y="14237"/>
                    <a:pt x="19434" y="922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80" name="Freeform: Shape 6179">
              <a:extLst>
                <a:ext uri="{FF2B5EF4-FFF2-40B4-BE49-F238E27FC236}">
                  <a16:creationId xmlns:a16="http://schemas.microsoft.com/office/drawing/2014/main" id="{D1BE1707-C73E-842B-C2CE-B869BC5035B1}"/>
                </a:ext>
              </a:extLst>
            </p:cNvPr>
            <p:cNvSpPr/>
            <p:nvPr>
              <p:custDataLst>
                <p:tags r:id="rId63"/>
              </p:custDataLst>
            </p:nvPr>
          </p:nvSpPr>
          <p:spPr>
            <a:xfrm>
              <a:off x="10747827" y="6526204"/>
              <a:ext cx="19203" cy="18307"/>
            </a:xfrm>
            <a:custGeom>
              <a:avLst/>
              <a:gdLst>
                <a:gd name="connsiteX0" fmla="*/ 19439 w 19203"/>
                <a:gd name="connsiteY0" fmla="*/ 9228 h 18307"/>
                <a:gd name="connsiteX1" fmla="*/ 9837 w 19203"/>
                <a:gd name="connsiteY1" fmla="*/ 75 h 18307"/>
                <a:gd name="connsiteX2" fmla="*/ 235 w 19203"/>
                <a:gd name="connsiteY2" fmla="*/ 9228 h 18307"/>
                <a:gd name="connsiteX3" fmla="*/ 9837 w 19203"/>
                <a:gd name="connsiteY3" fmla="*/ 18382 h 18307"/>
                <a:gd name="connsiteX4" fmla="*/ 19439 w 19203"/>
                <a:gd name="connsiteY4" fmla="*/ 9228 h 18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03" h="18307">
                  <a:moveTo>
                    <a:pt x="19439" y="9228"/>
                  </a:moveTo>
                  <a:cubicBezTo>
                    <a:pt x="19439" y="4220"/>
                    <a:pt x="15091" y="75"/>
                    <a:pt x="9837" y="75"/>
                  </a:cubicBezTo>
                  <a:cubicBezTo>
                    <a:pt x="4583" y="75"/>
                    <a:pt x="235" y="4220"/>
                    <a:pt x="235" y="9228"/>
                  </a:cubicBezTo>
                  <a:cubicBezTo>
                    <a:pt x="235" y="14237"/>
                    <a:pt x="4583" y="18382"/>
                    <a:pt x="9837" y="18382"/>
                  </a:cubicBezTo>
                  <a:cubicBezTo>
                    <a:pt x="15091" y="18382"/>
                    <a:pt x="19439" y="14237"/>
                    <a:pt x="19439" y="922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81" name="Freeform: Shape 6180">
              <a:extLst>
                <a:ext uri="{FF2B5EF4-FFF2-40B4-BE49-F238E27FC236}">
                  <a16:creationId xmlns:a16="http://schemas.microsoft.com/office/drawing/2014/main" id="{15B60D47-5A90-0116-8F1E-80C9E75E48F5}"/>
                </a:ext>
              </a:extLst>
            </p:cNvPr>
            <p:cNvSpPr/>
            <p:nvPr>
              <p:custDataLst>
                <p:tags r:id="rId64"/>
              </p:custDataLst>
            </p:nvPr>
          </p:nvSpPr>
          <p:spPr>
            <a:xfrm>
              <a:off x="10828346" y="6526204"/>
              <a:ext cx="19203" cy="18307"/>
            </a:xfrm>
            <a:custGeom>
              <a:avLst/>
              <a:gdLst>
                <a:gd name="connsiteX0" fmla="*/ 19443 w 19203"/>
                <a:gd name="connsiteY0" fmla="*/ 9228 h 18307"/>
                <a:gd name="connsiteX1" fmla="*/ 9841 w 19203"/>
                <a:gd name="connsiteY1" fmla="*/ 75 h 18307"/>
                <a:gd name="connsiteX2" fmla="*/ 239 w 19203"/>
                <a:gd name="connsiteY2" fmla="*/ 9228 h 18307"/>
                <a:gd name="connsiteX3" fmla="*/ 9841 w 19203"/>
                <a:gd name="connsiteY3" fmla="*/ 18382 h 18307"/>
                <a:gd name="connsiteX4" fmla="*/ 19443 w 19203"/>
                <a:gd name="connsiteY4" fmla="*/ 9228 h 18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03" h="18307">
                  <a:moveTo>
                    <a:pt x="19443" y="9228"/>
                  </a:moveTo>
                  <a:cubicBezTo>
                    <a:pt x="19443" y="4220"/>
                    <a:pt x="15095" y="75"/>
                    <a:pt x="9841" y="75"/>
                  </a:cubicBezTo>
                  <a:cubicBezTo>
                    <a:pt x="4587" y="75"/>
                    <a:pt x="239" y="4220"/>
                    <a:pt x="239" y="9228"/>
                  </a:cubicBezTo>
                  <a:cubicBezTo>
                    <a:pt x="239" y="14237"/>
                    <a:pt x="4587" y="18382"/>
                    <a:pt x="9841" y="18382"/>
                  </a:cubicBezTo>
                  <a:cubicBezTo>
                    <a:pt x="15095" y="18382"/>
                    <a:pt x="19443" y="14237"/>
                    <a:pt x="19443" y="922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82" name="Freeform: Shape 6181">
              <a:extLst>
                <a:ext uri="{FF2B5EF4-FFF2-40B4-BE49-F238E27FC236}">
                  <a16:creationId xmlns:a16="http://schemas.microsoft.com/office/drawing/2014/main" id="{BA9E5B99-47CD-C345-2B5C-C1D68953E899}"/>
                </a:ext>
              </a:extLst>
            </p:cNvPr>
            <p:cNvSpPr/>
            <p:nvPr>
              <p:custDataLst>
                <p:tags r:id="rId65"/>
              </p:custDataLst>
            </p:nvPr>
          </p:nvSpPr>
          <p:spPr>
            <a:xfrm>
              <a:off x="10913494" y="6477844"/>
              <a:ext cx="120477" cy="115025"/>
            </a:xfrm>
            <a:custGeom>
              <a:avLst/>
              <a:gdLst>
                <a:gd name="connsiteX0" fmla="*/ 64197 w 120477"/>
                <a:gd name="connsiteY0" fmla="*/ 61042 h 115025"/>
                <a:gd name="connsiteX1" fmla="*/ 114743 w 120477"/>
                <a:gd name="connsiteY1" fmla="*/ 61042 h 115025"/>
                <a:gd name="connsiteX2" fmla="*/ 120722 w 120477"/>
                <a:gd name="connsiteY2" fmla="*/ 57588 h 115025"/>
                <a:gd name="connsiteX3" fmla="*/ 114743 w 120477"/>
                <a:gd name="connsiteY3" fmla="*/ 54133 h 115025"/>
                <a:gd name="connsiteX4" fmla="*/ 64197 w 120477"/>
                <a:gd name="connsiteY4" fmla="*/ 54133 h 115025"/>
                <a:gd name="connsiteX5" fmla="*/ 64197 w 120477"/>
                <a:gd name="connsiteY5" fmla="*/ 5774 h 115025"/>
                <a:gd name="connsiteX6" fmla="*/ 60573 w 120477"/>
                <a:gd name="connsiteY6" fmla="*/ 75 h 115025"/>
                <a:gd name="connsiteX7" fmla="*/ 56950 w 120477"/>
                <a:gd name="connsiteY7" fmla="*/ 5774 h 115025"/>
                <a:gd name="connsiteX8" fmla="*/ 56950 w 120477"/>
                <a:gd name="connsiteY8" fmla="*/ 54133 h 115025"/>
                <a:gd name="connsiteX9" fmla="*/ 6223 w 120477"/>
                <a:gd name="connsiteY9" fmla="*/ 54133 h 115025"/>
                <a:gd name="connsiteX10" fmla="*/ 244 w 120477"/>
                <a:gd name="connsiteY10" fmla="*/ 57588 h 115025"/>
                <a:gd name="connsiteX11" fmla="*/ 6223 w 120477"/>
                <a:gd name="connsiteY11" fmla="*/ 61042 h 115025"/>
                <a:gd name="connsiteX12" fmla="*/ 56950 w 120477"/>
                <a:gd name="connsiteY12" fmla="*/ 61042 h 115025"/>
                <a:gd name="connsiteX13" fmla="*/ 56950 w 120477"/>
                <a:gd name="connsiteY13" fmla="*/ 109401 h 115025"/>
                <a:gd name="connsiteX14" fmla="*/ 60573 w 120477"/>
                <a:gd name="connsiteY14" fmla="*/ 115101 h 115025"/>
                <a:gd name="connsiteX15" fmla="*/ 64197 w 120477"/>
                <a:gd name="connsiteY15" fmla="*/ 109401 h 115025"/>
                <a:gd name="connsiteX16" fmla="*/ 64197 w 120477"/>
                <a:gd name="connsiteY16" fmla="*/ 61042 h 115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0477" h="115025">
                  <a:moveTo>
                    <a:pt x="64197" y="61042"/>
                  </a:moveTo>
                  <a:lnTo>
                    <a:pt x="114743" y="61042"/>
                  </a:lnTo>
                  <a:cubicBezTo>
                    <a:pt x="117279" y="61042"/>
                    <a:pt x="120722" y="61042"/>
                    <a:pt x="120722" y="57588"/>
                  </a:cubicBezTo>
                  <a:cubicBezTo>
                    <a:pt x="120722" y="54133"/>
                    <a:pt x="117279" y="54133"/>
                    <a:pt x="114743" y="54133"/>
                  </a:cubicBezTo>
                  <a:lnTo>
                    <a:pt x="64197" y="54133"/>
                  </a:lnTo>
                  <a:lnTo>
                    <a:pt x="64197" y="5774"/>
                  </a:lnTo>
                  <a:cubicBezTo>
                    <a:pt x="64197" y="3356"/>
                    <a:pt x="64197" y="75"/>
                    <a:pt x="60573" y="75"/>
                  </a:cubicBezTo>
                  <a:cubicBezTo>
                    <a:pt x="56950" y="75"/>
                    <a:pt x="56950" y="3356"/>
                    <a:pt x="56950" y="5774"/>
                  </a:cubicBezTo>
                  <a:lnTo>
                    <a:pt x="56950" y="54133"/>
                  </a:lnTo>
                  <a:lnTo>
                    <a:pt x="6223" y="54133"/>
                  </a:lnTo>
                  <a:cubicBezTo>
                    <a:pt x="3686" y="54133"/>
                    <a:pt x="244" y="54133"/>
                    <a:pt x="244" y="57588"/>
                  </a:cubicBezTo>
                  <a:cubicBezTo>
                    <a:pt x="244" y="61042"/>
                    <a:pt x="3686" y="61042"/>
                    <a:pt x="6223" y="61042"/>
                  </a:cubicBezTo>
                  <a:lnTo>
                    <a:pt x="56950" y="61042"/>
                  </a:lnTo>
                  <a:lnTo>
                    <a:pt x="56950" y="109401"/>
                  </a:lnTo>
                  <a:cubicBezTo>
                    <a:pt x="56950" y="111819"/>
                    <a:pt x="56950" y="115101"/>
                    <a:pt x="60573" y="115101"/>
                  </a:cubicBezTo>
                  <a:cubicBezTo>
                    <a:pt x="64197" y="115101"/>
                    <a:pt x="64197" y="111819"/>
                    <a:pt x="64197" y="109401"/>
                  </a:cubicBezTo>
                  <a:lnTo>
                    <a:pt x="64197" y="610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83" name="Freeform: Shape 6182">
              <a:extLst>
                <a:ext uri="{FF2B5EF4-FFF2-40B4-BE49-F238E27FC236}">
                  <a16:creationId xmlns:a16="http://schemas.microsoft.com/office/drawing/2014/main" id="{149AB636-2AC6-C1EF-440B-A72B223212B4}"/>
                </a:ext>
              </a:extLst>
            </p:cNvPr>
            <p:cNvSpPr/>
            <p:nvPr>
              <p:custDataLst>
                <p:tags r:id="rId66"/>
              </p:custDataLst>
            </p:nvPr>
          </p:nvSpPr>
          <p:spPr>
            <a:xfrm>
              <a:off x="11089771" y="6502197"/>
              <a:ext cx="90222" cy="78238"/>
            </a:xfrm>
            <a:custGeom>
              <a:avLst/>
              <a:gdLst>
                <a:gd name="connsiteX0" fmla="*/ 55511 w 90222"/>
                <a:gd name="connsiteY0" fmla="*/ 24254 h 78238"/>
                <a:gd name="connsiteX1" fmla="*/ 73446 w 90222"/>
                <a:gd name="connsiteY1" fmla="*/ 3874 h 78238"/>
                <a:gd name="connsiteX2" fmla="*/ 82505 w 90222"/>
                <a:gd name="connsiteY2" fmla="*/ 6120 h 78238"/>
                <a:gd name="connsiteX3" fmla="*/ 73809 w 90222"/>
                <a:gd name="connsiteY3" fmla="*/ 15446 h 78238"/>
                <a:gd name="connsiteX4" fmla="*/ 80693 w 90222"/>
                <a:gd name="connsiteY4" fmla="*/ 21491 h 78238"/>
                <a:gd name="connsiteX5" fmla="*/ 90476 w 90222"/>
                <a:gd name="connsiteY5" fmla="*/ 11474 h 78238"/>
                <a:gd name="connsiteX6" fmla="*/ 73628 w 90222"/>
                <a:gd name="connsiteY6" fmla="*/ 75 h 78238"/>
                <a:gd name="connsiteX7" fmla="*/ 54605 w 90222"/>
                <a:gd name="connsiteY7" fmla="*/ 13201 h 78238"/>
                <a:gd name="connsiteX8" fmla="*/ 35039 w 90222"/>
                <a:gd name="connsiteY8" fmla="*/ 75 h 78238"/>
                <a:gd name="connsiteX9" fmla="*/ 5870 w 90222"/>
                <a:gd name="connsiteY9" fmla="*/ 26672 h 78238"/>
                <a:gd name="connsiteX10" fmla="*/ 8044 w 90222"/>
                <a:gd name="connsiteY10" fmla="*/ 28399 h 78238"/>
                <a:gd name="connsiteX11" fmla="*/ 10400 w 90222"/>
                <a:gd name="connsiteY11" fmla="*/ 26500 h 78238"/>
                <a:gd name="connsiteX12" fmla="*/ 34676 w 90222"/>
                <a:gd name="connsiteY12" fmla="*/ 3874 h 78238"/>
                <a:gd name="connsiteX13" fmla="*/ 44459 w 90222"/>
                <a:gd name="connsiteY13" fmla="*/ 15446 h 78238"/>
                <a:gd name="connsiteX14" fmla="*/ 34676 w 90222"/>
                <a:gd name="connsiteY14" fmla="*/ 56551 h 78238"/>
                <a:gd name="connsiteX15" fmla="*/ 17465 w 90222"/>
                <a:gd name="connsiteY15" fmla="*/ 74513 h 78238"/>
                <a:gd name="connsiteX16" fmla="*/ 8407 w 90222"/>
                <a:gd name="connsiteY16" fmla="*/ 72268 h 78238"/>
                <a:gd name="connsiteX17" fmla="*/ 16922 w 90222"/>
                <a:gd name="connsiteY17" fmla="*/ 62942 h 78238"/>
                <a:gd name="connsiteX18" fmla="*/ 10218 w 90222"/>
                <a:gd name="connsiteY18" fmla="*/ 56897 h 78238"/>
                <a:gd name="connsiteX19" fmla="*/ 254 w 90222"/>
                <a:gd name="connsiteY19" fmla="*/ 66914 h 78238"/>
                <a:gd name="connsiteX20" fmla="*/ 17284 w 90222"/>
                <a:gd name="connsiteY20" fmla="*/ 78313 h 78238"/>
                <a:gd name="connsiteX21" fmla="*/ 36307 w 90222"/>
                <a:gd name="connsiteY21" fmla="*/ 65187 h 78238"/>
                <a:gd name="connsiteX22" fmla="*/ 55873 w 90222"/>
                <a:gd name="connsiteY22" fmla="*/ 78313 h 78238"/>
                <a:gd name="connsiteX23" fmla="*/ 84860 w 90222"/>
                <a:gd name="connsiteY23" fmla="*/ 51715 h 78238"/>
                <a:gd name="connsiteX24" fmla="*/ 82686 w 90222"/>
                <a:gd name="connsiteY24" fmla="*/ 49988 h 78238"/>
                <a:gd name="connsiteX25" fmla="*/ 80331 w 90222"/>
                <a:gd name="connsiteY25" fmla="*/ 51888 h 78238"/>
                <a:gd name="connsiteX26" fmla="*/ 56235 w 90222"/>
                <a:gd name="connsiteY26" fmla="*/ 74513 h 78238"/>
                <a:gd name="connsiteX27" fmla="*/ 46271 w 90222"/>
                <a:gd name="connsiteY27" fmla="*/ 63114 h 78238"/>
                <a:gd name="connsiteX28" fmla="*/ 49351 w 90222"/>
                <a:gd name="connsiteY28" fmla="*/ 47916 h 78238"/>
                <a:gd name="connsiteX29" fmla="*/ 55511 w 90222"/>
                <a:gd name="connsiteY29" fmla="*/ 24254 h 78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0222" h="78238">
                  <a:moveTo>
                    <a:pt x="55511" y="24254"/>
                  </a:moveTo>
                  <a:cubicBezTo>
                    <a:pt x="56598" y="19764"/>
                    <a:pt x="60765" y="3874"/>
                    <a:pt x="73446" y="3874"/>
                  </a:cubicBezTo>
                  <a:cubicBezTo>
                    <a:pt x="74352" y="3874"/>
                    <a:pt x="78700" y="3874"/>
                    <a:pt x="82505" y="6120"/>
                  </a:cubicBezTo>
                  <a:cubicBezTo>
                    <a:pt x="77432" y="6983"/>
                    <a:pt x="73809" y="11301"/>
                    <a:pt x="73809" y="15446"/>
                  </a:cubicBezTo>
                  <a:cubicBezTo>
                    <a:pt x="73809" y="18209"/>
                    <a:pt x="75802" y="21491"/>
                    <a:pt x="80693" y="21491"/>
                  </a:cubicBezTo>
                  <a:cubicBezTo>
                    <a:pt x="84679" y="21491"/>
                    <a:pt x="90476" y="18382"/>
                    <a:pt x="90476" y="11474"/>
                  </a:cubicBezTo>
                  <a:cubicBezTo>
                    <a:pt x="90476" y="2493"/>
                    <a:pt x="79787" y="75"/>
                    <a:pt x="73628" y="75"/>
                  </a:cubicBezTo>
                  <a:cubicBezTo>
                    <a:pt x="63120" y="75"/>
                    <a:pt x="56779" y="9228"/>
                    <a:pt x="54605" y="13201"/>
                  </a:cubicBezTo>
                  <a:cubicBezTo>
                    <a:pt x="50076" y="1802"/>
                    <a:pt x="40292" y="75"/>
                    <a:pt x="35039" y="75"/>
                  </a:cubicBezTo>
                  <a:cubicBezTo>
                    <a:pt x="16197" y="75"/>
                    <a:pt x="5870" y="22355"/>
                    <a:pt x="5870" y="26672"/>
                  </a:cubicBezTo>
                  <a:cubicBezTo>
                    <a:pt x="5870" y="28399"/>
                    <a:pt x="7682" y="28399"/>
                    <a:pt x="8044" y="28399"/>
                  </a:cubicBezTo>
                  <a:cubicBezTo>
                    <a:pt x="9494" y="28399"/>
                    <a:pt x="10037" y="28054"/>
                    <a:pt x="10400" y="26500"/>
                  </a:cubicBezTo>
                  <a:cubicBezTo>
                    <a:pt x="16559" y="8192"/>
                    <a:pt x="28516" y="3874"/>
                    <a:pt x="34676" y="3874"/>
                  </a:cubicBezTo>
                  <a:cubicBezTo>
                    <a:pt x="38118" y="3874"/>
                    <a:pt x="44459" y="5429"/>
                    <a:pt x="44459" y="15446"/>
                  </a:cubicBezTo>
                  <a:cubicBezTo>
                    <a:pt x="44459" y="20800"/>
                    <a:pt x="41379" y="32372"/>
                    <a:pt x="34676" y="56551"/>
                  </a:cubicBezTo>
                  <a:cubicBezTo>
                    <a:pt x="31777" y="67259"/>
                    <a:pt x="25437" y="74513"/>
                    <a:pt x="17465" y="74513"/>
                  </a:cubicBezTo>
                  <a:cubicBezTo>
                    <a:pt x="16378" y="74513"/>
                    <a:pt x="12211" y="74513"/>
                    <a:pt x="8407" y="72268"/>
                  </a:cubicBezTo>
                  <a:cubicBezTo>
                    <a:pt x="12936" y="71405"/>
                    <a:pt x="16922" y="67778"/>
                    <a:pt x="16922" y="62942"/>
                  </a:cubicBezTo>
                  <a:cubicBezTo>
                    <a:pt x="16922" y="58278"/>
                    <a:pt x="12936" y="56897"/>
                    <a:pt x="10218" y="56897"/>
                  </a:cubicBezTo>
                  <a:cubicBezTo>
                    <a:pt x="4783" y="56897"/>
                    <a:pt x="254" y="61387"/>
                    <a:pt x="254" y="66914"/>
                  </a:cubicBezTo>
                  <a:cubicBezTo>
                    <a:pt x="254" y="74859"/>
                    <a:pt x="9313" y="78313"/>
                    <a:pt x="17284" y="78313"/>
                  </a:cubicBezTo>
                  <a:cubicBezTo>
                    <a:pt x="29241" y="78313"/>
                    <a:pt x="35763" y="66223"/>
                    <a:pt x="36307" y="65187"/>
                  </a:cubicBezTo>
                  <a:cubicBezTo>
                    <a:pt x="38481" y="71577"/>
                    <a:pt x="45003" y="78313"/>
                    <a:pt x="55873" y="78313"/>
                  </a:cubicBezTo>
                  <a:cubicBezTo>
                    <a:pt x="74533" y="78313"/>
                    <a:pt x="84860" y="56033"/>
                    <a:pt x="84860" y="51715"/>
                  </a:cubicBezTo>
                  <a:cubicBezTo>
                    <a:pt x="84860" y="49988"/>
                    <a:pt x="83230" y="49988"/>
                    <a:pt x="82686" y="49988"/>
                  </a:cubicBezTo>
                  <a:cubicBezTo>
                    <a:pt x="81055" y="49988"/>
                    <a:pt x="80693" y="50679"/>
                    <a:pt x="80331" y="51888"/>
                  </a:cubicBezTo>
                  <a:cubicBezTo>
                    <a:pt x="74352" y="70368"/>
                    <a:pt x="62033" y="74513"/>
                    <a:pt x="56235" y="74513"/>
                  </a:cubicBezTo>
                  <a:cubicBezTo>
                    <a:pt x="49170" y="74513"/>
                    <a:pt x="46271" y="68987"/>
                    <a:pt x="46271" y="63114"/>
                  </a:cubicBezTo>
                  <a:cubicBezTo>
                    <a:pt x="46271" y="59315"/>
                    <a:pt x="47358" y="55515"/>
                    <a:pt x="49351" y="47916"/>
                  </a:cubicBezTo>
                  <a:lnTo>
                    <a:pt x="55511" y="2425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84" name="Freeform: Shape 6183">
              <a:extLst>
                <a:ext uri="{FF2B5EF4-FFF2-40B4-BE49-F238E27FC236}">
                  <a16:creationId xmlns:a16="http://schemas.microsoft.com/office/drawing/2014/main" id="{181F8812-2C79-84EB-E6D5-EDA475DFDE70}"/>
                </a:ext>
              </a:extLst>
            </p:cNvPr>
            <p:cNvSpPr/>
            <p:nvPr>
              <p:custDataLst>
                <p:tags r:id="rId67"/>
              </p:custDataLst>
            </p:nvPr>
          </p:nvSpPr>
          <p:spPr>
            <a:xfrm>
              <a:off x="11188061" y="6524286"/>
              <a:ext cx="55673" cy="104818"/>
            </a:xfrm>
            <a:custGeom>
              <a:avLst/>
              <a:gdLst>
                <a:gd name="connsiteX0" fmla="*/ 55933 w 55673"/>
                <a:gd name="connsiteY0" fmla="*/ 4670 h 104818"/>
                <a:gd name="connsiteX1" fmla="*/ 50860 w 55673"/>
                <a:gd name="connsiteY1" fmla="*/ 76 h 104818"/>
                <a:gd name="connsiteX2" fmla="*/ 43758 w 55673"/>
                <a:gd name="connsiteY2" fmla="*/ 6726 h 104818"/>
                <a:gd name="connsiteX3" fmla="*/ 48831 w 55673"/>
                <a:gd name="connsiteY3" fmla="*/ 11320 h 104818"/>
                <a:gd name="connsiteX4" fmla="*/ 55933 w 55673"/>
                <a:gd name="connsiteY4" fmla="*/ 4670 h 104818"/>
                <a:gd name="connsiteX5" fmla="*/ 29048 w 55673"/>
                <a:gd name="connsiteY5" fmla="*/ 86156 h 104818"/>
                <a:gd name="connsiteX6" fmla="*/ 12688 w 55673"/>
                <a:gd name="connsiteY6" fmla="*/ 101510 h 104818"/>
                <a:gd name="connsiteX7" fmla="*/ 8123 w 55673"/>
                <a:gd name="connsiteY7" fmla="*/ 100784 h 104818"/>
                <a:gd name="connsiteX8" fmla="*/ 12434 w 55673"/>
                <a:gd name="connsiteY8" fmla="*/ 94618 h 104818"/>
                <a:gd name="connsiteX9" fmla="*/ 7488 w 55673"/>
                <a:gd name="connsiteY9" fmla="*/ 90145 h 104818"/>
                <a:gd name="connsiteX10" fmla="*/ 260 w 55673"/>
                <a:gd name="connsiteY10" fmla="*/ 97278 h 104818"/>
                <a:gd name="connsiteX11" fmla="*/ 12815 w 55673"/>
                <a:gd name="connsiteY11" fmla="*/ 104895 h 104818"/>
                <a:gd name="connsiteX12" fmla="*/ 39193 w 55673"/>
                <a:gd name="connsiteY12" fmla="*/ 85793 h 104818"/>
                <a:gd name="connsiteX13" fmla="*/ 50607 w 55673"/>
                <a:gd name="connsiteY13" fmla="*/ 42511 h 104818"/>
                <a:gd name="connsiteX14" fmla="*/ 51241 w 55673"/>
                <a:gd name="connsiteY14" fmla="*/ 38280 h 104818"/>
                <a:gd name="connsiteX15" fmla="*/ 37671 w 55673"/>
                <a:gd name="connsiteY15" fmla="*/ 26916 h 104818"/>
                <a:gd name="connsiteX16" fmla="*/ 15478 w 55673"/>
                <a:gd name="connsiteY16" fmla="*/ 45413 h 104818"/>
                <a:gd name="connsiteX17" fmla="*/ 17634 w 55673"/>
                <a:gd name="connsiteY17" fmla="*/ 46985 h 104818"/>
                <a:gd name="connsiteX18" fmla="*/ 20170 w 55673"/>
                <a:gd name="connsiteY18" fmla="*/ 44808 h 104818"/>
                <a:gd name="connsiteX19" fmla="*/ 37291 w 55673"/>
                <a:gd name="connsiteY19" fmla="*/ 30301 h 104818"/>
                <a:gd name="connsiteX20" fmla="*/ 41603 w 55673"/>
                <a:gd name="connsiteY20" fmla="*/ 36225 h 104818"/>
                <a:gd name="connsiteX21" fmla="*/ 41222 w 55673"/>
                <a:gd name="connsiteY21" fmla="*/ 39852 h 104818"/>
                <a:gd name="connsiteX22" fmla="*/ 29048 w 55673"/>
                <a:gd name="connsiteY22" fmla="*/ 86156 h 104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673" h="104818">
                  <a:moveTo>
                    <a:pt x="55933" y="4670"/>
                  </a:moveTo>
                  <a:cubicBezTo>
                    <a:pt x="55933" y="2615"/>
                    <a:pt x="54284" y="76"/>
                    <a:pt x="50860" y="76"/>
                  </a:cubicBezTo>
                  <a:cubicBezTo>
                    <a:pt x="47183" y="76"/>
                    <a:pt x="43758" y="3461"/>
                    <a:pt x="43758" y="6726"/>
                  </a:cubicBezTo>
                  <a:cubicBezTo>
                    <a:pt x="43758" y="8660"/>
                    <a:pt x="45280" y="11320"/>
                    <a:pt x="48831" y="11320"/>
                  </a:cubicBezTo>
                  <a:cubicBezTo>
                    <a:pt x="52255" y="11320"/>
                    <a:pt x="55933" y="8176"/>
                    <a:pt x="55933" y="4670"/>
                  </a:cubicBezTo>
                  <a:close/>
                  <a:moveTo>
                    <a:pt x="29048" y="86156"/>
                  </a:moveTo>
                  <a:cubicBezTo>
                    <a:pt x="26892" y="94498"/>
                    <a:pt x="20170" y="101510"/>
                    <a:pt x="12688" y="101510"/>
                  </a:cubicBezTo>
                  <a:cubicBezTo>
                    <a:pt x="11039" y="101510"/>
                    <a:pt x="9518" y="101268"/>
                    <a:pt x="8123" y="100784"/>
                  </a:cubicBezTo>
                  <a:cubicBezTo>
                    <a:pt x="11420" y="99333"/>
                    <a:pt x="12434" y="96432"/>
                    <a:pt x="12434" y="94618"/>
                  </a:cubicBezTo>
                  <a:cubicBezTo>
                    <a:pt x="12434" y="91717"/>
                    <a:pt x="10025" y="90145"/>
                    <a:pt x="7488" y="90145"/>
                  </a:cubicBezTo>
                  <a:cubicBezTo>
                    <a:pt x="3557" y="90145"/>
                    <a:pt x="260" y="93409"/>
                    <a:pt x="260" y="97278"/>
                  </a:cubicBezTo>
                  <a:cubicBezTo>
                    <a:pt x="260" y="101872"/>
                    <a:pt x="5206" y="104895"/>
                    <a:pt x="12815" y="104895"/>
                  </a:cubicBezTo>
                  <a:cubicBezTo>
                    <a:pt x="20424" y="104895"/>
                    <a:pt x="35262" y="100542"/>
                    <a:pt x="39193" y="85793"/>
                  </a:cubicBezTo>
                  <a:lnTo>
                    <a:pt x="50607" y="42511"/>
                  </a:lnTo>
                  <a:cubicBezTo>
                    <a:pt x="50987" y="41182"/>
                    <a:pt x="51241" y="40093"/>
                    <a:pt x="51241" y="38280"/>
                  </a:cubicBezTo>
                  <a:cubicBezTo>
                    <a:pt x="51241" y="31631"/>
                    <a:pt x="45280" y="26916"/>
                    <a:pt x="37671" y="26916"/>
                  </a:cubicBezTo>
                  <a:cubicBezTo>
                    <a:pt x="23594" y="26916"/>
                    <a:pt x="15478" y="43720"/>
                    <a:pt x="15478" y="45413"/>
                  </a:cubicBezTo>
                  <a:cubicBezTo>
                    <a:pt x="15478" y="46985"/>
                    <a:pt x="17253" y="46985"/>
                    <a:pt x="17634" y="46985"/>
                  </a:cubicBezTo>
                  <a:cubicBezTo>
                    <a:pt x="19156" y="46985"/>
                    <a:pt x="19283" y="46622"/>
                    <a:pt x="20170" y="44808"/>
                  </a:cubicBezTo>
                  <a:cubicBezTo>
                    <a:pt x="23341" y="37796"/>
                    <a:pt x="29935" y="30301"/>
                    <a:pt x="37291" y="30301"/>
                  </a:cubicBezTo>
                  <a:cubicBezTo>
                    <a:pt x="40461" y="30301"/>
                    <a:pt x="41603" y="32356"/>
                    <a:pt x="41603" y="36225"/>
                  </a:cubicBezTo>
                  <a:cubicBezTo>
                    <a:pt x="41603" y="37555"/>
                    <a:pt x="41349" y="39247"/>
                    <a:pt x="41222" y="39852"/>
                  </a:cubicBezTo>
                  <a:lnTo>
                    <a:pt x="29048" y="861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85" name="Freeform: Shape 6184">
              <a:extLst>
                <a:ext uri="{FF2B5EF4-FFF2-40B4-BE49-F238E27FC236}">
                  <a16:creationId xmlns:a16="http://schemas.microsoft.com/office/drawing/2014/main" id="{C3C56BAA-D33E-6F0F-E195-694176AF578A}"/>
                </a:ext>
              </a:extLst>
            </p:cNvPr>
            <p:cNvSpPr/>
            <p:nvPr>
              <p:custDataLst>
                <p:tags r:id="rId68"/>
              </p:custDataLst>
            </p:nvPr>
          </p:nvSpPr>
          <p:spPr>
            <a:xfrm>
              <a:off x="11269809" y="6456601"/>
              <a:ext cx="98760" cy="155440"/>
            </a:xfrm>
            <a:custGeom>
              <a:avLst/>
              <a:gdLst>
                <a:gd name="connsiteX0" fmla="*/ 99024 w 98760"/>
                <a:gd name="connsiteY0" fmla="*/ 23736 h 155440"/>
                <a:gd name="connsiteX1" fmla="*/ 74385 w 98760"/>
                <a:gd name="connsiteY1" fmla="*/ 75 h 155440"/>
                <a:gd name="connsiteX2" fmla="*/ 52464 w 98760"/>
                <a:gd name="connsiteY2" fmla="*/ 7329 h 155440"/>
                <a:gd name="connsiteX3" fmla="*/ 29093 w 98760"/>
                <a:gd name="connsiteY3" fmla="*/ 44116 h 155440"/>
                <a:gd name="connsiteX4" fmla="*/ 287 w 98760"/>
                <a:gd name="connsiteY4" fmla="*/ 153788 h 155440"/>
                <a:gd name="connsiteX5" fmla="*/ 2461 w 98760"/>
                <a:gd name="connsiteY5" fmla="*/ 155515 h 155440"/>
                <a:gd name="connsiteX6" fmla="*/ 4635 w 98760"/>
                <a:gd name="connsiteY6" fmla="*/ 154651 h 155440"/>
                <a:gd name="connsiteX7" fmla="*/ 17317 w 98760"/>
                <a:gd name="connsiteY7" fmla="*/ 106983 h 155440"/>
                <a:gd name="connsiteX8" fmla="*/ 41956 w 98760"/>
                <a:gd name="connsiteY8" fmla="*/ 123736 h 155440"/>
                <a:gd name="connsiteX9" fmla="*/ 76921 w 98760"/>
                <a:gd name="connsiteY9" fmla="*/ 110092 h 155440"/>
                <a:gd name="connsiteX10" fmla="*/ 91415 w 98760"/>
                <a:gd name="connsiteY10" fmla="*/ 78313 h 155440"/>
                <a:gd name="connsiteX11" fmla="*/ 78190 w 98760"/>
                <a:gd name="connsiteY11" fmla="*/ 52579 h 155440"/>
                <a:gd name="connsiteX12" fmla="*/ 99024 w 98760"/>
                <a:gd name="connsiteY12" fmla="*/ 23736 h 155440"/>
                <a:gd name="connsiteX13" fmla="*/ 66414 w 98760"/>
                <a:gd name="connsiteY13" fmla="*/ 52406 h 155440"/>
                <a:gd name="connsiteX14" fmla="*/ 57718 w 98760"/>
                <a:gd name="connsiteY14" fmla="*/ 53615 h 155440"/>
                <a:gd name="connsiteX15" fmla="*/ 49746 w 98760"/>
                <a:gd name="connsiteY15" fmla="*/ 52924 h 155440"/>
                <a:gd name="connsiteX16" fmla="*/ 58623 w 98760"/>
                <a:gd name="connsiteY16" fmla="*/ 51543 h 155440"/>
                <a:gd name="connsiteX17" fmla="*/ 66414 w 98760"/>
                <a:gd name="connsiteY17" fmla="*/ 52406 h 155440"/>
                <a:gd name="connsiteX18" fmla="*/ 88879 w 98760"/>
                <a:gd name="connsiteY18" fmla="*/ 19764 h 155440"/>
                <a:gd name="connsiteX19" fmla="*/ 72573 w 98760"/>
                <a:gd name="connsiteY19" fmla="*/ 49643 h 155440"/>
                <a:gd name="connsiteX20" fmla="*/ 58623 w 98760"/>
                <a:gd name="connsiteY20" fmla="*/ 47570 h 155440"/>
                <a:gd name="connsiteX21" fmla="*/ 44673 w 98760"/>
                <a:gd name="connsiteY21" fmla="*/ 53097 h 155440"/>
                <a:gd name="connsiteX22" fmla="*/ 57174 w 98760"/>
                <a:gd name="connsiteY22" fmla="*/ 57415 h 155440"/>
                <a:gd name="connsiteX23" fmla="*/ 72030 w 98760"/>
                <a:gd name="connsiteY23" fmla="*/ 55170 h 155440"/>
                <a:gd name="connsiteX24" fmla="*/ 80001 w 98760"/>
                <a:gd name="connsiteY24" fmla="*/ 74686 h 155440"/>
                <a:gd name="connsiteX25" fmla="*/ 70943 w 98760"/>
                <a:gd name="connsiteY25" fmla="*/ 104392 h 155440"/>
                <a:gd name="connsiteX26" fmla="*/ 41412 w 98760"/>
                <a:gd name="connsiteY26" fmla="*/ 119936 h 155440"/>
                <a:gd name="connsiteX27" fmla="*/ 20759 w 98760"/>
                <a:gd name="connsiteY27" fmla="*/ 97657 h 155440"/>
                <a:gd name="connsiteX28" fmla="*/ 21665 w 98760"/>
                <a:gd name="connsiteY28" fmla="*/ 90057 h 155440"/>
                <a:gd name="connsiteX29" fmla="*/ 33260 w 98760"/>
                <a:gd name="connsiteY29" fmla="*/ 46361 h 155440"/>
                <a:gd name="connsiteX30" fmla="*/ 72030 w 98760"/>
                <a:gd name="connsiteY30" fmla="*/ 4047 h 155440"/>
                <a:gd name="connsiteX31" fmla="*/ 88879 w 98760"/>
                <a:gd name="connsiteY31" fmla="*/ 19764 h 15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760" h="155440">
                  <a:moveTo>
                    <a:pt x="99024" y="23736"/>
                  </a:moveTo>
                  <a:cubicBezTo>
                    <a:pt x="99024" y="10783"/>
                    <a:pt x="89060" y="75"/>
                    <a:pt x="74385" y="75"/>
                  </a:cubicBezTo>
                  <a:cubicBezTo>
                    <a:pt x="63877" y="75"/>
                    <a:pt x="58805" y="2838"/>
                    <a:pt x="52464" y="7329"/>
                  </a:cubicBezTo>
                  <a:cubicBezTo>
                    <a:pt x="42499" y="14237"/>
                    <a:pt x="32535" y="30990"/>
                    <a:pt x="29093" y="44116"/>
                  </a:cubicBezTo>
                  <a:lnTo>
                    <a:pt x="287" y="153788"/>
                  </a:lnTo>
                  <a:cubicBezTo>
                    <a:pt x="106" y="154479"/>
                    <a:pt x="1012" y="155515"/>
                    <a:pt x="2461" y="155515"/>
                  </a:cubicBezTo>
                  <a:cubicBezTo>
                    <a:pt x="3910" y="155515"/>
                    <a:pt x="4454" y="155170"/>
                    <a:pt x="4635" y="154651"/>
                  </a:cubicBezTo>
                  <a:lnTo>
                    <a:pt x="17317" y="106983"/>
                  </a:lnTo>
                  <a:cubicBezTo>
                    <a:pt x="20759" y="117346"/>
                    <a:pt x="28730" y="123736"/>
                    <a:pt x="41956" y="123736"/>
                  </a:cubicBezTo>
                  <a:cubicBezTo>
                    <a:pt x="55181" y="123736"/>
                    <a:pt x="68769" y="117691"/>
                    <a:pt x="76921" y="110092"/>
                  </a:cubicBezTo>
                  <a:cubicBezTo>
                    <a:pt x="85618" y="102147"/>
                    <a:pt x="91415" y="91094"/>
                    <a:pt x="91415" y="78313"/>
                  </a:cubicBezTo>
                  <a:cubicBezTo>
                    <a:pt x="91415" y="65878"/>
                    <a:pt x="84712" y="56897"/>
                    <a:pt x="78190" y="52579"/>
                  </a:cubicBezTo>
                  <a:cubicBezTo>
                    <a:pt x="88697" y="46880"/>
                    <a:pt x="99024" y="36171"/>
                    <a:pt x="99024" y="23736"/>
                  </a:cubicBezTo>
                  <a:close/>
                  <a:moveTo>
                    <a:pt x="66414" y="52406"/>
                  </a:moveTo>
                  <a:cubicBezTo>
                    <a:pt x="64058" y="53270"/>
                    <a:pt x="62066" y="53615"/>
                    <a:pt x="57718" y="53615"/>
                  </a:cubicBezTo>
                  <a:cubicBezTo>
                    <a:pt x="55181" y="53615"/>
                    <a:pt x="51558" y="53788"/>
                    <a:pt x="49746" y="52924"/>
                  </a:cubicBezTo>
                  <a:cubicBezTo>
                    <a:pt x="50108" y="51197"/>
                    <a:pt x="56631" y="51543"/>
                    <a:pt x="58623" y="51543"/>
                  </a:cubicBezTo>
                  <a:cubicBezTo>
                    <a:pt x="62428" y="51543"/>
                    <a:pt x="64058" y="51543"/>
                    <a:pt x="66414" y="52406"/>
                  </a:cubicBezTo>
                  <a:close/>
                  <a:moveTo>
                    <a:pt x="88879" y="19764"/>
                  </a:moveTo>
                  <a:cubicBezTo>
                    <a:pt x="88879" y="31854"/>
                    <a:pt x="81994" y="44289"/>
                    <a:pt x="72573" y="49643"/>
                  </a:cubicBezTo>
                  <a:cubicBezTo>
                    <a:pt x="67682" y="47916"/>
                    <a:pt x="64058" y="47570"/>
                    <a:pt x="58623" y="47570"/>
                  </a:cubicBezTo>
                  <a:cubicBezTo>
                    <a:pt x="54819" y="47570"/>
                    <a:pt x="44673" y="47398"/>
                    <a:pt x="44673" y="53097"/>
                  </a:cubicBezTo>
                  <a:cubicBezTo>
                    <a:pt x="44492" y="57933"/>
                    <a:pt x="53913" y="57415"/>
                    <a:pt x="57174" y="57415"/>
                  </a:cubicBezTo>
                  <a:cubicBezTo>
                    <a:pt x="63877" y="57415"/>
                    <a:pt x="66595" y="57242"/>
                    <a:pt x="72030" y="55170"/>
                  </a:cubicBezTo>
                  <a:cubicBezTo>
                    <a:pt x="78914" y="61387"/>
                    <a:pt x="79820" y="66741"/>
                    <a:pt x="80001" y="74686"/>
                  </a:cubicBezTo>
                  <a:cubicBezTo>
                    <a:pt x="80364" y="84703"/>
                    <a:pt x="76016" y="97657"/>
                    <a:pt x="70943" y="104392"/>
                  </a:cubicBezTo>
                  <a:cubicBezTo>
                    <a:pt x="63877" y="113719"/>
                    <a:pt x="51739" y="119936"/>
                    <a:pt x="41412" y="119936"/>
                  </a:cubicBezTo>
                  <a:cubicBezTo>
                    <a:pt x="27643" y="119936"/>
                    <a:pt x="20759" y="109919"/>
                    <a:pt x="20759" y="97657"/>
                  </a:cubicBezTo>
                  <a:cubicBezTo>
                    <a:pt x="20759" y="95930"/>
                    <a:pt x="20759" y="93339"/>
                    <a:pt x="21665" y="90057"/>
                  </a:cubicBezTo>
                  <a:lnTo>
                    <a:pt x="33260" y="46361"/>
                  </a:lnTo>
                  <a:cubicBezTo>
                    <a:pt x="37245" y="31508"/>
                    <a:pt x="50290" y="4047"/>
                    <a:pt x="72030" y="4047"/>
                  </a:cubicBezTo>
                  <a:cubicBezTo>
                    <a:pt x="82538" y="4047"/>
                    <a:pt x="88879" y="9401"/>
                    <a:pt x="88879" y="1976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86" name="Freeform: Shape 6185">
              <a:extLst>
                <a:ext uri="{FF2B5EF4-FFF2-40B4-BE49-F238E27FC236}">
                  <a16:creationId xmlns:a16="http://schemas.microsoft.com/office/drawing/2014/main" id="{3DE89248-7C5A-3732-800D-79DC0E7C001B}"/>
                </a:ext>
              </a:extLst>
            </p:cNvPr>
            <p:cNvSpPr/>
            <p:nvPr>
              <p:custDataLst>
                <p:tags r:id="rId69"/>
              </p:custDataLst>
            </p:nvPr>
          </p:nvSpPr>
          <p:spPr>
            <a:xfrm>
              <a:off x="11366871" y="6524286"/>
              <a:ext cx="55673" cy="104818"/>
            </a:xfrm>
            <a:custGeom>
              <a:avLst/>
              <a:gdLst>
                <a:gd name="connsiteX0" fmla="*/ 55943 w 55673"/>
                <a:gd name="connsiteY0" fmla="*/ 4670 h 104818"/>
                <a:gd name="connsiteX1" fmla="*/ 50870 w 55673"/>
                <a:gd name="connsiteY1" fmla="*/ 76 h 104818"/>
                <a:gd name="connsiteX2" fmla="*/ 43768 w 55673"/>
                <a:gd name="connsiteY2" fmla="*/ 6726 h 104818"/>
                <a:gd name="connsiteX3" fmla="*/ 48841 w 55673"/>
                <a:gd name="connsiteY3" fmla="*/ 11320 h 104818"/>
                <a:gd name="connsiteX4" fmla="*/ 55943 w 55673"/>
                <a:gd name="connsiteY4" fmla="*/ 4670 h 104818"/>
                <a:gd name="connsiteX5" fmla="*/ 29057 w 55673"/>
                <a:gd name="connsiteY5" fmla="*/ 86156 h 104818"/>
                <a:gd name="connsiteX6" fmla="*/ 12698 w 55673"/>
                <a:gd name="connsiteY6" fmla="*/ 101510 h 104818"/>
                <a:gd name="connsiteX7" fmla="*/ 8132 w 55673"/>
                <a:gd name="connsiteY7" fmla="*/ 100784 h 104818"/>
                <a:gd name="connsiteX8" fmla="*/ 12444 w 55673"/>
                <a:gd name="connsiteY8" fmla="*/ 94618 h 104818"/>
                <a:gd name="connsiteX9" fmla="*/ 7498 w 55673"/>
                <a:gd name="connsiteY9" fmla="*/ 90145 h 104818"/>
                <a:gd name="connsiteX10" fmla="*/ 270 w 55673"/>
                <a:gd name="connsiteY10" fmla="*/ 97278 h 104818"/>
                <a:gd name="connsiteX11" fmla="*/ 12825 w 55673"/>
                <a:gd name="connsiteY11" fmla="*/ 104895 h 104818"/>
                <a:gd name="connsiteX12" fmla="*/ 39203 w 55673"/>
                <a:gd name="connsiteY12" fmla="*/ 85793 h 104818"/>
                <a:gd name="connsiteX13" fmla="*/ 50616 w 55673"/>
                <a:gd name="connsiteY13" fmla="*/ 42511 h 104818"/>
                <a:gd name="connsiteX14" fmla="*/ 51251 w 55673"/>
                <a:gd name="connsiteY14" fmla="*/ 38280 h 104818"/>
                <a:gd name="connsiteX15" fmla="*/ 37681 w 55673"/>
                <a:gd name="connsiteY15" fmla="*/ 26916 h 104818"/>
                <a:gd name="connsiteX16" fmla="*/ 15488 w 55673"/>
                <a:gd name="connsiteY16" fmla="*/ 45413 h 104818"/>
                <a:gd name="connsiteX17" fmla="*/ 17644 w 55673"/>
                <a:gd name="connsiteY17" fmla="*/ 46985 h 104818"/>
                <a:gd name="connsiteX18" fmla="*/ 20180 w 55673"/>
                <a:gd name="connsiteY18" fmla="*/ 44808 h 104818"/>
                <a:gd name="connsiteX19" fmla="*/ 37301 w 55673"/>
                <a:gd name="connsiteY19" fmla="*/ 30301 h 104818"/>
                <a:gd name="connsiteX20" fmla="*/ 41612 w 55673"/>
                <a:gd name="connsiteY20" fmla="*/ 36225 h 104818"/>
                <a:gd name="connsiteX21" fmla="*/ 41232 w 55673"/>
                <a:gd name="connsiteY21" fmla="*/ 39852 h 104818"/>
                <a:gd name="connsiteX22" fmla="*/ 29057 w 55673"/>
                <a:gd name="connsiteY22" fmla="*/ 86156 h 104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673" h="104818">
                  <a:moveTo>
                    <a:pt x="55943" y="4670"/>
                  </a:moveTo>
                  <a:cubicBezTo>
                    <a:pt x="55943" y="2615"/>
                    <a:pt x="54294" y="76"/>
                    <a:pt x="50870" y="76"/>
                  </a:cubicBezTo>
                  <a:cubicBezTo>
                    <a:pt x="47192" y="76"/>
                    <a:pt x="43768" y="3461"/>
                    <a:pt x="43768" y="6726"/>
                  </a:cubicBezTo>
                  <a:cubicBezTo>
                    <a:pt x="43768" y="8660"/>
                    <a:pt x="45290" y="11320"/>
                    <a:pt x="48841" y="11320"/>
                  </a:cubicBezTo>
                  <a:cubicBezTo>
                    <a:pt x="52265" y="11320"/>
                    <a:pt x="55943" y="8176"/>
                    <a:pt x="55943" y="4670"/>
                  </a:cubicBezTo>
                  <a:close/>
                  <a:moveTo>
                    <a:pt x="29057" y="86156"/>
                  </a:moveTo>
                  <a:cubicBezTo>
                    <a:pt x="26901" y="94498"/>
                    <a:pt x="20180" y="101510"/>
                    <a:pt x="12698" y="101510"/>
                  </a:cubicBezTo>
                  <a:cubicBezTo>
                    <a:pt x="11049" y="101510"/>
                    <a:pt x="9527" y="101268"/>
                    <a:pt x="8132" y="100784"/>
                  </a:cubicBezTo>
                  <a:cubicBezTo>
                    <a:pt x="11430" y="99333"/>
                    <a:pt x="12444" y="96432"/>
                    <a:pt x="12444" y="94618"/>
                  </a:cubicBezTo>
                  <a:cubicBezTo>
                    <a:pt x="12444" y="91717"/>
                    <a:pt x="10035" y="90145"/>
                    <a:pt x="7498" y="90145"/>
                  </a:cubicBezTo>
                  <a:cubicBezTo>
                    <a:pt x="3567" y="90145"/>
                    <a:pt x="270" y="93409"/>
                    <a:pt x="270" y="97278"/>
                  </a:cubicBezTo>
                  <a:cubicBezTo>
                    <a:pt x="270" y="101872"/>
                    <a:pt x="5216" y="104895"/>
                    <a:pt x="12825" y="104895"/>
                  </a:cubicBezTo>
                  <a:cubicBezTo>
                    <a:pt x="20434" y="104895"/>
                    <a:pt x="35271" y="100542"/>
                    <a:pt x="39203" y="85793"/>
                  </a:cubicBezTo>
                  <a:lnTo>
                    <a:pt x="50616" y="42511"/>
                  </a:lnTo>
                  <a:cubicBezTo>
                    <a:pt x="50997" y="41182"/>
                    <a:pt x="51251" y="40093"/>
                    <a:pt x="51251" y="38280"/>
                  </a:cubicBezTo>
                  <a:cubicBezTo>
                    <a:pt x="51251" y="31631"/>
                    <a:pt x="45290" y="26916"/>
                    <a:pt x="37681" y="26916"/>
                  </a:cubicBezTo>
                  <a:cubicBezTo>
                    <a:pt x="23604" y="26916"/>
                    <a:pt x="15488" y="43720"/>
                    <a:pt x="15488" y="45413"/>
                  </a:cubicBezTo>
                  <a:cubicBezTo>
                    <a:pt x="15488" y="46985"/>
                    <a:pt x="17263" y="46985"/>
                    <a:pt x="17644" y="46985"/>
                  </a:cubicBezTo>
                  <a:cubicBezTo>
                    <a:pt x="19166" y="46985"/>
                    <a:pt x="19292" y="46622"/>
                    <a:pt x="20180" y="44808"/>
                  </a:cubicBezTo>
                  <a:cubicBezTo>
                    <a:pt x="23351" y="37796"/>
                    <a:pt x="29945" y="30301"/>
                    <a:pt x="37301" y="30301"/>
                  </a:cubicBezTo>
                  <a:cubicBezTo>
                    <a:pt x="40471" y="30301"/>
                    <a:pt x="41612" y="32356"/>
                    <a:pt x="41612" y="36225"/>
                  </a:cubicBezTo>
                  <a:cubicBezTo>
                    <a:pt x="41612" y="37555"/>
                    <a:pt x="41359" y="39247"/>
                    <a:pt x="41232" y="39852"/>
                  </a:cubicBezTo>
                  <a:lnTo>
                    <a:pt x="29057" y="861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87" name="Freeform: Shape 6186">
              <a:extLst>
                <a:ext uri="{FF2B5EF4-FFF2-40B4-BE49-F238E27FC236}">
                  <a16:creationId xmlns:a16="http://schemas.microsoft.com/office/drawing/2014/main" id="{045A910A-48F6-DCEA-AD98-AC6E987EFE7D}"/>
                </a:ext>
              </a:extLst>
            </p:cNvPr>
            <p:cNvSpPr/>
            <p:nvPr>
              <p:custDataLst>
                <p:tags r:id="rId70"/>
              </p:custDataLst>
            </p:nvPr>
          </p:nvSpPr>
          <p:spPr>
            <a:xfrm>
              <a:off x="11493612" y="6477844"/>
              <a:ext cx="120477" cy="115025"/>
            </a:xfrm>
            <a:custGeom>
              <a:avLst/>
              <a:gdLst>
                <a:gd name="connsiteX0" fmla="*/ 64229 w 120477"/>
                <a:gd name="connsiteY0" fmla="*/ 61042 h 115025"/>
                <a:gd name="connsiteX1" fmla="*/ 114775 w 120477"/>
                <a:gd name="connsiteY1" fmla="*/ 61042 h 115025"/>
                <a:gd name="connsiteX2" fmla="*/ 120753 w 120477"/>
                <a:gd name="connsiteY2" fmla="*/ 57588 h 115025"/>
                <a:gd name="connsiteX3" fmla="*/ 114775 w 120477"/>
                <a:gd name="connsiteY3" fmla="*/ 54133 h 115025"/>
                <a:gd name="connsiteX4" fmla="*/ 64229 w 120477"/>
                <a:gd name="connsiteY4" fmla="*/ 54133 h 115025"/>
                <a:gd name="connsiteX5" fmla="*/ 64229 w 120477"/>
                <a:gd name="connsiteY5" fmla="*/ 5774 h 115025"/>
                <a:gd name="connsiteX6" fmla="*/ 60605 w 120477"/>
                <a:gd name="connsiteY6" fmla="*/ 75 h 115025"/>
                <a:gd name="connsiteX7" fmla="*/ 56982 w 120477"/>
                <a:gd name="connsiteY7" fmla="*/ 5774 h 115025"/>
                <a:gd name="connsiteX8" fmla="*/ 56982 w 120477"/>
                <a:gd name="connsiteY8" fmla="*/ 54133 h 115025"/>
                <a:gd name="connsiteX9" fmla="*/ 6255 w 120477"/>
                <a:gd name="connsiteY9" fmla="*/ 54133 h 115025"/>
                <a:gd name="connsiteX10" fmla="*/ 276 w 120477"/>
                <a:gd name="connsiteY10" fmla="*/ 57588 h 115025"/>
                <a:gd name="connsiteX11" fmla="*/ 6255 w 120477"/>
                <a:gd name="connsiteY11" fmla="*/ 61042 h 115025"/>
                <a:gd name="connsiteX12" fmla="*/ 56982 w 120477"/>
                <a:gd name="connsiteY12" fmla="*/ 61042 h 115025"/>
                <a:gd name="connsiteX13" fmla="*/ 56982 w 120477"/>
                <a:gd name="connsiteY13" fmla="*/ 109401 h 115025"/>
                <a:gd name="connsiteX14" fmla="*/ 60605 w 120477"/>
                <a:gd name="connsiteY14" fmla="*/ 115101 h 115025"/>
                <a:gd name="connsiteX15" fmla="*/ 64229 w 120477"/>
                <a:gd name="connsiteY15" fmla="*/ 109401 h 115025"/>
                <a:gd name="connsiteX16" fmla="*/ 64229 w 120477"/>
                <a:gd name="connsiteY16" fmla="*/ 61042 h 115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0477" h="115025">
                  <a:moveTo>
                    <a:pt x="64229" y="61042"/>
                  </a:moveTo>
                  <a:lnTo>
                    <a:pt x="114775" y="61042"/>
                  </a:lnTo>
                  <a:cubicBezTo>
                    <a:pt x="117311" y="61042"/>
                    <a:pt x="120753" y="61042"/>
                    <a:pt x="120753" y="57588"/>
                  </a:cubicBezTo>
                  <a:cubicBezTo>
                    <a:pt x="120753" y="54133"/>
                    <a:pt x="117311" y="54133"/>
                    <a:pt x="114775" y="54133"/>
                  </a:cubicBezTo>
                  <a:lnTo>
                    <a:pt x="64229" y="54133"/>
                  </a:lnTo>
                  <a:lnTo>
                    <a:pt x="64229" y="5774"/>
                  </a:lnTo>
                  <a:cubicBezTo>
                    <a:pt x="64229" y="3356"/>
                    <a:pt x="64229" y="75"/>
                    <a:pt x="60605" y="75"/>
                  </a:cubicBezTo>
                  <a:cubicBezTo>
                    <a:pt x="56982" y="75"/>
                    <a:pt x="56982" y="3356"/>
                    <a:pt x="56982" y="5774"/>
                  </a:cubicBezTo>
                  <a:lnTo>
                    <a:pt x="56982" y="54133"/>
                  </a:lnTo>
                  <a:lnTo>
                    <a:pt x="6255" y="54133"/>
                  </a:lnTo>
                  <a:cubicBezTo>
                    <a:pt x="3718" y="54133"/>
                    <a:pt x="276" y="54133"/>
                    <a:pt x="276" y="57588"/>
                  </a:cubicBezTo>
                  <a:cubicBezTo>
                    <a:pt x="276" y="61042"/>
                    <a:pt x="3718" y="61042"/>
                    <a:pt x="6255" y="61042"/>
                  </a:cubicBezTo>
                  <a:lnTo>
                    <a:pt x="56982" y="61042"/>
                  </a:lnTo>
                  <a:lnTo>
                    <a:pt x="56982" y="109401"/>
                  </a:lnTo>
                  <a:cubicBezTo>
                    <a:pt x="56982" y="111819"/>
                    <a:pt x="56982" y="115101"/>
                    <a:pt x="60605" y="115101"/>
                  </a:cubicBezTo>
                  <a:cubicBezTo>
                    <a:pt x="64229" y="115101"/>
                    <a:pt x="64229" y="111819"/>
                    <a:pt x="64229" y="109401"/>
                  </a:cubicBezTo>
                  <a:lnTo>
                    <a:pt x="64229" y="610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88" name="Freeform: Shape 6187">
              <a:extLst>
                <a:ext uri="{FF2B5EF4-FFF2-40B4-BE49-F238E27FC236}">
                  <a16:creationId xmlns:a16="http://schemas.microsoft.com/office/drawing/2014/main" id="{E417D375-9BC9-9975-3F27-7B0C4BDB8F70}"/>
                </a:ext>
              </a:extLst>
            </p:cNvPr>
            <p:cNvSpPr/>
            <p:nvPr>
              <p:custDataLst>
                <p:tags r:id="rId71"/>
              </p:custDataLst>
            </p:nvPr>
          </p:nvSpPr>
          <p:spPr>
            <a:xfrm>
              <a:off x="11680216" y="6526204"/>
              <a:ext cx="19203" cy="18307"/>
            </a:xfrm>
            <a:custGeom>
              <a:avLst/>
              <a:gdLst>
                <a:gd name="connsiteX0" fmla="*/ 19490 w 19203"/>
                <a:gd name="connsiteY0" fmla="*/ 9228 h 18307"/>
                <a:gd name="connsiteX1" fmla="*/ 9888 w 19203"/>
                <a:gd name="connsiteY1" fmla="*/ 75 h 18307"/>
                <a:gd name="connsiteX2" fmla="*/ 286 w 19203"/>
                <a:gd name="connsiteY2" fmla="*/ 9228 h 18307"/>
                <a:gd name="connsiteX3" fmla="*/ 9888 w 19203"/>
                <a:gd name="connsiteY3" fmla="*/ 18382 h 18307"/>
                <a:gd name="connsiteX4" fmla="*/ 19490 w 19203"/>
                <a:gd name="connsiteY4" fmla="*/ 9228 h 18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03" h="18307">
                  <a:moveTo>
                    <a:pt x="19490" y="9228"/>
                  </a:moveTo>
                  <a:cubicBezTo>
                    <a:pt x="19490" y="4220"/>
                    <a:pt x="15142" y="75"/>
                    <a:pt x="9888" y="75"/>
                  </a:cubicBezTo>
                  <a:cubicBezTo>
                    <a:pt x="4634" y="75"/>
                    <a:pt x="286" y="4220"/>
                    <a:pt x="286" y="9228"/>
                  </a:cubicBezTo>
                  <a:cubicBezTo>
                    <a:pt x="286" y="14237"/>
                    <a:pt x="4634" y="18382"/>
                    <a:pt x="9888" y="18382"/>
                  </a:cubicBezTo>
                  <a:cubicBezTo>
                    <a:pt x="15142" y="18382"/>
                    <a:pt x="19490" y="14237"/>
                    <a:pt x="19490" y="922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89" name="Freeform: Shape 6188">
              <a:extLst>
                <a:ext uri="{FF2B5EF4-FFF2-40B4-BE49-F238E27FC236}">
                  <a16:creationId xmlns:a16="http://schemas.microsoft.com/office/drawing/2014/main" id="{39B0253F-5E03-8FF3-6768-A3D29AAD0394}"/>
                </a:ext>
              </a:extLst>
            </p:cNvPr>
            <p:cNvSpPr/>
            <p:nvPr>
              <p:custDataLst>
                <p:tags r:id="rId72"/>
              </p:custDataLst>
            </p:nvPr>
          </p:nvSpPr>
          <p:spPr>
            <a:xfrm>
              <a:off x="11760735" y="6526204"/>
              <a:ext cx="19203" cy="18307"/>
            </a:xfrm>
            <a:custGeom>
              <a:avLst/>
              <a:gdLst>
                <a:gd name="connsiteX0" fmla="*/ 19494 w 19203"/>
                <a:gd name="connsiteY0" fmla="*/ 9228 h 18307"/>
                <a:gd name="connsiteX1" fmla="*/ 9892 w 19203"/>
                <a:gd name="connsiteY1" fmla="*/ 75 h 18307"/>
                <a:gd name="connsiteX2" fmla="*/ 290 w 19203"/>
                <a:gd name="connsiteY2" fmla="*/ 9228 h 18307"/>
                <a:gd name="connsiteX3" fmla="*/ 9892 w 19203"/>
                <a:gd name="connsiteY3" fmla="*/ 18382 h 18307"/>
                <a:gd name="connsiteX4" fmla="*/ 19494 w 19203"/>
                <a:gd name="connsiteY4" fmla="*/ 9228 h 18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03" h="18307">
                  <a:moveTo>
                    <a:pt x="19494" y="9228"/>
                  </a:moveTo>
                  <a:cubicBezTo>
                    <a:pt x="19494" y="4220"/>
                    <a:pt x="15146" y="75"/>
                    <a:pt x="9892" y="75"/>
                  </a:cubicBezTo>
                  <a:cubicBezTo>
                    <a:pt x="4638" y="75"/>
                    <a:pt x="290" y="4220"/>
                    <a:pt x="290" y="9228"/>
                  </a:cubicBezTo>
                  <a:cubicBezTo>
                    <a:pt x="290" y="14237"/>
                    <a:pt x="4638" y="18382"/>
                    <a:pt x="9892" y="18382"/>
                  </a:cubicBezTo>
                  <a:cubicBezTo>
                    <a:pt x="15146" y="18382"/>
                    <a:pt x="19494" y="14237"/>
                    <a:pt x="19494" y="922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90" name="Freeform: Shape 6189">
              <a:extLst>
                <a:ext uri="{FF2B5EF4-FFF2-40B4-BE49-F238E27FC236}">
                  <a16:creationId xmlns:a16="http://schemas.microsoft.com/office/drawing/2014/main" id="{0412433A-C951-4527-5D32-36C7D7FCA790}"/>
                </a:ext>
              </a:extLst>
            </p:cNvPr>
            <p:cNvSpPr/>
            <p:nvPr>
              <p:custDataLst>
                <p:tags r:id="rId73"/>
              </p:custDataLst>
            </p:nvPr>
          </p:nvSpPr>
          <p:spPr>
            <a:xfrm>
              <a:off x="11841254" y="6526204"/>
              <a:ext cx="19203" cy="18307"/>
            </a:xfrm>
            <a:custGeom>
              <a:avLst/>
              <a:gdLst>
                <a:gd name="connsiteX0" fmla="*/ 19499 w 19203"/>
                <a:gd name="connsiteY0" fmla="*/ 9228 h 18307"/>
                <a:gd name="connsiteX1" fmla="*/ 9897 w 19203"/>
                <a:gd name="connsiteY1" fmla="*/ 75 h 18307"/>
                <a:gd name="connsiteX2" fmla="*/ 295 w 19203"/>
                <a:gd name="connsiteY2" fmla="*/ 9228 h 18307"/>
                <a:gd name="connsiteX3" fmla="*/ 9897 w 19203"/>
                <a:gd name="connsiteY3" fmla="*/ 18382 h 18307"/>
                <a:gd name="connsiteX4" fmla="*/ 19499 w 19203"/>
                <a:gd name="connsiteY4" fmla="*/ 9228 h 18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03" h="18307">
                  <a:moveTo>
                    <a:pt x="19499" y="9228"/>
                  </a:moveTo>
                  <a:cubicBezTo>
                    <a:pt x="19499" y="4220"/>
                    <a:pt x="15151" y="75"/>
                    <a:pt x="9897" y="75"/>
                  </a:cubicBezTo>
                  <a:cubicBezTo>
                    <a:pt x="4643" y="75"/>
                    <a:pt x="295" y="4220"/>
                    <a:pt x="295" y="9228"/>
                  </a:cubicBezTo>
                  <a:cubicBezTo>
                    <a:pt x="295" y="14237"/>
                    <a:pt x="4643" y="18382"/>
                    <a:pt x="9897" y="18382"/>
                  </a:cubicBezTo>
                  <a:cubicBezTo>
                    <a:pt x="15151" y="18382"/>
                    <a:pt x="19499" y="14237"/>
                    <a:pt x="19499" y="922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91" name="Freeform: Shape 6190">
              <a:extLst>
                <a:ext uri="{FF2B5EF4-FFF2-40B4-BE49-F238E27FC236}">
                  <a16:creationId xmlns:a16="http://schemas.microsoft.com/office/drawing/2014/main" id="{5B2B5457-35F3-EBF3-B980-EDB2420B4809}"/>
                </a:ext>
              </a:extLst>
            </p:cNvPr>
            <p:cNvSpPr/>
            <p:nvPr>
              <p:custDataLst>
                <p:tags r:id="rId74"/>
              </p:custDataLst>
            </p:nvPr>
          </p:nvSpPr>
          <p:spPr>
            <a:xfrm>
              <a:off x="11926403" y="6477844"/>
              <a:ext cx="120477" cy="115025"/>
            </a:xfrm>
            <a:custGeom>
              <a:avLst/>
              <a:gdLst>
                <a:gd name="connsiteX0" fmla="*/ 64252 w 120477"/>
                <a:gd name="connsiteY0" fmla="*/ 61042 h 115025"/>
                <a:gd name="connsiteX1" fmla="*/ 114799 w 120477"/>
                <a:gd name="connsiteY1" fmla="*/ 61042 h 115025"/>
                <a:gd name="connsiteX2" fmla="*/ 120777 w 120477"/>
                <a:gd name="connsiteY2" fmla="*/ 57588 h 115025"/>
                <a:gd name="connsiteX3" fmla="*/ 114799 w 120477"/>
                <a:gd name="connsiteY3" fmla="*/ 54133 h 115025"/>
                <a:gd name="connsiteX4" fmla="*/ 64252 w 120477"/>
                <a:gd name="connsiteY4" fmla="*/ 54133 h 115025"/>
                <a:gd name="connsiteX5" fmla="*/ 64252 w 120477"/>
                <a:gd name="connsiteY5" fmla="*/ 5774 h 115025"/>
                <a:gd name="connsiteX6" fmla="*/ 60629 w 120477"/>
                <a:gd name="connsiteY6" fmla="*/ 75 h 115025"/>
                <a:gd name="connsiteX7" fmla="*/ 57006 w 120477"/>
                <a:gd name="connsiteY7" fmla="*/ 5774 h 115025"/>
                <a:gd name="connsiteX8" fmla="*/ 57006 w 120477"/>
                <a:gd name="connsiteY8" fmla="*/ 54133 h 115025"/>
                <a:gd name="connsiteX9" fmla="*/ 6278 w 120477"/>
                <a:gd name="connsiteY9" fmla="*/ 54133 h 115025"/>
                <a:gd name="connsiteX10" fmla="*/ 300 w 120477"/>
                <a:gd name="connsiteY10" fmla="*/ 57588 h 115025"/>
                <a:gd name="connsiteX11" fmla="*/ 6278 w 120477"/>
                <a:gd name="connsiteY11" fmla="*/ 61042 h 115025"/>
                <a:gd name="connsiteX12" fmla="*/ 57006 w 120477"/>
                <a:gd name="connsiteY12" fmla="*/ 61042 h 115025"/>
                <a:gd name="connsiteX13" fmla="*/ 57006 w 120477"/>
                <a:gd name="connsiteY13" fmla="*/ 109401 h 115025"/>
                <a:gd name="connsiteX14" fmla="*/ 60629 w 120477"/>
                <a:gd name="connsiteY14" fmla="*/ 115101 h 115025"/>
                <a:gd name="connsiteX15" fmla="*/ 64252 w 120477"/>
                <a:gd name="connsiteY15" fmla="*/ 109401 h 115025"/>
                <a:gd name="connsiteX16" fmla="*/ 64252 w 120477"/>
                <a:gd name="connsiteY16" fmla="*/ 61042 h 115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0477" h="115025">
                  <a:moveTo>
                    <a:pt x="64252" y="61042"/>
                  </a:moveTo>
                  <a:lnTo>
                    <a:pt x="114799" y="61042"/>
                  </a:lnTo>
                  <a:cubicBezTo>
                    <a:pt x="117335" y="61042"/>
                    <a:pt x="120777" y="61042"/>
                    <a:pt x="120777" y="57588"/>
                  </a:cubicBezTo>
                  <a:cubicBezTo>
                    <a:pt x="120777" y="54133"/>
                    <a:pt x="117335" y="54133"/>
                    <a:pt x="114799" y="54133"/>
                  </a:cubicBezTo>
                  <a:lnTo>
                    <a:pt x="64252" y="54133"/>
                  </a:lnTo>
                  <a:lnTo>
                    <a:pt x="64252" y="5774"/>
                  </a:lnTo>
                  <a:cubicBezTo>
                    <a:pt x="64252" y="3356"/>
                    <a:pt x="64252" y="75"/>
                    <a:pt x="60629" y="75"/>
                  </a:cubicBezTo>
                  <a:cubicBezTo>
                    <a:pt x="57006" y="75"/>
                    <a:pt x="57006" y="3356"/>
                    <a:pt x="57006" y="5774"/>
                  </a:cubicBezTo>
                  <a:lnTo>
                    <a:pt x="57006" y="54133"/>
                  </a:lnTo>
                  <a:lnTo>
                    <a:pt x="6278" y="54133"/>
                  </a:lnTo>
                  <a:cubicBezTo>
                    <a:pt x="3742" y="54133"/>
                    <a:pt x="300" y="54133"/>
                    <a:pt x="300" y="57588"/>
                  </a:cubicBezTo>
                  <a:cubicBezTo>
                    <a:pt x="300" y="61042"/>
                    <a:pt x="3742" y="61042"/>
                    <a:pt x="6278" y="61042"/>
                  </a:cubicBezTo>
                  <a:lnTo>
                    <a:pt x="57006" y="61042"/>
                  </a:lnTo>
                  <a:lnTo>
                    <a:pt x="57006" y="109401"/>
                  </a:lnTo>
                  <a:cubicBezTo>
                    <a:pt x="57006" y="111819"/>
                    <a:pt x="57006" y="115101"/>
                    <a:pt x="60629" y="115101"/>
                  </a:cubicBezTo>
                  <a:cubicBezTo>
                    <a:pt x="64252" y="115101"/>
                    <a:pt x="64252" y="111819"/>
                    <a:pt x="64252" y="109401"/>
                  </a:cubicBezTo>
                  <a:lnTo>
                    <a:pt x="64252" y="610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92" name="Freeform: Shape 6191">
              <a:extLst>
                <a:ext uri="{FF2B5EF4-FFF2-40B4-BE49-F238E27FC236}">
                  <a16:creationId xmlns:a16="http://schemas.microsoft.com/office/drawing/2014/main" id="{BF2320AA-EE89-E124-A13E-8F4E438FF189}"/>
                </a:ext>
              </a:extLst>
            </p:cNvPr>
            <p:cNvSpPr/>
            <p:nvPr>
              <p:custDataLst>
                <p:tags r:id="rId75"/>
              </p:custDataLst>
            </p:nvPr>
          </p:nvSpPr>
          <p:spPr>
            <a:xfrm>
              <a:off x="12102680" y="6502197"/>
              <a:ext cx="90222" cy="78238"/>
            </a:xfrm>
            <a:custGeom>
              <a:avLst/>
              <a:gdLst>
                <a:gd name="connsiteX0" fmla="*/ 55566 w 90222"/>
                <a:gd name="connsiteY0" fmla="*/ 24254 h 78238"/>
                <a:gd name="connsiteX1" fmla="*/ 73502 w 90222"/>
                <a:gd name="connsiteY1" fmla="*/ 3874 h 78238"/>
                <a:gd name="connsiteX2" fmla="*/ 82561 w 90222"/>
                <a:gd name="connsiteY2" fmla="*/ 6120 h 78238"/>
                <a:gd name="connsiteX3" fmla="*/ 73864 w 90222"/>
                <a:gd name="connsiteY3" fmla="*/ 15446 h 78238"/>
                <a:gd name="connsiteX4" fmla="*/ 80749 w 90222"/>
                <a:gd name="connsiteY4" fmla="*/ 21491 h 78238"/>
                <a:gd name="connsiteX5" fmla="*/ 90532 w 90222"/>
                <a:gd name="connsiteY5" fmla="*/ 11474 h 78238"/>
                <a:gd name="connsiteX6" fmla="*/ 73683 w 90222"/>
                <a:gd name="connsiteY6" fmla="*/ 75 h 78238"/>
                <a:gd name="connsiteX7" fmla="*/ 54660 w 90222"/>
                <a:gd name="connsiteY7" fmla="*/ 13201 h 78238"/>
                <a:gd name="connsiteX8" fmla="*/ 35094 w 90222"/>
                <a:gd name="connsiteY8" fmla="*/ 75 h 78238"/>
                <a:gd name="connsiteX9" fmla="*/ 5926 w 90222"/>
                <a:gd name="connsiteY9" fmla="*/ 26672 h 78238"/>
                <a:gd name="connsiteX10" fmla="*/ 8100 w 90222"/>
                <a:gd name="connsiteY10" fmla="*/ 28399 h 78238"/>
                <a:gd name="connsiteX11" fmla="*/ 10455 w 90222"/>
                <a:gd name="connsiteY11" fmla="*/ 26500 h 78238"/>
                <a:gd name="connsiteX12" fmla="*/ 34732 w 90222"/>
                <a:gd name="connsiteY12" fmla="*/ 3874 h 78238"/>
                <a:gd name="connsiteX13" fmla="*/ 44515 w 90222"/>
                <a:gd name="connsiteY13" fmla="*/ 15446 h 78238"/>
                <a:gd name="connsiteX14" fmla="*/ 34732 w 90222"/>
                <a:gd name="connsiteY14" fmla="*/ 56551 h 78238"/>
                <a:gd name="connsiteX15" fmla="*/ 17521 w 90222"/>
                <a:gd name="connsiteY15" fmla="*/ 74513 h 78238"/>
                <a:gd name="connsiteX16" fmla="*/ 8462 w 90222"/>
                <a:gd name="connsiteY16" fmla="*/ 72268 h 78238"/>
                <a:gd name="connsiteX17" fmla="*/ 16977 w 90222"/>
                <a:gd name="connsiteY17" fmla="*/ 62942 h 78238"/>
                <a:gd name="connsiteX18" fmla="*/ 10274 w 90222"/>
                <a:gd name="connsiteY18" fmla="*/ 56897 h 78238"/>
                <a:gd name="connsiteX19" fmla="*/ 310 w 90222"/>
                <a:gd name="connsiteY19" fmla="*/ 66914 h 78238"/>
                <a:gd name="connsiteX20" fmla="*/ 17340 w 90222"/>
                <a:gd name="connsiteY20" fmla="*/ 78313 h 78238"/>
                <a:gd name="connsiteX21" fmla="*/ 36362 w 90222"/>
                <a:gd name="connsiteY21" fmla="*/ 65187 h 78238"/>
                <a:gd name="connsiteX22" fmla="*/ 55929 w 90222"/>
                <a:gd name="connsiteY22" fmla="*/ 78313 h 78238"/>
                <a:gd name="connsiteX23" fmla="*/ 84916 w 90222"/>
                <a:gd name="connsiteY23" fmla="*/ 51715 h 78238"/>
                <a:gd name="connsiteX24" fmla="*/ 82742 w 90222"/>
                <a:gd name="connsiteY24" fmla="*/ 49988 h 78238"/>
                <a:gd name="connsiteX25" fmla="*/ 80386 w 90222"/>
                <a:gd name="connsiteY25" fmla="*/ 51888 h 78238"/>
                <a:gd name="connsiteX26" fmla="*/ 56291 w 90222"/>
                <a:gd name="connsiteY26" fmla="*/ 74513 h 78238"/>
                <a:gd name="connsiteX27" fmla="*/ 46327 w 90222"/>
                <a:gd name="connsiteY27" fmla="*/ 63114 h 78238"/>
                <a:gd name="connsiteX28" fmla="*/ 49407 w 90222"/>
                <a:gd name="connsiteY28" fmla="*/ 47916 h 78238"/>
                <a:gd name="connsiteX29" fmla="*/ 55566 w 90222"/>
                <a:gd name="connsiteY29" fmla="*/ 24254 h 78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0222" h="78238">
                  <a:moveTo>
                    <a:pt x="55566" y="24254"/>
                  </a:moveTo>
                  <a:cubicBezTo>
                    <a:pt x="56653" y="19764"/>
                    <a:pt x="60820" y="3874"/>
                    <a:pt x="73502" y="3874"/>
                  </a:cubicBezTo>
                  <a:cubicBezTo>
                    <a:pt x="74408" y="3874"/>
                    <a:pt x="78756" y="3874"/>
                    <a:pt x="82561" y="6120"/>
                  </a:cubicBezTo>
                  <a:cubicBezTo>
                    <a:pt x="77488" y="6983"/>
                    <a:pt x="73864" y="11301"/>
                    <a:pt x="73864" y="15446"/>
                  </a:cubicBezTo>
                  <a:cubicBezTo>
                    <a:pt x="73864" y="18209"/>
                    <a:pt x="75857" y="21491"/>
                    <a:pt x="80749" y="21491"/>
                  </a:cubicBezTo>
                  <a:cubicBezTo>
                    <a:pt x="84735" y="21491"/>
                    <a:pt x="90532" y="18382"/>
                    <a:pt x="90532" y="11474"/>
                  </a:cubicBezTo>
                  <a:cubicBezTo>
                    <a:pt x="90532" y="2493"/>
                    <a:pt x="79843" y="75"/>
                    <a:pt x="73683" y="75"/>
                  </a:cubicBezTo>
                  <a:cubicBezTo>
                    <a:pt x="63175" y="75"/>
                    <a:pt x="56835" y="9228"/>
                    <a:pt x="54660" y="13201"/>
                  </a:cubicBezTo>
                  <a:cubicBezTo>
                    <a:pt x="50131" y="1802"/>
                    <a:pt x="40348" y="75"/>
                    <a:pt x="35094" y="75"/>
                  </a:cubicBezTo>
                  <a:cubicBezTo>
                    <a:pt x="16253" y="75"/>
                    <a:pt x="5926" y="22355"/>
                    <a:pt x="5926" y="26672"/>
                  </a:cubicBezTo>
                  <a:cubicBezTo>
                    <a:pt x="5926" y="28399"/>
                    <a:pt x="7738" y="28399"/>
                    <a:pt x="8100" y="28399"/>
                  </a:cubicBezTo>
                  <a:cubicBezTo>
                    <a:pt x="9549" y="28399"/>
                    <a:pt x="10093" y="28054"/>
                    <a:pt x="10455" y="26500"/>
                  </a:cubicBezTo>
                  <a:cubicBezTo>
                    <a:pt x="16615" y="8192"/>
                    <a:pt x="28572" y="3874"/>
                    <a:pt x="34732" y="3874"/>
                  </a:cubicBezTo>
                  <a:cubicBezTo>
                    <a:pt x="38174" y="3874"/>
                    <a:pt x="44515" y="5429"/>
                    <a:pt x="44515" y="15446"/>
                  </a:cubicBezTo>
                  <a:cubicBezTo>
                    <a:pt x="44515" y="20800"/>
                    <a:pt x="41435" y="32372"/>
                    <a:pt x="34732" y="56551"/>
                  </a:cubicBezTo>
                  <a:cubicBezTo>
                    <a:pt x="31833" y="67259"/>
                    <a:pt x="25492" y="74513"/>
                    <a:pt x="17521" y="74513"/>
                  </a:cubicBezTo>
                  <a:cubicBezTo>
                    <a:pt x="16434" y="74513"/>
                    <a:pt x="12267" y="74513"/>
                    <a:pt x="8462" y="72268"/>
                  </a:cubicBezTo>
                  <a:cubicBezTo>
                    <a:pt x="12992" y="71405"/>
                    <a:pt x="16977" y="67778"/>
                    <a:pt x="16977" y="62942"/>
                  </a:cubicBezTo>
                  <a:cubicBezTo>
                    <a:pt x="16977" y="58278"/>
                    <a:pt x="12992" y="56897"/>
                    <a:pt x="10274" y="56897"/>
                  </a:cubicBezTo>
                  <a:cubicBezTo>
                    <a:pt x="4839" y="56897"/>
                    <a:pt x="310" y="61387"/>
                    <a:pt x="310" y="66914"/>
                  </a:cubicBezTo>
                  <a:cubicBezTo>
                    <a:pt x="310" y="74859"/>
                    <a:pt x="9368" y="78313"/>
                    <a:pt x="17340" y="78313"/>
                  </a:cubicBezTo>
                  <a:cubicBezTo>
                    <a:pt x="29297" y="78313"/>
                    <a:pt x="35819" y="66223"/>
                    <a:pt x="36362" y="65187"/>
                  </a:cubicBezTo>
                  <a:cubicBezTo>
                    <a:pt x="38536" y="71577"/>
                    <a:pt x="45059" y="78313"/>
                    <a:pt x="55929" y="78313"/>
                  </a:cubicBezTo>
                  <a:cubicBezTo>
                    <a:pt x="74589" y="78313"/>
                    <a:pt x="84916" y="56033"/>
                    <a:pt x="84916" y="51715"/>
                  </a:cubicBezTo>
                  <a:cubicBezTo>
                    <a:pt x="84916" y="49988"/>
                    <a:pt x="83285" y="49988"/>
                    <a:pt x="82742" y="49988"/>
                  </a:cubicBezTo>
                  <a:cubicBezTo>
                    <a:pt x="81111" y="49988"/>
                    <a:pt x="80749" y="50679"/>
                    <a:pt x="80386" y="51888"/>
                  </a:cubicBezTo>
                  <a:cubicBezTo>
                    <a:pt x="74408" y="70368"/>
                    <a:pt x="62088" y="74513"/>
                    <a:pt x="56291" y="74513"/>
                  </a:cubicBezTo>
                  <a:cubicBezTo>
                    <a:pt x="49225" y="74513"/>
                    <a:pt x="46327" y="68987"/>
                    <a:pt x="46327" y="63114"/>
                  </a:cubicBezTo>
                  <a:cubicBezTo>
                    <a:pt x="46327" y="59315"/>
                    <a:pt x="47414" y="55515"/>
                    <a:pt x="49407" y="47916"/>
                  </a:cubicBezTo>
                  <a:lnTo>
                    <a:pt x="55566" y="2425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93" name="Freeform: Shape 6192">
              <a:extLst>
                <a:ext uri="{FF2B5EF4-FFF2-40B4-BE49-F238E27FC236}">
                  <a16:creationId xmlns:a16="http://schemas.microsoft.com/office/drawing/2014/main" id="{7B4BD1B7-7137-1624-2125-33B1DC5F1E00}"/>
                </a:ext>
              </a:extLst>
            </p:cNvPr>
            <p:cNvSpPr/>
            <p:nvPr>
              <p:custDataLst>
                <p:tags r:id="rId76"/>
              </p:custDataLst>
            </p:nvPr>
          </p:nvSpPr>
          <p:spPr>
            <a:xfrm>
              <a:off x="12210480" y="6520538"/>
              <a:ext cx="62394" cy="85112"/>
            </a:xfrm>
            <a:custGeom>
              <a:avLst/>
              <a:gdLst>
                <a:gd name="connsiteX0" fmla="*/ 30498 w 62394"/>
                <a:gd name="connsiteY0" fmla="*/ 3703 h 85112"/>
                <a:gd name="connsiteX1" fmla="*/ 31006 w 62394"/>
                <a:gd name="connsiteY1" fmla="*/ 1769 h 85112"/>
                <a:gd name="connsiteX2" fmla="*/ 28976 w 62394"/>
                <a:gd name="connsiteY2" fmla="*/ 76 h 85112"/>
                <a:gd name="connsiteX3" fmla="*/ 12744 w 62394"/>
                <a:gd name="connsiteY3" fmla="*/ 1285 h 85112"/>
                <a:gd name="connsiteX4" fmla="*/ 9954 w 62394"/>
                <a:gd name="connsiteY4" fmla="*/ 4066 h 85112"/>
                <a:gd name="connsiteX5" fmla="*/ 13251 w 62394"/>
                <a:gd name="connsiteY5" fmla="*/ 5758 h 85112"/>
                <a:gd name="connsiteX6" fmla="*/ 19338 w 62394"/>
                <a:gd name="connsiteY6" fmla="*/ 7572 h 85112"/>
                <a:gd name="connsiteX7" fmla="*/ 18831 w 62394"/>
                <a:gd name="connsiteY7" fmla="*/ 10232 h 85112"/>
                <a:gd name="connsiteX8" fmla="*/ 950 w 62394"/>
                <a:gd name="connsiteY8" fmla="*/ 78660 h 85112"/>
                <a:gd name="connsiteX9" fmla="*/ 315 w 62394"/>
                <a:gd name="connsiteY9" fmla="*/ 81320 h 85112"/>
                <a:gd name="connsiteX10" fmla="*/ 4627 w 62394"/>
                <a:gd name="connsiteY10" fmla="*/ 85188 h 85112"/>
                <a:gd name="connsiteX11" fmla="*/ 10461 w 62394"/>
                <a:gd name="connsiteY11" fmla="*/ 80111 h 85112"/>
                <a:gd name="connsiteX12" fmla="*/ 16675 w 62394"/>
                <a:gd name="connsiteY12" fmla="*/ 56656 h 85112"/>
                <a:gd name="connsiteX13" fmla="*/ 32908 w 62394"/>
                <a:gd name="connsiteY13" fmla="*/ 66570 h 85112"/>
                <a:gd name="connsiteX14" fmla="*/ 32654 w 62394"/>
                <a:gd name="connsiteY14" fmla="*/ 68988 h 85112"/>
                <a:gd name="connsiteX15" fmla="*/ 32147 w 62394"/>
                <a:gd name="connsiteY15" fmla="*/ 72736 h 85112"/>
                <a:gd name="connsiteX16" fmla="*/ 45590 w 62394"/>
                <a:gd name="connsiteY16" fmla="*/ 85188 h 85112"/>
                <a:gd name="connsiteX17" fmla="*/ 61696 w 62394"/>
                <a:gd name="connsiteY17" fmla="*/ 66691 h 85112"/>
                <a:gd name="connsiteX18" fmla="*/ 59666 w 62394"/>
                <a:gd name="connsiteY18" fmla="*/ 65119 h 85112"/>
                <a:gd name="connsiteX19" fmla="*/ 57130 w 62394"/>
                <a:gd name="connsiteY19" fmla="*/ 68021 h 85112"/>
                <a:gd name="connsiteX20" fmla="*/ 45970 w 62394"/>
                <a:gd name="connsiteY20" fmla="*/ 81803 h 85112"/>
                <a:gd name="connsiteX21" fmla="*/ 41531 w 62394"/>
                <a:gd name="connsiteY21" fmla="*/ 75517 h 85112"/>
                <a:gd name="connsiteX22" fmla="*/ 42292 w 62394"/>
                <a:gd name="connsiteY22" fmla="*/ 70076 h 85112"/>
                <a:gd name="connsiteX23" fmla="*/ 42926 w 62394"/>
                <a:gd name="connsiteY23" fmla="*/ 66328 h 85112"/>
                <a:gd name="connsiteX24" fmla="*/ 22382 w 62394"/>
                <a:gd name="connsiteY24" fmla="*/ 53513 h 85112"/>
                <a:gd name="connsiteX25" fmla="*/ 32908 w 62394"/>
                <a:gd name="connsiteY25" fmla="*/ 45534 h 85112"/>
                <a:gd name="connsiteX26" fmla="*/ 52818 w 62394"/>
                <a:gd name="connsiteY26" fmla="*/ 34049 h 85112"/>
                <a:gd name="connsiteX27" fmla="*/ 57003 w 62394"/>
                <a:gd name="connsiteY27" fmla="*/ 35620 h 85112"/>
                <a:gd name="connsiteX28" fmla="*/ 50409 w 62394"/>
                <a:gd name="connsiteY28" fmla="*/ 42391 h 85112"/>
                <a:gd name="connsiteX29" fmla="*/ 55481 w 62394"/>
                <a:gd name="connsiteY29" fmla="*/ 46864 h 85112"/>
                <a:gd name="connsiteX30" fmla="*/ 62710 w 62394"/>
                <a:gd name="connsiteY30" fmla="*/ 39126 h 85112"/>
                <a:gd name="connsiteX31" fmla="*/ 52945 w 62394"/>
                <a:gd name="connsiteY31" fmla="*/ 30663 h 85112"/>
                <a:gd name="connsiteX32" fmla="*/ 32654 w 62394"/>
                <a:gd name="connsiteY32" fmla="*/ 41302 h 85112"/>
                <a:gd name="connsiteX33" fmla="*/ 17943 w 62394"/>
                <a:gd name="connsiteY33" fmla="*/ 51941 h 85112"/>
                <a:gd name="connsiteX34" fmla="*/ 30498 w 62394"/>
                <a:gd name="connsiteY34" fmla="*/ 3703 h 85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2394" h="85112">
                  <a:moveTo>
                    <a:pt x="30498" y="3703"/>
                  </a:moveTo>
                  <a:cubicBezTo>
                    <a:pt x="30625" y="3461"/>
                    <a:pt x="31006" y="1890"/>
                    <a:pt x="31006" y="1769"/>
                  </a:cubicBezTo>
                  <a:cubicBezTo>
                    <a:pt x="31006" y="1164"/>
                    <a:pt x="30498" y="76"/>
                    <a:pt x="28976" y="76"/>
                  </a:cubicBezTo>
                  <a:cubicBezTo>
                    <a:pt x="26440" y="76"/>
                    <a:pt x="15914" y="1043"/>
                    <a:pt x="12744" y="1285"/>
                  </a:cubicBezTo>
                  <a:cubicBezTo>
                    <a:pt x="11729" y="1406"/>
                    <a:pt x="9954" y="1527"/>
                    <a:pt x="9954" y="4066"/>
                  </a:cubicBezTo>
                  <a:cubicBezTo>
                    <a:pt x="9954" y="5758"/>
                    <a:pt x="11729" y="5758"/>
                    <a:pt x="13251" y="5758"/>
                  </a:cubicBezTo>
                  <a:cubicBezTo>
                    <a:pt x="19338" y="5758"/>
                    <a:pt x="19338" y="6605"/>
                    <a:pt x="19338" y="7572"/>
                  </a:cubicBezTo>
                  <a:cubicBezTo>
                    <a:pt x="19338" y="8418"/>
                    <a:pt x="19085" y="9144"/>
                    <a:pt x="18831" y="10232"/>
                  </a:cubicBezTo>
                  <a:lnTo>
                    <a:pt x="950" y="78660"/>
                  </a:lnTo>
                  <a:cubicBezTo>
                    <a:pt x="315" y="80836"/>
                    <a:pt x="315" y="81078"/>
                    <a:pt x="315" y="81320"/>
                  </a:cubicBezTo>
                  <a:cubicBezTo>
                    <a:pt x="315" y="83133"/>
                    <a:pt x="1837" y="85188"/>
                    <a:pt x="4627" y="85188"/>
                  </a:cubicBezTo>
                  <a:cubicBezTo>
                    <a:pt x="8051" y="85188"/>
                    <a:pt x="9700" y="82770"/>
                    <a:pt x="10461" y="80111"/>
                  </a:cubicBezTo>
                  <a:cubicBezTo>
                    <a:pt x="10715" y="79627"/>
                    <a:pt x="16168" y="58349"/>
                    <a:pt x="16675" y="56656"/>
                  </a:cubicBezTo>
                  <a:cubicBezTo>
                    <a:pt x="25679" y="57503"/>
                    <a:pt x="32908" y="60283"/>
                    <a:pt x="32908" y="66570"/>
                  </a:cubicBezTo>
                  <a:cubicBezTo>
                    <a:pt x="32908" y="67175"/>
                    <a:pt x="32908" y="67779"/>
                    <a:pt x="32654" y="68988"/>
                  </a:cubicBezTo>
                  <a:cubicBezTo>
                    <a:pt x="32147" y="70802"/>
                    <a:pt x="32147" y="71406"/>
                    <a:pt x="32147" y="72736"/>
                  </a:cubicBezTo>
                  <a:cubicBezTo>
                    <a:pt x="32147" y="81320"/>
                    <a:pt x="39502" y="85188"/>
                    <a:pt x="45590" y="85188"/>
                  </a:cubicBezTo>
                  <a:cubicBezTo>
                    <a:pt x="57891" y="85188"/>
                    <a:pt x="61696" y="66812"/>
                    <a:pt x="61696" y="66691"/>
                  </a:cubicBezTo>
                  <a:cubicBezTo>
                    <a:pt x="61696" y="65119"/>
                    <a:pt x="60047" y="65119"/>
                    <a:pt x="59666" y="65119"/>
                  </a:cubicBezTo>
                  <a:cubicBezTo>
                    <a:pt x="57891" y="65119"/>
                    <a:pt x="57764" y="65724"/>
                    <a:pt x="57130" y="68021"/>
                  </a:cubicBezTo>
                  <a:cubicBezTo>
                    <a:pt x="55608" y="73220"/>
                    <a:pt x="52184" y="81803"/>
                    <a:pt x="45970" y="81803"/>
                  </a:cubicBezTo>
                  <a:cubicBezTo>
                    <a:pt x="42546" y="81803"/>
                    <a:pt x="41531" y="78781"/>
                    <a:pt x="41531" y="75517"/>
                  </a:cubicBezTo>
                  <a:cubicBezTo>
                    <a:pt x="41531" y="73461"/>
                    <a:pt x="41531" y="73220"/>
                    <a:pt x="42292" y="70076"/>
                  </a:cubicBezTo>
                  <a:cubicBezTo>
                    <a:pt x="42419" y="69713"/>
                    <a:pt x="42926" y="67658"/>
                    <a:pt x="42926" y="66328"/>
                  </a:cubicBezTo>
                  <a:cubicBezTo>
                    <a:pt x="42926" y="55568"/>
                    <a:pt x="27708" y="53876"/>
                    <a:pt x="22382" y="53513"/>
                  </a:cubicBezTo>
                  <a:cubicBezTo>
                    <a:pt x="26060" y="51337"/>
                    <a:pt x="30752" y="47347"/>
                    <a:pt x="32908" y="45534"/>
                  </a:cubicBezTo>
                  <a:cubicBezTo>
                    <a:pt x="39376" y="39731"/>
                    <a:pt x="45716" y="34049"/>
                    <a:pt x="52818" y="34049"/>
                  </a:cubicBezTo>
                  <a:cubicBezTo>
                    <a:pt x="54340" y="34049"/>
                    <a:pt x="55989" y="34411"/>
                    <a:pt x="57003" y="35620"/>
                  </a:cubicBezTo>
                  <a:cubicBezTo>
                    <a:pt x="51550" y="36467"/>
                    <a:pt x="50409" y="40577"/>
                    <a:pt x="50409" y="42391"/>
                  </a:cubicBezTo>
                  <a:cubicBezTo>
                    <a:pt x="50409" y="45050"/>
                    <a:pt x="52565" y="46864"/>
                    <a:pt x="55481" y="46864"/>
                  </a:cubicBezTo>
                  <a:cubicBezTo>
                    <a:pt x="58906" y="46864"/>
                    <a:pt x="62710" y="44204"/>
                    <a:pt x="62710" y="39126"/>
                  </a:cubicBezTo>
                  <a:cubicBezTo>
                    <a:pt x="62710" y="35137"/>
                    <a:pt x="59666" y="30663"/>
                    <a:pt x="52945" y="30663"/>
                  </a:cubicBezTo>
                  <a:cubicBezTo>
                    <a:pt x="45716" y="30663"/>
                    <a:pt x="39122" y="35620"/>
                    <a:pt x="32654" y="41302"/>
                  </a:cubicBezTo>
                  <a:cubicBezTo>
                    <a:pt x="27328" y="46138"/>
                    <a:pt x="23143" y="49886"/>
                    <a:pt x="17943" y="51941"/>
                  </a:cubicBezTo>
                  <a:lnTo>
                    <a:pt x="30498" y="370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94" name="Freeform: Shape 6193">
              <a:extLst>
                <a:ext uri="{FF2B5EF4-FFF2-40B4-BE49-F238E27FC236}">
                  <a16:creationId xmlns:a16="http://schemas.microsoft.com/office/drawing/2014/main" id="{1486806F-6F85-117F-E95C-9F35A79559E2}"/>
                </a:ext>
              </a:extLst>
            </p:cNvPr>
            <p:cNvSpPr/>
            <p:nvPr>
              <p:custDataLst>
                <p:tags r:id="rId77"/>
              </p:custDataLst>
            </p:nvPr>
          </p:nvSpPr>
          <p:spPr>
            <a:xfrm>
              <a:off x="12295519" y="6456601"/>
              <a:ext cx="98760" cy="155440"/>
            </a:xfrm>
            <a:custGeom>
              <a:avLst/>
              <a:gdLst>
                <a:gd name="connsiteX0" fmla="*/ 99080 w 98760"/>
                <a:gd name="connsiteY0" fmla="*/ 23736 h 155440"/>
                <a:gd name="connsiteX1" fmla="*/ 74441 w 98760"/>
                <a:gd name="connsiteY1" fmla="*/ 75 h 155440"/>
                <a:gd name="connsiteX2" fmla="*/ 52520 w 98760"/>
                <a:gd name="connsiteY2" fmla="*/ 7329 h 155440"/>
                <a:gd name="connsiteX3" fmla="*/ 29149 w 98760"/>
                <a:gd name="connsiteY3" fmla="*/ 44116 h 155440"/>
                <a:gd name="connsiteX4" fmla="*/ 343 w 98760"/>
                <a:gd name="connsiteY4" fmla="*/ 153788 h 155440"/>
                <a:gd name="connsiteX5" fmla="*/ 2517 w 98760"/>
                <a:gd name="connsiteY5" fmla="*/ 155515 h 155440"/>
                <a:gd name="connsiteX6" fmla="*/ 4691 w 98760"/>
                <a:gd name="connsiteY6" fmla="*/ 154651 h 155440"/>
                <a:gd name="connsiteX7" fmla="*/ 17373 w 98760"/>
                <a:gd name="connsiteY7" fmla="*/ 106983 h 155440"/>
                <a:gd name="connsiteX8" fmla="*/ 42012 w 98760"/>
                <a:gd name="connsiteY8" fmla="*/ 123736 h 155440"/>
                <a:gd name="connsiteX9" fmla="*/ 76978 w 98760"/>
                <a:gd name="connsiteY9" fmla="*/ 110092 h 155440"/>
                <a:gd name="connsiteX10" fmla="*/ 91471 w 98760"/>
                <a:gd name="connsiteY10" fmla="*/ 78313 h 155440"/>
                <a:gd name="connsiteX11" fmla="*/ 78246 w 98760"/>
                <a:gd name="connsiteY11" fmla="*/ 52579 h 155440"/>
                <a:gd name="connsiteX12" fmla="*/ 99080 w 98760"/>
                <a:gd name="connsiteY12" fmla="*/ 23736 h 155440"/>
                <a:gd name="connsiteX13" fmla="*/ 66470 w 98760"/>
                <a:gd name="connsiteY13" fmla="*/ 52406 h 155440"/>
                <a:gd name="connsiteX14" fmla="*/ 57774 w 98760"/>
                <a:gd name="connsiteY14" fmla="*/ 53615 h 155440"/>
                <a:gd name="connsiteX15" fmla="*/ 49802 w 98760"/>
                <a:gd name="connsiteY15" fmla="*/ 52924 h 155440"/>
                <a:gd name="connsiteX16" fmla="*/ 58680 w 98760"/>
                <a:gd name="connsiteY16" fmla="*/ 51543 h 155440"/>
                <a:gd name="connsiteX17" fmla="*/ 66470 w 98760"/>
                <a:gd name="connsiteY17" fmla="*/ 52406 h 155440"/>
                <a:gd name="connsiteX18" fmla="*/ 88935 w 98760"/>
                <a:gd name="connsiteY18" fmla="*/ 19764 h 155440"/>
                <a:gd name="connsiteX19" fmla="*/ 72630 w 98760"/>
                <a:gd name="connsiteY19" fmla="*/ 49643 h 155440"/>
                <a:gd name="connsiteX20" fmla="*/ 58680 w 98760"/>
                <a:gd name="connsiteY20" fmla="*/ 47570 h 155440"/>
                <a:gd name="connsiteX21" fmla="*/ 44730 w 98760"/>
                <a:gd name="connsiteY21" fmla="*/ 53097 h 155440"/>
                <a:gd name="connsiteX22" fmla="*/ 57230 w 98760"/>
                <a:gd name="connsiteY22" fmla="*/ 57415 h 155440"/>
                <a:gd name="connsiteX23" fmla="*/ 72086 w 98760"/>
                <a:gd name="connsiteY23" fmla="*/ 55170 h 155440"/>
                <a:gd name="connsiteX24" fmla="*/ 80058 w 98760"/>
                <a:gd name="connsiteY24" fmla="*/ 74686 h 155440"/>
                <a:gd name="connsiteX25" fmla="*/ 70999 w 98760"/>
                <a:gd name="connsiteY25" fmla="*/ 104392 h 155440"/>
                <a:gd name="connsiteX26" fmla="*/ 41469 w 98760"/>
                <a:gd name="connsiteY26" fmla="*/ 119936 h 155440"/>
                <a:gd name="connsiteX27" fmla="*/ 20815 w 98760"/>
                <a:gd name="connsiteY27" fmla="*/ 97657 h 155440"/>
                <a:gd name="connsiteX28" fmla="*/ 21721 w 98760"/>
                <a:gd name="connsiteY28" fmla="*/ 90057 h 155440"/>
                <a:gd name="connsiteX29" fmla="*/ 33316 w 98760"/>
                <a:gd name="connsiteY29" fmla="*/ 46361 h 155440"/>
                <a:gd name="connsiteX30" fmla="*/ 72086 w 98760"/>
                <a:gd name="connsiteY30" fmla="*/ 4047 h 155440"/>
                <a:gd name="connsiteX31" fmla="*/ 88935 w 98760"/>
                <a:gd name="connsiteY31" fmla="*/ 19764 h 15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760" h="155440">
                  <a:moveTo>
                    <a:pt x="99080" y="23736"/>
                  </a:moveTo>
                  <a:cubicBezTo>
                    <a:pt x="99080" y="10783"/>
                    <a:pt x="89116" y="75"/>
                    <a:pt x="74441" y="75"/>
                  </a:cubicBezTo>
                  <a:cubicBezTo>
                    <a:pt x="63934" y="75"/>
                    <a:pt x="58861" y="2838"/>
                    <a:pt x="52520" y="7329"/>
                  </a:cubicBezTo>
                  <a:cubicBezTo>
                    <a:pt x="42556" y="14237"/>
                    <a:pt x="32591" y="30990"/>
                    <a:pt x="29149" y="44116"/>
                  </a:cubicBezTo>
                  <a:lnTo>
                    <a:pt x="343" y="153788"/>
                  </a:lnTo>
                  <a:cubicBezTo>
                    <a:pt x="162" y="154479"/>
                    <a:pt x="1068" y="155515"/>
                    <a:pt x="2517" y="155515"/>
                  </a:cubicBezTo>
                  <a:cubicBezTo>
                    <a:pt x="3967" y="155515"/>
                    <a:pt x="4510" y="155170"/>
                    <a:pt x="4691" y="154651"/>
                  </a:cubicBezTo>
                  <a:lnTo>
                    <a:pt x="17373" y="106983"/>
                  </a:lnTo>
                  <a:cubicBezTo>
                    <a:pt x="20815" y="117346"/>
                    <a:pt x="28787" y="123736"/>
                    <a:pt x="42012" y="123736"/>
                  </a:cubicBezTo>
                  <a:cubicBezTo>
                    <a:pt x="55238" y="123736"/>
                    <a:pt x="68825" y="117691"/>
                    <a:pt x="76978" y="110092"/>
                  </a:cubicBezTo>
                  <a:cubicBezTo>
                    <a:pt x="85674" y="102147"/>
                    <a:pt x="91471" y="91094"/>
                    <a:pt x="91471" y="78313"/>
                  </a:cubicBezTo>
                  <a:cubicBezTo>
                    <a:pt x="91471" y="65878"/>
                    <a:pt x="84768" y="56897"/>
                    <a:pt x="78246" y="52579"/>
                  </a:cubicBezTo>
                  <a:cubicBezTo>
                    <a:pt x="88754" y="46880"/>
                    <a:pt x="99080" y="36171"/>
                    <a:pt x="99080" y="23736"/>
                  </a:cubicBezTo>
                  <a:close/>
                  <a:moveTo>
                    <a:pt x="66470" y="52406"/>
                  </a:moveTo>
                  <a:cubicBezTo>
                    <a:pt x="64115" y="53270"/>
                    <a:pt x="62122" y="53615"/>
                    <a:pt x="57774" y="53615"/>
                  </a:cubicBezTo>
                  <a:cubicBezTo>
                    <a:pt x="55238" y="53615"/>
                    <a:pt x="51614" y="53788"/>
                    <a:pt x="49802" y="52924"/>
                  </a:cubicBezTo>
                  <a:cubicBezTo>
                    <a:pt x="50165" y="51197"/>
                    <a:pt x="56687" y="51543"/>
                    <a:pt x="58680" y="51543"/>
                  </a:cubicBezTo>
                  <a:cubicBezTo>
                    <a:pt x="62484" y="51543"/>
                    <a:pt x="64115" y="51543"/>
                    <a:pt x="66470" y="52406"/>
                  </a:cubicBezTo>
                  <a:close/>
                  <a:moveTo>
                    <a:pt x="88935" y="19764"/>
                  </a:moveTo>
                  <a:cubicBezTo>
                    <a:pt x="88935" y="31854"/>
                    <a:pt x="82051" y="44289"/>
                    <a:pt x="72630" y="49643"/>
                  </a:cubicBezTo>
                  <a:cubicBezTo>
                    <a:pt x="67738" y="47916"/>
                    <a:pt x="64115" y="47570"/>
                    <a:pt x="58680" y="47570"/>
                  </a:cubicBezTo>
                  <a:cubicBezTo>
                    <a:pt x="54875" y="47570"/>
                    <a:pt x="44730" y="47398"/>
                    <a:pt x="44730" y="53097"/>
                  </a:cubicBezTo>
                  <a:cubicBezTo>
                    <a:pt x="44549" y="57933"/>
                    <a:pt x="53969" y="57415"/>
                    <a:pt x="57230" y="57415"/>
                  </a:cubicBezTo>
                  <a:cubicBezTo>
                    <a:pt x="63934" y="57415"/>
                    <a:pt x="66651" y="57242"/>
                    <a:pt x="72086" y="55170"/>
                  </a:cubicBezTo>
                  <a:cubicBezTo>
                    <a:pt x="78971" y="61387"/>
                    <a:pt x="79877" y="66741"/>
                    <a:pt x="80058" y="74686"/>
                  </a:cubicBezTo>
                  <a:cubicBezTo>
                    <a:pt x="80420" y="84703"/>
                    <a:pt x="76072" y="97657"/>
                    <a:pt x="70999" y="104392"/>
                  </a:cubicBezTo>
                  <a:cubicBezTo>
                    <a:pt x="63934" y="113719"/>
                    <a:pt x="51795" y="119936"/>
                    <a:pt x="41469" y="119936"/>
                  </a:cubicBezTo>
                  <a:cubicBezTo>
                    <a:pt x="27700" y="119936"/>
                    <a:pt x="20815" y="109919"/>
                    <a:pt x="20815" y="97657"/>
                  </a:cubicBezTo>
                  <a:cubicBezTo>
                    <a:pt x="20815" y="95930"/>
                    <a:pt x="20815" y="93339"/>
                    <a:pt x="21721" y="90057"/>
                  </a:cubicBezTo>
                  <a:lnTo>
                    <a:pt x="33316" y="46361"/>
                  </a:lnTo>
                  <a:cubicBezTo>
                    <a:pt x="37302" y="31508"/>
                    <a:pt x="50346" y="4047"/>
                    <a:pt x="72086" y="4047"/>
                  </a:cubicBezTo>
                  <a:cubicBezTo>
                    <a:pt x="82594" y="4047"/>
                    <a:pt x="88935" y="9401"/>
                    <a:pt x="88935" y="1976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95" name="Freeform: Shape 6194">
              <a:extLst>
                <a:ext uri="{FF2B5EF4-FFF2-40B4-BE49-F238E27FC236}">
                  <a16:creationId xmlns:a16="http://schemas.microsoft.com/office/drawing/2014/main" id="{244798FE-8424-C1C4-6F6C-B34BB6B87B44}"/>
                </a:ext>
              </a:extLst>
            </p:cNvPr>
            <p:cNvSpPr/>
            <p:nvPr>
              <p:custDataLst>
                <p:tags r:id="rId78"/>
              </p:custDataLst>
            </p:nvPr>
          </p:nvSpPr>
          <p:spPr>
            <a:xfrm>
              <a:off x="12402092" y="6520538"/>
              <a:ext cx="62394" cy="85112"/>
            </a:xfrm>
            <a:custGeom>
              <a:avLst/>
              <a:gdLst>
                <a:gd name="connsiteX0" fmla="*/ 30509 w 62394"/>
                <a:gd name="connsiteY0" fmla="*/ 3703 h 85112"/>
                <a:gd name="connsiteX1" fmla="*/ 31016 w 62394"/>
                <a:gd name="connsiteY1" fmla="*/ 1769 h 85112"/>
                <a:gd name="connsiteX2" fmla="*/ 28987 w 62394"/>
                <a:gd name="connsiteY2" fmla="*/ 76 h 85112"/>
                <a:gd name="connsiteX3" fmla="*/ 12754 w 62394"/>
                <a:gd name="connsiteY3" fmla="*/ 1285 h 85112"/>
                <a:gd name="connsiteX4" fmla="*/ 9964 w 62394"/>
                <a:gd name="connsiteY4" fmla="*/ 4066 h 85112"/>
                <a:gd name="connsiteX5" fmla="*/ 13261 w 62394"/>
                <a:gd name="connsiteY5" fmla="*/ 5758 h 85112"/>
                <a:gd name="connsiteX6" fmla="*/ 19349 w 62394"/>
                <a:gd name="connsiteY6" fmla="*/ 7572 h 85112"/>
                <a:gd name="connsiteX7" fmla="*/ 18841 w 62394"/>
                <a:gd name="connsiteY7" fmla="*/ 10232 h 85112"/>
                <a:gd name="connsiteX8" fmla="*/ 960 w 62394"/>
                <a:gd name="connsiteY8" fmla="*/ 78660 h 85112"/>
                <a:gd name="connsiteX9" fmla="*/ 326 w 62394"/>
                <a:gd name="connsiteY9" fmla="*/ 81320 h 85112"/>
                <a:gd name="connsiteX10" fmla="*/ 4638 w 62394"/>
                <a:gd name="connsiteY10" fmla="*/ 85188 h 85112"/>
                <a:gd name="connsiteX11" fmla="*/ 10471 w 62394"/>
                <a:gd name="connsiteY11" fmla="*/ 80111 h 85112"/>
                <a:gd name="connsiteX12" fmla="*/ 16686 w 62394"/>
                <a:gd name="connsiteY12" fmla="*/ 56656 h 85112"/>
                <a:gd name="connsiteX13" fmla="*/ 32918 w 62394"/>
                <a:gd name="connsiteY13" fmla="*/ 66570 h 85112"/>
                <a:gd name="connsiteX14" fmla="*/ 32665 w 62394"/>
                <a:gd name="connsiteY14" fmla="*/ 68988 h 85112"/>
                <a:gd name="connsiteX15" fmla="*/ 32157 w 62394"/>
                <a:gd name="connsiteY15" fmla="*/ 72736 h 85112"/>
                <a:gd name="connsiteX16" fmla="*/ 45600 w 62394"/>
                <a:gd name="connsiteY16" fmla="*/ 85188 h 85112"/>
                <a:gd name="connsiteX17" fmla="*/ 61706 w 62394"/>
                <a:gd name="connsiteY17" fmla="*/ 66691 h 85112"/>
                <a:gd name="connsiteX18" fmla="*/ 59677 w 62394"/>
                <a:gd name="connsiteY18" fmla="*/ 65119 h 85112"/>
                <a:gd name="connsiteX19" fmla="*/ 57141 w 62394"/>
                <a:gd name="connsiteY19" fmla="*/ 68021 h 85112"/>
                <a:gd name="connsiteX20" fmla="*/ 45981 w 62394"/>
                <a:gd name="connsiteY20" fmla="*/ 81803 h 85112"/>
                <a:gd name="connsiteX21" fmla="*/ 41542 w 62394"/>
                <a:gd name="connsiteY21" fmla="*/ 75517 h 85112"/>
                <a:gd name="connsiteX22" fmla="*/ 42303 w 62394"/>
                <a:gd name="connsiteY22" fmla="*/ 70076 h 85112"/>
                <a:gd name="connsiteX23" fmla="*/ 42937 w 62394"/>
                <a:gd name="connsiteY23" fmla="*/ 66328 h 85112"/>
                <a:gd name="connsiteX24" fmla="*/ 22392 w 62394"/>
                <a:gd name="connsiteY24" fmla="*/ 53513 h 85112"/>
                <a:gd name="connsiteX25" fmla="*/ 32918 w 62394"/>
                <a:gd name="connsiteY25" fmla="*/ 45534 h 85112"/>
                <a:gd name="connsiteX26" fmla="*/ 52829 w 62394"/>
                <a:gd name="connsiteY26" fmla="*/ 34049 h 85112"/>
                <a:gd name="connsiteX27" fmla="*/ 57014 w 62394"/>
                <a:gd name="connsiteY27" fmla="*/ 35620 h 85112"/>
                <a:gd name="connsiteX28" fmla="*/ 50419 w 62394"/>
                <a:gd name="connsiteY28" fmla="*/ 42391 h 85112"/>
                <a:gd name="connsiteX29" fmla="*/ 55492 w 62394"/>
                <a:gd name="connsiteY29" fmla="*/ 46864 h 85112"/>
                <a:gd name="connsiteX30" fmla="*/ 62721 w 62394"/>
                <a:gd name="connsiteY30" fmla="*/ 39126 h 85112"/>
                <a:gd name="connsiteX31" fmla="*/ 52956 w 62394"/>
                <a:gd name="connsiteY31" fmla="*/ 30663 h 85112"/>
                <a:gd name="connsiteX32" fmla="*/ 32665 w 62394"/>
                <a:gd name="connsiteY32" fmla="*/ 41302 h 85112"/>
                <a:gd name="connsiteX33" fmla="*/ 17954 w 62394"/>
                <a:gd name="connsiteY33" fmla="*/ 51941 h 85112"/>
                <a:gd name="connsiteX34" fmla="*/ 30509 w 62394"/>
                <a:gd name="connsiteY34" fmla="*/ 3703 h 85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2394" h="85112">
                  <a:moveTo>
                    <a:pt x="30509" y="3703"/>
                  </a:moveTo>
                  <a:cubicBezTo>
                    <a:pt x="30636" y="3461"/>
                    <a:pt x="31016" y="1890"/>
                    <a:pt x="31016" y="1769"/>
                  </a:cubicBezTo>
                  <a:cubicBezTo>
                    <a:pt x="31016" y="1164"/>
                    <a:pt x="30509" y="76"/>
                    <a:pt x="28987" y="76"/>
                  </a:cubicBezTo>
                  <a:cubicBezTo>
                    <a:pt x="26451" y="76"/>
                    <a:pt x="15925" y="1043"/>
                    <a:pt x="12754" y="1285"/>
                  </a:cubicBezTo>
                  <a:cubicBezTo>
                    <a:pt x="11740" y="1406"/>
                    <a:pt x="9964" y="1527"/>
                    <a:pt x="9964" y="4066"/>
                  </a:cubicBezTo>
                  <a:cubicBezTo>
                    <a:pt x="9964" y="5758"/>
                    <a:pt x="11740" y="5758"/>
                    <a:pt x="13261" y="5758"/>
                  </a:cubicBezTo>
                  <a:cubicBezTo>
                    <a:pt x="19349" y="5758"/>
                    <a:pt x="19349" y="6605"/>
                    <a:pt x="19349" y="7572"/>
                  </a:cubicBezTo>
                  <a:cubicBezTo>
                    <a:pt x="19349" y="8418"/>
                    <a:pt x="19095" y="9144"/>
                    <a:pt x="18841" y="10232"/>
                  </a:cubicBezTo>
                  <a:lnTo>
                    <a:pt x="960" y="78660"/>
                  </a:lnTo>
                  <a:cubicBezTo>
                    <a:pt x="326" y="80836"/>
                    <a:pt x="326" y="81078"/>
                    <a:pt x="326" y="81320"/>
                  </a:cubicBezTo>
                  <a:cubicBezTo>
                    <a:pt x="326" y="83133"/>
                    <a:pt x="1848" y="85188"/>
                    <a:pt x="4638" y="85188"/>
                  </a:cubicBezTo>
                  <a:cubicBezTo>
                    <a:pt x="8062" y="85188"/>
                    <a:pt x="9711" y="82770"/>
                    <a:pt x="10471" y="80111"/>
                  </a:cubicBezTo>
                  <a:cubicBezTo>
                    <a:pt x="10725" y="79627"/>
                    <a:pt x="16178" y="58349"/>
                    <a:pt x="16686" y="56656"/>
                  </a:cubicBezTo>
                  <a:cubicBezTo>
                    <a:pt x="25690" y="57503"/>
                    <a:pt x="32918" y="60283"/>
                    <a:pt x="32918" y="66570"/>
                  </a:cubicBezTo>
                  <a:cubicBezTo>
                    <a:pt x="32918" y="67175"/>
                    <a:pt x="32918" y="67779"/>
                    <a:pt x="32665" y="68988"/>
                  </a:cubicBezTo>
                  <a:cubicBezTo>
                    <a:pt x="32157" y="70802"/>
                    <a:pt x="32157" y="71406"/>
                    <a:pt x="32157" y="72736"/>
                  </a:cubicBezTo>
                  <a:cubicBezTo>
                    <a:pt x="32157" y="81320"/>
                    <a:pt x="39513" y="85188"/>
                    <a:pt x="45600" y="85188"/>
                  </a:cubicBezTo>
                  <a:cubicBezTo>
                    <a:pt x="57902" y="85188"/>
                    <a:pt x="61706" y="66812"/>
                    <a:pt x="61706" y="66691"/>
                  </a:cubicBezTo>
                  <a:cubicBezTo>
                    <a:pt x="61706" y="65119"/>
                    <a:pt x="60057" y="65119"/>
                    <a:pt x="59677" y="65119"/>
                  </a:cubicBezTo>
                  <a:cubicBezTo>
                    <a:pt x="57902" y="65119"/>
                    <a:pt x="57775" y="65724"/>
                    <a:pt x="57141" y="68021"/>
                  </a:cubicBezTo>
                  <a:cubicBezTo>
                    <a:pt x="55619" y="73220"/>
                    <a:pt x="52195" y="81803"/>
                    <a:pt x="45981" y="81803"/>
                  </a:cubicBezTo>
                  <a:cubicBezTo>
                    <a:pt x="42557" y="81803"/>
                    <a:pt x="41542" y="78781"/>
                    <a:pt x="41542" y="75517"/>
                  </a:cubicBezTo>
                  <a:cubicBezTo>
                    <a:pt x="41542" y="73461"/>
                    <a:pt x="41542" y="73220"/>
                    <a:pt x="42303" y="70076"/>
                  </a:cubicBezTo>
                  <a:cubicBezTo>
                    <a:pt x="42430" y="69713"/>
                    <a:pt x="42937" y="67658"/>
                    <a:pt x="42937" y="66328"/>
                  </a:cubicBezTo>
                  <a:cubicBezTo>
                    <a:pt x="42937" y="55568"/>
                    <a:pt x="27719" y="53876"/>
                    <a:pt x="22392" y="53513"/>
                  </a:cubicBezTo>
                  <a:cubicBezTo>
                    <a:pt x="26070" y="51337"/>
                    <a:pt x="30762" y="47347"/>
                    <a:pt x="32918" y="45534"/>
                  </a:cubicBezTo>
                  <a:cubicBezTo>
                    <a:pt x="39386" y="39731"/>
                    <a:pt x="45727" y="34049"/>
                    <a:pt x="52829" y="34049"/>
                  </a:cubicBezTo>
                  <a:cubicBezTo>
                    <a:pt x="54351" y="34049"/>
                    <a:pt x="55999" y="34411"/>
                    <a:pt x="57014" y="35620"/>
                  </a:cubicBezTo>
                  <a:cubicBezTo>
                    <a:pt x="51561" y="36467"/>
                    <a:pt x="50419" y="40577"/>
                    <a:pt x="50419" y="42391"/>
                  </a:cubicBezTo>
                  <a:cubicBezTo>
                    <a:pt x="50419" y="45050"/>
                    <a:pt x="52575" y="46864"/>
                    <a:pt x="55492" y="46864"/>
                  </a:cubicBezTo>
                  <a:cubicBezTo>
                    <a:pt x="58916" y="46864"/>
                    <a:pt x="62721" y="44204"/>
                    <a:pt x="62721" y="39126"/>
                  </a:cubicBezTo>
                  <a:cubicBezTo>
                    <a:pt x="62721" y="35137"/>
                    <a:pt x="59677" y="30663"/>
                    <a:pt x="52956" y="30663"/>
                  </a:cubicBezTo>
                  <a:cubicBezTo>
                    <a:pt x="45727" y="30663"/>
                    <a:pt x="39132" y="35620"/>
                    <a:pt x="32665" y="41302"/>
                  </a:cubicBezTo>
                  <a:cubicBezTo>
                    <a:pt x="27338" y="46138"/>
                    <a:pt x="23153" y="49886"/>
                    <a:pt x="17954" y="51941"/>
                  </a:cubicBezTo>
                  <a:lnTo>
                    <a:pt x="30509" y="370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6278" name="Group 6277" descr="\documentclass{article}&#10;\usepackage{amsmath}&#10;\pagestyle{empty}&#10;\begin{document}&#10;&#10;\[&#10;x_1\beta_1 + x_2\beta_2 + \dots + (x_j + 1)\beta_j + \dots + x_k\beta_k&#10;\]&#10;&#10;\end{document}" title="IguanaTex Shape Display">
            <a:extLst>
              <a:ext uri="{FF2B5EF4-FFF2-40B4-BE49-F238E27FC236}">
                <a16:creationId xmlns:a16="http://schemas.microsoft.com/office/drawing/2014/main" id="{4470D494-64C0-0EFA-7735-CE5A6ED0D0FF}"/>
              </a:ext>
            </a:extLst>
          </p:cNvPr>
          <p:cNvGrpSpPr>
            <a:grpSpLocks noChangeAspect="1"/>
          </p:cNvGrpSpPr>
          <p:nvPr>
            <p:custDataLst>
              <p:tags r:id="rId8"/>
            </p:custDataLst>
          </p:nvPr>
        </p:nvGrpSpPr>
        <p:grpSpPr>
          <a:xfrm>
            <a:off x="6362700" y="4064000"/>
            <a:ext cx="3431468" cy="198113"/>
            <a:chOff x="8880342" y="5350655"/>
            <a:chExt cx="3431468" cy="198113"/>
          </a:xfrm>
        </p:grpSpPr>
        <p:sp>
          <p:nvSpPr>
            <p:cNvPr id="6247" name="Freeform: Shape 6246">
              <a:extLst>
                <a:ext uri="{FF2B5EF4-FFF2-40B4-BE49-F238E27FC236}">
                  <a16:creationId xmlns:a16="http://schemas.microsoft.com/office/drawing/2014/main" id="{9FCA5ADF-9AFA-B965-529D-D21A674097DC}"/>
                </a:ext>
              </a:extLst>
            </p:cNvPr>
            <p:cNvSpPr/>
            <p:nvPr>
              <p:custDataLst>
                <p:tags r:id="rId17"/>
              </p:custDataLst>
            </p:nvPr>
          </p:nvSpPr>
          <p:spPr>
            <a:xfrm>
              <a:off x="8880342" y="5409169"/>
              <a:ext cx="89987" cy="86062"/>
            </a:xfrm>
            <a:custGeom>
              <a:avLst/>
              <a:gdLst>
                <a:gd name="connsiteX0" fmla="*/ 55251 w 89987"/>
                <a:gd name="connsiteY0" fmla="*/ 26672 h 86062"/>
                <a:gd name="connsiteX1" fmla="*/ 73140 w 89987"/>
                <a:gd name="connsiteY1" fmla="*/ 4254 h 86062"/>
                <a:gd name="connsiteX2" fmla="*/ 82175 w 89987"/>
                <a:gd name="connsiteY2" fmla="*/ 6724 h 86062"/>
                <a:gd name="connsiteX3" fmla="*/ 73502 w 89987"/>
                <a:gd name="connsiteY3" fmla="*/ 16983 h 86062"/>
                <a:gd name="connsiteX4" fmla="*/ 80368 w 89987"/>
                <a:gd name="connsiteY4" fmla="*/ 23633 h 86062"/>
                <a:gd name="connsiteX5" fmla="*/ 90126 w 89987"/>
                <a:gd name="connsiteY5" fmla="*/ 12614 h 86062"/>
                <a:gd name="connsiteX6" fmla="*/ 73321 w 89987"/>
                <a:gd name="connsiteY6" fmla="*/ 75 h 86062"/>
                <a:gd name="connsiteX7" fmla="*/ 54348 w 89987"/>
                <a:gd name="connsiteY7" fmla="*/ 14513 h 86062"/>
                <a:gd name="connsiteX8" fmla="*/ 34832 w 89987"/>
                <a:gd name="connsiteY8" fmla="*/ 75 h 86062"/>
                <a:gd name="connsiteX9" fmla="*/ 5740 w 89987"/>
                <a:gd name="connsiteY9" fmla="*/ 29332 h 86062"/>
                <a:gd name="connsiteX10" fmla="*/ 7908 w 89987"/>
                <a:gd name="connsiteY10" fmla="*/ 31232 h 86062"/>
                <a:gd name="connsiteX11" fmla="*/ 10257 w 89987"/>
                <a:gd name="connsiteY11" fmla="*/ 29142 h 86062"/>
                <a:gd name="connsiteX12" fmla="*/ 34471 w 89987"/>
                <a:gd name="connsiteY12" fmla="*/ 4254 h 86062"/>
                <a:gd name="connsiteX13" fmla="*/ 44229 w 89987"/>
                <a:gd name="connsiteY13" fmla="*/ 16983 h 86062"/>
                <a:gd name="connsiteX14" fmla="*/ 34471 w 89987"/>
                <a:gd name="connsiteY14" fmla="*/ 62199 h 86062"/>
                <a:gd name="connsiteX15" fmla="*/ 17305 w 89987"/>
                <a:gd name="connsiteY15" fmla="*/ 81957 h 86062"/>
                <a:gd name="connsiteX16" fmla="*/ 8270 w 89987"/>
                <a:gd name="connsiteY16" fmla="*/ 79487 h 86062"/>
                <a:gd name="connsiteX17" fmla="*/ 16763 w 89987"/>
                <a:gd name="connsiteY17" fmla="*/ 69228 h 86062"/>
                <a:gd name="connsiteX18" fmla="*/ 10077 w 89987"/>
                <a:gd name="connsiteY18" fmla="*/ 62579 h 86062"/>
                <a:gd name="connsiteX19" fmla="*/ 138 w 89987"/>
                <a:gd name="connsiteY19" fmla="*/ 73598 h 86062"/>
                <a:gd name="connsiteX20" fmla="*/ 17124 w 89987"/>
                <a:gd name="connsiteY20" fmla="*/ 86137 h 86062"/>
                <a:gd name="connsiteX21" fmla="*/ 36097 w 89987"/>
                <a:gd name="connsiteY21" fmla="*/ 71698 h 86062"/>
                <a:gd name="connsiteX22" fmla="*/ 55613 w 89987"/>
                <a:gd name="connsiteY22" fmla="*/ 86137 h 86062"/>
                <a:gd name="connsiteX23" fmla="*/ 84524 w 89987"/>
                <a:gd name="connsiteY23" fmla="*/ 56880 h 86062"/>
                <a:gd name="connsiteX24" fmla="*/ 82356 w 89987"/>
                <a:gd name="connsiteY24" fmla="*/ 54980 h 86062"/>
                <a:gd name="connsiteX25" fmla="*/ 80007 w 89987"/>
                <a:gd name="connsiteY25" fmla="*/ 57069 h 86062"/>
                <a:gd name="connsiteX26" fmla="*/ 55974 w 89987"/>
                <a:gd name="connsiteY26" fmla="*/ 81957 h 86062"/>
                <a:gd name="connsiteX27" fmla="*/ 46036 w 89987"/>
                <a:gd name="connsiteY27" fmla="*/ 69418 h 86062"/>
                <a:gd name="connsiteX28" fmla="*/ 49108 w 89987"/>
                <a:gd name="connsiteY28" fmla="*/ 52700 h 86062"/>
                <a:gd name="connsiteX29" fmla="*/ 55251 w 89987"/>
                <a:gd name="connsiteY29" fmla="*/ 26672 h 8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9987" h="86062">
                  <a:moveTo>
                    <a:pt x="55251" y="26672"/>
                  </a:moveTo>
                  <a:cubicBezTo>
                    <a:pt x="56335" y="21733"/>
                    <a:pt x="60491" y="4254"/>
                    <a:pt x="73140" y="4254"/>
                  </a:cubicBezTo>
                  <a:cubicBezTo>
                    <a:pt x="74044" y="4254"/>
                    <a:pt x="78381" y="4254"/>
                    <a:pt x="82175" y="6724"/>
                  </a:cubicBezTo>
                  <a:cubicBezTo>
                    <a:pt x="77116" y="7674"/>
                    <a:pt x="73502" y="12424"/>
                    <a:pt x="73502" y="16983"/>
                  </a:cubicBezTo>
                  <a:cubicBezTo>
                    <a:pt x="73502" y="20023"/>
                    <a:pt x="75489" y="23633"/>
                    <a:pt x="80368" y="23633"/>
                  </a:cubicBezTo>
                  <a:cubicBezTo>
                    <a:pt x="84344" y="23633"/>
                    <a:pt x="90126" y="20213"/>
                    <a:pt x="90126" y="12614"/>
                  </a:cubicBezTo>
                  <a:cubicBezTo>
                    <a:pt x="90126" y="2734"/>
                    <a:pt x="79465" y="75"/>
                    <a:pt x="73321" y="75"/>
                  </a:cubicBezTo>
                  <a:cubicBezTo>
                    <a:pt x="62841" y="75"/>
                    <a:pt x="56516" y="10144"/>
                    <a:pt x="54348" y="14513"/>
                  </a:cubicBezTo>
                  <a:cubicBezTo>
                    <a:pt x="49830" y="1975"/>
                    <a:pt x="40073" y="75"/>
                    <a:pt x="34832" y="75"/>
                  </a:cubicBezTo>
                  <a:cubicBezTo>
                    <a:pt x="16040" y="75"/>
                    <a:pt x="5740" y="24582"/>
                    <a:pt x="5740" y="29332"/>
                  </a:cubicBezTo>
                  <a:cubicBezTo>
                    <a:pt x="5740" y="31232"/>
                    <a:pt x="7547" y="31232"/>
                    <a:pt x="7908" y="31232"/>
                  </a:cubicBezTo>
                  <a:cubicBezTo>
                    <a:pt x="9354" y="31232"/>
                    <a:pt x="9896" y="30852"/>
                    <a:pt x="10257" y="29142"/>
                  </a:cubicBezTo>
                  <a:cubicBezTo>
                    <a:pt x="16401" y="9004"/>
                    <a:pt x="28327" y="4254"/>
                    <a:pt x="34471" y="4254"/>
                  </a:cubicBezTo>
                  <a:cubicBezTo>
                    <a:pt x="37904" y="4254"/>
                    <a:pt x="44229" y="5964"/>
                    <a:pt x="44229" y="16983"/>
                  </a:cubicBezTo>
                  <a:cubicBezTo>
                    <a:pt x="44229" y="22873"/>
                    <a:pt x="41157" y="35601"/>
                    <a:pt x="34471" y="62199"/>
                  </a:cubicBezTo>
                  <a:cubicBezTo>
                    <a:pt x="31580" y="73978"/>
                    <a:pt x="25255" y="81957"/>
                    <a:pt x="17305" y="81957"/>
                  </a:cubicBezTo>
                  <a:cubicBezTo>
                    <a:pt x="16221" y="81957"/>
                    <a:pt x="12064" y="81957"/>
                    <a:pt x="8270" y="79487"/>
                  </a:cubicBezTo>
                  <a:cubicBezTo>
                    <a:pt x="12787" y="78538"/>
                    <a:pt x="16763" y="74548"/>
                    <a:pt x="16763" y="69228"/>
                  </a:cubicBezTo>
                  <a:cubicBezTo>
                    <a:pt x="16763" y="64099"/>
                    <a:pt x="12787" y="62579"/>
                    <a:pt x="10077" y="62579"/>
                  </a:cubicBezTo>
                  <a:cubicBezTo>
                    <a:pt x="4656" y="62579"/>
                    <a:pt x="138" y="67519"/>
                    <a:pt x="138" y="73598"/>
                  </a:cubicBezTo>
                  <a:cubicBezTo>
                    <a:pt x="138" y="82337"/>
                    <a:pt x="9173" y="86137"/>
                    <a:pt x="17124" y="86137"/>
                  </a:cubicBezTo>
                  <a:cubicBezTo>
                    <a:pt x="29050" y="86137"/>
                    <a:pt x="35555" y="72838"/>
                    <a:pt x="36097" y="71698"/>
                  </a:cubicBezTo>
                  <a:cubicBezTo>
                    <a:pt x="38266" y="78728"/>
                    <a:pt x="44771" y="86137"/>
                    <a:pt x="55613" y="86137"/>
                  </a:cubicBezTo>
                  <a:cubicBezTo>
                    <a:pt x="74225" y="86137"/>
                    <a:pt x="84524" y="61629"/>
                    <a:pt x="84524" y="56880"/>
                  </a:cubicBezTo>
                  <a:cubicBezTo>
                    <a:pt x="84524" y="54980"/>
                    <a:pt x="82898" y="54980"/>
                    <a:pt x="82356" y="54980"/>
                  </a:cubicBezTo>
                  <a:cubicBezTo>
                    <a:pt x="80730" y="54980"/>
                    <a:pt x="80368" y="55740"/>
                    <a:pt x="80007" y="57069"/>
                  </a:cubicBezTo>
                  <a:cubicBezTo>
                    <a:pt x="74044" y="77398"/>
                    <a:pt x="61756" y="81957"/>
                    <a:pt x="55974" y="81957"/>
                  </a:cubicBezTo>
                  <a:cubicBezTo>
                    <a:pt x="48927" y="81957"/>
                    <a:pt x="46036" y="75878"/>
                    <a:pt x="46036" y="69418"/>
                  </a:cubicBezTo>
                  <a:cubicBezTo>
                    <a:pt x="46036" y="65239"/>
                    <a:pt x="47120" y="61059"/>
                    <a:pt x="49108" y="52700"/>
                  </a:cubicBezTo>
                  <a:lnTo>
                    <a:pt x="55251" y="2667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48" name="Freeform: Shape 6247">
              <a:extLst>
                <a:ext uri="{FF2B5EF4-FFF2-40B4-BE49-F238E27FC236}">
                  <a16:creationId xmlns:a16="http://schemas.microsoft.com/office/drawing/2014/main" id="{357B7827-8117-8F53-ADFD-5CBC4D101580}"/>
                </a:ext>
              </a:extLst>
            </p:cNvPr>
            <p:cNvSpPr/>
            <p:nvPr>
              <p:custDataLst>
                <p:tags r:id="rId18"/>
              </p:custDataLst>
            </p:nvPr>
          </p:nvSpPr>
          <p:spPr>
            <a:xfrm>
              <a:off x="8992163" y="5433335"/>
              <a:ext cx="46041" cy="88303"/>
            </a:xfrm>
            <a:custGeom>
              <a:avLst/>
              <a:gdLst>
                <a:gd name="connsiteX0" fmla="*/ 28731 w 46041"/>
                <a:gd name="connsiteY0" fmla="*/ 3800 h 88303"/>
                <a:gd name="connsiteX1" fmla="*/ 24936 w 46041"/>
                <a:gd name="connsiteY1" fmla="*/ 76 h 88303"/>
                <a:gd name="connsiteX2" fmla="*/ 144 w 46041"/>
                <a:gd name="connsiteY2" fmla="*/ 8587 h 88303"/>
                <a:gd name="connsiteX3" fmla="*/ 144 w 46041"/>
                <a:gd name="connsiteY3" fmla="*/ 13375 h 88303"/>
                <a:gd name="connsiteX4" fmla="*/ 18485 w 46041"/>
                <a:gd name="connsiteY4" fmla="*/ 9651 h 88303"/>
                <a:gd name="connsiteX5" fmla="*/ 18485 w 46041"/>
                <a:gd name="connsiteY5" fmla="*/ 77475 h 88303"/>
                <a:gd name="connsiteX6" fmla="*/ 5836 w 46041"/>
                <a:gd name="connsiteY6" fmla="*/ 83593 h 88303"/>
                <a:gd name="connsiteX7" fmla="*/ 1030 w 46041"/>
                <a:gd name="connsiteY7" fmla="*/ 83593 h 88303"/>
                <a:gd name="connsiteX8" fmla="*/ 1030 w 46041"/>
                <a:gd name="connsiteY8" fmla="*/ 88380 h 88303"/>
                <a:gd name="connsiteX9" fmla="*/ 23544 w 46041"/>
                <a:gd name="connsiteY9" fmla="*/ 87848 h 88303"/>
                <a:gd name="connsiteX10" fmla="*/ 46186 w 46041"/>
                <a:gd name="connsiteY10" fmla="*/ 88380 h 88303"/>
                <a:gd name="connsiteX11" fmla="*/ 46186 w 46041"/>
                <a:gd name="connsiteY11" fmla="*/ 83593 h 88303"/>
                <a:gd name="connsiteX12" fmla="*/ 41379 w 46041"/>
                <a:gd name="connsiteY12" fmla="*/ 83593 h 88303"/>
                <a:gd name="connsiteX13" fmla="*/ 28731 w 46041"/>
                <a:gd name="connsiteY13" fmla="*/ 77475 h 88303"/>
                <a:gd name="connsiteX14" fmla="*/ 28731 w 46041"/>
                <a:gd name="connsiteY14" fmla="*/ 3800 h 88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041" h="88303">
                  <a:moveTo>
                    <a:pt x="28731" y="3800"/>
                  </a:moveTo>
                  <a:cubicBezTo>
                    <a:pt x="28731" y="209"/>
                    <a:pt x="28478" y="76"/>
                    <a:pt x="24936" y="76"/>
                  </a:cubicBezTo>
                  <a:cubicBezTo>
                    <a:pt x="16841" y="8454"/>
                    <a:pt x="5330" y="8587"/>
                    <a:pt x="144" y="8587"/>
                  </a:cubicBezTo>
                  <a:lnTo>
                    <a:pt x="144" y="13375"/>
                  </a:lnTo>
                  <a:cubicBezTo>
                    <a:pt x="3180" y="13375"/>
                    <a:pt x="11528" y="13375"/>
                    <a:pt x="18485" y="9651"/>
                  </a:cubicBezTo>
                  <a:lnTo>
                    <a:pt x="18485" y="77475"/>
                  </a:lnTo>
                  <a:cubicBezTo>
                    <a:pt x="18485" y="81864"/>
                    <a:pt x="18485" y="83593"/>
                    <a:pt x="5836" y="83593"/>
                  </a:cubicBezTo>
                  <a:lnTo>
                    <a:pt x="1030" y="83593"/>
                  </a:lnTo>
                  <a:lnTo>
                    <a:pt x="1030" y="88380"/>
                  </a:lnTo>
                  <a:cubicBezTo>
                    <a:pt x="3306" y="88247"/>
                    <a:pt x="18864" y="87848"/>
                    <a:pt x="23544" y="87848"/>
                  </a:cubicBezTo>
                  <a:cubicBezTo>
                    <a:pt x="27466" y="87848"/>
                    <a:pt x="43403" y="88247"/>
                    <a:pt x="46186" y="88380"/>
                  </a:cubicBezTo>
                  <a:lnTo>
                    <a:pt x="46186" y="83593"/>
                  </a:lnTo>
                  <a:lnTo>
                    <a:pt x="41379" y="83593"/>
                  </a:lnTo>
                  <a:cubicBezTo>
                    <a:pt x="28731" y="83593"/>
                    <a:pt x="28731" y="81864"/>
                    <a:pt x="28731" y="77475"/>
                  </a:cubicBezTo>
                  <a:lnTo>
                    <a:pt x="28731" y="38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49" name="Freeform: Shape 6248">
              <a:extLst>
                <a:ext uri="{FF2B5EF4-FFF2-40B4-BE49-F238E27FC236}">
                  <a16:creationId xmlns:a16="http://schemas.microsoft.com/office/drawing/2014/main" id="{E423663D-DDB2-E0D4-2AFE-CC21FA78636A}"/>
                </a:ext>
              </a:extLst>
            </p:cNvPr>
            <p:cNvSpPr/>
            <p:nvPr>
              <p:custDataLst>
                <p:tags r:id="rId19"/>
              </p:custDataLst>
            </p:nvPr>
          </p:nvSpPr>
          <p:spPr>
            <a:xfrm>
              <a:off x="9064837" y="5359014"/>
              <a:ext cx="98503" cy="170984"/>
            </a:xfrm>
            <a:custGeom>
              <a:avLst/>
              <a:gdLst>
                <a:gd name="connsiteX0" fmla="*/ 98652 w 98503"/>
                <a:gd name="connsiteY0" fmla="*/ 26102 h 170984"/>
                <a:gd name="connsiteX1" fmla="*/ 74077 w 98503"/>
                <a:gd name="connsiteY1" fmla="*/ 75 h 170984"/>
                <a:gd name="connsiteX2" fmla="*/ 52212 w 98503"/>
                <a:gd name="connsiteY2" fmla="*/ 8054 h 170984"/>
                <a:gd name="connsiteX3" fmla="*/ 28902 w 98503"/>
                <a:gd name="connsiteY3" fmla="*/ 48520 h 170984"/>
                <a:gd name="connsiteX4" fmla="*/ 171 w 98503"/>
                <a:gd name="connsiteY4" fmla="*/ 169159 h 170984"/>
                <a:gd name="connsiteX5" fmla="*/ 2340 w 98503"/>
                <a:gd name="connsiteY5" fmla="*/ 171059 h 170984"/>
                <a:gd name="connsiteX6" fmla="*/ 4508 w 98503"/>
                <a:gd name="connsiteY6" fmla="*/ 170109 h 170984"/>
                <a:gd name="connsiteX7" fmla="*/ 17157 w 98503"/>
                <a:gd name="connsiteY7" fmla="*/ 117674 h 170984"/>
                <a:gd name="connsiteX8" fmla="*/ 41732 w 98503"/>
                <a:gd name="connsiteY8" fmla="*/ 136102 h 170984"/>
                <a:gd name="connsiteX9" fmla="*/ 76607 w 98503"/>
                <a:gd name="connsiteY9" fmla="*/ 121094 h 170984"/>
                <a:gd name="connsiteX10" fmla="*/ 91063 w 98503"/>
                <a:gd name="connsiteY10" fmla="*/ 86137 h 170984"/>
                <a:gd name="connsiteX11" fmla="*/ 77872 w 98503"/>
                <a:gd name="connsiteY11" fmla="*/ 57829 h 170984"/>
                <a:gd name="connsiteX12" fmla="*/ 98652 w 98503"/>
                <a:gd name="connsiteY12" fmla="*/ 26102 h 170984"/>
                <a:gd name="connsiteX13" fmla="*/ 66126 w 98503"/>
                <a:gd name="connsiteY13" fmla="*/ 57639 h 170984"/>
                <a:gd name="connsiteX14" fmla="*/ 57453 w 98503"/>
                <a:gd name="connsiteY14" fmla="*/ 58969 h 170984"/>
                <a:gd name="connsiteX15" fmla="*/ 49502 w 98503"/>
                <a:gd name="connsiteY15" fmla="*/ 58209 h 170984"/>
                <a:gd name="connsiteX16" fmla="*/ 58356 w 98503"/>
                <a:gd name="connsiteY16" fmla="*/ 56690 h 170984"/>
                <a:gd name="connsiteX17" fmla="*/ 66126 w 98503"/>
                <a:gd name="connsiteY17" fmla="*/ 57639 h 170984"/>
                <a:gd name="connsiteX18" fmla="*/ 88533 w 98503"/>
                <a:gd name="connsiteY18" fmla="*/ 21733 h 170984"/>
                <a:gd name="connsiteX19" fmla="*/ 72270 w 98503"/>
                <a:gd name="connsiteY19" fmla="*/ 54600 h 170984"/>
                <a:gd name="connsiteX20" fmla="*/ 58356 w 98503"/>
                <a:gd name="connsiteY20" fmla="*/ 52320 h 170984"/>
                <a:gd name="connsiteX21" fmla="*/ 44442 w 98503"/>
                <a:gd name="connsiteY21" fmla="*/ 58399 h 170984"/>
                <a:gd name="connsiteX22" fmla="*/ 56911 w 98503"/>
                <a:gd name="connsiteY22" fmla="*/ 63149 h 170984"/>
                <a:gd name="connsiteX23" fmla="*/ 71728 w 98503"/>
                <a:gd name="connsiteY23" fmla="*/ 60679 h 170984"/>
                <a:gd name="connsiteX24" fmla="*/ 79679 w 98503"/>
                <a:gd name="connsiteY24" fmla="*/ 82147 h 170984"/>
                <a:gd name="connsiteX25" fmla="*/ 70644 w 98503"/>
                <a:gd name="connsiteY25" fmla="*/ 114824 h 170984"/>
                <a:gd name="connsiteX26" fmla="*/ 41190 w 98503"/>
                <a:gd name="connsiteY26" fmla="*/ 131923 h 170984"/>
                <a:gd name="connsiteX27" fmla="*/ 20590 w 98503"/>
                <a:gd name="connsiteY27" fmla="*/ 107415 h 170984"/>
                <a:gd name="connsiteX28" fmla="*/ 21494 w 98503"/>
                <a:gd name="connsiteY28" fmla="*/ 99056 h 170984"/>
                <a:gd name="connsiteX29" fmla="*/ 33059 w 98503"/>
                <a:gd name="connsiteY29" fmla="*/ 50990 h 170984"/>
                <a:gd name="connsiteX30" fmla="*/ 71728 w 98503"/>
                <a:gd name="connsiteY30" fmla="*/ 4444 h 170984"/>
                <a:gd name="connsiteX31" fmla="*/ 88533 w 98503"/>
                <a:gd name="connsiteY31" fmla="*/ 21733 h 17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503" h="170984">
                  <a:moveTo>
                    <a:pt x="98652" y="26102"/>
                  </a:moveTo>
                  <a:cubicBezTo>
                    <a:pt x="98652" y="11854"/>
                    <a:pt x="88713" y="75"/>
                    <a:pt x="74077" y="75"/>
                  </a:cubicBezTo>
                  <a:cubicBezTo>
                    <a:pt x="63596" y="75"/>
                    <a:pt x="58537" y="3114"/>
                    <a:pt x="52212" y="8054"/>
                  </a:cubicBezTo>
                  <a:cubicBezTo>
                    <a:pt x="42274" y="15653"/>
                    <a:pt x="32336" y="34082"/>
                    <a:pt x="28902" y="48520"/>
                  </a:cubicBezTo>
                  <a:lnTo>
                    <a:pt x="171" y="169159"/>
                  </a:lnTo>
                  <a:cubicBezTo>
                    <a:pt x="-9" y="169919"/>
                    <a:pt x="894" y="171059"/>
                    <a:pt x="2340" y="171059"/>
                  </a:cubicBezTo>
                  <a:cubicBezTo>
                    <a:pt x="3785" y="171059"/>
                    <a:pt x="4328" y="170679"/>
                    <a:pt x="4508" y="170109"/>
                  </a:cubicBezTo>
                  <a:lnTo>
                    <a:pt x="17157" y="117674"/>
                  </a:lnTo>
                  <a:cubicBezTo>
                    <a:pt x="20590" y="129073"/>
                    <a:pt x="28541" y="136102"/>
                    <a:pt x="41732" y="136102"/>
                  </a:cubicBezTo>
                  <a:cubicBezTo>
                    <a:pt x="54923" y="136102"/>
                    <a:pt x="68475" y="129453"/>
                    <a:pt x="76607" y="121094"/>
                  </a:cubicBezTo>
                  <a:cubicBezTo>
                    <a:pt x="85280" y="112354"/>
                    <a:pt x="91063" y="100196"/>
                    <a:pt x="91063" y="86137"/>
                  </a:cubicBezTo>
                  <a:cubicBezTo>
                    <a:pt x="91063" y="72458"/>
                    <a:pt x="84377" y="62579"/>
                    <a:pt x="77872" y="57829"/>
                  </a:cubicBezTo>
                  <a:cubicBezTo>
                    <a:pt x="88352" y="51560"/>
                    <a:pt x="98652" y="39781"/>
                    <a:pt x="98652" y="26102"/>
                  </a:cubicBezTo>
                  <a:close/>
                  <a:moveTo>
                    <a:pt x="66126" y="57639"/>
                  </a:moveTo>
                  <a:cubicBezTo>
                    <a:pt x="63777" y="58589"/>
                    <a:pt x="61789" y="58969"/>
                    <a:pt x="57453" y="58969"/>
                  </a:cubicBezTo>
                  <a:cubicBezTo>
                    <a:pt x="54923" y="58969"/>
                    <a:pt x="51309" y="59159"/>
                    <a:pt x="49502" y="58209"/>
                  </a:cubicBezTo>
                  <a:cubicBezTo>
                    <a:pt x="49863" y="56310"/>
                    <a:pt x="56369" y="56690"/>
                    <a:pt x="58356" y="56690"/>
                  </a:cubicBezTo>
                  <a:cubicBezTo>
                    <a:pt x="62151" y="56690"/>
                    <a:pt x="63777" y="56690"/>
                    <a:pt x="66126" y="57639"/>
                  </a:cubicBezTo>
                  <a:close/>
                  <a:moveTo>
                    <a:pt x="88533" y="21733"/>
                  </a:moveTo>
                  <a:cubicBezTo>
                    <a:pt x="88533" y="35032"/>
                    <a:pt x="81666" y="48710"/>
                    <a:pt x="72270" y="54600"/>
                  </a:cubicBezTo>
                  <a:cubicBezTo>
                    <a:pt x="67391" y="52700"/>
                    <a:pt x="63777" y="52320"/>
                    <a:pt x="58356" y="52320"/>
                  </a:cubicBezTo>
                  <a:cubicBezTo>
                    <a:pt x="54562" y="52320"/>
                    <a:pt x="44442" y="52130"/>
                    <a:pt x="44442" y="58399"/>
                  </a:cubicBezTo>
                  <a:cubicBezTo>
                    <a:pt x="44262" y="63719"/>
                    <a:pt x="53658" y="63149"/>
                    <a:pt x="56911" y="63149"/>
                  </a:cubicBezTo>
                  <a:cubicBezTo>
                    <a:pt x="63596" y="63149"/>
                    <a:pt x="66307" y="62959"/>
                    <a:pt x="71728" y="60679"/>
                  </a:cubicBezTo>
                  <a:cubicBezTo>
                    <a:pt x="78594" y="67519"/>
                    <a:pt x="79498" y="73408"/>
                    <a:pt x="79679" y="82147"/>
                  </a:cubicBezTo>
                  <a:cubicBezTo>
                    <a:pt x="80040" y="93166"/>
                    <a:pt x="75703" y="107415"/>
                    <a:pt x="70644" y="114824"/>
                  </a:cubicBezTo>
                  <a:cubicBezTo>
                    <a:pt x="63596" y="125083"/>
                    <a:pt x="51490" y="131923"/>
                    <a:pt x="41190" y="131923"/>
                  </a:cubicBezTo>
                  <a:cubicBezTo>
                    <a:pt x="27457" y="131923"/>
                    <a:pt x="20590" y="120904"/>
                    <a:pt x="20590" y="107415"/>
                  </a:cubicBezTo>
                  <a:cubicBezTo>
                    <a:pt x="20590" y="105515"/>
                    <a:pt x="20590" y="102665"/>
                    <a:pt x="21494" y="99056"/>
                  </a:cubicBezTo>
                  <a:lnTo>
                    <a:pt x="33059" y="50990"/>
                  </a:lnTo>
                  <a:cubicBezTo>
                    <a:pt x="37034" y="34652"/>
                    <a:pt x="50044" y="4444"/>
                    <a:pt x="71728" y="4444"/>
                  </a:cubicBezTo>
                  <a:cubicBezTo>
                    <a:pt x="82208" y="4444"/>
                    <a:pt x="88533" y="10334"/>
                    <a:pt x="88533" y="2173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50" name="Freeform: Shape 6249">
              <a:extLst>
                <a:ext uri="{FF2B5EF4-FFF2-40B4-BE49-F238E27FC236}">
                  <a16:creationId xmlns:a16="http://schemas.microsoft.com/office/drawing/2014/main" id="{F0174676-F718-071C-27AA-2D69C70F348B}"/>
                </a:ext>
              </a:extLst>
            </p:cNvPr>
            <p:cNvSpPr/>
            <p:nvPr>
              <p:custDataLst>
                <p:tags r:id="rId20"/>
              </p:custDataLst>
            </p:nvPr>
          </p:nvSpPr>
          <p:spPr>
            <a:xfrm>
              <a:off x="9175434" y="5433335"/>
              <a:ext cx="46041" cy="88303"/>
            </a:xfrm>
            <a:custGeom>
              <a:avLst/>
              <a:gdLst>
                <a:gd name="connsiteX0" fmla="*/ 28741 w 46041"/>
                <a:gd name="connsiteY0" fmla="*/ 3800 h 88303"/>
                <a:gd name="connsiteX1" fmla="*/ 24946 w 46041"/>
                <a:gd name="connsiteY1" fmla="*/ 76 h 88303"/>
                <a:gd name="connsiteX2" fmla="*/ 154 w 46041"/>
                <a:gd name="connsiteY2" fmla="*/ 8587 h 88303"/>
                <a:gd name="connsiteX3" fmla="*/ 154 w 46041"/>
                <a:gd name="connsiteY3" fmla="*/ 13375 h 88303"/>
                <a:gd name="connsiteX4" fmla="*/ 18495 w 46041"/>
                <a:gd name="connsiteY4" fmla="*/ 9651 h 88303"/>
                <a:gd name="connsiteX5" fmla="*/ 18495 w 46041"/>
                <a:gd name="connsiteY5" fmla="*/ 77475 h 88303"/>
                <a:gd name="connsiteX6" fmla="*/ 5846 w 46041"/>
                <a:gd name="connsiteY6" fmla="*/ 83593 h 88303"/>
                <a:gd name="connsiteX7" fmla="*/ 1040 w 46041"/>
                <a:gd name="connsiteY7" fmla="*/ 83593 h 88303"/>
                <a:gd name="connsiteX8" fmla="*/ 1040 w 46041"/>
                <a:gd name="connsiteY8" fmla="*/ 88380 h 88303"/>
                <a:gd name="connsiteX9" fmla="*/ 23555 w 46041"/>
                <a:gd name="connsiteY9" fmla="*/ 87848 h 88303"/>
                <a:gd name="connsiteX10" fmla="*/ 46196 w 46041"/>
                <a:gd name="connsiteY10" fmla="*/ 88380 h 88303"/>
                <a:gd name="connsiteX11" fmla="*/ 46196 w 46041"/>
                <a:gd name="connsiteY11" fmla="*/ 83593 h 88303"/>
                <a:gd name="connsiteX12" fmla="*/ 41389 w 46041"/>
                <a:gd name="connsiteY12" fmla="*/ 83593 h 88303"/>
                <a:gd name="connsiteX13" fmla="*/ 28741 w 46041"/>
                <a:gd name="connsiteY13" fmla="*/ 77475 h 88303"/>
                <a:gd name="connsiteX14" fmla="*/ 28741 w 46041"/>
                <a:gd name="connsiteY14" fmla="*/ 3800 h 88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041" h="88303">
                  <a:moveTo>
                    <a:pt x="28741" y="3800"/>
                  </a:moveTo>
                  <a:cubicBezTo>
                    <a:pt x="28741" y="209"/>
                    <a:pt x="28488" y="76"/>
                    <a:pt x="24946" y="76"/>
                  </a:cubicBezTo>
                  <a:cubicBezTo>
                    <a:pt x="16851" y="8454"/>
                    <a:pt x="5340" y="8587"/>
                    <a:pt x="154" y="8587"/>
                  </a:cubicBezTo>
                  <a:lnTo>
                    <a:pt x="154" y="13375"/>
                  </a:lnTo>
                  <a:cubicBezTo>
                    <a:pt x="3190" y="13375"/>
                    <a:pt x="11538" y="13375"/>
                    <a:pt x="18495" y="9651"/>
                  </a:cubicBezTo>
                  <a:lnTo>
                    <a:pt x="18495" y="77475"/>
                  </a:lnTo>
                  <a:cubicBezTo>
                    <a:pt x="18495" y="81864"/>
                    <a:pt x="18495" y="83593"/>
                    <a:pt x="5846" y="83593"/>
                  </a:cubicBezTo>
                  <a:lnTo>
                    <a:pt x="1040" y="83593"/>
                  </a:lnTo>
                  <a:lnTo>
                    <a:pt x="1040" y="88380"/>
                  </a:lnTo>
                  <a:cubicBezTo>
                    <a:pt x="3316" y="88247"/>
                    <a:pt x="18875" y="87848"/>
                    <a:pt x="23555" y="87848"/>
                  </a:cubicBezTo>
                  <a:cubicBezTo>
                    <a:pt x="27476" y="87848"/>
                    <a:pt x="43413" y="88247"/>
                    <a:pt x="46196" y="88380"/>
                  </a:cubicBezTo>
                  <a:lnTo>
                    <a:pt x="46196" y="83593"/>
                  </a:lnTo>
                  <a:lnTo>
                    <a:pt x="41389" y="83593"/>
                  </a:lnTo>
                  <a:cubicBezTo>
                    <a:pt x="28741" y="83593"/>
                    <a:pt x="28741" y="81864"/>
                    <a:pt x="28741" y="77475"/>
                  </a:cubicBezTo>
                  <a:lnTo>
                    <a:pt x="28741" y="380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51" name="Freeform: Shape 6250">
              <a:extLst>
                <a:ext uri="{FF2B5EF4-FFF2-40B4-BE49-F238E27FC236}">
                  <a16:creationId xmlns:a16="http://schemas.microsoft.com/office/drawing/2014/main" id="{028BE43B-46A0-4B07-CFA1-A9E6693322EF}"/>
                </a:ext>
              </a:extLst>
            </p:cNvPr>
            <p:cNvSpPr/>
            <p:nvPr>
              <p:custDataLst>
                <p:tags r:id="rId21"/>
              </p:custDataLst>
            </p:nvPr>
          </p:nvSpPr>
          <p:spPr>
            <a:xfrm>
              <a:off x="9292983" y="5382382"/>
              <a:ext cx="120164" cy="126528"/>
            </a:xfrm>
            <a:custGeom>
              <a:avLst/>
              <a:gdLst>
                <a:gd name="connsiteX0" fmla="*/ 63947 w 120164"/>
                <a:gd name="connsiteY0" fmla="*/ 67139 h 126528"/>
                <a:gd name="connsiteX1" fmla="*/ 114362 w 120164"/>
                <a:gd name="connsiteY1" fmla="*/ 67139 h 126528"/>
                <a:gd name="connsiteX2" fmla="*/ 120325 w 120164"/>
                <a:gd name="connsiteY2" fmla="*/ 63339 h 126528"/>
                <a:gd name="connsiteX3" fmla="*/ 114362 w 120164"/>
                <a:gd name="connsiteY3" fmla="*/ 59539 h 126528"/>
                <a:gd name="connsiteX4" fmla="*/ 63947 w 120164"/>
                <a:gd name="connsiteY4" fmla="*/ 59539 h 126528"/>
                <a:gd name="connsiteX5" fmla="*/ 63947 w 120164"/>
                <a:gd name="connsiteY5" fmla="*/ 6344 h 126528"/>
                <a:gd name="connsiteX6" fmla="*/ 60333 w 120164"/>
                <a:gd name="connsiteY6" fmla="*/ 75 h 126528"/>
                <a:gd name="connsiteX7" fmla="*/ 56719 w 120164"/>
                <a:gd name="connsiteY7" fmla="*/ 6344 h 126528"/>
                <a:gd name="connsiteX8" fmla="*/ 56719 w 120164"/>
                <a:gd name="connsiteY8" fmla="*/ 59539 h 126528"/>
                <a:gd name="connsiteX9" fmla="*/ 6124 w 120164"/>
                <a:gd name="connsiteY9" fmla="*/ 59539 h 126528"/>
                <a:gd name="connsiteX10" fmla="*/ 161 w 120164"/>
                <a:gd name="connsiteY10" fmla="*/ 63339 h 126528"/>
                <a:gd name="connsiteX11" fmla="*/ 6124 w 120164"/>
                <a:gd name="connsiteY11" fmla="*/ 67139 h 126528"/>
                <a:gd name="connsiteX12" fmla="*/ 56719 w 120164"/>
                <a:gd name="connsiteY12" fmla="*/ 67139 h 126528"/>
                <a:gd name="connsiteX13" fmla="*/ 56719 w 120164"/>
                <a:gd name="connsiteY13" fmla="*/ 120334 h 126528"/>
                <a:gd name="connsiteX14" fmla="*/ 60333 w 120164"/>
                <a:gd name="connsiteY14" fmla="*/ 126603 h 126528"/>
                <a:gd name="connsiteX15" fmla="*/ 63947 w 120164"/>
                <a:gd name="connsiteY15" fmla="*/ 120334 h 126528"/>
                <a:gd name="connsiteX16" fmla="*/ 63947 w 120164"/>
                <a:gd name="connsiteY16" fmla="*/ 67139 h 12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0164" h="126528">
                  <a:moveTo>
                    <a:pt x="63947" y="67139"/>
                  </a:moveTo>
                  <a:lnTo>
                    <a:pt x="114362" y="67139"/>
                  </a:lnTo>
                  <a:cubicBezTo>
                    <a:pt x="116892" y="67139"/>
                    <a:pt x="120325" y="67139"/>
                    <a:pt x="120325" y="63339"/>
                  </a:cubicBezTo>
                  <a:cubicBezTo>
                    <a:pt x="120325" y="59539"/>
                    <a:pt x="116892" y="59539"/>
                    <a:pt x="114362" y="59539"/>
                  </a:cubicBezTo>
                  <a:lnTo>
                    <a:pt x="63947" y="59539"/>
                  </a:lnTo>
                  <a:lnTo>
                    <a:pt x="63947" y="6344"/>
                  </a:lnTo>
                  <a:cubicBezTo>
                    <a:pt x="63947" y="3684"/>
                    <a:pt x="63947" y="75"/>
                    <a:pt x="60333" y="75"/>
                  </a:cubicBezTo>
                  <a:cubicBezTo>
                    <a:pt x="56719" y="75"/>
                    <a:pt x="56719" y="3684"/>
                    <a:pt x="56719" y="6344"/>
                  </a:cubicBezTo>
                  <a:lnTo>
                    <a:pt x="56719" y="59539"/>
                  </a:lnTo>
                  <a:lnTo>
                    <a:pt x="6124" y="59539"/>
                  </a:lnTo>
                  <a:cubicBezTo>
                    <a:pt x="3594" y="59539"/>
                    <a:pt x="161" y="59539"/>
                    <a:pt x="161" y="63339"/>
                  </a:cubicBezTo>
                  <a:cubicBezTo>
                    <a:pt x="161" y="67139"/>
                    <a:pt x="3594" y="67139"/>
                    <a:pt x="6124" y="67139"/>
                  </a:cubicBezTo>
                  <a:lnTo>
                    <a:pt x="56719" y="67139"/>
                  </a:lnTo>
                  <a:lnTo>
                    <a:pt x="56719" y="120334"/>
                  </a:lnTo>
                  <a:cubicBezTo>
                    <a:pt x="56719" y="122993"/>
                    <a:pt x="56719" y="126603"/>
                    <a:pt x="60333" y="126603"/>
                  </a:cubicBezTo>
                  <a:cubicBezTo>
                    <a:pt x="63947" y="126603"/>
                    <a:pt x="63947" y="122993"/>
                    <a:pt x="63947" y="120334"/>
                  </a:cubicBezTo>
                  <a:lnTo>
                    <a:pt x="63947" y="6713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52" name="Freeform: Shape 6251">
              <a:extLst>
                <a:ext uri="{FF2B5EF4-FFF2-40B4-BE49-F238E27FC236}">
                  <a16:creationId xmlns:a16="http://schemas.microsoft.com/office/drawing/2014/main" id="{47B0452D-5EB0-7228-DCB4-144B7AAC3E53}"/>
                </a:ext>
              </a:extLst>
            </p:cNvPr>
            <p:cNvSpPr/>
            <p:nvPr>
              <p:custDataLst>
                <p:tags r:id="rId22"/>
              </p:custDataLst>
            </p:nvPr>
          </p:nvSpPr>
          <p:spPr>
            <a:xfrm>
              <a:off x="9468802" y="5409169"/>
              <a:ext cx="89987" cy="86062"/>
            </a:xfrm>
            <a:custGeom>
              <a:avLst/>
              <a:gdLst>
                <a:gd name="connsiteX0" fmla="*/ 55284 w 89987"/>
                <a:gd name="connsiteY0" fmla="*/ 26672 h 86062"/>
                <a:gd name="connsiteX1" fmla="*/ 73173 w 89987"/>
                <a:gd name="connsiteY1" fmla="*/ 4254 h 86062"/>
                <a:gd name="connsiteX2" fmla="*/ 82208 w 89987"/>
                <a:gd name="connsiteY2" fmla="*/ 6724 h 86062"/>
                <a:gd name="connsiteX3" fmla="*/ 73534 w 89987"/>
                <a:gd name="connsiteY3" fmla="*/ 16983 h 86062"/>
                <a:gd name="connsiteX4" fmla="*/ 80401 w 89987"/>
                <a:gd name="connsiteY4" fmla="*/ 23633 h 86062"/>
                <a:gd name="connsiteX5" fmla="*/ 90158 w 89987"/>
                <a:gd name="connsiteY5" fmla="*/ 12614 h 86062"/>
                <a:gd name="connsiteX6" fmla="*/ 73353 w 89987"/>
                <a:gd name="connsiteY6" fmla="*/ 75 h 86062"/>
                <a:gd name="connsiteX7" fmla="*/ 54380 w 89987"/>
                <a:gd name="connsiteY7" fmla="*/ 14513 h 86062"/>
                <a:gd name="connsiteX8" fmla="*/ 34865 w 89987"/>
                <a:gd name="connsiteY8" fmla="*/ 75 h 86062"/>
                <a:gd name="connsiteX9" fmla="*/ 5772 w 89987"/>
                <a:gd name="connsiteY9" fmla="*/ 29332 h 86062"/>
                <a:gd name="connsiteX10" fmla="*/ 7941 w 89987"/>
                <a:gd name="connsiteY10" fmla="*/ 31232 h 86062"/>
                <a:gd name="connsiteX11" fmla="*/ 10290 w 89987"/>
                <a:gd name="connsiteY11" fmla="*/ 29142 h 86062"/>
                <a:gd name="connsiteX12" fmla="*/ 34503 w 89987"/>
                <a:gd name="connsiteY12" fmla="*/ 4254 h 86062"/>
                <a:gd name="connsiteX13" fmla="*/ 44261 w 89987"/>
                <a:gd name="connsiteY13" fmla="*/ 16983 h 86062"/>
                <a:gd name="connsiteX14" fmla="*/ 34503 w 89987"/>
                <a:gd name="connsiteY14" fmla="*/ 62199 h 86062"/>
                <a:gd name="connsiteX15" fmla="*/ 17337 w 89987"/>
                <a:gd name="connsiteY15" fmla="*/ 81957 h 86062"/>
                <a:gd name="connsiteX16" fmla="*/ 8302 w 89987"/>
                <a:gd name="connsiteY16" fmla="*/ 79487 h 86062"/>
                <a:gd name="connsiteX17" fmla="*/ 16795 w 89987"/>
                <a:gd name="connsiteY17" fmla="*/ 69228 h 86062"/>
                <a:gd name="connsiteX18" fmla="*/ 10109 w 89987"/>
                <a:gd name="connsiteY18" fmla="*/ 62579 h 86062"/>
                <a:gd name="connsiteX19" fmla="*/ 171 w 89987"/>
                <a:gd name="connsiteY19" fmla="*/ 73598 h 86062"/>
                <a:gd name="connsiteX20" fmla="*/ 17156 w 89987"/>
                <a:gd name="connsiteY20" fmla="*/ 86137 h 86062"/>
                <a:gd name="connsiteX21" fmla="*/ 36130 w 89987"/>
                <a:gd name="connsiteY21" fmla="*/ 71698 h 86062"/>
                <a:gd name="connsiteX22" fmla="*/ 55645 w 89987"/>
                <a:gd name="connsiteY22" fmla="*/ 86137 h 86062"/>
                <a:gd name="connsiteX23" fmla="*/ 84557 w 89987"/>
                <a:gd name="connsiteY23" fmla="*/ 56880 h 86062"/>
                <a:gd name="connsiteX24" fmla="*/ 82388 w 89987"/>
                <a:gd name="connsiteY24" fmla="*/ 54980 h 86062"/>
                <a:gd name="connsiteX25" fmla="*/ 80039 w 89987"/>
                <a:gd name="connsiteY25" fmla="*/ 57069 h 86062"/>
                <a:gd name="connsiteX26" fmla="*/ 56006 w 89987"/>
                <a:gd name="connsiteY26" fmla="*/ 81957 h 86062"/>
                <a:gd name="connsiteX27" fmla="*/ 46068 w 89987"/>
                <a:gd name="connsiteY27" fmla="*/ 69418 h 86062"/>
                <a:gd name="connsiteX28" fmla="*/ 49140 w 89987"/>
                <a:gd name="connsiteY28" fmla="*/ 52700 h 86062"/>
                <a:gd name="connsiteX29" fmla="*/ 55284 w 89987"/>
                <a:gd name="connsiteY29" fmla="*/ 26672 h 8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9987" h="86062">
                  <a:moveTo>
                    <a:pt x="55284" y="26672"/>
                  </a:moveTo>
                  <a:cubicBezTo>
                    <a:pt x="56368" y="21733"/>
                    <a:pt x="60524" y="4254"/>
                    <a:pt x="73173" y="4254"/>
                  </a:cubicBezTo>
                  <a:cubicBezTo>
                    <a:pt x="74076" y="4254"/>
                    <a:pt x="78413" y="4254"/>
                    <a:pt x="82208" y="6724"/>
                  </a:cubicBezTo>
                  <a:cubicBezTo>
                    <a:pt x="77148" y="7674"/>
                    <a:pt x="73534" y="12424"/>
                    <a:pt x="73534" y="16983"/>
                  </a:cubicBezTo>
                  <a:cubicBezTo>
                    <a:pt x="73534" y="20023"/>
                    <a:pt x="75522" y="23633"/>
                    <a:pt x="80401" y="23633"/>
                  </a:cubicBezTo>
                  <a:cubicBezTo>
                    <a:pt x="84376" y="23633"/>
                    <a:pt x="90158" y="20213"/>
                    <a:pt x="90158" y="12614"/>
                  </a:cubicBezTo>
                  <a:cubicBezTo>
                    <a:pt x="90158" y="2734"/>
                    <a:pt x="79497" y="75"/>
                    <a:pt x="73353" y="75"/>
                  </a:cubicBezTo>
                  <a:cubicBezTo>
                    <a:pt x="62873" y="75"/>
                    <a:pt x="56549" y="10144"/>
                    <a:pt x="54380" y="14513"/>
                  </a:cubicBezTo>
                  <a:cubicBezTo>
                    <a:pt x="49863" y="1975"/>
                    <a:pt x="40105" y="75"/>
                    <a:pt x="34865" y="75"/>
                  </a:cubicBezTo>
                  <a:cubicBezTo>
                    <a:pt x="16072" y="75"/>
                    <a:pt x="5772" y="24582"/>
                    <a:pt x="5772" y="29332"/>
                  </a:cubicBezTo>
                  <a:cubicBezTo>
                    <a:pt x="5772" y="31232"/>
                    <a:pt x="7579" y="31232"/>
                    <a:pt x="7941" y="31232"/>
                  </a:cubicBezTo>
                  <a:cubicBezTo>
                    <a:pt x="9386" y="31232"/>
                    <a:pt x="9929" y="30852"/>
                    <a:pt x="10290" y="29142"/>
                  </a:cubicBezTo>
                  <a:cubicBezTo>
                    <a:pt x="16434" y="9004"/>
                    <a:pt x="28360" y="4254"/>
                    <a:pt x="34503" y="4254"/>
                  </a:cubicBezTo>
                  <a:cubicBezTo>
                    <a:pt x="37937" y="4254"/>
                    <a:pt x="44261" y="5964"/>
                    <a:pt x="44261" y="16983"/>
                  </a:cubicBezTo>
                  <a:cubicBezTo>
                    <a:pt x="44261" y="22873"/>
                    <a:pt x="41189" y="35601"/>
                    <a:pt x="34503" y="62199"/>
                  </a:cubicBezTo>
                  <a:cubicBezTo>
                    <a:pt x="31612" y="73978"/>
                    <a:pt x="25288" y="81957"/>
                    <a:pt x="17337" y="81957"/>
                  </a:cubicBezTo>
                  <a:cubicBezTo>
                    <a:pt x="16253" y="81957"/>
                    <a:pt x="12097" y="81957"/>
                    <a:pt x="8302" y="79487"/>
                  </a:cubicBezTo>
                  <a:cubicBezTo>
                    <a:pt x="12820" y="78538"/>
                    <a:pt x="16795" y="74548"/>
                    <a:pt x="16795" y="69228"/>
                  </a:cubicBezTo>
                  <a:cubicBezTo>
                    <a:pt x="16795" y="64099"/>
                    <a:pt x="12820" y="62579"/>
                    <a:pt x="10109" y="62579"/>
                  </a:cubicBezTo>
                  <a:cubicBezTo>
                    <a:pt x="4688" y="62579"/>
                    <a:pt x="171" y="67519"/>
                    <a:pt x="171" y="73598"/>
                  </a:cubicBezTo>
                  <a:cubicBezTo>
                    <a:pt x="171" y="82337"/>
                    <a:pt x="9206" y="86137"/>
                    <a:pt x="17156" y="86137"/>
                  </a:cubicBezTo>
                  <a:cubicBezTo>
                    <a:pt x="29083" y="86137"/>
                    <a:pt x="35588" y="72838"/>
                    <a:pt x="36130" y="71698"/>
                  </a:cubicBezTo>
                  <a:cubicBezTo>
                    <a:pt x="38298" y="78728"/>
                    <a:pt x="44803" y="86137"/>
                    <a:pt x="55645" y="86137"/>
                  </a:cubicBezTo>
                  <a:cubicBezTo>
                    <a:pt x="74257" y="86137"/>
                    <a:pt x="84557" y="61629"/>
                    <a:pt x="84557" y="56880"/>
                  </a:cubicBezTo>
                  <a:cubicBezTo>
                    <a:pt x="84557" y="54980"/>
                    <a:pt x="82930" y="54980"/>
                    <a:pt x="82388" y="54980"/>
                  </a:cubicBezTo>
                  <a:cubicBezTo>
                    <a:pt x="80762" y="54980"/>
                    <a:pt x="80401" y="55740"/>
                    <a:pt x="80039" y="57069"/>
                  </a:cubicBezTo>
                  <a:cubicBezTo>
                    <a:pt x="74076" y="77398"/>
                    <a:pt x="61789" y="81957"/>
                    <a:pt x="56006" y="81957"/>
                  </a:cubicBezTo>
                  <a:cubicBezTo>
                    <a:pt x="48959" y="81957"/>
                    <a:pt x="46068" y="75878"/>
                    <a:pt x="46068" y="69418"/>
                  </a:cubicBezTo>
                  <a:cubicBezTo>
                    <a:pt x="46068" y="65239"/>
                    <a:pt x="47152" y="61059"/>
                    <a:pt x="49140" y="52700"/>
                  </a:cubicBezTo>
                  <a:lnTo>
                    <a:pt x="55284" y="2667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53" name="Freeform: Shape 6252">
              <a:extLst>
                <a:ext uri="{FF2B5EF4-FFF2-40B4-BE49-F238E27FC236}">
                  <a16:creationId xmlns:a16="http://schemas.microsoft.com/office/drawing/2014/main" id="{3BF617A6-078F-E74B-6F5D-8B00473C5211}"/>
                </a:ext>
              </a:extLst>
            </p:cNvPr>
            <p:cNvSpPr/>
            <p:nvPr>
              <p:custDataLst>
                <p:tags r:id="rId23"/>
              </p:custDataLst>
            </p:nvPr>
          </p:nvSpPr>
          <p:spPr>
            <a:xfrm>
              <a:off x="9574804" y="5433335"/>
              <a:ext cx="55907" cy="88303"/>
            </a:xfrm>
            <a:custGeom>
              <a:avLst/>
              <a:gdLst>
                <a:gd name="connsiteX0" fmla="*/ 56084 w 55907"/>
                <a:gd name="connsiteY0" fmla="*/ 64176 h 88303"/>
                <a:gd name="connsiteX1" fmla="*/ 51784 w 55907"/>
                <a:gd name="connsiteY1" fmla="*/ 64176 h 88303"/>
                <a:gd name="connsiteX2" fmla="*/ 48495 w 55907"/>
                <a:gd name="connsiteY2" fmla="*/ 76278 h 88303"/>
                <a:gd name="connsiteX3" fmla="*/ 35973 w 55907"/>
                <a:gd name="connsiteY3" fmla="*/ 77076 h 88303"/>
                <a:gd name="connsiteX4" fmla="*/ 12699 w 55907"/>
                <a:gd name="connsiteY4" fmla="*/ 77076 h 88303"/>
                <a:gd name="connsiteX5" fmla="*/ 37997 w 55907"/>
                <a:gd name="connsiteY5" fmla="*/ 54734 h 88303"/>
                <a:gd name="connsiteX6" fmla="*/ 56084 w 55907"/>
                <a:gd name="connsiteY6" fmla="*/ 26009 h 88303"/>
                <a:gd name="connsiteX7" fmla="*/ 26486 w 55907"/>
                <a:gd name="connsiteY7" fmla="*/ 76 h 88303"/>
                <a:gd name="connsiteX8" fmla="*/ 177 w 55907"/>
                <a:gd name="connsiteY8" fmla="*/ 23881 h 88303"/>
                <a:gd name="connsiteX9" fmla="*/ 6880 w 55907"/>
                <a:gd name="connsiteY9" fmla="*/ 31328 h 88303"/>
                <a:gd name="connsiteX10" fmla="*/ 13584 w 55907"/>
                <a:gd name="connsiteY10" fmla="*/ 24280 h 88303"/>
                <a:gd name="connsiteX11" fmla="*/ 6122 w 55907"/>
                <a:gd name="connsiteY11" fmla="*/ 17232 h 88303"/>
                <a:gd name="connsiteX12" fmla="*/ 24589 w 55907"/>
                <a:gd name="connsiteY12" fmla="*/ 4864 h 88303"/>
                <a:gd name="connsiteX13" fmla="*/ 43815 w 55907"/>
                <a:gd name="connsiteY13" fmla="*/ 26009 h 88303"/>
                <a:gd name="connsiteX14" fmla="*/ 31925 w 55907"/>
                <a:gd name="connsiteY14" fmla="*/ 51542 h 88303"/>
                <a:gd name="connsiteX15" fmla="*/ 1441 w 55907"/>
                <a:gd name="connsiteY15" fmla="*/ 83194 h 88303"/>
                <a:gd name="connsiteX16" fmla="*/ 177 w 55907"/>
                <a:gd name="connsiteY16" fmla="*/ 88380 h 88303"/>
                <a:gd name="connsiteX17" fmla="*/ 52290 w 55907"/>
                <a:gd name="connsiteY17" fmla="*/ 88380 h 88303"/>
                <a:gd name="connsiteX18" fmla="*/ 56084 w 55907"/>
                <a:gd name="connsiteY18" fmla="*/ 64176 h 88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5907" h="88303">
                  <a:moveTo>
                    <a:pt x="56084" y="64176"/>
                  </a:moveTo>
                  <a:lnTo>
                    <a:pt x="51784" y="64176"/>
                  </a:lnTo>
                  <a:cubicBezTo>
                    <a:pt x="51404" y="67102"/>
                    <a:pt x="50140" y="74948"/>
                    <a:pt x="48495" y="76278"/>
                  </a:cubicBezTo>
                  <a:cubicBezTo>
                    <a:pt x="47483" y="77076"/>
                    <a:pt x="37744" y="77076"/>
                    <a:pt x="35973" y="77076"/>
                  </a:cubicBezTo>
                  <a:lnTo>
                    <a:pt x="12699" y="77076"/>
                  </a:lnTo>
                  <a:cubicBezTo>
                    <a:pt x="25980" y="64708"/>
                    <a:pt x="30407" y="60985"/>
                    <a:pt x="37997" y="54734"/>
                  </a:cubicBezTo>
                  <a:cubicBezTo>
                    <a:pt x="47357" y="46888"/>
                    <a:pt x="56084" y="38643"/>
                    <a:pt x="56084" y="26009"/>
                  </a:cubicBezTo>
                  <a:cubicBezTo>
                    <a:pt x="56084" y="9917"/>
                    <a:pt x="42677" y="76"/>
                    <a:pt x="26486" y="76"/>
                  </a:cubicBezTo>
                  <a:cubicBezTo>
                    <a:pt x="10802" y="76"/>
                    <a:pt x="177" y="11646"/>
                    <a:pt x="177" y="23881"/>
                  </a:cubicBezTo>
                  <a:cubicBezTo>
                    <a:pt x="177" y="30663"/>
                    <a:pt x="5616" y="31328"/>
                    <a:pt x="6880" y="31328"/>
                  </a:cubicBezTo>
                  <a:cubicBezTo>
                    <a:pt x="9916" y="31328"/>
                    <a:pt x="13584" y="29068"/>
                    <a:pt x="13584" y="24280"/>
                  </a:cubicBezTo>
                  <a:cubicBezTo>
                    <a:pt x="13584" y="21886"/>
                    <a:pt x="12699" y="17232"/>
                    <a:pt x="6122" y="17232"/>
                  </a:cubicBezTo>
                  <a:cubicBezTo>
                    <a:pt x="10043" y="7789"/>
                    <a:pt x="18644" y="4864"/>
                    <a:pt x="24589" y="4864"/>
                  </a:cubicBezTo>
                  <a:cubicBezTo>
                    <a:pt x="37238" y="4864"/>
                    <a:pt x="43815" y="15237"/>
                    <a:pt x="43815" y="26009"/>
                  </a:cubicBezTo>
                  <a:cubicBezTo>
                    <a:pt x="43815" y="37579"/>
                    <a:pt x="35973" y="46755"/>
                    <a:pt x="31925" y="51542"/>
                  </a:cubicBezTo>
                  <a:lnTo>
                    <a:pt x="1441" y="83194"/>
                  </a:lnTo>
                  <a:cubicBezTo>
                    <a:pt x="177" y="84390"/>
                    <a:pt x="177" y="84656"/>
                    <a:pt x="177" y="88380"/>
                  </a:cubicBezTo>
                  <a:lnTo>
                    <a:pt x="52290" y="88380"/>
                  </a:lnTo>
                  <a:lnTo>
                    <a:pt x="56084" y="6417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54" name="Freeform: Shape 6253">
              <a:extLst>
                <a:ext uri="{FF2B5EF4-FFF2-40B4-BE49-F238E27FC236}">
                  <a16:creationId xmlns:a16="http://schemas.microsoft.com/office/drawing/2014/main" id="{51C2A002-A801-21FA-5FAB-4C858B105559}"/>
                </a:ext>
              </a:extLst>
            </p:cNvPr>
            <p:cNvSpPr/>
            <p:nvPr>
              <p:custDataLst>
                <p:tags r:id="rId24"/>
              </p:custDataLst>
            </p:nvPr>
          </p:nvSpPr>
          <p:spPr>
            <a:xfrm>
              <a:off x="9653297" y="5359014"/>
              <a:ext cx="98503" cy="170984"/>
            </a:xfrm>
            <a:custGeom>
              <a:avLst/>
              <a:gdLst>
                <a:gd name="connsiteX0" fmla="*/ 98684 w 98503"/>
                <a:gd name="connsiteY0" fmla="*/ 26102 h 170984"/>
                <a:gd name="connsiteX1" fmla="*/ 74109 w 98503"/>
                <a:gd name="connsiteY1" fmla="*/ 75 h 170984"/>
                <a:gd name="connsiteX2" fmla="*/ 52245 w 98503"/>
                <a:gd name="connsiteY2" fmla="*/ 8054 h 170984"/>
                <a:gd name="connsiteX3" fmla="*/ 28935 w 98503"/>
                <a:gd name="connsiteY3" fmla="*/ 48520 h 170984"/>
                <a:gd name="connsiteX4" fmla="*/ 204 w 98503"/>
                <a:gd name="connsiteY4" fmla="*/ 169159 h 170984"/>
                <a:gd name="connsiteX5" fmla="*/ 2372 w 98503"/>
                <a:gd name="connsiteY5" fmla="*/ 171059 h 170984"/>
                <a:gd name="connsiteX6" fmla="*/ 4541 w 98503"/>
                <a:gd name="connsiteY6" fmla="*/ 170109 h 170984"/>
                <a:gd name="connsiteX7" fmla="*/ 17190 w 98503"/>
                <a:gd name="connsiteY7" fmla="*/ 117674 h 170984"/>
                <a:gd name="connsiteX8" fmla="*/ 41764 w 98503"/>
                <a:gd name="connsiteY8" fmla="*/ 136102 h 170984"/>
                <a:gd name="connsiteX9" fmla="*/ 76639 w 98503"/>
                <a:gd name="connsiteY9" fmla="*/ 121094 h 170984"/>
                <a:gd name="connsiteX10" fmla="*/ 91095 w 98503"/>
                <a:gd name="connsiteY10" fmla="*/ 86137 h 170984"/>
                <a:gd name="connsiteX11" fmla="*/ 77904 w 98503"/>
                <a:gd name="connsiteY11" fmla="*/ 57829 h 170984"/>
                <a:gd name="connsiteX12" fmla="*/ 98684 w 98503"/>
                <a:gd name="connsiteY12" fmla="*/ 26102 h 170984"/>
                <a:gd name="connsiteX13" fmla="*/ 66159 w 98503"/>
                <a:gd name="connsiteY13" fmla="*/ 57639 h 170984"/>
                <a:gd name="connsiteX14" fmla="*/ 57485 w 98503"/>
                <a:gd name="connsiteY14" fmla="*/ 58969 h 170984"/>
                <a:gd name="connsiteX15" fmla="*/ 49534 w 98503"/>
                <a:gd name="connsiteY15" fmla="*/ 58209 h 170984"/>
                <a:gd name="connsiteX16" fmla="*/ 58389 w 98503"/>
                <a:gd name="connsiteY16" fmla="*/ 56690 h 170984"/>
                <a:gd name="connsiteX17" fmla="*/ 66159 w 98503"/>
                <a:gd name="connsiteY17" fmla="*/ 57639 h 170984"/>
                <a:gd name="connsiteX18" fmla="*/ 88565 w 98503"/>
                <a:gd name="connsiteY18" fmla="*/ 21733 h 170984"/>
                <a:gd name="connsiteX19" fmla="*/ 72302 w 98503"/>
                <a:gd name="connsiteY19" fmla="*/ 54600 h 170984"/>
                <a:gd name="connsiteX20" fmla="*/ 58389 w 98503"/>
                <a:gd name="connsiteY20" fmla="*/ 52320 h 170984"/>
                <a:gd name="connsiteX21" fmla="*/ 44475 w 98503"/>
                <a:gd name="connsiteY21" fmla="*/ 58399 h 170984"/>
                <a:gd name="connsiteX22" fmla="*/ 56943 w 98503"/>
                <a:gd name="connsiteY22" fmla="*/ 63149 h 170984"/>
                <a:gd name="connsiteX23" fmla="*/ 71760 w 98503"/>
                <a:gd name="connsiteY23" fmla="*/ 60679 h 170984"/>
                <a:gd name="connsiteX24" fmla="*/ 79711 w 98503"/>
                <a:gd name="connsiteY24" fmla="*/ 82147 h 170984"/>
                <a:gd name="connsiteX25" fmla="*/ 70676 w 98503"/>
                <a:gd name="connsiteY25" fmla="*/ 114824 h 170984"/>
                <a:gd name="connsiteX26" fmla="*/ 41222 w 98503"/>
                <a:gd name="connsiteY26" fmla="*/ 131923 h 170984"/>
                <a:gd name="connsiteX27" fmla="*/ 20623 w 98503"/>
                <a:gd name="connsiteY27" fmla="*/ 107415 h 170984"/>
                <a:gd name="connsiteX28" fmla="*/ 21526 w 98503"/>
                <a:gd name="connsiteY28" fmla="*/ 99056 h 170984"/>
                <a:gd name="connsiteX29" fmla="*/ 33091 w 98503"/>
                <a:gd name="connsiteY29" fmla="*/ 50990 h 170984"/>
                <a:gd name="connsiteX30" fmla="*/ 71760 w 98503"/>
                <a:gd name="connsiteY30" fmla="*/ 4444 h 170984"/>
                <a:gd name="connsiteX31" fmla="*/ 88565 w 98503"/>
                <a:gd name="connsiteY31" fmla="*/ 21733 h 17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503" h="170984">
                  <a:moveTo>
                    <a:pt x="98684" y="26102"/>
                  </a:moveTo>
                  <a:cubicBezTo>
                    <a:pt x="98684" y="11854"/>
                    <a:pt x="88746" y="75"/>
                    <a:pt x="74109" y="75"/>
                  </a:cubicBezTo>
                  <a:cubicBezTo>
                    <a:pt x="63629" y="75"/>
                    <a:pt x="58569" y="3114"/>
                    <a:pt x="52245" y="8054"/>
                  </a:cubicBezTo>
                  <a:cubicBezTo>
                    <a:pt x="42307" y="15653"/>
                    <a:pt x="32368" y="34082"/>
                    <a:pt x="28935" y="48520"/>
                  </a:cubicBezTo>
                  <a:lnTo>
                    <a:pt x="204" y="169159"/>
                  </a:lnTo>
                  <a:cubicBezTo>
                    <a:pt x="23" y="169919"/>
                    <a:pt x="927" y="171059"/>
                    <a:pt x="2372" y="171059"/>
                  </a:cubicBezTo>
                  <a:cubicBezTo>
                    <a:pt x="3818" y="171059"/>
                    <a:pt x="4360" y="170679"/>
                    <a:pt x="4541" y="170109"/>
                  </a:cubicBezTo>
                  <a:lnTo>
                    <a:pt x="17190" y="117674"/>
                  </a:lnTo>
                  <a:cubicBezTo>
                    <a:pt x="20623" y="129073"/>
                    <a:pt x="28573" y="136102"/>
                    <a:pt x="41764" y="136102"/>
                  </a:cubicBezTo>
                  <a:cubicBezTo>
                    <a:pt x="54955" y="136102"/>
                    <a:pt x="68508" y="129453"/>
                    <a:pt x="76639" y="121094"/>
                  </a:cubicBezTo>
                  <a:cubicBezTo>
                    <a:pt x="85313" y="112354"/>
                    <a:pt x="91095" y="100196"/>
                    <a:pt x="91095" y="86137"/>
                  </a:cubicBezTo>
                  <a:cubicBezTo>
                    <a:pt x="91095" y="72458"/>
                    <a:pt x="84409" y="62579"/>
                    <a:pt x="77904" y="57829"/>
                  </a:cubicBezTo>
                  <a:cubicBezTo>
                    <a:pt x="88384" y="51560"/>
                    <a:pt x="98684" y="39781"/>
                    <a:pt x="98684" y="26102"/>
                  </a:cubicBezTo>
                  <a:close/>
                  <a:moveTo>
                    <a:pt x="66159" y="57639"/>
                  </a:moveTo>
                  <a:cubicBezTo>
                    <a:pt x="63810" y="58589"/>
                    <a:pt x="61822" y="58969"/>
                    <a:pt x="57485" y="58969"/>
                  </a:cubicBezTo>
                  <a:cubicBezTo>
                    <a:pt x="54955" y="58969"/>
                    <a:pt x="51341" y="59159"/>
                    <a:pt x="49534" y="58209"/>
                  </a:cubicBezTo>
                  <a:cubicBezTo>
                    <a:pt x="49896" y="56310"/>
                    <a:pt x="56401" y="56690"/>
                    <a:pt x="58389" y="56690"/>
                  </a:cubicBezTo>
                  <a:cubicBezTo>
                    <a:pt x="62183" y="56690"/>
                    <a:pt x="63810" y="56690"/>
                    <a:pt x="66159" y="57639"/>
                  </a:cubicBezTo>
                  <a:close/>
                  <a:moveTo>
                    <a:pt x="88565" y="21733"/>
                  </a:moveTo>
                  <a:cubicBezTo>
                    <a:pt x="88565" y="35032"/>
                    <a:pt x="81699" y="48710"/>
                    <a:pt x="72302" y="54600"/>
                  </a:cubicBezTo>
                  <a:cubicBezTo>
                    <a:pt x="67424" y="52700"/>
                    <a:pt x="63810" y="52320"/>
                    <a:pt x="58389" y="52320"/>
                  </a:cubicBezTo>
                  <a:cubicBezTo>
                    <a:pt x="54594" y="52320"/>
                    <a:pt x="44475" y="52130"/>
                    <a:pt x="44475" y="58399"/>
                  </a:cubicBezTo>
                  <a:cubicBezTo>
                    <a:pt x="44294" y="63719"/>
                    <a:pt x="53691" y="63149"/>
                    <a:pt x="56943" y="63149"/>
                  </a:cubicBezTo>
                  <a:cubicBezTo>
                    <a:pt x="63629" y="63149"/>
                    <a:pt x="66339" y="62959"/>
                    <a:pt x="71760" y="60679"/>
                  </a:cubicBezTo>
                  <a:cubicBezTo>
                    <a:pt x="78627" y="67519"/>
                    <a:pt x="79530" y="73408"/>
                    <a:pt x="79711" y="82147"/>
                  </a:cubicBezTo>
                  <a:cubicBezTo>
                    <a:pt x="80072" y="93166"/>
                    <a:pt x="75736" y="107415"/>
                    <a:pt x="70676" y="114824"/>
                  </a:cubicBezTo>
                  <a:cubicBezTo>
                    <a:pt x="63629" y="125083"/>
                    <a:pt x="51522" y="131923"/>
                    <a:pt x="41222" y="131923"/>
                  </a:cubicBezTo>
                  <a:cubicBezTo>
                    <a:pt x="27489" y="131923"/>
                    <a:pt x="20623" y="120904"/>
                    <a:pt x="20623" y="107415"/>
                  </a:cubicBezTo>
                  <a:cubicBezTo>
                    <a:pt x="20623" y="105515"/>
                    <a:pt x="20623" y="102665"/>
                    <a:pt x="21526" y="99056"/>
                  </a:cubicBezTo>
                  <a:lnTo>
                    <a:pt x="33091" y="50990"/>
                  </a:lnTo>
                  <a:cubicBezTo>
                    <a:pt x="37066" y="34652"/>
                    <a:pt x="50077" y="4444"/>
                    <a:pt x="71760" y="4444"/>
                  </a:cubicBezTo>
                  <a:cubicBezTo>
                    <a:pt x="82241" y="4444"/>
                    <a:pt x="88565" y="10334"/>
                    <a:pt x="88565" y="2173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55" name="Freeform: Shape 6254">
              <a:extLst>
                <a:ext uri="{FF2B5EF4-FFF2-40B4-BE49-F238E27FC236}">
                  <a16:creationId xmlns:a16="http://schemas.microsoft.com/office/drawing/2014/main" id="{2150DE38-F072-DF86-6909-053950D6BE36}"/>
                </a:ext>
              </a:extLst>
            </p:cNvPr>
            <p:cNvSpPr/>
            <p:nvPr>
              <p:custDataLst>
                <p:tags r:id="rId25"/>
              </p:custDataLst>
            </p:nvPr>
          </p:nvSpPr>
          <p:spPr>
            <a:xfrm>
              <a:off x="9758075" y="5433335"/>
              <a:ext cx="55907" cy="88303"/>
            </a:xfrm>
            <a:custGeom>
              <a:avLst/>
              <a:gdLst>
                <a:gd name="connsiteX0" fmla="*/ 56095 w 55907"/>
                <a:gd name="connsiteY0" fmla="*/ 64176 h 88303"/>
                <a:gd name="connsiteX1" fmla="*/ 51794 w 55907"/>
                <a:gd name="connsiteY1" fmla="*/ 64176 h 88303"/>
                <a:gd name="connsiteX2" fmla="*/ 48505 w 55907"/>
                <a:gd name="connsiteY2" fmla="*/ 76278 h 88303"/>
                <a:gd name="connsiteX3" fmla="*/ 35983 w 55907"/>
                <a:gd name="connsiteY3" fmla="*/ 77076 h 88303"/>
                <a:gd name="connsiteX4" fmla="*/ 12709 w 55907"/>
                <a:gd name="connsiteY4" fmla="*/ 77076 h 88303"/>
                <a:gd name="connsiteX5" fmla="*/ 38007 w 55907"/>
                <a:gd name="connsiteY5" fmla="*/ 54734 h 88303"/>
                <a:gd name="connsiteX6" fmla="*/ 56095 w 55907"/>
                <a:gd name="connsiteY6" fmla="*/ 26009 h 88303"/>
                <a:gd name="connsiteX7" fmla="*/ 26496 w 55907"/>
                <a:gd name="connsiteY7" fmla="*/ 76 h 88303"/>
                <a:gd name="connsiteX8" fmla="*/ 187 w 55907"/>
                <a:gd name="connsiteY8" fmla="*/ 23881 h 88303"/>
                <a:gd name="connsiteX9" fmla="*/ 6891 w 55907"/>
                <a:gd name="connsiteY9" fmla="*/ 31328 h 88303"/>
                <a:gd name="connsiteX10" fmla="*/ 13594 w 55907"/>
                <a:gd name="connsiteY10" fmla="*/ 24280 h 88303"/>
                <a:gd name="connsiteX11" fmla="*/ 6132 w 55907"/>
                <a:gd name="connsiteY11" fmla="*/ 17232 h 88303"/>
                <a:gd name="connsiteX12" fmla="*/ 24599 w 55907"/>
                <a:gd name="connsiteY12" fmla="*/ 4864 h 88303"/>
                <a:gd name="connsiteX13" fmla="*/ 43825 w 55907"/>
                <a:gd name="connsiteY13" fmla="*/ 26009 h 88303"/>
                <a:gd name="connsiteX14" fmla="*/ 31935 w 55907"/>
                <a:gd name="connsiteY14" fmla="*/ 51542 h 88303"/>
                <a:gd name="connsiteX15" fmla="*/ 1452 w 55907"/>
                <a:gd name="connsiteY15" fmla="*/ 83194 h 88303"/>
                <a:gd name="connsiteX16" fmla="*/ 187 w 55907"/>
                <a:gd name="connsiteY16" fmla="*/ 88380 h 88303"/>
                <a:gd name="connsiteX17" fmla="*/ 52300 w 55907"/>
                <a:gd name="connsiteY17" fmla="*/ 88380 h 88303"/>
                <a:gd name="connsiteX18" fmla="*/ 56095 w 55907"/>
                <a:gd name="connsiteY18" fmla="*/ 64176 h 88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5907" h="88303">
                  <a:moveTo>
                    <a:pt x="56095" y="64176"/>
                  </a:moveTo>
                  <a:lnTo>
                    <a:pt x="51794" y="64176"/>
                  </a:lnTo>
                  <a:cubicBezTo>
                    <a:pt x="51415" y="67102"/>
                    <a:pt x="50150" y="74948"/>
                    <a:pt x="48505" y="76278"/>
                  </a:cubicBezTo>
                  <a:cubicBezTo>
                    <a:pt x="47493" y="77076"/>
                    <a:pt x="37754" y="77076"/>
                    <a:pt x="35983" y="77076"/>
                  </a:cubicBezTo>
                  <a:lnTo>
                    <a:pt x="12709" y="77076"/>
                  </a:lnTo>
                  <a:cubicBezTo>
                    <a:pt x="25990" y="64708"/>
                    <a:pt x="30417" y="60985"/>
                    <a:pt x="38007" y="54734"/>
                  </a:cubicBezTo>
                  <a:cubicBezTo>
                    <a:pt x="47367" y="46888"/>
                    <a:pt x="56095" y="38643"/>
                    <a:pt x="56095" y="26009"/>
                  </a:cubicBezTo>
                  <a:cubicBezTo>
                    <a:pt x="56095" y="9917"/>
                    <a:pt x="42687" y="76"/>
                    <a:pt x="26496" y="76"/>
                  </a:cubicBezTo>
                  <a:cubicBezTo>
                    <a:pt x="10812" y="76"/>
                    <a:pt x="187" y="11646"/>
                    <a:pt x="187" y="23881"/>
                  </a:cubicBezTo>
                  <a:cubicBezTo>
                    <a:pt x="187" y="30663"/>
                    <a:pt x="5626" y="31328"/>
                    <a:pt x="6891" y="31328"/>
                  </a:cubicBezTo>
                  <a:cubicBezTo>
                    <a:pt x="9926" y="31328"/>
                    <a:pt x="13594" y="29068"/>
                    <a:pt x="13594" y="24280"/>
                  </a:cubicBezTo>
                  <a:cubicBezTo>
                    <a:pt x="13594" y="21886"/>
                    <a:pt x="12709" y="17232"/>
                    <a:pt x="6132" y="17232"/>
                  </a:cubicBezTo>
                  <a:cubicBezTo>
                    <a:pt x="10053" y="7789"/>
                    <a:pt x="18654" y="4864"/>
                    <a:pt x="24599" y="4864"/>
                  </a:cubicBezTo>
                  <a:cubicBezTo>
                    <a:pt x="37248" y="4864"/>
                    <a:pt x="43825" y="15237"/>
                    <a:pt x="43825" y="26009"/>
                  </a:cubicBezTo>
                  <a:cubicBezTo>
                    <a:pt x="43825" y="37579"/>
                    <a:pt x="35983" y="46755"/>
                    <a:pt x="31935" y="51542"/>
                  </a:cubicBezTo>
                  <a:lnTo>
                    <a:pt x="1452" y="83194"/>
                  </a:lnTo>
                  <a:cubicBezTo>
                    <a:pt x="187" y="84390"/>
                    <a:pt x="187" y="84656"/>
                    <a:pt x="187" y="88380"/>
                  </a:cubicBezTo>
                  <a:lnTo>
                    <a:pt x="52300" y="88380"/>
                  </a:lnTo>
                  <a:lnTo>
                    <a:pt x="56095" y="6417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56" name="Freeform: Shape 6255">
              <a:extLst>
                <a:ext uri="{FF2B5EF4-FFF2-40B4-BE49-F238E27FC236}">
                  <a16:creationId xmlns:a16="http://schemas.microsoft.com/office/drawing/2014/main" id="{3BD95254-67E4-DD70-A1BD-DE011233C735}"/>
                </a:ext>
              </a:extLst>
            </p:cNvPr>
            <p:cNvSpPr/>
            <p:nvPr>
              <p:custDataLst>
                <p:tags r:id="rId26"/>
              </p:custDataLst>
            </p:nvPr>
          </p:nvSpPr>
          <p:spPr>
            <a:xfrm>
              <a:off x="9881443" y="5382382"/>
              <a:ext cx="120164" cy="126528"/>
            </a:xfrm>
            <a:custGeom>
              <a:avLst/>
              <a:gdLst>
                <a:gd name="connsiteX0" fmla="*/ 63980 w 120164"/>
                <a:gd name="connsiteY0" fmla="*/ 67139 h 126528"/>
                <a:gd name="connsiteX1" fmla="*/ 114394 w 120164"/>
                <a:gd name="connsiteY1" fmla="*/ 67139 h 126528"/>
                <a:gd name="connsiteX2" fmla="*/ 120357 w 120164"/>
                <a:gd name="connsiteY2" fmla="*/ 63339 h 126528"/>
                <a:gd name="connsiteX3" fmla="*/ 114394 w 120164"/>
                <a:gd name="connsiteY3" fmla="*/ 59539 h 126528"/>
                <a:gd name="connsiteX4" fmla="*/ 63980 w 120164"/>
                <a:gd name="connsiteY4" fmla="*/ 59539 h 126528"/>
                <a:gd name="connsiteX5" fmla="*/ 63980 w 120164"/>
                <a:gd name="connsiteY5" fmla="*/ 6344 h 126528"/>
                <a:gd name="connsiteX6" fmla="*/ 60366 w 120164"/>
                <a:gd name="connsiteY6" fmla="*/ 75 h 126528"/>
                <a:gd name="connsiteX7" fmla="*/ 56752 w 120164"/>
                <a:gd name="connsiteY7" fmla="*/ 6344 h 126528"/>
                <a:gd name="connsiteX8" fmla="*/ 56752 w 120164"/>
                <a:gd name="connsiteY8" fmla="*/ 59539 h 126528"/>
                <a:gd name="connsiteX9" fmla="*/ 6156 w 120164"/>
                <a:gd name="connsiteY9" fmla="*/ 59539 h 126528"/>
                <a:gd name="connsiteX10" fmla="*/ 193 w 120164"/>
                <a:gd name="connsiteY10" fmla="*/ 63339 h 126528"/>
                <a:gd name="connsiteX11" fmla="*/ 6156 w 120164"/>
                <a:gd name="connsiteY11" fmla="*/ 67139 h 126528"/>
                <a:gd name="connsiteX12" fmla="*/ 56752 w 120164"/>
                <a:gd name="connsiteY12" fmla="*/ 67139 h 126528"/>
                <a:gd name="connsiteX13" fmla="*/ 56752 w 120164"/>
                <a:gd name="connsiteY13" fmla="*/ 120334 h 126528"/>
                <a:gd name="connsiteX14" fmla="*/ 60366 w 120164"/>
                <a:gd name="connsiteY14" fmla="*/ 126603 h 126528"/>
                <a:gd name="connsiteX15" fmla="*/ 63980 w 120164"/>
                <a:gd name="connsiteY15" fmla="*/ 120334 h 126528"/>
                <a:gd name="connsiteX16" fmla="*/ 63980 w 120164"/>
                <a:gd name="connsiteY16" fmla="*/ 67139 h 12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0164" h="126528">
                  <a:moveTo>
                    <a:pt x="63980" y="67139"/>
                  </a:moveTo>
                  <a:lnTo>
                    <a:pt x="114394" y="67139"/>
                  </a:lnTo>
                  <a:cubicBezTo>
                    <a:pt x="116924" y="67139"/>
                    <a:pt x="120357" y="67139"/>
                    <a:pt x="120357" y="63339"/>
                  </a:cubicBezTo>
                  <a:cubicBezTo>
                    <a:pt x="120357" y="59539"/>
                    <a:pt x="116924" y="59539"/>
                    <a:pt x="114394" y="59539"/>
                  </a:cubicBezTo>
                  <a:lnTo>
                    <a:pt x="63980" y="59539"/>
                  </a:lnTo>
                  <a:lnTo>
                    <a:pt x="63980" y="6344"/>
                  </a:lnTo>
                  <a:cubicBezTo>
                    <a:pt x="63980" y="3684"/>
                    <a:pt x="63980" y="75"/>
                    <a:pt x="60366" y="75"/>
                  </a:cubicBezTo>
                  <a:cubicBezTo>
                    <a:pt x="56752" y="75"/>
                    <a:pt x="56752" y="3684"/>
                    <a:pt x="56752" y="6344"/>
                  </a:cubicBezTo>
                  <a:lnTo>
                    <a:pt x="56752" y="59539"/>
                  </a:lnTo>
                  <a:lnTo>
                    <a:pt x="6156" y="59539"/>
                  </a:lnTo>
                  <a:cubicBezTo>
                    <a:pt x="3627" y="59539"/>
                    <a:pt x="193" y="59539"/>
                    <a:pt x="193" y="63339"/>
                  </a:cubicBezTo>
                  <a:cubicBezTo>
                    <a:pt x="193" y="67139"/>
                    <a:pt x="3627" y="67139"/>
                    <a:pt x="6156" y="67139"/>
                  </a:cubicBezTo>
                  <a:lnTo>
                    <a:pt x="56752" y="67139"/>
                  </a:lnTo>
                  <a:lnTo>
                    <a:pt x="56752" y="120334"/>
                  </a:lnTo>
                  <a:cubicBezTo>
                    <a:pt x="56752" y="122993"/>
                    <a:pt x="56752" y="126603"/>
                    <a:pt x="60366" y="126603"/>
                  </a:cubicBezTo>
                  <a:cubicBezTo>
                    <a:pt x="63980" y="126603"/>
                    <a:pt x="63980" y="122993"/>
                    <a:pt x="63980" y="120334"/>
                  </a:cubicBezTo>
                  <a:lnTo>
                    <a:pt x="63980" y="6713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57" name="Freeform: Shape 6256">
              <a:extLst>
                <a:ext uri="{FF2B5EF4-FFF2-40B4-BE49-F238E27FC236}">
                  <a16:creationId xmlns:a16="http://schemas.microsoft.com/office/drawing/2014/main" id="{F06A025B-279D-B6E5-B386-0BE4073710E0}"/>
                </a:ext>
              </a:extLst>
            </p:cNvPr>
            <p:cNvSpPr/>
            <p:nvPr>
              <p:custDataLst>
                <p:tags r:id="rId27"/>
              </p:custDataLst>
            </p:nvPr>
          </p:nvSpPr>
          <p:spPr>
            <a:xfrm>
              <a:off x="10067561" y="5435577"/>
              <a:ext cx="19153" cy="20138"/>
            </a:xfrm>
            <a:custGeom>
              <a:avLst/>
              <a:gdLst>
                <a:gd name="connsiteX0" fmla="*/ 19357 w 19153"/>
                <a:gd name="connsiteY0" fmla="*/ 10144 h 20138"/>
                <a:gd name="connsiteX1" fmla="*/ 9780 w 19153"/>
                <a:gd name="connsiteY1" fmla="*/ 75 h 20138"/>
                <a:gd name="connsiteX2" fmla="*/ 203 w 19153"/>
                <a:gd name="connsiteY2" fmla="*/ 10144 h 20138"/>
                <a:gd name="connsiteX3" fmla="*/ 9780 w 19153"/>
                <a:gd name="connsiteY3" fmla="*/ 20213 h 20138"/>
                <a:gd name="connsiteX4" fmla="*/ 19357 w 19153"/>
                <a:gd name="connsiteY4" fmla="*/ 10144 h 20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53" h="20138">
                  <a:moveTo>
                    <a:pt x="19357" y="10144"/>
                  </a:moveTo>
                  <a:cubicBezTo>
                    <a:pt x="19357" y="4634"/>
                    <a:pt x="15021" y="75"/>
                    <a:pt x="9780" y="75"/>
                  </a:cubicBezTo>
                  <a:cubicBezTo>
                    <a:pt x="4540" y="75"/>
                    <a:pt x="203" y="4634"/>
                    <a:pt x="203" y="10144"/>
                  </a:cubicBezTo>
                  <a:cubicBezTo>
                    <a:pt x="203" y="15653"/>
                    <a:pt x="4540" y="20213"/>
                    <a:pt x="9780" y="20213"/>
                  </a:cubicBezTo>
                  <a:cubicBezTo>
                    <a:pt x="15021" y="20213"/>
                    <a:pt x="19357" y="15653"/>
                    <a:pt x="19357" y="1014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58" name="Freeform: Shape 6257">
              <a:extLst>
                <a:ext uri="{FF2B5EF4-FFF2-40B4-BE49-F238E27FC236}">
                  <a16:creationId xmlns:a16="http://schemas.microsoft.com/office/drawing/2014/main" id="{AD786DF6-9606-69CB-8209-B7FC97E5294C}"/>
                </a:ext>
              </a:extLst>
            </p:cNvPr>
            <p:cNvSpPr/>
            <p:nvPr>
              <p:custDataLst>
                <p:tags r:id="rId28"/>
              </p:custDataLst>
            </p:nvPr>
          </p:nvSpPr>
          <p:spPr>
            <a:xfrm>
              <a:off x="10147871" y="5435577"/>
              <a:ext cx="19153" cy="20138"/>
            </a:xfrm>
            <a:custGeom>
              <a:avLst/>
              <a:gdLst>
                <a:gd name="connsiteX0" fmla="*/ 19362 w 19153"/>
                <a:gd name="connsiteY0" fmla="*/ 10144 h 20138"/>
                <a:gd name="connsiteX1" fmla="*/ 9785 w 19153"/>
                <a:gd name="connsiteY1" fmla="*/ 75 h 20138"/>
                <a:gd name="connsiteX2" fmla="*/ 208 w 19153"/>
                <a:gd name="connsiteY2" fmla="*/ 10144 h 20138"/>
                <a:gd name="connsiteX3" fmla="*/ 9785 w 19153"/>
                <a:gd name="connsiteY3" fmla="*/ 20213 h 20138"/>
                <a:gd name="connsiteX4" fmla="*/ 19362 w 19153"/>
                <a:gd name="connsiteY4" fmla="*/ 10144 h 20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53" h="20138">
                  <a:moveTo>
                    <a:pt x="19362" y="10144"/>
                  </a:moveTo>
                  <a:cubicBezTo>
                    <a:pt x="19362" y="4634"/>
                    <a:pt x="15025" y="75"/>
                    <a:pt x="9785" y="75"/>
                  </a:cubicBezTo>
                  <a:cubicBezTo>
                    <a:pt x="4544" y="75"/>
                    <a:pt x="208" y="4634"/>
                    <a:pt x="208" y="10144"/>
                  </a:cubicBezTo>
                  <a:cubicBezTo>
                    <a:pt x="208" y="15653"/>
                    <a:pt x="4544" y="20213"/>
                    <a:pt x="9785" y="20213"/>
                  </a:cubicBezTo>
                  <a:cubicBezTo>
                    <a:pt x="15025" y="20213"/>
                    <a:pt x="19362" y="15653"/>
                    <a:pt x="19362" y="1014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59" name="Freeform: Shape 6258">
              <a:extLst>
                <a:ext uri="{FF2B5EF4-FFF2-40B4-BE49-F238E27FC236}">
                  <a16:creationId xmlns:a16="http://schemas.microsoft.com/office/drawing/2014/main" id="{82112BAC-692A-EF95-350D-A7C1ADD089E0}"/>
                </a:ext>
              </a:extLst>
            </p:cNvPr>
            <p:cNvSpPr/>
            <p:nvPr>
              <p:custDataLst>
                <p:tags r:id="rId29"/>
              </p:custDataLst>
            </p:nvPr>
          </p:nvSpPr>
          <p:spPr>
            <a:xfrm>
              <a:off x="10228180" y="5435577"/>
              <a:ext cx="19153" cy="20138"/>
            </a:xfrm>
            <a:custGeom>
              <a:avLst/>
              <a:gdLst>
                <a:gd name="connsiteX0" fmla="*/ 19366 w 19153"/>
                <a:gd name="connsiteY0" fmla="*/ 10144 h 20138"/>
                <a:gd name="connsiteX1" fmla="*/ 9789 w 19153"/>
                <a:gd name="connsiteY1" fmla="*/ 75 h 20138"/>
                <a:gd name="connsiteX2" fmla="*/ 212 w 19153"/>
                <a:gd name="connsiteY2" fmla="*/ 10144 h 20138"/>
                <a:gd name="connsiteX3" fmla="*/ 9789 w 19153"/>
                <a:gd name="connsiteY3" fmla="*/ 20213 h 20138"/>
                <a:gd name="connsiteX4" fmla="*/ 19366 w 19153"/>
                <a:gd name="connsiteY4" fmla="*/ 10144 h 20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53" h="20138">
                  <a:moveTo>
                    <a:pt x="19366" y="10144"/>
                  </a:moveTo>
                  <a:cubicBezTo>
                    <a:pt x="19366" y="4634"/>
                    <a:pt x="15029" y="75"/>
                    <a:pt x="9789" y="75"/>
                  </a:cubicBezTo>
                  <a:cubicBezTo>
                    <a:pt x="4549" y="75"/>
                    <a:pt x="212" y="4634"/>
                    <a:pt x="212" y="10144"/>
                  </a:cubicBezTo>
                  <a:cubicBezTo>
                    <a:pt x="212" y="15653"/>
                    <a:pt x="4549" y="20213"/>
                    <a:pt x="9789" y="20213"/>
                  </a:cubicBezTo>
                  <a:cubicBezTo>
                    <a:pt x="15029" y="20213"/>
                    <a:pt x="19366" y="15653"/>
                    <a:pt x="19366" y="1014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60" name="Freeform: Shape 6259">
              <a:extLst>
                <a:ext uri="{FF2B5EF4-FFF2-40B4-BE49-F238E27FC236}">
                  <a16:creationId xmlns:a16="http://schemas.microsoft.com/office/drawing/2014/main" id="{A7DA29EC-10BF-207E-8C29-BE9565C852FE}"/>
                </a:ext>
              </a:extLst>
            </p:cNvPr>
            <p:cNvSpPr/>
            <p:nvPr>
              <p:custDataLst>
                <p:tags r:id="rId30"/>
              </p:custDataLst>
            </p:nvPr>
          </p:nvSpPr>
          <p:spPr>
            <a:xfrm>
              <a:off x="10313107" y="5382382"/>
              <a:ext cx="120164" cy="126528"/>
            </a:xfrm>
            <a:custGeom>
              <a:avLst/>
              <a:gdLst>
                <a:gd name="connsiteX0" fmla="*/ 64003 w 120164"/>
                <a:gd name="connsiteY0" fmla="*/ 67139 h 126528"/>
                <a:gd name="connsiteX1" fmla="*/ 114418 w 120164"/>
                <a:gd name="connsiteY1" fmla="*/ 67139 h 126528"/>
                <a:gd name="connsiteX2" fmla="*/ 120381 w 120164"/>
                <a:gd name="connsiteY2" fmla="*/ 63339 h 126528"/>
                <a:gd name="connsiteX3" fmla="*/ 114418 w 120164"/>
                <a:gd name="connsiteY3" fmla="*/ 59539 h 126528"/>
                <a:gd name="connsiteX4" fmla="*/ 64003 w 120164"/>
                <a:gd name="connsiteY4" fmla="*/ 59539 h 126528"/>
                <a:gd name="connsiteX5" fmla="*/ 64003 w 120164"/>
                <a:gd name="connsiteY5" fmla="*/ 6344 h 126528"/>
                <a:gd name="connsiteX6" fmla="*/ 60390 w 120164"/>
                <a:gd name="connsiteY6" fmla="*/ 75 h 126528"/>
                <a:gd name="connsiteX7" fmla="*/ 56776 w 120164"/>
                <a:gd name="connsiteY7" fmla="*/ 6344 h 126528"/>
                <a:gd name="connsiteX8" fmla="*/ 56776 w 120164"/>
                <a:gd name="connsiteY8" fmla="*/ 59539 h 126528"/>
                <a:gd name="connsiteX9" fmla="*/ 6180 w 120164"/>
                <a:gd name="connsiteY9" fmla="*/ 59539 h 126528"/>
                <a:gd name="connsiteX10" fmla="*/ 217 w 120164"/>
                <a:gd name="connsiteY10" fmla="*/ 63339 h 126528"/>
                <a:gd name="connsiteX11" fmla="*/ 6180 w 120164"/>
                <a:gd name="connsiteY11" fmla="*/ 67139 h 126528"/>
                <a:gd name="connsiteX12" fmla="*/ 56776 w 120164"/>
                <a:gd name="connsiteY12" fmla="*/ 67139 h 126528"/>
                <a:gd name="connsiteX13" fmla="*/ 56776 w 120164"/>
                <a:gd name="connsiteY13" fmla="*/ 120334 h 126528"/>
                <a:gd name="connsiteX14" fmla="*/ 60390 w 120164"/>
                <a:gd name="connsiteY14" fmla="*/ 126603 h 126528"/>
                <a:gd name="connsiteX15" fmla="*/ 64003 w 120164"/>
                <a:gd name="connsiteY15" fmla="*/ 120334 h 126528"/>
                <a:gd name="connsiteX16" fmla="*/ 64003 w 120164"/>
                <a:gd name="connsiteY16" fmla="*/ 67139 h 12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0164" h="126528">
                  <a:moveTo>
                    <a:pt x="64003" y="67139"/>
                  </a:moveTo>
                  <a:lnTo>
                    <a:pt x="114418" y="67139"/>
                  </a:lnTo>
                  <a:cubicBezTo>
                    <a:pt x="116948" y="67139"/>
                    <a:pt x="120381" y="67139"/>
                    <a:pt x="120381" y="63339"/>
                  </a:cubicBezTo>
                  <a:cubicBezTo>
                    <a:pt x="120381" y="59539"/>
                    <a:pt x="116948" y="59539"/>
                    <a:pt x="114418" y="59539"/>
                  </a:cubicBezTo>
                  <a:lnTo>
                    <a:pt x="64003" y="59539"/>
                  </a:lnTo>
                  <a:lnTo>
                    <a:pt x="64003" y="6344"/>
                  </a:lnTo>
                  <a:cubicBezTo>
                    <a:pt x="64003" y="3684"/>
                    <a:pt x="64003" y="75"/>
                    <a:pt x="60390" y="75"/>
                  </a:cubicBezTo>
                  <a:cubicBezTo>
                    <a:pt x="56776" y="75"/>
                    <a:pt x="56776" y="3684"/>
                    <a:pt x="56776" y="6344"/>
                  </a:cubicBezTo>
                  <a:lnTo>
                    <a:pt x="56776" y="59539"/>
                  </a:lnTo>
                  <a:lnTo>
                    <a:pt x="6180" y="59539"/>
                  </a:lnTo>
                  <a:cubicBezTo>
                    <a:pt x="3650" y="59539"/>
                    <a:pt x="217" y="59539"/>
                    <a:pt x="217" y="63339"/>
                  </a:cubicBezTo>
                  <a:cubicBezTo>
                    <a:pt x="217" y="67139"/>
                    <a:pt x="3650" y="67139"/>
                    <a:pt x="6180" y="67139"/>
                  </a:cubicBezTo>
                  <a:lnTo>
                    <a:pt x="56776" y="67139"/>
                  </a:lnTo>
                  <a:lnTo>
                    <a:pt x="56776" y="120334"/>
                  </a:lnTo>
                  <a:cubicBezTo>
                    <a:pt x="56776" y="122993"/>
                    <a:pt x="56776" y="126603"/>
                    <a:pt x="60390" y="126603"/>
                  </a:cubicBezTo>
                  <a:cubicBezTo>
                    <a:pt x="64003" y="126603"/>
                    <a:pt x="64003" y="122993"/>
                    <a:pt x="64003" y="120334"/>
                  </a:cubicBezTo>
                  <a:lnTo>
                    <a:pt x="64003" y="6713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61" name="Freeform: Shape 6260">
              <a:extLst>
                <a:ext uri="{FF2B5EF4-FFF2-40B4-BE49-F238E27FC236}">
                  <a16:creationId xmlns:a16="http://schemas.microsoft.com/office/drawing/2014/main" id="{A056D837-FA8B-9237-4C7F-6D0121F16BC4}"/>
                </a:ext>
              </a:extLst>
            </p:cNvPr>
            <p:cNvSpPr/>
            <p:nvPr>
              <p:custDataLst>
                <p:tags r:id="rId31"/>
              </p:custDataLst>
            </p:nvPr>
          </p:nvSpPr>
          <p:spPr>
            <a:xfrm>
              <a:off x="10501575" y="5350655"/>
              <a:ext cx="41921" cy="189982"/>
            </a:xfrm>
            <a:custGeom>
              <a:avLst/>
              <a:gdLst>
                <a:gd name="connsiteX0" fmla="*/ 42149 w 41921"/>
                <a:gd name="connsiteY0" fmla="*/ 188157 h 189982"/>
                <a:gd name="connsiteX1" fmla="*/ 39077 w 41921"/>
                <a:gd name="connsiteY1" fmla="*/ 183978 h 189982"/>
                <a:gd name="connsiteX2" fmla="*/ 10708 w 41921"/>
                <a:gd name="connsiteY2" fmla="*/ 95066 h 189982"/>
                <a:gd name="connsiteX3" fmla="*/ 39800 w 41921"/>
                <a:gd name="connsiteY3" fmla="*/ 5204 h 189982"/>
                <a:gd name="connsiteX4" fmla="*/ 42149 w 41921"/>
                <a:gd name="connsiteY4" fmla="*/ 1975 h 189982"/>
                <a:gd name="connsiteX5" fmla="*/ 40342 w 41921"/>
                <a:gd name="connsiteY5" fmla="*/ 75 h 189982"/>
                <a:gd name="connsiteX6" fmla="*/ 11611 w 41921"/>
                <a:gd name="connsiteY6" fmla="*/ 37121 h 189982"/>
                <a:gd name="connsiteX7" fmla="*/ 227 w 41921"/>
                <a:gd name="connsiteY7" fmla="*/ 95066 h 189982"/>
                <a:gd name="connsiteX8" fmla="*/ 12153 w 41921"/>
                <a:gd name="connsiteY8" fmla="*/ 154341 h 189982"/>
                <a:gd name="connsiteX9" fmla="*/ 40342 w 41921"/>
                <a:gd name="connsiteY9" fmla="*/ 190057 h 189982"/>
                <a:gd name="connsiteX10" fmla="*/ 42149 w 41921"/>
                <a:gd name="connsiteY10" fmla="*/ 188157 h 189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21" h="189982">
                  <a:moveTo>
                    <a:pt x="42149" y="188157"/>
                  </a:moveTo>
                  <a:cubicBezTo>
                    <a:pt x="42149" y="187588"/>
                    <a:pt x="42149" y="187208"/>
                    <a:pt x="39077" y="183978"/>
                  </a:cubicBezTo>
                  <a:cubicBezTo>
                    <a:pt x="16490" y="160040"/>
                    <a:pt x="10708" y="124133"/>
                    <a:pt x="10708" y="95066"/>
                  </a:cubicBezTo>
                  <a:cubicBezTo>
                    <a:pt x="10708" y="62009"/>
                    <a:pt x="17574" y="28952"/>
                    <a:pt x="39800" y="5204"/>
                  </a:cubicBezTo>
                  <a:cubicBezTo>
                    <a:pt x="42149" y="2924"/>
                    <a:pt x="42149" y="2544"/>
                    <a:pt x="42149" y="1975"/>
                  </a:cubicBezTo>
                  <a:cubicBezTo>
                    <a:pt x="42149" y="645"/>
                    <a:pt x="41426" y="75"/>
                    <a:pt x="40342" y="75"/>
                  </a:cubicBezTo>
                  <a:cubicBezTo>
                    <a:pt x="38535" y="75"/>
                    <a:pt x="22272" y="12994"/>
                    <a:pt x="11611" y="37121"/>
                  </a:cubicBezTo>
                  <a:cubicBezTo>
                    <a:pt x="2395" y="58019"/>
                    <a:pt x="227" y="79107"/>
                    <a:pt x="227" y="95066"/>
                  </a:cubicBezTo>
                  <a:cubicBezTo>
                    <a:pt x="227" y="109885"/>
                    <a:pt x="2215" y="132873"/>
                    <a:pt x="12153" y="154341"/>
                  </a:cubicBezTo>
                  <a:cubicBezTo>
                    <a:pt x="22995" y="177708"/>
                    <a:pt x="38535" y="190057"/>
                    <a:pt x="40342" y="190057"/>
                  </a:cubicBezTo>
                  <a:cubicBezTo>
                    <a:pt x="41426" y="190057"/>
                    <a:pt x="42149" y="189487"/>
                    <a:pt x="42149" y="18815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62" name="Freeform: Shape 6261">
              <a:extLst>
                <a:ext uri="{FF2B5EF4-FFF2-40B4-BE49-F238E27FC236}">
                  <a16:creationId xmlns:a16="http://schemas.microsoft.com/office/drawing/2014/main" id="{EDC9572C-1D4C-2886-55B8-6BB4855C28E7}"/>
                </a:ext>
              </a:extLst>
            </p:cNvPr>
            <p:cNvSpPr/>
            <p:nvPr>
              <p:custDataLst>
                <p:tags r:id="rId32"/>
              </p:custDataLst>
            </p:nvPr>
          </p:nvSpPr>
          <p:spPr>
            <a:xfrm>
              <a:off x="10559197" y="5409169"/>
              <a:ext cx="89987" cy="86062"/>
            </a:xfrm>
            <a:custGeom>
              <a:avLst/>
              <a:gdLst>
                <a:gd name="connsiteX0" fmla="*/ 55344 w 89987"/>
                <a:gd name="connsiteY0" fmla="*/ 26672 h 86062"/>
                <a:gd name="connsiteX1" fmla="*/ 73233 w 89987"/>
                <a:gd name="connsiteY1" fmla="*/ 4254 h 86062"/>
                <a:gd name="connsiteX2" fmla="*/ 82268 w 89987"/>
                <a:gd name="connsiteY2" fmla="*/ 6724 h 86062"/>
                <a:gd name="connsiteX3" fmla="*/ 73594 w 89987"/>
                <a:gd name="connsiteY3" fmla="*/ 16983 h 86062"/>
                <a:gd name="connsiteX4" fmla="*/ 80461 w 89987"/>
                <a:gd name="connsiteY4" fmla="*/ 23633 h 86062"/>
                <a:gd name="connsiteX5" fmla="*/ 90218 w 89987"/>
                <a:gd name="connsiteY5" fmla="*/ 12614 h 86062"/>
                <a:gd name="connsiteX6" fmla="*/ 73414 w 89987"/>
                <a:gd name="connsiteY6" fmla="*/ 75 h 86062"/>
                <a:gd name="connsiteX7" fmla="*/ 54440 w 89987"/>
                <a:gd name="connsiteY7" fmla="*/ 14513 h 86062"/>
                <a:gd name="connsiteX8" fmla="*/ 34925 w 89987"/>
                <a:gd name="connsiteY8" fmla="*/ 75 h 86062"/>
                <a:gd name="connsiteX9" fmla="*/ 5833 w 89987"/>
                <a:gd name="connsiteY9" fmla="*/ 29332 h 86062"/>
                <a:gd name="connsiteX10" fmla="*/ 8001 w 89987"/>
                <a:gd name="connsiteY10" fmla="*/ 31232 h 86062"/>
                <a:gd name="connsiteX11" fmla="*/ 10350 w 89987"/>
                <a:gd name="connsiteY11" fmla="*/ 29142 h 86062"/>
                <a:gd name="connsiteX12" fmla="*/ 34564 w 89987"/>
                <a:gd name="connsiteY12" fmla="*/ 4254 h 86062"/>
                <a:gd name="connsiteX13" fmla="*/ 44321 w 89987"/>
                <a:gd name="connsiteY13" fmla="*/ 16983 h 86062"/>
                <a:gd name="connsiteX14" fmla="*/ 34564 w 89987"/>
                <a:gd name="connsiteY14" fmla="*/ 62199 h 86062"/>
                <a:gd name="connsiteX15" fmla="*/ 17397 w 89987"/>
                <a:gd name="connsiteY15" fmla="*/ 81957 h 86062"/>
                <a:gd name="connsiteX16" fmla="*/ 8362 w 89987"/>
                <a:gd name="connsiteY16" fmla="*/ 79487 h 86062"/>
                <a:gd name="connsiteX17" fmla="*/ 16855 w 89987"/>
                <a:gd name="connsiteY17" fmla="*/ 69228 h 86062"/>
                <a:gd name="connsiteX18" fmla="*/ 10169 w 89987"/>
                <a:gd name="connsiteY18" fmla="*/ 62579 h 86062"/>
                <a:gd name="connsiteX19" fmla="*/ 231 w 89987"/>
                <a:gd name="connsiteY19" fmla="*/ 73598 h 86062"/>
                <a:gd name="connsiteX20" fmla="*/ 17217 w 89987"/>
                <a:gd name="connsiteY20" fmla="*/ 86137 h 86062"/>
                <a:gd name="connsiteX21" fmla="*/ 36190 w 89987"/>
                <a:gd name="connsiteY21" fmla="*/ 71698 h 86062"/>
                <a:gd name="connsiteX22" fmla="*/ 55705 w 89987"/>
                <a:gd name="connsiteY22" fmla="*/ 86137 h 86062"/>
                <a:gd name="connsiteX23" fmla="*/ 84617 w 89987"/>
                <a:gd name="connsiteY23" fmla="*/ 56880 h 86062"/>
                <a:gd name="connsiteX24" fmla="*/ 82448 w 89987"/>
                <a:gd name="connsiteY24" fmla="*/ 54980 h 86062"/>
                <a:gd name="connsiteX25" fmla="*/ 80099 w 89987"/>
                <a:gd name="connsiteY25" fmla="*/ 57069 h 86062"/>
                <a:gd name="connsiteX26" fmla="*/ 56067 w 89987"/>
                <a:gd name="connsiteY26" fmla="*/ 81957 h 86062"/>
                <a:gd name="connsiteX27" fmla="*/ 46128 w 89987"/>
                <a:gd name="connsiteY27" fmla="*/ 69418 h 86062"/>
                <a:gd name="connsiteX28" fmla="*/ 49200 w 89987"/>
                <a:gd name="connsiteY28" fmla="*/ 52700 h 86062"/>
                <a:gd name="connsiteX29" fmla="*/ 55344 w 89987"/>
                <a:gd name="connsiteY29" fmla="*/ 26672 h 8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9987" h="86062">
                  <a:moveTo>
                    <a:pt x="55344" y="26672"/>
                  </a:moveTo>
                  <a:cubicBezTo>
                    <a:pt x="56428" y="21733"/>
                    <a:pt x="60584" y="4254"/>
                    <a:pt x="73233" y="4254"/>
                  </a:cubicBezTo>
                  <a:cubicBezTo>
                    <a:pt x="74136" y="4254"/>
                    <a:pt x="78473" y="4254"/>
                    <a:pt x="82268" y="6724"/>
                  </a:cubicBezTo>
                  <a:cubicBezTo>
                    <a:pt x="77208" y="7674"/>
                    <a:pt x="73594" y="12424"/>
                    <a:pt x="73594" y="16983"/>
                  </a:cubicBezTo>
                  <a:cubicBezTo>
                    <a:pt x="73594" y="20023"/>
                    <a:pt x="75582" y="23633"/>
                    <a:pt x="80461" y="23633"/>
                  </a:cubicBezTo>
                  <a:cubicBezTo>
                    <a:pt x="84436" y="23633"/>
                    <a:pt x="90218" y="20213"/>
                    <a:pt x="90218" y="12614"/>
                  </a:cubicBezTo>
                  <a:cubicBezTo>
                    <a:pt x="90218" y="2734"/>
                    <a:pt x="79557" y="75"/>
                    <a:pt x="73414" y="75"/>
                  </a:cubicBezTo>
                  <a:cubicBezTo>
                    <a:pt x="62933" y="75"/>
                    <a:pt x="56609" y="10144"/>
                    <a:pt x="54440" y="14513"/>
                  </a:cubicBezTo>
                  <a:cubicBezTo>
                    <a:pt x="49923" y="1975"/>
                    <a:pt x="40165" y="75"/>
                    <a:pt x="34925" y="75"/>
                  </a:cubicBezTo>
                  <a:cubicBezTo>
                    <a:pt x="16132" y="75"/>
                    <a:pt x="5833" y="24582"/>
                    <a:pt x="5833" y="29332"/>
                  </a:cubicBezTo>
                  <a:cubicBezTo>
                    <a:pt x="5833" y="31232"/>
                    <a:pt x="7640" y="31232"/>
                    <a:pt x="8001" y="31232"/>
                  </a:cubicBezTo>
                  <a:cubicBezTo>
                    <a:pt x="9447" y="31232"/>
                    <a:pt x="9989" y="30852"/>
                    <a:pt x="10350" y="29142"/>
                  </a:cubicBezTo>
                  <a:cubicBezTo>
                    <a:pt x="16494" y="9004"/>
                    <a:pt x="28420" y="4254"/>
                    <a:pt x="34564" y="4254"/>
                  </a:cubicBezTo>
                  <a:cubicBezTo>
                    <a:pt x="37997" y="4254"/>
                    <a:pt x="44321" y="5964"/>
                    <a:pt x="44321" y="16983"/>
                  </a:cubicBezTo>
                  <a:cubicBezTo>
                    <a:pt x="44321" y="22873"/>
                    <a:pt x="41249" y="35601"/>
                    <a:pt x="34564" y="62199"/>
                  </a:cubicBezTo>
                  <a:cubicBezTo>
                    <a:pt x="31672" y="73978"/>
                    <a:pt x="25348" y="81957"/>
                    <a:pt x="17397" y="81957"/>
                  </a:cubicBezTo>
                  <a:cubicBezTo>
                    <a:pt x="16313" y="81957"/>
                    <a:pt x="12157" y="81957"/>
                    <a:pt x="8362" y="79487"/>
                  </a:cubicBezTo>
                  <a:cubicBezTo>
                    <a:pt x="12880" y="78538"/>
                    <a:pt x="16855" y="74548"/>
                    <a:pt x="16855" y="69228"/>
                  </a:cubicBezTo>
                  <a:cubicBezTo>
                    <a:pt x="16855" y="64099"/>
                    <a:pt x="12880" y="62579"/>
                    <a:pt x="10169" y="62579"/>
                  </a:cubicBezTo>
                  <a:cubicBezTo>
                    <a:pt x="4748" y="62579"/>
                    <a:pt x="231" y="67519"/>
                    <a:pt x="231" y="73598"/>
                  </a:cubicBezTo>
                  <a:cubicBezTo>
                    <a:pt x="231" y="82337"/>
                    <a:pt x="9266" y="86137"/>
                    <a:pt x="17217" y="86137"/>
                  </a:cubicBezTo>
                  <a:cubicBezTo>
                    <a:pt x="29143" y="86137"/>
                    <a:pt x="35648" y="72838"/>
                    <a:pt x="36190" y="71698"/>
                  </a:cubicBezTo>
                  <a:cubicBezTo>
                    <a:pt x="38358" y="78728"/>
                    <a:pt x="44863" y="86137"/>
                    <a:pt x="55705" y="86137"/>
                  </a:cubicBezTo>
                  <a:cubicBezTo>
                    <a:pt x="74317" y="86137"/>
                    <a:pt x="84617" y="61629"/>
                    <a:pt x="84617" y="56880"/>
                  </a:cubicBezTo>
                  <a:cubicBezTo>
                    <a:pt x="84617" y="54980"/>
                    <a:pt x="82991" y="54980"/>
                    <a:pt x="82448" y="54980"/>
                  </a:cubicBezTo>
                  <a:cubicBezTo>
                    <a:pt x="80822" y="54980"/>
                    <a:pt x="80461" y="55740"/>
                    <a:pt x="80099" y="57069"/>
                  </a:cubicBezTo>
                  <a:cubicBezTo>
                    <a:pt x="74136" y="77398"/>
                    <a:pt x="61849" y="81957"/>
                    <a:pt x="56067" y="81957"/>
                  </a:cubicBezTo>
                  <a:cubicBezTo>
                    <a:pt x="49019" y="81957"/>
                    <a:pt x="46128" y="75878"/>
                    <a:pt x="46128" y="69418"/>
                  </a:cubicBezTo>
                  <a:cubicBezTo>
                    <a:pt x="46128" y="65239"/>
                    <a:pt x="47212" y="61059"/>
                    <a:pt x="49200" y="52700"/>
                  </a:cubicBezTo>
                  <a:lnTo>
                    <a:pt x="55344" y="2667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63" name="Freeform: Shape 6262">
              <a:extLst>
                <a:ext uri="{FF2B5EF4-FFF2-40B4-BE49-F238E27FC236}">
                  <a16:creationId xmlns:a16="http://schemas.microsoft.com/office/drawing/2014/main" id="{5E121F18-AA59-8234-FA08-2FB636305D73}"/>
                </a:ext>
              </a:extLst>
            </p:cNvPr>
            <p:cNvSpPr/>
            <p:nvPr>
              <p:custDataLst>
                <p:tags r:id="rId33"/>
              </p:custDataLst>
            </p:nvPr>
          </p:nvSpPr>
          <p:spPr>
            <a:xfrm>
              <a:off x="10657231" y="5433468"/>
              <a:ext cx="55528" cy="115300"/>
            </a:xfrm>
            <a:custGeom>
              <a:avLst/>
              <a:gdLst>
                <a:gd name="connsiteX0" fmla="*/ 55765 w 55528"/>
                <a:gd name="connsiteY0" fmla="*/ 5130 h 115300"/>
                <a:gd name="connsiteX1" fmla="*/ 50706 w 55528"/>
                <a:gd name="connsiteY1" fmla="*/ 76 h 115300"/>
                <a:gd name="connsiteX2" fmla="*/ 43622 w 55528"/>
                <a:gd name="connsiteY2" fmla="*/ 7391 h 115300"/>
                <a:gd name="connsiteX3" fmla="*/ 48682 w 55528"/>
                <a:gd name="connsiteY3" fmla="*/ 12444 h 115300"/>
                <a:gd name="connsiteX4" fmla="*/ 55765 w 55528"/>
                <a:gd name="connsiteY4" fmla="*/ 5130 h 115300"/>
                <a:gd name="connsiteX5" fmla="*/ 28950 w 55528"/>
                <a:gd name="connsiteY5" fmla="*/ 94764 h 115300"/>
                <a:gd name="connsiteX6" fmla="*/ 12633 w 55528"/>
                <a:gd name="connsiteY6" fmla="*/ 111653 h 115300"/>
                <a:gd name="connsiteX7" fmla="*/ 8079 w 55528"/>
                <a:gd name="connsiteY7" fmla="*/ 110855 h 115300"/>
                <a:gd name="connsiteX8" fmla="*/ 12380 w 55528"/>
                <a:gd name="connsiteY8" fmla="*/ 104073 h 115300"/>
                <a:gd name="connsiteX9" fmla="*/ 7447 w 55528"/>
                <a:gd name="connsiteY9" fmla="*/ 99152 h 115300"/>
                <a:gd name="connsiteX10" fmla="*/ 237 w 55528"/>
                <a:gd name="connsiteY10" fmla="*/ 106998 h 115300"/>
                <a:gd name="connsiteX11" fmla="*/ 12759 w 55528"/>
                <a:gd name="connsiteY11" fmla="*/ 115377 h 115300"/>
                <a:gd name="connsiteX12" fmla="*/ 39069 w 55528"/>
                <a:gd name="connsiteY12" fmla="*/ 94365 h 115300"/>
                <a:gd name="connsiteX13" fmla="*/ 50453 w 55528"/>
                <a:gd name="connsiteY13" fmla="*/ 46755 h 115300"/>
                <a:gd name="connsiteX14" fmla="*/ 51085 w 55528"/>
                <a:gd name="connsiteY14" fmla="*/ 42100 h 115300"/>
                <a:gd name="connsiteX15" fmla="*/ 37551 w 55528"/>
                <a:gd name="connsiteY15" fmla="*/ 29599 h 115300"/>
                <a:gd name="connsiteX16" fmla="*/ 15415 w 55528"/>
                <a:gd name="connsiteY16" fmla="*/ 49947 h 115300"/>
                <a:gd name="connsiteX17" fmla="*/ 17566 w 55528"/>
                <a:gd name="connsiteY17" fmla="*/ 51675 h 115300"/>
                <a:gd name="connsiteX18" fmla="*/ 20095 w 55528"/>
                <a:gd name="connsiteY18" fmla="*/ 49282 h 115300"/>
                <a:gd name="connsiteX19" fmla="*/ 37171 w 55528"/>
                <a:gd name="connsiteY19" fmla="*/ 33323 h 115300"/>
                <a:gd name="connsiteX20" fmla="*/ 41472 w 55528"/>
                <a:gd name="connsiteY20" fmla="*/ 39840 h 115300"/>
                <a:gd name="connsiteX21" fmla="*/ 41092 w 55528"/>
                <a:gd name="connsiteY21" fmla="*/ 43829 h 115300"/>
                <a:gd name="connsiteX22" fmla="*/ 28950 w 55528"/>
                <a:gd name="connsiteY22" fmla="*/ 94764 h 11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528" h="115300">
                  <a:moveTo>
                    <a:pt x="55765" y="5130"/>
                  </a:moveTo>
                  <a:cubicBezTo>
                    <a:pt x="55765" y="2869"/>
                    <a:pt x="54121" y="76"/>
                    <a:pt x="50706" y="76"/>
                  </a:cubicBezTo>
                  <a:cubicBezTo>
                    <a:pt x="47037" y="76"/>
                    <a:pt x="43622" y="3800"/>
                    <a:pt x="43622" y="7391"/>
                  </a:cubicBezTo>
                  <a:cubicBezTo>
                    <a:pt x="43622" y="9518"/>
                    <a:pt x="45140" y="12444"/>
                    <a:pt x="48682" y="12444"/>
                  </a:cubicBezTo>
                  <a:cubicBezTo>
                    <a:pt x="52097" y="12444"/>
                    <a:pt x="55765" y="8986"/>
                    <a:pt x="55765" y="5130"/>
                  </a:cubicBezTo>
                  <a:close/>
                  <a:moveTo>
                    <a:pt x="28950" y="94764"/>
                  </a:moveTo>
                  <a:cubicBezTo>
                    <a:pt x="26799" y="103940"/>
                    <a:pt x="20095" y="111653"/>
                    <a:pt x="12633" y="111653"/>
                  </a:cubicBezTo>
                  <a:cubicBezTo>
                    <a:pt x="10988" y="111653"/>
                    <a:pt x="9470" y="111387"/>
                    <a:pt x="8079" y="110855"/>
                  </a:cubicBezTo>
                  <a:cubicBezTo>
                    <a:pt x="11368" y="109259"/>
                    <a:pt x="12380" y="106067"/>
                    <a:pt x="12380" y="104073"/>
                  </a:cubicBezTo>
                  <a:cubicBezTo>
                    <a:pt x="12380" y="100881"/>
                    <a:pt x="9976" y="99152"/>
                    <a:pt x="7447" y="99152"/>
                  </a:cubicBezTo>
                  <a:cubicBezTo>
                    <a:pt x="3525" y="99152"/>
                    <a:pt x="237" y="102743"/>
                    <a:pt x="237" y="106998"/>
                  </a:cubicBezTo>
                  <a:cubicBezTo>
                    <a:pt x="237" y="112052"/>
                    <a:pt x="5170" y="115377"/>
                    <a:pt x="12759" y="115377"/>
                  </a:cubicBezTo>
                  <a:cubicBezTo>
                    <a:pt x="20348" y="115377"/>
                    <a:pt x="35147" y="110589"/>
                    <a:pt x="39069" y="94365"/>
                  </a:cubicBezTo>
                  <a:lnTo>
                    <a:pt x="50453" y="46755"/>
                  </a:lnTo>
                  <a:cubicBezTo>
                    <a:pt x="50832" y="45292"/>
                    <a:pt x="51085" y="44095"/>
                    <a:pt x="51085" y="42100"/>
                  </a:cubicBezTo>
                  <a:cubicBezTo>
                    <a:pt x="51085" y="34786"/>
                    <a:pt x="45140" y="29599"/>
                    <a:pt x="37551" y="29599"/>
                  </a:cubicBezTo>
                  <a:cubicBezTo>
                    <a:pt x="23511" y="29599"/>
                    <a:pt x="15415" y="48085"/>
                    <a:pt x="15415" y="49947"/>
                  </a:cubicBezTo>
                  <a:cubicBezTo>
                    <a:pt x="15415" y="51675"/>
                    <a:pt x="17186" y="51675"/>
                    <a:pt x="17566" y="51675"/>
                  </a:cubicBezTo>
                  <a:cubicBezTo>
                    <a:pt x="19083" y="51675"/>
                    <a:pt x="19210" y="51277"/>
                    <a:pt x="20095" y="49282"/>
                  </a:cubicBezTo>
                  <a:cubicBezTo>
                    <a:pt x="23258" y="41568"/>
                    <a:pt x="29835" y="33323"/>
                    <a:pt x="37171" y="33323"/>
                  </a:cubicBezTo>
                  <a:cubicBezTo>
                    <a:pt x="40334" y="33323"/>
                    <a:pt x="41472" y="35584"/>
                    <a:pt x="41472" y="39840"/>
                  </a:cubicBezTo>
                  <a:cubicBezTo>
                    <a:pt x="41472" y="41302"/>
                    <a:pt x="41219" y="43164"/>
                    <a:pt x="41092" y="43829"/>
                  </a:cubicBezTo>
                  <a:lnTo>
                    <a:pt x="28950" y="9476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64" name="Freeform: Shape 6263">
              <a:extLst>
                <a:ext uri="{FF2B5EF4-FFF2-40B4-BE49-F238E27FC236}">
                  <a16:creationId xmlns:a16="http://schemas.microsoft.com/office/drawing/2014/main" id="{D7DFBFFE-5A2D-72D8-4175-116CE56FF943}"/>
                </a:ext>
              </a:extLst>
            </p:cNvPr>
            <p:cNvSpPr/>
            <p:nvPr>
              <p:custDataLst>
                <p:tags r:id="rId34"/>
              </p:custDataLst>
            </p:nvPr>
          </p:nvSpPr>
          <p:spPr>
            <a:xfrm>
              <a:off x="10783643" y="5382382"/>
              <a:ext cx="120164" cy="126528"/>
            </a:xfrm>
            <a:custGeom>
              <a:avLst/>
              <a:gdLst>
                <a:gd name="connsiteX0" fmla="*/ 64029 w 120164"/>
                <a:gd name="connsiteY0" fmla="*/ 67139 h 126528"/>
                <a:gd name="connsiteX1" fmla="*/ 114444 w 120164"/>
                <a:gd name="connsiteY1" fmla="*/ 67139 h 126528"/>
                <a:gd name="connsiteX2" fmla="*/ 120407 w 120164"/>
                <a:gd name="connsiteY2" fmla="*/ 63339 h 126528"/>
                <a:gd name="connsiteX3" fmla="*/ 114444 w 120164"/>
                <a:gd name="connsiteY3" fmla="*/ 59539 h 126528"/>
                <a:gd name="connsiteX4" fmla="*/ 64029 w 120164"/>
                <a:gd name="connsiteY4" fmla="*/ 59539 h 126528"/>
                <a:gd name="connsiteX5" fmla="*/ 64029 w 120164"/>
                <a:gd name="connsiteY5" fmla="*/ 6344 h 126528"/>
                <a:gd name="connsiteX6" fmla="*/ 60415 w 120164"/>
                <a:gd name="connsiteY6" fmla="*/ 75 h 126528"/>
                <a:gd name="connsiteX7" fmla="*/ 56802 w 120164"/>
                <a:gd name="connsiteY7" fmla="*/ 6344 h 126528"/>
                <a:gd name="connsiteX8" fmla="*/ 56802 w 120164"/>
                <a:gd name="connsiteY8" fmla="*/ 59539 h 126528"/>
                <a:gd name="connsiteX9" fmla="*/ 6206 w 120164"/>
                <a:gd name="connsiteY9" fmla="*/ 59539 h 126528"/>
                <a:gd name="connsiteX10" fmla="*/ 243 w 120164"/>
                <a:gd name="connsiteY10" fmla="*/ 63339 h 126528"/>
                <a:gd name="connsiteX11" fmla="*/ 6206 w 120164"/>
                <a:gd name="connsiteY11" fmla="*/ 67139 h 126528"/>
                <a:gd name="connsiteX12" fmla="*/ 56802 w 120164"/>
                <a:gd name="connsiteY12" fmla="*/ 67139 h 126528"/>
                <a:gd name="connsiteX13" fmla="*/ 56802 w 120164"/>
                <a:gd name="connsiteY13" fmla="*/ 120334 h 126528"/>
                <a:gd name="connsiteX14" fmla="*/ 60415 w 120164"/>
                <a:gd name="connsiteY14" fmla="*/ 126603 h 126528"/>
                <a:gd name="connsiteX15" fmla="*/ 64029 w 120164"/>
                <a:gd name="connsiteY15" fmla="*/ 120334 h 126528"/>
                <a:gd name="connsiteX16" fmla="*/ 64029 w 120164"/>
                <a:gd name="connsiteY16" fmla="*/ 67139 h 12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0164" h="126528">
                  <a:moveTo>
                    <a:pt x="64029" y="67139"/>
                  </a:moveTo>
                  <a:lnTo>
                    <a:pt x="114444" y="67139"/>
                  </a:lnTo>
                  <a:cubicBezTo>
                    <a:pt x="116974" y="67139"/>
                    <a:pt x="120407" y="67139"/>
                    <a:pt x="120407" y="63339"/>
                  </a:cubicBezTo>
                  <a:cubicBezTo>
                    <a:pt x="120407" y="59539"/>
                    <a:pt x="116974" y="59539"/>
                    <a:pt x="114444" y="59539"/>
                  </a:cubicBezTo>
                  <a:lnTo>
                    <a:pt x="64029" y="59539"/>
                  </a:lnTo>
                  <a:lnTo>
                    <a:pt x="64029" y="6344"/>
                  </a:lnTo>
                  <a:cubicBezTo>
                    <a:pt x="64029" y="3684"/>
                    <a:pt x="64029" y="75"/>
                    <a:pt x="60415" y="75"/>
                  </a:cubicBezTo>
                  <a:cubicBezTo>
                    <a:pt x="56802" y="75"/>
                    <a:pt x="56802" y="3684"/>
                    <a:pt x="56802" y="6344"/>
                  </a:cubicBezTo>
                  <a:lnTo>
                    <a:pt x="56802" y="59539"/>
                  </a:lnTo>
                  <a:lnTo>
                    <a:pt x="6206" y="59539"/>
                  </a:lnTo>
                  <a:cubicBezTo>
                    <a:pt x="3676" y="59539"/>
                    <a:pt x="243" y="59539"/>
                    <a:pt x="243" y="63339"/>
                  </a:cubicBezTo>
                  <a:cubicBezTo>
                    <a:pt x="243" y="67139"/>
                    <a:pt x="3676" y="67139"/>
                    <a:pt x="6206" y="67139"/>
                  </a:cubicBezTo>
                  <a:lnTo>
                    <a:pt x="56802" y="67139"/>
                  </a:lnTo>
                  <a:lnTo>
                    <a:pt x="56802" y="120334"/>
                  </a:lnTo>
                  <a:cubicBezTo>
                    <a:pt x="56802" y="122993"/>
                    <a:pt x="56802" y="126603"/>
                    <a:pt x="60415" y="126603"/>
                  </a:cubicBezTo>
                  <a:cubicBezTo>
                    <a:pt x="64029" y="126603"/>
                    <a:pt x="64029" y="122993"/>
                    <a:pt x="64029" y="120334"/>
                  </a:cubicBezTo>
                  <a:lnTo>
                    <a:pt x="64029" y="6713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65" name="Freeform: Shape 6264">
              <a:extLst>
                <a:ext uri="{FF2B5EF4-FFF2-40B4-BE49-F238E27FC236}">
                  <a16:creationId xmlns:a16="http://schemas.microsoft.com/office/drawing/2014/main" id="{94A38361-BE6D-9673-CACB-85CCB446ED1B}"/>
                </a:ext>
              </a:extLst>
            </p:cNvPr>
            <p:cNvSpPr/>
            <p:nvPr>
              <p:custDataLst>
                <p:tags r:id="rId35"/>
              </p:custDataLst>
            </p:nvPr>
          </p:nvSpPr>
          <p:spPr>
            <a:xfrm>
              <a:off x="10970303" y="5366613"/>
              <a:ext cx="59630" cy="126528"/>
            </a:xfrm>
            <a:custGeom>
              <a:avLst/>
              <a:gdLst>
                <a:gd name="connsiteX0" fmla="*/ 37296 w 59630"/>
                <a:gd name="connsiteY0" fmla="*/ 5014 h 126528"/>
                <a:gd name="connsiteX1" fmla="*/ 33140 w 59630"/>
                <a:gd name="connsiteY1" fmla="*/ 75 h 126528"/>
                <a:gd name="connsiteX2" fmla="*/ 253 w 59630"/>
                <a:gd name="connsiteY2" fmla="*/ 12234 h 126528"/>
                <a:gd name="connsiteX3" fmla="*/ 253 w 59630"/>
                <a:gd name="connsiteY3" fmla="*/ 18123 h 126528"/>
                <a:gd name="connsiteX4" fmla="*/ 23924 w 59630"/>
                <a:gd name="connsiteY4" fmla="*/ 13184 h 126528"/>
                <a:gd name="connsiteX5" fmla="*/ 23924 w 59630"/>
                <a:gd name="connsiteY5" fmla="*/ 111594 h 126528"/>
                <a:gd name="connsiteX6" fmla="*/ 7120 w 59630"/>
                <a:gd name="connsiteY6" fmla="*/ 120714 h 126528"/>
                <a:gd name="connsiteX7" fmla="*/ 1337 w 59630"/>
                <a:gd name="connsiteY7" fmla="*/ 120714 h 126528"/>
                <a:gd name="connsiteX8" fmla="*/ 1337 w 59630"/>
                <a:gd name="connsiteY8" fmla="*/ 126603 h 126528"/>
                <a:gd name="connsiteX9" fmla="*/ 30610 w 59630"/>
                <a:gd name="connsiteY9" fmla="*/ 126033 h 126528"/>
                <a:gd name="connsiteX10" fmla="*/ 59883 w 59630"/>
                <a:gd name="connsiteY10" fmla="*/ 126603 h 126528"/>
                <a:gd name="connsiteX11" fmla="*/ 59883 w 59630"/>
                <a:gd name="connsiteY11" fmla="*/ 120714 h 126528"/>
                <a:gd name="connsiteX12" fmla="*/ 54101 w 59630"/>
                <a:gd name="connsiteY12" fmla="*/ 120714 h 126528"/>
                <a:gd name="connsiteX13" fmla="*/ 37296 w 59630"/>
                <a:gd name="connsiteY13" fmla="*/ 111594 h 126528"/>
                <a:gd name="connsiteX14" fmla="*/ 37296 w 59630"/>
                <a:gd name="connsiteY14" fmla="*/ 5014 h 12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630" h="126528">
                  <a:moveTo>
                    <a:pt x="37296" y="5014"/>
                  </a:moveTo>
                  <a:cubicBezTo>
                    <a:pt x="37296" y="455"/>
                    <a:pt x="37296" y="75"/>
                    <a:pt x="33140" y="75"/>
                  </a:cubicBezTo>
                  <a:cubicBezTo>
                    <a:pt x="21937" y="12234"/>
                    <a:pt x="6035" y="12234"/>
                    <a:pt x="253" y="12234"/>
                  </a:cubicBezTo>
                  <a:lnTo>
                    <a:pt x="253" y="18123"/>
                  </a:lnTo>
                  <a:cubicBezTo>
                    <a:pt x="3867" y="18123"/>
                    <a:pt x="14528" y="18123"/>
                    <a:pt x="23924" y="13184"/>
                  </a:cubicBezTo>
                  <a:lnTo>
                    <a:pt x="23924" y="111594"/>
                  </a:lnTo>
                  <a:cubicBezTo>
                    <a:pt x="23924" y="118434"/>
                    <a:pt x="23382" y="120714"/>
                    <a:pt x="7120" y="120714"/>
                  </a:cubicBezTo>
                  <a:lnTo>
                    <a:pt x="1337" y="120714"/>
                  </a:lnTo>
                  <a:lnTo>
                    <a:pt x="1337" y="126603"/>
                  </a:lnTo>
                  <a:cubicBezTo>
                    <a:pt x="7662" y="126033"/>
                    <a:pt x="23382" y="126033"/>
                    <a:pt x="30610" y="126033"/>
                  </a:cubicBezTo>
                  <a:cubicBezTo>
                    <a:pt x="37838" y="126033"/>
                    <a:pt x="53559" y="126033"/>
                    <a:pt x="59883" y="126603"/>
                  </a:cubicBezTo>
                  <a:lnTo>
                    <a:pt x="59883" y="120714"/>
                  </a:lnTo>
                  <a:lnTo>
                    <a:pt x="54101" y="120714"/>
                  </a:lnTo>
                  <a:cubicBezTo>
                    <a:pt x="37838" y="120714"/>
                    <a:pt x="37296" y="118624"/>
                    <a:pt x="37296" y="111594"/>
                  </a:cubicBezTo>
                  <a:lnTo>
                    <a:pt x="37296" y="501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66" name="Freeform: Shape 6265">
              <a:extLst>
                <a:ext uri="{FF2B5EF4-FFF2-40B4-BE49-F238E27FC236}">
                  <a16:creationId xmlns:a16="http://schemas.microsoft.com/office/drawing/2014/main" id="{F3453B80-B47B-C548-27B2-FB973FECB686}"/>
                </a:ext>
              </a:extLst>
            </p:cNvPr>
            <p:cNvSpPr/>
            <p:nvPr>
              <p:custDataLst>
                <p:tags r:id="rId36"/>
              </p:custDataLst>
            </p:nvPr>
          </p:nvSpPr>
          <p:spPr>
            <a:xfrm>
              <a:off x="11054870" y="5350655"/>
              <a:ext cx="41921" cy="189982"/>
            </a:xfrm>
            <a:custGeom>
              <a:avLst/>
              <a:gdLst>
                <a:gd name="connsiteX0" fmla="*/ 42180 w 41921"/>
                <a:gd name="connsiteY0" fmla="*/ 95066 h 189982"/>
                <a:gd name="connsiteX1" fmla="*/ 30254 w 41921"/>
                <a:gd name="connsiteY1" fmla="*/ 35791 h 189982"/>
                <a:gd name="connsiteX2" fmla="*/ 2065 w 41921"/>
                <a:gd name="connsiteY2" fmla="*/ 75 h 189982"/>
                <a:gd name="connsiteX3" fmla="*/ 258 w 41921"/>
                <a:gd name="connsiteY3" fmla="*/ 1975 h 189982"/>
                <a:gd name="connsiteX4" fmla="*/ 3691 w 41921"/>
                <a:gd name="connsiteY4" fmla="*/ 6344 h 189982"/>
                <a:gd name="connsiteX5" fmla="*/ 31699 w 41921"/>
                <a:gd name="connsiteY5" fmla="*/ 95066 h 189982"/>
                <a:gd name="connsiteX6" fmla="*/ 2607 w 41921"/>
                <a:gd name="connsiteY6" fmla="*/ 184928 h 189982"/>
                <a:gd name="connsiteX7" fmla="*/ 258 w 41921"/>
                <a:gd name="connsiteY7" fmla="*/ 188157 h 189982"/>
                <a:gd name="connsiteX8" fmla="*/ 2065 w 41921"/>
                <a:gd name="connsiteY8" fmla="*/ 190057 h 189982"/>
                <a:gd name="connsiteX9" fmla="*/ 30796 w 41921"/>
                <a:gd name="connsiteY9" fmla="*/ 153011 h 189982"/>
                <a:gd name="connsiteX10" fmla="*/ 42180 w 41921"/>
                <a:gd name="connsiteY10" fmla="*/ 95066 h 189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21" h="189982">
                  <a:moveTo>
                    <a:pt x="42180" y="95066"/>
                  </a:moveTo>
                  <a:cubicBezTo>
                    <a:pt x="42180" y="80247"/>
                    <a:pt x="40192" y="57259"/>
                    <a:pt x="30254" y="35791"/>
                  </a:cubicBezTo>
                  <a:cubicBezTo>
                    <a:pt x="19412" y="12424"/>
                    <a:pt x="3872" y="75"/>
                    <a:pt x="2065" y="75"/>
                  </a:cubicBezTo>
                  <a:cubicBezTo>
                    <a:pt x="981" y="75"/>
                    <a:pt x="258" y="835"/>
                    <a:pt x="258" y="1975"/>
                  </a:cubicBezTo>
                  <a:cubicBezTo>
                    <a:pt x="258" y="2544"/>
                    <a:pt x="258" y="2924"/>
                    <a:pt x="3691" y="6344"/>
                  </a:cubicBezTo>
                  <a:cubicBezTo>
                    <a:pt x="21400" y="25152"/>
                    <a:pt x="31699" y="55360"/>
                    <a:pt x="31699" y="95066"/>
                  </a:cubicBezTo>
                  <a:cubicBezTo>
                    <a:pt x="31699" y="127553"/>
                    <a:pt x="25014" y="160990"/>
                    <a:pt x="2607" y="184928"/>
                  </a:cubicBezTo>
                  <a:cubicBezTo>
                    <a:pt x="258" y="187208"/>
                    <a:pt x="258" y="187588"/>
                    <a:pt x="258" y="188157"/>
                  </a:cubicBezTo>
                  <a:cubicBezTo>
                    <a:pt x="258" y="189297"/>
                    <a:pt x="981" y="190057"/>
                    <a:pt x="2065" y="190057"/>
                  </a:cubicBezTo>
                  <a:cubicBezTo>
                    <a:pt x="3872" y="190057"/>
                    <a:pt x="20135" y="177138"/>
                    <a:pt x="30796" y="153011"/>
                  </a:cubicBezTo>
                  <a:cubicBezTo>
                    <a:pt x="40012" y="132113"/>
                    <a:pt x="42180" y="111025"/>
                    <a:pt x="42180" y="9506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67" name="Freeform: Shape 6266">
              <a:extLst>
                <a:ext uri="{FF2B5EF4-FFF2-40B4-BE49-F238E27FC236}">
                  <a16:creationId xmlns:a16="http://schemas.microsoft.com/office/drawing/2014/main" id="{D1675C02-A5BE-32DC-994F-DD61BA88A971}"/>
                </a:ext>
              </a:extLst>
            </p:cNvPr>
            <p:cNvSpPr/>
            <p:nvPr>
              <p:custDataLst>
                <p:tags r:id="rId37"/>
              </p:custDataLst>
            </p:nvPr>
          </p:nvSpPr>
          <p:spPr>
            <a:xfrm>
              <a:off x="11120240" y="5359014"/>
              <a:ext cx="98503" cy="170984"/>
            </a:xfrm>
            <a:custGeom>
              <a:avLst/>
              <a:gdLst>
                <a:gd name="connsiteX0" fmla="*/ 98765 w 98503"/>
                <a:gd name="connsiteY0" fmla="*/ 26102 h 170984"/>
                <a:gd name="connsiteX1" fmla="*/ 74190 w 98503"/>
                <a:gd name="connsiteY1" fmla="*/ 75 h 170984"/>
                <a:gd name="connsiteX2" fmla="*/ 52326 w 98503"/>
                <a:gd name="connsiteY2" fmla="*/ 8054 h 170984"/>
                <a:gd name="connsiteX3" fmla="*/ 29016 w 98503"/>
                <a:gd name="connsiteY3" fmla="*/ 48520 h 170984"/>
                <a:gd name="connsiteX4" fmla="*/ 285 w 98503"/>
                <a:gd name="connsiteY4" fmla="*/ 169159 h 170984"/>
                <a:gd name="connsiteX5" fmla="*/ 2453 w 98503"/>
                <a:gd name="connsiteY5" fmla="*/ 171059 h 170984"/>
                <a:gd name="connsiteX6" fmla="*/ 4622 w 98503"/>
                <a:gd name="connsiteY6" fmla="*/ 170109 h 170984"/>
                <a:gd name="connsiteX7" fmla="*/ 17270 w 98503"/>
                <a:gd name="connsiteY7" fmla="*/ 117674 h 170984"/>
                <a:gd name="connsiteX8" fmla="*/ 41845 w 98503"/>
                <a:gd name="connsiteY8" fmla="*/ 136102 h 170984"/>
                <a:gd name="connsiteX9" fmla="*/ 76720 w 98503"/>
                <a:gd name="connsiteY9" fmla="*/ 121094 h 170984"/>
                <a:gd name="connsiteX10" fmla="*/ 91176 w 98503"/>
                <a:gd name="connsiteY10" fmla="*/ 86137 h 170984"/>
                <a:gd name="connsiteX11" fmla="*/ 77985 w 98503"/>
                <a:gd name="connsiteY11" fmla="*/ 57829 h 170984"/>
                <a:gd name="connsiteX12" fmla="*/ 98765 w 98503"/>
                <a:gd name="connsiteY12" fmla="*/ 26102 h 170984"/>
                <a:gd name="connsiteX13" fmla="*/ 66240 w 98503"/>
                <a:gd name="connsiteY13" fmla="*/ 57639 h 170984"/>
                <a:gd name="connsiteX14" fmla="*/ 57566 w 98503"/>
                <a:gd name="connsiteY14" fmla="*/ 58969 h 170984"/>
                <a:gd name="connsiteX15" fmla="*/ 49615 w 98503"/>
                <a:gd name="connsiteY15" fmla="*/ 58209 h 170984"/>
                <a:gd name="connsiteX16" fmla="*/ 58470 w 98503"/>
                <a:gd name="connsiteY16" fmla="*/ 56690 h 170984"/>
                <a:gd name="connsiteX17" fmla="*/ 66240 w 98503"/>
                <a:gd name="connsiteY17" fmla="*/ 57639 h 170984"/>
                <a:gd name="connsiteX18" fmla="*/ 88646 w 98503"/>
                <a:gd name="connsiteY18" fmla="*/ 21733 h 170984"/>
                <a:gd name="connsiteX19" fmla="*/ 72383 w 98503"/>
                <a:gd name="connsiteY19" fmla="*/ 54600 h 170984"/>
                <a:gd name="connsiteX20" fmla="*/ 58470 w 98503"/>
                <a:gd name="connsiteY20" fmla="*/ 52320 h 170984"/>
                <a:gd name="connsiteX21" fmla="*/ 44556 w 98503"/>
                <a:gd name="connsiteY21" fmla="*/ 58399 h 170984"/>
                <a:gd name="connsiteX22" fmla="*/ 57024 w 98503"/>
                <a:gd name="connsiteY22" fmla="*/ 63149 h 170984"/>
                <a:gd name="connsiteX23" fmla="*/ 71841 w 98503"/>
                <a:gd name="connsiteY23" fmla="*/ 60679 h 170984"/>
                <a:gd name="connsiteX24" fmla="*/ 79792 w 98503"/>
                <a:gd name="connsiteY24" fmla="*/ 82147 h 170984"/>
                <a:gd name="connsiteX25" fmla="*/ 70757 w 98503"/>
                <a:gd name="connsiteY25" fmla="*/ 114824 h 170984"/>
                <a:gd name="connsiteX26" fmla="*/ 41303 w 98503"/>
                <a:gd name="connsiteY26" fmla="*/ 131923 h 170984"/>
                <a:gd name="connsiteX27" fmla="*/ 20704 w 98503"/>
                <a:gd name="connsiteY27" fmla="*/ 107415 h 170984"/>
                <a:gd name="connsiteX28" fmla="*/ 21607 w 98503"/>
                <a:gd name="connsiteY28" fmla="*/ 99056 h 170984"/>
                <a:gd name="connsiteX29" fmla="*/ 33172 w 98503"/>
                <a:gd name="connsiteY29" fmla="*/ 50990 h 170984"/>
                <a:gd name="connsiteX30" fmla="*/ 71841 w 98503"/>
                <a:gd name="connsiteY30" fmla="*/ 4444 h 170984"/>
                <a:gd name="connsiteX31" fmla="*/ 88646 w 98503"/>
                <a:gd name="connsiteY31" fmla="*/ 21733 h 17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503" h="170984">
                  <a:moveTo>
                    <a:pt x="98765" y="26102"/>
                  </a:moveTo>
                  <a:cubicBezTo>
                    <a:pt x="98765" y="11854"/>
                    <a:pt x="88827" y="75"/>
                    <a:pt x="74190" y="75"/>
                  </a:cubicBezTo>
                  <a:cubicBezTo>
                    <a:pt x="63710" y="75"/>
                    <a:pt x="58650" y="3114"/>
                    <a:pt x="52326" y="8054"/>
                  </a:cubicBezTo>
                  <a:cubicBezTo>
                    <a:pt x="42387" y="15653"/>
                    <a:pt x="32449" y="34082"/>
                    <a:pt x="29016" y="48520"/>
                  </a:cubicBezTo>
                  <a:lnTo>
                    <a:pt x="285" y="169159"/>
                  </a:lnTo>
                  <a:cubicBezTo>
                    <a:pt x="104" y="169919"/>
                    <a:pt x="1008" y="171059"/>
                    <a:pt x="2453" y="171059"/>
                  </a:cubicBezTo>
                  <a:cubicBezTo>
                    <a:pt x="3899" y="171059"/>
                    <a:pt x="4441" y="170679"/>
                    <a:pt x="4622" y="170109"/>
                  </a:cubicBezTo>
                  <a:lnTo>
                    <a:pt x="17270" y="117674"/>
                  </a:lnTo>
                  <a:cubicBezTo>
                    <a:pt x="20704" y="129073"/>
                    <a:pt x="28654" y="136102"/>
                    <a:pt x="41845" y="136102"/>
                  </a:cubicBezTo>
                  <a:cubicBezTo>
                    <a:pt x="55036" y="136102"/>
                    <a:pt x="68589" y="129453"/>
                    <a:pt x="76720" y="121094"/>
                  </a:cubicBezTo>
                  <a:cubicBezTo>
                    <a:pt x="85394" y="112354"/>
                    <a:pt x="91176" y="100196"/>
                    <a:pt x="91176" y="86137"/>
                  </a:cubicBezTo>
                  <a:cubicBezTo>
                    <a:pt x="91176" y="72458"/>
                    <a:pt x="84490" y="62579"/>
                    <a:pt x="77985" y="57829"/>
                  </a:cubicBezTo>
                  <a:cubicBezTo>
                    <a:pt x="88465" y="51560"/>
                    <a:pt x="98765" y="39781"/>
                    <a:pt x="98765" y="26102"/>
                  </a:cubicBezTo>
                  <a:close/>
                  <a:moveTo>
                    <a:pt x="66240" y="57639"/>
                  </a:moveTo>
                  <a:cubicBezTo>
                    <a:pt x="63890" y="58589"/>
                    <a:pt x="61903" y="58969"/>
                    <a:pt x="57566" y="58969"/>
                  </a:cubicBezTo>
                  <a:cubicBezTo>
                    <a:pt x="55036" y="58969"/>
                    <a:pt x="51422" y="59159"/>
                    <a:pt x="49615" y="58209"/>
                  </a:cubicBezTo>
                  <a:cubicBezTo>
                    <a:pt x="49977" y="56310"/>
                    <a:pt x="56482" y="56690"/>
                    <a:pt x="58470" y="56690"/>
                  </a:cubicBezTo>
                  <a:cubicBezTo>
                    <a:pt x="62264" y="56690"/>
                    <a:pt x="63890" y="56690"/>
                    <a:pt x="66240" y="57639"/>
                  </a:cubicBezTo>
                  <a:close/>
                  <a:moveTo>
                    <a:pt x="88646" y="21733"/>
                  </a:moveTo>
                  <a:cubicBezTo>
                    <a:pt x="88646" y="35032"/>
                    <a:pt x="81780" y="48710"/>
                    <a:pt x="72383" y="54600"/>
                  </a:cubicBezTo>
                  <a:cubicBezTo>
                    <a:pt x="67504" y="52700"/>
                    <a:pt x="63890" y="52320"/>
                    <a:pt x="58470" y="52320"/>
                  </a:cubicBezTo>
                  <a:cubicBezTo>
                    <a:pt x="54675" y="52320"/>
                    <a:pt x="44556" y="52130"/>
                    <a:pt x="44556" y="58399"/>
                  </a:cubicBezTo>
                  <a:cubicBezTo>
                    <a:pt x="44375" y="63719"/>
                    <a:pt x="53771" y="63149"/>
                    <a:pt x="57024" y="63149"/>
                  </a:cubicBezTo>
                  <a:cubicBezTo>
                    <a:pt x="63710" y="63149"/>
                    <a:pt x="66420" y="62959"/>
                    <a:pt x="71841" y="60679"/>
                  </a:cubicBezTo>
                  <a:cubicBezTo>
                    <a:pt x="78708" y="67519"/>
                    <a:pt x="79611" y="73408"/>
                    <a:pt x="79792" y="82147"/>
                  </a:cubicBezTo>
                  <a:cubicBezTo>
                    <a:pt x="80153" y="93166"/>
                    <a:pt x="75817" y="107415"/>
                    <a:pt x="70757" y="114824"/>
                  </a:cubicBezTo>
                  <a:cubicBezTo>
                    <a:pt x="63710" y="125083"/>
                    <a:pt x="51603" y="131923"/>
                    <a:pt x="41303" y="131923"/>
                  </a:cubicBezTo>
                  <a:cubicBezTo>
                    <a:pt x="27570" y="131923"/>
                    <a:pt x="20704" y="120904"/>
                    <a:pt x="20704" y="107415"/>
                  </a:cubicBezTo>
                  <a:cubicBezTo>
                    <a:pt x="20704" y="105515"/>
                    <a:pt x="20704" y="102665"/>
                    <a:pt x="21607" y="99056"/>
                  </a:cubicBezTo>
                  <a:lnTo>
                    <a:pt x="33172" y="50990"/>
                  </a:lnTo>
                  <a:cubicBezTo>
                    <a:pt x="37147" y="34652"/>
                    <a:pt x="50157" y="4444"/>
                    <a:pt x="71841" y="4444"/>
                  </a:cubicBezTo>
                  <a:cubicBezTo>
                    <a:pt x="82322" y="4444"/>
                    <a:pt x="88646" y="10334"/>
                    <a:pt x="88646" y="2173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68" name="Freeform: Shape 6267">
              <a:extLst>
                <a:ext uri="{FF2B5EF4-FFF2-40B4-BE49-F238E27FC236}">
                  <a16:creationId xmlns:a16="http://schemas.microsoft.com/office/drawing/2014/main" id="{9D02E8C6-5924-62DC-8811-801A50E45453}"/>
                </a:ext>
              </a:extLst>
            </p:cNvPr>
            <p:cNvSpPr/>
            <p:nvPr>
              <p:custDataLst>
                <p:tags r:id="rId38"/>
              </p:custDataLst>
            </p:nvPr>
          </p:nvSpPr>
          <p:spPr>
            <a:xfrm>
              <a:off x="11217049" y="5433468"/>
              <a:ext cx="55528" cy="115300"/>
            </a:xfrm>
            <a:custGeom>
              <a:avLst/>
              <a:gdLst>
                <a:gd name="connsiteX0" fmla="*/ 55796 w 55528"/>
                <a:gd name="connsiteY0" fmla="*/ 5130 h 115300"/>
                <a:gd name="connsiteX1" fmla="*/ 50736 w 55528"/>
                <a:gd name="connsiteY1" fmla="*/ 76 h 115300"/>
                <a:gd name="connsiteX2" fmla="*/ 43653 w 55528"/>
                <a:gd name="connsiteY2" fmla="*/ 7391 h 115300"/>
                <a:gd name="connsiteX3" fmla="*/ 48713 w 55528"/>
                <a:gd name="connsiteY3" fmla="*/ 12444 h 115300"/>
                <a:gd name="connsiteX4" fmla="*/ 55796 w 55528"/>
                <a:gd name="connsiteY4" fmla="*/ 5130 h 115300"/>
                <a:gd name="connsiteX5" fmla="*/ 28980 w 55528"/>
                <a:gd name="connsiteY5" fmla="*/ 94764 h 115300"/>
                <a:gd name="connsiteX6" fmla="*/ 12663 w 55528"/>
                <a:gd name="connsiteY6" fmla="*/ 111653 h 115300"/>
                <a:gd name="connsiteX7" fmla="*/ 8110 w 55528"/>
                <a:gd name="connsiteY7" fmla="*/ 110855 h 115300"/>
                <a:gd name="connsiteX8" fmla="*/ 12410 w 55528"/>
                <a:gd name="connsiteY8" fmla="*/ 104073 h 115300"/>
                <a:gd name="connsiteX9" fmla="*/ 7477 w 55528"/>
                <a:gd name="connsiteY9" fmla="*/ 99152 h 115300"/>
                <a:gd name="connsiteX10" fmla="*/ 268 w 55528"/>
                <a:gd name="connsiteY10" fmla="*/ 106998 h 115300"/>
                <a:gd name="connsiteX11" fmla="*/ 12790 w 55528"/>
                <a:gd name="connsiteY11" fmla="*/ 115377 h 115300"/>
                <a:gd name="connsiteX12" fmla="*/ 39099 w 55528"/>
                <a:gd name="connsiteY12" fmla="*/ 94365 h 115300"/>
                <a:gd name="connsiteX13" fmla="*/ 50483 w 55528"/>
                <a:gd name="connsiteY13" fmla="*/ 46755 h 115300"/>
                <a:gd name="connsiteX14" fmla="*/ 51116 w 55528"/>
                <a:gd name="connsiteY14" fmla="*/ 42100 h 115300"/>
                <a:gd name="connsiteX15" fmla="*/ 37582 w 55528"/>
                <a:gd name="connsiteY15" fmla="*/ 29599 h 115300"/>
                <a:gd name="connsiteX16" fmla="*/ 15446 w 55528"/>
                <a:gd name="connsiteY16" fmla="*/ 49947 h 115300"/>
                <a:gd name="connsiteX17" fmla="*/ 17596 w 55528"/>
                <a:gd name="connsiteY17" fmla="*/ 51675 h 115300"/>
                <a:gd name="connsiteX18" fmla="*/ 20126 w 55528"/>
                <a:gd name="connsiteY18" fmla="*/ 49282 h 115300"/>
                <a:gd name="connsiteX19" fmla="*/ 37202 w 55528"/>
                <a:gd name="connsiteY19" fmla="*/ 33323 h 115300"/>
                <a:gd name="connsiteX20" fmla="*/ 41503 w 55528"/>
                <a:gd name="connsiteY20" fmla="*/ 39840 h 115300"/>
                <a:gd name="connsiteX21" fmla="*/ 41123 w 55528"/>
                <a:gd name="connsiteY21" fmla="*/ 43829 h 115300"/>
                <a:gd name="connsiteX22" fmla="*/ 28980 w 55528"/>
                <a:gd name="connsiteY22" fmla="*/ 94764 h 11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528" h="115300">
                  <a:moveTo>
                    <a:pt x="55796" y="5130"/>
                  </a:moveTo>
                  <a:cubicBezTo>
                    <a:pt x="55796" y="2869"/>
                    <a:pt x="54152" y="76"/>
                    <a:pt x="50736" y="76"/>
                  </a:cubicBezTo>
                  <a:cubicBezTo>
                    <a:pt x="47068" y="76"/>
                    <a:pt x="43653" y="3800"/>
                    <a:pt x="43653" y="7391"/>
                  </a:cubicBezTo>
                  <a:cubicBezTo>
                    <a:pt x="43653" y="9518"/>
                    <a:pt x="45171" y="12444"/>
                    <a:pt x="48713" y="12444"/>
                  </a:cubicBezTo>
                  <a:cubicBezTo>
                    <a:pt x="52128" y="12444"/>
                    <a:pt x="55796" y="8986"/>
                    <a:pt x="55796" y="5130"/>
                  </a:cubicBezTo>
                  <a:close/>
                  <a:moveTo>
                    <a:pt x="28980" y="94764"/>
                  </a:moveTo>
                  <a:cubicBezTo>
                    <a:pt x="26830" y="103940"/>
                    <a:pt x="20126" y="111653"/>
                    <a:pt x="12663" y="111653"/>
                  </a:cubicBezTo>
                  <a:cubicBezTo>
                    <a:pt x="11019" y="111653"/>
                    <a:pt x="9501" y="111387"/>
                    <a:pt x="8110" y="110855"/>
                  </a:cubicBezTo>
                  <a:cubicBezTo>
                    <a:pt x="11399" y="109259"/>
                    <a:pt x="12410" y="106067"/>
                    <a:pt x="12410" y="104073"/>
                  </a:cubicBezTo>
                  <a:cubicBezTo>
                    <a:pt x="12410" y="100881"/>
                    <a:pt x="10007" y="99152"/>
                    <a:pt x="7477" y="99152"/>
                  </a:cubicBezTo>
                  <a:cubicBezTo>
                    <a:pt x="3556" y="99152"/>
                    <a:pt x="268" y="102743"/>
                    <a:pt x="268" y="106998"/>
                  </a:cubicBezTo>
                  <a:cubicBezTo>
                    <a:pt x="268" y="112052"/>
                    <a:pt x="5201" y="115377"/>
                    <a:pt x="12790" y="115377"/>
                  </a:cubicBezTo>
                  <a:cubicBezTo>
                    <a:pt x="20379" y="115377"/>
                    <a:pt x="35178" y="110589"/>
                    <a:pt x="39099" y="94365"/>
                  </a:cubicBezTo>
                  <a:lnTo>
                    <a:pt x="50483" y="46755"/>
                  </a:lnTo>
                  <a:cubicBezTo>
                    <a:pt x="50863" y="45292"/>
                    <a:pt x="51116" y="44095"/>
                    <a:pt x="51116" y="42100"/>
                  </a:cubicBezTo>
                  <a:cubicBezTo>
                    <a:pt x="51116" y="34786"/>
                    <a:pt x="45171" y="29599"/>
                    <a:pt x="37582" y="29599"/>
                  </a:cubicBezTo>
                  <a:cubicBezTo>
                    <a:pt x="23541" y="29599"/>
                    <a:pt x="15446" y="48085"/>
                    <a:pt x="15446" y="49947"/>
                  </a:cubicBezTo>
                  <a:cubicBezTo>
                    <a:pt x="15446" y="51675"/>
                    <a:pt x="17217" y="51675"/>
                    <a:pt x="17596" y="51675"/>
                  </a:cubicBezTo>
                  <a:cubicBezTo>
                    <a:pt x="19114" y="51675"/>
                    <a:pt x="19241" y="51277"/>
                    <a:pt x="20126" y="49282"/>
                  </a:cubicBezTo>
                  <a:cubicBezTo>
                    <a:pt x="23288" y="41568"/>
                    <a:pt x="29866" y="33323"/>
                    <a:pt x="37202" y="33323"/>
                  </a:cubicBezTo>
                  <a:cubicBezTo>
                    <a:pt x="40364" y="33323"/>
                    <a:pt x="41503" y="35584"/>
                    <a:pt x="41503" y="39840"/>
                  </a:cubicBezTo>
                  <a:cubicBezTo>
                    <a:pt x="41503" y="41302"/>
                    <a:pt x="41250" y="43164"/>
                    <a:pt x="41123" y="43829"/>
                  </a:cubicBezTo>
                  <a:lnTo>
                    <a:pt x="28980" y="9476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69" name="Freeform: Shape 6268">
              <a:extLst>
                <a:ext uri="{FF2B5EF4-FFF2-40B4-BE49-F238E27FC236}">
                  <a16:creationId xmlns:a16="http://schemas.microsoft.com/office/drawing/2014/main" id="{5627A584-BAD3-1464-F942-D12BBCB1B69F}"/>
                </a:ext>
              </a:extLst>
            </p:cNvPr>
            <p:cNvSpPr/>
            <p:nvPr>
              <p:custDataLst>
                <p:tags r:id="rId39"/>
              </p:custDataLst>
            </p:nvPr>
          </p:nvSpPr>
          <p:spPr>
            <a:xfrm>
              <a:off x="11343460" y="5382382"/>
              <a:ext cx="120164" cy="126528"/>
            </a:xfrm>
            <a:custGeom>
              <a:avLst/>
              <a:gdLst>
                <a:gd name="connsiteX0" fmla="*/ 64060 w 120164"/>
                <a:gd name="connsiteY0" fmla="*/ 67139 h 126528"/>
                <a:gd name="connsiteX1" fmla="*/ 114475 w 120164"/>
                <a:gd name="connsiteY1" fmla="*/ 67139 h 126528"/>
                <a:gd name="connsiteX2" fmla="*/ 120438 w 120164"/>
                <a:gd name="connsiteY2" fmla="*/ 63339 h 126528"/>
                <a:gd name="connsiteX3" fmla="*/ 114475 w 120164"/>
                <a:gd name="connsiteY3" fmla="*/ 59539 h 126528"/>
                <a:gd name="connsiteX4" fmla="*/ 64060 w 120164"/>
                <a:gd name="connsiteY4" fmla="*/ 59539 h 126528"/>
                <a:gd name="connsiteX5" fmla="*/ 64060 w 120164"/>
                <a:gd name="connsiteY5" fmla="*/ 6344 h 126528"/>
                <a:gd name="connsiteX6" fmla="*/ 60446 w 120164"/>
                <a:gd name="connsiteY6" fmla="*/ 75 h 126528"/>
                <a:gd name="connsiteX7" fmla="*/ 56832 w 120164"/>
                <a:gd name="connsiteY7" fmla="*/ 6344 h 126528"/>
                <a:gd name="connsiteX8" fmla="*/ 56832 w 120164"/>
                <a:gd name="connsiteY8" fmla="*/ 59539 h 126528"/>
                <a:gd name="connsiteX9" fmla="*/ 6237 w 120164"/>
                <a:gd name="connsiteY9" fmla="*/ 59539 h 126528"/>
                <a:gd name="connsiteX10" fmla="*/ 274 w 120164"/>
                <a:gd name="connsiteY10" fmla="*/ 63339 h 126528"/>
                <a:gd name="connsiteX11" fmla="*/ 6237 w 120164"/>
                <a:gd name="connsiteY11" fmla="*/ 67139 h 126528"/>
                <a:gd name="connsiteX12" fmla="*/ 56832 w 120164"/>
                <a:gd name="connsiteY12" fmla="*/ 67139 h 126528"/>
                <a:gd name="connsiteX13" fmla="*/ 56832 w 120164"/>
                <a:gd name="connsiteY13" fmla="*/ 120334 h 126528"/>
                <a:gd name="connsiteX14" fmla="*/ 60446 w 120164"/>
                <a:gd name="connsiteY14" fmla="*/ 126603 h 126528"/>
                <a:gd name="connsiteX15" fmla="*/ 64060 w 120164"/>
                <a:gd name="connsiteY15" fmla="*/ 120334 h 126528"/>
                <a:gd name="connsiteX16" fmla="*/ 64060 w 120164"/>
                <a:gd name="connsiteY16" fmla="*/ 67139 h 12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0164" h="126528">
                  <a:moveTo>
                    <a:pt x="64060" y="67139"/>
                  </a:moveTo>
                  <a:lnTo>
                    <a:pt x="114475" y="67139"/>
                  </a:lnTo>
                  <a:cubicBezTo>
                    <a:pt x="117005" y="67139"/>
                    <a:pt x="120438" y="67139"/>
                    <a:pt x="120438" y="63339"/>
                  </a:cubicBezTo>
                  <a:cubicBezTo>
                    <a:pt x="120438" y="59539"/>
                    <a:pt x="117005" y="59539"/>
                    <a:pt x="114475" y="59539"/>
                  </a:cubicBezTo>
                  <a:lnTo>
                    <a:pt x="64060" y="59539"/>
                  </a:lnTo>
                  <a:lnTo>
                    <a:pt x="64060" y="6344"/>
                  </a:lnTo>
                  <a:cubicBezTo>
                    <a:pt x="64060" y="3684"/>
                    <a:pt x="64060" y="75"/>
                    <a:pt x="60446" y="75"/>
                  </a:cubicBezTo>
                  <a:cubicBezTo>
                    <a:pt x="56832" y="75"/>
                    <a:pt x="56832" y="3684"/>
                    <a:pt x="56832" y="6344"/>
                  </a:cubicBezTo>
                  <a:lnTo>
                    <a:pt x="56832" y="59539"/>
                  </a:lnTo>
                  <a:lnTo>
                    <a:pt x="6237" y="59539"/>
                  </a:lnTo>
                  <a:cubicBezTo>
                    <a:pt x="3707" y="59539"/>
                    <a:pt x="274" y="59539"/>
                    <a:pt x="274" y="63339"/>
                  </a:cubicBezTo>
                  <a:cubicBezTo>
                    <a:pt x="274" y="67139"/>
                    <a:pt x="3707" y="67139"/>
                    <a:pt x="6237" y="67139"/>
                  </a:cubicBezTo>
                  <a:lnTo>
                    <a:pt x="56832" y="67139"/>
                  </a:lnTo>
                  <a:lnTo>
                    <a:pt x="56832" y="120334"/>
                  </a:lnTo>
                  <a:cubicBezTo>
                    <a:pt x="56832" y="122993"/>
                    <a:pt x="56832" y="126603"/>
                    <a:pt x="60446" y="126603"/>
                  </a:cubicBezTo>
                  <a:cubicBezTo>
                    <a:pt x="64060" y="126603"/>
                    <a:pt x="64060" y="122993"/>
                    <a:pt x="64060" y="120334"/>
                  </a:cubicBezTo>
                  <a:lnTo>
                    <a:pt x="64060" y="6713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70" name="Freeform: Shape 6269">
              <a:extLst>
                <a:ext uri="{FF2B5EF4-FFF2-40B4-BE49-F238E27FC236}">
                  <a16:creationId xmlns:a16="http://schemas.microsoft.com/office/drawing/2014/main" id="{00342B2D-8321-95AF-055F-0F3D5DB5DAE1}"/>
                </a:ext>
              </a:extLst>
            </p:cNvPr>
            <p:cNvSpPr/>
            <p:nvPr>
              <p:custDataLst>
                <p:tags r:id="rId40"/>
              </p:custDataLst>
            </p:nvPr>
          </p:nvSpPr>
          <p:spPr>
            <a:xfrm>
              <a:off x="11529579" y="5435577"/>
              <a:ext cx="19153" cy="20138"/>
            </a:xfrm>
            <a:custGeom>
              <a:avLst/>
              <a:gdLst>
                <a:gd name="connsiteX0" fmla="*/ 19438 w 19153"/>
                <a:gd name="connsiteY0" fmla="*/ 10144 h 20138"/>
                <a:gd name="connsiteX1" fmla="*/ 9861 w 19153"/>
                <a:gd name="connsiteY1" fmla="*/ 75 h 20138"/>
                <a:gd name="connsiteX2" fmla="*/ 284 w 19153"/>
                <a:gd name="connsiteY2" fmla="*/ 10144 h 20138"/>
                <a:gd name="connsiteX3" fmla="*/ 9861 w 19153"/>
                <a:gd name="connsiteY3" fmla="*/ 20213 h 20138"/>
                <a:gd name="connsiteX4" fmla="*/ 19438 w 19153"/>
                <a:gd name="connsiteY4" fmla="*/ 10144 h 20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53" h="20138">
                  <a:moveTo>
                    <a:pt x="19438" y="10144"/>
                  </a:moveTo>
                  <a:cubicBezTo>
                    <a:pt x="19438" y="4634"/>
                    <a:pt x="15101" y="75"/>
                    <a:pt x="9861" y="75"/>
                  </a:cubicBezTo>
                  <a:cubicBezTo>
                    <a:pt x="4621" y="75"/>
                    <a:pt x="284" y="4634"/>
                    <a:pt x="284" y="10144"/>
                  </a:cubicBezTo>
                  <a:cubicBezTo>
                    <a:pt x="284" y="15653"/>
                    <a:pt x="4621" y="20213"/>
                    <a:pt x="9861" y="20213"/>
                  </a:cubicBezTo>
                  <a:cubicBezTo>
                    <a:pt x="15101" y="20213"/>
                    <a:pt x="19438" y="15653"/>
                    <a:pt x="19438" y="1014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71" name="Freeform: Shape 6270">
              <a:extLst>
                <a:ext uri="{FF2B5EF4-FFF2-40B4-BE49-F238E27FC236}">
                  <a16:creationId xmlns:a16="http://schemas.microsoft.com/office/drawing/2014/main" id="{04D62EDB-2D4F-1D1B-A627-576E6118FC57}"/>
                </a:ext>
              </a:extLst>
            </p:cNvPr>
            <p:cNvSpPr/>
            <p:nvPr>
              <p:custDataLst>
                <p:tags r:id="rId41"/>
              </p:custDataLst>
            </p:nvPr>
          </p:nvSpPr>
          <p:spPr>
            <a:xfrm>
              <a:off x="11609888" y="5435577"/>
              <a:ext cx="19153" cy="20138"/>
            </a:xfrm>
            <a:custGeom>
              <a:avLst/>
              <a:gdLst>
                <a:gd name="connsiteX0" fmla="*/ 19442 w 19153"/>
                <a:gd name="connsiteY0" fmla="*/ 10144 h 20138"/>
                <a:gd name="connsiteX1" fmla="*/ 9865 w 19153"/>
                <a:gd name="connsiteY1" fmla="*/ 75 h 20138"/>
                <a:gd name="connsiteX2" fmla="*/ 288 w 19153"/>
                <a:gd name="connsiteY2" fmla="*/ 10144 h 20138"/>
                <a:gd name="connsiteX3" fmla="*/ 9865 w 19153"/>
                <a:gd name="connsiteY3" fmla="*/ 20213 h 20138"/>
                <a:gd name="connsiteX4" fmla="*/ 19442 w 19153"/>
                <a:gd name="connsiteY4" fmla="*/ 10144 h 20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53" h="20138">
                  <a:moveTo>
                    <a:pt x="19442" y="10144"/>
                  </a:moveTo>
                  <a:cubicBezTo>
                    <a:pt x="19442" y="4634"/>
                    <a:pt x="15106" y="75"/>
                    <a:pt x="9865" y="75"/>
                  </a:cubicBezTo>
                  <a:cubicBezTo>
                    <a:pt x="4625" y="75"/>
                    <a:pt x="288" y="4634"/>
                    <a:pt x="288" y="10144"/>
                  </a:cubicBezTo>
                  <a:cubicBezTo>
                    <a:pt x="288" y="15653"/>
                    <a:pt x="4625" y="20213"/>
                    <a:pt x="9865" y="20213"/>
                  </a:cubicBezTo>
                  <a:cubicBezTo>
                    <a:pt x="15106" y="20213"/>
                    <a:pt x="19442" y="15653"/>
                    <a:pt x="19442" y="1014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72" name="Freeform: Shape 6271">
              <a:extLst>
                <a:ext uri="{FF2B5EF4-FFF2-40B4-BE49-F238E27FC236}">
                  <a16:creationId xmlns:a16="http://schemas.microsoft.com/office/drawing/2014/main" id="{9340FD4B-6B28-B864-8583-500C95A57102}"/>
                </a:ext>
              </a:extLst>
            </p:cNvPr>
            <p:cNvSpPr/>
            <p:nvPr>
              <p:custDataLst>
                <p:tags r:id="rId42"/>
              </p:custDataLst>
            </p:nvPr>
          </p:nvSpPr>
          <p:spPr>
            <a:xfrm>
              <a:off x="11690198" y="5435577"/>
              <a:ext cx="19153" cy="20138"/>
            </a:xfrm>
            <a:custGeom>
              <a:avLst/>
              <a:gdLst>
                <a:gd name="connsiteX0" fmla="*/ 19447 w 19153"/>
                <a:gd name="connsiteY0" fmla="*/ 10144 h 20138"/>
                <a:gd name="connsiteX1" fmla="*/ 9870 w 19153"/>
                <a:gd name="connsiteY1" fmla="*/ 75 h 20138"/>
                <a:gd name="connsiteX2" fmla="*/ 293 w 19153"/>
                <a:gd name="connsiteY2" fmla="*/ 10144 h 20138"/>
                <a:gd name="connsiteX3" fmla="*/ 9870 w 19153"/>
                <a:gd name="connsiteY3" fmla="*/ 20213 h 20138"/>
                <a:gd name="connsiteX4" fmla="*/ 19447 w 19153"/>
                <a:gd name="connsiteY4" fmla="*/ 10144 h 20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53" h="20138">
                  <a:moveTo>
                    <a:pt x="19447" y="10144"/>
                  </a:moveTo>
                  <a:cubicBezTo>
                    <a:pt x="19447" y="4634"/>
                    <a:pt x="15110" y="75"/>
                    <a:pt x="9870" y="75"/>
                  </a:cubicBezTo>
                  <a:cubicBezTo>
                    <a:pt x="4630" y="75"/>
                    <a:pt x="293" y="4634"/>
                    <a:pt x="293" y="10144"/>
                  </a:cubicBezTo>
                  <a:cubicBezTo>
                    <a:pt x="293" y="15653"/>
                    <a:pt x="4630" y="20213"/>
                    <a:pt x="9870" y="20213"/>
                  </a:cubicBezTo>
                  <a:cubicBezTo>
                    <a:pt x="15110" y="20213"/>
                    <a:pt x="19447" y="15653"/>
                    <a:pt x="19447" y="1014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73" name="Freeform: Shape 6272">
              <a:extLst>
                <a:ext uri="{FF2B5EF4-FFF2-40B4-BE49-F238E27FC236}">
                  <a16:creationId xmlns:a16="http://schemas.microsoft.com/office/drawing/2014/main" id="{EBADC516-E0F6-3C93-E426-C5BF4BAE913C}"/>
                </a:ext>
              </a:extLst>
            </p:cNvPr>
            <p:cNvSpPr/>
            <p:nvPr>
              <p:custDataLst>
                <p:tags r:id="rId43"/>
              </p:custDataLst>
            </p:nvPr>
          </p:nvSpPr>
          <p:spPr>
            <a:xfrm>
              <a:off x="11775125" y="5382382"/>
              <a:ext cx="120164" cy="126528"/>
            </a:xfrm>
            <a:custGeom>
              <a:avLst/>
              <a:gdLst>
                <a:gd name="connsiteX0" fmla="*/ 64084 w 120164"/>
                <a:gd name="connsiteY0" fmla="*/ 67139 h 126528"/>
                <a:gd name="connsiteX1" fmla="*/ 114499 w 120164"/>
                <a:gd name="connsiteY1" fmla="*/ 67139 h 126528"/>
                <a:gd name="connsiteX2" fmla="*/ 120462 w 120164"/>
                <a:gd name="connsiteY2" fmla="*/ 63339 h 126528"/>
                <a:gd name="connsiteX3" fmla="*/ 114499 w 120164"/>
                <a:gd name="connsiteY3" fmla="*/ 59539 h 126528"/>
                <a:gd name="connsiteX4" fmla="*/ 64084 w 120164"/>
                <a:gd name="connsiteY4" fmla="*/ 59539 h 126528"/>
                <a:gd name="connsiteX5" fmla="*/ 64084 w 120164"/>
                <a:gd name="connsiteY5" fmla="*/ 6344 h 126528"/>
                <a:gd name="connsiteX6" fmla="*/ 60470 w 120164"/>
                <a:gd name="connsiteY6" fmla="*/ 75 h 126528"/>
                <a:gd name="connsiteX7" fmla="*/ 56856 w 120164"/>
                <a:gd name="connsiteY7" fmla="*/ 6344 h 126528"/>
                <a:gd name="connsiteX8" fmla="*/ 56856 w 120164"/>
                <a:gd name="connsiteY8" fmla="*/ 59539 h 126528"/>
                <a:gd name="connsiteX9" fmla="*/ 6261 w 120164"/>
                <a:gd name="connsiteY9" fmla="*/ 59539 h 126528"/>
                <a:gd name="connsiteX10" fmla="*/ 298 w 120164"/>
                <a:gd name="connsiteY10" fmla="*/ 63339 h 126528"/>
                <a:gd name="connsiteX11" fmla="*/ 6261 w 120164"/>
                <a:gd name="connsiteY11" fmla="*/ 67139 h 126528"/>
                <a:gd name="connsiteX12" fmla="*/ 56856 w 120164"/>
                <a:gd name="connsiteY12" fmla="*/ 67139 h 126528"/>
                <a:gd name="connsiteX13" fmla="*/ 56856 w 120164"/>
                <a:gd name="connsiteY13" fmla="*/ 120334 h 126528"/>
                <a:gd name="connsiteX14" fmla="*/ 60470 w 120164"/>
                <a:gd name="connsiteY14" fmla="*/ 126603 h 126528"/>
                <a:gd name="connsiteX15" fmla="*/ 64084 w 120164"/>
                <a:gd name="connsiteY15" fmla="*/ 120334 h 126528"/>
                <a:gd name="connsiteX16" fmla="*/ 64084 w 120164"/>
                <a:gd name="connsiteY16" fmla="*/ 67139 h 12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0164" h="126528">
                  <a:moveTo>
                    <a:pt x="64084" y="67139"/>
                  </a:moveTo>
                  <a:lnTo>
                    <a:pt x="114499" y="67139"/>
                  </a:lnTo>
                  <a:cubicBezTo>
                    <a:pt x="117029" y="67139"/>
                    <a:pt x="120462" y="67139"/>
                    <a:pt x="120462" y="63339"/>
                  </a:cubicBezTo>
                  <a:cubicBezTo>
                    <a:pt x="120462" y="59539"/>
                    <a:pt x="117029" y="59539"/>
                    <a:pt x="114499" y="59539"/>
                  </a:cubicBezTo>
                  <a:lnTo>
                    <a:pt x="64084" y="59539"/>
                  </a:lnTo>
                  <a:lnTo>
                    <a:pt x="64084" y="6344"/>
                  </a:lnTo>
                  <a:cubicBezTo>
                    <a:pt x="64084" y="3684"/>
                    <a:pt x="64084" y="75"/>
                    <a:pt x="60470" y="75"/>
                  </a:cubicBezTo>
                  <a:cubicBezTo>
                    <a:pt x="56856" y="75"/>
                    <a:pt x="56856" y="3684"/>
                    <a:pt x="56856" y="6344"/>
                  </a:cubicBezTo>
                  <a:lnTo>
                    <a:pt x="56856" y="59539"/>
                  </a:lnTo>
                  <a:lnTo>
                    <a:pt x="6261" y="59539"/>
                  </a:lnTo>
                  <a:cubicBezTo>
                    <a:pt x="3731" y="59539"/>
                    <a:pt x="298" y="59539"/>
                    <a:pt x="298" y="63339"/>
                  </a:cubicBezTo>
                  <a:cubicBezTo>
                    <a:pt x="298" y="67139"/>
                    <a:pt x="3731" y="67139"/>
                    <a:pt x="6261" y="67139"/>
                  </a:cubicBezTo>
                  <a:lnTo>
                    <a:pt x="56856" y="67139"/>
                  </a:lnTo>
                  <a:lnTo>
                    <a:pt x="56856" y="120334"/>
                  </a:lnTo>
                  <a:cubicBezTo>
                    <a:pt x="56856" y="122993"/>
                    <a:pt x="56856" y="126603"/>
                    <a:pt x="60470" y="126603"/>
                  </a:cubicBezTo>
                  <a:cubicBezTo>
                    <a:pt x="64084" y="126603"/>
                    <a:pt x="64084" y="122993"/>
                    <a:pt x="64084" y="120334"/>
                  </a:cubicBezTo>
                  <a:lnTo>
                    <a:pt x="64084" y="6713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74" name="Freeform: Shape 6273">
              <a:extLst>
                <a:ext uri="{FF2B5EF4-FFF2-40B4-BE49-F238E27FC236}">
                  <a16:creationId xmlns:a16="http://schemas.microsoft.com/office/drawing/2014/main" id="{25303D3B-D53A-BC07-0A05-DF38C966C635}"/>
                </a:ext>
              </a:extLst>
            </p:cNvPr>
            <p:cNvSpPr/>
            <p:nvPr>
              <p:custDataLst>
                <p:tags r:id="rId44"/>
              </p:custDataLst>
            </p:nvPr>
          </p:nvSpPr>
          <p:spPr>
            <a:xfrm>
              <a:off x="11950944" y="5409169"/>
              <a:ext cx="89987" cy="86062"/>
            </a:xfrm>
            <a:custGeom>
              <a:avLst/>
              <a:gdLst>
                <a:gd name="connsiteX0" fmla="*/ 55421 w 89987"/>
                <a:gd name="connsiteY0" fmla="*/ 26672 h 86062"/>
                <a:gd name="connsiteX1" fmla="*/ 73310 w 89987"/>
                <a:gd name="connsiteY1" fmla="*/ 4254 h 86062"/>
                <a:gd name="connsiteX2" fmla="*/ 82345 w 89987"/>
                <a:gd name="connsiteY2" fmla="*/ 6724 h 86062"/>
                <a:gd name="connsiteX3" fmla="*/ 73671 w 89987"/>
                <a:gd name="connsiteY3" fmla="*/ 16983 h 86062"/>
                <a:gd name="connsiteX4" fmla="*/ 80538 w 89987"/>
                <a:gd name="connsiteY4" fmla="*/ 23633 h 86062"/>
                <a:gd name="connsiteX5" fmla="*/ 90295 w 89987"/>
                <a:gd name="connsiteY5" fmla="*/ 12614 h 86062"/>
                <a:gd name="connsiteX6" fmla="*/ 73490 w 89987"/>
                <a:gd name="connsiteY6" fmla="*/ 75 h 86062"/>
                <a:gd name="connsiteX7" fmla="*/ 54517 w 89987"/>
                <a:gd name="connsiteY7" fmla="*/ 14513 h 86062"/>
                <a:gd name="connsiteX8" fmla="*/ 35002 w 89987"/>
                <a:gd name="connsiteY8" fmla="*/ 75 h 86062"/>
                <a:gd name="connsiteX9" fmla="*/ 5909 w 89987"/>
                <a:gd name="connsiteY9" fmla="*/ 29332 h 86062"/>
                <a:gd name="connsiteX10" fmla="*/ 8078 w 89987"/>
                <a:gd name="connsiteY10" fmla="*/ 31232 h 86062"/>
                <a:gd name="connsiteX11" fmla="*/ 10427 w 89987"/>
                <a:gd name="connsiteY11" fmla="*/ 29142 h 86062"/>
                <a:gd name="connsiteX12" fmla="*/ 34640 w 89987"/>
                <a:gd name="connsiteY12" fmla="*/ 4254 h 86062"/>
                <a:gd name="connsiteX13" fmla="*/ 44398 w 89987"/>
                <a:gd name="connsiteY13" fmla="*/ 16983 h 86062"/>
                <a:gd name="connsiteX14" fmla="*/ 34640 w 89987"/>
                <a:gd name="connsiteY14" fmla="*/ 62199 h 86062"/>
                <a:gd name="connsiteX15" fmla="*/ 17474 w 89987"/>
                <a:gd name="connsiteY15" fmla="*/ 81957 h 86062"/>
                <a:gd name="connsiteX16" fmla="*/ 8439 w 89987"/>
                <a:gd name="connsiteY16" fmla="*/ 79487 h 86062"/>
                <a:gd name="connsiteX17" fmla="*/ 16932 w 89987"/>
                <a:gd name="connsiteY17" fmla="*/ 69228 h 86062"/>
                <a:gd name="connsiteX18" fmla="*/ 10246 w 89987"/>
                <a:gd name="connsiteY18" fmla="*/ 62579 h 86062"/>
                <a:gd name="connsiteX19" fmla="*/ 308 w 89987"/>
                <a:gd name="connsiteY19" fmla="*/ 73598 h 86062"/>
                <a:gd name="connsiteX20" fmla="*/ 17293 w 89987"/>
                <a:gd name="connsiteY20" fmla="*/ 86137 h 86062"/>
                <a:gd name="connsiteX21" fmla="*/ 36267 w 89987"/>
                <a:gd name="connsiteY21" fmla="*/ 71698 h 86062"/>
                <a:gd name="connsiteX22" fmla="*/ 55782 w 89987"/>
                <a:gd name="connsiteY22" fmla="*/ 86137 h 86062"/>
                <a:gd name="connsiteX23" fmla="*/ 84694 w 89987"/>
                <a:gd name="connsiteY23" fmla="*/ 56880 h 86062"/>
                <a:gd name="connsiteX24" fmla="*/ 82525 w 89987"/>
                <a:gd name="connsiteY24" fmla="*/ 54980 h 86062"/>
                <a:gd name="connsiteX25" fmla="*/ 80176 w 89987"/>
                <a:gd name="connsiteY25" fmla="*/ 57069 h 86062"/>
                <a:gd name="connsiteX26" fmla="*/ 56143 w 89987"/>
                <a:gd name="connsiteY26" fmla="*/ 81957 h 86062"/>
                <a:gd name="connsiteX27" fmla="*/ 46205 w 89987"/>
                <a:gd name="connsiteY27" fmla="*/ 69418 h 86062"/>
                <a:gd name="connsiteX28" fmla="*/ 49277 w 89987"/>
                <a:gd name="connsiteY28" fmla="*/ 52700 h 86062"/>
                <a:gd name="connsiteX29" fmla="*/ 55421 w 89987"/>
                <a:gd name="connsiteY29" fmla="*/ 26672 h 8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9987" h="86062">
                  <a:moveTo>
                    <a:pt x="55421" y="26672"/>
                  </a:moveTo>
                  <a:cubicBezTo>
                    <a:pt x="56505" y="21733"/>
                    <a:pt x="60661" y="4254"/>
                    <a:pt x="73310" y="4254"/>
                  </a:cubicBezTo>
                  <a:cubicBezTo>
                    <a:pt x="74213" y="4254"/>
                    <a:pt x="78550" y="4254"/>
                    <a:pt x="82345" y="6724"/>
                  </a:cubicBezTo>
                  <a:cubicBezTo>
                    <a:pt x="77285" y="7674"/>
                    <a:pt x="73671" y="12424"/>
                    <a:pt x="73671" y="16983"/>
                  </a:cubicBezTo>
                  <a:cubicBezTo>
                    <a:pt x="73671" y="20023"/>
                    <a:pt x="75659" y="23633"/>
                    <a:pt x="80538" y="23633"/>
                  </a:cubicBezTo>
                  <a:cubicBezTo>
                    <a:pt x="84513" y="23633"/>
                    <a:pt x="90295" y="20213"/>
                    <a:pt x="90295" y="12614"/>
                  </a:cubicBezTo>
                  <a:cubicBezTo>
                    <a:pt x="90295" y="2734"/>
                    <a:pt x="79634" y="75"/>
                    <a:pt x="73490" y="75"/>
                  </a:cubicBezTo>
                  <a:cubicBezTo>
                    <a:pt x="63010" y="75"/>
                    <a:pt x="56685" y="10144"/>
                    <a:pt x="54517" y="14513"/>
                  </a:cubicBezTo>
                  <a:cubicBezTo>
                    <a:pt x="50000" y="1975"/>
                    <a:pt x="40242" y="75"/>
                    <a:pt x="35002" y="75"/>
                  </a:cubicBezTo>
                  <a:cubicBezTo>
                    <a:pt x="16209" y="75"/>
                    <a:pt x="5909" y="24582"/>
                    <a:pt x="5909" y="29332"/>
                  </a:cubicBezTo>
                  <a:cubicBezTo>
                    <a:pt x="5909" y="31232"/>
                    <a:pt x="7716" y="31232"/>
                    <a:pt x="8078" y="31232"/>
                  </a:cubicBezTo>
                  <a:cubicBezTo>
                    <a:pt x="9523" y="31232"/>
                    <a:pt x="10065" y="30852"/>
                    <a:pt x="10427" y="29142"/>
                  </a:cubicBezTo>
                  <a:cubicBezTo>
                    <a:pt x="16571" y="9004"/>
                    <a:pt x="28497" y="4254"/>
                    <a:pt x="34640" y="4254"/>
                  </a:cubicBezTo>
                  <a:cubicBezTo>
                    <a:pt x="38074" y="4254"/>
                    <a:pt x="44398" y="5964"/>
                    <a:pt x="44398" y="16983"/>
                  </a:cubicBezTo>
                  <a:cubicBezTo>
                    <a:pt x="44398" y="22873"/>
                    <a:pt x="41326" y="35601"/>
                    <a:pt x="34640" y="62199"/>
                  </a:cubicBezTo>
                  <a:cubicBezTo>
                    <a:pt x="31749" y="73978"/>
                    <a:pt x="25425" y="81957"/>
                    <a:pt x="17474" y="81957"/>
                  </a:cubicBezTo>
                  <a:cubicBezTo>
                    <a:pt x="16390" y="81957"/>
                    <a:pt x="12234" y="81957"/>
                    <a:pt x="8439" y="79487"/>
                  </a:cubicBezTo>
                  <a:cubicBezTo>
                    <a:pt x="12957" y="78538"/>
                    <a:pt x="16932" y="74548"/>
                    <a:pt x="16932" y="69228"/>
                  </a:cubicBezTo>
                  <a:cubicBezTo>
                    <a:pt x="16932" y="64099"/>
                    <a:pt x="12957" y="62579"/>
                    <a:pt x="10246" y="62579"/>
                  </a:cubicBezTo>
                  <a:cubicBezTo>
                    <a:pt x="4825" y="62579"/>
                    <a:pt x="308" y="67519"/>
                    <a:pt x="308" y="73598"/>
                  </a:cubicBezTo>
                  <a:cubicBezTo>
                    <a:pt x="308" y="82337"/>
                    <a:pt x="9343" y="86137"/>
                    <a:pt x="17293" y="86137"/>
                  </a:cubicBezTo>
                  <a:cubicBezTo>
                    <a:pt x="29219" y="86137"/>
                    <a:pt x="35724" y="72838"/>
                    <a:pt x="36267" y="71698"/>
                  </a:cubicBezTo>
                  <a:cubicBezTo>
                    <a:pt x="38435" y="78728"/>
                    <a:pt x="44940" y="86137"/>
                    <a:pt x="55782" y="86137"/>
                  </a:cubicBezTo>
                  <a:cubicBezTo>
                    <a:pt x="74394" y="86137"/>
                    <a:pt x="84694" y="61629"/>
                    <a:pt x="84694" y="56880"/>
                  </a:cubicBezTo>
                  <a:cubicBezTo>
                    <a:pt x="84694" y="54980"/>
                    <a:pt x="83067" y="54980"/>
                    <a:pt x="82525" y="54980"/>
                  </a:cubicBezTo>
                  <a:cubicBezTo>
                    <a:pt x="80899" y="54980"/>
                    <a:pt x="80538" y="55740"/>
                    <a:pt x="80176" y="57069"/>
                  </a:cubicBezTo>
                  <a:cubicBezTo>
                    <a:pt x="74213" y="77398"/>
                    <a:pt x="61926" y="81957"/>
                    <a:pt x="56143" y="81957"/>
                  </a:cubicBezTo>
                  <a:cubicBezTo>
                    <a:pt x="49096" y="81957"/>
                    <a:pt x="46205" y="75878"/>
                    <a:pt x="46205" y="69418"/>
                  </a:cubicBezTo>
                  <a:cubicBezTo>
                    <a:pt x="46205" y="65239"/>
                    <a:pt x="47289" y="61059"/>
                    <a:pt x="49277" y="52700"/>
                  </a:cubicBezTo>
                  <a:lnTo>
                    <a:pt x="55421" y="2667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75" name="Freeform: Shape 6274">
              <a:extLst>
                <a:ext uri="{FF2B5EF4-FFF2-40B4-BE49-F238E27FC236}">
                  <a16:creationId xmlns:a16="http://schemas.microsoft.com/office/drawing/2014/main" id="{7B30881D-D69A-A64B-B1D8-2853D5EFEF51}"/>
                </a:ext>
              </a:extLst>
            </p:cNvPr>
            <p:cNvSpPr/>
            <p:nvPr>
              <p:custDataLst>
                <p:tags r:id="rId45"/>
              </p:custDataLst>
            </p:nvPr>
          </p:nvSpPr>
          <p:spPr>
            <a:xfrm>
              <a:off x="12058464" y="5429345"/>
              <a:ext cx="62232" cy="93623"/>
            </a:xfrm>
            <a:custGeom>
              <a:avLst/>
              <a:gdLst>
                <a:gd name="connsiteX0" fmla="*/ 30418 w 62232"/>
                <a:gd name="connsiteY0" fmla="*/ 4066 h 93623"/>
                <a:gd name="connsiteX1" fmla="*/ 30924 w 62232"/>
                <a:gd name="connsiteY1" fmla="*/ 1938 h 93623"/>
                <a:gd name="connsiteX2" fmla="*/ 28900 w 62232"/>
                <a:gd name="connsiteY2" fmla="*/ 76 h 93623"/>
                <a:gd name="connsiteX3" fmla="*/ 12709 w 62232"/>
                <a:gd name="connsiteY3" fmla="*/ 1406 h 93623"/>
                <a:gd name="connsiteX4" fmla="*/ 9927 w 62232"/>
                <a:gd name="connsiteY4" fmla="*/ 4465 h 93623"/>
                <a:gd name="connsiteX5" fmla="*/ 13215 w 62232"/>
                <a:gd name="connsiteY5" fmla="*/ 6327 h 93623"/>
                <a:gd name="connsiteX6" fmla="*/ 19287 w 62232"/>
                <a:gd name="connsiteY6" fmla="*/ 8321 h 93623"/>
                <a:gd name="connsiteX7" fmla="*/ 18781 w 62232"/>
                <a:gd name="connsiteY7" fmla="*/ 11247 h 93623"/>
                <a:gd name="connsiteX8" fmla="*/ 946 w 62232"/>
                <a:gd name="connsiteY8" fmla="*/ 86518 h 93623"/>
                <a:gd name="connsiteX9" fmla="*/ 313 w 62232"/>
                <a:gd name="connsiteY9" fmla="*/ 89444 h 93623"/>
                <a:gd name="connsiteX10" fmla="*/ 4614 w 62232"/>
                <a:gd name="connsiteY10" fmla="*/ 93700 h 93623"/>
                <a:gd name="connsiteX11" fmla="*/ 10432 w 62232"/>
                <a:gd name="connsiteY11" fmla="*/ 88114 h 93623"/>
                <a:gd name="connsiteX12" fmla="*/ 16630 w 62232"/>
                <a:gd name="connsiteY12" fmla="*/ 62315 h 93623"/>
                <a:gd name="connsiteX13" fmla="*/ 32821 w 62232"/>
                <a:gd name="connsiteY13" fmla="*/ 73220 h 93623"/>
                <a:gd name="connsiteX14" fmla="*/ 32568 w 62232"/>
                <a:gd name="connsiteY14" fmla="*/ 75879 h 93623"/>
                <a:gd name="connsiteX15" fmla="*/ 32062 w 62232"/>
                <a:gd name="connsiteY15" fmla="*/ 80002 h 93623"/>
                <a:gd name="connsiteX16" fmla="*/ 45470 w 62232"/>
                <a:gd name="connsiteY16" fmla="*/ 93700 h 93623"/>
                <a:gd name="connsiteX17" fmla="*/ 61534 w 62232"/>
                <a:gd name="connsiteY17" fmla="*/ 73353 h 93623"/>
                <a:gd name="connsiteX18" fmla="*/ 59510 w 62232"/>
                <a:gd name="connsiteY18" fmla="*/ 71624 h 93623"/>
                <a:gd name="connsiteX19" fmla="*/ 56980 w 62232"/>
                <a:gd name="connsiteY19" fmla="*/ 74815 h 93623"/>
                <a:gd name="connsiteX20" fmla="*/ 45849 w 62232"/>
                <a:gd name="connsiteY20" fmla="*/ 89976 h 93623"/>
                <a:gd name="connsiteX21" fmla="*/ 41422 w 62232"/>
                <a:gd name="connsiteY21" fmla="*/ 83061 h 93623"/>
                <a:gd name="connsiteX22" fmla="*/ 42181 w 62232"/>
                <a:gd name="connsiteY22" fmla="*/ 77076 h 93623"/>
                <a:gd name="connsiteX23" fmla="*/ 42814 w 62232"/>
                <a:gd name="connsiteY23" fmla="*/ 72954 h 93623"/>
                <a:gd name="connsiteX24" fmla="*/ 22322 w 62232"/>
                <a:gd name="connsiteY24" fmla="*/ 58857 h 93623"/>
                <a:gd name="connsiteX25" fmla="*/ 32821 w 62232"/>
                <a:gd name="connsiteY25" fmla="*/ 50080 h 93623"/>
                <a:gd name="connsiteX26" fmla="*/ 52680 w 62232"/>
                <a:gd name="connsiteY26" fmla="*/ 37446 h 93623"/>
                <a:gd name="connsiteX27" fmla="*/ 56854 w 62232"/>
                <a:gd name="connsiteY27" fmla="*/ 39175 h 93623"/>
                <a:gd name="connsiteX28" fmla="*/ 50276 w 62232"/>
                <a:gd name="connsiteY28" fmla="*/ 46622 h 93623"/>
                <a:gd name="connsiteX29" fmla="*/ 55336 w 62232"/>
                <a:gd name="connsiteY29" fmla="*/ 51543 h 93623"/>
                <a:gd name="connsiteX30" fmla="*/ 62546 w 62232"/>
                <a:gd name="connsiteY30" fmla="*/ 43031 h 93623"/>
                <a:gd name="connsiteX31" fmla="*/ 52806 w 62232"/>
                <a:gd name="connsiteY31" fmla="*/ 33722 h 93623"/>
                <a:gd name="connsiteX32" fmla="*/ 32568 w 62232"/>
                <a:gd name="connsiteY32" fmla="*/ 45425 h 93623"/>
                <a:gd name="connsiteX33" fmla="*/ 17895 w 62232"/>
                <a:gd name="connsiteY33" fmla="*/ 57128 h 93623"/>
                <a:gd name="connsiteX34" fmla="*/ 30418 w 62232"/>
                <a:gd name="connsiteY34" fmla="*/ 4066 h 9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2232" h="93623">
                  <a:moveTo>
                    <a:pt x="30418" y="4066"/>
                  </a:moveTo>
                  <a:cubicBezTo>
                    <a:pt x="30544" y="3800"/>
                    <a:pt x="30924" y="2071"/>
                    <a:pt x="30924" y="1938"/>
                  </a:cubicBezTo>
                  <a:cubicBezTo>
                    <a:pt x="30924" y="1273"/>
                    <a:pt x="30418" y="76"/>
                    <a:pt x="28900" y="76"/>
                  </a:cubicBezTo>
                  <a:cubicBezTo>
                    <a:pt x="26370" y="76"/>
                    <a:pt x="15871" y="1140"/>
                    <a:pt x="12709" y="1406"/>
                  </a:cubicBezTo>
                  <a:cubicBezTo>
                    <a:pt x="11697" y="1539"/>
                    <a:pt x="9927" y="1672"/>
                    <a:pt x="9927" y="4465"/>
                  </a:cubicBezTo>
                  <a:cubicBezTo>
                    <a:pt x="9927" y="6327"/>
                    <a:pt x="11697" y="6327"/>
                    <a:pt x="13215" y="6327"/>
                  </a:cubicBezTo>
                  <a:cubicBezTo>
                    <a:pt x="19287" y="6327"/>
                    <a:pt x="19287" y="7258"/>
                    <a:pt x="19287" y="8321"/>
                  </a:cubicBezTo>
                  <a:cubicBezTo>
                    <a:pt x="19287" y="9252"/>
                    <a:pt x="19034" y="10050"/>
                    <a:pt x="18781" y="11247"/>
                  </a:cubicBezTo>
                  <a:lnTo>
                    <a:pt x="946" y="86518"/>
                  </a:lnTo>
                  <a:cubicBezTo>
                    <a:pt x="313" y="88912"/>
                    <a:pt x="313" y="89178"/>
                    <a:pt x="313" y="89444"/>
                  </a:cubicBezTo>
                  <a:cubicBezTo>
                    <a:pt x="313" y="91439"/>
                    <a:pt x="1831" y="93700"/>
                    <a:pt x="4614" y="93700"/>
                  </a:cubicBezTo>
                  <a:cubicBezTo>
                    <a:pt x="8029" y="93700"/>
                    <a:pt x="9674" y="91040"/>
                    <a:pt x="10432" y="88114"/>
                  </a:cubicBezTo>
                  <a:cubicBezTo>
                    <a:pt x="10685" y="87582"/>
                    <a:pt x="16124" y="64176"/>
                    <a:pt x="16630" y="62315"/>
                  </a:cubicBezTo>
                  <a:cubicBezTo>
                    <a:pt x="25611" y="63245"/>
                    <a:pt x="32821" y="66304"/>
                    <a:pt x="32821" y="73220"/>
                  </a:cubicBezTo>
                  <a:cubicBezTo>
                    <a:pt x="32821" y="73884"/>
                    <a:pt x="32821" y="74549"/>
                    <a:pt x="32568" y="75879"/>
                  </a:cubicBezTo>
                  <a:cubicBezTo>
                    <a:pt x="32062" y="77874"/>
                    <a:pt x="32062" y="78539"/>
                    <a:pt x="32062" y="80002"/>
                  </a:cubicBezTo>
                  <a:cubicBezTo>
                    <a:pt x="32062" y="89444"/>
                    <a:pt x="39398" y="93700"/>
                    <a:pt x="45470" y="93700"/>
                  </a:cubicBezTo>
                  <a:cubicBezTo>
                    <a:pt x="57739" y="93700"/>
                    <a:pt x="61534" y="73485"/>
                    <a:pt x="61534" y="73353"/>
                  </a:cubicBezTo>
                  <a:cubicBezTo>
                    <a:pt x="61534" y="71624"/>
                    <a:pt x="59889" y="71624"/>
                    <a:pt x="59510" y="71624"/>
                  </a:cubicBezTo>
                  <a:cubicBezTo>
                    <a:pt x="57739" y="71624"/>
                    <a:pt x="57613" y="72289"/>
                    <a:pt x="56980" y="74815"/>
                  </a:cubicBezTo>
                  <a:cubicBezTo>
                    <a:pt x="55462" y="80534"/>
                    <a:pt x="52047" y="89976"/>
                    <a:pt x="45849" y="89976"/>
                  </a:cubicBezTo>
                  <a:cubicBezTo>
                    <a:pt x="42434" y="89976"/>
                    <a:pt x="41422" y="86651"/>
                    <a:pt x="41422" y="83061"/>
                  </a:cubicBezTo>
                  <a:cubicBezTo>
                    <a:pt x="41422" y="80800"/>
                    <a:pt x="41422" y="80534"/>
                    <a:pt x="42181" y="77076"/>
                  </a:cubicBezTo>
                  <a:cubicBezTo>
                    <a:pt x="42308" y="76677"/>
                    <a:pt x="42814" y="74416"/>
                    <a:pt x="42814" y="72954"/>
                  </a:cubicBezTo>
                  <a:cubicBezTo>
                    <a:pt x="42814" y="61118"/>
                    <a:pt x="27635" y="59256"/>
                    <a:pt x="22322" y="58857"/>
                  </a:cubicBezTo>
                  <a:cubicBezTo>
                    <a:pt x="25991" y="56463"/>
                    <a:pt x="30671" y="52074"/>
                    <a:pt x="32821" y="50080"/>
                  </a:cubicBezTo>
                  <a:cubicBezTo>
                    <a:pt x="39272" y="43696"/>
                    <a:pt x="45596" y="37446"/>
                    <a:pt x="52680" y="37446"/>
                  </a:cubicBezTo>
                  <a:cubicBezTo>
                    <a:pt x="54197" y="37446"/>
                    <a:pt x="55842" y="37845"/>
                    <a:pt x="56854" y="39175"/>
                  </a:cubicBezTo>
                  <a:cubicBezTo>
                    <a:pt x="51415" y="40106"/>
                    <a:pt x="50276" y="44627"/>
                    <a:pt x="50276" y="46622"/>
                  </a:cubicBezTo>
                  <a:cubicBezTo>
                    <a:pt x="50276" y="49548"/>
                    <a:pt x="52427" y="51543"/>
                    <a:pt x="55336" y="51543"/>
                  </a:cubicBezTo>
                  <a:cubicBezTo>
                    <a:pt x="58751" y="51543"/>
                    <a:pt x="62546" y="48617"/>
                    <a:pt x="62546" y="43031"/>
                  </a:cubicBezTo>
                  <a:cubicBezTo>
                    <a:pt x="62546" y="38643"/>
                    <a:pt x="59510" y="33722"/>
                    <a:pt x="52806" y="33722"/>
                  </a:cubicBezTo>
                  <a:cubicBezTo>
                    <a:pt x="45596" y="33722"/>
                    <a:pt x="39019" y="39175"/>
                    <a:pt x="32568" y="45425"/>
                  </a:cubicBezTo>
                  <a:cubicBezTo>
                    <a:pt x="27255" y="50745"/>
                    <a:pt x="23081" y="54867"/>
                    <a:pt x="17895" y="57128"/>
                  </a:cubicBezTo>
                  <a:lnTo>
                    <a:pt x="30418" y="406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76" name="Freeform: Shape 6275">
              <a:extLst>
                <a:ext uri="{FF2B5EF4-FFF2-40B4-BE49-F238E27FC236}">
                  <a16:creationId xmlns:a16="http://schemas.microsoft.com/office/drawing/2014/main" id="{98C7450F-AAE6-93CB-296B-ADBCC4008BA9}"/>
                </a:ext>
              </a:extLst>
            </p:cNvPr>
            <p:cNvSpPr/>
            <p:nvPr>
              <p:custDataLst>
                <p:tags r:id="rId46"/>
              </p:custDataLst>
            </p:nvPr>
          </p:nvSpPr>
          <p:spPr>
            <a:xfrm>
              <a:off x="12143282" y="5359014"/>
              <a:ext cx="98503" cy="170984"/>
            </a:xfrm>
            <a:custGeom>
              <a:avLst/>
              <a:gdLst>
                <a:gd name="connsiteX0" fmla="*/ 98822 w 98503"/>
                <a:gd name="connsiteY0" fmla="*/ 26102 h 170984"/>
                <a:gd name="connsiteX1" fmla="*/ 74247 w 98503"/>
                <a:gd name="connsiteY1" fmla="*/ 75 h 170984"/>
                <a:gd name="connsiteX2" fmla="*/ 52382 w 98503"/>
                <a:gd name="connsiteY2" fmla="*/ 8054 h 170984"/>
                <a:gd name="connsiteX3" fmla="*/ 29072 w 98503"/>
                <a:gd name="connsiteY3" fmla="*/ 48520 h 170984"/>
                <a:gd name="connsiteX4" fmla="*/ 341 w 98503"/>
                <a:gd name="connsiteY4" fmla="*/ 169159 h 170984"/>
                <a:gd name="connsiteX5" fmla="*/ 2510 w 98503"/>
                <a:gd name="connsiteY5" fmla="*/ 171059 h 170984"/>
                <a:gd name="connsiteX6" fmla="*/ 4678 w 98503"/>
                <a:gd name="connsiteY6" fmla="*/ 170109 h 170984"/>
                <a:gd name="connsiteX7" fmla="*/ 17327 w 98503"/>
                <a:gd name="connsiteY7" fmla="*/ 117674 h 170984"/>
                <a:gd name="connsiteX8" fmla="*/ 41902 w 98503"/>
                <a:gd name="connsiteY8" fmla="*/ 136102 h 170984"/>
                <a:gd name="connsiteX9" fmla="*/ 76776 w 98503"/>
                <a:gd name="connsiteY9" fmla="*/ 121094 h 170984"/>
                <a:gd name="connsiteX10" fmla="*/ 91232 w 98503"/>
                <a:gd name="connsiteY10" fmla="*/ 86137 h 170984"/>
                <a:gd name="connsiteX11" fmla="*/ 78041 w 98503"/>
                <a:gd name="connsiteY11" fmla="*/ 57829 h 170984"/>
                <a:gd name="connsiteX12" fmla="*/ 98822 w 98503"/>
                <a:gd name="connsiteY12" fmla="*/ 26102 h 170984"/>
                <a:gd name="connsiteX13" fmla="*/ 66296 w 98503"/>
                <a:gd name="connsiteY13" fmla="*/ 57639 h 170984"/>
                <a:gd name="connsiteX14" fmla="*/ 57622 w 98503"/>
                <a:gd name="connsiteY14" fmla="*/ 58969 h 170984"/>
                <a:gd name="connsiteX15" fmla="*/ 49672 w 98503"/>
                <a:gd name="connsiteY15" fmla="*/ 58209 h 170984"/>
                <a:gd name="connsiteX16" fmla="*/ 58526 w 98503"/>
                <a:gd name="connsiteY16" fmla="*/ 56690 h 170984"/>
                <a:gd name="connsiteX17" fmla="*/ 66296 w 98503"/>
                <a:gd name="connsiteY17" fmla="*/ 57639 h 170984"/>
                <a:gd name="connsiteX18" fmla="*/ 88702 w 98503"/>
                <a:gd name="connsiteY18" fmla="*/ 21733 h 170984"/>
                <a:gd name="connsiteX19" fmla="*/ 72440 w 98503"/>
                <a:gd name="connsiteY19" fmla="*/ 54600 h 170984"/>
                <a:gd name="connsiteX20" fmla="*/ 58526 w 98503"/>
                <a:gd name="connsiteY20" fmla="*/ 52320 h 170984"/>
                <a:gd name="connsiteX21" fmla="*/ 44612 w 98503"/>
                <a:gd name="connsiteY21" fmla="*/ 58399 h 170984"/>
                <a:gd name="connsiteX22" fmla="*/ 57080 w 98503"/>
                <a:gd name="connsiteY22" fmla="*/ 63149 h 170984"/>
                <a:gd name="connsiteX23" fmla="*/ 71898 w 98503"/>
                <a:gd name="connsiteY23" fmla="*/ 60679 h 170984"/>
                <a:gd name="connsiteX24" fmla="*/ 79848 w 98503"/>
                <a:gd name="connsiteY24" fmla="*/ 82147 h 170984"/>
                <a:gd name="connsiteX25" fmla="*/ 70813 w 98503"/>
                <a:gd name="connsiteY25" fmla="*/ 114824 h 170984"/>
                <a:gd name="connsiteX26" fmla="*/ 41360 w 98503"/>
                <a:gd name="connsiteY26" fmla="*/ 131923 h 170984"/>
                <a:gd name="connsiteX27" fmla="*/ 20760 w 98503"/>
                <a:gd name="connsiteY27" fmla="*/ 107415 h 170984"/>
                <a:gd name="connsiteX28" fmla="*/ 21664 w 98503"/>
                <a:gd name="connsiteY28" fmla="*/ 99056 h 170984"/>
                <a:gd name="connsiteX29" fmla="*/ 33228 w 98503"/>
                <a:gd name="connsiteY29" fmla="*/ 50990 h 170984"/>
                <a:gd name="connsiteX30" fmla="*/ 71898 w 98503"/>
                <a:gd name="connsiteY30" fmla="*/ 4444 h 170984"/>
                <a:gd name="connsiteX31" fmla="*/ 88702 w 98503"/>
                <a:gd name="connsiteY31" fmla="*/ 21733 h 17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503" h="170984">
                  <a:moveTo>
                    <a:pt x="98822" y="26102"/>
                  </a:moveTo>
                  <a:cubicBezTo>
                    <a:pt x="98822" y="11854"/>
                    <a:pt x="88883" y="75"/>
                    <a:pt x="74247" y="75"/>
                  </a:cubicBezTo>
                  <a:cubicBezTo>
                    <a:pt x="63766" y="75"/>
                    <a:pt x="58707" y="3114"/>
                    <a:pt x="52382" y="8054"/>
                  </a:cubicBezTo>
                  <a:cubicBezTo>
                    <a:pt x="42444" y="15653"/>
                    <a:pt x="32505" y="34082"/>
                    <a:pt x="29072" y="48520"/>
                  </a:cubicBezTo>
                  <a:lnTo>
                    <a:pt x="341" y="169159"/>
                  </a:lnTo>
                  <a:cubicBezTo>
                    <a:pt x="161" y="169919"/>
                    <a:pt x="1064" y="171059"/>
                    <a:pt x="2510" y="171059"/>
                  </a:cubicBezTo>
                  <a:cubicBezTo>
                    <a:pt x="3955" y="171059"/>
                    <a:pt x="4497" y="170679"/>
                    <a:pt x="4678" y="170109"/>
                  </a:cubicBezTo>
                  <a:lnTo>
                    <a:pt x="17327" y="117674"/>
                  </a:lnTo>
                  <a:cubicBezTo>
                    <a:pt x="20760" y="129073"/>
                    <a:pt x="28711" y="136102"/>
                    <a:pt x="41902" y="136102"/>
                  </a:cubicBezTo>
                  <a:cubicBezTo>
                    <a:pt x="55093" y="136102"/>
                    <a:pt x="68645" y="129453"/>
                    <a:pt x="76776" y="121094"/>
                  </a:cubicBezTo>
                  <a:cubicBezTo>
                    <a:pt x="85450" y="112354"/>
                    <a:pt x="91232" y="100196"/>
                    <a:pt x="91232" y="86137"/>
                  </a:cubicBezTo>
                  <a:cubicBezTo>
                    <a:pt x="91232" y="72458"/>
                    <a:pt x="84546" y="62579"/>
                    <a:pt x="78041" y="57829"/>
                  </a:cubicBezTo>
                  <a:cubicBezTo>
                    <a:pt x="88522" y="51560"/>
                    <a:pt x="98822" y="39781"/>
                    <a:pt x="98822" y="26102"/>
                  </a:cubicBezTo>
                  <a:close/>
                  <a:moveTo>
                    <a:pt x="66296" y="57639"/>
                  </a:moveTo>
                  <a:cubicBezTo>
                    <a:pt x="63947" y="58589"/>
                    <a:pt x="61959" y="58969"/>
                    <a:pt x="57622" y="58969"/>
                  </a:cubicBezTo>
                  <a:cubicBezTo>
                    <a:pt x="55093" y="58969"/>
                    <a:pt x="51479" y="59159"/>
                    <a:pt x="49672" y="58209"/>
                  </a:cubicBezTo>
                  <a:cubicBezTo>
                    <a:pt x="50033" y="56310"/>
                    <a:pt x="56538" y="56690"/>
                    <a:pt x="58526" y="56690"/>
                  </a:cubicBezTo>
                  <a:cubicBezTo>
                    <a:pt x="62321" y="56690"/>
                    <a:pt x="63947" y="56690"/>
                    <a:pt x="66296" y="57639"/>
                  </a:cubicBezTo>
                  <a:close/>
                  <a:moveTo>
                    <a:pt x="88702" y="21733"/>
                  </a:moveTo>
                  <a:cubicBezTo>
                    <a:pt x="88702" y="35032"/>
                    <a:pt x="81836" y="48710"/>
                    <a:pt x="72440" y="54600"/>
                  </a:cubicBezTo>
                  <a:cubicBezTo>
                    <a:pt x="67561" y="52700"/>
                    <a:pt x="63947" y="52320"/>
                    <a:pt x="58526" y="52320"/>
                  </a:cubicBezTo>
                  <a:cubicBezTo>
                    <a:pt x="54731" y="52320"/>
                    <a:pt x="44612" y="52130"/>
                    <a:pt x="44612" y="58399"/>
                  </a:cubicBezTo>
                  <a:cubicBezTo>
                    <a:pt x="44431" y="63719"/>
                    <a:pt x="53828" y="63149"/>
                    <a:pt x="57080" y="63149"/>
                  </a:cubicBezTo>
                  <a:cubicBezTo>
                    <a:pt x="63766" y="63149"/>
                    <a:pt x="66477" y="62959"/>
                    <a:pt x="71898" y="60679"/>
                  </a:cubicBezTo>
                  <a:cubicBezTo>
                    <a:pt x="78764" y="67519"/>
                    <a:pt x="79668" y="73408"/>
                    <a:pt x="79848" y="82147"/>
                  </a:cubicBezTo>
                  <a:cubicBezTo>
                    <a:pt x="80210" y="93166"/>
                    <a:pt x="75873" y="107415"/>
                    <a:pt x="70813" y="114824"/>
                  </a:cubicBezTo>
                  <a:cubicBezTo>
                    <a:pt x="63766" y="125083"/>
                    <a:pt x="51659" y="131923"/>
                    <a:pt x="41360" y="131923"/>
                  </a:cubicBezTo>
                  <a:cubicBezTo>
                    <a:pt x="27627" y="131923"/>
                    <a:pt x="20760" y="120904"/>
                    <a:pt x="20760" y="107415"/>
                  </a:cubicBezTo>
                  <a:cubicBezTo>
                    <a:pt x="20760" y="105515"/>
                    <a:pt x="20760" y="102665"/>
                    <a:pt x="21664" y="99056"/>
                  </a:cubicBezTo>
                  <a:lnTo>
                    <a:pt x="33228" y="50990"/>
                  </a:lnTo>
                  <a:cubicBezTo>
                    <a:pt x="37204" y="34652"/>
                    <a:pt x="50214" y="4444"/>
                    <a:pt x="71898" y="4444"/>
                  </a:cubicBezTo>
                  <a:cubicBezTo>
                    <a:pt x="82378" y="4444"/>
                    <a:pt x="88702" y="10334"/>
                    <a:pt x="88702" y="2173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77" name="Freeform: Shape 6276">
              <a:extLst>
                <a:ext uri="{FF2B5EF4-FFF2-40B4-BE49-F238E27FC236}">
                  <a16:creationId xmlns:a16="http://schemas.microsoft.com/office/drawing/2014/main" id="{8C359C58-5C60-60DB-065D-1D5ACF2384B0}"/>
                </a:ext>
              </a:extLst>
            </p:cNvPr>
            <p:cNvSpPr/>
            <p:nvPr>
              <p:custDataLst>
                <p:tags r:id="rId47"/>
              </p:custDataLst>
            </p:nvPr>
          </p:nvSpPr>
          <p:spPr>
            <a:xfrm>
              <a:off x="12249578" y="5429345"/>
              <a:ext cx="62232" cy="93623"/>
            </a:xfrm>
            <a:custGeom>
              <a:avLst/>
              <a:gdLst>
                <a:gd name="connsiteX0" fmla="*/ 30428 w 62232"/>
                <a:gd name="connsiteY0" fmla="*/ 4066 h 93623"/>
                <a:gd name="connsiteX1" fmla="*/ 30934 w 62232"/>
                <a:gd name="connsiteY1" fmla="*/ 1938 h 93623"/>
                <a:gd name="connsiteX2" fmla="*/ 28910 w 62232"/>
                <a:gd name="connsiteY2" fmla="*/ 76 h 93623"/>
                <a:gd name="connsiteX3" fmla="*/ 12720 w 62232"/>
                <a:gd name="connsiteY3" fmla="*/ 1406 h 93623"/>
                <a:gd name="connsiteX4" fmla="*/ 9937 w 62232"/>
                <a:gd name="connsiteY4" fmla="*/ 4465 h 93623"/>
                <a:gd name="connsiteX5" fmla="*/ 13226 w 62232"/>
                <a:gd name="connsiteY5" fmla="*/ 6327 h 93623"/>
                <a:gd name="connsiteX6" fmla="*/ 19297 w 62232"/>
                <a:gd name="connsiteY6" fmla="*/ 8321 h 93623"/>
                <a:gd name="connsiteX7" fmla="*/ 18791 w 62232"/>
                <a:gd name="connsiteY7" fmla="*/ 11247 h 93623"/>
                <a:gd name="connsiteX8" fmla="*/ 956 w 62232"/>
                <a:gd name="connsiteY8" fmla="*/ 86518 h 93623"/>
                <a:gd name="connsiteX9" fmla="*/ 324 w 62232"/>
                <a:gd name="connsiteY9" fmla="*/ 89444 h 93623"/>
                <a:gd name="connsiteX10" fmla="*/ 4625 w 62232"/>
                <a:gd name="connsiteY10" fmla="*/ 93700 h 93623"/>
                <a:gd name="connsiteX11" fmla="*/ 10443 w 62232"/>
                <a:gd name="connsiteY11" fmla="*/ 88114 h 93623"/>
                <a:gd name="connsiteX12" fmla="*/ 16641 w 62232"/>
                <a:gd name="connsiteY12" fmla="*/ 62315 h 93623"/>
                <a:gd name="connsiteX13" fmla="*/ 32831 w 62232"/>
                <a:gd name="connsiteY13" fmla="*/ 73220 h 93623"/>
                <a:gd name="connsiteX14" fmla="*/ 32578 w 62232"/>
                <a:gd name="connsiteY14" fmla="*/ 75879 h 93623"/>
                <a:gd name="connsiteX15" fmla="*/ 32073 w 62232"/>
                <a:gd name="connsiteY15" fmla="*/ 80002 h 93623"/>
                <a:gd name="connsiteX16" fmla="*/ 45480 w 62232"/>
                <a:gd name="connsiteY16" fmla="*/ 93700 h 93623"/>
                <a:gd name="connsiteX17" fmla="*/ 61544 w 62232"/>
                <a:gd name="connsiteY17" fmla="*/ 73353 h 93623"/>
                <a:gd name="connsiteX18" fmla="*/ 59521 w 62232"/>
                <a:gd name="connsiteY18" fmla="*/ 71624 h 93623"/>
                <a:gd name="connsiteX19" fmla="*/ 56991 w 62232"/>
                <a:gd name="connsiteY19" fmla="*/ 74815 h 93623"/>
                <a:gd name="connsiteX20" fmla="*/ 45860 w 62232"/>
                <a:gd name="connsiteY20" fmla="*/ 89976 h 93623"/>
                <a:gd name="connsiteX21" fmla="*/ 41433 w 62232"/>
                <a:gd name="connsiteY21" fmla="*/ 83061 h 93623"/>
                <a:gd name="connsiteX22" fmla="*/ 42192 w 62232"/>
                <a:gd name="connsiteY22" fmla="*/ 77076 h 93623"/>
                <a:gd name="connsiteX23" fmla="*/ 42824 w 62232"/>
                <a:gd name="connsiteY23" fmla="*/ 72954 h 93623"/>
                <a:gd name="connsiteX24" fmla="*/ 22333 w 62232"/>
                <a:gd name="connsiteY24" fmla="*/ 58857 h 93623"/>
                <a:gd name="connsiteX25" fmla="*/ 32831 w 62232"/>
                <a:gd name="connsiteY25" fmla="*/ 50080 h 93623"/>
                <a:gd name="connsiteX26" fmla="*/ 52690 w 62232"/>
                <a:gd name="connsiteY26" fmla="*/ 37446 h 93623"/>
                <a:gd name="connsiteX27" fmla="*/ 56864 w 62232"/>
                <a:gd name="connsiteY27" fmla="*/ 39175 h 93623"/>
                <a:gd name="connsiteX28" fmla="*/ 50287 w 62232"/>
                <a:gd name="connsiteY28" fmla="*/ 46622 h 93623"/>
                <a:gd name="connsiteX29" fmla="*/ 55346 w 62232"/>
                <a:gd name="connsiteY29" fmla="*/ 51543 h 93623"/>
                <a:gd name="connsiteX30" fmla="*/ 62556 w 62232"/>
                <a:gd name="connsiteY30" fmla="*/ 43031 h 93623"/>
                <a:gd name="connsiteX31" fmla="*/ 52817 w 62232"/>
                <a:gd name="connsiteY31" fmla="*/ 33722 h 93623"/>
                <a:gd name="connsiteX32" fmla="*/ 32578 w 62232"/>
                <a:gd name="connsiteY32" fmla="*/ 45425 h 93623"/>
                <a:gd name="connsiteX33" fmla="*/ 17906 w 62232"/>
                <a:gd name="connsiteY33" fmla="*/ 57128 h 93623"/>
                <a:gd name="connsiteX34" fmla="*/ 30428 w 62232"/>
                <a:gd name="connsiteY34" fmla="*/ 4066 h 9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2232" h="93623">
                  <a:moveTo>
                    <a:pt x="30428" y="4066"/>
                  </a:moveTo>
                  <a:cubicBezTo>
                    <a:pt x="30555" y="3800"/>
                    <a:pt x="30934" y="2071"/>
                    <a:pt x="30934" y="1938"/>
                  </a:cubicBezTo>
                  <a:cubicBezTo>
                    <a:pt x="30934" y="1273"/>
                    <a:pt x="30428" y="76"/>
                    <a:pt x="28910" y="76"/>
                  </a:cubicBezTo>
                  <a:cubicBezTo>
                    <a:pt x="26381" y="76"/>
                    <a:pt x="15882" y="1140"/>
                    <a:pt x="12720" y="1406"/>
                  </a:cubicBezTo>
                  <a:cubicBezTo>
                    <a:pt x="11708" y="1539"/>
                    <a:pt x="9937" y="1672"/>
                    <a:pt x="9937" y="4465"/>
                  </a:cubicBezTo>
                  <a:cubicBezTo>
                    <a:pt x="9937" y="6327"/>
                    <a:pt x="11708" y="6327"/>
                    <a:pt x="13226" y="6327"/>
                  </a:cubicBezTo>
                  <a:cubicBezTo>
                    <a:pt x="19297" y="6327"/>
                    <a:pt x="19297" y="7258"/>
                    <a:pt x="19297" y="8321"/>
                  </a:cubicBezTo>
                  <a:cubicBezTo>
                    <a:pt x="19297" y="9252"/>
                    <a:pt x="19044" y="10050"/>
                    <a:pt x="18791" y="11247"/>
                  </a:cubicBezTo>
                  <a:lnTo>
                    <a:pt x="956" y="86518"/>
                  </a:lnTo>
                  <a:cubicBezTo>
                    <a:pt x="324" y="88912"/>
                    <a:pt x="324" y="89178"/>
                    <a:pt x="324" y="89444"/>
                  </a:cubicBezTo>
                  <a:cubicBezTo>
                    <a:pt x="324" y="91439"/>
                    <a:pt x="1842" y="93700"/>
                    <a:pt x="4625" y="93700"/>
                  </a:cubicBezTo>
                  <a:cubicBezTo>
                    <a:pt x="8040" y="93700"/>
                    <a:pt x="9684" y="91040"/>
                    <a:pt x="10443" y="88114"/>
                  </a:cubicBezTo>
                  <a:cubicBezTo>
                    <a:pt x="10696" y="87582"/>
                    <a:pt x="16135" y="64176"/>
                    <a:pt x="16641" y="62315"/>
                  </a:cubicBezTo>
                  <a:cubicBezTo>
                    <a:pt x="25622" y="63245"/>
                    <a:pt x="32831" y="66304"/>
                    <a:pt x="32831" y="73220"/>
                  </a:cubicBezTo>
                  <a:cubicBezTo>
                    <a:pt x="32831" y="73884"/>
                    <a:pt x="32831" y="74549"/>
                    <a:pt x="32578" y="75879"/>
                  </a:cubicBezTo>
                  <a:cubicBezTo>
                    <a:pt x="32073" y="77874"/>
                    <a:pt x="32073" y="78539"/>
                    <a:pt x="32073" y="80002"/>
                  </a:cubicBezTo>
                  <a:cubicBezTo>
                    <a:pt x="32073" y="89444"/>
                    <a:pt x="39409" y="93700"/>
                    <a:pt x="45480" y="93700"/>
                  </a:cubicBezTo>
                  <a:cubicBezTo>
                    <a:pt x="57750" y="93700"/>
                    <a:pt x="61544" y="73485"/>
                    <a:pt x="61544" y="73353"/>
                  </a:cubicBezTo>
                  <a:cubicBezTo>
                    <a:pt x="61544" y="71624"/>
                    <a:pt x="59900" y="71624"/>
                    <a:pt x="59521" y="71624"/>
                  </a:cubicBezTo>
                  <a:cubicBezTo>
                    <a:pt x="57750" y="71624"/>
                    <a:pt x="57623" y="72289"/>
                    <a:pt x="56991" y="74815"/>
                  </a:cubicBezTo>
                  <a:cubicBezTo>
                    <a:pt x="55473" y="80534"/>
                    <a:pt x="52058" y="89976"/>
                    <a:pt x="45860" y="89976"/>
                  </a:cubicBezTo>
                  <a:cubicBezTo>
                    <a:pt x="42445" y="89976"/>
                    <a:pt x="41433" y="86651"/>
                    <a:pt x="41433" y="83061"/>
                  </a:cubicBezTo>
                  <a:cubicBezTo>
                    <a:pt x="41433" y="80800"/>
                    <a:pt x="41433" y="80534"/>
                    <a:pt x="42192" y="77076"/>
                  </a:cubicBezTo>
                  <a:cubicBezTo>
                    <a:pt x="42318" y="76677"/>
                    <a:pt x="42824" y="74416"/>
                    <a:pt x="42824" y="72954"/>
                  </a:cubicBezTo>
                  <a:cubicBezTo>
                    <a:pt x="42824" y="61118"/>
                    <a:pt x="27645" y="59256"/>
                    <a:pt x="22333" y="58857"/>
                  </a:cubicBezTo>
                  <a:cubicBezTo>
                    <a:pt x="26001" y="56463"/>
                    <a:pt x="30681" y="52074"/>
                    <a:pt x="32831" y="50080"/>
                  </a:cubicBezTo>
                  <a:cubicBezTo>
                    <a:pt x="39282" y="43696"/>
                    <a:pt x="45607" y="37446"/>
                    <a:pt x="52690" y="37446"/>
                  </a:cubicBezTo>
                  <a:cubicBezTo>
                    <a:pt x="54208" y="37446"/>
                    <a:pt x="55852" y="37845"/>
                    <a:pt x="56864" y="39175"/>
                  </a:cubicBezTo>
                  <a:cubicBezTo>
                    <a:pt x="51425" y="40106"/>
                    <a:pt x="50287" y="44627"/>
                    <a:pt x="50287" y="46622"/>
                  </a:cubicBezTo>
                  <a:cubicBezTo>
                    <a:pt x="50287" y="49548"/>
                    <a:pt x="52437" y="51543"/>
                    <a:pt x="55346" y="51543"/>
                  </a:cubicBezTo>
                  <a:cubicBezTo>
                    <a:pt x="58762" y="51543"/>
                    <a:pt x="62556" y="48617"/>
                    <a:pt x="62556" y="43031"/>
                  </a:cubicBezTo>
                  <a:cubicBezTo>
                    <a:pt x="62556" y="38643"/>
                    <a:pt x="59521" y="33722"/>
                    <a:pt x="52817" y="33722"/>
                  </a:cubicBezTo>
                  <a:cubicBezTo>
                    <a:pt x="45607" y="33722"/>
                    <a:pt x="39029" y="39175"/>
                    <a:pt x="32578" y="45425"/>
                  </a:cubicBezTo>
                  <a:cubicBezTo>
                    <a:pt x="27266" y="50745"/>
                    <a:pt x="23092" y="54867"/>
                    <a:pt x="17906" y="57128"/>
                  </a:cubicBezTo>
                  <a:lnTo>
                    <a:pt x="30428" y="406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6353" name="Group 6352" descr="\documentclass{article}&#10;\usepackage{amsmath}&#10;\pagestyle{empty}&#10;\begin{document}&#10;&#10;\[&#10;= \mathbf{x}'\boldsymbol{\beta} + \beta_j&#10;\]&#10;&#10;&#10;\end{document}" title="IguanaTex Shape Display">
            <a:extLst>
              <a:ext uri="{FF2B5EF4-FFF2-40B4-BE49-F238E27FC236}">
                <a16:creationId xmlns:a16="http://schemas.microsoft.com/office/drawing/2014/main" id="{B1F78DEB-BD1C-A5BB-DDE4-CCD8A64BDF5F}"/>
              </a:ext>
            </a:extLst>
          </p:cNvPr>
          <p:cNvGrpSpPr>
            <a:grpSpLocks noChangeAspect="1"/>
          </p:cNvGrpSpPr>
          <p:nvPr>
            <p:custDataLst>
              <p:tags r:id="rId9"/>
            </p:custDataLst>
          </p:nvPr>
        </p:nvGrpSpPr>
        <p:grpSpPr>
          <a:xfrm>
            <a:off x="9953625" y="4068273"/>
            <a:ext cx="846044" cy="189462"/>
            <a:chOff x="10179356" y="5562042"/>
            <a:chExt cx="846044" cy="189462"/>
          </a:xfrm>
        </p:grpSpPr>
        <p:sp>
          <p:nvSpPr>
            <p:cNvPr id="6346" name="Freeform: Shape 6345">
              <a:extLst>
                <a:ext uri="{FF2B5EF4-FFF2-40B4-BE49-F238E27FC236}">
                  <a16:creationId xmlns:a16="http://schemas.microsoft.com/office/drawing/2014/main" id="{72D51CA1-490D-3D72-D16B-9924053FC4D2}"/>
                </a:ext>
              </a:extLst>
            </p:cNvPr>
            <p:cNvSpPr/>
            <p:nvPr>
              <p:custDataLst>
                <p:tags r:id="rId10"/>
              </p:custDataLst>
            </p:nvPr>
          </p:nvSpPr>
          <p:spPr>
            <a:xfrm>
              <a:off x="10179356" y="5637550"/>
              <a:ext cx="120322" cy="40414"/>
            </a:xfrm>
            <a:custGeom>
              <a:avLst/>
              <a:gdLst>
                <a:gd name="connsiteX0" fmla="*/ 114380 w 120322"/>
                <a:gd name="connsiteY0" fmla="*/ 6983 h 40414"/>
                <a:gd name="connsiteX1" fmla="*/ 120532 w 120322"/>
                <a:gd name="connsiteY1" fmla="*/ 3529 h 40414"/>
                <a:gd name="connsiteX2" fmla="*/ 114561 w 120322"/>
                <a:gd name="connsiteY2" fmla="*/ 75 h 40414"/>
                <a:gd name="connsiteX3" fmla="*/ 6180 w 120322"/>
                <a:gd name="connsiteY3" fmla="*/ 75 h 40414"/>
                <a:gd name="connsiteX4" fmla="*/ 209 w 120322"/>
                <a:gd name="connsiteY4" fmla="*/ 3529 h 40414"/>
                <a:gd name="connsiteX5" fmla="*/ 6361 w 120322"/>
                <a:gd name="connsiteY5" fmla="*/ 6983 h 40414"/>
                <a:gd name="connsiteX6" fmla="*/ 114380 w 120322"/>
                <a:gd name="connsiteY6" fmla="*/ 6983 h 40414"/>
                <a:gd name="connsiteX7" fmla="*/ 114561 w 120322"/>
                <a:gd name="connsiteY7" fmla="*/ 40489 h 40414"/>
                <a:gd name="connsiteX8" fmla="*/ 120532 w 120322"/>
                <a:gd name="connsiteY8" fmla="*/ 37035 h 40414"/>
                <a:gd name="connsiteX9" fmla="*/ 114380 w 120322"/>
                <a:gd name="connsiteY9" fmla="*/ 33581 h 40414"/>
                <a:gd name="connsiteX10" fmla="*/ 6361 w 120322"/>
                <a:gd name="connsiteY10" fmla="*/ 33581 h 40414"/>
                <a:gd name="connsiteX11" fmla="*/ 209 w 120322"/>
                <a:gd name="connsiteY11" fmla="*/ 37035 h 40414"/>
                <a:gd name="connsiteX12" fmla="*/ 6180 w 120322"/>
                <a:gd name="connsiteY12" fmla="*/ 40489 h 40414"/>
                <a:gd name="connsiteX13" fmla="*/ 114561 w 120322"/>
                <a:gd name="connsiteY13" fmla="*/ 40489 h 4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322" h="40414">
                  <a:moveTo>
                    <a:pt x="114380" y="6983"/>
                  </a:moveTo>
                  <a:cubicBezTo>
                    <a:pt x="117094" y="6983"/>
                    <a:pt x="120532" y="6983"/>
                    <a:pt x="120532" y="3529"/>
                  </a:cubicBezTo>
                  <a:cubicBezTo>
                    <a:pt x="120532" y="75"/>
                    <a:pt x="117094" y="75"/>
                    <a:pt x="114561" y="75"/>
                  </a:cubicBezTo>
                  <a:lnTo>
                    <a:pt x="6180" y="75"/>
                  </a:lnTo>
                  <a:cubicBezTo>
                    <a:pt x="3647" y="75"/>
                    <a:pt x="209" y="75"/>
                    <a:pt x="209" y="3529"/>
                  </a:cubicBezTo>
                  <a:cubicBezTo>
                    <a:pt x="209" y="6983"/>
                    <a:pt x="3647" y="6983"/>
                    <a:pt x="6361" y="6983"/>
                  </a:cubicBezTo>
                  <a:lnTo>
                    <a:pt x="114380" y="6983"/>
                  </a:lnTo>
                  <a:close/>
                  <a:moveTo>
                    <a:pt x="114561" y="40489"/>
                  </a:moveTo>
                  <a:cubicBezTo>
                    <a:pt x="117094" y="40489"/>
                    <a:pt x="120532" y="40489"/>
                    <a:pt x="120532" y="37035"/>
                  </a:cubicBezTo>
                  <a:cubicBezTo>
                    <a:pt x="120532" y="33581"/>
                    <a:pt x="117094" y="33581"/>
                    <a:pt x="114380" y="33581"/>
                  </a:cubicBezTo>
                  <a:lnTo>
                    <a:pt x="6361" y="33581"/>
                  </a:lnTo>
                  <a:cubicBezTo>
                    <a:pt x="3647" y="33581"/>
                    <a:pt x="209" y="33581"/>
                    <a:pt x="209" y="37035"/>
                  </a:cubicBezTo>
                  <a:cubicBezTo>
                    <a:pt x="209" y="40489"/>
                    <a:pt x="3647" y="40489"/>
                    <a:pt x="6180" y="40489"/>
                  </a:cubicBezTo>
                  <a:lnTo>
                    <a:pt x="114561" y="4048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47" name="Freeform: Shape 6346">
              <a:extLst>
                <a:ext uri="{FF2B5EF4-FFF2-40B4-BE49-F238E27FC236}">
                  <a16:creationId xmlns:a16="http://schemas.microsoft.com/office/drawing/2014/main" id="{1F18A8BC-2D7E-B867-B658-959AB76BB2C1}"/>
                </a:ext>
              </a:extLst>
            </p:cNvPr>
            <p:cNvSpPr/>
            <p:nvPr>
              <p:custDataLst>
                <p:tags r:id="rId11"/>
              </p:custDataLst>
            </p:nvPr>
          </p:nvSpPr>
          <p:spPr>
            <a:xfrm>
              <a:off x="10364192" y="5624251"/>
              <a:ext cx="101866" cy="76683"/>
            </a:xfrm>
            <a:custGeom>
              <a:avLst/>
              <a:gdLst>
                <a:gd name="connsiteX0" fmla="*/ 58843 w 101866"/>
                <a:gd name="connsiteY0" fmla="*/ 34272 h 76683"/>
                <a:gd name="connsiteX1" fmla="*/ 80013 w 101866"/>
                <a:gd name="connsiteY1" fmla="*/ 11819 h 76683"/>
                <a:gd name="connsiteX2" fmla="*/ 98468 w 101866"/>
                <a:gd name="connsiteY2" fmla="*/ 8192 h 76683"/>
                <a:gd name="connsiteX3" fmla="*/ 98468 w 101866"/>
                <a:gd name="connsiteY3" fmla="*/ 75 h 76683"/>
                <a:gd name="connsiteX4" fmla="*/ 81822 w 101866"/>
                <a:gd name="connsiteY4" fmla="*/ 593 h 76683"/>
                <a:gd name="connsiteX5" fmla="*/ 63186 w 101866"/>
                <a:gd name="connsiteY5" fmla="*/ 75 h 76683"/>
                <a:gd name="connsiteX6" fmla="*/ 63186 w 101866"/>
                <a:gd name="connsiteY6" fmla="*/ 8192 h 76683"/>
                <a:gd name="connsiteX7" fmla="*/ 70061 w 101866"/>
                <a:gd name="connsiteY7" fmla="*/ 9747 h 76683"/>
                <a:gd name="connsiteX8" fmla="*/ 68614 w 101866"/>
                <a:gd name="connsiteY8" fmla="*/ 11819 h 76683"/>
                <a:gd name="connsiteX9" fmla="*/ 53415 w 101866"/>
                <a:gd name="connsiteY9" fmla="*/ 28054 h 76683"/>
                <a:gd name="connsiteX10" fmla="*/ 35683 w 101866"/>
                <a:gd name="connsiteY10" fmla="*/ 8192 h 76683"/>
                <a:gd name="connsiteX11" fmla="*/ 42921 w 101866"/>
                <a:gd name="connsiteY11" fmla="*/ 8192 h 76683"/>
                <a:gd name="connsiteX12" fmla="*/ 42921 w 101866"/>
                <a:gd name="connsiteY12" fmla="*/ 75 h 76683"/>
                <a:gd name="connsiteX13" fmla="*/ 21028 w 101866"/>
                <a:gd name="connsiteY13" fmla="*/ 593 h 76683"/>
                <a:gd name="connsiteX14" fmla="*/ 1125 w 101866"/>
                <a:gd name="connsiteY14" fmla="*/ 75 h 76683"/>
                <a:gd name="connsiteX15" fmla="*/ 1125 w 101866"/>
                <a:gd name="connsiteY15" fmla="*/ 8192 h 76683"/>
                <a:gd name="connsiteX16" fmla="*/ 13971 w 101866"/>
                <a:gd name="connsiteY16" fmla="*/ 8192 h 76683"/>
                <a:gd name="connsiteX17" fmla="*/ 42197 w 101866"/>
                <a:gd name="connsiteY17" fmla="*/ 39971 h 76683"/>
                <a:gd name="connsiteX18" fmla="*/ 18495 w 101866"/>
                <a:gd name="connsiteY18" fmla="*/ 65360 h 76683"/>
                <a:gd name="connsiteX19" fmla="*/ 220 w 101866"/>
                <a:gd name="connsiteY19" fmla="*/ 68641 h 76683"/>
                <a:gd name="connsiteX20" fmla="*/ 220 w 101866"/>
                <a:gd name="connsiteY20" fmla="*/ 76759 h 76683"/>
                <a:gd name="connsiteX21" fmla="*/ 16866 w 101866"/>
                <a:gd name="connsiteY21" fmla="*/ 76240 h 76683"/>
                <a:gd name="connsiteX22" fmla="*/ 35502 w 101866"/>
                <a:gd name="connsiteY22" fmla="*/ 76759 h 76683"/>
                <a:gd name="connsiteX23" fmla="*/ 35502 w 101866"/>
                <a:gd name="connsiteY23" fmla="*/ 68641 h 76683"/>
                <a:gd name="connsiteX24" fmla="*/ 28808 w 101866"/>
                <a:gd name="connsiteY24" fmla="*/ 66741 h 76683"/>
                <a:gd name="connsiteX25" fmla="*/ 30074 w 101866"/>
                <a:gd name="connsiteY25" fmla="*/ 65014 h 76683"/>
                <a:gd name="connsiteX26" fmla="*/ 47625 w 101866"/>
                <a:gd name="connsiteY26" fmla="*/ 46189 h 76683"/>
                <a:gd name="connsiteX27" fmla="*/ 67528 w 101866"/>
                <a:gd name="connsiteY27" fmla="*/ 68641 h 76683"/>
                <a:gd name="connsiteX28" fmla="*/ 60472 w 101866"/>
                <a:gd name="connsiteY28" fmla="*/ 68641 h 76683"/>
                <a:gd name="connsiteX29" fmla="*/ 60472 w 101866"/>
                <a:gd name="connsiteY29" fmla="*/ 76759 h 76683"/>
                <a:gd name="connsiteX30" fmla="*/ 82184 w 101866"/>
                <a:gd name="connsiteY30" fmla="*/ 76240 h 76683"/>
                <a:gd name="connsiteX31" fmla="*/ 102087 w 101866"/>
                <a:gd name="connsiteY31" fmla="*/ 76759 h 76683"/>
                <a:gd name="connsiteX32" fmla="*/ 102087 w 101866"/>
                <a:gd name="connsiteY32" fmla="*/ 68641 h 76683"/>
                <a:gd name="connsiteX33" fmla="*/ 89240 w 101866"/>
                <a:gd name="connsiteY33" fmla="*/ 68641 h 76683"/>
                <a:gd name="connsiteX34" fmla="*/ 58843 w 101866"/>
                <a:gd name="connsiteY34" fmla="*/ 34272 h 7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866" h="76683">
                  <a:moveTo>
                    <a:pt x="58843" y="34272"/>
                  </a:moveTo>
                  <a:lnTo>
                    <a:pt x="80013" y="11819"/>
                  </a:lnTo>
                  <a:cubicBezTo>
                    <a:pt x="82365" y="9401"/>
                    <a:pt x="83451" y="8192"/>
                    <a:pt x="98468" y="8192"/>
                  </a:cubicBezTo>
                  <a:lnTo>
                    <a:pt x="98468" y="75"/>
                  </a:lnTo>
                  <a:cubicBezTo>
                    <a:pt x="92135" y="420"/>
                    <a:pt x="82727" y="593"/>
                    <a:pt x="81822" y="593"/>
                  </a:cubicBezTo>
                  <a:cubicBezTo>
                    <a:pt x="77299" y="593"/>
                    <a:pt x="68252" y="247"/>
                    <a:pt x="63186" y="75"/>
                  </a:cubicBezTo>
                  <a:lnTo>
                    <a:pt x="63186" y="8192"/>
                  </a:lnTo>
                  <a:cubicBezTo>
                    <a:pt x="65719" y="8192"/>
                    <a:pt x="67890" y="8538"/>
                    <a:pt x="70061" y="9747"/>
                  </a:cubicBezTo>
                  <a:cubicBezTo>
                    <a:pt x="69338" y="10783"/>
                    <a:pt x="69338" y="11128"/>
                    <a:pt x="68614" y="11819"/>
                  </a:cubicBezTo>
                  <a:lnTo>
                    <a:pt x="53415" y="28054"/>
                  </a:lnTo>
                  <a:lnTo>
                    <a:pt x="35683" y="8192"/>
                  </a:lnTo>
                  <a:lnTo>
                    <a:pt x="42921" y="8192"/>
                  </a:lnTo>
                  <a:lnTo>
                    <a:pt x="42921" y="75"/>
                  </a:lnTo>
                  <a:cubicBezTo>
                    <a:pt x="38217" y="247"/>
                    <a:pt x="26818" y="593"/>
                    <a:pt x="21028" y="593"/>
                  </a:cubicBezTo>
                  <a:cubicBezTo>
                    <a:pt x="15238" y="593"/>
                    <a:pt x="7096" y="247"/>
                    <a:pt x="1125" y="75"/>
                  </a:cubicBezTo>
                  <a:lnTo>
                    <a:pt x="1125" y="8192"/>
                  </a:lnTo>
                  <a:lnTo>
                    <a:pt x="13971" y="8192"/>
                  </a:lnTo>
                  <a:lnTo>
                    <a:pt x="42197" y="39971"/>
                  </a:lnTo>
                  <a:lnTo>
                    <a:pt x="18495" y="65360"/>
                  </a:lnTo>
                  <a:cubicBezTo>
                    <a:pt x="15419" y="68641"/>
                    <a:pt x="8905" y="68641"/>
                    <a:pt x="220" y="68641"/>
                  </a:cubicBezTo>
                  <a:lnTo>
                    <a:pt x="220" y="76759"/>
                  </a:lnTo>
                  <a:cubicBezTo>
                    <a:pt x="6553" y="76413"/>
                    <a:pt x="15961" y="76240"/>
                    <a:pt x="16866" y="76240"/>
                  </a:cubicBezTo>
                  <a:cubicBezTo>
                    <a:pt x="21389" y="76240"/>
                    <a:pt x="31884" y="76586"/>
                    <a:pt x="35502" y="76759"/>
                  </a:cubicBezTo>
                  <a:lnTo>
                    <a:pt x="35502" y="68641"/>
                  </a:lnTo>
                  <a:cubicBezTo>
                    <a:pt x="32246" y="68641"/>
                    <a:pt x="28808" y="67778"/>
                    <a:pt x="28808" y="66741"/>
                  </a:cubicBezTo>
                  <a:cubicBezTo>
                    <a:pt x="28808" y="66569"/>
                    <a:pt x="28808" y="66396"/>
                    <a:pt x="30074" y="65014"/>
                  </a:cubicBezTo>
                  <a:lnTo>
                    <a:pt x="47625" y="46189"/>
                  </a:lnTo>
                  <a:lnTo>
                    <a:pt x="67528" y="68641"/>
                  </a:lnTo>
                  <a:lnTo>
                    <a:pt x="60472" y="68641"/>
                  </a:lnTo>
                  <a:lnTo>
                    <a:pt x="60472" y="76759"/>
                  </a:lnTo>
                  <a:cubicBezTo>
                    <a:pt x="65176" y="76586"/>
                    <a:pt x="76213" y="76240"/>
                    <a:pt x="82184" y="76240"/>
                  </a:cubicBezTo>
                  <a:cubicBezTo>
                    <a:pt x="87974" y="76240"/>
                    <a:pt x="96116" y="76586"/>
                    <a:pt x="102087" y="76759"/>
                  </a:cubicBezTo>
                  <a:lnTo>
                    <a:pt x="102087" y="68641"/>
                  </a:lnTo>
                  <a:lnTo>
                    <a:pt x="89240" y="68641"/>
                  </a:lnTo>
                  <a:lnTo>
                    <a:pt x="58843" y="3427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48" name="Freeform: Shape 6347">
              <a:extLst>
                <a:ext uri="{FF2B5EF4-FFF2-40B4-BE49-F238E27FC236}">
                  <a16:creationId xmlns:a16="http://schemas.microsoft.com/office/drawing/2014/main" id="{0644DAC1-6DCF-CA7D-1FD9-0B3F8844D81C}"/>
                </a:ext>
              </a:extLst>
            </p:cNvPr>
            <p:cNvSpPr/>
            <p:nvPr>
              <p:custDataLst>
                <p:tags r:id="rId12"/>
              </p:custDataLst>
            </p:nvPr>
          </p:nvSpPr>
          <p:spPr>
            <a:xfrm>
              <a:off x="10476108" y="5562042"/>
              <a:ext cx="31790" cy="62625"/>
            </a:xfrm>
            <a:custGeom>
              <a:avLst/>
              <a:gdLst>
                <a:gd name="connsiteX0" fmla="*/ 30877 w 31790"/>
                <a:gd name="connsiteY0" fmla="*/ 10589 h 62625"/>
                <a:gd name="connsiteX1" fmla="*/ 32016 w 31790"/>
                <a:gd name="connsiteY1" fmla="*/ 6720 h 62625"/>
                <a:gd name="connsiteX2" fmla="*/ 24544 w 31790"/>
                <a:gd name="connsiteY2" fmla="*/ 71 h 62625"/>
                <a:gd name="connsiteX3" fmla="*/ 17578 w 31790"/>
                <a:gd name="connsiteY3" fmla="*/ 5753 h 62625"/>
                <a:gd name="connsiteX4" fmla="*/ 859 w 31790"/>
                <a:gd name="connsiteY4" fmla="*/ 58102 h 62625"/>
                <a:gd name="connsiteX5" fmla="*/ 226 w 31790"/>
                <a:gd name="connsiteY5" fmla="*/ 60036 h 62625"/>
                <a:gd name="connsiteX6" fmla="*/ 5166 w 31790"/>
                <a:gd name="connsiteY6" fmla="*/ 62696 h 62625"/>
                <a:gd name="connsiteX7" fmla="*/ 7065 w 31790"/>
                <a:gd name="connsiteY7" fmla="*/ 60641 h 62625"/>
                <a:gd name="connsiteX8" fmla="*/ 30877 w 31790"/>
                <a:gd name="connsiteY8" fmla="*/ 10589 h 62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0" h="62625">
                  <a:moveTo>
                    <a:pt x="30877" y="10589"/>
                  </a:moveTo>
                  <a:cubicBezTo>
                    <a:pt x="31890" y="8533"/>
                    <a:pt x="32016" y="7566"/>
                    <a:pt x="32016" y="6720"/>
                  </a:cubicBezTo>
                  <a:cubicBezTo>
                    <a:pt x="32016" y="2972"/>
                    <a:pt x="28470" y="71"/>
                    <a:pt x="24544" y="71"/>
                  </a:cubicBezTo>
                  <a:cubicBezTo>
                    <a:pt x="19731" y="71"/>
                    <a:pt x="18211" y="3818"/>
                    <a:pt x="17578" y="5753"/>
                  </a:cubicBezTo>
                  <a:lnTo>
                    <a:pt x="859" y="58102"/>
                  </a:lnTo>
                  <a:cubicBezTo>
                    <a:pt x="733" y="58343"/>
                    <a:pt x="226" y="59915"/>
                    <a:pt x="226" y="60036"/>
                  </a:cubicBezTo>
                  <a:cubicBezTo>
                    <a:pt x="226" y="61487"/>
                    <a:pt x="4152" y="62696"/>
                    <a:pt x="5166" y="62696"/>
                  </a:cubicBezTo>
                  <a:cubicBezTo>
                    <a:pt x="6052" y="62696"/>
                    <a:pt x="6179" y="62454"/>
                    <a:pt x="7065" y="60641"/>
                  </a:cubicBezTo>
                  <a:lnTo>
                    <a:pt x="30877" y="1058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49" name="Freeform: Shape 6348">
              <a:extLst>
                <a:ext uri="{FF2B5EF4-FFF2-40B4-BE49-F238E27FC236}">
                  <a16:creationId xmlns:a16="http://schemas.microsoft.com/office/drawing/2014/main" id="{07AC4147-1FC9-A359-E116-63BE16862FC8}"/>
                </a:ext>
              </a:extLst>
            </p:cNvPr>
            <p:cNvSpPr/>
            <p:nvPr>
              <p:custDataLst>
                <p:tags r:id="rId13"/>
              </p:custDataLst>
            </p:nvPr>
          </p:nvSpPr>
          <p:spPr>
            <a:xfrm>
              <a:off x="10523686" y="5579692"/>
              <a:ext cx="115618" cy="154749"/>
            </a:xfrm>
            <a:custGeom>
              <a:avLst/>
              <a:gdLst>
                <a:gd name="connsiteX0" fmla="*/ 953 w 115618"/>
                <a:gd name="connsiteY0" fmla="*/ 149643 h 154749"/>
                <a:gd name="connsiteX1" fmla="*/ 229 w 115618"/>
                <a:gd name="connsiteY1" fmla="*/ 152406 h 154749"/>
                <a:gd name="connsiteX2" fmla="*/ 4571 w 115618"/>
                <a:gd name="connsiteY2" fmla="*/ 154824 h 154749"/>
                <a:gd name="connsiteX3" fmla="*/ 9276 w 115618"/>
                <a:gd name="connsiteY3" fmla="*/ 150852 h 154749"/>
                <a:gd name="connsiteX4" fmla="*/ 20856 w 115618"/>
                <a:gd name="connsiteY4" fmla="*/ 106292 h 154749"/>
                <a:gd name="connsiteX5" fmla="*/ 56862 w 115618"/>
                <a:gd name="connsiteY5" fmla="*/ 123391 h 154749"/>
                <a:gd name="connsiteX6" fmla="*/ 113495 w 115618"/>
                <a:gd name="connsiteY6" fmla="*/ 74341 h 154749"/>
                <a:gd name="connsiteX7" fmla="*/ 101915 w 115618"/>
                <a:gd name="connsiteY7" fmla="*/ 51370 h 154749"/>
                <a:gd name="connsiteX8" fmla="*/ 115847 w 115618"/>
                <a:gd name="connsiteY8" fmla="*/ 23045 h 154749"/>
                <a:gd name="connsiteX9" fmla="*/ 87621 w 115618"/>
                <a:gd name="connsiteY9" fmla="*/ 75 h 154749"/>
                <a:gd name="connsiteX10" fmla="*/ 28455 w 115618"/>
                <a:gd name="connsiteY10" fmla="*/ 44289 h 154749"/>
                <a:gd name="connsiteX11" fmla="*/ 953 w 115618"/>
                <a:gd name="connsiteY11" fmla="*/ 149643 h 154749"/>
                <a:gd name="connsiteX12" fmla="*/ 82917 w 115618"/>
                <a:gd name="connsiteY12" fmla="*/ 52061 h 154749"/>
                <a:gd name="connsiteX13" fmla="*/ 71518 w 115618"/>
                <a:gd name="connsiteY13" fmla="*/ 54997 h 154749"/>
                <a:gd name="connsiteX14" fmla="*/ 62833 w 115618"/>
                <a:gd name="connsiteY14" fmla="*/ 53615 h 154749"/>
                <a:gd name="connsiteX15" fmla="*/ 74051 w 115618"/>
                <a:gd name="connsiteY15" fmla="*/ 50852 h 154749"/>
                <a:gd name="connsiteX16" fmla="*/ 82917 w 115618"/>
                <a:gd name="connsiteY16" fmla="*/ 52061 h 154749"/>
                <a:gd name="connsiteX17" fmla="*/ 89068 w 115618"/>
                <a:gd name="connsiteY17" fmla="*/ 46016 h 154749"/>
                <a:gd name="connsiteX18" fmla="*/ 74593 w 115618"/>
                <a:gd name="connsiteY18" fmla="*/ 44634 h 154749"/>
                <a:gd name="connsiteX19" fmla="*/ 54148 w 115618"/>
                <a:gd name="connsiteY19" fmla="*/ 53961 h 154749"/>
                <a:gd name="connsiteX20" fmla="*/ 71337 w 115618"/>
                <a:gd name="connsiteY20" fmla="*/ 61215 h 154749"/>
                <a:gd name="connsiteX21" fmla="*/ 90697 w 115618"/>
                <a:gd name="connsiteY21" fmla="*/ 57933 h 154749"/>
                <a:gd name="connsiteX22" fmla="*/ 92687 w 115618"/>
                <a:gd name="connsiteY22" fmla="*/ 66914 h 154749"/>
                <a:gd name="connsiteX23" fmla="*/ 82374 w 115618"/>
                <a:gd name="connsiteY23" fmla="*/ 103011 h 154749"/>
                <a:gd name="connsiteX24" fmla="*/ 56500 w 115618"/>
                <a:gd name="connsiteY24" fmla="*/ 117173 h 154749"/>
                <a:gd name="connsiteX25" fmla="*/ 25560 w 115618"/>
                <a:gd name="connsiteY25" fmla="*/ 91957 h 154749"/>
                <a:gd name="connsiteX26" fmla="*/ 26826 w 115618"/>
                <a:gd name="connsiteY26" fmla="*/ 83149 h 154749"/>
                <a:gd name="connsiteX27" fmla="*/ 37502 w 115618"/>
                <a:gd name="connsiteY27" fmla="*/ 42734 h 154749"/>
                <a:gd name="connsiteX28" fmla="*/ 86716 w 115618"/>
                <a:gd name="connsiteY28" fmla="*/ 6292 h 154749"/>
                <a:gd name="connsiteX29" fmla="*/ 97391 w 115618"/>
                <a:gd name="connsiteY29" fmla="*/ 16137 h 154749"/>
                <a:gd name="connsiteX30" fmla="*/ 89068 w 115618"/>
                <a:gd name="connsiteY30" fmla="*/ 46016 h 154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5618" h="154749">
                  <a:moveTo>
                    <a:pt x="953" y="149643"/>
                  </a:moveTo>
                  <a:cubicBezTo>
                    <a:pt x="772" y="149988"/>
                    <a:pt x="229" y="152233"/>
                    <a:pt x="229" y="152406"/>
                  </a:cubicBezTo>
                  <a:cubicBezTo>
                    <a:pt x="229" y="154824"/>
                    <a:pt x="2943" y="154824"/>
                    <a:pt x="4571" y="154824"/>
                  </a:cubicBezTo>
                  <a:cubicBezTo>
                    <a:pt x="8190" y="154824"/>
                    <a:pt x="8190" y="154479"/>
                    <a:pt x="9276" y="150852"/>
                  </a:cubicBezTo>
                  <a:cubicBezTo>
                    <a:pt x="9818" y="148088"/>
                    <a:pt x="20675" y="106638"/>
                    <a:pt x="20856" y="106292"/>
                  </a:cubicBezTo>
                  <a:cubicBezTo>
                    <a:pt x="28455" y="118382"/>
                    <a:pt x="42387" y="123391"/>
                    <a:pt x="56862" y="123391"/>
                  </a:cubicBezTo>
                  <a:cubicBezTo>
                    <a:pt x="93230" y="123391"/>
                    <a:pt x="113495" y="96966"/>
                    <a:pt x="113495" y="74341"/>
                  </a:cubicBezTo>
                  <a:cubicBezTo>
                    <a:pt x="113495" y="62251"/>
                    <a:pt x="107886" y="55688"/>
                    <a:pt x="101915" y="51370"/>
                  </a:cubicBezTo>
                  <a:cubicBezTo>
                    <a:pt x="108429" y="46189"/>
                    <a:pt x="115847" y="34962"/>
                    <a:pt x="115847" y="23045"/>
                  </a:cubicBezTo>
                  <a:cubicBezTo>
                    <a:pt x="115847" y="8365"/>
                    <a:pt x="104629" y="75"/>
                    <a:pt x="87621" y="75"/>
                  </a:cubicBezTo>
                  <a:cubicBezTo>
                    <a:pt x="61747" y="75"/>
                    <a:pt x="34969" y="19246"/>
                    <a:pt x="28455" y="44289"/>
                  </a:cubicBezTo>
                  <a:lnTo>
                    <a:pt x="953" y="149643"/>
                  </a:lnTo>
                  <a:close/>
                  <a:moveTo>
                    <a:pt x="82917" y="52061"/>
                  </a:moveTo>
                  <a:cubicBezTo>
                    <a:pt x="78574" y="54997"/>
                    <a:pt x="74051" y="54997"/>
                    <a:pt x="71518" y="54997"/>
                  </a:cubicBezTo>
                  <a:cubicBezTo>
                    <a:pt x="70794" y="54997"/>
                    <a:pt x="62833" y="54997"/>
                    <a:pt x="62833" y="53615"/>
                  </a:cubicBezTo>
                  <a:cubicBezTo>
                    <a:pt x="62833" y="50852"/>
                    <a:pt x="71699" y="50852"/>
                    <a:pt x="74051" y="50852"/>
                  </a:cubicBezTo>
                  <a:cubicBezTo>
                    <a:pt x="77308" y="50852"/>
                    <a:pt x="79479" y="50852"/>
                    <a:pt x="82917" y="52061"/>
                  </a:cubicBezTo>
                  <a:close/>
                  <a:moveTo>
                    <a:pt x="89068" y="46016"/>
                  </a:moveTo>
                  <a:cubicBezTo>
                    <a:pt x="83097" y="44634"/>
                    <a:pt x="78031" y="44634"/>
                    <a:pt x="74593" y="44634"/>
                  </a:cubicBezTo>
                  <a:cubicBezTo>
                    <a:pt x="68804" y="44634"/>
                    <a:pt x="54148" y="44634"/>
                    <a:pt x="54148" y="53961"/>
                  </a:cubicBezTo>
                  <a:cubicBezTo>
                    <a:pt x="54148" y="61215"/>
                    <a:pt x="65004" y="61215"/>
                    <a:pt x="71337" y="61215"/>
                  </a:cubicBezTo>
                  <a:cubicBezTo>
                    <a:pt x="74413" y="61215"/>
                    <a:pt x="82555" y="61215"/>
                    <a:pt x="90697" y="57933"/>
                  </a:cubicBezTo>
                  <a:cubicBezTo>
                    <a:pt x="92144" y="60524"/>
                    <a:pt x="92687" y="63978"/>
                    <a:pt x="92687" y="66914"/>
                  </a:cubicBezTo>
                  <a:cubicBezTo>
                    <a:pt x="92687" y="73132"/>
                    <a:pt x="87983" y="94030"/>
                    <a:pt x="82374" y="103011"/>
                  </a:cubicBezTo>
                  <a:cubicBezTo>
                    <a:pt x="76765" y="111474"/>
                    <a:pt x="67899" y="117173"/>
                    <a:pt x="56500" y="117173"/>
                  </a:cubicBezTo>
                  <a:cubicBezTo>
                    <a:pt x="39673" y="117173"/>
                    <a:pt x="25560" y="107501"/>
                    <a:pt x="25560" y="91957"/>
                  </a:cubicBezTo>
                  <a:cubicBezTo>
                    <a:pt x="25560" y="88503"/>
                    <a:pt x="26465" y="84876"/>
                    <a:pt x="26826" y="83149"/>
                  </a:cubicBezTo>
                  <a:cubicBezTo>
                    <a:pt x="29540" y="72959"/>
                    <a:pt x="35330" y="50334"/>
                    <a:pt x="37502" y="42734"/>
                  </a:cubicBezTo>
                  <a:cubicBezTo>
                    <a:pt x="43292" y="23909"/>
                    <a:pt x="65185" y="6292"/>
                    <a:pt x="86716" y="6292"/>
                  </a:cubicBezTo>
                  <a:cubicBezTo>
                    <a:pt x="93411" y="6292"/>
                    <a:pt x="97391" y="9401"/>
                    <a:pt x="97391" y="16137"/>
                  </a:cubicBezTo>
                  <a:cubicBezTo>
                    <a:pt x="97391" y="21491"/>
                    <a:pt x="93049" y="39280"/>
                    <a:pt x="89068" y="4601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50" name="Freeform: Shape 6349">
              <a:extLst>
                <a:ext uri="{FF2B5EF4-FFF2-40B4-BE49-F238E27FC236}">
                  <a16:creationId xmlns:a16="http://schemas.microsoft.com/office/drawing/2014/main" id="{220243E3-7633-1BD0-39A7-ADA2C83378B8}"/>
                </a:ext>
              </a:extLst>
            </p:cNvPr>
            <p:cNvSpPr/>
            <p:nvPr>
              <p:custDataLst>
                <p:tags r:id="rId14"/>
              </p:custDataLst>
            </p:nvPr>
          </p:nvSpPr>
          <p:spPr>
            <a:xfrm>
              <a:off x="10696654" y="5600244"/>
              <a:ext cx="120322" cy="115025"/>
            </a:xfrm>
            <a:custGeom>
              <a:avLst/>
              <a:gdLst>
                <a:gd name="connsiteX0" fmla="*/ 64108 w 120322"/>
                <a:gd name="connsiteY0" fmla="*/ 61042 h 115025"/>
                <a:gd name="connsiteX1" fmla="*/ 114589 w 120322"/>
                <a:gd name="connsiteY1" fmla="*/ 61042 h 115025"/>
                <a:gd name="connsiteX2" fmla="*/ 120560 w 120322"/>
                <a:gd name="connsiteY2" fmla="*/ 57588 h 115025"/>
                <a:gd name="connsiteX3" fmla="*/ 114589 w 120322"/>
                <a:gd name="connsiteY3" fmla="*/ 54133 h 115025"/>
                <a:gd name="connsiteX4" fmla="*/ 64108 w 120322"/>
                <a:gd name="connsiteY4" fmla="*/ 54133 h 115025"/>
                <a:gd name="connsiteX5" fmla="*/ 64108 w 120322"/>
                <a:gd name="connsiteY5" fmla="*/ 5774 h 115025"/>
                <a:gd name="connsiteX6" fmla="*/ 60490 w 120322"/>
                <a:gd name="connsiteY6" fmla="*/ 75 h 115025"/>
                <a:gd name="connsiteX7" fmla="*/ 56871 w 120322"/>
                <a:gd name="connsiteY7" fmla="*/ 5774 h 115025"/>
                <a:gd name="connsiteX8" fmla="*/ 56871 w 120322"/>
                <a:gd name="connsiteY8" fmla="*/ 54133 h 115025"/>
                <a:gd name="connsiteX9" fmla="*/ 6209 w 120322"/>
                <a:gd name="connsiteY9" fmla="*/ 54133 h 115025"/>
                <a:gd name="connsiteX10" fmla="*/ 238 w 120322"/>
                <a:gd name="connsiteY10" fmla="*/ 57588 h 115025"/>
                <a:gd name="connsiteX11" fmla="*/ 6209 w 120322"/>
                <a:gd name="connsiteY11" fmla="*/ 61042 h 115025"/>
                <a:gd name="connsiteX12" fmla="*/ 56871 w 120322"/>
                <a:gd name="connsiteY12" fmla="*/ 61042 h 115025"/>
                <a:gd name="connsiteX13" fmla="*/ 56871 w 120322"/>
                <a:gd name="connsiteY13" fmla="*/ 109401 h 115025"/>
                <a:gd name="connsiteX14" fmla="*/ 60490 w 120322"/>
                <a:gd name="connsiteY14" fmla="*/ 115101 h 115025"/>
                <a:gd name="connsiteX15" fmla="*/ 64108 w 120322"/>
                <a:gd name="connsiteY15" fmla="*/ 109401 h 115025"/>
                <a:gd name="connsiteX16" fmla="*/ 64108 w 120322"/>
                <a:gd name="connsiteY16" fmla="*/ 61042 h 115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0322" h="115025">
                  <a:moveTo>
                    <a:pt x="64108" y="61042"/>
                  </a:moveTo>
                  <a:lnTo>
                    <a:pt x="114589" y="61042"/>
                  </a:lnTo>
                  <a:cubicBezTo>
                    <a:pt x="117123" y="61042"/>
                    <a:pt x="120560" y="61042"/>
                    <a:pt x="120560" y="57588"/>
                  </a:cubicBezTo>
                  <a:cubicBezTo>
                    <a:pt x="120560" y="54133"/>
                    <a:pt x="117123" y="54133"/>
                    <a:pt x="114589" y="54133"/>
                  </a:cubicBezTo>
                  <a:lnTo>
                    <a:pt x="64108" y="54133"/>
                  </a:lnTo>
                  <a:lnTo>
                    <a:pt x="64108" y="5774"/>
                  </a:lnTo>
                  <a:cubicBezTo>
                    <a:pt x="64108" y="3356"/>
                    <a:pt x="64108" y="75"/>
                    <a:pt x="60490" y="75"/>
                  </a:cubicBezTo>
                  <a:cubicBezTo>
                    <a:pt x="56871" y="75"/>
                    <a:pt x="56871" y="3356"/>
                    <a:pt x="56871" y="5774"/>
                  </a:cubicBezTo>
                  <a:lnTo>
                    <a:pt x="56871" y="54133"/>
                  </a:lnTo>
                  <a:lnTo>
                    <a:pt x="6209" y="54133"/>
                  </a:lnTo>
                  <a:cubicBezTo>
                    <a:pt x="3676" y="54133"/>
                    <a:pt x="238" y="54133"/>
                    <a:pt x="238" y="57588"/>
                  </a:cubicBezTo>
                  <a:cubicBezTo>
                    <a:pt x="238" y="61042"/>
                    <a:pt x="3676" y="61042"/>
                    <a:pt x="6209" y="61042"/>
                  </a:cubicBezTo>
                  <a:lnTo>
                    <a:pt x="56871" y="61042"/>
                  </a:lnTo>
                  <a:lnTo>
                    <a:pt x="56871" y="109401"/>
                  </a:lnTo>
                  <a:cubicBezTo>
                    <a:pt x="56871" y="111819"/>
                    <a:pt x="56871" y="115101"/>
                    <a:pt x="60490" y="115101"/>
                  </a:cubicBezTo>
                  <a:cubicBezTo>
                    <a:pt x="64108" y="115101"/>
                    <a:pt x="64108" y="111819"/>
                    <a:pt x="64108" y="109401"/>
                  </a:cubicBezTo>
                  <a:lnTo>
                    <a:pt x="64108" y="610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51" name="Freeform: Shape 6350">
              <a:extLst>
                <a:ext uri="{FF2B5EF4-FFF2-40B4-BE49-F238E27FC236}">
                  <a16:creationId xmlns:a16="http://schemas.microsoft.com/office/drawing/2014/main" id="{BBE32D37-EEAB-E11A-BBCF-21E212D20550}"/>
                </a:ext>
              </a:extLst>
            </p:cNvPr>
            <p:cNvSpPr/>
            <p:nvPr>
              <p:custDataLst>
                <p:tags r:id="rId15"/>
              </p:custDataLst>
            </p:nvPr>
          </p:nvSpPr>
          <p:spPr>
            <a:xfrm>
              <a:off x="10872862" y="5579001"/>
              <a:ext cx="98632" cy="155440"/>
            </a:xfrm>
            <a:custGeom>
              <a:avLst/>
              <a:gdLst>
                <a:gd name="connsiteX0" fmla="*/ 98881 w 98632"/>
                <a:gd name="connsiteY0" fmla="*/ 23736 h 155440"/>
                <a:gd name="connsiteX1" fmla="*/ 74274 w 98632"/>
                <a:gd name="connsiteY1" fmla="*/ 75 h 155440"/>
                <a:gd name="connsiteX2" fmla="*/ 52380 w 98632"/>
                <a:gd name="connsiteY2" fmla="*/ 7329 h 155440"/>
                <a:gd name="connsiteX3" fmla="*/ 29040 w 98632"/>
                <a:gd name="connsiteY3" fmla="*/ 44116 h 155440"/>
                <a:gd name="connsiteX4" fmla="*/ 271 w 98632"/>
                <a:gd name="connsiteY4" fmla="*/ 153788 h 155440"/>
                <a:gd name="connsiteX5" fmla="*/ 2442 w 98632"/>
                <a:gd name="connsiteY5" fmla="*/ 155515 h 155440"/>
                <a:gd name="connsiteX6" fmla="*/ 4613 w 98632"/>
                <a:gd name="connsiteY6" fmla="*/ 154651 h 155440"/>
                <a:gd name="connsiteX7" fmla="*/ 17279 w 98632"/>
                <a:gd name="connsiteY7" fmla="*/ 106983 h 155440"/>
                <a:gd name="connsiteX8" fmla="*/ 41886 w 98632"/>
                <a:gd name="connsiteY8" fmla="*/ 123736 h 155440"/>
                <a:gd name="connsiteX9" fmla="*/ 76807 w 98632"/>
                <a:gd name="connsiteY9" fmla="*/ 110092 h 155440"/>
                <a:gd name="connsiteX10" fmla="*/ 91282 w 98632"/>
                <a:gd name="connsiteY10" fmla="*/ 78313 h 155440"/>
                <a:gd name="connsiteX11" fmla="*/ 78073 w 98632"/>
                <a:gd name="connsiteY11" fmla="*/ 52579 h 155440"/>
                <a:gd name="connsiteX12" fmla="*/ 98881 w 98632"/>
                <a:gd name="connsiteY12" fmla="*/ 23736 h 155440"/>
                <a:gd name="connsiteX13" fmla="*/ 66312 w 98632"/>
                <a:gd name="connsiteY13" fmla="*/ 52406 h 155440"/>
                <a:gd name="connsiteX14" fmla="*/ 57628 w 98632"/>
                <a:gd name="connsiteY14" fmla="*/ 53615 h 155440"/>
                <a:gd name="connsiteX15" fmla="*/ 49666 w 98632"/>
                <a:gd name="connsiteY15" fmla="*/ 52924 h 155440"/>
                <a:gd name="connsiteX16" fmla="*/ 58532 w 98632"/>
                <a:gd name="connsiteY16" fmla="*/ 51543 h 155440"/>
                <a:gd name="connsiteX17" fmla="*/ 66312 w 98632"/>
                <a:gd name="connsiteY17" fmla="*/ 52406 h 155440"/>
                <a:gd name="connsiteX18" fmla="*/ 88749 w 98632"/>
                <a:gd name="connsiteY18" fmla="*/ 19764 h 155440"/>
                <a:gd name="connsiteX19" fmla="*/ 72464 w 98632"/>
                <a:gd name="connsiteY19" fmla="*/ 49643 h 155440"/>
                <a:gd name="connsiteX20" fmla="*/ 58532 w 98632"/>
                <a:gd name="connsiteY20" fmla="*/ 47570 h 155440"/>
                <a:gd name="connsiteX21" fmla="*/ 44600 w 98632"/>
                <a:gd name="connsiteY21" fmla="*/ 53097 h 155440"/>
                <a:gd name="connsiteX22" fmla="*/ 57085 w 98632"/>
                <a:gd name="connsiteY22" fmla="*/ 57415 h 155440"/>
                <a:gd name="connsiteX23" fmla="*/ 71921 w 98632"/>
                <a:gd name="connsiteY23" fmla="*/ 55170 h 155440"/>
                <a:gd name="connsiteX24" fmla="*/ 79883 w 98632"/>
                <a:gd name="connsiteY24" fmla="*/ 74686 h 155440"/>
                <a:gd name="connsiteX25" fmla="*/ 70836 w 98632"/>
                <a:gd name="connsiteY25" fmla="*/ 104392 h 155440"/>
                <a:gd name="connsiteX26" fmla="*/ 41343 w 98632"/>
                <a:gd name="connsiteY26" fmla="*/ 119936 h 155440"/>
                <a:gd name="connsiteX27" fmla="*/ 20717 w 98632"/>
                <a:gd name="connsiteY27" fmla="*/ 97657 h 155440"/>
                <a:gd name="connsiteX28" fmla="*/ 21621 w 98632"/>
                <a:gd name="connsiteY28" fmla="*/ 90057 h 155440"/>
                <a:gd name="connsiteX29" fmla="*/ 33201 w 98632"/>
                <a:gd name="connsiteY29" fmla="*/ 46361 h 155440"/>
                <a:gd name="connsiteX30" fmla="*/ 71921 w 98632"/>
                <a:gd name="connsiteY30" fmla="*/ 4047 h 155440"/>
                <a:gd name="connsiteX31" fmla="*/ 88749 w 98632"/>
                <a:gd name="connsiteY31" fmla="*/ 19764 h 15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8632" h="155440">
                  <a:moveTo>
                    <a:pt x="98881" y="23736"/>
                  </a:moveTo>
                  <a:cubicBezTo>
                    <a:pt x="98881" y="10783"/>
                    <a:pt x="88929" y="75"/>
                    <a:pt x="74274" y="75"/>
                  </a:cubicBezTo>
                  <a:cubicBezTo>
                    <a:pt x="63779" y="75"/>
                    <a:pt x="58713" y="2838"/>
                    <a:pt x="52380" y="7329"/>
                  </a:cubicBezTo>
                  <a:cubicBezTo>
                    <a:pt x="42429" y="14237"/>
                    <a:pt x="32477" y="30990"/>
                    <a:pt x="29040" y="44116"/>
                  </a:cubicBezTo>
                  <a:lnTo>
                    <a:pt x="271" y="153788"/>
                  </a:lnTo>
                  <a:cubicBezTo>
                    <a:pt x="90" y="154479"/>
                    <a:pt x="995" y="155515"/>
                    <a:pt x="2442" y="155515"/>
                  </a:cubicBezTo>
                  <a:cubicBezTo>
                    <a:pt x="3890" y="155515"/>
                    <a:pt x="4432" y="155170"/>
                    <a:pt x="4613" y="154651"/>
                  </a:cubicBezTo>
                  <a:lnTo>
                    <a:pt x="17279" y="106983"/>
                  </a:lnTo>
                  <a:cubicBezTo>
                    <a:pt x="20717" y="117346"/>
                    <a:pt x="28678" y="123736"/>
                    <a:pt x="41886" y="123736"/>
                  </a:cubicBezTo>
                  <a:cubicBezTo>
                    <a:pt x="55094" y="123736"/>
                    <a:pt x="68665" y="117691"/>
                    <a:pt x="76807" y="110092"/>
                  </a:cubicBezTo>
                  <a:cubicBezTo>
                    <a:pt x="85492" y="102147"/>
                    <a:pt x="91282" y="91094"/>
                    <a:pt x="91282" y="78313"/>
                  </a:cubicBezTo>
                  <a:cubicBezTo>
                    <a:pt x="91282" y="65878"/>
                    <a:pt x="84587" y="56897"/>
                    <a:pt x="78073" y="52579"/>
                  </a:cubicBezTo>
                  <a:cubicBezTo>
                    <a:pt x="88568" y="46880"/>
                    <a:pt x="98881" y="36171"/>
                    <a:pt x="98881" y="23736"/>
                  </a:cubicBezTo>
                  <a:close/>
                  <a:moveTo>
                    <a:pt x="66312" y="52406"/>
                  </a:moveTo>
                  <a:cubicBezTo>
                    <a:pt x="63960" y="53270"/>
                    <a:pt x="61970" y="53615"/>
                    <a:pt x="57628" y="53615"/>
                  </a:cubicBezTo>
                  <a:cubicBezTo>
                    <a:pt x="55094" y="53615"/>
                    <a:pt x="51476" y="53788"/>
                    <a:pt x="49666" y="52924"/>
                  </a:cubicBezTo>
                  <a:cubicBezTo>
                    <a:pt x="50028" y="51197"/>
                    <a:pt x="56542" y="51543"/>
                    <a:pt x="58532" y="51543"/>
                  </a:cubicBezTo>
                  <a:cubicBezTo>
                    <a:pt x="62332" y="51543"/>
                    <a:pt x="63960" y="51543"/>
                    <a:pt x="66312" y="52406"/>
                  </a:cubicBezTo>
                  <a:close/>
                  <a:moveTo>
                    <a:pt x="88749" y="19764"/>
                  </a:moveTo>
                  <a:cubicBezTo>
                    <a:pt x="88749" y="31854"/>
                    <a:pt x="81873" y="44289"/>
                    <a:pt x="72464" y="49643"/>
                  </a:cubicBezTo>
                  <a:cubicBezTo>
                    <a:pt x="67579" y="47916"/>
                    <a:pt x="63960" y="47570"/>
                    <a:pt x="58532" y="47570"/>
                  </a:cubicBezTo>
                  <a:cubicBezTo>
                    <a:pt x="54733" y="47570"/>
                    <a:pt x="44600" y="47398"/>
                    <a:pt x="44600" y="53097"/>
                  </a:cubicBezTo>
                  <a:cubicBezTo>
                    <a:pt x="44419" y="57933"/>
                    <a:pt x="53828" y="57415"/>
                    <a:pt x="57085" y="57415"/>
                  </a:cubicBezTo>
                  <a:cubicBezTo>
                    <a:pt x="63779" y="57415"/>
                    <a:pt x="66493" y="57242"/>
                    <a:pt x="71921" y="55170"/>
                  </a:cubicBezTo>
                  <a:cubicBezTo>
                    <a:pt x="78797" y="61387"/>
                    <a:pt x="79702" y="66741"/>
                    <a:pt x="79883" y="74686"/>
                  </a:cubicBezTo>
                  <a:cubicBezTo>
                    <a:pt x="80245" y="84703"/>
                    <a:pt x="75902" y="97657"/>
                    <a:pt x="70836" y="104392"/>
                  </a:cubicBezTo>
                  <a:cubicBezTo>
                    <a:pt x="63779" y="113719"/>
                    <a:pt x="51657" y="119936"/>
                    <a:pt x="41343" y="119936"/>
                  </a:cubicBezTo>
                  <a:cubicBezTo>
                    <a:pt x="27592" y="119936"/>
                    <a:pt x="20717" y="109919"/>
                    <a:pt x="20717" y="97657"/>
                  </a:cubicBezTo>
                  <a:cubicBezTo>
                    <a:pt x="20717" y="95930"/>
                    <a:pt x="20717" y="93339"/>
                    <a:pt x="21621" y="90057"/>
                  </a:cubicBezTo>
                  <a:lnTo>
                    <a:pt x="33201" y="46361"/>
                  </a:lnTo>
                  <a:cubicBezTo>
                    <a:pt x="37182" y="31508"/>
                    <a:pt x="50209" y="4047"/>
                    <a:pt x="71921" y="4047"/>
                  </a:cubicBezTo>
                  <a:cubicBezTo>
                    <a:pt x="82416" y="4047"/>
                    <a:pt x="88749" y="9401"/>
                    <a:pt x="88749" y="1976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52" name="Freeform: Shape 6351">
              <a:extLst>
                <a:ext uri="{FF2B5EF4-FFF2-40B4-BE49-F238E27FC236}">
                  <a16:creationId xmlns:a16="http://schemas.microsoft.com/office/drawing/2014/main" id="{BECBB5EA-DEE7-3DEC-EB56-E75D0A0162DB}"/>
                </a:ext>
              </a:extLst>
            </p:cNvPr>
            <p:cNvSpPr/>
            <p:nvPr>
              <p:custDataLst>
                <p:tags r:id="rId16"/>
              </p:custDataLst>
            </p:nvPr>
          </p:nvSpPr>
          <p:spPr>
            <a:xfrm>
              <a:off x="10969799" y="5646686"/>
              <a:ext cx="55601" cy="104818"/>
            </a:xfrm>
            <a:custGeom>
              <a:avLst/>
              <a:gdLst>
                <a:gd name="connsiteX0" fmla="*/ 55855 w 55601"/>
                <a:gd name="connsiteY0" fmla="*/ 4670 h 104818"/>
                <a:gd name="connsiteX1" fmla="*/ 50789 w 55601"/>
                <a:gd name="connsiteY1" fmla="*/ 76 h 104818"/>
                <a:gd name="connsiteX2" fmla="*/ 43696 w 55601"/>
                <a:gd name="connsiteY2" fmla="*/ 6726 h 104818"/>
                <a:gd name="connsiteX3" fmla="*/ 48762 w 55601"/>
                <a:gd name="connsiteY3" fmla="*/ 11320 h 104818"/>
                <a:gd name="connsiteX4" fmla="*/ 55855 w 55601"/>
                <a:gd name="connsiteY4" fmla="*/ 4670 h 104818"/>
                <a:gd name="connsiteX5" fmla="*/ 29004 w 55601"/>
                <a:gd name="connsiteY5" fmla="*/ 86156 h 104818"/>
                <a:gd name="connsiteX6" fmla="*/ 12666 w 55601"/>
                <a:gd name="connsiteY6" fmla="*/ 101510 h 104818"/>
                <a:gd name="connsiteX7" fmla="*/ 8106 w 55601"/>
                <a:gd name="connsiteY7" fmla="*/ 100784 h 104818"/>
                <a:gd name="connsiteX8" fmla="*/ 12412 w 55601"/>
                <a:gd name="connsiteY8" fmla="*/ 94618 h 104818"/>
                <a:gd name="connsiteX9" fmla="*/ 7473 w 55601"/>
                <a:gd name="connsiteY9" fmla="*/ 90145 h 104818"/>
                <a:gd name="connsiteX10" fmla="*/ 254 w 55601"/>
                <a:gd name="connsiteY10" fmla="*/ 97278 h 104818"/>
                <a:gd name="connsiteX11" fmla="*/ 12792 w 55601"/>
                <a:gd name="connsiteY11" fmla="*/ 104895 h 104818"/>
                <a:gd name="connsiteX12" fmla="*/ 39137 w 55601"/>
                <a:gd name="connsiteY12" fmla="*/ 85793 h 104818"/>
                <a:gd name="connsiteX13" fmla="*/ 50536 w 55601"/>
                <a:gd name="connsiteY13" fmla="*/ 42511 h 104818"/>
                <a:gd name="connsiteX14" fmla="*/ 51169 w 55601"/>
                <a:gd name="connsiteY14" fmla="*/ 38280 h 104818"/>
                <a:gd name="connsiteX15" fmla="*/ 37617 w 55601"/>
                <a:gd name="connsiteY15" fmla="*/ 26916 h 104818"/>
                <a:gd name="connsiteX16" fmla="*/ 15452 w 55601"/>
                <a:gd name="connsiteY16" fmla="*/ 45413 h 104818"/>
                <a:gd name="connsiteX17" fmla="*/ 17605 w 55601"/>
                <a:gd name="connsiteY17" fmla="*/ 46985 h 104818"/>
                <a:gd name="connsiteX18" fmla="*/ 20138 w 55601"/>
                <a:gd name="connsiteY18" fmla="*/ 44808 h 104818"/>
                <a:gd name="connsiteX19" fmla="*/ 37237 w 55601"/>
                <a:gd name="connsiteY19" fmla="*/ 30301 h 104818"/>
                <a:gd name="connsiteX20" fmla="*/ 41543 w 55601"/>
                <a:gd name="connsiteY20" fmla="*/ 36225 h 104818"/>
                <a:gd name="connsiteX21" fmla="*/ 41163 w 55601"/>
                <a:gd name="connsiteY21" fmla="*/ 39852 h 104818"/>
                <a:gd name="connsiteX22" fmla="*/ 29004 w 55601"/>
                <a:gd name="connsiteY22" fmla="*/ 86156 h 104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601" h="104818">
                  <a:moveTo>
                    <a:pt x="55855" y="4670"/>
                  </a:moveTo>
                  <a:cubicBezTo>
                    <a:pt x="55855" y="2615"/>
                    <a:pt x="54209" y="76"/>
                    <a:pt x="50789" y="76"/>
                  </a:cubicBezTo>
                  <a:cubicBezTo>
                    <a:pt x="47116" y="76"/>
                    <a:pt x="43696" y="3461"/>
                    <a:pt x="43696" y="6726"/>
                  </a:cubicBezTo>
                  <a:cubicBezTo>
                    <a:pt x="43696" y="8660"/>
                    <a:pt x="45216" y="11320"/>
                    <a:pt x="48762" y="11320"/>
                  </a:cubicBezTo>
                  <a:cubicBezTo>
                    <a:pt x="52182" y="11320"/>
                    <a:pt x="55855" y="8176"/>
                    <a:pt x="55855" y="4670"/>
                  </a:cubicBezTo>
                  <a:close/>
                  <a:moveTo>
                    <a:pt x="29004" y="86156"/>
                  </a:moveTo>
                  <a:cubicBezTo>
                    <a:pt x="26851" y="94498"/>
                    <a:pt x="20138" y="101510"/>
                    <a:pt x="12666" y="101510"/>
                  </a:cubicBezTo>
                  <a:cubicBezTo>
                    <a:pt x="11019" y="101510"/>
                    <a:pt x="9499" y="101268"/>
                    <a:pt x="8106" y="100784"/>
                  </a:cubicBezTo>
                  <a:cubicBezTo>
                    <a:pt x="11399" y="99333"/>
                    <a:pt x="12412" y="96432"/>
                    <a:pt x="12412" y="94618"/>
                  </a:cubicBezTo>
                  <a:cubicBezTo>
                    <a:pt x="12412" y="91717"/>
                    <a:pt x="10006" y="90145"/>
                    <a:pt x="7473" y="90145"/>
                  </a:cubicBezTo>
                  <a:cubicBezTo>
                    <a:pt x="3547" y="90145"/>
                    <a:pt x="254" y="93409"/>
                    <a:pt x="254" y="97278"/>
                  </a:cubicBezTo>
                  <a:cubicBezTo>
                    <a:pt x="254" y="101872"/>
                    <a:pt x="5193" y="104895"/>
                    <a:pt x="12792" y="104895"/>
                  </a:cubicBezTo>
                  <a:cubicBezTo>
                    <a:pt x="20392" y="104895"/>
                    <a:pt x="35210" y="100542"/>
                    <a:pt x="39137" y="85793"/>
                  </a:cubicBezTo>
                  <a:lnTo>
                    <a:pt x="50536" y="42511"/>
                  </a:lnTo>
                  <a:cubicBezTo>
                    <a:pt x="50916" y="41182"/>
                    <a:pt x="51169" y="40093"/>
                    <a:pt x="51169" y="38280"/>
                  </a:cubicBezTo>
                  <a:cubicBezTo>
                    <a:pt x="51169" y="31631"/>
                    <a:pt x="45216" y="26916"/>
                    <a:pt x="37617" y="26916"/>
                  </a:cubicBezTo>
                  <a:cubicBezTo>
                    <a:pt x="23558" y="26916"/>
                    <a:pt x="15452" y="43720"/>
                    <a:pt x="15452" y="45413"/>
                  </a:cubicBezTo>
                  <a:cubicBezTo>
                    <a:pt x="15452" y="46985"/>
                    <a:pt x="17225" y="46985"/>
                    <a:pt x="17605" y="46985"/>
                  </a:cubicBezTo>
                  <a:cubicBezTo>
                    <a:pt x="19125" y="46985"/>
                    <a:pt x="19252" y="46622"/>
                    <a:pt x="20138" y="44808"/>
                  </a:cubicBezTo>
                  <a:cubicBezTo>
                    <a:pt x="23305" y="37796"/>
                    <a:pt x="29891" y="30301"/>
                    <a:pt x="37237" y="30301"/>
                  </a:cubicBezTo>
                  <a:cubicBezTo>
                    <a:pt x="40403" y="30301"/>
                    <a:pt x="41543" y="32356"/>
                    <a:pt x="41543" y="36225"/>
                  </a:cubicBezTo>
                  <a:cubicBezTo>
                    <a:pt x="41543" y="37555"/>
                    <a:pt x="41290" y="39247"/>
                    <a:pt x="41163" y="39852"/>
                  </a:cubicBezTo>
                  <a:lnTo>
                    <a:pt x="29004" y="861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mc:AlternateContent xmlns:mc="http://schemas.openxmlformats.org/markup-compatibility/2006" xmlns:a14="http://schemas.microsoft.com/office/drawing/2010/main">
        <mc:Choice Requires="a14">
          <p:sp>
            <p:nvSpPr>
              <p:cNvPr id="6387" name="TextBox 6386">
                <a:extLst>
                  <a:ext uri="{FF2B5EF4-FFF2-40B4-BE49-F238E27FC236}">
                    <a16:creationId xmlns:a16="http://schemas.microsoft.com/office/drawing/2014/main" id="{5B30EA9D-A26C-E2E5-1F79-4FC684DAAA4B}"/>
                  </a:ext>
                </a:extLst>
              </p:cNvPr>
              <p:cNvSpPr txBox="1"/>
              <p:nvPr/>
            </p:nvSpPr>
            <p:spPr>
              <a:xfrm>
                <a:off x="6196628" y="4423753"/>
                <a:ext cx="5133376" cy="57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Then,  if the index shifts from </a:t>
                </a:r>
                <a14:m>
                  <m:oMath xmlns:m="http://schemas.openxmlformats.org/officeDocument/2006/math">
                    <m:sSup>
                      <m:sSup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𝐱</m:t>
                        </m:r>
                      </m:e>
                      <m:sup>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up>
                    </m:sSup>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𝜷</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to  </a:t>
                </a:r>
                <a14:m>
                  <m:oMath xmlns:m="http://schemas.openxmlformats.org/officeDocument/2006/math">
                    <m:sSup>
                      <m:sSup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𝐱</m:t>
                        </m:r>
                      </m:e>
                      <m:sup>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up>
                    </m:sSup>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𝜷</m:t>
                    </m:r>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sub>
                    </m:sSub>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the probability</a:t>
                </a:r>
                <a:r>
                  <a:rPr kumimoji="0" lang="en-GB" sz="1400" b="0" i="0" u="none" strike="noStrike" kern="1200" cap="none" spc="0" normalizeH="0" noProof="0">
                    <a:ln>
                      <a:noFill/>
                    </a:ln>
                    <a:solidFill>
                      <a:prstClr val="black"/>
                    </a:solidFill>
                    <a:effectLst/>
                    <a:uLnTx/>
                    <a:uFillTx/>
                    <a:latin typeface="Aptos" panose="020B0004020202020204"/>
                    <a:ea typeface="+mn-ea"/>
                    <a:cs typeface="+mn-cs"/>
                  </a:rPr>
                  <a:t> ratio y multiplied by </a:t>
                </a:r>
                <a14:m>
                  <m:oMath xmlns:m="http://schemas.openxmlformats.org/officeDocument/2006/math">
                    <m:sSup>
                      <m:sSup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p>
                        <m:d>
                          <m:d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sub>
                            </m:sSub>
                          </m:e>
                        </m:d>
                      </m:sup>
                    </m:sSup>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a:t>
                </a:r>
              </a:p>
            </p:txBody>
          </p:sp>
        </mc:Choice>
        <mc:Fallback xmlns="">
          <p:sp>
            <p:nvSpPr>
              <p:cNvPr id="6387" name="TextBox 6386">
                <a:extLst>
                  <a:ext uri="{FF2B5EF4-FFF2-40B4-BE49-F238E27FC236}">
                    <a16:creationId xmlns:a16="http://schemas.microsoft.com/office/drawing/2014/main" id="{5B30EA9D-A26C-E2E5-1F79-4FC684DAAA4B}"/>
                  </a:ext>
                </a:extLst>
              </p:cNvPr>
              <p:cNvSpPr txBox="1">
                <a:spLocks noRot="1" noChangeAspect="1" noMove="1" noResize="1" noEditPoints="1" noAdjustHandles="1" noChangeArrowheads="1" noChangeShapeType="1" noTextEdit="1"/>
              </p:cNvSpPr>
              <p:nvPr/>
            </p:nvSpPr>
            <p:spPr>
              <a:xfrm>
                <a:off x="6196628" y="4423753"/>
                <a:ext cx="5133376" cy="579646"/>
              </a:xfrm>
              <a:prstGeom prst="rect">
                <a:avLst/>
              </a:prstGeom>
              <a:blipFill>
                <a:blip r:embed="rId214"/>
                <a:stretch>
                  <a:fillRect l="-356" t="-1053" b="-10526"/>
                </a:stretch>
              </a:blipFill>
            </p:spPr>
            <p:txBody>
              <a:bodyPr/>
              <a:lstStyle/>
              <a:p>
                <a:r>
                  <a:rPr lang="en-US">
                    <a:noFill/>
                  </a:rPr>
                  <a:t> </a:t>
                </a:r>
              </a:p>
            </p:txBody>
          </p:sp>
        </mc:Fallback>
      </mc:AlternateContent>
      <p:sp>
        <p:nvSpPr>
          <p:cNvPr id="6699" name="Left Brace 6698">
            <a:extLst>
              <a:ext uri="{FF2B5EF4-FFF2-40B4-BE49-F238E27FC236}">
                <a16:creationId xmlns:a16="http://schemas.microsoft.com/office/drawing/2014/main" id="{52AE1B99-C870-FAEE-9DB1-BA1F515A99E7}"/>
              </a:ext>
            </a:extLst>
          </p:cNvPr>
          <p:cNvSpPr/>
          <p:nvPr/>
        </p:nvSpPr>
        <p:spPr>
          <a:xfrm rot="16200000">
            <a:off x="9216033" y="5039311"/>
            <a:ext cx="165713" cy="966597"/>
          </a:xfrm>
          <a:prstGeom prst="leftBrace">
            <a:avLst>
              <a:gd name="adj1" fmla="val 46839"/>
              <a:gd name="adj2" fmla="val 51710"/>
            </a:avLst>
          </a:prstGeom>
          <a:ln w="12700"/>
        </p:spPr>
        <p:style>
          <a:lnRef idx="2">
            <a:schemeClr val="dk1"/>
          </a:lnRef>
          <a:fillRef idx="0">
            <a:schemeClr val="dk1"/>
          </a:fillRef>
          <a:effectRef idx="1">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mc:AlternateContent xmlns:mc="http://schemas.openxmlformats.org/markup-compatibility/2006" xmlns:a14="http://schemas.microsoft.com/office/drawing/2010/main">
        <mc:Choice Requires="a14">
          <p:sp>
            <p:nvSpPr>
              <p:cNvPr id="6700" name="TextBox 6699">
                <a:extLst>
                  <a:ext uri="{FF2B5EF4-FFF2-40B4-BE49-F238E27FC236}">
                    <a16:creationId xmlns:a16="http://schemas.microsoft.com/office/drawing/2014/main" id="{1A41E126-E155-1953-3275-C509119D913C}"/>
                  </a:ext>
                </a:extLst>
              </p:cNvPr>
              <p:cNvSpPr txBox="1"/>
              <p:nvPr/>
            </p:nvSpPr>
            <p:spPr>
              <a:xfrm>
                <a:off x="7475838" y="5691825"/>
                <a:ext cx="4006745" cy="3468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The </a:t>
                </a:r>
                <a:r>
                  <a:rPr lang="en-GB" sz="1400" b="1">
                    <a:solidFill>
                      <a:prstClr val="black"/>
                    </a:solidFill>
                    <a:highlight>
                      <a:srgbClr val="FFC000"/>
                    </a:highlight>
                    <a:latin typeface="Aptos" panose="020B0004020202020204"/>
                  </a:rPr>
                  <a:t>Odds ratios increases by a factor of </a:t>
                </a:r>
                <a14:m>
                  <m:oMath xmlns:m="http://schemas.openxmlformats.org/officeDocument/2006/math">
                    <m:sSup>
                      <m:sSup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p>
                        <m:d>
                          <m:d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sub>
                            </m:sSub>
                          </m:e>
                        </m:d>
                      </m:sup>
                    </m:sSup>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a:t>
                </a:r>
              </a:p>
            </p:txBody>
          </p:sp>
        </mc:Choice>
        <mc:Fallback xmlns="">
          <p:sp>
            <p:nvSpPr>
              <p:cNvPr id="6700" name="TextBox 6699">
                <a:extLst>
                  <a:ext uri="{FF2B5EF4-FFF2-40B4-BE49-F238E27FC236}">
                    <a16:creationId xmlns:a16="http://schemas.microsoft.com/office/drawing/2014/main" id="{1A41E126-E155-1953-3275-C509119D913C}"/>
                  </a:ext>
                </a:extLst>
              </p:cNvPr>
              <p:cNvSpPr txBox="1">
                <a:spLocks noRot="1" noChangeAspect="1" noMove="1" noResize="1" noEditPoints="1" noAdjustHandles="1" noChangeArrowheads="1" noChangeShapeType="1" noTextEdit="1"/>
              </p:cNvSpPr>
              <p:nvPr/>
            </p:nvSpPr>
            <p:spPr>
              <a:xfrm>
                <a:off x="7475838" y="5691825"/>
                <a:ext cx="4006745" cy="346890"/>
              </a:xfrm>
              <a:prstGeom prst="rect">
                <a:avLst/>
              </a:prstGeom>
              <a:blipFill>
                <a:blip r:embed="rId215"/>
                <a:stretch>
                  <a:fillRect l="-456" b="-17544"/>
                </a:stretch>
              </a:blipFill>
            </p:spPr>
            <p:txBody>
              <a:bodyPr/>
              <a:lstStyle/>
              <a:p>
                <a:r>
                  <a:rPr lang="en-US">
                    <a:noFill/>
                  </a:rPr>
                  <a:t> </a:t>
                </a:r>
              </a:p>
            </p:txBody>
          </p:sp>
        </mc:Fallback>
      </mc:AlternateContent>
    </p:spTree>
    <p:extLst>
      <p:ext uri="{BB962C8B-B14F-4D97-AF65-F5344CB8AC3E}">
        <p14:creationId xmlns:p14="http://schemas.microsoft.com/office/powerpoint/2010/main" val="30307603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52"/>
                                        </p:tgtEl>
                                        <p:attrNameLst>
                                          <p:attrName>style.visibility</p:attrName>
                                        </p:attrNameLst>
                                      </p:cBhvr>
                                      <p:to>
                                        <p:strVal val="visible"/>
                                      </p:to>
                                    </p:set>
                                    <p:animEffect transition="in" filter="fade">
                                      <p:cBhvr>
                                        <p:cTn id="7" dur="500"/>
                                        <p:tgtEl>
                                          <p:spTgt spid="575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462"/>
                                        </p:tgtEl>
                                        <p:attrNameLst>
                                          <p:attrName>style.visibility</p:attrName>
                                        </p:attrNameLst>
                                      </p:cBhvr>
                                      <p:to>
                                        <p:strVal val="visible"/>
                                      </p:to>
                                    </p:set>
                                    <p:animEffect transition="in" filter="fade">
                                      <p:cBhvr>
                                        <p:cTn id="16" dur="500"/>
                                        <p:tgtEl>
                                          <p:spTgt spid="546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202"/>
                                        </p:tgtEl>
                                        <p:attrNameLst>
                                          <p:attrName>style.visibility</p:attrName>
                                        </p:attrNameLst>
                                      </p:cBhvr>
                                      <p:to>
                                        <p:strVal val="visible"/>
                                      </p:to>
                                    </p:set>
                                    <p:animEffect transition="in" filter="fade">
                                      <p:cBhvr>
                                        <p:cTn id="21" dur="500"/>
                                        <p:tgtEl>
                                          <p:spTgt spid="520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659"/>
                                        </p:tgtEl>
                                        <p:attrNameLst>
                                          <p:attrName>style.visibility</p:attrName>
                                        </p:attrNameLst>
                                      </p:cBhvr>
                                      <p:to>
                                        <p:strVal val="visible"/>
                                      </p:to>
                                    </p:set>
                                    <p:animEffect transition="in" filter="fade">
                                      <p:cBhvr>
                                        <p:cTn id="26" dur="500"/>
                                        <p:tgtEl>
                                          <p:spTgt spid="5659"/>
                                        </p:tgtEl>
                                      </p:cBhvr>
                                    </p:animEffect>
                                  </p:childTnLst>
                                </p:cTn>
                              </p:par>
                              <p:par>
                                <p:cTn id="27" presetID="10" presetClass="entr" presetSubtype="0"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animEffect transition="in" filter="fade">
                                      <p:cBhvr>
                                        <p:cTn id="29" dur="500"/>
                                        <p:tgtEl>
                                          <p:spTgt spid="6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6436"/>
                                        </p:tgtEl>
                                        <p:attrNameLst>
                                          <p:attrName>style.visibility</p:attrName>
                                        </p:attrNameLst>
                                      </p:cBhvr>
                                      <p:to>
                                        <p:strVal val="visible"/>
                                      </p:to>
                                    </p:set>
                                    <p:animEffect transition="in" filter="fade">
                                      <p:cBhvr>
                                        <p:cTn id="34" dur="500"/>
                                        <p:tgtEl>
                                          <p:spTgt spid="643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210"/>
                                        </p:tgtEl>
                                        <p:attrNameLst>
                                          <p:attrName>style.visibility</p:attrName>
                                        </p:attrNameLst>
                                      </p:cBhvr>
                                      <p:to>
                                        <p:strVal val="visible"/>
                                      </p:to>
                                    </p:set>
                                    <p:animEffect transition="in" filter="fade">
                                      <p:cBhvr>
                                        <p:cTn id="39" dur="500"/>
                                        <p:tgtEl>
                                          <p:spTgt spid="6210"/>
                                        </p:tgtEl>
                                      </p:cBhvr>
                                    </p:animEffect>
                                  </p:childTnLst>
                                </p:cTn>
                              </p:par>
                              <p:par>
                                <p:cTn id="40" presetID="10" presetClass="entr" presetSubtype="0" fill="hold" nodeType="withEffect">
                                  <p:stCondLst>
                                    <p:cond delay="0"/>
                                  </p:stCondLst>
                                  <p:childTnLst>
                                    <p:set>
                                      <p:cBhvr>
                                        <p:cTn id="41" dur="1" fill="hold">
                                          <p:stCondLst>
                                            <p:cond delay="0"/>
                                          </p:stCondLst>
                                        </p:cTn>
                                        <p:tgtEl>
                                          <p:spTgt spid="6196"/>
                                        </p:tgtEl>
                                        <p:attrNameLst>
                                          <p:attrName>style.visibility</p:attrName>
                                        </p:attrNameLst>
                                      </p:cBhvr>
                                      <p:to>
                                        <p:strVal val="visible"/>
                                      </p:to>
                                    </p:set>
                                    <p:animEffect transition="in" filter="fade">
                                      <p:cBhvr>
                                        <p:cTn id="42" dur="500"/>
                                        <p:tgtEl>
                                          <p:spTgt spid="619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278"/>
                                        </p:tgtEl>
                                        <p:attrNameLst>
                                          <p:attrName>style.visibility</p:attrName>
                                        </p:attrNameLst>
                                      </p:cBhvr>
                                      <p:to>
                                        <p:strVal val="visible"/>
                                      </p:to>
                                    </p:set>
                                    <p:animEffect transition="in" filter="fade">
                                      <p:cBhvr>
                                        <p:cTn id="47" dur="500"/>
                                        <p:tgtEl>
                                          <p:spTgt spid="6278"/>
                                        </p:tgtEl>
                                      </p:cBhvr>
                                    </p:animEffect>
                                  </p:childTnLst>
                                </p:cTn>
                              </p:par>
                              <p:par>
                                <p:cTn id="48" presetID="10" presetClass="entr" presetSubtype="0" fill="hold" nodeType="withEffect">
                                  <p:stCondLst>
                                    <p:cond delay="0"/>
                                  </p:stCondLst>
                                  <p:childTnLst>
                                    <p:set>
                                      <p:cBhvr>
                                        <p:cTn id="49" dur="1" fill="hold">
                                          <p:stCondLst>
                                            <p:cond delay="0"/>
                                          </p:stCondLst>
                                        </p:cTn>
                                        <p:tgtEl>
                                          <p:spTgt spid="6353"/>
                                        </p:tgtEl>
                                        <p:attrNameLst>
                                          <p:attrName>style.visibility</p:attrName>
                                        </p:attrNameLst>
                                      </p:cBhvr>
                                      <p:to>
                                        <p:strVal val="visible"/>
                                      </p:to>
                                    </p:set>
                                    <p:animEffect transition="in" filter="fade">
                                      <p:cBhvr>
                                        <p:cTn id="50" dur="500"/>
                                        <p:tgtEl>
                                          <p:spTgt spid="635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273"/>
                                        </p:tgtEl>
                                        <p:attrNameLst>
                                          <p:attrName>style.visibility</p:attrName>
                                        </p:attrNameLst>
                                      </p:cBhvr>
                                      <p:to>
                                        <p:strVal val="visible"/>
                                      </p:to>
                                    </p:set>
                                    <p:animEffect transition="in" filter="fade">
                                      <p:cBhvr>
                                        <p:cTn id="53" dur="500"/>
                                        <p:tgtEl>
                                          <p:spTgt spid="527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387"/>
                                        </p:tgtEl>
                                        <p:attrNameLst>
                                          <p:attrName>style.visibility</p:attrName>
                                        </p:attrNameLst>
                                      </p:cBhvr>
                                      <p:to>
                                        <p:strVal val="visible"/>
                                      </p:to>
                                    </p:set>
                                    <p:animEffect transition="in" filter="fade">
                                      <p:cBhvr>
                                        <p:cTn id="56" dur="500"/>
                                        <p:tgtEl>
                                          <p:spTgt spid="638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700"/>
                                        </p:tgtEl>
                                        <p:attrNameLst>
                                          <p:attrName>style.visibility</p:attrName>
                                        </p:attrNameLst>
                                      </p:cBhvr>
                                      <p:to>
                                        <p:strVal val="visible"/>
                                      </p:to>
                                    </p:set>
                                    <p:animEffect transition="in" filter="fade">
                                      <p:cBhvr>
                                        <p:cTn id="59" dur="500"/>
                                        <p:tgtEl>
                                          <p:spTgt spid="670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699"/>
                                        </p:tgtEl>
                                        <p:attrNameLst>
                                          <p:attrName>style.visibility</p:attrName>
                                        </p:attrNameLst>
                                      </p:cBhvr>
                                      <p:to>
                                        <p:strVal val="visible"/>
                                      </p:to>
                                    </p:set>
                                    <p:animEffect transition="in" filter="fade">
                                      <p:cBhvr>
                                        <p:cTn id="62" dur="500"/>
                                        <p:tgtEl>
                                          <p:spTgt spid="6699"/>
                                        </p:tgtEl>
                                      </p:cBhvr>
                                    </p:animEffect>
                                  </p:childTnLst>
                                </p:cTn>
                              </p:par>
                              <p:par>
                                <p:cTn id="63" presetID="10" presetClass="entr" presetSubtype="0" fill="hold" nodeType="withEffect">
                                  <p:stCondLst>
                                    <p:cond delay="0"/>
                                  </p:stCondLst>
                                  <p:childTnLst>
                                    <p:set>
                                      <p:cBhvr>
                                        <p:cTn id="64" dur="1" fill="hold">
                                          <p:stCondLst>
                                            <p:cond delay="0"/>
                                          </p:stCondLst>
                                        </p:cTn>
                                        <p:tgtEl>
                                          <p:spTgt spid="6659"/>
                                        </p:tgtEl>
                                        <p:attrNameLst>
                                          <p:attrName>style.visibility</p:attrName>
                                        </p:attrNameLst>
                                      </p:cBhvr>
                                      <p:to>
                                        <p:strVal val="visible"/>
                                      </p:to>
                                    </p:set>
                                    <p:animEffect transition="in" filter="fade">
                                      <p:cBhvr>
                                        <p:cTn id="65" dur="500"/>
                                        <p:tgtEl>
                                          <p:spTgt spid="6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10" grpId="0"/>
      <p:bldP spid="5752" grpId="0" animBg="1"/>
      <p:bldP spid="7" grpId="0"/>
      <p:bldP spid="5462" grpId="0"/>
      <p:bldP spid="5659" grpId="0"/>
      <p:bldP spid="5273" grpId="0"/>
      <p:bldP spid="6387" grpId="0"/>
      <p:bldP spid="6699" grpId="0" animBg="1"/>
      <p:bldP spid="670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A93F2-EAF6-EF02-9595-70C7AE0FC386}"/>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4F097E05-46B3-5F46-F563-D513908349B2}"/>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57074D51-938A-F513-EC02-31BD45FD2AE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E50B5B45-E80E-7D07-C21F-0890D93516FB}"/>
              </a:ext>
            </a:extLst>
          </p:cNvPr>
          <p:cNvSpPr txBox="1">
            <a:spLocks/>
          </p:cNvSpPr>
          <p:nvPr/>
        </p:nvSpPr>
        <p:spPr>
          <a:xfrm>
            <a:off x="891589" y="501651"/>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The Logit Model</a:t>
            </a:r>
          </a:p>
        </p:txBody>
      </p:sp>
      <p:sp>
        <p:nvSpPr>
          <p:cNvPr id="10" name="Date Placeholder 3 2">
            <a:extLst>
              <a:ext uri="{FF2B5EF4-FFF2-40B4-BE49-F238E27FC236}">
                <a16:creationId xmlns:a16="http://schemas.microsoft.com/office/drawing/2014/main" id="{E4E68C53-DEC7-C0FC-4D9F-59C6DC06A1E9}"/>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5273" name="TextBox 5272">
            <a:extLst>
              <a:ext uri="{FF2B5EF4-FFF2-40B4-BE49-F238E27FC236}">
                <a16:creationId xmlns:a16="http://schemas.microsoft.com/office/drawing/2014/main" id="{B1479736-9809-191B-7F99-F427991334B2}"/>
              </a:ext>
            </a:extLst>
          </p:cNvPr>
          <p:cNvSpPr txBox="1"/>
          <p:nvPr/>
        </p:nvSpPr>
        <p:spPr>
          <a:xfrm>
            <a:off x="891589" y="1302003"/>
            <a:ext cx="4557741" cy="738664"/>
          </a:xfrm>
          <a:prstGeom prst="rect">
            <a:avLst/>
          </a:prstGeom>
          <a:noFill/>
        </p:spPr>
        <p:txBody>
          <a:bodyPr wrap="square">
            <a:spAutoFit/>
          </a:bodyPr>
          <a:lstStyle>
            <a:defPPr>
              <a:defRPr lang="en-US"/>
            </a:defPPr>
            <a:lvl1pPr>
              <a:buNone/>
              <a:defRPr sz="14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Therefore, a parameter of 0.1 means that an increase of one unit in the regressor multiplies the initial odds ratio by:</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pic>
        <p:nvPicPr>
          <p:cNvPr id="3" name="Picture 2" descr="\documentclass{article}&#10;\usepackage{amsmath}&#10;\pagestyle{empty}&#10;\begin{document}&#10;&#10;\[&#10;e^{(0.1)} \approx 1.105&#10;\]&#10;&#10;&#10;&#10;\end{document}" title="IguanaTex Picture Display">
            <a:extLst>
              <a:ext uri="{FF2B5EF4-FFF2-40B4-BE49-F238E27FC236}">
                <a16:creationId xmlns:a16="http://schemas.microsoft.com/office/drawing/2014/main" id="{A6726620-7671-14EC-ECE1-CD3DCE54D3C8}"/>
              </a:ext>
            </a:extLst>
          </p:cNvPr>
          <p:cNvPicPr>
            <a:picLocks noChangeAspect="1"/>
          </p:cNvPicPr>
          <p:nvPr>
            <p:custDataLst>
              <p:tags r:id="rId1"/>
            </p:custDataLst>
          </p:nvPr>
        </p:nvPicPr>
        <p:blipFill>
          <a:blip r:embed="rId206" cstate="print">
            <a:extLst>
              <a:ext uri="{28A0092B-C50C-407E-A947-70E740481C1C}">
                <a14:useLocalDpi xmlns:a14="http://schemas.microsoft.com/office/drawing/2010/main" val="0"/>
              </a:ext>
            </a:extLst>
          </a:blip>
          <a:stretch>
            <a:fillRect/>
          </a:stretch>
        </p:blipFill>
        <p:spPr>
          <a:xfrm>
            <a:off x="2635250" y="2133300"/>
            <a:ext cx="1373856" cy="232365"/>
          </a:xfrm>
          <a:prstGeom prst="rect">
            <a:avLst/>
          </a:prstGeom>
        </p:spPr>
      </p:pic>
      <p:sp>
        <p:nvSpPr>
          <p:cNvPr id="8" name="TextBox 7">
            <a:extLst>
              <a:ext uri="{FF2B5EF4-FFF2-40B4-BE49-F238E27FC236}">
                <a16:creationId xmlns:a16="http://schemas.microsoft.com/office/drawing/2014/main" id="{F0114082-C03A-C314-4E69-FDD311102F6D}"/>
              </a:ext>
            </a:extLst>
          </p:cNvPr>
          <p:cNvSpPr txBox="1"/>
          <p:nvPr/>
        </p:nvSpPr>
        <p:spPr>
          <a:xfrm>
            <a:off x="891589" y="2583706"/>
            <a:ext cx="4487429"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This means that the odds ratio increases by 1.105, that is, the relative probability of survival increases by 10.5%:</a:t>
            </a:r>
            <a:endParaRPr kumimoji="0" lang="en-GB" sz="1400" b="1" i="0" u="none" strike="noStrike" kern="1200" cap="none" spc="0" normalizeH="0" baseline="0" noProof="0">
              <a:ln>
                <a:noFill/>
              </a:ln>
              <a:solidFill>
                <a:prstClr val="black"/>
              </a:solidFill>
              <a:effectLst/>
              <a:uLnTx/>
              <a:uFillTx/>
              <a:latin typeface="Aptos" panose="020B0004020202020204"/>
              <a:ea typeface="+mn-ea"/>
              <a:cs typeface="+mn-cs"/>
            </a:endParaRPr>
          </a:p>
        </p:txBody>
      </p:sp>
      <p:pic>
        <p:nvPicPr>
          <p:cNvPr id="14" name="Picture 13" descr="\documentclass{article}&#10;\usepackage{amsmath}&#10;\pagestyle{empty}&#10;\begin{document}&#10;&#10;\[&#10;e^{(0.1)} - 1 = 1.105 - 1 = 0.105&#10;\]&#10;&#10;&#10;&#10;\end{document}" title="IguanaTex Picture Display">
            <a:extLst>
              <a:ext uri="{FF2B5EF4-FFF2-40B4-BE49-F238E27FC236}">
                <a16:creationId xmlns:a16="http://schemas.microsoft.com/office/drawing/2014/main" id="{DA42404C-4C33-25F9-B876-63790CBE367D}"/>
              </a:ext>
            </a:extLst>
          </p:cNvPr>
          <p:cNvPicPr>
            <a:picLocks noChangeAspect="1"/>
          </p:cNvPicPr>
          <p:nvPr>
            <p:custDataLst>
              <p:tags r:id="rId2"/>
            </p:custDataLst>
          </p:nvPr>
        </p:nvPicPr>
        <p:blipFill>
          <a:blip r:embed="rId207" cstate="print">
            <a:extLst>
              <a:ext uri="{28A0092B-C50C-407E-A947-70E740481C1C}">
                <a14:useLocalDpi xmlns:a14="http://schemas.microsoft.com/office/drawing/2010/main" val="0"/>
              </a:ext>
            </a:extLst>
          </a:blip>
          <a:stretch>
            <a:fillRect/>
          </a:stretch>
        </p:blipFill>
        <p:spPr>
          <a:xfrm>
            <a:off x="1947090" y="3647368"/>
            <a:ext cx="3073022" cy="232365"/>
          </a:xfrm>
          <a:prstGeom prst="rect">
            <a:avLst/>
          </a:prstGeom>
        </p:spPr>
      </p:pic>
      <p:sp>
        <p:nvSpPr>
          <p:cNvPr id="16" name="TextBox 15">
            <a:extLst>
              <a:ext uri="{FF2B5EF4-FFF2-40B4-BE49-F238E27FC236}">
                <a16:creationId xmlns:a16="http://schemas.microsoft.com/office/drawing/2014/main" id="{C87D3DDA-8C16-D4ED-1536-17C12366FBEC}"/>
              </a:ext>
            </a:extLst>
          </p:cNvPr>
          <p:cNvSpPr txBox="1"/>
          <p:nvPr/>
        </p:nvSpPr>
        <p:spPr>
          <a:xfrm>
            <a:off x="891589" y="4215749"/>
            <a:ext cx="4557741" cy="954107"/>
          </a:xfrm>
          <a:prstGeom prst="rect">
            <a:avLst/>
          </a:prstGeom>
          <a:noFill/>
        </p:spPr>
        <p:txBody>
          <a:bodyPr wrap="square">
            <a:spAutoFit/>
          </a:bodyPr>
          <a:lstStyle>
            <a:defPPr>
              <a:defRPr lang="en-US"/>
            </a:defPPr>
            <a:lvl1pPr>
              <a:buNone/>
              <a:defRPr sz="1400">
                <a:highlight>
                  <a:srgbClr val="FFC000"/>
                </a:highligh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highlight>
                  <a:srgbClr val="FFFFFF"/>
                </a:highlight>
                <a:uLnTx/>
                <a:uFillTx/>
                <a:latin typeface="Aptos" panose="020B0004020202020204"/>
                <a:ea typeface="+mn-ea"/>
                <a:cs typeface="+mn-cs"/>
              </a:rPr>
              <a:t>Although the odds increase by 10.5%, the probability </a:t>
            </a:r>
            <a:r>
              <a:rPr kumimoji="0" lang="en-US" sz="1400" b="0" i="1" u="none" strike="noStrike" kern="1200" cap="none" spc="0" normalizeH="0" baseline="0" noProof="0">
                <a:ln>
                  <a:noFill/>
                </a:ln>
                <a:solidFill>
                  <a:prstClr val="black"/>
                </a:solidFill>
                <a:effectLst/>
                <a:highlight>
                  <a:srgbClr val="FFFFFF"/>
                </a:highlight>
                <a:uLnTx/>
                <a:uFillTx/>
                <a:latin typeface="Aptos" panose="020B0004020202020204"/>
                <a:ea typeface="+mn-ea"/>
                <a:cs typeface="+mn-cs"/>
              </a:rPr>
              <a:t>p</a:t>
            </a:r>
            <a:r>
              <a:rPr kumimoji="0" lang="en-US" sz="1400" b="0" i="0" u="none" strike="noStrike" kern="1200" cap="none" spc="0" normalizeH="0" baseline="0" noProof="0">
                <a:ln>
                  <a:noFill/>
                </a:ln>
                <a:solidFill>
                  <a:prstClr val="black"/>
                </a:solidFill>
                <a:effectLst/>
                <a:highlight>
                  <a:srgbClr val="FFFFFF"/>
                </a:highlight>
                <a:uLnTx/>
                <a:uFillTx/>
                <a:latin typeface="Aptos" panose="020B0004020202020204"/>
                <a:ea typeface="+mn-ea"/>
                <a:cs typeface="+mn-cs"/>
              </a:rPr>
              <a:t> of survival does not increase by that same percentage, </a:t>
            </a: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because the relationship between odds and probability is non‑linear</a:t>
            </a:r>
            <a:r>
              <a:rPr kumimoji="0" lang="en-US" sz="1400" b="0" i="0" u="none" strike="noStrike" kern="1200" cap="none" spc="0" normalizeH="0" baseline="0" noProof="0">
                <a:ln>
                  <a:noFill/>
                </a:ln>
                <a:solidFill>
                  <a:prstClr val="black"/>
                </a:solidFill>
                <a:effectLst/>
                <a:highlight>
                  <a:srgbClr val="FFFFFF"/>
                </a:highlight>
                <a:uLnTx/>
                <a:uFillTx/>
                <a:latin typeface="Aptos" panose="020B0004020202020204"/>
                <a:ea typeface="+mn-ea"/>
                <a:cs typeface="+mn-cs"/>
              </a:rPr>
              <a:t>:</a:t>
            </a:r>
            <a:endParaRPr kumimoji="0" lang="en-GB" sz="1400" b="0" i="0" u="none" strike="noStrike" kern="1200" cap="none" spc="0" normalizeH="0" baseline="0" noProof="0">
              <a:ln>
                <a:noFill/>
              </a:ln>
              <a:solidFill>
                <a:prstClr val="black"/>
              </a:solidFill>
              <a:effectLst/>
              <a:highlight>
                <a:srgbClr val="FFFFFF"/>
              </a:highlight>
              <a:uLnTx/>
              <a:uFillTx/>
              <a:latin typeface="Aptos" panose="020B0004020202020204"/>
              <a:ea typeface="+mn-ea"/>
              <a:cs typeface="+mn-cs"/>
            </a:endParaRPr>
          </a:p>
        </p:txBody>
      </p:sp>
      <p:pic>
        <p:nvPicPr>
          <p:cNvPr id="19" name="Picture 18" descr="\documentclass{article}&#10;\usepackage{amsmath}&#10;\pagestyle{empty}&#10;\begin{document}&#10;&#10;\[&#10;p = \frac{\text{Odds}}{1 + \text{Odds}}&#10;\]&#10;&#10;&#10;\end{document}" title="IguanaTex Picture Display">
            <a:extLst>
              <a:ext uri="{FF2B5EF4-FFF2-40B4-BE49-F238E27FC236}">
                <a16:creationId xmlns:a16="http://schemas.microsoft.com/office/drawing/2014/main" id="{4D2BD9F2-1C11-E054-4440-4CF8A7A5CB01}"/>
              </a:ext>
            </a:extLst>
          </p:cNvPr>
          <p:cNvPicPr>
            <a:picLocks noChangeAspect="1"/>
          </p:cNvPicPr>
          <p:nvPr>
            <p:custDataLst>
              <p:tags r:id="rId3"/>
            </p:custDataLst>
          </p:nvPr>
        </p:nvPicPr>
        <p:blipFill>
          <a:blip r:embed="rId208" cstate="print">
            <a:extLst>
              <a:ext uri="{28A0092B-C50C-407E-A947-70E740481C1C}">
                <a14:useLocalDpi xmlns:a14="http://schemas.microsoft.com/office/drawing/2010/main" val="0"/>
              </a:ext>
            </a:extLst>
          </a:blip>
          <a:stretch>
            <a:fillRect/>
          </a:stretch>
        </p:blipFill>
        <p:spPr>
          <a:xfrm>
            <a:off x="2412069" y="5388306"/>
            <a:ext cx="1446468" cy="518464"/>
          </a:xfrm>
          <a:prstGeom prst="rect">
            <a:avLst/>
          </a:prstGeom>
        </p:spPr>
      </p:pic>
      <p:grpSp>
        <p:nvGrpSpPr>
          <p:cNvPr id="6163" name="Group 6162" descr="\documentclass{article}&#10;\usepackage{amsmath}&#10;\pagestyle{empty}&#10;\begin{document}&#10;&#10;\begin{table}[ht]&#10;\centering&#10;&#10;\begin{tabular}{|c|c|c|c|c|c|}&#10;\hline&#10;\( z = \mathbf{x}'\boldsymbol{\beta} \) &amp; \( p \) &amp; Odds &amp; \( z + 0.1 \) &amp; Nueva Odds &amp; \( p_{\text{nuevo}} \) \\&#10;\hline&#10;-2 &amp; 0.119 &amp; 0.135 &amp; -1.9 &amp; 0.149 &amp; 0.130 \\&#10;-1 &amp; 0.269 &amp; 0.368 &amp; -0.9 &amp; 0.406 &amp; 0.289 \\&#10;0 &amp; 0.500 &amp; 1.000 &amp; 0.1 &amp; 1.105 &amp; 0.524 \\&#10;1 &amp; 0.731 &amp; 2.718 &amp; 1.1 &amp; 3.004 &amp; 0.750 \\&#10;2 &amp; 0.881 &amp; 7.389 &amp; 2.1 &amp; 8.165 &amp; 0.891 \\&#10;\hline&#10;\end{tabular}&#10;\end{table}&#10;&#10;&#10;\end{document}" title="IguanaTex Shape Display">
            <a:extLst>
              <a:ext uri="{FF2B5EF4-FFF2-40B4-BE49-F238E27FC236}">
                <a16:creationId xmlns:a16="http://schemas.microsoft.com/office/drawing/2014/main" id="{A801E89C-1439-B7D7-2D4C-C79E8B3A4B8F}"/>
              </a:ext>
            </a:extLst>
          </p:cNvPr>
          <p:cNvGrpSpPr>
            <a:grpSpLocks noChangeAspect="1"/>
          </p:cNvGrpSpPr>
          <p:nvPr>
            <p:custDataLst>
              <p:tags r:id="rId4"/>
            </p:custDataLst>
          </p:nvPr>
        </p:nvGrpSpPr>
        <p:grpSpPr>
          <a:xfrm>
            <a:off x="6243711" y="2040667"/>
            <a:ext cx="4680922" cy="1305039"/>
            <a:chOff x="8061869" y="4643962"/>
            <a:chExt cx="6621209" cy="1845990"/>
          </a:xfrm>
        </p:grpSpPr>
        <p:sp>
          <p:nvSpPr>
            <p:cNvPr id="25" name="Freeform: Shape 24">
              <a:extLst>
                <a:ext uri="{FF2B5EF4-FFF2-40B4-BE49-F238E27FC236}">
                  <a16:creationId xmlns:a16="http://schemas.microsoft.com/office/drawing/2014/main" id="{E3CE0ABB-ACEB-ABBF-599B-84E0C8EB1A32}"/>
                </a:ext>
              </a:extLst>
            </p:cNvPr>
            <p:cNvSpPr/>
            <p:nvPr>
              <p:custDataLst>
                <p:tags r:id="rId5"/>
              </p:custDataLst>
            </p:nvPr>
          </p:nvSpPr>
          <p:spPr>
            <a:xfrm>
              <a:off x="8066935" y="4643962"/>
              <a:ext cx="6611077" cy="10087"/>
            </a:xfrm>
            <a:custGeom>
              <a:avLst/>
              <a:gdLst>
                <a:gd name="connsiteX0" fmla="*/ 0 w 6611077"/>
                <a:gd name="connsiteY0" fmla="*/ 0 h 10087"/>
                <a:gd name="connsiteX1" fmla="*/ 6611078 w 6611077"/>
                <a:gd name="connsiteY1" fmla="*/ 0 h 10087"/>
                <a:gd name="connsiteX2" fmla="*/ 6611078 w 6611077"/>
                <a:gd name="connsiteY2" fmla="*/ 10087 h 10087"/>
                <a:gd name="connsiteX3" fmla="*/ 0 w 6611077"/>
                <a:gd name="connsiteY3" fmla="*/ 10087 h 10087"/>
              </a:gdLst>
              <a:ahLst/>
              <a:cxnLst>
                <a:cxn ang="0">
                  <a:pos x="connsiteX0" y="connsiteY0"/>
                </a:cxn>
                <a:cxn ang="0">
                  <a:pos x="connsiteX1" y="connsiteY1"/>
                </a:cxn>
                <a:cxn ang="0">
                  <a:pos x="connsiteX2" y="connsiteY2"/>
                </a:cxn>
                <a:cxn ang="0">
                  <a:pos x="connsiteX3" y="connsiteY3"/>
                </a:cxn>
              </a:cxnLst>
              <a:rect l="l" t="t" r="r" b="b"/>
              <a:pathLst>
                <a:path w="6611077" h="10087">
                  <a:moveTo>
                    <a:pt x="0" y="0"/>
                  </a:moveTo>
                  <a:lnTo>
                    <a:pt x="6611078" y="0"/>
                  </a:lnTo>
                  <a:lnTo>
                    <a:pt x="6611078" y="10087"/>
                  </a:lnTo>
                  <a:lnTo>
                    <a:pt x="0" y="10087"/>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6" name="Freeform: Shape 25">
              <a:extLst>
                <a:ext uri="{FF2B5EF4-FFF2-40B4-BE49-F238E27FC236}">
                  <a16:creationId xmlns:a16="http://schemas.microsoft.com/office/drawing/2014/main" id="{6CAB46B4-C010-33F8-2501-89A36D218401}"/>
                </a:ext>
              </a:extLst>
            </p:cNvPr>
            <p:cNvSpPr/>
            <p:nvPr>
              <p:custDataLst>
                <p:tags r:id="rId6"/>
              </p:custDataLst>
            </p:nvPr>
          </p:nvSpPr>
          <p:spPr>
            <a:xfrm>
              <a:off x="8061869" y="4654049"/>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7" name="Freeform: Shape 26">
              <a:extLst>
                <a:ext uri="{FF2B5EF4-FFF2-40B4-BE49-F238E27FC236}">
                  <a16:creationId xmlns:a16="http://schemas.microsoft.com/office/drawing/2014/main" id="{01A85D13-6C62-9B2B-D964-D04F052FF22D}"/>
                </a:ext>
              </a:extLst>
            </p:cNvPr>
            <p:cNvSpPr/>
            <p:nvPr>
              <p:custDataLst>
                <p:tags r:id="rId7"/>
              </p:custDataLst>
            </p:nvPr>
          </p:nvSpPr>
          <p:spPr>
            <a:xfrm>
              <a:off x="8229804" y="4754418"/>
              <a:ext cx="107396" cy="114239"/>
            </a:xfrm>
            <a:custGeom>
              <a:avLst/>
              <a:gdLst>
                <a:gd name="connsiteX0" fmla="*/ 22906 w 107396"/>
                <a:gd name="connsiteY0" fmla="*/ 90596 h 114239"/>
                <a:gd name="connsiteX1" fmla="*/ 53048 w 107396"/>
                <a:gd name="connsiteY1" fmla="*/ 61847 h 114239"/>
                <a:gd name="connsiteX2" fmla="*/ 77871 w 107396"/>
                <a:gd name="connsiteY2" fmla="*/ 39150 h 114239"/>
                <a:gd name="connsiteX3" fmla="*/ 107506 w 107396"/>
                <a:gd name="connsiteY3" fmla="*/ 2583 h 114239"/>
                <a:gd name="connsiteX4" fmla="*/ 104720 w 107396"/>
                <a:gd name="connsiteY4" fmla="*/ 62 h 114239"/>
                <a:gd name="connsiteX5" fmla="*/ 100921 w 107396"/>
                <a:gd name="connsiteY5" fmla="*/ 2836 h 114239"/>
                <a:gd name="connsiteX6" fmla="*/ 81924 w 107396"/>
                <a:gd name="connsiteY6" fmla="*/ 18975 h 114239"/>
                <a:gd name="connsiteX7" fmla="*/ 69006 w 107396"/>
                <a:gd name="connsiteY7" fmla="*/ 10906 h 114239"/>
                <a:gd name="connsiteX8" fmla="*/ 51528 w 107396"/>
                <a:gd name="connsiteY8" fmla="*/ 62 h 114239"/>
                <a:gd name="connsiteX9" fmla="*/ 20880 w 107396"/>
                <a:gd name="connsiteY9" fmla="*/ 28811 h 114239"/>
                <a:gd name="connsiteX10" fmla="*/ 23919 w 107396"/>
                <a:gd name="connsiteY10" fmla="*/ 31585 h 114239"/>
                <a:gd name="connsiteX11" fmla="*/ 27212 w 107396"/>
                <a:gd name="connsiteY11" fmla="*/ 28811 h 114239"/>
                <a:gd name="connsiteX12" fmla="*/ 48742 w 107396"/>
                <a:gd name="connsiteY12" fmla="*/ 16958 h 114239"/>
                <a:gd name="connsiteX13" fmla="*/ 64700 w 107396"/>
                <a:gd name="connsiteY13" fmla="*/ 20741 h 114239"/>
                <a:gd name="connsiteX14" fmla="*/ 84203 w 107396"/>
                <a:gd name="connsiteY14" fmla="*/ 24523 h 114239"/>
                <a:gd name="connsiteX15" fmla="*/ 48995 w 107396"/>
                <a:gd name="connsiteY15" fmla="*/ 57560 h 114239"/>
                <a:gd name="connsiteX16" fmla="*/ 26199 w 107396"/>
                <a:gd name="connsiteY16" fmla="*/ 78743 h 114239"/>
                <a:gd name="connsiteX17" fmla="*/ 110 w 107396"/>
                <a:gd name="connsiteY17" fmla="*/ 111779 h 114239"/>
                <a:gd name="connsiteX18" fmla="*/ 3149 w 107396"/>
                <a:gd name="connsiteY18" fmla="*/ 114301 h 114239"/>
                <a:gd name="connsiteX19" fmla="*/ 7202 w 107396"/>
                <a:gd name="connsiteY19" fmla="*/ 111023 h 114239"/>
                <a:gd name="connsiteX20" fmla="*/ 28732 w 107396"/>
                <a:gd name="connsiteY20" fmla="*/ 95387 h 114239"/>
                <a:gd name="connsiteX21" fmla="*/ 43423 w 107396"/>
                <a:gd name="connsiteY21" fmla="*/ 104970 h 114239"/>
                <a:gd name="connsiteX22" fmla="*/ 59634 w 107396"/>
                <a:gd name="connsiteY22" fmla="*/ 114301 h 114239"/>
                <a:gd name="connsiteX23" fmla="*/ 99401 w 107396"/>
                <a:gd name="connsiteY23" fmla="*/ 75465 h 114239"/>
                <a:gd name="connsiteX24" fmla="*/ 96361 w 107396"/>
                <a:gd name="connsiteY24" fmla="*/ 72943 h 114239"/>
                <a:gd name="connsiteX25" fmla="*/ 92815 w 107396"/>
                <a:gd name="connsiteY25" fmla="*/ 76221 h 114239"/>
                <a:gd name="connsiteX26" fmla="*/ 62420 w 107396"/>
                <a:gd name="connsiteY26" fmla="*/ 97405 h 114239"/>
                <a:gd name="connsiteX27" fmla="*/ 47476 w 107396"/>
                <a:gd name="connsiteY27" fmla="*/ 94126 h 114239"/>
                <a:gd name="connsiteX28" fmla="*/ 29745 w 107396"/>
                <a:gd name="connsiteY28" fmla="*/ 89839 h 114239"/>
                <a:gd name="connsiteX29" fmla="*/ 22906 w 107396"/>
                <a:gd name="connsiteY29" fmla="*/ 90596 h 1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7396" h="114239">
                  <a:moveTo>
                    <a:pt x="22906" y="90596"/>
                  </a:moveTo>
                  <a:cubicBezTo>
                    <a:pt x="36584" y="75969"/>
                    <a:pt x="43930" y="69664"/>
                    <a:pt x="53048" y="61847"/>
                  </a:cubicBezTo>
                  <a:cubicBezTo>
                    <a:pt x="53048" y="61595"/>
                    <a:pt x="68752" y="48229"/>
                    <a:pt x="77871" y="39150"/>
                  </a:cubicBezTo>
                  <a:cubicBezTo>
                    <a:pt x="101934" y="15697"/>
                    <a:pt x="107506" y="3592"/>
                    <a:pt x="107506" y="2583"/>
                  </a:cubicBezTo>
                  <a:cubicBezTo>
                    <a:pt x="107506" y="62"/>
                    <a:pt x="105227" y="62"/>
                    <a:pt x="104720" y="62"/>
                  </a:cubicBezTo>
                  <a:cubicBezTo>
                    <a:pt x="102947" y="62"/>
                    <a:pt x="102187" y="566"/>
                    <a:pt x="100921" y="2836"/>
                  </a:cubicBezTo>
                  <a:cubicBezTo>
                    <a:pt x="93322" y="14940"/>
                    <a:pt x="88003" y="18975"/>
                    <a:pt x="81924" y="18975"/>
                  </a:cubicBezTo>
                  <a:cubicBezTo>
                    <a:pt x="75845" y="18975"/>
                    <a:pt x="72805" y="15193"/>
                    <a:pt x="69006" y="10906"/>
                  </a:cubicBezTo>
                  <a:cubicBezTo>
                    <a:pt x="64193" y="5105"/>
                    <a:pt x="59887" y="62"/>
                    <a:pt x="51528" y="62"/>
                  </a:cubicBezTo>
                  <a:cubicBezTo>
                    <a:pt x="32531" y="62"/>
                    <a:pt x="20880" y="23515"/>
                    <a:pt x="20880" y="28811"/>
                  </a:cubicBezTo>
                  <a:cubicBezTo>
                    <a:pt x="20880" y="30072"/>
                    <a:pt x="21640" y="31585"/>
                    <a:pt x="23919" y="31585"/>
                  </a:cubicBezTo>
                  <a:cubicBezTo>
                    <a:pt x="26199" y="31585"/>
                    <a:pt x="26705" y="30324"/>
                    <a:pt x="27212" y="28811"/>
                  </a:cubicBezTo>
                  <a:cubicBezTo>
                    <a:pt x="32025" y="17210"/>
                    <a:pt x="46716" y="16958"/>
                    <a:pt x="48742" y="16958"/>
                  </a:cubicBezTo>
                  <a:cubicBezTo>
                    <a:pt x="54061" y="16958"/>
                    <a:pt x="58874" y="18723"/>
                    <a:pt x="64700" y="20741"/>
                  </a:cubicBezTo>
                  <a:cubicBezTo>
                    <a:pt x="74831" y="24523"/>
                    <a:pt x="77618" y="24523"/>
                    <a:pt x="84203" y="24523"/>
                  </a:cubicBezTo>
                  <a:cubicBezTo>
                    <a:pt x="75085" y="35367"/>
                    <a:pt x="53808" y="53525"/>
                    <a:pt x="48995" y="57560"/>
                  </a:cubicBezTo>
                  <a:lnTo>
                    <a:pt x="26199" y="78743"/>
                  </a:lnTo>
                  <a:cubicBezTo>
                    <a:pt x="8975" y="95639"/>
                    <a:pt x="110" y="110014"/>
                    <a:pt x="110" y="111779"/>
                  </a:cubicBezTo>
                  <a:cubicBezTo>
                    <a:pt x="110" y="114301"/>
                    <a:pt x="2643" y="114301"/>
                    <a:pt x="3149" y="114301"/>
                  </a:cubicBezTo>
                  <a:cubicBezTo>
                    <a:pt x="5175" y="114301"/>
                    <a:pt x="5682" y="113797"/>
                    <a:pt x="7202" y="111023"/>
                  </a:cubicBezTo>
                  <a:cubicBezTo>
                    <a:pt x="13028" y="102196"/>
                    <a:pt x="20626" y="95387"/>
                    <a:pt x="28732" y="95387"/>
                  </a:cubicBezTo>
                  <a:cubicBezTo>
                    <a:pt x="34558" y="95387"/>
                    <a:pt x="37091" y="97657"/>
                    <a:pt x="43423" y="104970"/>
                  </a:cubicBezTo>
                  <a:cubicBezTo>
                    <a:pt x="47729" y="110266"/>
                    <a:pt x="52288" y="114301"/>
                    <a:pt x="59634" y="114301"/>
                  </a:cubicBezTo>
                  <a:cubicBezTo>
                    <a:pt x="84710" y="114301"/>
                    <a:pt x="99401" y="82274"/>
                    <a:pt x="99401" y="75465"/>
                  </a:cubicBezTo>
                  <a:cubicBezTo>
                    <a:pt x="99401" y="74204"/>
                    <a:pt x="98388" y="72943"/>
                    <a:pt x="96361" y="72943"/>
                  </a:cubicBezTo>
                  <a:cubicBezTo>
                    <a:pt x="94082" y="72943"/>
                    <a:pt x="93575" y="74456"/>
                    <a:pt x="92815" y="76221"/>
                  </a:cubicBezTo>
                  <a:cubicBezTo>
                    <a:pt x="86990" y="92613"/>
                    <a:pt x="70779" y="97405"/>
                    <a:pt x="62420" y="97405"/>
                  </a:cubicBezTo>
                  <a:cubicBezTo>
                    <a:pt x="57354" y="97405"/>
                    <a:pt x="52795" y="95892"/>
                    <a:pt x="47476" y="94126"/>
                  </a:cubicBezTo>
                  <a:cubicBezTo>
                    <a:pt x="38864" y="90848"/>
                    <a:pt x="35064" y="89839"/>
                    <a:pt x="29745" y="89839"/>
                  </a:cubicBezTo>
                  <a:cubicBezTo>
                    <a:pt x="29238" y="89839"/>
                    <a:pt x="25186" y="89839"/>
                    <a:pt x="22906" y="9059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8" name="Freeform: Shape 27">
              <a:extLst>
                <a:ext uri="{FF2B5EF4-FFF2-40B4-BE49-F238E27FC236}">
                  <a16:creationId xmlns:a16="http://schemas.microsoft.com/office/drawing/2014/main" id="{E2B366AD-A8A8-BA22-A643-1D7CBDFA0A60}"/>
                </a:ext>
              </a:extLst>
            </p:cNvPr>
            <p:cNvSpPr/>
            <p:nvPr>
              <p:custDataLst>
                <p:tags r:id="rId8"/>
              </p:custDataLst>
            </p:nvPr>
          </p:nvSpPr>
          <p:spPr>
            <a:xfrm>
              <a:off x="8432389" y="4773332"/>
              <a:ext cx="168440" cy="59011"/>
            </a:xfrm>
            <a:custGeom>
              <a:avLst/>
              <a:gdLst>
                <a:gd name="connsiteX0" fmla="*/ 159946 w 168440"/>
                <a:gd name="connsiteY0" fmla="*/ 10149 h 59011"/>
                <a:gd name="connsiteX1" fmla="*/ 168558 w 168440"/>
                <a:gd name="connsiteY1" fmla="*/ 5105 h 59011"/>
                <a:gd name="connsiteX2" fmla="*/ 160199 w 168440"/>
                <a:gd name="connsiteY2" fmla="*/ 62 h 59011"/>
                <a:gd name="connsiteX3" fmla="*/ 8476 w 168440"/>
                <a:gd name="connsiteY3" fmla="*/ 62 h 59011"/>
                <a:gd name="connsiteX4" fmla="*/ 117 w 168440"/>
                <a:gd name="connsiteY4" fmla="*/ 5105 h 59011"/>
                <a:gd name="connsiteX5" fmla="*/ 8729 w 168440"/>
                <a:gd name="connsiteY5" fmla="*/ 10149 h 59011"/>
                <a:gd name="connsiteX6" fmla="*/ 159946 w 168440"/>
                <a:gd name="connsiteY6" fmla="*/ 10149 h 59011"/>
                <a:gd name="connsiteX7" fmla="*/ 160199 w 168440"/>
                <a:gd name="connsiteY7" fmla="*/ 59073 h 59011"/>
                <a:gd name="connsiteX8" fmla="*/ 168558 w 168440"/>
                <a:gd name="connsiteY8" fmla="*/ 54029 h 59011"/>
                <a:gd name="connsiteX9" fmla="*/ 159946 w 168440"/>
                <a:gd name="connsiteY9" fmla="*/ 48985 h 59011"/>
                <a:gd name="connsiteX10" fmla="*/ 8729 w 168440"/>
                <a:gd name="connsiteY10" fmla="*/ 48985 h 59011"/>
                <a:gd name="connsiteX11" fmla="*/ 117 w 168440"/>
                <a:gd name="connsiteY11" fmla="*/ 54029 h 59011"/>
                <a:gd name="connsiteX12" fmla="*/ 8476 w 168440"/>
                <a:gd name="connsiteY12" fmla="*/ 59073 h 59011"/>
                <a:gd name="connsiteX13" fmla="*/ 160199 w 168440"/>
                <a:gd name="connsiteY13" fmla="*/ 59073 h 59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440" h="59011">
                  <a:moveTo>
                    <a:pt x="159946" y="10149"/>
                  </a:moveTo>
                  <a:cubicBezTo>
                    <a:pt x="163746" y="10149"/>
                    <a:pt x="168558" y="10149"/>
                    <a:pt x="168558" y="5105"/>
                  </a:cubicBezTo>
                  <a:cubicBezTo>
                    <a:pt x="168558" y="62"/>
                    <a:pt x="163746" y="62"/>
                    <a:pt x="160199" y="62"/>
                  </a:cubicBezTo>
                  <a:lnTo>
                    <a:pt x="8476" y="62"/>
                  </a:lnTo>
                  <a:cubicBezTo>
                    <a:pt x="4930" y="62"/>
                    <a:pt x="117" y="62"/>
                    <a:pt x="117" y="5105"/>
                  </a:cubicBezTo>
                  <a:cubicBezTo>
                    <a:pt x="117" y="10149"/>
                    <a:pt x="4930" y="10149"/>
                    <a:pt x="8729" y="10149"/>
                  </a:cubicBezTo>
                  <a:lnTo>
                    <a:pt x="159946" y="10149"/>
                  </a:lnTo>
                  <a:close/>
                  <a:moveTo>
                    <a:pt x="160199" y="59073"/>
                  </a:moveTo>
                  <a:cubicBezTo>
                    <a:pt x="163746" y="59073"/>
                    <a:pt x="168558" y="59073"/>
                    <a:pt x="168558" y="54029"/>
                  </a:cubicBezTo>
                  <a:cubicBezTo>
                    <a:pt x="168558" y="48985"/>
                    <a:pt x="163746" y="48985"/>
                    <a:pt x="159946" y="48985"/>
                  </a:cubicBezTo>
                  <a:lnTo>
                    <a:pt x="8729" y="48985"/>
                  </a:lnTo>
                  <a:cubicBezTo>
                    <a:pt x="4930" y="48985"/>
                    <a:pt x="117" y="48985"/>
                    <a:pt x="117" y="54029"/>
                  </a:cubicBezTo>
                  <a:cubicBezTo>
                    <a:pt x="117" y="59073"/>
                    <a:pt x="4930" y="59073"/>
                    <a:pt x="8476" y="59073"/>
                  </a:cubicBezTo>
                  <a:lnTo>
                    <a:pt x="160199" y="59073"/>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 name="Freeform: Shape 28">
              <a:extLst>
                <a:ext uri="{FF2B5EF4-FFF2-40B4-BE49-F238E27FC236}">
                  <a16:creationId xmlns:a16="http://schemas.microsoft.com/office/drawing/2014/main" id="{1CE30787-E26A-0C9D-BCF9-FFB55CADEE30}"/>
                </a:ext>
              </a:extLst>
            </p:cNvPr>
            <p:cNvSpPr/>
            <p:nvPr>
              <p:custDataLst>
                <p:tags r:id="rId9"/>
              </p:custDataLst>
            </p:nvPr>
          </p:nvSpPr>
          <p:spPr>
            <a:xfrm>
              <a:off x="8691142" y="4753913"/>
              <a:ext cx="142604" cy="111969"/>
            </a:xfrm>
            <a:custGeom>
              <a:avLst/>
              <a:gdLst>
                <a:gd name="connsiteX0" fmla="*/ 82195 w 142604"/>
                <a:gd name="connsiteY0" fmla="*/ 49994 h 111969"/>
                <a:gd name="connsiteX1" fmla="*/ 111831 w 142604"/>
                <a:gd name="connsiteY1" fmla="*/ 17210 h 111969"/>
                <a:gd name="connsiteX2" fmla="*/ 137667 w 142604"/>
                <a:gd name="connsiteY2" fmla="*/ 11914 h 111969"/>
                <a:gd name="connsiteX3" fmla="*/ 137667 w 142604"/>
                <a:gd name="connsiteY3" fmla="*/ 62 h 111969"/>
                <a:gd name="connsiteX4" fmla="*/ 114364 w 142604"/>
                <a:gd name="connsiteY4" fmla="*/ 818 h 111969"/>
                <a:gd name="connsiteX5" fmla="*/ 88274 w 142604"/>
                <a:gd name="connsiteY5" fmla="*/ 62 h 111969"/>
                <a:gd name="connsiteX6" fmla="*/ 88274 w 142604"/>
                <a:gd name="connsiteY6" fmla="*/ 11914 h 111969"/>
                <a:gd name="connsiteX7" fmla="*/ 97900 w 142604"/>
                <a:gd name="connsiteY7" fmla="*/ 14184 h 111969"/>
                <a:gd name="connsiteX8" fmla="*/ 95873 w 142604"/>
                <a:gd name="connsiteY8" fmla="*/ 17210 h 111969"/>
                <a:gd name="connsiteX9" fmla="*/ 74596 w 142604"/>
                <a:gd name="connsiteY9" fmla="*/ 40915 h 111969"/>
                <a:gd name="connsiteX10" fmla="*/ 49774 w 142604"/>
                <a:gd name="connsiteY10" fmla="*/ 11914 h 111969"/>
                <a:gd name="connsiteX11" fmla="*/ 59905 w 142604"/>
                <a:gd name="connsiteY11" fmla="*/ 11914 h 111969"/>
                <a:gd name="connsiteX12" fmla="*/ 59905 w 142604"/>
                <a:gd name="connsiteY12" fmla="*/ 62 h 111969"/>
                <a:gd name="connsiteX13" fmla="*/ 29257 w 142604"/>
                <a:gd name="connsiteY13" fmla="*/ 818 h 111969"/>
                <a:gd name="connsiteX14" fmla="*/ 1394 w 142604"/>
                <a:gd name="connsiteY14" fmla="*/ 62 h 111969"/>
                <a:gd name="connsiteX15" fmla="*/ 1394 w 142604"/>
                <a:gd name="connsiteY15" fmla="*/ 11914 h 111969"/>
                <a:gd name="connsiteX16" fmla="*/ 19378 w 142604"/>
                <a:gd name="connsiteY16" fmla="*/ 11914 h 111969"/>
                <a:gd name="connsiteX17" fmla="*/ 58892 w 142604"/>
                <a:gd name="connsiteY17" fmla="*/ 58316 h 111969"/>
                <a:gd name="connsiteX18" fmla="*/ 25711 w 142604"/>
                <a:gd name="connsiteY18" fmla="*/ 95387 h 111969"/>
                <a:gd name="connsiteX19" fmla="*/ 128 w 142604"/>
                <a:gd name="connsiteY19" fmla="*/ 100179 h 111969"/>
                <a:gd name="connsiteX20" fmla="*/ 128 w 142604"/>
                <a:gd name="connsiteY20" fmla="*/ 112031 h 111969"/>
                <a:gd name="connsiteX21" fmla="*/ 23431 w 142604"/>
                <a:gd name="connsiteY21" fmla="*/ 111275 h 111969"/>
                <a:gd name="connsiteX22" fmla="*/ 49520 w 142604"/>
                <a:gd name="connsiteY22" fmla="*/ 112031 h 111969"/>
                <a:gd name="connsiteX23" fmla="*/ 49520 w 142604"/>
                <a:gd name="connsiteY23" fmla="*/ 100179 h 111969"/>
                <a:gd name="connsiteX24" fmla="*/ 40148 w 142604"/>
                <a:gd name="connsiteY24" fmla="*/ 97405 h 111969"/>
                <a:gd name="connsiteX25" fmla="*/ 41922 w 142604"/>
                <a:gd name="connsiteY25" fmla="*/ 94883 h 111969"/>
                <a:gd name="connsiteX26" fmla="*/ 66491 w 142604"/>
                <a:gd name="connsiteY26" fmla="*/ 67395 h 111969"/>
                <a:gd name="connsiteX27" fmla="*/ 94353 w 142604"/>
                <a:gd name="connsiteY27" fmla="*/ 100179 h 111969"/>
                <a:gd name="connsiteX28" fmla="*/ 84475 w 142604"/>
                <a:gd name="connsiteY28" fmla="*/ 100179 h 111969"/>
                <a:gd name="connsiteX29" fmla="*/ 84475 w 142604"/>
                <a:gd name="connsiteY29" fmla="*/ 112031 h 111969"/>
                <a:gd name="connsiteX30" fmla="*/ 114870 w 142604"/>
                <a:gd name="connsiteY30" fmla="*/ 111275 h 111969"/>
                <a:gd name="connsiteX31" fmla="*/ 142733 w 142604"/>
                <a:gd name="connsiteY31" fmla="*/ 112031 h 111969"/>
                <a:gd name="connsiteX32" fmla="*/ 142733 w 142604"/>
                <a:gd name="connsiteY32" fmla="*/ 100179 h 111969"/>
                <a:gd name="connsiteX33" fmla="*/ 124749 w 142604"/>
                <a:gd name="connsiteY33" fmla="*/ 100179 h 111969"/>
                <a:gd name="connsiteX34" fmla="*/ 82195 w 142604"/>
                <a:gd name="connsiteY34" fmla="*/ 49994 h 111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42604" h="111969">
                  <a:moveTo>
                    <a:pt x="82195" y="49994"/>
                  </a:moveTo>
                  <a:lnTo>
                    <a:pt x="111831" y="17210"/>
                  </a:lnTo>
                  <a:cubicBezTo>
                    <a:pt x="115124" y="13680"/>
                    <a:pt x="116643" y="11914"/>
                    <a:pt x="137667" y="11914"/>
                  </a:cubicBezTo>
                  <a:lnTo>
                    <a:pt x="137667" y="62"/>
                  </a:lnTo>
                  <a:cubicBezTo>
                    <a:pt x="128801" y="566"/>
                    <a:pt x="115630" y="818"/>
                    <a:pt x="114364" y="818"/>
                  </a:cubicBezTo>
                  <a:cubicBezTo>
                    <a:pt x="108031" y="818"/>
                    <a:pt x="95367" y="314"/>
                    <a:pt x="88274" y="62"/>
                  </a:cubicBezTo>
                  <a:lnTo>
                    <a:pt x="88274" y="11914"/>
                  </a:lnTo>
                  <a:cubicBezTo>
                    <a:pt x="91821" y="11914"/>
                    <a:pt x="94860" y="12419"/>
                    <a:pt x="97900" y="14184"/>
                  </a:cubicBezTo>
                  <a:cubicBezTo>
                    <a:pt x="96886" y="15697"/>
                    <a:pt x="96886" y="16201"/>
                    <a:pt x="95873" y="17210"/>
                  </a:cubicBezTo>
                  <a:lnTo>
                    <a:pt x="74596" y="40915"/>
                  </a:lnTo>
                  <a:lnTo>
                    <a:pt x="49774" y="11914"/>
                  </a:lnTo>
                  <a:lnTo>
                    <a:pt x="59905" y="11914"/>
                  </a:lnTo>
                  <a:lnTo>
                    <a:pt x="59905" y="62"/>
                  </a:lnTo>
                  <a:cubicBezTo>
                    <a:pt x="53320" y="314"/>
                    <a:pt x="37362" y="818"/>
                    <a:pt x="29257" y="818"/>
                  </a:cubicBezTo>
                  <a:cubicBezTo>
                    <a:pt x="21151" y="818"/>
                    <a:pt x="9753" y="314"/>
                    <a:pt x="1394" y="62"/>
                  </a:cubicBezTo>
                  <a:lnTo>
                    <a:pt x="1394" y="11914"/>
                  </a:lnTo>
                  <a:lnTo>
                    <a:pt x="19378" y="11914"/>
                  </a:lnTo>
                  <a:lnTo>
                    <a:pt x="58892" y="58316"/>
                  </a:lnTo>
                  <a:lnTo>
                    <a:pt x="25711" y="95387"/>
                  </a:lnTo>
                  <a:cubicBezTo>
                    <a:pt x="21405" y="100179"/>
                    <a:pt x="12286" y="100179"/>
                    <a:pt x="128" y="100179"/>
                  </a:cubicBezTo>
                  <a:lnTo>
                    <a:pt x="128" y="112031"/>
                  </a:lnTo>
                  <a:cubicBezTo>
                    <a:pt x="8993" y="111527"/>
                    <a:pt x="22165" y="111275"/>
                    <a:pt x="23431" y="111275"/>
                  </a:cubicBezTo>
                  <a:cubicBezTo>
                    <a:pt x="29763" y="111275"/>
                    <a:pt x="44454" y="111779"/>
                    <a:pt x="49520" y="112031"/>
                  </a:cubicBezTo>
                  <a:lnTo>
                    <a:pt x="49520" y="100179"/>
                  </a:lnTo>
                  <a:cubicBezTo>
                    <a:pt x="44961" y="100179"/>
                    <a:pt x="40148" y="98918"/>
                    <a:pt x="40148" y="97405"/>
                  </a:cubicBezTo>
                  <a:cubicBezTo>
                    <a:pt x="40148" y="97153"/>
                    <a:pt x="40148" y="96900"/>
                    <a:pt x="41922" y="94883"/>
                  </a:cubicBezTo>
                  <a:lnTo>
                    <a:pt x="66491" y="67395"/>
                  </a:lnTo>
                  <a:lnTo>
                    <a:pt x="94353" y="100179"/>
                  </a:lnTo>
                  <a:lnTo>
                    <a:pt x="84475" y="100179"/>
                  </a:lnTo>
                  <a:lnTo>
                    <a:pt x="84475" y="112031"/>
                  </a:lnTo>
                  <a:cubicBezTo>
                    <a:pt x="91061" y="111779"/>
                    <a:pt x="106512" y="111275"/>
                    <a:pt x="114870" y="111275"/>
                  </a:cubicBezTo>
                  <a:cubicBezTo>
                    <a:pt x="122976" y="111275"/>
                    <a:pt x="134374" y="111779"/>
                    <a:pt x="142733" y="112031"/>
                  </a:cubicBezTo>
                  <a:lnTo>
                    <a:pt x="142733" y="100179"/>
                  </a:lnTo>
                  <a:lnTo>
                    <a:pt x="124749" y="100179"/>
                  </a:lnTo>
                  <a:lnTo>
                    <a:pt x="82195" y="49994"/>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0" name="Freeform: Shape 29">
              <a:extLst>
                <a:ext uri="{FF2B5EF4-FFF2-40B4-BE49-F238E27FC236}">
                  <a16:creationId xmlns:a16="http://schemas.microsoft.com/office/drawing/2014/main" id="{AFF7EFE9-F066-8963-B9A0-47606C50456B}"/>
                </a:ext>
              </a:extLst>
            </p:cNvPr>
            <p:cNvSpPr/>
            <p:nvPr>
              <p:custDataLst>
                <p:tags r:id="rId10"/>
              </p:custDataLst>
            </p:nvPr>
          </p:nvSpPr>
          <p:spPr>
            <a:xfrm>
              <a:off x="8847815" y="4675688"/>
              <a:ext cx="44503" cy="91442"/>
            </a:xfrm>
            <a:custGeom>
              <a:avLst/>
              <a:gdLst>
                <a:gd name="connsiteX0" fmla="*/ 43042 w 44503"/>
                <a:gd name="connsiteY0" fmla="*/ 15416 h 91442"/>
                <a:gd name="connsiteX1" fmla="*/ 44638 w 44503"/>
                <a:gd name="connsiteY1" fmla="*/ 9767 h 91442"/>
                <a:gd name="connsiteX2" fmla="*/ 34177 w 44503"/>
                <a:gd name="connsiteY2" fmla="*/ 58 h 91442"/>
                <a:gd name="connsiteX3" fmla="*/ 24425 w 44503"/>
                <a:gd name="connsiteY3" fmla="*/ 8355 h 91442"/>
                <a:gd name="connsiteX4" fmla="*/ 1021 w 44503"/>
                <a:gd name="connsiteY4" fmla="*/ 84792 h 91442"/>
                <a:gd name="connsiteX5" fmla="*/ 134 w 44503"/>
                <a:gd name="connsiteY5" fmla="*/ 87616 h 91442"/>
                <a:gd name="connsiteX6" fmla="*/ 7049 w 44503"/>
                <a:gd name="connsiteY6" fmla="*/ 91500 h 91442"/>
                <a:gd name="connsiteX7" fmla="*/ 9709 w 44503"/>
                <a:gd name="connsiteY7" fmla="*/ 88499 h 91442"/>
                <a:gd name="connsiteX8" fmla="*/ 43042 w 44503"/>
                <a:gd name="connsiteY8" fmla="*/ 15416 h 9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503" h="91442">
                  <a:moveTo>
                    <a:pt x="43042" y="15416"/>
                  </a:moveTo>
                  <a:cubicBezTo>
                    <a:pt x="44461" y="12415"/>
                    <a:pt x="44638" y="11003"/>
                    <a:pt x="44638" y="9767"/>
                  </a:cubicBezTo>
                  <a:cubicBezTo>
                    <a:pt x="44638" y="4295"/>
                    <a:pt x="39673" y="58"/>
                    <a:pt x="34177" y="58"/>
                  </a:cubicBezTo>
                  <a:cubicBezTo>
                    <a:pt x="27439" y="58"/>
                    <a:pt x="25311" y="5530"/>
                    <a:pt x="24425" y="8355"/>
                  </a:cubicBezTo>
                  <a:lnTo>
                    <a:pt x="1021" y="84792"/>
                  </a:lnTo>
                  <a:cubicBezTo>
                    <a:pt x="843" y="85145"/>
                    <a:pt x="134" y="87440"/>
                    <a:pt x="134" y="87616"/>
                  </a:cubicBezTo>
                  <a:cubicBezTo>
                    <a:pt x="134" y="89735"/>
                    <a:pt x="5630" y="91500"/>
                    <a:pt x="7049" y="91500"/>
                  </a:cubicBezTo>
                  <a:cubicBezTo>
                    <a:pt x="8290" y="91500"/>
                    <a:pt x="8467" y="91147"/>
                    <a:pt x="9709" y="88499"/>
                  </a:cubicBezTo>
                  <a:lnTo>
                    <a:pt x="43042" y="15416"/>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1" name="Freeform: Shape 30">
              <a:extLst>
                <a:ext uri="{FF2B5EF4-FFF2-40B4-BE49-F238E27FC236}">
                  <a16:creationId xmlns:a16="http://schemas.microsoft.com/office/drawing/2014/main" id="{01EEB70C-89C3-FC1C-F8BA-CA2954BFAAAD}"/>
                </a:ext>
              </a:extLst>
            </p:cNvPr>
            <p:cNvSpPr/>
            <p:nvPr>
              <p:custDataLst>
                <p:tags r:id="rId11"/>
              </p:custDataLst>
            </p:nvPr>
          </p:nvSpPr>
          <p:spPr>
            <a:xfrm>
              <a:off x="8914420" y="4688850"/>
              <a:ext cx="161855" cy="225957"/>
            </a:xfrm>
            <a:custGeom>
              <a:avLst/>
              <a:gdLst>
                <a:gd name="connsiteX0" fmla="*/ 1150 w 161855"/>
                <a:gd name="connsiteY0" fmla="*/ 218453 h 225957"/>
                <a:gd name="connsiteX1" fmla="*/ 137 w 161855"/>
                <a:gd name="connsiteY1" fmla="*/ 222488 h 225957"/>
                <a:gd name="connsiteX2" fmla="*/ 6216 w 161855"/>
                <a:gd name="connsiteY2" fmla="*/ 226019 h 225957"/>
                <a:gd name="connsiteX3" fmla="*/ 12802 w 161855"/>
                <a:gd name="connsiteY3" fmla="*/ 220219 h 225957"/>
                <a:gd name="connsiteX4" fmla="*/ 29012 w 161855"/>
                <a:gd name="connsiteY4" fmla="*/ 155155 h 225957"/>
                <a:gd name="connsiteX5" fmla="*/ 79418 w 161855"/>
                <a:gd name="connsiteY5" fmla="*/ 180121 h 225957"/>
                <a:gd name="connsiteX6" fmla="*/ 158699 w 161855"/>
                <a:gd name="connsiteY6" fmla="*/ 108501 h 225957"/>
                <a:gd name="connsiteX7" fmla="*/ 142488 w 161855"/>
                <a:gd name="connsiteY7" fmla="*/ 74960 h 225957"/>
                <a:gd name="connsiteX8" fmla="*/ 161992 w 161855"/>
                <a:gd name="connsiteY8" fmla="*/ 33602 h 225957"/>
                <a:gd name="connsiteX9" fmla="*/ 122478 w 161855"/>
                <a:gd name="connsiteY9" fmla="*/ 62 h 225957"/>
                <a:gd name="connsiteX10" fmla="*/ 39651 w 161855"/>
                <a:gd name="connsiteY10" fmla="*/ 64621 h 225957"/>
                <a:gd name="connsiteX11" fmla="*/ 1150 w 161855"/>
                <a:gd name="connsiteY11" fmla="*/ 218453 h 225957"/>
                <a:gd name="connsiteX12" fmla="*/ 115892 w 161855"/>
                <a:gd name="connsiteY12" fmla="*/ 75969 h 225957"/>
                <a:gd name="connsiteX13" fmla="*/ 99935 w 161855"/>
                <a:gd name="connsiteY13" fmla="*/ 80256 h 225957"/>
                <a:gd name="connsiteX14" fmla="*/ 87777 w 161855"/>
                <a:gd name="connsiteY14" fmla="*/ 78239 h 225957"/>
                <a:gd name="connsiteX15" fmla="*/ 103481 w 161855"/>
                <a:gd name="connsiteY15" fmla="*/ 74204 h 225957"/>
                <a:gd name="connsiteX16" fmla="*/ 115892 w 161855"/>
                <a:gd name="connsiteY16" fmla="*/ 75969 h 225957"/>
                <a:gd name="connsiteX17" fmla="*/ 124504 w 161855"/>
                <a:gd name="connsiteY17" fmla="*/ 67143 h 225957"/>
                <a:gd name="connsiteX18" fmla="*/ 104241 w 161855"/>
                <a:gd name="connsiteY18" fmla="*/ 65125 h 225957"/>
                <a:gd name="connsiteX19" fmla="*/ 75619 w 161855"/>
                <a:gd name="connsiteY19" fmla="*/ 78743 h 225957"/>
                <a:gd name="connsiteX20" fmla="*/ 99681 w 161855"/>
                <a:gd name="connsiteY20" fmla="*/ 89335 h 225957"/>
                <a:gd name="connsiteX21" fmla="*/ 126784 w 161855"/>
                <a:gd name="connsiteY21" fmla="*/ 84543 h 225957"/>
                <a:gd name="connsiteX22" fmla="*/ 129570 w 161855"/>
                <a:gd name="connsiteY22" fmla="*/ 97657 h 225957"/>
                <a:gd name="connsiteX23" fmla="*/ 115132 w 161855"/>
                <a:gd name="connsiteY23" fmla="*/ 150363 h 225957"/>
                <a:gd name="connsiteX24" fmla="*/ 78911 w 161855"/>
                <a:gd name="connsiteY24" fmla="*/ 171043 h 225957"/>
                <a:gd name="connsiteX25" fmla="*/ 35598 w 161855"/>
                <a:gd name="connsiteY25" fmla="*/ 134224 h 225957"/>
                <a:gd name="connsiteX26" fmla="*/ 37371 w 161855"/>
                <a:gd name="connsiteY26" fmla="*/ 121362 h 225957"/>
                <a:gd name="connsiteX27" fmla="*/ 52315 w 161855"/>
                <a:gd name="connsiteY27" fmla="*/ 62351 h 225957"/>
                <a:gd name="connsiteX28" fmla="*/ 121212 w 161855"/>
                <a:gd name="connsiteY28" fmla="*/ 9140 h 225957"/>
                <a:gd name="connsiteX29" fmla="*/ 136156 w 161855"/>
                <a:gd name="connsiteY29" fmla="*/ 23515 h 225957"/>
                <a:gd name="connsiteX30" fmla="*/ 124504 w 161855"/>
                <a:gd name="connsiteY30" fmla="*/ 67143 h 225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1855" h="225957">
                  <a:moveTo>
                    <a:pt x="1150" y="218453"/>
                  </a:moveTo>
                  <a:cubicBezTo>
                    <a:pt x="897" y="218958"/>
                    <a:pt x="137" y="222236"/>
                    <a:pt x="137" y="222488"/>
                  </a:cubicBezTo>
                  <a:cubicBezTo>
                    <a:pt x="137" y="226019"/>
                    <a:pt x="3936" y="226019"/>
                    <a:pt x="6216" y="226019"/>
                  </a:cubicBezTo>
                  <a:cubicBezTo>
                    <a:pt x="11282" y="226019"/>
                    <a:pt x="11282" y="225514"/>
                    <a:pt x="12802" y="220219"/>
                  </a:cubicBezTo>
                  <a:cubicBezTo>
                    <a:pt x="13561" y="216184"/>
                    <a:pt x="28759" y="155659"/>
                    <a:pt x="29012" y="155155"/>
                  </a:cubicBezTo>
                  <a:cubicBezTo>
                    <a:pt x="39651" y="172808"/>
                    <a:pt x="59154" y="180121"/>
                    <a:pt x="79418" y="180121"/>
                  </a:cubicBezTo>
                  <a:cubicBezTo>
                    <a:pt x="130330" y="180121"/>
                    <a:pt x="158699" y="141537"/>
                    <a:pt x="158699" y="108501"/>
                  </a:cubicBezTo>
                  <a:cubicBezTo>
                    <a:pt x="158699" y="90848"/>
                    <a:pt x="150847" y="81265"/>
                    <a:pt x="142488" y="74960"/>
                  </a:cubicBezTo>
                  <a:cubicBezTo>
                    <a:pt x="151607" y="67395"/>
                    <a:pt x="161992" y="51003"/>
                    <a:pt x="161992" y="33602"/>
                  </a:cubicBezTo>
                  <a:cubicBezTo>
                    <a:pt x="161992" y="12166"/>
                    <a:pt x="146288" y="62"/>
                    <a:pt x="122478" y="62"/>
                  </a:cubicBezTo>
                  <a:cubicBezTo>
                    <a:pt x="86257" y="62"/>
                    <a:pt x="48769" y="28054"/>
                    <a:pt x="39651" y="64621"/>
                  </a:cubicBezTo>
                  <a:lnTo>
                    <a:pt x="1150" y="218453"/>
                  </a:lnTo>
                  <a:close/>
                  <a:moveTo>
                    <a:pt x="115892" y="75969"/>
                  </a:moveTo>
                  <a:cubicBezTo>
                    <a:pt x="109813" y="80256"/>
                    <a:pt x="103481" y="80256"/>
                    <a:pt x="99935" y="80256"/>
                  </a:cubicBezTo>
                  <a:cubicBezTo>
                    <a:pt x="98922" y="80256"/>
                    <a:pt x="87777" y="80256"/>
                    <a:pt x="87777" y="78239"/>
                  </a:cubicBezTo>
                  <a:cubicBezTo>
                    <a:pt x="87777" y="74204"/>
                    <a:pt x="100188" y="74204"/>
                    <a:pt x="103481" y="74204"/>
                  </a:cubicBezTo>
                  <a:cubicBezTo>
                    <a:pt x="108040" y="74204"/>
                    <a:pt x="111080" y="74204"/>
                    <a:pt x="115892" y="75969"/>
                  </a:cubicBezTo>
                  <a:close/>
                  <a:moveTo>
                    <a:pt x="124504" y="67143"/>
                  </a:moveTo>
                  <a:cubicBezTo>
                    <a:pt x="116146" y="65125"/>
                    <a:pt x="109053" y="65125"/>
                    <a:pt x="104241" y="65125"/>
                  </a:cubicBezTo>
                  <a:cubicBezTo>
                    <a:pt x="96135" y="65125"/>
                    <a:pt x="75619" y="65125"/>
                    <a:pt x="75619" y="78743"/>
                  </a:cubicBezTo>
                  <a:cubicBezTo>
                    <a:pt x="75619" y="89335"/>
                    <a:pt x="90816" y="89335"/>
                    <a:pt x="99681" y="89335"/>
                  </a:cubicBezTo>
                  <a:cubicBezTo>
                    <a:pt x="103987" y="89335"/>
                    <a:pt x="115386" y="89335"/>
                    <a:pt x="126784" y="84543"/>
                  </a:cubicBezTo>
                  <a:cubicBezTo>
                    <a:pt x="128810" y="88326"/>
                    <a:pt x="129570" y="93370"/>
                    <a:pt x="129570" y="97657"/>
                  </a:cubicBezTo>
                  <a:cubicBezTo>
                    <a:pt x="129570" y="106736"/>
                    <a:pt x="122985" y="137250"/>
                    <a:pt x="115132" y="150363"/>
                  </a:cubicBezTo>
                  <a:cubicBezTo>
                    <a:pt x="107280" y="162721"/>
                    <a:pt x="94869" y="171043"/>
                    <a:pt x="78911" y="171043"/>
                  </a:cubicBezTo>
                  <a:cubicBezTo>
                    <a:pt x="55355" y="171043"/>
                    <a:pt x="35598" y="156920"/>
                    <a:pt x="35598" y="134224"/>
                  </a:cubicBezTo>
                  <a:cubicBezTo>
                    <a:pt x="35598" y="129180"/>
                    <a:pt x="36864" y="123884"/>
                    <a:pt x="37371" y="121362"/>
                  </a:cubicBezTo>
                  <a:cubicBezTo>
                    <a:pt x="41170" y="106483"/>
                    <a:pt x="49276" y="73447"/>
                    <a:pt x="52315" y="62351"/>
                  </a:cubicBezTo>
                  <a:cubicBezTo>
                    <a:pt x="60421" y="34863"/>
                    <a:pt x="91069" y="9140"/>
                    <a:pt x="121212" y="9140"/>
                  </a:cubicBezTo>
                  <a:cubicBezTo>
                    <a:pt x="130583" y="9140"/>
                    <a:pt x="136156" y="13680"/>
                    <a:pt x="136156" y="23515"/>
                  </a:cubicBezTo>
                  <a:cubicBezTo>
                    <a:pt x="136156" y="31332"/>
                    <a:pt x="130077" y="57307"/>
                    <a:pt x="124504" y="67143"/>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2" name="Freeform: Shape 31">
              <a:extLst>
                <a:ext uri="{FF2B5EF4-FFF2-40B4-BE49-F238E27FC236}">
                  <a16:creationId xmlns:a16="http://schemas.microsoft.com/office/drawing/2014/main" id="{4E01A7C7-1268-5485-D93F-A146C30606D3}"/>
                </a:ext>
              </a:extLst>
            </p:cNvPr>
            <p:cNvSpPr/>
            <p:nvPr>
              <p:custDataLst>
                <p:tags r:id="rId12"/>
              </p:custDataLst>
            </p:nvPr>
          </p:nvSpPr>
          <p:spPr>
            <a:xfrm>
              <a:off x="9233000" y="4654049"/>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3" name="Freeform: Shape 32">
              <a:extLst>
                <a:ext uri="{FF2B5EF4-FFF2-40B4-BE49-F238E27FC236}">
                  <a16:creationId xmlns:a16="http://schemas.microsoft.com/office/drawing/2014/main" id="{2ECFC973-0F87-4453-12BB-978DD7F292DF}"/>
                </a:ext>
              </a:extLst>
            </p:cNvPr>
            <p:cNvSpPr/>
            <p:nvPr>
              <p:custDataLst>
                <p:tags r:id="rId13"/>
              </p:custDataLst>
            </p:nvPr>
          </p:nvSpPr>
          <p:spPr>
            <a:xfrm>
              <a:off x="9606694" y="4754418"/>
              <a:ext cx="132219" cy="160389"/>
            </a:xfrm>
            <a:custGeom>
              <a:avLst/>
              <a:gdLst>
                <a:gd name="connsiteX0" fmla="*/ 19668 w 132219"/>
                <a:gd name="connsiteY0" fmla="*/ 142294 h 160389"/>
                <a:gd name="connsiteX1" fmla="*/ 5990 w 132219"/>
                <a:gd name="connsiteY1" fmla="*/ 152633 h 160389"/>
                <a:gd name="connsiteX2" fmla="*/ 164 w 132219"/>
                <a:gd name="connsiteY2" fmla="*/ 157425 h 160389"/>
                <a:gd name="connsiteX3" fmla="*/ 3457 w 132219"/>
                <a:gd name="connsiteY3" fmla="*/ 160451 h 160389"/>
                <a:gd name="connsiteX4" fmla="*/ 24734 w 132219"/>
                <a:gd name="connsiteY4" fmla="*/ 159694 h 160389"/>
                <a:gd name="connsiteX5" fmla="*/ 49810 w 132219"/>
                <a:gd name="connsiteY5" fmla="*/ 160451 h 160389"/>
                <a:gd name="connsiteX6" fmla="*/ 54369 w 132219"/>
                <a:gd name="connsiteY6" fmla="*/ 155407 h 160389"/>
                <a:gd name="connsiteX7" fmla="*/ 48290 w 132219"/>
                <a:gd name="connsiteY7" fmla="*/ 152633 h 160389"/>
                <a:gd name="connsiteX8" fmla="*/ 35626 w 132219"/>
                <a:gd name="connsiteY8" fmla="*/ 148598 h 160389"/>
                <a:gd name="connsiteX9" fmla="*/ 48037 w 132219"/>
                <a:gd name="connsiteY9" fmla="*/ 98161 h 160389"/>
                <a:gd name="connsiteX10" fmla="*/ 71340 w 132219"/>
                <a:gd name="connsiteY10" fmla="*/ 114301 h 160389"/>
                <a:gd name="connsiteX11" fmla="*/ 132384 w 132219"/>
                <a:gd name="connsiteY11" fmla="*/ 40411 h 160389"/>
                <a:gd name="connsiteX12" fmla="*/ 98696 w 132219"/>
                <a:gd name="connsiteY12" fmla="*/ 62 h 160389"/>
                <a:gd name="connsiteX13" fmla="*/ 65514 w 132219"/>
                <a:gd name="connsiteY13" fmla="*/ 18975 h 160389"/>
                <a:gd name="connsiteX14" fmla="*/ 42718 w 132219"/>
                <a:gd name="connsiteY14" fmla="*/ 62 h 160389"/>
                <a:gd name="connsiteX15" fmla="*/ 23974 w 132219"/>
                <a:gd name="connsiteY15" fmla="*/ 14436 h 160389"/>
                <a:gd name="connsiteX16" fmla="*/ 16122 w 132219"/>
                <a:gd name="connsiteY16" fmla="*/ 38898 h 160389"/>
                <a:gd name="connsiteX17" fmla="*/ 19162 w 132219"/>
                <a:gd name="connsiteY17" fmla="*/ 41420 h 160389"/>
                <a:gd name="connsiteX18" fmla="*/ 23468 w 132219"/>
                <a:gd name="connsiteY18" fmla="*/ 35620 h 160389"/>
                <a:gd name="connsiteX19" fmla="*/ 41958 w 132219"/>
                <a:gd name="connsiteY19" fmla="*/ 5610 h 160389"/>
                <a:gd name="connsiteX20" fmla="*/ 49810 w 132219"/>
                <a:gd name="connsiteY20" fmla="*/ 17210 h 160389"/>
                <a:gd name="connsiteX21" fmla="*/ 48037 w 132219"/>
                <a:gd name="connsiteY21" fmla="*/ 30072 h 160389"/>
                <a:gd name="connsiteX22" fmla="*/ 19668 w 132219"/>
                <a:gd name="connsiteY22" fmla="*/ 142294 h 160389"/>
                <a:gd name="connsiteX23" fmla="*/ 64248 w 132219"/>
                <a:gd name="connsiteY23" fmla="*/ 32846 h 160389"/>
                <a:gd name="connsiteX24" fmla="*/ 77419 w 132219"/>
                <a:gd name="connsiteY24" fmla="*/ 15193 h 160389"/>
                <a:gd name="connsiteX25" fmla="*/ 97936 w 132219"/>
                <a:gd name="connsiteY25" fmla="*/ 5610 h 160389"/>
                <a:gd name="connsiteX26" fmla="*/ 114147 w 132219"/>
                <a:gd name="connsiteY26" fmla="*/ 29315 h 160389"/>
                <a:gd name="connsiteX27" fmla="*/ 101229 w 132219"/>
                <a:gd name="connsiteY27" fmla="*/ 82778 h 160389"/>
                <a:gd name="connsiteX28" fmla="*/ 71087 w 132219"/>
                <a:gd name="connsiteY28" fmla="*/ 108753 h 160389"/>
                <a:gd name="connsiteX29" fmla="*/ 51077 w 132219"/>
                <a:gd name="connsiteY29" fmla="*/ 86309 h 160389"/>
                <a:gd name="connsiteX30" fmla="*/ 51837 w 132219"/>
                <a:gd name="connsiteY30" fmla="*/ 82274 h 160389"/>
                <a:gd name="connsiteX31" fmla="*/ 64248 w 132219"/>
                <a:gd name="connsiteY31" fmla="*/ 32846 h 160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2219" h="160389">
                  <a:moveTo>
                    <a:pt x="19668" y="142294"/>
                  </a:moveTo>
                  <a:cubicBezTo>
                    <a:pt x="17642" y="150868"/>
                    <a:pt x="17135" y="152633"/>
                    <a:pt x="5990" y="152633"/>
                  </a:cubicBezTo>
                  <a:cubicBezTo>
                    <a:pt x="2951" y="152633"/>
                    <a:pt x="164" y="152633"/>
                    <a:pt x="164" y="157425"/>
                  </a:cubicBezTo>
                  <a:cubicBezTo>
                    <a:pt x="164" y="159442"/>
                    <a:pt x="1431" y="160451"/>
                    <a:pt x="3457" y="160451"/>
                  </a:cubicBezTo>
                  <a:cubicBezTo>
                    <a:pt x="10296" y="160451"/>
                    <a:pt x="17642" y="159694"/>
                    <a:pt x="24734" y="159694"/>
                  </a:cubicBezTo>
                  <a:cubicBezTo>
                    <a:pt x="33093" y="159694"/>
                    <a:pt x="41705" y="160451"/>
                    <a:pt x="49810" y="160451"/>
                  </a:cubicBezTo>
                  <a:cubicBezTo>
                    <a:pt x="51077" y="160451"/>
                    <a:pt x="54369" y="160451"/>
                    <a:pt x="54369" y="155407"/>
                  </a:cubicBezTo>
                  <a:cubicBezTo>
                    <a:pt x="54369" y="152633"/>
                    <a:pt x="51837" y="152633"/>
                    <a:pt x="48290" y="152633"/>
                  </a:cubicBezTo>
                  <a:cubicBezTo>
                    <a:pt x="35626" y="152633"/>
                    <a:pt x="35626" y="150868"/>
                    <a:pt x="35626" y="148598"/>
                  </a:cubicBezTo>
                  <a:cubicBezTo>
                    <a:pt x="35626" y="145572"/>
                    <a:pt x="46264" y="104466"/>
                    <a:pt x="48037" y="98161"/>
                  </a:cubicBezTo>
                  <a:cubicBezTo>
                    <a:pt x="51330" y="105475"/>
                    <a:pt x="58422" y="114301"/>
                    <a:pt x="71340" y="114301"/>
                  </a:cubicBezTo>
                  <a:cubicBezTo>
                    <a:pt x="100722" y="114301"/>
                    <a:pt x="132384" y="77482"/>
                    <a:pt x="132384" y="40411"/>
                  </a:cubicBezTo>
                  <a:cubicBezTo>
                    <a:pt x="132384" y="16706"/>
                    <a:pt x="117946" y="62"/>
                    <a:pt x="98696" y="62"/>
                  </a:cubicBezTo>
                  <a:cubicBezTo>
                    <a:pt x="86031" y="62"/>
                    <a:pt x="73873" y="9140"/>
                    <a:pt x="65514" y="18975"/>
                  </a:cubicBezTo>
                  <a:cubicBezTo>
                    <a:pt x="62981" y="5357"/>
                    <a:pt x="52090" y="62"/>
                    <a:pt x="42718" y="62"/>
                  </a:cubicBezTo>
                  <a:cubicBezTo>
                    <a:pt x="31066" y="62"/>
                    <a:pt x="26254" y="9897"/>
                    <a:pt x="23974" y="14436"/>
                  </a:cubicBezTo>
                  <a:cubicBezTo>
                    <a:pt x="19415" y="23010"/>
                    <a:pt x="16122" y="38141"/>
                    <a:pt x="16122" y="38898"/>
                  </a:cubicBezTo>
                  <a:cubicBezTo>
                    <a:pt x="16122" y="41420"/>
                    <a:pt x="18655" y="41420"/>
                    <a:pt x="19162" y="41420"/>
                  </a:cubicBezTo>
                  <a:cubicBezTo>
                    <a:pt x="21695" y="41420"/>
                    <a:pt x="21948" y="41168"/>
                    <a:pt x="23468" y="35620"/>
                  </a:cubicBezTo>
                  <a:cubicBezTo>
                    <a:pt x="27774" y="17714"/>
                    <a:pt x="32839" y="5610"/>
                    <a:pt x="41958" y="5610"/>
                  </a:cubicBezTo>
                  <a:cubicBezTo>
                    <a:pt x="46264" y="5610"/>
                    <a:pt x="49810" y="7627"/>
                    <a:pt x="49810" y="17210"/>
                  </a:cubicBezTo>
                  <a:cubicBezTo>
                    <a:pt x="49810" y="23010"/>
                    <a:pt x="49050" y="25784"/>
                    <a:pt x="48037" y="30072"/>
                  </a:cubicBezTo>
                  <a:lnTo>
                    <a:pt x="19668" y="142294"/>
                  </a:lnTo>
                  <a:close/>
                  <a:moveTo>
                    <a:pt x="64248" y="32846"/>
                  </a:moveTo>
                  <a:cubicBezTo>
                    <a:pt x="66021" y="26037"/>
                    <a:pt x="72860" y="18975"/>
                    <a:pt x="77419" y="15193"/>
                  </a:cubicBezTo>
                  <a:cubicBezTo>
                    <a:pt x="86285" y="7375"/>
                    <a:pt x="93630" y="5610"/>
                    <a:pt x="97936" y="5610"/>
                  </a:cubicBezTo>
                  <a:cubicBezTo>
                    <a:pt x="108068" y="5610"/>
                    <a:pt x="114147" y="14436"/>
                    <a:pt x="114147" y="29315"/>
                  </a:cubicBezTo>
                  <a:cubicBezTo>
                    <a:pt x="114147" y="44194"/>
                    <a:pt x="105788" y="73195"/>
                    <a:pt x="101229" y="82778"/>
                  </a:cubicBezTo>
                  <a:cubicBezTo>
                    <a:pt x="92617" y="100431"/>
                    <a:pt x="80459" y="108753"/>
                    <a:pt x="71087" y="108753"/>
                  </a:cubicBezTo>
                  <a:cubicBezTo>
                    <a:pt x="54369" y="108753"/>
                    <a:pt x="51077" y="87822"/>
                    <a:pt x="51077" y="86309"/>
                  </a:cubicBezTo>
                  <a:cubicBezTo>
                    <a:pt x="51077" y="85804"/>
                    <a:pt x="51077" y="85300"/>
                    <a:pt x="51837" y="82274"/>
                  </a:cubicBezTo>
                  <a:lnTo>
                    <a:pt x="64248" y="32846"/>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4" name="Freeform: Shape 33">
              <a:extLst>
                <a:ext uri="{FF2B5EF4-FFF2-40B4-BE49-F238E27FC236}">
                  <a16:creationId xmlns:a16="http://schemas.microsoft.com/office/drawing/2014/main" id="{D40A7C83-25E1-F4B9-03DD-061AD09891DE}"/>
                </a:ext>
              </a:extLst>
            </p:cNvPr>
            <p:cNvSpPr/>
            <p:nvPr>
              <p:custDataLst>
                <p:tags r:id="rId14"/>
              </p:custDataLst>
            </p:nvPr>
          </p:nvSpPr>
          <p:spPr>
            <a:xfrm>
              <a:off x="10113904" y="4654049"/>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5" name="Freeform: Shape 34">
              <a:extLst>
                <a:ext uri="{FF2B5EF4-FFF2-40B4-BE49-F238E27FC236}">
                  <a16:creationId xmlns:a16="http://schemas.microsoft.com/office/drawing/2014/main" id="{8A3430D7-1E26-329D-5580-44C114627B6B}"/>
                </a:ext>
              </a:extLst>
            </p:cNvPr>
            <p:cNvSpPr/>
            <p:nvPr>
              <p:custDataLst>
                <p:tags r:id="rId15"/>
              </p:custDataLst>
            </p:nvPr>
          </p:nvSpPr>
          <p:spPr>
            <a:xfrm>
              <a:off x="10285131" y="4688093"/>
              <a:ext cx="168440" cy="183338"/>
            </a:xfrm>
            <a:custGeom>
              <a:avLst/>
              <a:gdLst>
                <a:gd name="connsiteX0" fmla="*/ 168631 w 168440"/>
                <a:gd name="connsiteY0" fmla="*/ 92361 h 183338"/>
                <a:gd name="connsiteX1" fmla="*/ 84284 w 168440"/>
                <a:gd name="connsiteY1" fmla="*/ 62 h 183338"/>
                <a:gd name="connsiteX2" fmla="*/ 190 w 168440"/>
                <a:gd name="connsiteY2" fmla="*/ 92361 h 183338"/>
                <a:gd name="connsiteX3" fmla="*/ 84284 w 168440"/>
                <a:gd name="connsiteY3" fmla="*/ 183400 h 183338"/>
                <a:gd name="connsiteX4" fmla="*/ 168631 w 168440"/>
                <a:gd name="connsiteY4" fmla="*/ 92361 h 183338"/>
                <a:gd name="connsiteX5" fmla="*/ 84537 w 168440"/>
                <a:gd name="connsiteY5" fmla="*/ 176843 h 183338"/>
                <a:gd name="connsiteX6" fmla="*/ 26280 w 168440"/>
                <a:gd name="connsiteY6" fmla="*/ 88830 h 183338"/>
                <a:gd name="connsiteX7" fmla="*/ 84284 w 168440"/>
                <a:gd name="connsiteY7" fmla="*/ 6366 h 183338"/>
                <a:gd name="connsiteX8" fmla="*/ 142542 w 168440"/>
                <a:gd name="connsiteY8" fmla="*/ 88830 h 183338"/>
                <a:gd name="connsiteX9" fmla="*/ 84537 w 168440"/>
                <a:gd name="connsiteY9" fmla="*/ 176843 h 18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440" h="183338">
                  <a:moveTo>
                    <a:pt x="168631" y="92361"/>
                  </a:moveTo>
                  <a:cubicBezTo>
                    <a:pt x="168631" y="40915"/>
                    <a:pt x="130384" y="62"/>
                    <a:pt x="84284" y="62"/>
                  </a:cubicBezTo>
                  <a:cubicBezTo>
                    <a:pt x="38944" y="62"/>
                    <a:pt x="190" y="40411"/>
                    <a:pt x="190" y="92361"/>
                  </a:cubicBezTo>
                  <a:cubicBezTo>
                    <a:pt x="190" y="144059"/>
                    <a:pt x="39198" y="183400"/>
                    <a:pt x="84284" y="183400"/>
                  </a:cubicBezTo>
                  <a:cubicBezTo>
                    <a:pt x="130384" y="183400"/>
                    <a:pt x="168631" y="143302"/>
                    <a:pt x="168631" y="92361"/>
                  </a:cubicBezTo>
                  <a:close/>
                  <a:moveTo>
                    <a:pt x="84537" y="176843"/>
                  </a:moveTo>
                  <a:cubicBezTo>
                    <a:pt x="60221" y="176843"/>
                    <a:pt x="26280" y="154651"/>
                    <a:pt x="26280" y="88830"/>
                  </a:cubicBezTo>
                  <a:cubicBezTo>
                    <a:pt x="26280" y="23515"/>
                    <a:pt x="63261" y="6366"/>
                    <a:pt x="84284" y="6366"/>
                  </a:cubicBezTo>
                  <a:cubicBezTo>
                    <a:pt x="106321" y="6366"/>
                    <a:pt x="142542" y="24271"/>
                    <a:pt x="142542" y="88830"/>
                  </a:cubicBezTo>
                  <a:cubicBezTo>
                    <a:pt x="142542" y="155659"/>
                    <a:pt x="107840" y="176843"/>
                    <a:pt x="84537" y="176843"/>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7" name="Freeform: Shape 36">
              <a:extLst>
                <a:ext uri="{FF2B5EF4-FFF2-40B4-BE49-F238E27FC236}">
                  <a16:creationId xmlns:a16="http://schemas.microsoft.com/office/drawing/2014/main" id="{05C36489-011E-31ED-BA94-50487C067D7C}"/>
                </a:ext>
              </a:extLst>
            </p:cNvPr>
            <p:cNvSpPr/>
            <p:nvPr>
              <p:custDataLst>
                <p:tags r:id="rId16"/>
              </p:custDataLst>
            </p:nvPr>
          </p:nvSpPr>
          <p:spPr>
            <a:xfrm>
              <a:off x="10476566" y="4690867"/>
              <a:ext cx="124874" cy="177790"/>
            </a:xfrm>
            <a:custGeom>
              <a:avLst/>
              <a:gdLst>
                <a:gd name="connsiteX0" fmla="*/ 87838 w 124874"/>
                <a:gd name="connsiteY0" fmla="*/ 161207 h 177790"/>
                <a:gd name="connsiteX1" fmla="*/ 87838 w 124874"/>
                <a:gd name="connsiteY1" fmla="*/ 177852 h 177790"/>
                <a:gd name="connsiteX2" fmla="*/ 125072 w 124874"/>
                <a:gd name="connsiteY2" fmla="*/ 175078 h 177790"/>
                <a:gd name="connsiteX3" fmla="*/ 125072 w 124874"/>
                <a:gd name="connsiteY3" fmla="*/ 167260 h 177790"/>
                <a:gd name="connsiteX4" fmla="*/ 105315 w 124874"/>
                <a:gd name="connsiteY4" fmla="*/ 153138 h 177790"/>
                <a:gd name="connsiteX5" fmla="*/ 105315 w 124874"/>
                <a:gd name="connsiteY5" fmla="*/ 62 h 177790"/>
                <a:gd name="connsiteX6" fmla="*/ 68841 w 124874"/>
                <a:gd name="connsiteY6" fmla="*/ 2836 h 177790"/>
                <a:gd name="connsiteX7" fmla="*/ 68841 w 124874"/>
                <a:gd name="connsiteY7" fmla="*/ 10653 h 177790"/>
                <a:gd name="connsiteX8" fmla="*/ 88598 w 124874"/>
                <a:gd name="connsiteY8" fmla="*/ 24776 h 177790"/>
                <a:gd name="connsiteX9" fmla="*/ 88598 w 124874"/>
                <a:gd name="connsiteY9" fmla="*/ 79247 h 177790"/>
                <a:gd name="connsiteX10" fmla="*/ 56683 w 124874"/>
                <a:gd name="connsiteY10" fmla="*/ 63612 h 177790"/>
                <a:gd name="connsiteX11" fmla="*/ 198 w 124874"/>
                <a:gd name="connsiteY11" fmla="*/ 120858 h 177790"/>
                <a:gd name="connsiteX12" fmla="*/ 53896 w 124874"/>
                <a:gd name="connsiteY12" fmla="*/ 177852 h 177790"/>
                <a:gd name="connsiteX13" fmla="*/ 87838 w 124874"/>
                <a:gd name="connsiteY13" fmla="*/ 161207 h 177790"/>
                <a:gd name="connsiteX14" fmla="*/ 87838 w 124874"/>
                <a:gd name="connsiteY14" fmla="*/ 93622 h 177790"/>
                <a:gd name="connsiteX15" fmla="*/ 87838 w 124874"/>
                <a:gd name="connsiteY15" fmla="*/ 145320 h 177790"/>
                <a:gd name="connsiteX16" fmla="*/ 85052 w 124874"/>
                <a:gd name="connsiteY16" fmla="*/ 154651 h 177790"/>
                <a:gd name="connsiteX17" fmla="*/ 55163 w 124874"/>
                <a:gd name="connsiteY17" fmla="*/ 172304 h 177790"/>
                <a:gd name="connsiteX18" fmla="*/ 28567 w 124874"/>
                <a:gd name="connsiteY18" fmla="*/ 156164 h 177790"/>
                <a:gd name="connsiteX19" fmla="*/ 21221 w 124874"/>
                <a:gd name="connsiteY19" fmla="*/ 121110 h 177790"/>
                <a:gd name="connsiteX20" fmla="*/ 29074 w 124874"/>
                <a:gd name="connsiteY20" fmla="*/ 85300 h 177790"/>
                <a:gd name="connsiteX21" fmla="*/ 57696 w 124874"/>
                <a:gd name="connsiteY21" fmla="*/ 69160 h 177790"/>
                <a:gd name="connsiteX22" fmla="*/ 85052 w 124874"/>
                <a:gd name="connsiteY22" fmla="*/ 84291 h 177790"/>
                <a:gd name="connsiteX23" fmla="*/ 87838 w 124874"/>
                <a:gd name="connsiteY23" fmla="*/ 93622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4874" h="177790">
                  <a:moveTo>
                    <a:pt x="87838" y="161207"/>
                  </a:moveTo>
                  <a:lnTo>
                    <a:pt x="87838" y="177852"/>
                  </a:lnTo>
                  <a:lnTo>
                    <a:pt x="125072" y="175078"/>
                  </a:lnTo>
                  <a:lnTo>
                    <a:pt x="125072" y="167260"/>
                  </a:lnTo>
                  <a:cubicBezTo>
                    <a:pt x="107342" y="167260"/>
                    <a:pt x="105315" y="165495"/>
                    <a:pt x="105315" y="153138"/>
                  </a:cubicBezTo>
                  <a:lnTo>
                    <a:pt x="105315" y="62"/>
                  </a:lnTo>
                  <a:lnTo>
                    <a:pt x="68841" y="2836"/>
                  </a:lnTo>
                  <a:lnTo>
                    <a:pt x="68841" y="10653"/>
                  </a:lnTo>
                  <a:cubicBezTo>
                    <a:pt x="86571" y="10653"/>
                    <a:pt x="88598" y="12419"/>
                    <a:pt x="88598" y="24776"/>
                  </a:cubicBezTo>
                  <a:lnTo>
                    <a:pt x="88598" y="79247"/>
                  </a:lnTo>
                  <a:cubicBezTo>
                    <a:pt x="81252" y="70169"/>
                    <a:pt x="70361" y="63612"/>
                    <a:pt x="56683" y="63612"/>
                  </a:cubicBezTo>
                  <a:cubicBezTo>
                    <a:pt x="26794" y="63612"/>
                    <a:pt x="198" y="88326"/>
                    <a:pt x="198" y="120858"/>
                  </a:cubicBezTo>
                  <a:cubicBezTo>
                    <a:pt x="198" y="152885"/>
                    <a:pt x="25021" y="177852"/>
                    <a:pt x="53896" y="177852"/>
                  </a:cubicBezTo>
                  <a:cubicBezTo>
                    <a:pt x="70107" y="177852"/>
                    <a:pt x="81506" y="169277"/>
                    <a:pt x="87838" y="161207"/>
                  </a:cubicBezTo>
                  <a:close/>
                  <a:moveTo>
                    <a:pt x="87838" y="93622"/>
                  </a:moveTo>
                  <a:lnTo>
                    <a:pt x="87838" y="145320"/>
                  </a:lnTo>
                  <a:cubicBezTo>
                    <a:pt x="87838" y="149859"/>
                    <a:pt x="87838" y="150363"/>
                    <a:pt x="85052" y="154651"/>
                  </a:cubicBezTo>
                  <a:cubicBezTo>
                    <a:pt x="77453" y="166755"/>
                    <a:pt x="66055" y="172304"/>
                    <a:pt x="55163" y="172304"/>
                  </a:cubicBezTo>
                  <a:cubicBezTo>
                    <a:pt x="43765" y="172304"/>
                    <a:pt x="34646" y="165747"/>
                    <a:pt x="28567" y="156164"/>
                  </a:cubicBezTo>
                  <a:cubicBezTo>
                    <a:pt x="21981" y="145824"/>
                    <a:pt x="21221" y="131450"/>
                    <a:pt x="21221" y="121110"/>
                  </a:cubicBezTo>
                  <a:cubicBezTo>
                    <a:pt x="21221" y="111779"/>
                    <a:pt x="21728" y="96648"/>
                    <a:pt x="29074" y="85300"/>
                  </a:cubicBezTo>
                  <a:cubicBezTo>
                    <a:pt x="34393" y="77482"/>
                    <a:pt x="44018" y="69160"/>
                    <a:pt x="57696" y="69160"/>
                  </a:cubicBezTo>
                  <a:cubicBezTo>
                    <a:pt x="66561" y="69160"/>
                    <a:pt x="77200" y="72943"/>
                    <a:pt x="85052" y="84291"/>
                  </a:cubicBezTo>
                  <a:cubicBezTo>
                    <a:pt x="87838" y="88578"/>
                    <a:pt x="87838" y="89083"/>
                    <a:pt x="87838" y="93622"/>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8" name="Freeform: Shape 37">
              <a:extLst>
                <a:ext uri="{FF2B5EF4-FFF2-40B4-BE49-F238E27FC236}">
                  <a16:creationId xmlns:a16="http://schemas.microsoft.com/office/drawing/2014/main" id="{73E72732-5133-B7F2-B922-2D11DA56B422}"/>
                </a:ext>
              </a:extLst>
            </p:cNvPr>
            <p:cNvSpPr/>
            <p:nvPr>
              <p:custDataLst>
                <p:tags r:id="rId17"/>
              </p:custDataLst>
            </p:nvPr>
          </p:nvSpPr>
          <p:spPr>
            <a:xfrm>
              <a:off x="10617286" y="4690867"/>
              <a:ext cx="124874" cy="177790"/>
            </a:xfrm>
            <a:custGeom>
              <a:avLst/>
              <a:gdLst>
                <a:gd name="connsiteX0" fmla="*/ 87843 w 124874"/>
                <a:gd name="connsiteY0" fmla="*/ 161207 h 177790"/>
                <a:gd name="connsiteX1" fmla="*/ 87843 w 124874"/>
                <a:gd name="connsiteY1" fmla="*/ 177852 h 177790"/>
                <a:gd name="connsiteX2" fmla="*/ 125078 w 124874"/>
                <a:gd name="connsiteY2" fmla="*/ 175078 h 177790"/>
                <a:gd name="connsiteX3" fmla="*/ 125078 w 124874"/>
                <a:gd name="connsiteY3" fmla="*/ 167260 h 177790"/>
                <a:gd name="connsiteX4" fmla="*/ 105321 w 124874"/>
                <a:gd name="connsiteY4" fmla="*/ 153138 h 177790"/>
                <a:gd name="connsiteX5" fmla="*/ 105321 w 124874"/>
                <a:gd name="connsiteY5" fmla="*/ 62 h 177790"/>
                <a:gd name="connsiteX6" fmla="*/ 68846 w 124874"/>
                <a:gd name="connsiteY6" fmla="*/ 2836 h 177790"/>
                <a:gd name="connsiteX7" fmla="*/ 68846 w 124874"/>
                <a:gd name="connsiteY7" fmla="*/ 10653 h 177790"/>
                <a:gd name="connsiteX8" fmla="*/ 88603 w 124874"/>
                <a:gd name="connsiteY8" fmla="*/ 24776 h 177790"/>
                <a:gd name="connsiteX9" fmla="*/ 88603 w 124874"/>
                <a:gd name="connsiteY9" fmla="*/ 79247 h 177790"/>
                <a:gd name="connsiteX10" fmla="*/ 56688 w 124874"/>
                <a:gd name="connsiteY10" fmla="*/ 63612 h 177790"/>
                <a:gd name="connsiteX11" fmla="*/ 204 w 124874"/>
                <a:gd name="connsiteY11" fmla="*/ 120858 h 177790"/>
                <a:gd name="connsiteX12" fmla="*/ 53902 w 124874"/>
                <a:gd name="connsiteY12" fmla="*/ 177852 h 177790"/>
                <a:gd name="connsiteX13" fmla="*/ 87843 w 124874"/>
                <a:gd name="connsiteY13" fmla="*/ 161207 h 177790"/>
                <a:gd name="connsiteX14" fmla="*/ 87843 w 124874"/>
                <a:gd name="connsiteY14" fmla="*/ 93622 h 177790"/>
                <a:gd name="connsiteX15" fmla="*/ 87843 w 124874"/>
                <a:gd name="connsiteY15" fmla="*/ 145320 h 177790"/>
                <a:gd name="connsiteX16" fmla="*/ 85057 w 124874"/>
                <a:gd name="connsiteY16" fmla="*/ 154651 h 177790"/>
                <a:gd name="connsiteX17" fmla="*/ 55168 w 124874"/>
                <a:gd name="connsiteY17" fmla="*/ 172304 h 177790"/>
                <a:gd name="connsiteX18" fmla="*/ 28573 w 124874"/>
                <a:gd name="connsiteY18" fmla="*/ 156164 h 177790"/>
                <a:gd name="connsiteX19" fmla="*/ 21227 w 124874"/>
                <a:gd name="connsiteY19" fmla="*/ 121110 h 177790"/>
                <a:gd name="connsiteX20" fmla="*/ 29079 w 124874"/>
                <a:gd name="connsiteY20" fmla="*/ 85300 h 177790"/>
                <a:gd name="connsiteX21" fmla="*/ 57701 w 124874"/>
                <a:gd name="connsiteY21" fmla="*/ 69160 h 177790"/>
                <a:gd name="connsiteX22" fmla="*/ 85057 w 124874"/>
                <a:gd name="connsiteY22" fmla="*/ 84291 h 177790"/>
                <a:gd name="connsiteX23" fmla="*/ 87843 w 124874"/>
                <a:gd name="connsiteY23" fmla="*/ 93622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4874" h="177790">
                  <a:moveTo>
                    <a:pt x="87843" y="161207"/>
                  </a:moveTo>
                  <a:lnTo>
                    <a:pt x="87843" y="177852"/>
                  </a:lnTo>
                  <a:lnTo>
                    <a:pt x="125078" y="175078"/>
                  </a:lnTo>
                  <a:lnTo>
                    <a:pt x="125078" y="167260"/>
                  </a:lnTo>
                  <a:cubicBezTo>
                    <a:pt x="107347" y="167260"/>
                    <a:pt x="105321" y="165495"/>
                    <a:pt x="105321" y="153138"/>
                  </a:cubicBezTo>
                  <a:lnTo>
                    <a:pt x="105321" y="62"/>
                  </a:lnTo>
                  <a:lnTo>
                    <a:pt x="68846" y="2836"/>
                  </a:lnTo>
                  <a:lnTo>
                    <a:pt x="68846" y="10653"/>
                  </a:lnTo>
                  <a:cubicBezTo>
                    <a:pt x="86577" y="10653"/>
                    <a:pt x="88603" y="12419"/>
                    <a:pt x="88603" y="24776"/>
                  </a:cubicBezTo>
                  <a:lnTo>
                    <a:pt x="88603" y="79247"/>
                  </a:lnTo>
                  <a:cubicBezTo>
                    <a:pt x="81258" y="70169"/>
                    <a:pt x="70366" y="63612"/>
                    <a:pt x="56688" y="63612"/>
                  </a:cubicBezTo>
                  <a:cubicBezTo>
                    <a:pt x="26799" y="63612"/>
                    <a:pt x="204" y="88326"/>
                    <a:pt x="204" y="120858"/>
                  </a:cubicBezTo>
                  <a:cubicBezTo>
                    <a:pt x="204" y="152885"/>
                    <a:pt x="25026" y="177852"/>
                    <a:pt x="53902" y="177852"/>
                  </a:cubicBezTo>
                  <a:cubicBezTo>
                    <a:pt x="70113" y="177852"/>
                    <a:pt x="81511" y="169277"/>
                    <a:pt x="87843" y="161207"/>
                  </a:cubicBezTo>
                  <a:close/>
                  <a:moveTo>
                    <a:pt x="87843" y="93622"/>
                  </a:moveTo>
                  <a:lnTo>
                    <a:pt x="87843" y="145320"/>
                  </a:lnTo>
                  <a:cubicBezTo>
                    <a:pt x="87843" y="149859"/>
                    <a:pt x="87843" y="150363"/>
                    <a:pt x="85057" y="154651"/>
                  </a:cubicBezTo>
                  <a:cubicBezTo>
                    <a:pt x="77458" y="166755"/>
                    <a:pt x="66060" y="172304"/>
                    <a:pt x="55168" y="172304"/>
                  </a:cubicBezTo>
                  <a:cubicBezTo>
                    <a:pt x="43770" y="172304"/>
                    <a:pt x="34652" y="165747"/>
                    <a:pt x="28573" y="156164"/>
                  </a:cubicBezTo>
                  <a:cubicBezTo>
                    <a:pt x="21987" y="145824"/>
                    <a:pt x="21227" y="131450"/>
                    <a:pt x="21227" y="121110"/>
                  </a:cubicBezTo>
                  <a:cubicBezTo>
                    <a:pt x="21227" y="111779"/>
                    <a:pt x="21734" y="96648"/>
                    <a:pt x="29079" y="85300"/>
                  </a:cubicBezTo>
                  <a:cubicBezTo>
                    <a:pt x="34398" y="77482"/>
                    <a:pt x="44024" y="69160"/>
                    <a:pt x="57701" y="69160"/>
                  </a:cubicBezTo>
                  <a:cubicBezTo>
                    <a:pt x="66567" y="69160"/>
                    <a:pt x="77205" y="72943"/>
                    <a:pt x="85057" y="84291"/>
                  </a:cubicBezTo>
                  <a:cubicBezTo>
                    <a:pt x="87843" y="88578"/>
                    <a:pt x="87843" y="89083"/>
                    <a:pt x="87843" y="93622"/>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9" name="Freeform: Shape 38">
              <a:extLst>
                <a:ext uri="{FF2B5EF4-FFF2-40B4-BE49-F238E27FC236}">
                  <a16:creationId xmlns:a16="http://schemas.microsoft.com/office/drawing/2014/main" id="{13D1DFDD-0563-8D25-6927-A000C708515E}"/>
                </a:ext>
              </a:extLst>
            </p:cNvPr>
            <p:cNvSpPr/>
            <p:nvPr>
              <p:custDataLst>
                <p:tags r:id="rId18"/>
              </p:custDataLst>
            </p:nvPr>
          </p:nvSpPr>
          <p:spPr>
            <a:xfrm>
              <a:off x="10757752" y="4752905"/>
              <a:ext cx="82827" cy="115752"/>
            </a:xfrm>
            <a:custGeom>
              <a:avLst/>
              <a:gdLst>
                <a:gd name="connsiteX0" fmla="*/ 44536 w 82827"/>
                <a:gd name="connsiteY0" fmla="*/ 64116 h 115752"/>
                <a:gd name="connsiteX1" fmla="*/ 70878 w 82827"/>
                <a:gd name="connsiteY1" fmla="*/ 87317 h 115752"/>
                <a:gd name="connsiteX2" fmla="*/ 42256 w 82827"/>
                <a:gd name="connsiteY2" fmla="*/ 110266 h 115752"/>
                <a:gd name="connsiteX3" fmla="*/ 7048 w 82827"/>
                <a:gd name="connsiteY3" fmla="*/ 74456 h 115752"/>
                <a:gd name="connsiteX4" fmla="*/ 3502 w 82827"/>
                <a:gd name="connsiteY4" fmla="*/ 70169 h 115752"/>
                <a:gd name="connsiteX5" fmla="*/ 209 w 82827"/>
                <a:gd name="connsiteY5" fmla="*/ 76473 h 115752"/>
                <a:gd name="connsiteX6" fmla="*/ 209 w 82827"/>
                <a:gd name="connsiteY6" fmla="*/ 109762 h 115752"/>
                <a:gd name="connsiteX7" fmla="*/ 2995 w 82827"/>
                <a:gd name="connsiteY7" fmla="*/ 115814 h 115752"/>
                <a:gd name="connsiteX8" fmla="*/ 9328 w 82827"/>
                <a:gd name="connsiteY8" fmla="*/ 110771 h 115752"/>
                <a:gd name="connsiteX9" fmla="*/ 14394 w 82827"/>
                <a:gd name="connsiteY9" fmla="*/ 104970 h 115752"/>
                <a:gd name="connsiteX10" fmla="*/ 42256 w 82827"/>
                <a:gd name="connsiteY10" fmla="*/ 115814 h 115752"/>
                <a:gd name="connsiteX11" fmla="*/ 83036 w 82827"/>
                <a:gd name="connsiteY11" fmla="*/ 80761 h 115752"/>
                <a:gd name="connsiteX12" fmla="*/ 72398 w 82827"/>
                <a:gd name="connsiteY12" fmla="*/ 56803 h 115752"/>
                <a:gd name="connsiteX13" fmla="*/ 43522 w 82827"/>
                <a:gd name="connsiteY13" fmla="*/ 44698 h 115752"/>
                <a:gd name="connsiteX14" fmla="*/ 12367 w 82827"/>
                <a:gd name="connsiteY14" fmla="*/ 24019 h 115752"/>
                <a:gd name="connsiteX15" fmla="*/ 40736 w 82827"/>
                <a:gd name="connsiteY15" fmla="*/ 4853 h 115752"/>
                <a:gd name="connsiteX16" fmla="*/ 70372 w 82827"/>
                <a:gd name="connsiteY16" fmla="*/ 35367 h 115752"/>
                <a:gd name="connsiteX17" fmla="*/ 73411 w 82827"/>
                <a:gd name="connsiteY17" fmla="*/ 37637 h 115752"/>
                <a:gd name="connsiteX18" fmla="*/ 76704 w 82827"/>
                <a:gd name="connsiteY18" fmla="*/ 31585 h 115752"/>
                <a:gd name="connsiteX19" fmla="*/ 76704 w 82827"/>
                <a:gd name="connsiteY19" fmla="*/ 6114 h 115752"/>
                <a:gd name="connsiteX20" fmla="*/ 73918 w 82827"/>
                <a:gd name="connsiteY20" fmla="*/ 62 h 115752"/>
                <a:gd name="connsiteX21" fmla="*/ 68852 w 82827"/>
                <a:gd name="connsiteY21" fmla="*/ 3088 h 115752"/>
                <a:gd name="connsiteX22" fmla="*/ 64546 w 82827"/>
                <a:gd name="connsiteY22" fmla="*/ 7123 h 115752"/>
                <a:gd name="connsiteX23" fmla="*/ 40736 w 82827"/>
                <a:gd name="connsiteY23" fmla="*/ 62 h 115752"/>
                <a:gd name="connsiteX24" fmla="*/ 209 w 82827"/>
                <a:gd name="connsiteY24" fmla="*/ 31080 h 115752"/>
                <a:gd name="connsiteX25" fmla="*/ 11101 w 82827"/>
                <a:gd name="connsiteY25" fmla="*/ 52516 h 115752"/>
                <a:gd name="connsiteX26" fmla="*/ 44536 w 82827"/>
                <a:gd name="connsiteY26" fmla="*/ 64116 h 115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2827" h="115752">
                  <a:moveTo>
                    <a:pt x="44536" y="64116"/>
                  </a:moveTo>
                  <a:cubicBezTo>
                    <a:pt x="50108" y="65125"/>
                    <a:pt x="70878" y="69160"/>
                    <a:pt x="70878" y="87317"/>
                  </a:cubicBezTo>
                  <a:cubicBezTo>
                    <a:pt x="70878" y="100179"/>
                    <a:pt x="62013" y="110266"/>
                    <a:pt x="42256" y="110266"/>
                  </a:cubicBezTo>
                  <a:cubicBezTo>
                    <a:pt x="20979" y="110266"/>
                    <a:pt x="11861" y="95892"/>
                    <a:pt x="7048" y="74456"/>
                  </a:cubicBezTo>
                  <a:cubicBezTo>
                    <a:pt x="6288" y="71178"/>
                    <a:pt x="6035" y="70169"/>
                    <a:pt x="3502" y="70169"/>
                  </a:cubicBezTo>
                  <a:cubicBezTo>
                    <a:pt x="209" y="70169"/>
                    <a:pt x="209" y="71934"/>
                    <a:pt x="209" y="76473"/>
                  </a:cubicBezTo>
                  <a:lnTo>
                    <a:pt x="209" y="109762"/>
                  </a:lnTo>
                  <a:cubicBezTo>
                    <a:pt x="209" y="114049"/>
                    <a:pt x="209" y="115814"/>
                    <a:pt x="2995" y="115814"/>
                  </a:cubicBezTo>
                  <a:cubicBezTo>
                    <a:pt x="4262" y="115814"/>
                    <a:pt x="4515" y="115562"/>
                    <a:pt x="9328" y="110771"/>
                  </a:cubicBezTo>
                  <a:cubicBezTo>
                    <a:pt x="9834" y="110266"/>
                    <a:pt x="9834" y="109762"/>
                    <a:pt x="14394" y="104970"/>
                  </a:cubicBezTo>
                  <a:cubicBezTo>
                    <a:pt x="25539" y="115562"/>
                    <a:pt x="36937" y="115814"/>
                    <a:pt x="42256" y="115814"/>
                  </a:cubicBezTo>
                  <a:cubicBezTo>
                    <a:pt x="71385" y="115814"/>
                    <a:pt x="83036" y="98918"/>
                    <a:pt x="83036" y="80761"/>
                  </a:cubicBezTo>
                  <a:cubicBezTo>
                    <a:pt x="83036" y="67395"/>
                    <a:pt x="75438" y="59829"/>
                    <a:pt x="72398" y="56803"/>
                  </a:cubicBezTo>
                  <a:cubicBezTo>
                    <a:pt x="64039" y="48733"/>
                    <a:pt x="54161" y="46716"/>
                    <a:pt x="43522" y="44698"/>
                  </a:cubicBezTo>
                  <a:cubicBezTo>
                    <a:pt x="29338" y="41924"/>
                    <a:pt x="12367" y="38646"/>
                    <a:pt x="12367" y="24019"/>
                  </a:cubicBezTo>
                  <a:cubicBezTo>
                    <a:pt x="12367" y="15193"/>
                    <a:pt x="18953" y="4853"/>
                    <a:pt x="40736" y="4853"/>
                  </a:cubicBezTo>
                  <a:cubicBezTo>
                    <a:pt x="68599" y="4853"/>
                    <a:pt x="69865" y="27550"/>
                    <a:pt x="70372" y="35367"/>
                  </a:cubicBezTo>
                  <a:cubicBezTo>
                    <a:pt x="70625" y="37637"/>
                    <a:pt x="72905" y="37637"/>
                    <a:pt x="73411" y="37637"/>
                  </a:cubicBezTo>
                  <a:cubicBezTo>
                    <a:pt x="76704" y="37637"/>
                    <a:pt x="76704" y="36376"/>
                    <a:pt x="76704" y="31585"/>
                  </a:cubicBezTo>
                  <a:lnTo>
                    <a:pt x="76704" y="6114"/>
                  </a:lnTo>
                  <a:cubicBezTo>
                    <a:pt x="76704" y="1827"/>
                    <a:pt x="76704" y="62"/>
                    <a:pt x="73918" y="62"/>
                  </a:cubicBezTo>
                  <a:cubicBezTo>
                    <a:pt x="72651" y="62"/>
                    <a:pt x="72145" y="62"/>
                    <a:pt x="68852" y="3088"/>
                  </a:cubicBezTo>
                  <a:cubicBezTo>
                    <a:pt x="68092" y="4097"/>
                    <a:pt x="65559" y="6366"/>
                    <a:pt x="64546" y="7123"/>
                  </a:cubicBezTo>
                  <a:cubicBezTo>
                    <a:pt x="54921" y="62"/>
                    <a:pt x="44536" y="62"/>
                    <a:pt x="40736" y="62"/>
                  </a:cubicBezTo>
                  <a:cubicBezTo>
                    <a:pt x="9834" y="62"/>
                    <a:pt x="209" y="16958"/>
                    <a:pt x="209" y="31080"/>
                  </a:cubicBezTo>
                  <a:cubicBezTo>
                    <a:pt x="209" y="39907"/>
                    <a:pt x="4262" y="46968"/>
                    <a:pt x="11101" y="52516"/>
                  </a:cubicBezTo>
                  <a:cubicBezTo>
                    <a:pt x="19206" y="59073"/>
                    <a:pt x="26298" y="60586"/>
                    <a:pt x="44536" y="6411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0" name="Freeform: Shape 39">
              <a:extLst>
                <a:ext uri="{FF2B5EF4-FFF2-40B4-BE49-F238E27FC236}">
                  <a16:creationId xmlns:a16="http://schemas.microsoft.com/office/drawing/2014/main" id="{32006B96-84C0-C4B4-EC32-23945777C854}"/>
                </a:ext>
              </a:extLst>
            </p:cNvPr>
            <p:cNvSpPr/>
            <p:nvPr>
              <p:custDataLst>
                <p:tags r:id="rId19"/>
              </p:custDataLst>
            </p:nvPr>
          </p:nvSpPr>
          <p:spPr>
            <a:xfrm>
              <a:off x="10996215" y="4654049"/>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1" name="Freeform: Shape 40">
              <a:extLst>
                <a:ext uri="{FF2B5EF4-FFF2-40B4-BE49-F238E27FC236}">
                  <a16:creationId xmlns:a16="http://schemas.microsoft.com/office/drawing/2014/main" id="{E89958AC-4609-FAEA-8224-3C89C5E5751F}"/>
                </a:ext>
              </a:extLst>
            </p:cNvPr>
            <p:cNvSpPr/>
            <p:nvPr>
              <p:custDataLst>
                <p:tags r:id="rId20"/>
              </p:custDataLst>
            </p:nvPr>
          </p:nvSpPr>
          <p:spPr>
            <a:xfrm>
              <a:off x="11164149" y="4754418"/>
              <a:ext cx="107396" cy="114239"/>
            </a:xfrm>
            <a:custGeom>
              <a:avLst/>
              <a:gdLst>
                <a:gd name="connsiteX0" fmla="*/ 23021 w 107396"/>
                <a:gd name="connsiteY0" fmla="*/ 90596 h 114239"/>
                <a:gd name="connsiteX1" fmla="*/ 53164 w 107396"/>
                <a:gd name="connsiteY1" fmla="*/ 61847 h 114239"/>
                <a:gd name="connsiteX2" fmla="*/ 77986 w 107396"/>
                <a:gd name="connsiteY2" fmla="*/ 39150 h 114239"/>
                <a:gd name="connsiteX3" fmla="*/ 107622 w 107396"/>
                <a:gd name="connsiteY3" fmla="*/ 2583 h 114239"/>
                <a:gd name="connsiteX4" fmla="*/ 104836 w 107396"/>
                <a:gd name="connsiteY4" fmla="*/ 62 h 114239"/>
                <a:gd name="connsiteX5" fmla="*/ 101036 w 107396"/>
                <a:gd name="connsiteY5" fmla="*/ 2836 h 114239"/>
                <a:gd name="connsiteX6" fmla="*/ 82039 w 107396"/>
                <a:gd name="connsiteY6" fmla="*/ 18975 h 114239"/>
                <a:gd name="connsiteX7" fmla="*/ 69121 w 107396"/>
                <a:gd name="connsiteY7" fmla="*/ 10906 h 114239"/>
                <a:gd name="connsiteX8" fmla="*/ 51644 w 107396"/>
                <a:gd name="connsiteY8" fmla="*/ 62 h 114239"/>
                <a:gd name="connsiteX9" fmla="*/ 20995 w 107396"/>
                <a:gd name="connsiteY9" fmla="*/ 28811 h 114239"/>
                <a:gd name="connsiteX10" fmla="*/ 24035 w 107396"/>
                <a:gd name="connsiteY10" fmla="*/ 31585 h 114239"/>
                <a:gd name="connsiteX11" fmla="*/ 27327 w 107396"/>
                <a:gd name="connsiteY11" fmla="*/ 28811 h 114239"/>
                <a:gd name="connsiteX12" fmla="*/ 48857 w 107396"/>
                <a:gd name="connsiteY12" fmla="*/ 16958 h 114239"/>
                <a:gd name="connsiteX13" fmla="*/ 64815 w 107396"/>
                <a:gd name="connsiteY13" fmla="*/ 20741 h 114239"/>
                <a:gd name="connsiteX14" fmla="*/ 84319 w 107396"/>
                <a:gd name="connsiteY14" fmla="*/ 24523 h 114239"/>
                <a:gd name="connsiteX15" fmla="*/ 49111 w 107396"/>
                <a:gd name="connsiteY15" fmla="*/ 57560 h 114239"/>
                <a:gd name="connsiteX16" fmla="*/ 26314 w 107396"/>
                <a:gd name="connsiteY16" fmla="*/ 78743 h 114239"/>
                <a:gd name="connsiteX17" fmla="*/ 225 w 107396"/>
                <a:gd name="connsiteY17" fmla="*/ 111779 h 114239"/>
                <a:gd name="connsiteX18" fmla="*/ 3265 w 107396"/>
                <a:gd name="connsiteY18" fmla="*/ 114301 h 114239"/>
                <a:gd name="connsiteX19" fmla="*/ 7317 w 107396"/>
                <a:gd name="connsiteY19" fmla="*/ 111023 h 114239"/>
                <a:gd name="connsiteX20" fmla="*/ 28847 w 107396"/>
                <a:gd name="connsiteY20" fmla="*/ 95387 h 114239"/>
                <a:gd name="connsiteX21" fmla="*/ 43538 w 107396"/>
                <a:gd name="connsiteY21" fmla="*/ 104970 h 114239"/>
                <a:gd name="connsiteX22" fmla="*/ 59749 w 107396"/>
                <a:gd name="connsiteY22" fmla="*/ 114301 h 114239"/>
                <a:gd name="connsiteX23" fmla="*/ 99516 w 107396"/>
                <a:gd name="connsiteY23" fmla="*/ 75465 h 114239"/>
                <a:gd name="connsiteX24" fmla="*/ 96477 w 107396"/>
                <a:gd name="connsiteY24" fmla="*/ 72943 h 114239"/>
                <a:gd name="connsiteX25" fmla="*/ 92931 w 107396"/>
                <a:gd name="connsiteY25" fmla="*/ 76221 h 114239"/>
                <a:gd name="connsiteX26" fmla="*/ 62535 w 107396"/>
                <a:gd name="connsiteY26" fmla="*/ 97405 h 114239"/>
                <a:gd name="connsiteX27" fmla="*/ 47591 w 107396"/>
                <a:gd name="connsiteY27" fmla="*/ 94126 h 114239"/>
                <a:gd name="connsiteX28" fmla="*/ 29860 w 107396"/>
                <a:gd name="connsiteY28" fmla="*/ 89839 h 114239"/>
                <a:gd name="connsiteX29" fmla="*/ 23021 w 107396"/>
                <a:gd name="connsiteY29" fmla="*/ 90596 h 1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7396" h="114239">
                  <a:moveTo>
                    <a:pt x="23021" y="90596"/>
                  </a:moveTo>
                  <a:cubicBezTo>
                    <a:pt x="36699" y="75969"/>
                    <a:pt x="44045" y="69664"/>
                    <a:pt x="53164" y="61847"/>
                  </a:cubicBezTo>
                  <a:cubicBezTo>
                    <a:pt x="53164" y="61595"/>
                    <a:pt x="68868" y="48229"/>
                    <a:pt x="77986" y="39150"/>
                  </a:cubicBezTo>
                  <a:cubicBezTo>
                    <a:pt x="102049" y="15697"/>
                    <a:pt x="107622" y="3592"/>
                    <a:pt x="107622" y="2583"/>
                  </a:cubicBezTo>
                  <a:cubicBezTo>
                    <a:pt x="107622" y="62"/>
                    <a:pt x="105342" y="62"/>
                    <a:pt x="104836" y="62"/>
                  </a:cubicBezTo>
                  <a:cubicBezTo>
                    <a:pt x="103063" y="62"/>
                    <a:pt x="102303" y="566"/>
                    <a:pt x="101036" y="2836"/>
                  </a:cubicBezTo>
                  <a:cubicBezTo>
                    <a:pt x="93437" y="14940"/>
                    <a:pt x="88118" y="18975"/>
                    <a:pt x="82039" y="18975"/>
                  </a:cubicBezTo>
                  <a:cubicBezTo>
                    <a:pt x="75960" y="18975"/>
                    <a:pt x="72920" y="15193"/>
                    <a:pt x="69121" y="10906"/>
                  </a:cubicBezTo>
                  <a:cubicBezTo>
                    <a:pt x="64308" y="5105"/>
                    <a:pt x="60002" y="62"/>
                    <a:pt x="51644" y="62"/>
                  </a:cubicBezTo>
                  <a:cubicBezTo>
                    <a:pt x="32647" y="62"/>
                    <a:pt x="20995" y="23515"/>
                    <a:pt x="20995" y="28811"/>
                  </a:cubicBezTo>
                  <a:cubicBezTo>
                    <a:pt x="20995" y="30072"/>
                    <a:pt x="21755" y="31585"/>
                    <a:pt x="24035" y="31585"/>
                  </a:cubicBezTo>
                  <a:cubicBezTo>
                    <a:pt x="26314" y="31585"/>
                    <a:pt x="26821" y="30324"/>
                    <a:pt x="27327" y="28811"/>
                  </a:cubicBezTo>
                  <a:cubicBezTo>
                    <a:pt x="32140" y="17210"/>
                    <a:pt x="46831" y="16958"/>
                    <a:pt x="48857" y="16958"/>
                  </a:cubicBezTo>
                  <a:cubicBezTo>
                    <a:pt x="54177" y="16958"/>
                    <a:pt x="58989" y="18723"/>
                    <a:pt x="64815" y="20741"/>
                  </a:cubicBezTo>
                  <a:cubicBezTo>
                    <a:pt x="74947" y="24523"/>
                    <a:pt x="77733" y="24523"/>
                    <a:pt x="84319" y="24523"/>
                  </a:cubicBezTo>
                  <a:cubicBezTo>
                    <a:pt x="75200" y="35367"/>
                    <a:pt x="53923" y="53525"/>
                    <a:pt x="49111" y="57560"/>
                  </a:cubicBezTo>
                  <a:lnTo>
                    <a:pt x="26314" y="78743"/>
                  </a:lnTo>
                  <a:cubicBezTo>
                    <a:pt x="9090" y="95639"/>
                    <a:pt x="225" y="110014"/>
                    <a:pt x="225" y="111779"/>
                  </a:cubicBezTo>
                  <a:cubicBezTo>
                    <a:pt x="225" y="114301"/>
                    <a:pt x="2758" y="114301"/>
                    <a:pt x="3265" y="114301"/>
                  </a:cubicBezTo>
                  <a:cubicBezTo>
                    <a:pt x="5291" y="114301"/>
                    <a:pt x="5797" y="113797"/>
                    <a:pt x="7317" y="111023"/>
                  </a:cubicBezTo>
                  <a:cubicBezTo>
                    <a:pt x="13143" y="102196"/>
                    <a:pt x="20742" y="95387"/>
                    <a:pt x="28847" y="95387"/>
                  </a:cubicBezTo>
                  <a:cubicBezTo>
                    <a:pt x="34673" y="95387"/>
                    <a:pt x="37206" y="97657"/>
                    <a:pt x="43538" y="104970"/>
                  </a:cubicBezTo>
                  <a:cubicBezTo>
                    <a:pt x="47844" y="110266"/>
                    <a:pt x="52404" y="114301"/>
                    <a:pt x="59749" y="114301"/>
                  </a:cubicBezTo>
                  <a:cubicBezTo>
                    <a:pt x="84825" y="114301"/>
                    <a:pt x="99516" y="82274"/>
                    <a:pt x="99516" y="75465"/>
                  </a:cubicBezTo>
                  <a:cubicBezTo>
                    <a:pt x="99516" y="74204"/>
                    <a:pt x="98503" y="72943"/>
                    <a:pt x="96477" y="72943"/>
                  </a:cubicBezTo>
                  <a:cubicBezTo>
                    <a:pt x="94197" y="72943"/>
                    <a:pt x="93691" y="74456"/>
                    <a:pt x="92931" y="76221"/>
                  </a:cubicBezTo>
                  <a:cubicBezTo>
                    <a:pt x="87105" y="92613"/>
                    <a:pt x="70894" y="97405"/>
                    <a:pt x="62535" y="97405"/>
                  </a:cubicBezTo>
                  <a:cubicBezTo>
                    <a:pt x="57470" y="97405"/>
                    <a:pt x="52910" y="95892"/>
                    <a:pt x="47591" y="94126"/>
                  </a:cubicBezTo>
                  <a:cubicBezTo>
                    <a:pt x="38979" y="90848"/>
                    <a:pt x="35180" y="89839"/>
                    <a:pt x="29860" y="89839"/>
                  </a:cubicBezTo>
                  <a:cubicBezTo>
                    <a:pt x="29354" y="89839"/>
                    <a:pt x="25301" y="89839"/>
                    <a:pt x="23021" y="9059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2" name="Freeform: Shape 41">
              <a:extLst>
                <a:ext uri="{FF2B5EF4-FFF2-40B4-BE49-F238E27FC236}">
                  <a16:creationId xmlns:a16="http://schemas.microsoft.com/office/drawing/2014/main" id="{0933878A-25F3-BDF2-BC27-A39F7633E4F9}"/>
                </a:ext>
              </a:extLst>
            </p:cNvPr>
            <p:cNvSpPr/>
            <p:nvPr>
              <p:custDataLst>
                <p:tags r:id="rId21"/>
              </p:custDataLst>
            </p:nvPr>
          </p:nvSpPr>
          <p:spPr>
            <a:xfrm>
              <a:off x="11352663" y="4718860"/>
              <a:ext cx="168440" cy="167954"/>
            </a:xfrm>
            <a:custGeom>
              <a:avLst/>
              <a:gdLst>
                <a:gd name="connsiteX0" fmla="*/ 89645 w 168440"/>
                <a:gd name="connsiteY0" fmla="*/ 89083 h 167954"/>
                <a:gd name="connsiteX1" fmla="*/ 160314 w 168440"/>
                <a:gd name="connsiteY1" fmla="*/ 89083 h 167954"/>
                <a:gd name="connsiteX2" fmla="*/ 168673 w 168440"/>
                <a:gd name="connsiteY2" fmla="*/ 84039 h 167954"/>
                <a:gd name="connsiteX3" fmla="*/ 160314 w 168440"/>
                <a:gd name="connsiteY3" fmla="*/ 78995 h 167954"/>
                <a:gd name="connsiteX4" fmla="*/ 89645 w 168440"/>
                <a:gd name="connsiteY4" fmla="*/ 78995 h 167954"/>
                <a:gd name="connsiteX5" fmla="*/ 89645 w 168440"/>
                <a:gd name="connsiteY5" fmla="*/ 8384 h 167954"/>
                <a:gd name="connsiteX6" fmla="*/ 84579 w 168440"/>
                <a:gd name="connsiteY6" fmla="*/ 62 h 167954"/>
                <a:gd name="connsiteX7" fmla="*/ 79513 w 168440"/>
                <a:gd name="connsiteY7" fmla="*/ 8384 h 167954"/>
                <a:gd name="connsiteX8" fmla="*/ 79513 w 168440"/>
                <a:gd name="connsiteY8" fmla="*/ 78995 h 167954"/>
                <a:gd name="connsiteX9" fmla="*/ 8591 w 168440"/>
                <a:gd name="connsiteY9" fmla="*/ 78995 h 167954"/>
                <a:gd name="connsiteX10" fmla="*/ 232 w 168440"/>
                <a:gd name="connsiteY10" fmla="*/ 84039 h 167954"/>
                <a:gd name="connsiteX11" fmla="*/ 8591 w 168440"/>
                <a:gd name="connsiteY11" fmla="*/ 89083 h 167954"/>
                <a:gd name="connsiteX12" fmla="*/ 79513 w 168440"/>
                <a:gd name="connsiteY12" fmla="*/ 89083 h 167954"/>
                <a:gd name="connsiteX13" fmla="*/ 79513 w 168440"/>
                <a:gd name="connsiteY13" fmla="*/ 159694 h 167954"/>
                <a:gd name="connsiteX14" fmla="*/ 84579 w 168440"/>
                <a:gd name="connsiteY14" fmla="*/ 168016 h 167954"/>
                <a:gd name="connsiteX15" fmla="*/ 89645 w 168440"/>
                <a:gd name="connsiteY15" fmla="*/ 159694 h 167954"/>
                <a:gd name="connsiteX16" fmla="*/ 89645 w 168440"/>
                <a:gd name="connsiteY16" fmla="*/ 89083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8440" h="167954">
                  <a:moveTo>
                    <a:pt x="89645" y="89083"/>
                  </a:moveTo>
                  <a:lnTo>
                    <a:pt x="160314" y="89083"/>
                  </a:lnTo>
                  <a:cubicBezTo>
                    <a:pt x="163860" y="89083"/>
                    <a:pt x="168673" y="89083"/>
                    <a:pt x="168673" y="84039"/>
                  </a:cubicBezTo>
                  <a:cubicBezTo>
                    <a:pt x="168673" y="78995"/>
                    <a:pt x="163860" y="78995"/>
                    <a:pt x="160314" y="78995"/>
                  </a:cubicBezTo>
                  <a:lnTo>
                    <a:pt x="89645" y="78995"/>
                  </a:lnTo>
                  <a:lnTo>
                    <a:pt x="89645" y="8384"/>
                  </a:lnTo>
                  <a:cubicBezTo>
                    <a:pt x="89645" y="4853"/>
                    <a:pt x="89645" y="62"/>
                    <a:pt x="84579" y="62"/>
                  </a:cubicBezTo>
                  <a:cubicBezTo>
                    <a:pt x="79513" y="62"/>
                    <a:pt x="79513" y="4853"/>
                    <a:pt x="79513" y="8384"/>
                  </a:cubicBezTo>
                  <a:lnTo>
                    <a:pt x="79513" y="78995"/>
                  </a:lnTo>
                  <a:lnTo>
                    <a:pt x="8591" y="78995"/>
                  </a:lnTo>
                  <a:cubicBezTo>
                    <a:pt x="5045" y="78995"/>
                    <a:pt x="232" y="78995"/>
                    <a:pt x="232" y="84039"/>
                  </a:cubicBezTo>
                  <a:cubicBezTo>
                    <a:pt x="232" y="89083"/>
                    <a:pt x="5045" y="89083"/>
                    <a:pt x="8591" y="89083"/>
                  </a:cubicBezTo>
                  <a:lnTo>
                    <a:pt x="79513" y="89083"/>
                  </a:lnTo>
                  <a:lnTo>
                    <a:pt x="79513" y="159694"/>
                  </a:lnTo>
                  <a:cubicBezTo>
                    <a:pt x="79513" y="163225"/>
                    <a:pt x="79513" y="168016"/>
                    <a:pt x="84579" y="168016"/>
                  </a:cubicBezTo>
                  <a:cubicBezTo>
                    <a:pt x="89645" y="168016"/>
                    <a:pt x="89645" y="163225"/>
                    <a:pt x="89645" y="159694"/>
                  </a:cubicBezTo>
                  <a:lnTo>
                    <a:pt x="89645" y="89083"/>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Freeform: Shape 42">
              <a:extLst>
                <a:ext uri="{FF2B5EF4-FFF2-40B4-BE49-F238E27FC236}">
                  <a16:creationId xmlns:a16="http://schemas.microsoft.com/office/drawing/2014/main" id="{5E3109FB-66F9-DB4F-D09F-A90347B86409}"/>
                </a:ext>
              </a:extLst>
            </p:cNvPr>
            <p:cNvSpPr/>
            <p:nvPr>
              <p:custDataLst>
                <p:tags r:id="rId22"/>
              </p:custDataLst>
            </p:nvPr>
          </p:nvSpPr>
          <p:spPr>
            <a:xfrm>
              <a:off x="11601650" y="4697928"/>
              <a:ext cx="106636" cy="173502"/>
            </a:xfrm>
            <a:custGeom>
              <a:avLst/>
              <a:gdLst>
                <a:gd name="connsiteX0" fmla="*/ 106879 w 106636"/>
                <a:gd name="connsiteY0" fmla="*/ 87317 h 173502"/>
                <a:gd name="connsiteX1" fmla="*/ 96747 w 106636"/>
                <a:gd name="connsiteY1" fmla="*/ 28306 h 173502"/>
                <a:gd name="connsiteX2" fmla="*/ 53687 w 106636"/>
                <a:gd name="connsiteY2" fmla="*/ 62 h 173502"/>
                <a:gd name="connsiteX3" fmla="*/ 9614 w 106636"/>
                <a:gd name="connsiteY3" fmla="*/ 30072 h 173502"/>
                <a:gd name="connsiteX4" fmla="*/ 242 w 106636"/>
                <a:gd name="connsiteY4" fmla="*/ 87317 h 173502"/>
                <a:gd name="connsiteX5" fmla="*/ 11641 w 106636"/>
                <a:gd name="connsiteY5" fmla="*/ 148094 h 173502"/>
                <a:gd name="connsiteX6" fmla="*/ 53434 w 106636"/>
                <a:gd name="connsiteY6" fmla="*/ 173564 h 173502"/>
                <a:gd name="connsiteX7" fmla="*/ 97507 w 106636"/>
                <a:gd name="connsiteY7" fmla="*/ 144311 h 173502"/>
                <a:gd name="connsiteX8" fmla="*/ 106879 w 106636"/>
                <a:gd name="connsiteY8" fmla="*/ 87317 h 173502"/>
                <a:gd name="connsiteX9" fmla="*/ 53434 w 106636"/>
                <a:gd name="connsiteY9" fmla="*/ 168016 h 173502"/>
                <a:gd name="connsiteX10" fmla="*/ 24052 w 106636"/>
                <a:gd name="connsiteY10" fmla="*/ 137502 h 173502"/>
                <a:gd name="connsiteX11" fmla="*/ 21266 w 106636"/>
                <a:gd name="connsiteY11" fmla="*/ 84291 h 173502"/>
                <a:gd name="connsiteX12" fmla="*/ 23292 w 106636"/>
                <a:gd name="connsiteY12" fmla="*/ 37889 h 173502"/>
                <a:gd name="connsiteX13" fmla="*/ 53434 w 106636"/>
                <a:gd name="connsiteY13" fmla="*/ 5610 h 173502"/>
                <a:gd name="connsiteX14" fmla="*/ 83323 w 106636"/>
                <a:gd name="connsiteY14" fmla="*/ 35115 h 173502"/>
                <a:gd name="connsiteX15" fmla="*/ 85856 w 106636"/>
                <a:gd name="connsiteY15" fmla="*/ 84291 h 173502"/>
                <a:gd name="connsiteX16" fmla="*/ 83070 w 106636"/>
                <a:gd name="connsiteY16" fmla="*/ 136493 h 173502"/>
                <a:gd name="connsiteX17" fmla="*/ 53434 w 106636"/>
                <a:gd name="connsiteY17" fmla="*/ 168016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879" y="87317"/>
                  </a:moveTo>
                  <a:cubicBezTo>
                    <a:pt x="106879" y="67143"/>
                    <a:pt x="105613" y="46968"/>
                    <a:pt x="96747" y="28306"/>
                  </a:cubicBezTo>
                  <a:cubicBezTo>
                    <a:pt x="85096" y="4097"/>
                    <a:pt x="64326" y="62"/>
                    <a:pt x="53687" y="62"/>
                  </a:cubicBezTo>
                  <a:cubicBezTo>
                    <a:pt x="38490" y="62"/>
                    <a:pt x="19999" y="6618"/>
                    <a:pt x="9614" y="30072"/>
                  </a:cubicBezTo>
                  <a:cubicBezTo>
                    <a:pt x="1509" y="47472"/>
                    <a:pt x="242" y="67143"/>
                    <a:pt x="242" y="87317"/>
                  </a:cubicBezTo>
                  <a:cubicBezTo>
                    <a:pt x="242" y="106231"/>
                    <a:pt x="1255" y="128928"/>
                    <a:pt x="11641" y="148094"/>
                  </a:cubicBezTo>
                  <a:cubicBezTo>
                    <a:pt x="22532" y="168521"/>
                    <a:pt x="41023" y="173564"/>
                    <a:pt x="53434" y="173564"/>
                  </a:cubicBezTo>
                  <a:cubicBezTo>
                    <a:pt x="67112" y="173564"/>
                    <a:pt x="86362" y="168269"/>
                    <a:pt x="97507" y="144311"/>
                  </a:cubicBezTo>
                  <a:cubicBezTo>
                    <a:pt x="105613" y="126910"/>
                    <a:pt x="106879" y="107240"/>
                    <a:pt x="106879" y="87317"/>
                  </a:cubicBezTo>
                  <a:close/>
                  <a:moveTo>
                    <a:pt x="53434" y="168016"/>
                  </a:moveTo>
                  <a:cubicBezTo>
                    <a:pt x="43556" y="168016"/>
                    <a:pt x="28611" y="161712"/>
                    <a:pt x="24052" y="137502"/>
                  </a:cubicBezTo>
                  <a:cubicBezTo>
                    <a:pt x="21266" y="122371"/>
                    <a:pt x="21266" y="99170"/>
                    <a:pt x="21266" y="84291"/>
                  </a:cubicBezTo>
                  <a:cubicBezTo>
                    <a:pt x="21266" y="68151"/>
                    <a:pt x="21266" y="51507"/>
                    <a:pt x="23292" y="37889"/>
                  </a:cubicBezTo>
                  <a:cubicBezTo>
                    <a:pt x="28105" y="7879"/>
                    <a:pt x="47102" y="5610"/>
                    <a:pt x="53434" y="5610"/>
                  </a:cubicBezTo>
                  <a:cubicBezTo>
                    <a:pt x="61793" y="5610"/>
                    <a:pt x="78510" y="10149"/>
                    <a:pt x="83323" y="35115"/>
                  </a:cubicBezTo>
                  <a:cubicBezTo>
                    <a:pt x="85856" y="49238"/>
                    <a:pt x="85856" y="68404"/>
                    <a:pt x="85856" y="84291"/>
                  </a:cubicBezTo>
                  <a:cubicBezTo>
                    <a:pt x="85856" y="103205"/>
                    <a:pt x="85856" y="120354"/>
                    <a:pt x="83070" y="136493"/>
                  </a:cubicBezTo>
                  <a:cubicBezTo>
                    <a:pt x="79270" y="160451"/>
                    <a:pt x="64832" y="168016"/>
                    <a:pt x="53434" y="16801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4" name="Freeform: Shape 43">
              <a:extLst>
                <a:ext uri="{FF2B5EF4-FFF2-40B4-BE49-F238E27FC236}">
                  <a16:creationId xmlns:a16="http://schemas.microsoft.com/office/drawing/2014/main" id="{04B5A8FD-CCEB-301F-2AD2-D8191B5990DB}"/>
                </a:ext>
              </a:extLst>
            </p:cNvPr>
            <p:cNvSpPr/>
            <p:nvPr>
              <p:custDataLst>
                <p:tags r:id="rId23"/>
              </p:custDataLst>
            </p:nvPr>
          </p:nvSpPr>
          <p:spPr>
            <a:xfrm>
              <a:off x="11740203" y="4839152"/>
              <a:ext cx="26849" cy="26731"/>
            </a:xfrm>
            <a:custGeom>
              <a:avLst/>
              <a:gdLst>
                <a:gd name="connsiteX0" fmla="*/ 27096 w 26849"/>
                <a:gd name="connsiteY0" fmla="*/ 13427 h 26731"/>
                <a:gd name="connsiteX1" fmla="*/ 13672 w 26849"/>
                <a:gd name="connsiteY1" fmla="*/ 62 h 26731"/>
                <a:gd name="connsiteX2" fmla="*/ 247 w 26849"/>
                <a:gd name="connsiteY2" fmla="*/ 13427 h 26731"/>
                <a:gd name="connsiteX3" fmla="*/ 13672 w 26849"/>
                <a:gd name="connsiteY3" fmla="*/ 26793 h 26731"/>
                <a:gd name="connsiteX4" fmla="*/ 27096 w 26849"/>
                <a:gd name="connsiteY4" fmla="*/ 13427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96" y="13427"/>
                  </a:moveTo>
                  <a:cubicBezTo>
                    <a:pt x="27096" y="6114"/>
                    <a:pt x="21017" y="62"/>
                    <a:pt x="13672" y="62"/>
                  </a:cubicBezTo>
                  <a:cubicBezTo>
                    <a:pt x="6326" y="62"/>
                    <a:pt x="247" y="6114"/>
                    <a:pt x="247" y="13427"/>
                  </a:cubicBezTo>
                  <a:cubicBezTo>
                    <a:pt x="247" y="20741"/>
                    <a:pt x="6326" y="26793"/>
                    <a:pt x="13672" y="26793"/>
                  </a:cubicBezTo>
                  <a:cubicBezTo>
                    <a:pt x="21017" y="26793"/>
                    <a:pt x="27096" y="20741"/>
                    <a:pt x="27096" y="13427"/>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5" name="Freeform: Shape 44">
              <a:extLst>
                <a:ext uri="{FF2B5EF4-FFF2-40B4-BE49-F238E27FC236}">
                  <a16:creationId xmlns:a16="http://schemas.microsoft.com/office/drawing/2014/main" id="{3494B3AB-BE7A-4328-173E-9A525CE39B64}"/>
                </a:ext>
              </a:extLst>
            </p:cNvPr>
            <p:cNvSpPr/>
            <p:nvPr>
              <p:custDataLst>
                <p:tags r:id="rId24"/>
              </p:custDataLst>
            </p:nvPr>
          </p:nvSpPr>
          <p:spPr>
            <a:xfrm>
              <a:off x="11811323" y="4697928"/>
              <a:ext cx="83587" cy="167954"/>
            </a:xfrm>
            <a:custGeom>
              <a:avLst/>
              <a:gdLst>
                <a:gd name="connsiteX0" fmla="*/ 52175 w 83587"/>
                <a:gd name="connsiteY0" fmla="*/ 6618 h 167954"/>
                <a:gd name="connsiteX1" fmla="*/ 46350 w 83587"/>
                <a:gd name="connsiteY1" fmla="*/ 62 h 167954"/>
                <a:gd name="connsiteX2" fmla="*/ 250 w 83587"/>
                <a:gd name="connsiteY2" fmla="*/ 16201 h 167954"/>
                <a:gd name="connsiteX3" fmla="*/ 250 w 83587"/>
                <a:gd name="connsiteY3" fmla="*/ 24019 h 167954"/>
                <a:gd name="connsiteX4" fmla="*/ 33432 w 83587"/>
                <a:gd name="connsiteY4" fmla="*/ 17462 h 167954"/>
                <a:gd name="connsiteX5" fmla="*/ 33432 w 83587"/>
                <a:gd name="connsiteY5" fmla="*/ 148094 h 167954"/>
                <a:gd name="connsiteX6" fmla="*/ 9875 w 83587"/>
                <a:gd name="connsiteY6" fmla="*/ 160199 h 167954"/>
                <a:gd name="connsiteX7" fmla="*/ 1770 w 83587"/>
                <a:gd name="connsiteY7" fmla="*/ 160199 h 167954"/>
                <a:gd name="connsiteX8" fmla="*/ 1770 w 83587"/>
                <a:gd name="connsiteY8" fmla="*/ 168016 h 167954"/>
                <a:gd name="connsiteX9" fmla="*/ 42803 w 83587"/>
                <a:gd name="connsiteY9" fmla="*/ 167260 h 167954"/>
                <a:gd name="connsiteX10" fmla="*/ 83837 w 83587"/>
                <a:gd name="connsiteY10" fmla="*/ 168016 h 167954"/>
                <a:gd name="connsiteX11" fmla="*/ 83837 w 83587"/>
                <a:gd name="connsiteY11" fmla="*/ 160199 h 167954"/>
                <a:gd name="connsiteX12" fmla="*/ 75732 w 83587"/>
                <a:gd name="connsiteY12" fmla="*/ 160199 h 167954"/>
                <a:gd name="connsiteX13" fmla="*/ 52175 w 83587"/>
                <a:gd name="connsiteY13" fmla="*/ 148094 h 167954"/>
                <a:gd name="connsiteX14" fmla="*/ 52175 w 83587"/>
                <a:gd name="connsiteY14" fmla="*/ 6618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175" y="6618"/>
                  </a:moveTo>
                  <a:cubicBezTo>
                    <a:pt x="52175" y="566"/>
                    <a:pt x="52175" y="62"/>
                    <a:pt x="46350" y="62"/>
                  </a:cubicBezTo>
                  <a:cubicBezTo>
                    <a:pt x="30645" y="16201"/>
                    <a:pt x="8355" y="16201"/>
                    <a:pt x="250" y="16201"/>
                  </a:cubicBezTo>
                  <a:lnTo>
                    <a:pt x="250" y="24019"/>
                  </a:lnTo>
                  <a:cubicBezTo>
                    <a:pt x="5316" y="24019"/>
                    <a:pt x="20260" y="24019"/>
                    <a:pt x="33432" y="17462"/>
                  </a:cubicBezTo>
                  <a:lnTo>
                    <a:pt x="33432" y="148094"/>
                  </a:lnTo>
                  <a:cubicBezTo>
                    <a:pt x="33432" y="157172"/>
                    <a:pt x="32672" y="160199"/>
                    <a:pt x="9875" y="160199"/>
                  </a:cubicBezTo>
                  <a:lnTo>
                    <a:pt x="1770" y="160199"/>
                  </a:lnTo>
                  <a:lnTo>
                    <a:pt x="1770" y="168016"/>
                  </a:lnTo>
                  <a:cubicBezTo>
                    <a:pt x="10635" y="167260"/>
                    <a:pt x="32672" y="167260"/>
                    <a:pt x="42803" y="167260"/>
                  </a:cubicBezTo>
                  <a:cubicBezTo>
                    <a:pt x="52935" y="167260"/>
                    <a:pt x="74972" y="167260"/>
                    <a:pt x="83837" y="168016"/>
                  </a:cubicBezTo>
                  <a:lnTo>
                    <a:pt x="83837" y="160199"/>
                  </a:lnTo>
                  <a:lnTo>
                    <a:pt x="75732" y="160199"/>
                  </a:lnTo>
                  <a:cubicBezTo>
                    <a:pt x="52935" y="160199"/>
                    <a:pt x="52175" y="157425"/>
                    <a:pt x="52175" y="148094"/>
                  </a:cubicBezTo>
                  <a:lnTo>
                    <a:pt x="52175" y="6618"/>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 name="Freeform: Shape 45">
              <a:extLst>
                <a:ext uri="{FF2B5EF4-FFF2-40B4-BE49-F238E27FC236}">
                  <a16:creationId xmlns:a16="http://schemas.microsoft.com/office/drawing/2014/main" id="{8B7AB835-B719-C411-1EDF-6208763CC643}"/>
                </a:ext>
              </a:extLst>
            </p:cNvPr>
            <p:cNvSpPr/>
            <p:nvPr>
              <p:custDataLst>
                <p:tags r:id="rId25"/>
              </p:custDataLst>
            </p:nvPr>
          </p:nvSpPr>
          <p:spPr>
            <a:xfrm>
              <a:off x="12062338" y="4654049"/>
              <a:ext cx="10131" cy="302621"/>
            </a:xfrm>
            <a:custGeom>
              <a:avLst/>
              <a:gdLst>
                <a:gd name="connsiteX0" fmla="*/ 0 w 10131"/>
                <a:gd name="connsiteY0" fmla="*/ 0 h 302621"/>
                <a:gd name="connsiteX1" fmla="*/ 10131 w 10131"/>
                <a:gd name="connsiteY1" fmla="*/ 0 h 302621"/>
                <a:gd name="connsiteX2" fmla="*/ 10131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1" y="0"/>
                  </a:lnTo>
                  <a:lnTo>
                    <a:pt x="10131"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 name="Freeform: Shape 46">
              <a:extLst>
                <a:ext uri="{FF2B5EF4-FFF2-40B4-BE49-F238E27FC236}">
                  <a16:creationId xmlns:a16="http://schemas.microsoft.com/office/drawing/2014/main" id="{B56D5EFB-B24F-45C1-E686-24B2EA7B6828}"/>
                </a:ext>
              </a:extLst>
            </p:cNvPr>
            <p:cNvSpPr/>
            <p:nvPr>
              <p:custDataLst>
                <p:tags r:id="rId26"/>
              </p:custDataLst>
            </p:nvPr>
          </p:nvSpPr>
          <p:spPr>
            <a:xfrm>
              <a:off x="12227739" y="4693641"/>
              <a:ext cx="173000" cy="172241"/>
            </a:xfrm>
            <a:custGeom>
              <a:avLst/>
              <a:gdLst>
                <a:gd name="connsiteX0" fmla="*/ 50673 w 173000"/>
                <a:gd name="connsiteY0" fmla="*/ 3340 h 172241"/>
                <a:gd name="connsiteX1" fmla="*/ 43327 w 173000"/>
                <a:gd name="connsiteY1" fmla="*/ 62 h 172241"/>
                <a:gd name="connsiteX2" fmla="*/ 267 w 173000"/>
                <a:gd name="connsiteY2" fmla="*/ 62 h 172241"/>
                <a:gd name="connsiteX3" fmla="*/ 267 w 173000"/>
                <a:gd name="connsiteY3" fmla="*/ 7879 h 172241"/>
                <a:gd name="connsiteX4" fmla="*/ 7612 w 173000"/>
                <a:gd name="connsiteY4" fmla="*/ 7879 h 172241"/>
                <a:gd name="connsiteX5" fmla="*/ 20277 w 173000"/>
                <a:gd name="connsiteY5" fmla="*/ 8384 h 172241"/>
                <a:gd name="connsiteX6" fmla="*/ 26356 w 173000"/>
                <a:gd name="connsiteY6" fmla="*/ 14184 h 172241"/>
                <a:gd name="connsiteX7" fmla="*/ 26356 w 173000"/>
                <a:gd name="connsiteY7" fmla="*/ 145824 h 172241"/>
                <a:gd name="connsiteX8" fmla="*/ 267 w 173000"/>
                <a:gd name="connsiteY8" fmla="*/ 164486 h 172241"/>
                <a:gd name="connsiteX9" fmla="*/ 267 w 173000"/>
                <a:gd name="connsiteY9" fmla="*/ 172304 h 172241"/>
                <a:gd name="connsiteX10" fmla="*/ 29902 w 173000"/>
                <a:gd name="connsiteY10" fmla="*/ 171547 h 172241"/>
                <a:gd name="connsiteX11" fmla="*/ 59538 w 173000"/>
                <a:gd name="connsiteY11" fmla="*/ 172304 h 172241"/>
                <a:gd name="connsiteX12" fmla="*/ 59538 w 173000"/>
                <a:gd name="connsiteY12" fmla="*/ 164486 h 172241"/>
                <a:gd name="connsiteX13" fmla="*/ 33449 w 173000"/>
                <a:gd name="connsiteY13" fmla="*/ 145824 h 172241"/>
                <a:gd name="connsiteX14" fmla="*/ 33449 w 173000"/>
                <a:gd name="connsiteY14" fmla="*/ 14688 h 172241"/>
                <a:gd name="connsiteX15" fmla="*/ 35981 w 173000"/>
                <a:gd name="connsiteY15" fmla="*/ 17714 h 172241"/>
                <a:gd name="connsiteX16" fmla="*/ 139326 w 173000"/>
                <a:gd name="connsiteY16" fmla="*/ 169025 h 172241"/>
                <a:gd name="connsiteX17" fmla="*/ 143632 w 173000"/>
                <a:gd name="connsiteY17" fmla="*/ 172304 h 172241"/>
                <a:gd name="connsiteX18" fmla="*/ 147178 w 173000"/>
                <a:gd name="connsiteY18" fmla="*/ 165747 h 172241"/>
                <a:gd name="connsiteX19" fmla="*/ 147178 w 173000"/>
                <a:gd name="connsiteY19" fmla="*/ 26541 h 172241"/>
                <a:gd name="connsiteX20" fmla="*/ 173267 w 173000"/>
                <a:gd name="connsiteY20" fmla="*/ 7879 h 172241"/>
                <a:gd name="connsiteX21" fmla="*/ 173267 w 173000"/>
                <a:gd name="connsiteY21" fmla="*/ 62 h 172241"/>
                <a:gd name="connsiteX22" fmla="*/ 143632 w 173000"/>
                <a:gd name="connsiteY22" fmla="*/ 818 h 172241"/>
                <a:gd name="connsiteX23" fmla="*/ 113996 w 173000"/>
                <a:gd name="connsiteY23" fmla="*/ 62 h 172241"/>
                <a:gd name="connsiteX24" fmla="*/ 113996 w 173000"/>
                <a:gd name="connsiteY24" fmla="*/ 7879 h 172241"/>
                <a:gd name="connsiteX25" fmla="*/ 140085 w 173000"/>
                <a:gd name="connsiteY25" fmla="*/ 26541 h 172241"/>
                <a:gd name="connsiteX26" fmla="*/ 140085 w 173000"/>
                <a:gd name="connsiteY26" fmla="*/ 134224 h 172241"/>
                <a:gd name="connsiteX27" fmla="*/ 50673 w 173000"/>
                <a:gd name="connsiteY27" fmla="*/ 3340 h 17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3000" h="172241">
                  <a:moveTo>
                    <a:pt x="50673" y="3340"/>
                  </a:moveTo>
                  <a:cubicBezTo>
                    <a:pt x="48393" y="314"/>
                    <a:pt x="48140" y="62"/>
                    <a:pt x="43327" y="62"/>
                  </a:cubicBezTo>
                  <a:lnTo>
                    <a:pt x="267" y="62"/>
                  </a:lnTo>
                  <a:lnTo>
                    <a:pt x="267" y="7879"/>
                  </a:lnTo>
                  <a:lnTo>
                    <a:pt x="7612" y="7879"/>
                  </a:lnTo>
                  <a:cubicBezTo>
                    <a:pt x="11412" y="7879"/>
                    <a:pt x="16478" y="8131"/>
                    <a:pt x="20277" y="8384"/>
                  </a:cubicBezTo>
                  <a:cubicBezTo>
                    <a:pt x="26103" y="9140"/>
                    <a:pt x="26356" y="9392"/>
                    <a:pt x="26356" y="14184"/>
                  </a:cubicBezTo>
                  <a:lnTo>
                    <a:pt x="26356" y="145824"/>
                  </a:lnTo>
                  <a:cubicBezTo>
                    <a:pt x="26356" y="152633"/>
                    <a:pt x="26356" y="164486"/>
                    <a:pt x="267" y="164486"/>
                  </a:cubicBezTo>
                  <a:lnTo>
                    <a:pt x="267" y="172304"/>
                  </a:lnTo>
                  <a:cubicBezTo>
                    <a:pt x="9132" y="172051"/>
                    <a:pt x="21544" y="171547"/>
                    <a:pt x="29902" y="171547"/>
                  </a:cubicBezTo>
                  <a:cubicBezTo>
                    <a:pt x="38261" y="171547"/>
                    <a:pt x="50673" y="172051"/>
                    <a:pt x="59538" y="172304"/>
                  </a:cubicBezTo>
                  <a:lnTo>
                    <a:pt x="59538" y="164486"/>
                  </a:lnTo>
                  <a:cubicBezTo>
                    <a:pt x="33449" y="164486"/>
                    <a:pt x="33449" y="152633"/>
                    <a:pt x="33449" y="145824"/>
                  </a:cubicBezTo>
                  <a:lnTo>
                    <a:pt x="33449" y="14688"/>
                  </a:lnTo>
                  <a:cubicBezTo>
                    <a:pt x="34715" y="15949"/>
                    <a:pt x="34968" y="16201"/>
                    <a:pt x="35981" y="17714"/>
                  </a:cubicBezTo>
                  <a:lnTo>
                    <a:pt x="139326" y="169025"/>
                  </a:lnTo>
                  <a:cubicBezTo>
                    <a:pt x="141605" y="172051"/>
                    <a:pt x="141859" y="172304"/>
                    <a:pt x="143632" y="172304"/>
                  </a:cubicBezTo>
                  <a:cubicBezTo>
                    <a:pt x="147178" y="172304"/>
                    <a:pt x="147178" y="170538"/>
                    <a:pt x="147178" y="165747"/>
                  </a:cubicBezTo>
                  <a:lnTo>
                    <a:pt x="147178" y="26541"/>
                  </a:lnTo>
                  <a:cubicBezTo>
                    <a:pt x="147178" y="19732"/>
                    <a:pt x="147178" y="7879"/>
                    <a:pt x="173267" y="7879"/>
                  </a:cubicBezTo>
                  <a:lnTo>
                    <a:pt x="173267" y="62"/>
                  </a:lnTo>
                  <a:cubicBezTo>
                    <a:pt x="164402" y="314"/>
                    <a:pt x="151990" y="818"/>
                    <a:pt x="143632" y="818"/>
                  </a:cubicBezTo>
                  <a:cubicBezTo>
                    <a:pt x="135273" y="818"/>
                    <a:pt x="122861" y="314"/>
                    <a:pt x="113996" y="62"/>
                  </a:cubicBezTo>
                  <a:lnTo>
                    <a:pt x="113996" y="7879"/>
                  </a:lnTo>
                  <a:cubicBezTo>
                    <a:pt x="140085" y="7879"/>
                    <a:pt x="140085" y="19732"/>
                    <a:pt x="140085" y="26541"/>
                  </a:cubicBezTo>
                  <a:lnTo>
                    <a:pt x="140085" y="134224"/>
                  </a:lnTo>
                  <a:lnTo>
                    <a:pt x="50673" y="3340"/>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Freeform: Shape 47">
              <a:extLst>
                <a:ext uri="{FF2B5EF4-FFF2-40B4-BE49-F238E27FC236}">
                  <a16:creationId xmlns:a16="http://schemas.microsoft.com/office/drawing/2014/main" id="{C9CAC36B-A3C6-7969-5153-429B8739252C}"/>
                </a:ext>
              </a:extLst>
            </p:cNvPr>
            <p:cNvSpPr/>
            <p:nvPr>
              <p:custDataLst>
                <p:tags r:id="rId27"/>
              </p:custDataLst>
            </p:nvPr>
          </p:nvSpPr>
          <p:spPr>
            <a:xfrm>
              <a:off x="12417457" y="4754418"/>
              <a:ext cx="127407" cy="114239"/>
            </a:xfrm>
            <a:custGeom>
              <a:avLst/>
              <a:gdLst>
                <a:gd name="connsiteX0" fmla="*/ 91207 w 127407"/>
                <a:gd name="connsiteY0" fmla="*/ 91605 h 114239"/>
                <a:gd name="connsiteX1" fmla="*/ 91207 w 127407"/>
                <a:gd name="connsiteY1" fmla="*/ 114301 h 114239"/>
                <a:gd name="connsiteX2" fmla="*/ 127681 w 127407"/>
                <a:gd name="connsiteY2" fmla="*/ 111527 h 114239"/>
                <a:gd name="connsiteX3" fmla="*/ 127681 w 127407"/>
                <a:gd name="connsiteY3" fmla="*/ 103709 h 114239"/>
                <a:gd name="connsiteX4" fmla="*/ 107925 w 127407"/>
                <a:gd name="connsiteY4" fmla="*/ 89587 h 114239"/>
                <a:gd name="connsiteX5" fmla="*/ 107925 w 127407"/>
                <a:gd name="connsiteY5" fmla="*/ 62 h 114239"/>
                <a:gd name="connsiteX6" fmla="*/ 70690 w 127407"/>
                <a:gd name="connsiteY6" fmla="*/ 2836 h 114239"/>
                <a:gd name="connsiteX7" fmla="*/ 70690 w 127407"/>
                <a:gd name="connsiteY7" fmla="*/ 10653 h 114239"/>
                <a:gd name="connsiteX8" fmla="*/ 90447 w 127407"/>
                <a:gd name="connsiteY8" fmla="*/ 24776 h 114239"/>
                <a:gd name="connsiteX9" fmla="*/ 90447 w 127407"/>
                <a:gd name="connsiteY9" fmla="*/ 69664 h 114239"/>
                <a:gd name="connsiteX10" fmla="*/ 59799 w 127407"/>
                <a:gd name="connsiteY10" fmla="*/ 108753 h 114239"/>
                <a:gd name="connsiteX11" fmla="*/ 37509 w 127407"/>
                <a:gd name="connsiteY11" fmla="*/ 83787 h 114239"/>
                <a:gd name="connsiteX12" fmla="*/ 37509 w 127407"/>
                <a:gd name="connsiteY12" fmla="*/ 62 h 114239"/>
                <a:gd name="connsiteX13" fmla="*/ 274 w 127407"/>
                <a:gd name="connsiteY13" fmla="*/ 2836 h 114239"/>
                <a:gd name="connsiteX14" fmla="*/ 274 w 127407"/>
                <a:gd name="connsiteY14" fmla="*/ 10653 h 114239"/>
                <a:gd name="connsiteX15" fmla="*/ 20031 w 127407"/>
                <a:gd name="connsiteY15" fmla="*/ 33854 h 114239"/>
                <a:gd name="connsiteX16" fmla="*/ 20031 w 127407"/>
                <a:gd name="connsiteY16" fmla="*/ 71682 h 114239"/>
                <a:gd name="connsiteX17" fmla="*/ 58532 w 127407"/>
                <a:gd name="connsiteY17" fmla="*/ 114301 h 114239"/>
                <a:gd name="connsiteX18" fmla="*/ 91207 w 127407"/>
                <a:gd name="connsiteY18" fmla="*/ 91605 h 1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7407" h="114239">
                  <a:moveTo>
                    <a:pt x="91207" y="91605"/>
                  </a:moveTo>
                  <a:lnTo>
                    <a:pt x="91207" y="114301"/>
                  </a:lnTo>
                  <a:lnTo>
                    <a:pt x="127681" y="111527"/>
                  </a:lnTo>
                  <a:lnTo>
                    <a:pt x="127681" y="103709"/>
                  </a:lnTo>
                  <a:cubicBezTo>
                    <a:pt x="109951" y="103709"/>
                    <a:pt x="107925" y="101944"/>
                    <a:pt x="107925" y="89587"/>
                  </a:cubicBezTo>
                  <a:lnTo>
                    <a:pt x="107925" y="62"/>
                  </a:lnTo>
                  <a:lnTo>
                    <a:pt x="70690" y="2836"/>
                  </a:lnTo>
                  <a:lnTo>
                    <a:pt x="70690" y="10653"/>
                  </a:lnTo>
                  <a:cubicBezTo>
                    <a:pt x="88421" y="10653"/>
                    <a:pt x="90447" y="12419"/>
                    <a:pt x="90447" y="24776"/>
                  </a:cubicBezTo>
                  <a:lnTo>
                    <a:pt x="90447" y="69664"/>
                  </a:lnTo>
                  <a:cubicBezTo>
                    <a:pt x="90447" y="91605"/>
                    <a:pt x="78289" y="108753"/>
                    <a:pt x="59799" y="108753"/>
                  </a:cubicBezTo>
                  <a:cubicBezTo>
                    <a:pt x="38522" y="108753"/>
                    <a:pt x="37509" y="96900"/>
                    <a:pt x="37509" y="83787"/>
                  </a:cubicBezTo>
                  <a:lnTo>
                    <a:pt x="37509" y="62"/>
                  </a:lnTo>
                  <a:lnTo>
                    <a:pt x="274" y="2836"/>
                  </a:lnTo>
                  <a:lnTo>
                    <a:pt x="274" y="10653"/>
                  </a:lnTo>
                  <a:cubicBezTo>
                    <a:pt x="20031" y="10653"/>
                    <a:pt x="20031" y="11410"/>
                    <a:pt x="20031" y="33854"/>
                  </a:cubicBezTo>
                  <a:lnTo>
                    <a:pt x="20031" y="71682"/>
                  </a:lnTo>
                  <a:cubicBezTo>
                    <a:pt x="20031" y="91352"/>
                    <a:pt x="20031" y="114301"/>
                    <a:pt x="58532" y="114301"/>
                  </a:cubicBezTo>
                  <a:cubicBezTo>
                    <a:pt x="72717" y="114301"/>
                    <a:pt x="83862" y="107240"/>
                    <a:pt x="91207" y="91605"/>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 name="Freeform: Shape 48">
              <a:extLst>
                <a:ext uri="{FF2B5EF4-FFF2-40B4-BE49-F238E27FC236}">
                  <a16:creationId xmlns:a16="http://schemas.microsoft.com/office/drawing/2014/main" id="{F90D8A87-5FC1-7FDE-AC17-E3EE46C77CDA}"/>
                </a:ext>
              </a:extLst>
            </p:cNvPr>
            <p:cNvSpPr/>
            <p:nvPr>
              <p:custDataLst>
                <p:tags r:id="rId28"/>
              </p:custDataLst>
            </p:nvPr>
          </p:nvSpPr>
          <p:spPr>
            <a:xfrm>
              <a:off x="12557163" y="4752905"/>
              <a:ext cx="98024" cy="115752"/>
            </a:xfrm>
            <a:custGeom>
              <a:avLst/>
              <a:gdLst>
                <a:gd name="connsiteX0" fmla="*/ 21557 w 98024"/>
                <a:gd name="connsiteY0" fmla="*/ 49490 h 115752"/>
                <a:gd name="connsiteX1" fmla="*/ 52965 w 98024"/>
                <a:gd name="connsiteY1" fmla="*/ 5610 h 115752"/>
                <a:gd name="connsiteX2" fmla="*/ 81587 w 98024"/>
                <a:gd name="connsiteY2" fmla="*/ 49490 h 115752"/>
                <a:gd name="connsiteX3" fmla="*/ 21557 w 98024"/>
                <a:gd name="connsiteY3" fmla="*/ 49490 h 115752"/>
                <a:gd name="connsiteX4" fmla="*/ 21303 w 98024"/>
                <a:gd name="connsiteY4" fmla="*/ 54786 h 115752"/>
                <a:gd name="connsiteX5" fmla="*/ 91973 w 98024"/>
                <a:gd name="connsiteY5" fmla="*/ 54786 h 115752"/>
                <a:gd name="connsiteX6" fmla="*/ 98305 w 98024"/>
                <a:gd name="connsiteY6" fmla="*/ 49490 h 115752"/>
                <a:gd name="connsiteX7" fmla="*/ 52965 w 98024"/>
                <a:gd name="connsiteY7" fmla="*/ 62 h 115752"/>
                <a:gd name="connsiteX8" fmla="*/ 280 w 98024"/>
                <a:gd name="connsiteY8" fmla="*/ 57560 h 115752"/>
                <a:gd name="connsiteX9" fmla="*/ 56005 w 98024"/>
                <a:gd name="connsiteY9" fmla="*/ 115814 h 115752"/>
                <a:gd name="connsiteX10" fmla="*/ 98305 w 98024"/>
                <a:gd name="connsiteY10" fmla="*/ 83030 h 115752"/>
                <a:gd name="connsiteX11" fmla="*/ 95012 w 98024"/>
                <a:gd name="connsiteY11" fmla="*/ 80004 h 115752"/>
                <a:gd name="connsiteX12" fmla="*/ 91719 w 98024"/>
                <a:gd name="connsiteY12" fmla="*/ 83535 h 115752"/>
                <a:gd name="connsiteX13" fmla="*/ 57524 w 98024"/>
                <a:gd name="connsiteY13" fmla="*/ 109510 h 115752"/>
                <a:gd name="connsiteX14" fmla="*/ 28902 w 98024"/>
                <a:gd name="connsiteY14" fmla="*/ 92613 h 115752"/>
                <a:gd name="connsiteX15" fmla="*/ 21303 w 98024"/>
                <a:gd name="connsiteY15" fmla="*/ 54786 h 115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8024" h="115752">
                  <a:moveTo>
                    <a:pt x="21557" y="49490"/>
                  </a:moveTo>
                  <a:cubicBezTo>
                    <a:pt x="23076" y="11914"/>
                    <a:pt x="44353" y="5610"/>
                    <a:pt x="52965" y="5610"/>
                  </a:cubicBezTo>
                  <a:cubicBezTo>
                    <a:pt x="79054" y="5610"/>
                    <a:pt x="81587" y="39655"/>
                    <a:pt x="81587" y="49490"/>
                  </a:cubicBezTo>
                  <a:lnTo>
                    <a:pt x="21557" y="49490"/>
                  </a:lnTo>
                  <a:close/>
                  <a:moveTo>
                    <a:pt x="21303" y="54786"/>
                  </a:moveTo>
                  <a:lnTo>
                    <a:pt x="91973" y="54786"/>
                  </a:lnTo>
                  <a:cubicBezTo>
                    <a:pt x="97545" y="54786"/>
                    <a:pt x="98305" y="54786"/>
                    <a:pt x="98305" y="49490"/>
                  </a:cubicBezTo>
                  <a:cubicBezTo>
                    <a:pt x="98305" y="24523"/>
                    <a:pt x="84627" y="62"/>
                    <a:pt x="52965" y="62"/>
                  </a:cubicBezTo>
                  <a:cubicBezTo>
                    <a:pt x="23583" y="62"/>
                    <a:pt x="280" y="26037"/>
                    <a:pt x="280" y="57560"/>
                  </a:cubicBezTo>
                  <a:cubicBezTo>
                    <a:pt x="280" y="91352"/>
                    <a:pt x="26876" y="115814"/>
                    <a:pt x="56005" y="115814"/>
                  </a:cubicBezTo>
                  <a:cubicBezTo>
                    <a:pt x="86907" y="115814"/>
                    <a:pt x="98305" y="87822"/>
                    <a:pt x="98305" y="83030"/>
                  </a:cubicBezTo>
                  <a:cubicBezTo>
                    <a:pt x="98305" y="80508"/>
                    <a:pt x="96279" y="80004"/>
                    <a:pt x="95012" y="80004"/>
                  </a:cubicBezTo>
                  <a:cubicBezTo>
                    <a:pt x="92732" y="80004"/>
                    <a:pt x="92226" y="81517"/>
                    <a:pt x="91719" y="83535"/>
                  </a:cubicBezTo>
                  <a:cubicBezTo>
                    <a:pt x="82854" y="109510"/>
                    <a:pt x="60057" y="109510"/>
                    <a:pt x="57524" y="109510"/>
                  </a:cubicBezTo>
                  <a:cubicBezTo>
                    <a:pt x="44860" y="109510"/>
                    <a:pt x="34728" y="101944"/>
                    <a:pt x="28902" y="92613"/>
                  </a:cubicBezTo>
                  <a:cubicBezTo>
                    <a:pt x="21303" y="80508"/>
                    <a:pt x="21303" y="63864"/>
                    <a:pt x="21303" y="5478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 name="Freeform: Shape 49">
              <a:extLst>
                <a:ext uri="{FF2B5EF4-FFF2-40B4-BE49-F238E27FC236}">
                  <a16:creationId xmlns:a16="http://schemas.microsoft.com/office/drawing/2014/main" id="{382325B1-B511-3D37-D590-75F1E1FCAF01}"/>
                </a:ext>
              </a:extLst>
            </p:cNvPr>
            <p:cNvSpPr/>
            <p:nvPr>
              <p:custDataLst>
                <p:tags r:id="rId29"/>
              </p:custDataLst>
            </p:nvPr>
          </p:nvSpPr>
          <p:spPr>
            <a:xfrm>
              <a:off x="12667459" y="4757192"/>
              <a:ext cx="123860" cy="111465"/>
            </a:xfrm>
            <a:custGeom>
              <a:avLst/>
              <a:gdLst>
                <a:gd name="connsiteX0" fmla="*/ 100842 w 123860"/>
                <a:gd name="connsiteY0" fmla="*/ 24776 h 111465"/>
                <a:gd name="connsiteX1" fmla="*/ 124145 w 123860"/>
                <a:gd name="connsiteY1" fmla="*/ 7879 h 111465"/>
                <a:gd name="connsiteX2" fmla="*/ 124145 w 123860"/>
                <a:gd name="connsiteY2" fmla="*/ 62 h 111465"/>
                <a:gd name="connsiteX3" fmla="*/ 105148 w 123860"/>
                <a:gd name="connsiteY3" fmla="*/ 818 h 111465"/>
                <a:gd name="connsiteX4" fmla="*/ 83112 w 123860"/>
                <a:gd name="connsiteY4" fmla="*/ 62 h 111465"/>
                <a:gd name="connsiteX5" fmla="*/ 83112 w 123860"/>
                <a:gd name="connsiteY5" fmla="*/ 7879 h 111465"/>
                <a:gd name="connsiteX6" fmla="*/ 95270 w 123860"/>
                <a:gd name="connsiteY6" fmla="*/ 18723 h 111465"/>
                <a:gd name="connsiteX7" fmla="*/ 93750 w 123860"/>
                <a:gd name="connsiteY7" fmla="*/ 24776 h 111465"/>
                <a:gd name="connsiteX8" fmla="*/ 67914 w 123860"/>
                <a:gd name="connsiteY8" fmla="*/ 89083 h 111465"/>
                <a:gd name="connsiteX9" fmla="*/ 39545 w 123860"/>
                <a:gd name="connsiteY9" fmla="*/ 18723 h 111465"/>
                <a:gd name="connsiteX10" fmla="*/ 38025 w 123860"/>
                <a:gd name="connsiteY10" fmla="*/ 14436 h 111465"/>
                <a:gd name="connsiteX11" fmla="*/ 52463 w 123860"/>
                <a:gd name="connsiteY11" fmla="*/ 7879 h 111465"/>
                <a:gd name="connsiteX12" fmla="*/ 52463 w 123860"/>
                <a:gd name="connsiteY12" fmla="*/ 62 h 111465"/>
                <a:gd name="connsiteX13" fmla="*/ 24854 w 123860"/>
                <a:gd name="connsiteY13" fmla="*/ 818 h 111465"/>
                <a:gd name="connsiteX14" fmla="*/ 284 w 123860"/>
                <a:gd name="connsiteY14" fmla="*/ 62 h 111465"/>
                <a:gd name="connsiteX15" fmla="*/ 284 w 123860"/>
                <a:gd name="connsiteY15" fmla="*/ 7879 h 111465"/>
                <a:gd name="connsiteX16" fmla="*/ 20548 w 123860"/>
                <a:gd name="connsiteY16" fmla="*/ 17210 h 111465"/>
                <a:gd name="connsiteX17" fmla="*/ 57022 w 123860"/>
                <a:gd name="connsiteY17" fmla="*/ 106736 h 111465"/>
                <a:gd name="connsiteX18" fmla="*/ 62341 w 123860"/>
                <a:gd name="connsiteY18" fmla="*/ 111527 h 111465"/>
                <a:gd name="connsiteX19" fmla="*/ 67661 w 123860"/>
                <a:gd name="connsiteY19" fmla="*/ 106736 h 111465"/>
                <a:gd name="connsiteX20" fmla="*/ 100842 w 123860"/>
                <a:gd name="connsiteY20" fmla="*/ 24776 h 111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3860" h="111465">
                  <a:moveTo>
                    <a:pt x="100842" y="24776"/>
                  </a:moveTo>
                  <a:cubicBezTo>
                    <a:pt x="103122" y="18975"/>
                    <a:pt x="107428" y="8131"/>
                    <a:pt x="124145" y="7879"/>
                  </a:cubicBezTo>
                  <a:lnTo>
                    <a:pt x="124145" y="62"/>
                  </a:lnTo>
                  <a:cubicBezTo>
                    <a:pt x="118320" y="566"/>
                    <a:pt x="110974" y="818"/>
                    <a:pt x="105148" y="818"/>
                  </a:cubicBezTo>
                  <a:cubicBezTo>
                    <a:pt x="99069" y="818"/>
                    <a:pt x="87418" y="314"/>
                    <a:pt x="83112" y="62"/>
                  </a:cubicBezTo>
                  <a:lnTo>
                    <a:pt x="83112" y="7879"/>
                  </a:lnTo>
                  <a:cubicBezTo>
                    <a:pt x="92484" y="8131"/>
                    <a:pt x="95270" y="13932"/>
                    <a:pt x="95270" y="18723"/>
                  </a:cubicBezTo>
                  <a:cubicBezTo>
                    <a:pt x="95270" y="20993"/>
                    <a:pt x="94763" y="22002"/>
                    <a:pt x="93750" y="24776"/>
                  </a:cubicBezTo>
                  <a:lnTo>
                    <a:pt x="67914" y="89083"/>
                  </a:lnTo>
                  <a:lnTo>
                    <a:pt x="39545" y="18723"/>
                  </a:lnTo>
                  <a:cubicBezTo>
                    <a:pt x="38025" y="15445"/>
                    <a:pt x="38025" y="14940"/>
                    <a:pt x="38025" y="14436"/>
                  </a:cubicBezTo>
                  <a:cubicBezTo>
                    <a:pt x="38025" y="7879"/>
                    <a:pt x="47904" y="7879"/>
                    <a:pt x="52463" y="7879"/>
                  </a:cubicBezTo>
                  <a:lnTo>
                    <a:pt x="52463" y="62"/>
                  </a:lnTo>
                  <a:cubicBezTo>
                    <a:pt x="44864" y="314"/>
                    <a:pt x="30680" y="818"/>
                    <a:pt x="24854" y="818"/>
                  </a:cubicBezTo>
                  <a:cubicBezTo>
                    <a:pt x="18015" y="818"/>
                    <a:pt x="7883" y="566"/>
                    <a:pt x="284" y="62"/>
                  </a:cubicBezTo>
                  <a:lnTo>
                    <a:pt x="284" y="7879"/>
                  </a:lnTo>
                  <a:cubicBezTo>
                    <a:pt x="16242" y="7879"/>
                    <a:pt x="17255" y="9392"/>
                    <a:pt x="20548" y="17210"/>
                  </a:cubicBezTo>
                  <a:lnTo>
                    <a:pt x="57022" y="106736"/>
                  </a:lnTo>
                  <a:cubicBezTo>
                    <a:pt x="58542" y="110266"/>
                    <a:pt x="59049" y="111527"/>
                    <a:pt x="62341" y="111527"/>
                  </a:cubicBezTo>
                  <a:cubicBezTo>
                    <a:pt x="65634" y="111527"/>
                    <a:pt x="66648" y="109257"/>
                    <a:pt x="67661" y="106736"/>
                  </a:cubicBezTo>
                  <a:lnTo>
                    <a:pt x="100842" y="24776"/>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 name="Freeform: Shape 50">
              <a:extLst>
                <a:ext uri="{FF2B5EF4-FFF2-40B4-BE49-F238E27FC236}">
                  <a16:creationId xmlns:a16="http://schemas.microsoft.com/office/drawing/2014/main" id="{3B1487E5-04FB-0C4C-8D64-52615A5F800D}"/>
                </a:ext>
              </a:extLst>
            </p:cNvPr>
            <p:cNvSpPr/>
            <p:nvPr>
              <p:custDataLst>
                <p:tags r:id="rId30"/>
              </p:custDataLst>
            </p:nvPr>
          </p:nvSpPr>
          <p:spPr>
            <a:xfrm>
              <a:off x="12792897" y="4752905"/>
              <a:ext cx="114235" cy="115752"/>
            </a:xfrm>
            <a:custGeom>
              <a:avLst/>
              <a:gdLst>
                <a:gd name="connsiteX0" fmla="*/ 73998 w 114235"/>
                <a:gd name="connsiteY0" fmla="*/ 93874 h 115752"/>
                <a:gd name="connsiteX1" fmla="*/ 93755 w 114235"/>
                <a:gd name="connsiteY1" fmla="*/ 114553 h 115752"/>
                <a:gd name="connsiteX2" fmla="*/ 114525 w 114235"/>
                <a:gd name="connsiteY2" fmla="*/ 90596 h 115752"/>
                <a:gd name="connsiteX3" fmla="*/ 114525 w 114235"/>
                <a:gd name="connsiteY3" fmla="*/ 76473 h 115752"/>
                <a:gd name="connsiteX4" fmla="*/ 108192 w 114235"/>
                <a:gd name="connsiteY4" fmla="*/ 76473 h 115752"/>
                <a:gd name="connsiteX5" fmla="*/ 108192 w 114235"/>
                <a:gd name="connsiteY5" fmla="*/ 90596 h 115752"/>
                <a:gd name="connsiteX6" fmla="*/ 99074 w 114235"/>
                <a:gd name="connsiteY6" fmla="*/ 106736 h 115752"/>
                <a:gd name="connsiteX7" fmla="*/ 89702 w 114235"/>
                <a:gd name="connsiteY7" fmla="*/ 94126 h 115752"/>
                <a:gd name="connsiteX8" fmla="*/ 89702 w 114235"/>
                <a:gd name="connsiteY8" fmla="*/ 43689 h 115752"/>
                <a:gd name="connsiteX9" fmla="*/ 80583 w 114235"/>
                <a:gd name="connsiteY9" fmla="*/ 13932 h 115752"/>
                <a:gd name="connsiteX10" fmla="*/ 45882 w 114235"/>
                <a:gd name="connsiteY10" fmla="*/ 62 h 115752"/>
                <a:gd name="connsiteX11" fmla="*/ 7635 w 114235"/>
                <a:gd name="connsiteY11" fmla="*/ 28558 h 115752"/>
                <a:gd name="connsiteX12" fmla="*/ 19286 w 114235"/>
                <a:gd name="connsiteY12" fmla="*/ 40411 h 115752"/>
                <a:gd name="connsiteX13" fmla="*/ 30938 w 114235"/>
                <a:gd name="connsiteY13" fmla="*/ 28811 h 115752"/>
                <a:gd name="connsiteX14" fmla="*/ 18020 w 114235"/>
                <a:gd name="connsiteY14" fmla="*/ 17210 h 115752"/>
                <a:gd name="connsiteX15" fmla="*/ 45375 w 114235"/>
                <a:gd name="connsiteY15" fmla="*/ 5610 h 115752"/>
                <a:gd name="connsiteX16" fmla="*/ 72225 w 114235"/>
                <a:gd name="connsiteY16" fmla="*/ 37889 h 115752"/>
                <a:gd name="connsiteX17" fmla="*/ 72225 w 114235"/>
                <a:gd name="connsiteY17" fmla="*/ 47220 h 115752"/>
                <a:gd name="connsiteX18" fmla="*/ 25619 w 114235"/>
                <a:gd name="connsiteY18" fmla="*/ 56299 h 115752"/>
                <a:gd name="connsiteX19" fmla="*/ 289 w 114235"/>
                <a:gd name="connsiteY19" fmla="*/ 89083 h 115752"/>
                <a:gd name="connsiteX20" fmla="*/ 40816 w 114235"/>
                <a:gd name="connsiteY20" fmla="*/ 115814 h 115752"/>
                <a:gd name="connsiteX21" fmla="*/ 73998 w 114235"/>
                <a:gd name="connsiteY21" fmla="*/ 93874 h 115752"/>
                <a:gd name="connsiteX22" fmla="*/ 72225 w 114235"/>
                <a:gd name="connsiteY22" fmla="*/ 52516 h 115752"/>
                <a:gd name="connsiteX23" fmla="*/ 72225 w 114235"/>
                <a:gd name="connsiteY23" fmla="*/ 77734 h 115752"/>
                <a:gd name="connsiteX24" fmla="*/ 42589 w 114235"/>
                <a:gd name="connsiteY24" fmla="*/ 110266 h 115752"/>
                <a:gd name="connsiteX25" fmla="*/ 19793 w 114235"/>
                <a:gd name="connsiteY25" fmla="*/ 88831 h 115752"/>
                <a:gd name="connsiteX26" fmla="*/ 72225 w 114235"/>
                <a:gd name="connsiteY26" fmla="*/ 52516 h 115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4235" h="115752">
                  <a:moveTo>
                    <a:pt x="73998" y="93874"/>
                  </a:moveTo>
                  <a:cubicBezTo>
                    <a:pt x="75011" y="103962"/>
                    <a:pt x="81850" y="114553"/>
                    <a:pt x="93755" y="114553"/>
                  </a:cubicBezTo>
                  <a:cubicBezTo>
                    <a:pt x="99074" y="114553"/>
                    <a:pt x="114525" y="111023"/>
                    <a:pt x="114525" y="90596"/>
                  </a:cubicBezTo>
                  <a:lnTo>
                    <a:pt x="114525" y="76473"/>
                  </a:lnTo>
                  <a:lnTo>
                    <a:pt x="108192" y="76473"/>
                  </a:lnTo>
                  <a:lnTo>
                    <a:pt x="108192" y="90596"/>
                  </a:lnTo>
                  <a:cubicBezTo>
                    <a:pt x="108192" y="105222"/>
                    <a:pt x="101860" y="106736"/>
                    <a:pt x="99074" y="106736"/>
                  </a:cubicBezTo>
                  <a:cubicBezTo>
                    <a:pt x="90715" y="106736"/>
                    <a:pt x="89702" y="95387"/>
                    <a:pt x="89702" y="94126"/>
                  </a:cubicBezTo>
                  <a:lnTo>
                    <a:pt x="89702" y="43689"/>
                  </a:lnTo>
                  <a:cubicBezTo>
                    <a:pt x="89702" y="33098"/>
                    <a:pt x="89702" y="23263"/>
                    <a:pt x="80583" y="13932"/>
                  </a:cubicBezTo>
                  <a:cubicBezTo>
                    <a:pt x="70705" y="4097"/>
                    <a:pt x="58040" y="62"/>
                    <a:pt x="45882" y="62"/>
                  </a:cubicBezTo>
                  <a:cubicBezTo>
                    <a:pt x="25112" y="62"/>
                    <a:pt x="7635" y="11914"/>
                    <a:pt x="7635" y="28558"/>
                  </a:cubicBezTo>
                  <a:cubicBezTo>
                    <a:pt x="7635" y="36124"/>
                    <a:pt x="12700" y="40411"/>
                    <a:pt x="19286" y="40411"/>
                  </a:cubicBezTo>
                  <a:cubicBezTo>
                    <a:pt x="26378" y="40411"/>
                    <a:pt x="30938" y="35367"/>
                    <a:pt x="30938" y="28811"/>
                  </a:cubicBezTo>
                  <a:cubicBezTo>
                    <a:pt x="30938" y="25784"/>
                    <a:pt x="29671" y="17462"/>
                    <a:pt x="18020" y="17210"/>
                  </a:cubicBezTo>
                  <a:cubicBezTo>
                    <a:pt x="24859" y="8384"/>
                    <a:pt x="37270" y="5610"/>
                    <a:pt x="45375" y="5610"/>
                  </a:cubicBezTo>
                  <a:cubicBezTo>
                    <a:pt x="57787" y="5610"/>
                    <a:pt x="72225" y="15445"/>
                    <a:pt x="72225" y="37889"/>
                  </a:cubicBezTo>
                  <a:lnTo>
                    <a:pt x="72225" y="47220"/>
                  </a:lnTo>
                  <a:cubicBezTo>
                    <a:pt x="59307" y="47977"/>
                    <a:pt x="41576" y="48733"/>
                    <a:pt x="25619" y="56299"/>
                  </a:cubicBezTo>
                  <a:cubicBezTo>
                    <a:pt x="6621" y="64873"/>
                    <a:pt x="289" y="77987"/>
                    <a:pt x="289" y="89083"/>
                  </a:cubicBezTo>
                  <a:cubicBezTo>
                    <a:pt x="289" y="109510"/>
                    <a:pt x="24859" y="115814"/>
                    <a:pt x="40816" y="115814"/>
                  </a:cubicBezTo>
                  <a:cubicBezTo>
                    <a:pt x="57534" y="115814"/>
                    <a:pt x="69185" y="105727"/>
                    <a:pt x="73998" y="93874"/>
                  </a:cubicBezTo>
                  <a:close/>
                  <a:moveTo>
                    <a:pt x="72225" y="52516"/>
                  </a:moveTo>
                  <a:lnTo>
                    <a:pt x="72225" y="77734"/>
                  </a:lnTo>
                  <a:cubicBezTo>
                    <a:pt x="72225" y="101692"/>
                    <a:pt x="53987" y="110266"/>
                    <a:pt x="42589" y="110266"/>
                  </a:cubicBezTo>
                  <a:cubicBezTo>
                    <a:pt x="30178" y="110266"/>
                    <a:pt x="19793" y="101440"/>
                    <a:pt x="19793" y="88831"/>
                  </a:cubicBezTo>
                  <a:cubicBezTo>
                    <a:pt x="19793" y="74960"/>
                    <a:pt x="30431" y="54029"/>
                    <a:pt x="72225" y="5251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 name="Freeform: Shape 51">
              <a:extLst>
                <a:ext uri="{FF2B5EF4-FFF2-40B4-BE49-F238E27FC236}">
                  <a16:creationId xmlns:a16="http://schemas.microsoft.com/office/drawing/2014/main" id="{D283626C-A52D-B7D4-82D8-16D101FDBCFF}"/>
                </a:ext>
              </a:extLst>
            </p:cNvPr>
            <p:cNvSpPr/>
            <p:nvPr>
              <p:custDataLst>
                <p:tags r:id="rId31"/>
              </p:custDataLst>
            </p:nvPr>
          </p:nvSpPr>
          <p:spPr>
            <a:xfrm>
              <a:off x="13007522" y="4688093"/>
              <a:ext cx="168440" cy="183338"/>
            </a:xfrm>
            <a:custGeom>
              <a:avLst/>
              <a:gdLst>
                <a:gd name="connsiteX0" fmla="*/ 168738 w 168440"/>
                <a:gd name="connsiteY0" fmla="*/ 92361 h 183338"/>
                <a:gd name="connsiteX1" fmla="*/ 84391 w 168440"/>
                <a:gd name="connsiteY1" fmla="*/ 62 h 183338"/>
                <a:gd name="connsiteX2" fmla="*/ 297 w 168440"/>
                <a:gd name="connsiteY2" fmla="*/ 92361 h 183338"/>
                <a:gd name="connsiteX3" fmla="*/ 84391 w 168440"/>
                <a:gd name="connsiteY3" fmla="*/ 183400 h 183338"/>
                <a:gd name="connsiteX4" fmla="*/ 168738 w 168440"/>
                <a:gd name="connsiteY4" fmla="*/ 92361 h 183338"/>
                <a:gd name="connsiteX5" fmla="*/ 84644 w 168440"/>
                <a:gd name="connsiteY5" fmla="*/ 176843 h 183338"/>
                <a:gd name="connsiteX6" fmla="*/ 26387 w 168440"/>
                <a:gd name="connsiteY6" fmla="*/ 88830 h 183338"/>
                <a:gd name="connsiteX7" fmla="*/ 84391 w 168440"/>
                <a:gd name="connsiteY7" fmla="*/ 6366 h 183338"/>
                <a:gd name="connsiteX8" fmla="*/ 142649 w 168440"/>
                <a:gd name="connsiteY8" fmla="*/ 88830 h 183338"/>
                <a:gd name="connsiteX9" fmla="*/ 84644 w 168440"/>
                <a:gd name="connsiteY9" fmla="*/ 176843 h 18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440" h="183338">
                  <a:moveTo>
                    <a:pt x="168738" y="92361"/>
                  </a:moveTo>
                  <a:cubicBezTo>
                    <a:pt x="168738" y="40915"/>
                    <a:pt x="130491" y="62"/>
                    <a:pt x="84391" y="62"/>
                  </a:cubicBezTo>
                  <a:cubicBezTo>
                    <a:pt x="39051" y="62"/>
                    <a:pt x="297" y="40411"/>
                    <a:pt x="297" y="92361"/>
                  </a:cubicBezTo>
                  <a:cubicBezTo>
                    <a:pt x="297" y="144059"/>
                    <a:pt x="39305" y="183400"/>
                    <a:pt x="84391" y="183400"/>
                  </a:cubicBezTo>
                  <a:cubicBezTo>
                    <a:pt x="130491" y="183400"/>
                    <a:pt x="168738" y="143302"/>
                    <a:pt x="168738" y="92361"/>
                  </a:cubicBezTo>
                  <a:close/>
                  <a:moveTo>
                    <a:pt x="84644" y="176843"/>
                  </a:moveTo>
                  <a:cubicBezTo>
                    <a:pt x="60328" y="176843"/>
                    <a:pt x="26387" y="154651"/>
                    <a:pt x="26387" y="88830"/>
                  </a:cubicBezTo>
                  <a:cubicBezTo>
                    <a:pt x="26387" y="23515"/>
                    <a:pt x="63368" y="6366"/>
                    <a:pt x="84391" y="6366"/>
                  </a:cubicBezTo>
                  <a:cubicBezTo>
                    <a:pt x="106428" y="6366"/>
                    <a:pt x="142649" y="24271"/>
                    <a:pt x="142649" y="88830"/>
                  </a:cubicBezTo>
                  <a:cubicBezTo>
                    <a:pt x="142649" y="155659"/>
                    <a:pt x="107947" y="176843"/>
                    <a:pt x="84644" y="176843"/>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 name="Freeform: Shape 52">
              <a:extLst>
                <a:ext uri="{FF2B5EF4-FFF2-40B4-BE49-F238E27FC236}">
                  <a16:creationId xmlns:a16="http://schemas.microsoft.com/office/drawing/2014/main" id="{76A88887-C48D-69C5-BB88-CBF868F3361C}"/>
                </a:ext>
              </a:extLst>
            </p:cNvPr>
            <p:cNvSpPr/>
            <p:nvPr>
              <p:custDataLst>
                <p:tags r:id="rId32"/>
              </p:custDataLst>
            </p:nvPr>
          </p:nvSpPr>
          <p:spPr>
            <a:xfrm>
              <a:off x="13198957" y="4690867"/>
              <a:ext cx="124874" cy="177790"/>
            </a:xfrm>
            <a:custGeom>
              <a:avLst/>
              <a:gdLst>
                <a:gd name="connsiteX0" fmla="*/ 87945 w 124874"/>
                <a:gd name="connsiteY0" fmla="*/ 161207 h 177790"/>
                <a:gd name="connsiteX1" fmla="*/ 87945 w 124874"/>
                <a:gd name="connsiteY1" fmla="*/ 177852 h 177790"/>
                <a:gd name="connsiteX2" fmla="*/ 125179 w 124874"/>
                <a:gd name="connsiteY2" fmla="*/ 175078 h 177790"/>
                <a:gd name="connsiteX3" fmla="*/ 125179 w 124874"/>
                <a:gd name="connsiteY3" fmla="*/ 167260 h 177790"/>
                <a:gd name="connsiteX4" fmla="*/ 105422 w 124874"/>
                <a:gd name="connsiteY4" fmla="*/ 153138 h 177790"/>
                <a:gd name="connsiteX5" fmla="*/ 105422 w 124874"/>
                <a:gd name="connsiteY5" fmla="*/ 62 h 177790"/>
                <a:gd name="connsiteX6" fmla="*/ 68948 w 124874"/>
                <a:gd name="connsiteY6" fmla="*/ 2836 h 177790"/>
                <a:gd name="connsiteX7" fmla="*/ 68948 w 124874"/>
                <a:gd name="connsiteY7" fmla="*/ 10653 h 177790"/>
                <a:gd name="connsiteX8" fmla="*/ 88705 w 124874"/>
                <a:gd name="connsiteY8" fmla="*/ 24776 h 177790"/>
                <a:gd name="connsiteX9" fmla="*/ 88705 w 124874"/>
                <a:gd name="connsiteY9" fmla="*/ 79247 h 177790"/>
                <a:gd name="connsiteX10" fmla="*/ 56790 w 124874"/>
                <a:gd name="connsiteY10" fmla="*/ 63612 h 177790"/>
                <a:gd name="connsiteX11" fmla="*/ 305 w 124874"/>
                <a:gd name="connsiteY11" fmla="*/ 120858 h 177790"/>
                <a:gd name="connsiteX12" fmla="*/ 54004 w 124874"/>
                <a:gd name="connsiteY12" fmla="*/ 177852 h 177790"/>
                <a:gd name="connsiteX13" fmla="*/ 87945 w 124874"/>
                <a:gd name="connsiteY13" fmla="*/ 161207 h 177790"/>
                <a:gd name="connsiteX14" fmla="*/ 87945 w 124874"/>
                <a:gd name="connsiteY14" fmla="*/ 93622 h 177790"/>
                <a:gd name="connsiteX15" fmla="*/ 87945 w 124874"/>
                <a:gd name="connsiteY15" fmla="*/ 145320 h 177790"/>
                <a:gd name="connsiteX16" fmla="*/ 85159 w 124874"/>
                <a:gd name="connsiteY16" fmla="*/ 154651 h 177790"/>
                <a:gd name="connsiteX17" fmla="*/ 55270 w 124874"/>
                <a:gd name="connsiteY17" fmla="*/ 172304 h 177790"/>
                <a:gd name="connsiteX18" fmla="*/ 28674 w 124874"/>
                <a:gd name="connsiteY18" fmla="*/ 156164 h 177790"/>
                <a:gd name="connsiteX19" fmla="*/ 21329 w 124874"/>
                <a:gd name="connsiteY19" fmla="*/ 121110 h 177790"/>
                <a:gd name="connsiteX20" fmla="*/ 29181 w 124874"/>
                <a:gd name="connsiteY20" fmla="*/ 85300 h 177790"/>
                <a:gd name="connsiteX21" fmla="*/ 57803 w 124874"/>
                <a:gd name="connsiteY21" fmla="*/ 69160 h 177790"/>
                <a:gd name="connsiteX22" fmla="*/ 85159 w 124874"/>
                <a:gd name="connsiteY22" fmla="*/ 84291 h 177790"/>
                <a:gd name="connsiteX23" fmla="*/ 87945 w 124874"/>
                <a:gd name="connsiteY23" fmla="*/ 93622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4874" h="177790">
                  <a:moveTo>
                    <a:pt x="87945" y="161207"/>
                  </a:moveTo>
                  <a:lnTo>
                    <a:pt x="87945" y="177852"/>
                  </a:lnTo>
                  <a:lnTo>
                    <a:pt x="125179" y="175078"/>
                  </a:lnTo>
                  <a:lnTo>
                    <a:pt x="125179" y="167260"/>
                  </a:lnTo>
                  <a:cubicBezTo>
                    <a:pt x="107449" y="167260"/>
                    <a:pt x="105422" y="165495"/>
                    <a:pt x="105422" y="153138"/>
                  </a:cubicBezTo>
                  <a:lnTo>
                    <a:pt x="105422" y="62"/>
                  </a:lnTo>
                  <a:lnTo>
                    <a:pt x="68948" y="2836"/>
                  </a:lnTo>
                  <a:lnTo>
                    <a:pt x="68948" y="10653"/>
                  </a:lnTo>
                  <a:cubicBezTo>
                    <a:pt x="86679" y="10653"/>
                    <a:pt x="88705" y="12419"/>
                    <a:pt x="88705" y="24776"/>
                  </a:cubicBezTo>
                  <a:lnTo>
                    <a:pt x="88705" y="79247"/>
                  </a:lnTo>
                  <a:cubicBezTo>
                    <a:pt x="81359" y="70169"/>
                    <a:pt x="70468" y="63612"/>
                    <a:pt x="56790" y="63612"/>
                  </a:cubicBezTo>
                  <a:cubicBezTo>
                    <a:pt x="26901" y="63612"/>
                    <a:pt x="305" y="88326"/>
                    <a:pt x="305" y="120858"/>
                  </a:cubicBezTo>
                  <a:cubicBezTo>
                    <a:pt x="305" y="152885"/>
                    <a:pt x="25128" y="177852"/>
                    <a:pt x="54004" y="177852"/>
                  </a:cubicBezTo>
                  <a:cubicBezTo>
                    <a:pt x="70214" y="177852"/>
                    <a:pt x="81613" y="169277"/>
                    <a:pt x="87945" y="161207"/>
                  </a:cubicBezTo>
                  <a:close/>
                  <a:moveTo>
                    <a:pt x="87945" y="93622"/>
                  </a:moveTo>
                  <a:lnTo>
                    <a:pt x="87945" y="145320"/>
                  </a:lnTo>
                  <a:cubicBezTo>
                    <a:pt x="87945" y="149859"/>
                    <a:pt x="87945" y="150363"/>
                    <a:pt x="85159" y="154651"/>
                  </a:cubicBezTo>
                  <a:cubicBezTo>
                    <a:pt x="77560" y="166755"/>
                    <a:pt x="66162" y="172304"/>
                    <a:pt x="55270" y="172304"/>
                  </a:cubicBezTo>
                  <a:cubicBezTo>
                    <a:pt x="43872" y="172304"/>
                    <a:pt x="34753" y="165747"/>
                    <a:pt x="28674" y="156164"/>
                  </a:cubicBezTo>
                  <a:cubicBezTo>
                    <a:pt x="22088" y="145824"/>
                    <a:pt x="21329" y="131450"/>
                    <a:pt x="21329" y="121110"/>
                  </a:cubicBezTo>
                  <a:cubicBezTo>
                    <a:pt x="21329" y="111779"/>
                    <a:pt x="21835" y="96648"/>
                    <a:pt x="29181" y="85300"/>
                  </a:cubicBezTo>
                  <a:cubicBezTo>
                    <a:pt x="34500" y="77482"/>
                    <a:pt x="44125" y="69160"/>
                    <a:pt x="57803" y="69160"/>
                  </a:cubicBezTo>
                  <a:cubicBezTo>
                    <a:pt x="66668" y="69160"/>
                    <a:pt x="77307" y="72943"/>
                    <a:pt x="85159" y="84291"/>
                  </a:cubicBezTo>
                  <a:cubicBezTo>
                    <a:pt x="87945" y="88578"/>
                    <a:pt x="87945" y="89083"/>
                    <a:pt x="87945" y="93622"/>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 name="Freeform: Shape 53">
              <a:extLst>
                <a:ext uri="{FF2B5EF4-FFF2-40B4-BE49-F238E27FC236}">
                  <a16:creationId xmlns:a16="http://schemas.microsoft.com/office/drawing/2014/main" id="{E626AC51-0E26-A01F-5C7A-2A8A1497B1B7}"/>
                </a:ext>
              </a:extLst>
            </p:cNvPr>
            <p:cNvSpPr/>
            <p:nvPr>
              <p:custDataLst>
                <p:tags r:id="rId33"/>
              </p:custDataLst>
            </p:nvPr>
          </p:nvSpPr>
          <p:spPr>
            <a:xfrm>
              <a:off x="13339677" y="4690867"/>
              <a:ext cx="124874" cy="177790"/>
            </a:xfrm>
            <a:custGeom>
              <a:avLst/>
              <a:gdLst>
                <a:gd name="connsiteX0" fmla="*/ 87951 w 124874"/>
                <a:gd name="connsiteY0" fmla="*/ 161207 h 177790"/>
                <a:gd name="connsiteX1" fmla="*/ 87951 w 124874"/>
                <a:gd name="connsiteY1" fmla="*/ 177852 h 177790"/>
                <a:gd name="connsiteX2" fmla="*/ 125185 w 124874"/>
                <a:gd name="connsiteY2" fmla="*/ 175078 h 177790"/>
                <a:gd name="connsiteX3" fmla="*/ 125185 w 124874"/>
                <a:gd name="connsiteY3" fmla="*/ 167260 h 177790"/>
                <a:gd name="connsiteX4" fmla="*/ 105428 w 124874"/>
                <a:gd name="connsiteY4" fmla="*/ 153138 h 177790"/>
                <a:gd name="connsiteX5" fmla="*/ 105428 w 124874"/>
                <a:gd name="connsiteY5" fmla="*/ 62 h 177790"/>
                <a:gd name="connsiteX6" fmla="*/ 68953 w 124874"/>
                <a:gd name="connsiteY6" fmla="*/ 2836 h 177790"/>
                <a:gd name="connsiteX7" fmla="*/ 68953 w 124874"/>
                <a:gd name="connsiteY7" fmla="*/ 10653 h 177790"/>
                <a:gd name="connsiteX8" fmla="*/ 88710 w 124874"/>
                <a:gd name="connsiteY8" fmla="*/ 24776 h 177790"/>
                <a:gd name="connsiteX9" fmla="*/ 88710 w 124874"/>
                <a:gd name="connsiteY9" fmla="*/ 79247 h 177790"/>
                <a:gd name="connsiteX10" fmla="*/ 56795 w 124874"/>
                <a:gd name="connsiteY10" fmla="*/ 63612 h 177790"/>
                <a:gd name="connsiteX11" fmla="*/ 311 w 124874"/>
                <a:gd name="connsiteY11" fmla="*/ 120858 h 177790"/>
                <a:gd name="connsiteX12" fmla="*/ 54009 w 124874"/>
                <a:gd name="connsiteY12" fmla="*/ 177852 h 177790"/>
                <a:gd name="connsiteX13" fmla="*/ 87951 w 124874"/>
                <a:gd name="connsiteY13" fmla="*/ 161207 h 177790"/>
                <a:gd name="connsiteX14" fmla="*/ 87951 w 124874"/>
                <a:gd name="connsiteY14" fmla="*/ 93622 h 177790"/>
                <a:gd name="connsiteX15" fmla="*/ 87951 w 124874"/>
                <a:gd name="connsiteY15" fmla="*/ 145320 h 177790"/>
                <a:gd name="connsiteX16" fmla="*/ 85164 w 124874"/>
                <a:gd name="connsiteY16" fmla="*/ 154651 h 177790"/>
                <a:gd name="connsiteX17" fmla="*/ 55276 w 124874"/>
                <a:gd name="connsiteY17" fmla="*/ 172304 h 177790"/>
                <a:gd name="connsiteX18" fmla="*/ 28680 w 124874"/>
                <a:gd name="connsiteY18" fmla="*/ 156164 h 177790"/>
                <a:gd name="connsiteX19" fmla="*/ 21334 w 124874"/>
                <a:gd name="connsiteY19" fmla="*/ 121110 h 177790"/>
                <a:gd name="connsiteX20" fmla="*/ 29186 w 124874"/>
                <a:gd name="connsiteY20" fmla="*/ 85300 h 177790"/>
                <a:gd name="connsiteX21" fmla="*/ 57808 w 124874"/>
                <a:gd name="connsiteY21" fmla="*/ 69160 h 177790"/>
                <a:gd name="connsiteX22" fmla="*/ 85164 w 124874"/>
                <a:gd name="connsiteY22" fmla="*/ 84291 h 177790"/>
                <a:gd name="connsiteX23" fmla="*/ 87951 w 124874"/>
                <a:gd name="connsiteY23" fmla="*/ 93622 h 17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4874" h="177790">
                  <a:moveTo>
                    <a:pt x="87951" y="161207"/>
                  </a:moveTo>
                  <a:lnTo>
                    <a:pt x="87951" y="177852"/>
                  </a:lnTo>
                  <a:lnTo>
                    <a:pt x="125185" y="175078"/>
                  </a:lnTo>
                  <a:lnTo>
                    <a:pt x="125185" y="167260"/>
                  </a:lnTo>
                  <a:cubicBezTo>
                    <a:pt x="107454" y="167260"/>
                    <a:pt x="105428" y="165495"/>
                    <a:pt x="105428" y="153138"/>
                  </a:cubicBezTo>
                  <a:lnTo>
                    <a:pt x="105428" y="62"/>
                  </a:lnTo>
                  <a:lnTo>
                    <a:pt x="68953" y="2836"/>
                  </a:lnTo>
                  <a:lnTo>
                    <a:pt x="68953" y="10653"/>
                  </a:lnTo>
                  <a:cubicBezTo>
                    <a:pt x="86684" y="10653"/>
                    <a:pt x="88710" y="12419"/>
                    <a:pt x="88710" y="24776"/>
                  </a:cubicBezTo>
                  <a:lnTo>
                    <a:pt x="88710" y="79247"/>
                  </a:lnTo>
                  <a:cubicBezTo>
                    <a:pt x="81365" y="70169"/>
                    <a:pt x="70473" y="63612"/>
                    <a:pt x="56795" y="63612"/>
                  </a:cubicBezTo>
                  <a:cubicBezTo>
                    <a:pt x="26907" y="63612"/>
                    <a:pt x="311" y="88326"/>
                    <a:pt x="311" y="120858"/>
                  </a:cubicBezTo>
                  <a:cubicBezTo>
                    <a:pt x="311" y="152885"/>
                    <a:pt x="25133" y="177852"/>
                    <a:pt x="54009" y="177852"/>
                  </a:cubicBezTo>
                  <a:cubicBezTo>
                    <a:pt x="70220" y="177852"/>
                    <a:pt x="81618" y="169277"/>
                    <a:pt x="87951" y="161207"/>
                  </a:cubicBezTo>
                  <a:close/>
                  <a:moveTo>
                    <a:pt x="87951" y="93622"/>
                  </a:moveTo>
                  <a:lnTo>
                    <a:pt x="87951" y="145320"/>
                  </a:lnTo>
                  <a:cubicBezTo>
                    <a:pt x="87951" y="149859"/>
                    <a:pt x="87951" y="150363"/>
                    <a:pt x="85164" y="154651"/>
                  </a:cubicBezTo>
                  <a:cubicBezTo>
                    <a:pt x="77565" y="166755"/>
                    <a:pt x="66167" y="172304"/>
                    <a:pt x="55276" y="172304"/>
                  </a:cubicBezTo>
                  <a:cubicBezTo>
                    <a:pt x="43877" y="172304"/>
                    <a:pt x="34759" y="165747"/>
                    <a:pt x="28680" y="156164"/>
                  </a:cubicBezTo>
                  <a:cubicBezTo>
                    <a:pt x="22094" y="145824"/>
                    <a:pt x="21334" y="131450"/>
                    <a:pt x="21334" y="121110"/>
                  </a:cubicBezTo>
                  <a:cubicBezTo>
                    <a:pt x="21334" y="111779"/>
                    <a:pt x="21841" y="96648"/>
                    <a:pt x="29186" y="85300"/>
                  </a:cubicBezTo>
                  <a:cubicBezTo>
                    <a:pt x="34505" y="77482"/>
                    <a:pt x="44131" y="69160"/>
                    <a:pt x="57808" y="69160"/>
                  </a:cubicBezTo>
                  <a:cubicBezTo>
                    <a:pt x="66674" y="69160"/>
                    <a:pt x="77312" y="72943"/>
                    <a:pt x="85164" y="84291"/>
                  </a:cubicBezTo>
                  <a:cubicBezTo>
                    <a:pt x="87951" y="88578"/>
                    <a:pt x="87951" y="89083"/>
                    <a:pt x="87951" y="93622"/>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 name="Freeform: Shape 54">
              <a:extLst>
                <a:ext uri="{FF2B5EF4-FFF2-40B4-BE49-F238E27FC236}">
                  <a16:creationId xmlns:a16="http://schemas.microsoft.com/office/drawing/2014/main" id="{EA184882-463E-75BA-52DF-75845C11B92B}"/>
                </a:ext>
              </a:extLst>
            </p:cNvPr>
            <p:cNvSpPr/>
            <p:nvPr>
              <p:custDataLst>
                <p:tags r:id="rId34"/>
              </p:custDataLst>
            </p:nvPr>
          </p:nvSpPr>
          <p:spPr>
            <a:xfrm>
              <a:off x="13480143" y="4752905"/>
              <a:ext cx="82827" cy="115752"/>
            </a:xfrm>
            <a:custGeom>
              <a:avLst/>
              <a:gdLst>
                <a:gd name="connsiteX0" fmla="*/ 44643 w 82827"/>
                <a:gd name="connsiteY0" fmla="*/ 64116 h 115752"/>
                <a:gd name="connsiteX1" fmla="*/ 70985 w 82827"/>
                <a:gd name="connsiteY1" fmla="*/ 87317 h 115752"/>
                <a:gd name="connsiteX2" fmla="*/ 42363 w 82827"/>
                <a:gd name="connsiteY2" fmla="*/ 110266 h 115752"/>
                <a:gd name="connsiteX3" fmla="*/ 7155 w 82827"/>
                <a:gd name="connsiteY3" fmla="*/ 74456 h 115752"/>
                <a:gd name="connsiteX4" fmla="*/ 3609 w 82827"/>
                <a:gd name="connsiteY4" fmla="*/ 70169 h 115752"/>
                <a:gd name="connsiteX5" fmla="*/ 316 w 82827"/>
                <a:gd name="connsiteY5" fmla="*/ 76473 h 115752"/>
                <a:gd name="connsiteX6" fmla="*/ 316 w 82827"/>
                <a:gd name="connsiteY6" fmla="*/ 109762 h 115752"/>
                <a:gd name="connsiteX7" fmla="*/ 3102 w 82827"/>
                <a:gd name="connsiteY7" fmla="*/ 115814 h 115752"/>
                <a:gd name="connsiteX8" fmla="*/ 9435 w 82827"/>
                <a:gd name="connsiteY8" fmla="*/ 110771 h 115752"/>
                <a:gd name="connsiteX9" fmla="*/ 14501 w 82827"/>
                <a:gd name="connsiteY9" fmla="*/ 104970 h 115752"/>
                <a:gd name="connsiteX10" fmla="*/ 42363 w 82827"/>
                <a:gd name="connsiteY10" fmla="*/ 115814 h 115752"/>
                <a:gd name="connsiteX11" fmla="*/ 83143 w 82827"/>
                <a:gd name="connsiteY11" fmla="*/ 80761 h 115752"/>
                <a:gd name="connsiteX12" fmla="*/ 72505 w 82827"/>
                <a:gd name="connsiteY12" fmla="*/ 56803 h 115752"/>
                <a:gd name="connsiteX13" fmla="*/ 43630 w 82827"/>
                <a:gd name="connsiteY13" fmla="*/ 44698 h 115752"/>
                <a:gd name="connsiteX14" fmla="*/ 12474 w 82827"/>
                <a:gd name="connsiteY14" fmla="*/ 24019 h 115752"/>
                <a:gd name="connsiteX15" fmla="*/ 40843 w 82827"/>
                <a:gd name="connsiteY15" fmla="*/ 4853 h 115752"/>
                <a:gd name="connsiteX16" fmla="*/ 70479 w 82827"/>
                <a:gd name="connsiteY16" fmla="*/ 35367 h 115752"/>
                <a:gd name="connsiteX17" fmla="*/ 73518 w 82827"/>
                <a:gd name="connsiteY17" fmla="*/ 37637 h 115752"/>
                <a:gd name="connsiteX18" fmla="*/ 76811 w 82827"/>
                <a:gd name="connsiteY18" fmla="*/ 31585 h 115752"/>
                <a:gd name="connsiteX19" fmla="*/ 76811 w 82827"/>
                <a:gd name="connsiteY19" fmla="*/ 6114 h 115752"/>
                <a:gd name="connsiteX20" fmla="*/ 74025 w 82827"/>
                <a:gd name="connsiteY20" fmla="*/ 62 h 115752"/>
                <a:gd name="connsiteX21" fmla="*/ 68959 w 82827"/>
                <a:gd name="connsiteY21" fmla="*/ 3088 h 115752"/>
                <a:gd name="connsiteX22" fmla="*/ 64653 w 82827"/>
                <a:gd name="connsiteY22" fmla="*/ 7123 h 115752"/>
                <a:gd name="connsiteX23" fmla="*/ 40843 w 82827"/>
                <a:gd name="connsiteY23" fmla="*/ 62 h 115752"/>
                <a:gd name="connsiteX24" fmla="*/ 316 w 82827"/>
                <a:gd name="connsiteY24" fmla="*/ 31080 h 115752"/>
                <a:gd name="connsiteX25" fmla="*/ 11208 w 82827"/>
                <a:gd name="connsiteY25" fmla="*/ 52516 h 115752"/>
                <a:gd name="connsiteX26" fmla="*/ 44643 w 82827"/>
                <a:gd name="connsiteY26" fmla="*/ 64116 h 115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2827" h="115752">
                  <a:moveTo>
                    <a:pt x="44643" y="64116"/>
                  </a:moveTo>
                  <a:cubicBezTo>
                    <a:pt x="50215" y="65125"/>
                    <a:pt x="70985" y="69160"/>
                    <a:pt x="70985" y="87317"/>
                  </a:cubicBezTo>
                  <a:cubicBezTo>
                    <a:pt x="70985" y="100179"/>
                    <a:pt x="62120" y="110266"/>
                    <a:pt x="42363" y="110266"/>
                  </a:cubicBezTo>
                  <a:cubicBezTo>
                    <a:pt x="21086" y="110266"/>
                    <a:pt x="11968" y="95892"/>
                    <a:pt x="7155" y="74456"/>
                  </a:cubicBezTo>
                  <a:cubicBezTo>
                    <a:pt x="6395" y="71178"/>
                    <a:pt x="6142" y="70169"/>
                    <a:pt x="3609" y="70169"/>
                  </a:cubicBezTo>
                  <a:cubicBezTo>
                    <a:pt x="316" y="70169"/>
                    <a:pt x="316" y="71934"/>
                    <a:pt x="316" y="76473"/>
                  </a:cubicBezTo>
                  <a:lnTo>
                    <a:pt x="316" y="109762"/>
                  </a:lnTo>
                  <a:cubicBezTo>
                    <a:pt x="316" y="114049"/>
                    <a:pt x="316" y="115814"/>
                    <a:pt x="3102" y="115814"/>
                  </a:cubicBezTo>
                  <a:cubicBezTo>
                    <a:pt x="4369" y="115814"/>
                    <a:pt x="4622" y="115562"/>
                    <a:pt x="9435" y="110771"/>
                  </a:cubicBezTo>
                  <a:cubicBezTo>
                    <a:pt x="9941" y="110266"/>
                    <a:pt x="9941" y="109762"/>
                    <a:pt x="14501" y="104970"/>
                  </a:cubicBezTo>
                  <a:cubicBezTo>
                    <a:pt x="25646" y="115562"/>
                    <a:pt x="37044" y="115814"/>
                    <a:pt x="42363" y="115814"/>
                  </a:cubicBezTo>
                  <a:cubicBezTo>
                    <a:pt x="71492" y="115814"/>
                    <a:pt x="83143" y="98918"/>
                    <a:pt x="83143" y="80761"/>
                  </a:cubicBezTo>
                  <a:cubicBezTo>
                    <a:pt x="83143" y="67395"/>
                    <a:pt x="75545" y="59829"/>
                    <a:pt x="72505" y="56803"/>
                  </a:cubicBezTo>
                  <a:cubicBezTo>
                    <a:pt x="64146" y="48733"/>
                    <a:pt x="54268" y="46716"/>
                    <a:pt x="43630" y="44698"/>
                  </a:cubicBezTo>
                  <a:cubicBezTo>
                    <a:pt x="29445" y="41924"/>
                    <a:pt x="12474" y="38646"/>
                    <a:pt x="12474" y="24019"/>
                  </a:cubicBezTo>
                  <a:cubicBezTo>
                    <a:pt x="12474" y="15193"/>
                    <a:pt x="19060" y="4853"/>
                    <a:pt x="40843" y="4853"/>
                  </a:cubicBezTo>
                  <a:cubicBezTo>
                    <a:pt x="68706" y="4853"/>
                    <a:pt x="69972" y="27550"/>
                    <a:pt x="70479" y="35367"/>
                  </a:cubicBezTo>
                  <a:cubicBezTo>
                    <a:pt x="70732" y="37637"/>
                    <a:pt x="73012" y="37637"/>
                    <a:pt x="73518" y="37637"/>
                  </a:cubicBezTo>
                  <a:cubicBezTo>
                    <a:pt x="76811" y="37637"/>
                    <a:pt x="76811" y="36376"/>
                    <a:pt x="76811" y="31585"/>
                  </a:cubicBezTo>
                  <a:lnTo>
                    <a:pt x="76811" y="6114"/>
                  </a:lnTo>
                  <a:cubicBezTo>
                    <a:pt x="76811" y="1827"/>
                    <a:pt x="76811" y="62"/>
                    <a:pt x="74025" y="62"/>
                  </a:cubicBezTo>
                  <a:cubicBezTo>
                    <a:pt x="72758" y="62"/>
                    <a:pt x="72252" y="62"/>
                    <a:pt x="68959" y="3088"/>
                  </a:cubicBezTo>
                  <a:cubicBezTo>
                    <a:pt x="68199" y="4097"/>
                    <a:pt x="65666" y="6366"/>
                    <a:pt x="64653" y="7123"/>
                  </a:cubicBezTo>
                  <a:cubicBezTo>
                    <a:pt x="55028" y="62"/>
                    <a:pt x="44643" y="62"/>
                    <a:pt x="40843" y="62"/>
                  </a:cubicBezTo>
                  <a:cubicBezTo>
                    <a:pt x="9941" y="62"/>
                    <a:pt x="316" y="16958"/>
                    <a:pt x="316" y="31080"/>
                  </a:cubicBezTo>
                  <a:cubicBezTo>
                    <a:pt x="316" y="39907"/>
                    <a:pt x="4369" y="46968"/>
                    <a:pt x="11208" y="52516"/>
                  </a:cubicBezTo>
                  <a:cubicBezTo>
                    <a:pt x="19313" y="59073"/>
                    <a:pt x="26406" y="60586"/>
                    <a:pt x="44643" y="6411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 name="Freeform: Shape 55">
              <a:extLst>
                <a:ext uri="{FF2B5EF4-FFF2-40B4-BE49-F238E27FC236}">
                  <a16:creationId xmlns:a16="http://schemas.microsoft.com/office/drawing/2014/main" id="{E122D083-9331-E09C-97D4-07C9CEA89B27}"/>
                </a:ext>
              </a:extLst>
            </p:cNvPr>
            <p:cNvSpPr/>
            <p:nvPr>
              <p:custDataLst>
                <p:tags r:id="rId35"/>
              </p:custDataLst>
            </p:nvPr>
          </p:nvSpPr>
          <p:spPr>
            <a:xfrm>
              <a:off x="13718606" y="4654049"/>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 name="Freeform: Shape 56">
              <a:extLst>
                <a:ext uri="{FF2B5EF4-FFF2-40B4-BE49-F238E27FC236}">
                  <a16:creationId xmlns:a16="http://schemas.microsoft.com/office/drawing/2014/main" id="{373A6DBF-75CD-D35E-936F-08B7452A32BD}"/>
                </a:ext>
              </a:extLst>
            </p:cNvPr>
            <p:cNvSpPr/>
            <p:nvPr>
              <p:custDataLst>
                <p:tags r:id="rId36"/>
              </p:custDataLst>
            </p:nvPr>
          </p:nvSpPr>
          <p:spPr>
            <a:xfrm>
              <a:off x="13867542" y="4754418"/>
              <a:ext cx="132219" cy="160389"/>
            </a:xfrm>
            <a:custGeom>
              <a:avLst/>
              <a:gdLst>
                <a:gd name="connsiteX0" fmla="*/ 19836 w 132219"/>
                <a:gd name="connsiteY0" fmla="*/ 142294 h 160389"/>
                <a:gd name="connsiteX1" fmla="*/ 6158 w 132219"/>
                <a:gd name="connsiteY1" fmla="*/ 152633 h 160389"/>
                <a:gd name="connsiteX2" fmla="*/ 332 w 132219"/>
                <a:gd name="connsiteY2" fmla="*/ 157425 h 160389"/>
                <a:gd name="connsiteX3" fmla="*/ 3625 w 132219"/>
                <a:gd name="connsiteY3" fmla="*/ 160451 h 160389"/>
                <a:gd name="connsiteX4" fmla="*/ 24902 w 132219"/>
                <a:gd name="connsiteY4" fmla="*/ 159694 h 160389"/>
                <a:gd name="connsiteX5" fmla="*/ 49978 w 132219"/>
                <a:gd name="connsiteY5" fmla="*/ 160451 h 160389"/>
                <a:gd name="connsiteX6" fmla="*/ 54537 w 132219"/>
                <a:gd name="connsiteY6" fmla="*/ 155407 h 160389"/>
                <a:gd name="connsiteX7" fmla="*/ 48458 w 132219"/>
                <a:gd name="connsiteY7" fmla="*/ 152633 h 160389"/>
                <a:gd name="connsiteX8" fmla="*/ 35793 w 132219"/>
                <a:gd name="connsiteY8" fmla="*/ 148598 h 160389"/>
                <a:gd name="connsiteX9" fmla="*/ 48205 w 132219"/>
                <a:gd name="connsiteY9" fmla="*/ 98161 h 160389"/>
                <a:gd name="connsiteX10" fmla="*/ 71508 w 132219"/>
                <a:gd name="connsiteY10" fmla="*/ 114301 h 160389"/>
                <a:gd name="connsiteX11" fmla="*/ 132552 w 132219"/>
                <a:gd name="connsiteY11" fmla="*/ 40411 h 160389"/>
                <a:gd name="connsiteX12" fmla="*/ 98864 w 132219"/>
                <a:gd name="connsiteY12" fmla="*/ 62 h 160389"/>
                <a:gd name="connsiteX13" fmla="*/ 65682 w 132219"/>
                <a:gd name="connsiteY13" fmla="*/ 18975 h 160389"/>
                <a:gd name="connsiteX14" fmla="*/ 42886 w 132219"/>
                <a:gd name="connsiteY14" fmla="*/ 62 h 160389"/>
                <a:gd name="connsiteX15" fmla="*/ 24142 w 132219"/>
                <a:gd name="connsiteY15" fmla="*/ 14436 h 160389"/>
                <a:gd name="connsiteX16" fmla="*/ 16290 w 132219"/>
                <a:gd name="connsiteY16" fmla="*/ 38898 h 160389"/>
                <a:gd name="connsiteX17" fmla="*/ 19329 w 132219"/>
                <a:gd name="connsiteY17" fmla="*/ 41420 h 160389"/>
                <a:gd name="connsiteX18" fmla="*/ 23635 w 132219"/>
                <a:gd name="connsiteY18" fmla="*/ 35620 h 160389"/>
                <a:gd name="connsiteX19" fmla="*/ 42126 w 132219"/>
                <a:gd name="connsiteY19" fmla="*/ 5610 h 160389"/>
                <a:gd name="connsiteX20" fmla="*/ 49978 w 132219"/>
                <a:gd name="connsiteY20" fmla="*/ 17210 h 160389"/>
                <a:gd name="connsiteX21" fmla="*/ 48205 w 132219"/>
                <a:gd name="connsiteY21" fmla="*/ 30072 h 160389"/>
                <a:gd name="connsiteX22" fmla="*/ 19836 w 132219"/>
                <a:gd name="connsiteY22" fmla="*/ 142294 h 160389"/>
                <a:gd name="connsiteX23" fmla="*/ 64416 w 132219"/>
                <a:gd name="connsiteY23" fmla="*/ 32846 h 160389"/>
                <a:gd name="connsiteX24" fmla="*/ 77587 w 132219"/>
                <a:gd name="connsiteY24" fmla="*/ 15193 h 160389"/>
                <a:gd name="connsiteX25" fmla="*/ 98104 w 132219"/>
                <a:gd name="connsiteY25" fmla="*/ 5610 h 160389"/>
                <a:gd name="connsiteX26" fmla="*/ 114315 w 132219"/>
                <a:gd name="connsiteY26" fmla="*/ 29315 h 160389"/>
                <a:gd name="connsiteX27" fmla="*/ 101397 w 132219"/>
                <a:gd name="connsiteY27" fmla="*/ 82778 h 160389"/>
                <a:gd name="connsiteX28" fmla="*/ 71255 w 132219"/>
                <a:gd name="connsiteY28" fmla="*/ 108753 h 160389"/>
                <a:gd name="connsiteX29" fmla="*/ 51244 w 132219"/>
                <a:gd name="connsiteY29" fmla="*/ 86309 h 160389"/>
                <a:gd name="connsiteX30" fmla="*/ 52004 w 132219"/>
                <a:gd name="connsiteY30" fmla="*/ 82274 h 160389"/>
                <a:gd name="connsiteX31" fmla="*/ 64416 w 132219"/>
                <a:gd name="connsiteY31" fmla="*/ 32846 h 160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2219" h="160389">
                  <a:moveTo>
                    <a:pt x="19836" y="142294"/>
                  </a:moveTo>
                  <a:cubicBezTo>
                    <a:pt x="17809" y="150868"/>
                    <a:pt x="17303" y="152633"/>
                    <a:pt x="6158" y="152633"/>
                  </a:cubicBezTo>
                  <a:cubicBezTo>
                    <a:pt x="3118" y="152633"/>
                    <a:pt x="332" y="152633"/>
                    <a:pt x="332" y="157425"/>
                  </a:cubicBezTo>
                  <a:cubicBezTo>
                    <a:pt x="332" y="159442"/>
                    <a:pt x="1599" y="160451"/>
                    <a:pt x="3625" y="160451"/>
                  </a:cubicBezTo>
                  <a:cubicBezTo>
                    <a:pt x="10464" y="160451"/>
                    <a:pt x="17809" y="159694"/>
                    <a:pt x="24902" y="159694"/>
                  </a:cubicBezTo>
                  <a:cubicBezTo>
                    <a:pt x="33260" y="159694"/>
                    <a:pt x="41872" y="160451"/>
                    <a:pt x="49978" y="160451"/>
                  </a:cubicBezTo>
                  <a:cubicBezTo>
                    <a:pt x="51244" y="160451"/>
                    <a:pt x="54537" y="160451"/>
                    <a:pt x="54537" y="155407"/>
                  </a:cubicBezTo>
                  <a:cubicBezTo>
                    <a:pt x="54537" y="152633"/>
                    <a:pt x="52004" y="152633"/>
                    <a:pt x="48458" y="152633"/>
                  </a:cubicBezTo>
                  <a:cubicBezTo>
                    <a:pt x="35793" y="152633"/>
                    <a:pt x="35793" y="150868"/>
                    <a:pt x="35793" y="148598"/>
                  </a:cubicBezTo>
                  <a:cubicBezTo>
                    <a:pt x="35793" y="145572"/>
                    <a:pt x="46432" y="104466"/>
                    <a:pt x="48205" y="98161"/>
                  </a:cubicBezTo>
                  <a:cubicBezTo>
                    <a:pt x="51498" y="105475"/>
                    <a:pt x="58590" y="114301"/>
                    <a:pt x="71508" y="114301"/>
                  </a:cubicBezTo>
                  <a:cubicBezTo>
                    <a:pt x="100890" y="114301"/>
                    <a:pt x="132552" y="77482"/>
                    <a:pt x="132552" y="40411"/>
                  </a:cubicBezTo>
                  <a:cubicBezTo>
                    <a:pt x="132552" y="16706"/>
                    <a:pt x="118114" y="62"/>
                    <a:pt x="98864" y="62"/>
                  </a:cubicBezTo>
                  <a:cubicBezTo>
                    <a:pt x="86199" y="62"/>
                    <a:pt x="74041" y="9140"/>
                    <a:pt x="65682" y="18975"/>
                  </a:cubicBezTo>
                  <a:cubicBezTo>
                    <a:pt x="63149" y="5357"/>
                    <a:pt x="52257" y="62"/>
                    <a:pt x="42886" y="62"/>
                  </a:cubicBezTo>
                  <a:cubicBezTo>
                    <a:pt x="31234" y="62"/>
                    <a:pt x="26421" y="9897"/>
                    <a:pt x="24142" y="14436"/>
                  </a:cubicBezTo>
                  <a:cubicBezTo>
                    <a:pt x="19582" y="23010"/>
                    <a:pt x="16290" y="38141"/>
                    <a:pt x="16290" y="38898"/>
                  </a:cubicBezTo>
                  <a:cubicBezTo>
                    <a:pt x="16290" y="41420"/>
                    <a:pt x="18823" y="41420"/>
                    <a:pt x="19329" y="41420"/>
                  </a:cubicBezTo>
                  <a:cubicBezTo>
                    <a:pt x="21862" y="41420"/>
                    <a:pt x="22115" y="41168"/>
                    <a:pt x="23635" y="35620"/>
                  </a:cubicBezTo>
                  <a:cubicBezTo>
                    <a:pt x="27941" y="17714"/>
                    <a:pt x="33007" y="5610"/>
                    <a:pt x="42126" y="5610"/>
                  </a:cubicBezTo>
                  <a:cubicBezTo>
                    <a:pt x="46432" y="5610"/>
                    <a:pt x="49978" y="7627"/>
                    <a:pt x="49978" y="17210"/>
                  </a:cubicBezTo>
                  <a:cubicBezTo>
                    <a:pt x="49978" y="23010"/>
                    <a:pt x="49218" y="25784"/>
                    <a:pt x="48205" y="30072"/>
                  </a:cubicBezTo>
                  <a:lnTo>
                    <a:pt x="19836" y="142294"/>
                  </a:lnTo>
                  <a:close/>
                  <a:moveTo>
                    <a:pt x="64416" y="32846"/>
                  </a:moveTo>
                  <a:cubicBezTo>
                    <a:pt x="66189" y="26037"/>
                    <a:pt x="73028" y="18975"/>
                    <a:pt x="77587" y="15193"/>
                  </a:cubicBezTo>
                  <a:cubicBezTo>
                    <a:pt x="86452" y="7375"/>
                    <a:pt x="93798" y="5610"/>
                    <a:pt x="98104" y="5610"/>
                  </a:cubicBezTo>
                  <a:cubicBezTo>
                    <a:pt x="108235" y="5610"/>
                    <a:pt x="114315" y="14436"/>
                    <a:pt x="114315" y="29315"/>
                  </a:cubicBezTo>
                  <a:cubicBezTo>
                    <a:pt x="114315" y="44194"/>
                    <a:pt x="105956" y="73195"/>
                    <a:pt x="101397" y="82778"/>
                  </a:cubicBezTo>
                  <a:cubicBezTo>
                    <a:pt x="92785" y="100431"/>
                    <a:pt x="80626" y="108753"/>
                    <a:pt x="71255" y="108753"/>
                  </a:cubicBezTo>
                  <a:cubicBezTo>
                    <a:pt x="54537" y="108753"/>
                    <a:pt x="51244" y="87822"/>
                    <a:pt x="51244" y="86309"/>
                  </a:cubicBezTo>
                  <a:cubicBezTo>
                    <a:pt x="51244" y="85804"/>
                    <a:pt x="51244" y="85300"/>
                    <a:pt x="52004" y="82274"/>
                  </a:cubicBezTo>
                  <a:lnTo>
                    <a:pt x="64416" y="32846"/>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8" name="Freeform: Shape 57">
              <a:extLst>
                <a:ext uri="{FF2B5EF4-FFF2-40B4-BE49-F238E27FC236}">
                  <a16:creationId xmlns:a16="http://schemas.microsoft.com/office/drawing/2014/main" id="{CCF4DCBC-80D8-F060-8227-C17FDD231152}"/>
                </a:ext>
              </a:extLst>
            </p:cNvPr>
            <p:cNvSpPr/>
            <p:nvPr>
              <p:custDataLst>
                <p:tags r:id="rId37"/>
              </p:custDataLst>
            </p:nvPr>
          </p:nvSpPr>
          <p:spPr>
            <a:xfrm>
              <a:off x="14012661" y="4825861"/>
              <a:ext cx="95036" cy="77849"/>
            </a:xfrm>
            <a:custGeom>
              <a:avLst/>
              <a:gdLst>
                <a:gd name="connsiteX0" fmla="*/ 82075 w 95036"/>
                <a:gd name="connsiteY0" fmla="*/ 24424 h 77849"/>
                <a:gd name="connsiteX1" fmla="*/ 55479 w 95036"/>
                <a:gd name="connsiteY1" fmla="*/ 63 h 77849"/>
                <a:gd name="connsiteX2" fmla="*/ 26578 w 95036"/>
                <a:gd name="connsiteY2" fmla="*/ 17186 h 77849"/>
                <a:gd name="connsiteX3" fmla="*/ 26401 w 95036"/>
                <a:gd name="connsiteY3" fmla="*/ 17186 h 77849"/>
                <a:gd name="connsiteX4" fmla="*/ 26401 w 95036"/>
                <a:gd name="connsiteY4" fmla="*/ 63 h 77849"/>
                <a:gd name="connsiteX5" fmla="*/ 337 w 95036"/>
                <a:gd name="connsiteY5" fmla="*/ 2005 h 77849"/>
                <a:gd name="connsiteX6" fmla="*/ 337 w 95036"/>
                <a:gd name="connsiteY6" fmla="*/ 8360 h 77849"/>
                <a:gd name="connsiteX7" fmla="*/ 13635 w 95036"/>
                <a:gd name="connsiteY7" fmla="*/ 18246 h 77849"/>
                <a:gd name="connsiteX8" fmla="*/ 13635 w 95036"/>
                <a:gd name="connsiteY8" fmla="*/ 63967 h 77849"/>
                <a:gd name="connsiteX9" fmla="*/ 337 w 95036"/>
                <a:gd name="connsiteY9" fmla="*/ 71557 h 77849"/>
                <a:gd name="connsiteX10" fmla="*/ 337 w 95036"/>
                <a:gd name="connsiteY10" fmla="*/ 77912 h 77849"/>
                <a:gd name="connsiteX11" fmla="*/ 20550 w 95036"/>
                <a:gd name="connsiteY11" fmla="*/ 77206 h 77849"/>
                <a:gd name="connsiteX12" fmla="*/ 40940 w 95036"/>
                <a:gd name="connsiteY12" fmla="*/ 77912 h 77849"/>
                <a:gd name="connsiteX13" fmla="*/ 40940 w 95036"/>
                <a:gd name="connsiteY13" fmla="*/ 71557 h 77849"/>
                <a:gd name="connsiteX14" fmla="*/ 27642 w 95036"/>
                <a:gd name="connsiteY14" fmla="*/ 63967 h 77849"/>
                <a:gd name="connsiteX15" fmla="*/ 27642 w 95036"/>
                <a:gd name="connsiteY15" fmla="*/ 32191 h 77849"/>
                <a:gd name="connsiteX16" fmla="*/ 54061 w 95036"/>
                <a:gd name="connsiteY16" fmla="*/ 5006 h 77849"/>
                <a:gd name="connsiteX17" fmla="*/ 68068 w 95036"/>
                <a:gd name="connsiteY17" fmla="*/ 23718 h 77849"/>
                <a:gd name="connsiteX18" fmla="*/ 68068 w 95036"/>
                <a:gd name="connsiteY18" fmla="*/ 63967 h 77849"/>
                <a:gd name="connsiteX19" fmla="*/ 54770 w 95036"/>
                <a:gd name="connsiteY19" fmla="*/ 71557 h 77849"/>
                <a:gd name="connsiteX20" fmla="*/ 54770 w 95036"/>
                <a:gd name="connsiteY20" fmla="*/ 77912 h 77849"/>
                <a:gd name="connsiteX21" fmla="*/ 74983 w 95036"/>
                <a:gd name="connsiteY21" fmla="*/ 77206 h 77849"/>
                <a:gd name="connsiteX22" fmla="*/ 95373 w 95036"/>
                <a:gd name="connsiteY22" fmla="*/ 77912 h 77849"/>
                <a:gd name="connsiteX23" fmla="*/ 95373 w 95036"/>
                <a:gd name="connsiteY23" fmla="*/ 71557 h 77849"/>
                <a:gd name="connsiteX24" fmla="*/ 82075 w 95036"/>
                <a:gd name="connsiteY24" fmla="*/ 63967 h 77849"/>
                <a:gd name="connsiteX25" fmla="*/ 82075 w 95036"/>
                <a:gd name="connsiteY25" fmla="*/ 24424 h 77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5036" h="77849">
                  <a:moveTo>
                    <a:pt x="82075" y="24424"/>
                  </a:moveTo>
                  <a:cubicBezTo>
                    <a:pt x="82075" y="9066"/>
                    <a:pt x="74451" y="63"/>
                    <a:pt x="55479" y="63"/>
                  </a:cubicBezTo>
                  <a:cubicBezTo>
                    <a:pt x="40940" y="63"/>
                    <a:pt x="31543" y="8007"/>
                    <a:pt x="26578" y="17186"/>
                  </a:cubicBezTo>
                  <a:lnTo>
                    <a:pt x="26401" y="17186"/>
                  </a:lnTo>
                  <a:lnTo>
                    <a:pt x="26401" y="63"/>
                  </a:lnTo>
                  <a:lnTo>
                    <a:pt x="337" y="2005"/>
                  </a:lnTo>
                  <a:lnTo>
                    <a:pt x="337" y="8360"/>
                  </a:lnTo>
                  <a:cubicBezTo>
                    <a:pt x="12217" y="8360"/>
                    <a:pt x="13635" y="9596"/>
                    <a:pt x="13635" y="18246"/>
                  </a:cubicBezTo>
                  <a:lnTo>
                    <a:pt x="13635" y="63967"/>
                  </a:lnTo>
                  <a:cubicBezTo>
                    <a:pt x="13635" y="71557"/>
                    <a:pt x="11862" y="71557"/>
                    <a:pt x="337" y="71557"/>
                  </a:cubicBezTo>
                  <a:lnTo>
                    <a:pt x="337" y="77912"/>
                  </a:lnTo>
                  <a:cubicBezTo>
                    <a:pt x="692" y="77912"/>
                    <a:pt x="13103" y="77206"/>
                    <a:pt x="20550" y="77206"/>
                  </a:cubicBezTo>
                  <a:cubicBezTo>
                    <a:pt x="27110" y="77206"/>
                    <a:pt x="39344" y="77736"/>
                    <a:pt x="40940" y="77912"/>
                  </a:cubicBezTo>
                  <a:lnTo>
                    <a:pt x="40940" y="71557"/>
                  </a:lnTo>
                  <a:cubicBezTo>
                    <a:pt x="29415" y="71557"/>
                    <a:pt x="27642" y="71557"/>
                    <a:pt x="27642" y="63967"/>
                  </a:cubicBezTo>
                  <a:lnTo>
                    <a:pt x="27642" y="32191"/>
                  </a:lnTo>
                  <a:cubicBezTo>
                    <a:pt x="27642" y="13656"/>
                    <a:pt x="42359" y="5006"/>
                    <a:pt x="54061" y="5006"/>
                  </a:cubicBezTo>
                  <a:cubicBezTo>
                    <a:pt x="66472" y="5006"/>
                    <a:pt x="68068" y="14715"/>
                    <a:pt x="68068" y="23718"/>
                  </a:cubicBezTo>
                  <a:lnTo>
                    <a:pt x="68068" y="63967"/>
                  </a:lnTo>
                  <a:cubicBezTo>
                    <a:pt x="68068" y="71557"/>
                    <a:pt x="66295" y="71557"/>
                    <a:pt x="54770" y="71557"/>
                  </a:cubicBezTo>
                  <a:lnTo>
                    <a:pt x="54770" y="77912"/>
                  </a:lnTo>
                  <a:cubicBezTo>
                    <a:pt x="55125" y="77912"/>
                    <a:pt x="67536" y="77206"/>
                    <a:pt x="74983" y="77206"/>
                  </a:cubicBezTo>
                  <a:cubicBezTo>
                    <a:pt x="81543" y="77206"/>
                    <a:pt x="93777" y="77736"/>
                    <a:pt x="95373" y="77912"/>
                  </a:cubicBezTo>
                  <a:lnTo>
                    <a:pt x="95373" y="71557"/>
                  </a:lnTo>
                  <a:cubicBezTo>
                    <a:pt x="83848" y="71557"/>
                    <a:pt x="82075" y="71557"/>
                    <a:pt x="82075" y="63967"/>
                  </a:cubicBezTo>
                  <a:lnTo>
                    <a:pt x="82075" y="24424"/>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 name="Freeform: Shape 58">
              <a:extLst>
                <a:ext uri="{FF2B5EF4-FFF2-40B4-BE49-F238E27FC236}">
                  <a16:creationId xmlns:a16="http://schemas.microsoft.com/office/drawing/2014/main" id="{0B222966-76D2-95B1-EC5F-57F0AB476E21}"/>
                </a:ext>
              </a:extLst>
            </p:cNvPr>
            <p:cNvSpPr/>
            <p:nvPr>
              <p:custDataLst>
                <p:tags r:id="rId38"/>
              </p:custDataLst>
            </p:nvPr>
          </p:nvSpPr>
          <p:spPr>
            <a:xfrm>
              <a:off x="14119080" y="4825861"/>
              <a:ext cx="95036" cy="79614"/>
            </a:xfrm>
            <a:custGeom>
              <a:avLst/>
              <a:gdLst>
                <a:gd name="connsiteX0" fmla="*/ 54774 w 95036"/>
                <a:gd name="connsiteY0" fmla="*/ 2005 h 79614"/>
                <a:gd name="connsiteX1" fmla="*/ 54774 w 95036"/>
                <a:gd name="connsiteY1" fmla="*/ 8360 h 79614"/>
                <a:gd name="connsiteX2" fmla="*/ 68072 w 95036"/>
                <a:gd name="connsiteY2" fmla="*/ 18246 h 79614"/>
                <a:gd name="connsiteX3" fmla="*/ 68072 w 95036"/>
                <a:gd name="connsiteY3" fmla="*/ 48432 h 79614"/>
                <a:gd name="connsiteX4" fmla="*/ 44490 w 95036"/>
                <a:gd name="connsiteY4" fmla="*/ 74735 h 79614"/>
                <a:gd name="connsiteX5" fmla="*/ 27646 w 95036"/>
                <a:gd name="connsiteY5" fmla="*/ 58141 h 79614"/>
                <a:gd name="connsiteX6" fmla="*/ 27646 w 95036"/>
                <a:gd name="connsiteY6" fmla="*/ 63 h 79614"/>
                <a:gd name="connsiteX7" fmla="*/ 341 w 95036"/>
                <a:gd name="connsiteY7" fmla="*/ 2005 h 79614"/>
                <a:gd name="connsiteX8" fmla="*/ 341 w 95036"/>
                <a:gd name="connsiteY8" fmla="*/ 8360 h 79614"/>
                <a:gd name="connsiteX9" fmla="*/ 13639 w 95036"/>
                <a:gd name="connsiteY9" fmla="*/ 24601 h 79614"/>
                <a:gd name="connsiteX10" fmla="*/ 13639 w 95036"/>
                <a:gd name="connsiteY10" fmla="*/ 51080 h 79614"/>
                <a:gd name="connsiteX11" fmla="*/ 43249 w 95036"/>
                <a:gd name="connsiteY11" fmla="*/ 79678 h 79614"/>
                <a:gd name="connsiteX12" fmla="*/ 68604 w 95036"/>
                <a:gd name="connsiteY12" fmla="*/ 64849 h 79614"/>
                <a:gd name="connsiteX13" fmla="*/ 68781 w 95036"/>
                <a:gd name="connsiteY13" fmla="*/ 64849 h 79614"/>
                <a:gd name="connsiteX14" fmla="*/ 68781 w 95036"/>
                <a:gd name="connsiteY14" fmla="*/ 79678 h 79614"/>
                <a:gd name="connsiteX15" fmla="*/ 95377 w 95036"/>
                <a:gd name="connsiteY15" fmla="*/ 77912 h 79614"/>
                <a:gd name="connsiteX16" fmla="*/ 95377 w 95036"/>
                <a:gd name="connsiteY16" fmla="*/ 71557 h 79614"/>
                <a:gd name="connsiteX17" fmla="*/ 82079 w 95036"/>
                <a:gd name="connsiteY17" fmla="*/ 61672 h 79614"/>
                <a:gd name="connsiteX18" fmla="*/ 82079 w 95036"/>
                <a:gd name="connsiteY18" fmla="*/ 63 h 79614"/>
                <a:gd name="connsiteX19" fmla="*/ 54774 w 95036"/>
                <a:gd name="connsiteY19" fmla="*/ 2005 h 7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5036" h="79614">
                  <a:moveTo>
                    <a:pt x="54774" y="2005"/>
                  </a:moveTo>
                  <a:lnTo>
                    <a:pt x="54774" y="8360"/>
                  </a:lnTo>
                  <a:cubicBezTo>
                    <a:pt x="66654" y="8360"/>
                    <a:pt x="68072" y="9596"/>
                    <a:pt x="68072" y="18246"/>
                  </a:cubicBezTo>
                  <a:lnTo>
                    <a:pt x="68072" y="48432"/>
                  </a:lnTo>
                  <a:cubicBezTo>
                    <a:pt x="68072" y="63967"/>
                    <a:pt x="57966" y="74735"/>
                    <a:pt x="44490" y="74735"/>
                  </a:cubicBezTo>
                  <a:cubicBezTo>
                    <a:pt x="28356" y="74735"/>
                    <a:pt x="27646" y="67144"/>
                    <a:pt x="27646" y="58141"/>
                  </a:cubicBezTo>
                  <a:lnTo>
                    <a:pt x="27646" y="63"/>
                  </a:lnTo>
                  <a:lnTo>
                    <a:pt x="341" y="2005"/>
                  </a:lnTo>
                  <a:lnTo>
                    <a:pt x="341" y="8360"/>
                  </a:lnTo>
                  <a:cubicBezTo>
                    <a:pt x="13639" y="8360"/>
                    <a:pt x="13639" y="8890"/>
                    <a:pt x="13639" y="24601"/>
                  </a:cubicBezTo>
                  <a:lnTo>
                    <a:pt x="13639" y="51080"/>
                  </a:lnTo>
                  <a:cubicBezTo>
                    <a:pt x="13639" y="63261"/>
                    <a:pt x="13639" y="79678"/>
                    <a:pt x="43249" y="79678"/>
                  </a:cubicBezTo>
                  <a:cubicBezTo>
                    <a:pt x="47150" y="79678"/>
                    <a:pt x="60093" y="79678"/>
                    <a:pt x="68604" y="64849"/>
                  </a:cubicBezTo>
                  <a:lnTo>
                    <a:pt x="68781" y="64849"/>
                  </a:lnTo>
                  <a:lnTo>
                    <a:pt x="68781" y="79678"/>
                  </a:lnTo>
                  <a:lnTo>
                    <a:pt x="95377" y="77912"/>
                  </a:lnTo>
                  <a:lnTo>
                    <a:pt x="95377" y="71557"/>
                  </a:lnTo>
                  <a:cubicBezTo>
                    <a:pt x="83498" y="71557"/>
                    <a:pt x="82079" y="70322"/>
                    <a:pt x="82079" y="61672"/>
                  </a:cubicBezTo>
                  <a:lnTo>
                    <a:pt x="82079" y="63"/>
                  </a:lnTo>
                  <a:lnTo>
                    <a:pt x="54774" y="2005"/>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 name="Freeform: Shape 59">
              <a:extLst>
                <a:ext uri="{FF2B5EF4-FFF2-40B4-BE49-F238E27FC236}">
                  <a16:creationId xmlns:a16="http://schemas.microsoft.com/office/drawing/2014/main" id="{95CB64A1-4135-6CA3-2326-76B243515028}"/>
                </a:ext>
              </a:extLst>
            </p:cNvPr>
            <p:cNvSpPr/>
            <p:nvPr>
              <p:custDataLst>
                <p:tags r:id="rId39"/>
              </p:custDataLst>
            </p:nvPr>
          </p:nvSpPr>
          <p:spPr>
            <a:xfrm>
              <a:off x="14228293" y="4824979"/>
              <a:ext cx="76064" cy="80497"/>
            </a:xfrm>
            <a:custGeom>
              <a:avLst/>
              <a:gdLst>
                <a:gd name="connsiteX0" fmla="*/ 71445 w 76064"/>
                <a:gd name="connsiteY0" fmla="*/ 38546 h 80497"/>
                <a:gd name="connsiteX1" fmla="*/ 76410 w 76064"/>
                <a:gd name="connsiteY1" fmla="*/ 34663 h 80497"/>
                <a:gd name="connsiteX2" fmla="*/ 41303 w 76064"/>
                <a:gd name="connsiteY2" fmla="*/ 63 h 80497"/>
                <a:gd name="connsiteX3" fmla="*/ 346 w 76064"/>
                <a:gd name="connsiteY3" fmla="*/ 40135 h 80497"/>
                <a:gd name="connsiteX4" fmla="*/ 43608 w 76064"/>
                <a:gd name="connsiteY4" fmla="*/ 80560 h 80497"/>
                <a:gd name="connsiteX5" fmla="*/ 76410 w 76064"/>
                <a:gd name="connsiteY5" fmla="*/ 57612 h 80497"/>
                <a:gd name="connsiteX6" fmla="*/ 73396 w 76064"/>
                <a:gd name="connsiteY6" fmla="*/ 55140 h 80497"/>
                <a:gd name="connsiteX7" fmla="*/ 70204 w 76064"/>
                <a:gd name="connsiteY7" fmla="*/ 57965 h 80497"/>
                <a:gd name="connsiteX8" fmla="*/ 44850 w 76064"/>
                <a:gd name="connsiteY8" fmla="*/ 74911 h 80497"/>
                <a:gd name="connsiteX9" fmla="*/ 23218 w 76064"/>
                <a:gd name="connsiteY9" fmla="*/ 64496 h 80497"/>
                <a:gd name="connsiteX10" fmla="*/ 16481 w 76064"/>
                <a:gd name="connsiteY10" fmla="*/ 38546 h 80497"/>
                <a:gd name="connsiteX11" fmla="*/ 71445 w 76064"/>
                <a:gd name="connsiteY11" fmla="*/ 38546 h 80497"/>
                <a:gd name="connsiteX12" fmla="*/ 16658 w 76064"/>
                <a:gd name="connsiteY12" fmla="*/ 33957 h 80497"/>
                <a:gd name="connsiteX13" fmla="*/ 41303 w 76064"/>
                <a:gd name="connsiteY13" fmla="*/ 5006 h 80497"/>
                <a:gd name="connsiteX14" fmla="*/ 63999 w 76064"/>
                <a:gd name="connsiteY14" fmla="*/ 33957 h 80497"/>
                <a:gd name="connsiteX15" fmla="*/ 16658 w 76064"/>
                <a:gd name="connsiteY15" fmla="*/ 33957 h 80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064" h="80497">
                  <a:moveTo>
                    <a:pt x="71445" y="38546"/>
                  </a:moveTo>
                  <a:cubicBezTo>
                    <a:pt x="75169" y="38546"/>
                    <a:pt x="76410" y="38546"/>
                    <a:pt x="76410" y="34663"/>
                  </a:cubicBezTo>
                  <a:cubicBezTo>
                    <a:pt x="76410" y="19128"/>
                    <a:pt x="67722" y="63"/>
                    <a:pt x="41303" y="63"/>
                  </a:cubicBezTo>
                  <a:cubicBezTo>
                    <a:pt x="18076" y="63"/>
                    <a:pt x="346" y="18422"/>
                    <a:pt x="346" y="40135"/>
                  </a:cubicBezTo>
                  <a:cubicBezTo>
                    <a:pt x="346" y="62554"/>
                    <a:pt x="20027" y="80560"/>
                    <a:pt x="43608" y="80560"/>
                  </a:cubicBezTo>
                  <a:cubicBezTo>
                    <a:pt x="67545" y="80560"/>
                    <a:pt x="76410" y="61495"/>
                    <a:pt x="76410" y="57612"/>
                  </a:cubicBezTo>
                  <a:cubicBezTo>
                    <a:pt x="76410" y="56905"/>
                    <a:pt x="76055" y="55140"/>
                    <a:pt x="73396" y="55140"/>
                  </a:cubicBezTo>
                  <a:cubicBezTo>
                    <a:pt x="71091" y="55140"/>
                    <a:pt x="70736" y="56199"/>
                    <a:pt x="70204" y="57965"/>
                  </a:cubicBezTo>
                  <a:cubicBezTo>
                    <a:pt x="64708" y="72263"/>
                    <a:pt x="51233" y="74911"/>
                    <a:pt x="44850" y="74911"/>
                  </a:cubicBezTo>
                  <a:cubicBezTo>
                    <a:pt x="36516" y="74911"/>
                    <a:pt x="28537" y="71204"/>
                    <a:pt x="23218" y="64496"/>
                  </a:cubicBezTo>
                  <a:cubicBezTo>
                    <a:pt x="16658" y="56199"/>
                    <a:pt x="16481" y="45431"/>
                    <a:pt x="16481" y="38546"/>
                  </a:cubicBezTo>
                  <a:lnTo>
                    <a:pt x="71445" y="38546"/>
                  </a:lnTo>
                  <a:close/>
                  <a:moveTo>
                    <a:pt x="16658" y="33957"/>
                  </a:moveTo>
                  <a:cubicBezTo>
                    <a:pt x="18608" y="9066"/>
                    <a:pt x="34566" y="5006"/>
                    <a:pt x="41303" y="5006"/>
                  </a:cubicBezTo>
                  <a:cubicBezTo>
                    <a:pt x="63112" y="5006"/>
                    <a:pt x="63821" y="29543"/>
                    <a:pt x="63999" y="33957"/>
                  </a:cubicBezTo>
                  <a:lnTo>
                    <a:pt x="16658" y="33957"/>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 name="Freeform: Shape 60">
              <a:extLst>
                <a:ext uri="{FF2B5EF4-FFF2-40B4-BE49-F238E27FC236}">
                  <a16:creationId xmlns:a16="http://schemas.microsoft.com/office/drawing/2014/main" id="{2E2446AF-A3FE-B14A-8608-3A5EC2135B70}"/>
                </a:ext>
              </a:extLst>
            </p:cNvPr>
            <p:cNvSpPr/>
            <p:nvPr>
              <p:custDataLst>
                <p:tags r:id="rId40"/>
              </p:custDataLst>
            </p:nvPr>
          </p:nvSpPr>
          <p:spPr>
            <a:xfrm>
              <a:off x="14316935" y="4827627"/>
              <a:ext cx="95213" cy="77849"/>
            </a:xfrm>
            <a:custGeom>
              <a:avLst/>
              <a:gdLst>
                <a:gd name="connsiteX0" fmla="*/ 78896 w 95213"/>
                <a:gd name="connsiteY0" fmla="*/ 17363 h 77849"/>
                <a:gd name="connsiteX1" fmla="*/ 95563 w 95213"/>
                <a:gd name="connsiteY1" fmla="*/ 6418 h 77849"/>
                <a:gd name="connsiteX2" fmla="*/ 95563 w 95213"/>
                <a:gd name="connsiteY2" fmla="*/ 63 h 77849"/>
                <a:gd name="connsiteX3" fmla="*/ 82087 w 95213"/>
                <a:gd name="connsiteY3" fmla="*/ 769 h 77849"/>
                <a:gd name="connsiteX4" fmla="*/ 65952 w 95213"/>
                <a:gd name="connsiteY4" fmla="*/ 63 h 77849"/>
                <a:gd name="connsiteX5" fmla="*/ 65952 w 95213"/>
                <a:gd name="connsiteY5" fmla="*/ 6418 h 77849"/>
                <a:gd name="connsiteX6" fmla="*/ 73399 w 95213"/>
                <a:gd name="connsiteY6" fmla="*/ 13126 h 77849"/>
                <a:gd name="connsiteX7" fmla="*/ 71981 w 95213"/>
                <a:gd name="connsiteY7" fmla="*/ 18246 h 77849"/>
                <a:gd name="connsiteX8" fmla="*/ 51945 w 95213"/>
                <a:gd name="connsiteY8" fmla="*/ 61848 h 77849"/>
                <a:gd name="connsiteX9" fmla="*/ 29959 w 95213"/>
                <a:gd name="connsiteY9" fmla="*/ 13832 h 77849"/>
                <a:gd name="connsiteX10" fmla="*/ 28896 w 95213"/>
                <a:gd name="connsiteY10" fmla="*/ 10478 h 77849"/>
                <a:gd name="connsiteX11" fmla="*/ 37938 w 95213"/>
                <a:gd name="connsiteY11" fmla="*/ 6418 h 77849"/>
                <a:gd name="connsiteX12" fmla="*/ 37938 w 95213"/>
                <a:gd name="connsiteY12" fmla="*/ 63 h 77849"/>
                <a:gd name="connsiteX13" fmla="*/ 17725 w 95213"/>
                <a:gd name="connsiteY13" fmla="*/ 769 h 77849"/>
                <a:gd name="connsiteX14" fmla="*/ 349 w 95213"/>
                <a:gd name="connsiteY14" fmla="*/ 63 h 77849"/>
                <a:gd name="connsiteX15" fmla="*/ 349 w 95213"/>
                <a:gd name="connsiteY15" fmla="*/ 6418 h 77849"/>
                <a:gd name="connsiteX16" fmla="*/ 14888 w 95213"/>
                <a:gd name="connsiteY16" fmla="*/ 12773 h 77849"/>
                <a:gd name="connsiteX17" fmla="*/ 42903 w 95213"/>
                <a:gd name="connsiteY17" fmla="*/ 74205 h 77849"/>
                <a:gd name="connsiteX18" fmla="*/ 47867 w 95213"/>
                <a:gd name="connsiteY18" fmla="*/ 77912 h 77849"/>
                <a:gd name="connsiteX19" fmla="*/ 52832 w 95213"/>
                <a:gd name="connsiteY19" fmla="*/ 74382 h 77849"/>
                <a:gd name="connsiteX20" fmla="*/ 78896 w 95213"/>
                <a:gd name="connsiteY20" fmla="*/ 17363 h 77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5213" h="77849">
                  <a:moveTo>
                    <a:pt x="78896" y="17363"/>
                  </a:moveTo>
                  <a:cubicBezTo>
                    <a:pt x="83860" y="6595"/>
                    <a:pt x="92726" y="6418"/>
                    <a:pt x="95563" y="6418"/>
                  </a:cubicBezTo>
                  <a:lnTo>
                    <a:pt x="95563" y="63"/>
                  </a:lnTo>
                  <a:cubicBezTo>
                    <a:pt x="91130" y="416"/>
                    <a:pt x="86520" y="769"/>
                    <a:pt x="82087" y="769"/>
                  </a:cubicBezTo>
                  <a:cubicBezTo>
                    <a:pt x="77300" y="769"/>
                    <a:pt x="70740" y="593"/>
                    <a:pt x="65952" y="63"/>
                  </a:cubicBezTo>
                  <a:lnTo>
                    <a:pt x="65952" y="6418"/>
                  </a:lnTo>
                  <a:cubicBezTo>
                    <a:pt x="73399" y="6771"/>
                    <a:pt x="73399" y="12597"/>
                    <a:pt x="73399" y="13126"/>
                  </a:cubicBezTo>
                  <a:cubicBezTo>
                    <a:pt x="73399" y="14009"/>
                    <a:pt x="73222" y="15774"/>
                    <a:pt x="71981" y="18246"/>
                  </a:cubicBezTo>
                  <a:lnTo>
                    <a:pt x="51945" y="61848"/>
                  </a:lnTo>
                  <a:lnTo>
                    <a:pt x="29959" y="13832"/>
                  </a:lnTo>
                  <a:cubicBezTo>
                    <a:pt x="29959" y="13656"/>
                    <a:pt x="28896" y="11714"/>
                    <a:pt x="28896" y="10478"/>
                  </a:cubicBezTo>
                  <a:cubicBezTo>
                    <a:pt x="28896" y="6418"/>
                    <a:pt x="34924" y="6418"/>
                    <a:pt x="37938" y="6418"/>
                  </a:cubicBezTo>
                  <a:lnTo>
                    <a:pt x="37938" y="63"/>
                  </a:lnTo>
                  <a:cubicBezTo>
                    <a:pt x="37583" y="63"/>
                    <a:pt x="24995" y="769"/>
                    <a:pt x="17725" y="769"/>
                  </a:cubicBezTo>
                  <a:cubicBezTo>
                    <a:pt x="12406" y="769"/>
                    <a:pt x="5491" y="593"/>
                    <a:pt x="349" y="63"/>
                  </a:cubicBezTo>
                  <a:lnTo>
                    <a:pt x="349" y="6418"/>
                  </a:lnTo>
                  <a:cubicBezTo>
                    <a:pt x="10101" y="6418"/>
                    <a:pt x="12229" y="6771"/>
                    <a:pt x="14888" y="12773"/>
                  </a:cubicBezTo>
                  <a:lnTo>
                    <a:pt x="42903" y="74205"/>
                  </a:lnTo>
                  <a:cubicBezTo>
                    <a:pt x="43789" y="76324"/>
                    <a:pt x="44853" y="77912"/>
                    <a:pt x="47867" y="77912"/>
                  </a:cubicBezTo>
                  <a:cubicBezTo>
                    <a:pt x="51236" y="77912"/>
                    <a:pt x="51945" y="76324"/>
                    <a:pt x="52832" y="74382"/>
                  </a:cubicBezTo>
                  <a:lnTo>
                    <a:pt x="78896" y="17363"/>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 name="Freeform: Shape 61">
              <a:extLst>
                <a:ext uri="{FF2B5EF4-FFF2-40B4-BE49-F238E27FC236}">
                  <a16:creationId xmlns:a16="http://schemas.microsoft.com/office/drawing/2014/main" id="{5F284C1C-0168-1ED4-D457-88C710BF317B}"/>
                </a:ext>
              </a:extLst>
            </p:cNvPr>
            <p:cNvSpPr/>
            <p:nvPr>
              <p:custDataLst>
                <p:tags r:id="rId41"/>
              </p:custDataLst>
            </p:nvPr>
          </p:nvSpPr>
          <p:spPr>
            <a:xfrm>
              <a:off x="14419320" y="4824979"/>
              <a:ext cx="86879" cy="80497"/>
            </a:xfrm>
            <a:custGeom>
              <a:avLst/>
              <a:gdLst>
                <a:gd name="connsiteX0" fmla="*/ 87233 w 86879"/>
                <a:gd name="connsiteY0" fmla="*/ 41194 h 80497"/>
                <a:gd name="connsiteX1" fmla="*/ 43793 w 86879"/>
                <a:gd name="connsiteY1" fmla="*/ 63 h 80497"/>
                <a:gd name="connsiteX2" fmla="*/ 353 w 86879"/>
                <a:gd name="connsiteY2" fmla="*/ 41194 h 80497"/>
                <a:gd name="connsiteX3" fmla="*/ 43793 w 86879"/>
                <a:gd name="connsiteY3" fmla="*/ 80560 h 80497"/>
                <a:gd name="connsiteX4" fmla="*/ 87233 w 86879"/>
                <a:gd name="connsiteY4" fmla="*/ 41194 h 80497"/>
                <a:gd name="connsiteX5" fmla="*/ 43793 w 86879"/>
                <a:gd name="connsiteY5" fmla="*/ 74911 h 80497"/>
                <a:gd name="connsiteX6" fmla="*/ 21807 w 86879"/>
                <a:gd name="connsiteY6" fmla="*/ 64143 h 80497"/>
                <a:gd name="connsiteX7" fmla="*/ 16488 w 86879"/>
                <a:gd name="connsiteY7" fmla="*/ 39606 h 80497"/>
                <a:gd name="connsiteX8" fmla="*/ 22871 w 86879"/>
                <a:gd name="connsiteY8" fmla="*/ 14009 h 80497"/>
                <a:gd name="connsiteX9" fmla="*/ 43793 w 86879"/>
                <a:gd name="connsiteY9" fmla="*/ 5006 h 80497"/>
                <a:gd name="connsiteX10" fmla="*/ 65602 w 86879"/>
                <a:gd name="connsiteY10" fmla="*/ 15421 h 80497"/>
                <a:gd name="connsiteX11" fmla="*/ 71098 w 86879"/>
                <a:gd name="connsiteY11" fmla="*/ 39606 h 80497"/>
                <a:gd name="connsiteX12" fmla="*/ 65425 w 86879"/>
                <a:gd name="connsiteY12" fmla="*/ 64673 h 80497"/>
                <a:gd name="connsiteX13" fmla="*/ 43793 w 86879"/>
                <a:gd name="connsiteY13" fmla="*/ 74911 h 80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879" h="80497">
                  <a:moveTo>
                    <a:pt x="87233" y="41194"/>
                  </a:moveTo>
                  <a:cubicBezTo>
                    <a:pt x="87233" y="19128"/>
                    <a:pt x="68261" y="63"/>
                    <a:pt x="43793" y="63"/>
                  </a:cubicBezTo>
                  <a:cubicBezTo>
                    <a:pt x="19325" y="63"/>
                    <a:pt x="353" y="19128"/>
                    <a:pt x="353" y="41194"/>
                  </a:cubicBezTo>
                  <a:cubicBezTo>
                    <a:pt x="353" y="63084"/>
                    <a:pt x="19857" y="80560"/>
                    <a:pt x="43793" y="80560"/>
                  </a:cubicBezTo>
                  <a:cubicBezTo>
                    <a:pt x="67730" y="80560"/>
                    <a:pt x="87233" y="63084"/>
                    <a:pt x="87233" y="41194"/>
                  </a:cubicBezTo>
                  <a:close/>
                  <a:moveTo>
                    <a:pt x="43793" y="74911"/>
                  </a:moveTo>
                  <a:cubicBezTo>
                    <a:pt x="37233" y="74911"/>
                    <a:pt x="27658" y="72793"/>
                    <a:pt x="21807" y="64143"/>
                  </a:cubicBezTo>
                  <a:cubicBezTo>
                    <a:pt x="17020" y="56905"/>
                    <a:pt x="16488" y="47726"/>
                    <a:pt x="16488" y="39606"/>
                  </a:cubicBezTo>
                  <a:cubicBezTo>
                    <a:pt x="16488" y="32015"/>
                    <a:pt x="16665" y="21600"/>
                    <a:pt x="22871" y="14009"/>
                  </a:cubicBezTo>
                  <a:cubicBezTo>
                    <a:pt x="27304" y="8890"/>
                    <a:pt x="34751" y="5006"/>
                    <a:pt x="43793" y="5006"/>
                  </a:cubicBezTo>
                  <a:cubicBezTo>
                    <a:pt x="54254" y="5006"/>
                    <a:pt x="61701" y="9949"/>
                    <a:pt x="65602" y="15421"/>
                  </a:cubicBezTo>
                  <a:cubicBezTo>
                    <a:pt x="70566" y="22306"/>
                    <a:pt x="71098" y="31132"/>
                    <a:pt x="71098" y="39606"/>
                  </a:cubicBezTo>
                  <a:cubicBezTo>
                    <a:pt x="71098" y="48079"/>
                    <a:pt x="70566" y="57435"/>
                    <a:pt x="65425" y="64673"/>
                  </a:cubicBezTo>
                  <a:cubicBezTo>
                    <a:pt x="60637" y="71381"/>
                    <a:pt x="52481" y="74911"/>
                    <a:pt x="43793" y="74911"/>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 name="Freeform: Shape 62">
              <a:extLst>
                <a:ext uri="{FF2B5EF4-FFF2-40B4-BE49-F238E27FC236}">
                  <a16:creationId xmlns:a16="http://schemas.microsoft.com/office/drawing/2014/main" id="{746E5CB7-0EA9-9D78-D555-9B977B566B66}"/>
                </a:ext>
              </a:extLst>
            </p:cNvPr>
            <p:cNvSpPr/>
            <p:nvPr>
              <p:custDataLst>
                <p:tags r:id="rId42"/>
              </p:custDataLst>
            </p:nvPr>
          </p:nvSpPr>
          <p:spPr>
            <a:xfrm>
              <a:off x="14672947" y="4654049"/>
              <a:ext cx="10131" cy="302621"/>
            </a:xfrm>
            <a:custGeom>
              <a:avLst/>
              <a:gdLst>
                <a:gd name="connsiteX0" fmla="*/ 0 w 10131"/>
                <a:gd name="connsiteY0" fmla="*/ 0 h 302621"/>
                <a:gd name="connsiteX1" fmla="*/ 10131 w 10131"/>
                <a:gd name="connsiteY1" fmla="*/ 0 h 302621"/>
                <a:gd name="connsiteX2" fmla="*/ 10131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1" y="0"/>
                  </a:lnTo>
                  <a:lnTo>
                    <a:pt x="10131"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 name="Freeform: Shape 63">
              <a:extLst>
                <a:ext uri="{FF2B5EF4-FFF2-40B4-BE49-F238E27FC236}">
                  <a16:creationId xmlns:a16="http://schemas.microsoft.com/office/drawing/2014/main" id="{84356608-2247-1AD0-5D51-DBD3689821D7}"/>
                </a:ext>
              </a:extLst>
            </p:cNvPr>
            <p:cNvSpPr/>
            <p:nvPr>
              <p:custDataLst>
                <p:tags r:id="rId43"/>
              </p:custDataLst>
            </p:nvPr>
          </p:nvSpPr>
          <p:spPr>
            <a:xfrm>
              <a:off x="8066935" y="4956671"/>
              <a:ext cx="6611077" cy="10087"/>
            </a:xfrm>
            <a:custGeom>
              <a:avLst/>
              <a:gdLst>
                <a:gd name="connsiteX0" fmla="*/ 0 w 6611077"/>
                <a:gd name="connsiteY0" fmla="*/ 0 h 10087"/>
                <a:gd name="connsiteX1" fmla="*/ 6611078 w 6611077"/>
                <a:gd name="connsiteY1" fmla="*/ 0 h 10087"/>
                <a:gd name="connsiteX2" fmla="*/ 6611078 w 6611077"/>
                <a:gd name="connsiteY2" fmla="*/ 10087 h 10087"/>
                <a:gd name="connsiteX3" fmla="*/ 0 w 6611077"/>
                <a:gd name="connsiteY3" fmla="*/ 10087 h 10087"/>
              </a:gdLst>
              <a:ahLst/>
              <a:cxnLst>
                <a:cxn ang="0">
                  <a:pos x="connsiteX0" y="connsiteY0"/>
                </a:cxn>
                <a:cxn ang="0">
                  <a:pos x="connsiteX1" y="connsiteY1"/>
                </a:cxn>
                <a:cxn ang="0">
                  <a:pos x="connsiteX2" y="connsiteY2"/>
                </a:cxn>
                <a:cxn ang="0">
                  <a:pos x="connsiteX3" y="connsiteY3"/>
                </a:cxn>
              </a:cxnLst>
              <a:rect l="l" t="t" r="r" b="b"/>
              <a:pathLst>
                <a:path w="6611077" h="10087">
                  <a:moveTo>
                    <a:pt x="0" y="0"/>
                  </a:moveTo>
                  <a:lnTo>
                    <a:pt x="6611078" y="0"/>
                  </a:lnTo>
                  <a:lnTo>
                    <a:pt x="6611078" y="10087"/>
                  </a:lnTo>
                  <a:lnTo>
                    <a:pt x="0" y="10087"/>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5" name="Freeform: Shape 64">
              <a:extLst>
                <a:ext uri="{FF2B5EF4-FFF2-40B4-BE49-F238E27FC236}">
                  <a16:creationId xmlns:a16="http://schemas.microsoft.com/office/drawing/2014/main" id="{41A2552D-F3D5-F4EB-0EBF-77A232F32DE5}"/>
                </a:ext>
              </a:extLst>
            </p:cNvPr>
            <p:cNvSpPr/>
            <p:nvPr>
              <p:custDataLst>
                <p:tags r:id="rId44"/>
              </p:custDataLst>
            </p:nvPr>
          </p:nvSpPr>
          <p:spPr>
            <a:xfrm>
              <a:off x="8061869" y="4966758"/>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5" name="Freeform: Shape 84">
              <a:extLst>
                <a:ext uri="{FF2B5EF4-FFF2-40B4-BE49-F238E27FC236}">
                  <a16:creationId xmlns:a16="http://schemas.microsoft.com/office/drawing/2014/main" id="{807ABAA9-8DD6-3092-0937-E8952A855C2F}"/>
                </a:ext>
              </a:extLst>
            </p:cNvPr>
            <p:cNvSpPr/>
            <p:nvPr>
              <p:custDataLst>
                <p:tags r:id="rId45"/>
              </p:custDataLst>
            </p:nvPr>
          </p:nvSpPr>
          <p:spPr>
            <a:xfrm>
              <a:off x="8549747" y="5116807"/>
              <a:ext cx="67123" cy="14626"/>
            </a:xfrm>
            <a:custGeom>
              <a:avLst/>
              <a:gdLst>
                <a:gd name="connsiteX0" fmla="*/ 67246 w 67123"/>
                <a:gd name="connsiteY0" fmla="*/ 14701 h 14626"/>
                <a:gd name="connsiteX1" fmla="*/ 67246 w 67123"/>
                <a:gd name="connsiteY1" fmla="*/ 74 h 14626"/>
                <a:gd name="connsiteX2" fmla="*/ 122 w 67123"/>
                <a:gd name="connsiteY2" fmla="*/ 74 h 14626"/>
                <a:gd name="connsiteX3" fmla="*/ 122 w 67123"/>
                <a:gd name="connsiteY3" fmla="*/ 14701 h 14626"/>
                <a:gd name="connsiteX4" fmla="*/ 67246 w 67123"/>
                <a:gd name="connsiteY4" fmla="*/ 14701 h 1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23" h="14626">
                  <a:moveTo>
                    <a:pt x="67246" y="14701"/>
                  </a:moveTo>
                  <a:lnTo>
                    <a:pt x="67246" y="74"/>
                  </a:lnTo>
                  <a:lnTo>
                    <a:pt x="122" y="74"/>
                  </a:lnTo>
                  <a:lnTo>
                    <a:pt x="122" y="14701"/>
                  </a:lnTo>
                  <a:lnTo>
                    <a:pt x="67246" y="1470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6" name="Freeform: Shape 85">
              <a:extLst>
                <a:ext uri="{FF2B5EF4-FFF2-40B4-BE49-F238E27FC236}">
                  <a16:creationId xmlns:a16="http://schemas.microsoft.com/office/drawing/2014/main" id="{E717B6DA-042A-5717-B414-268EFBCBD33C}"/>
                </a:ext>
              </a:extLst>
            </p:cNvPr>
            <p:cNvSpPr/>
            <p:nvPr>
              <p:custDataLst>
                <p:tags r:id="rId46"/>
              </p:custDataLst>
            </p:nvPr>
          </p:nvSpPr>
          <p:spPr>
            <a:xfrm>
              <a:off x="8644058" y="5010637"/>
              <a:ext cx="101064" cy="167954"/>
            </a:xfrm>
            <a:custGeom>
              <a:avLst/>
              <a:gdLst>
                <a:gd name="connsiteX0" fmla="*/ 19629 w 101064"/>
                <a:gd name="connsiteY0" fmla="*/ 148611 h 167954"/>
                <a:gd name="connsiteX1" fmla="*/ 46479 w 101064"/>
                <a:gd name="connsiteY1" fmla="*/ 122636 h 167954"/>
                <a:gd name="connsiteX2" fmla="*/ 101190 w 101064"/>
                <a:gd name="connsiteY2" fmla="*/ 48998 h 167954"/>
                <a:gd name="connsiteX3" fmla="*/ 47492 w 101064"/>
                <a:gd name="connsiteY3" fmla="*/ 74 h 167954"/>
                <a:gd name="connsiteX4" fmla="*/ 126 w 101064"/>
                <a:gd name="connsiteY4" fmla="*/ 45719 h 167954"/>
                <a:gd name="connsiteX5" fmla="*/ 13550 w 101064"/>
                <a:gd name="connsiteY5" fmla="*/ 59842 h 167954"/>
                <a:gd name="connsiteX6" fmla="*/ 26722 w 101064"/>
                <a:gd name="connsiteY6" fmla="*/ 46476 h 167954"/>
                <a:gd name="connsiteX7" fmla="*/ 13297 w 101064"/>
                <a:gd name="connsiteY7" fmla="*/ 33362 h 167954"/>
                <a:gd name="connsiteX8" fmla="*/ 10004 w 101064"/>
                <a:gd name="connsiteY8" fmla="*/ 33614 h 167954"/>
                <a:gd name="connsiteX9" fmla="*/ 44199 w 101064"/>
                <a:gd name="connsiteY9" fmla="*/ 7892 h 167954"/>
                <a:gd name="connsiteX10" fmla="*/ 78140 w 101064"/>
                <a:gd name="connsiteY10" fmla="*/ 48998 h 167954"/>
                <a:gd name="connsiteX11" fmla="*/ 51545 w 101064"/>
                <a:gd name="connsiteY11" fmla="*/ 104730 h 167954"/>
                <a:gd name="connsiteX12" fmla="*/ 2912 w 101064"/>
                <a:gd name="connsiteY12" fmla="*/ 158698 h 167954"/>
                <a:gd name="connsiteX13" fmla="*/ 126 w 101064"/>
                <a:gd name="connsiteY13" fmla="*/ 168029 h 167954"/>
                <a:gd name="connsiteX14" fmla="*/ 94098 w 101064"/>
                <a:gd name="connsiteY14" fmla="*/ 168029 h 167954"/>
                <a:gd name="connsiteX15" fmla="*/ 101190 w 101064"/>
                <a:gd name="connsiteY15" fmla="*/ 124149 h 167954"/>
                <a:gd name="connsiteX16" fmla="*/ 94858 w 101064"/>
                <a:gd name="connsiteY16" fmla="*/ 124149 h 167954"/>
                <a:gd name="connsiteX17" fmla="*/ 89285 w 101064"/>
                <a:gd name="connsiteY17" fmla="*/ 146593 h 167954"/>
                <a:gd name="connsiteX18" fmla="*/ 65222 w 101064"/>
                <a:gd name="connsiteY18" fmla="*/ 148611 h 167954"/>
                <a:gd name="connsiteX19" fmla="*/ 19629 w 101064"/>
                <a:gd name="connsiteY19" fmla="*/ 148611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1064" h="167954">
                  <a:moveTo>
                    <a:pt x="19629" y="148611"/>
                  </a:moveTo>
                  <a:lnTo>
                    <a:pt x="46479" y="122636"/>
                  </a:lnTo>
                  <a:cubicBezTo>
                    <a:pt x="85993" y="87834"/>
                    <a:pt x="101190" y="74216"/>
                    <a:pt x="101190" y="48998"/>
                  </a:cubicBezTo>
                  <a:cubicBezTo>
                    <a:pt x="101190" y="20249"/>
                    <a:pt x="78394" y="74"/>
                    <a:pt x="47492" y="74"/>
                  </a:cubicBezTo>
                  <a:cubicBezTo>
                    <a:pt x="18870" y="74"/>
                    <a:pt x="126" y="23275"/>
                    <a:pt x="126" y="45719"/>
                  </a:cubicBezTo>
                  <a:cubicBezTo>
                    <a:pt x="126" y="59842"/>
                    <a:pt x="12791" y="59842"/>
                    <a:pt x="13550" y="59842"/>
                  </a:cubicBezTo>
                  <a:cubicBezTo>
                    <a:pt x="17856" y="59842"/>
                    <a:pt x="26722" y="56815"/>
                    <a:pt x="26722" y="46476"/>
                  </a:cubicBezTo>
                  <a:cubicBezTo>
                    <a:pt x="26722" y="39919"/>
                    <a:pt x="22162" y="33362"/>
                    <a:pt x="13297" y="33362"/>
                  </a:cubicBezTo>
                  <a:cubicBezTo>
                    <a:pt x="11271" y="33362"/>
                    <a:pt x="10764" y="33362"/>
                    <a:pt x="10004" y="33614"/>
                  </a:cubicBezTo>
                  <a:cubicBezTo>
                    <a:pt x="15830" y="17222"/>
                    <a:pt x="29508" y="7892"/>
                    <a:pt x="44199" y="7892"/>
                  </a:cubicBezTo>
                  <a:cubicBezTo>
                    <a:pt x="67249" y="7892"/>
                    <a:pt x="78140" y="28319"/>
                    <a:pt x="78140" y="48998"/>
                  </a:cubicBezTo>
                  <a:cubicBezTo>
                    <a:pt x="78140" y="69172"/>
                    <a:pt x="65476" y="89095"/>
                    <a:pt x="51545" y="104730"/>
                  </a:cubicBezTo>
                  <a:lnTo>
                    <a:pt x="2912" y="158698"/>
                  </a:lnTo>
                  <a:cubicBezTo>
                    <a:pt x="126" y="161472"/>
                    <a:pt x="126" y="161976"/>
                    <a:pt x="126" y="168029"/>
                  </a:cubicBezTo>
                  <a:lnTo>
                    <a:pt x="94098" y="168029"/>
                  </a:lnTo>
                  <a:lnTo>
                    <a:pt x="101190" y="124149"/>
                  </a:lnTo>
                  <a:lnTo>
                    <a:pt x="94858" y="124149"/>
                  </a:lnTo>
                  <a:cubicBezTo>
                    <a:pt x="93591" y="131714"/>
                    <a:pt x="91818" y="142810"/>
                    <a:pt x="89285" y="146593"/>
                  </a:cubicBezTo>
                  <a:cubicBezTo>
                    <a:pt x="87512" y="148611"/>
                    <a:pt x="70795" y="148611"/>
                    <a:pt x="65222" y="148611"/>
                  </a:cubicBezTo>
                  <a:lnTo>
                    <a:pt x="19629" y="14861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7" name="Freeform: Shape 86">
              <a:extLst>
                <a:ext uri="{FF2B5EF4-FFF2-40B4-BE49-F238E27FC236}">
                  <a16:creationId xmlns:a16="http://schemas.microsoft.com/office/drawing/2014/main" id="{FB8FCD40-3812-A04B-AA97-32E09AD32310}"/>
                </a:ext>
              </a:extLst>
            </p:cNvPr>
            <p:cNvSpPr/>
            <p:nvPr>
              <p:custDataLst>
                <p:tags r:id="rId47"/>
              </p:custDataLst>
            </p:nvPr>
          </p:nvSpPr>
          <p:spPr>
            <a:xfrm>
              <a:off x="9233001" y="4966758"/>
              <a:ext cx="10131" cy="302621"/>
            </a:xfrm>
            <a:custGeom>
              <a:avLst/>
              <a:gdLst>
                <a:gd name="connsiteX0" fmla="*/ 0 w 10131"/>
                <a:gd name="connsiteY0" fmla="*/ 0 h 302621"/>
                <a:gd name="connsiteX1" fmla="*/ 10131 w 10131"/>
                <a:gd name="connsiteY1" fmla="*/ 0 h 302621"/>
                <a:gd name="connsiteX2" fmla="*/ 10131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1" y="0"/>
                  </a:lnTo>
                  <a:lnTo>
                    <a:pt x="10131"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8" name="Freeform: Shape 87">
              <a:extLst>
                <a:ext uri="{FF2B5EF4-FFF2-40B4-BE49-F238E27FC236}">
                  <a16:creationId xmlns:a16="http://schemas.microsoft.com/office/drawing/2014/main" id="{5E85AB9A-6152-996D-ED72-5B96C2F2E290}"/>
                </a:ext>
              </a:extLst>
            </p:cNvPr>
            <p:cNvSpPr/>
            <p:nvPr>
              <p:custDataLst>
                <p:tags r:id="rId48"/>
              </p:custDataLst>
            </p:nvPr>
          </p:nvSpPr>
          <p:spPr>
            <a:xfrm>
              <a:off x="9399922" y="5010637"/>
              <a:ext cx="106636" cy="173502"/>
            </a:xfrm>
            <a:custGeom>
              <a:avLst/>
              <a:gdLst>
                <a:gd name="connsiteX0" fmla="*/ 106793 w 106636"/>
                <a:gd name="connsiteY0" fmla="*/ 87330 h 173502"/>
                <a:gd name="connsiteX1" fmla="*/ 96661 w 106636"/>
                <a:gd name="connsiteY1" fmla="*/ 28319 h 173502"/>
                <a:gd name="connsiteX2" fmla="*/ 53601 w 106636"/>
                <a:gd name="connsiteY2" fmla="*/ 74 h 173502"/>
                <a:gd name="connsiteX3" fmla="*/ 9528 w 106636"/>
                <a:gd name="connsiteY3" fmla="*/ 30084 h 173502"/>
                <a:gd name="connsiteX4" fmla="*/ 156 w 106636"/>
                <a:gd name="connsiteY4" fmla="*/ 87330 h 173502"/>
                <a:gd name="connsiteX5" fmla="*/ 11554 w 106636"/>
                <a:gd name="connsiteY5" fmla="*/ 148106 h 173502"/>
                <a:gd name="connsiteX6" fmla="*/ 53347 w 106636"/>
                <a:gd name="connsiteY6" fmla="*/ 173577 h 173502"/>
                <a:gd name="connsiteX7" fmla="*/ 97421 w 106636"/>
                <a:gd name="connsiteY7" fmla="*/ 144323 h 173502"/>
                <a:gd name="connsiteX8" fmla="*/ 106793 w 106636"/>
                <a:gd name="connsiteY8" fmla="*/ 87330 h 173502"/>
                <a:gd name="connsiteX9" fmla="*/ 53347 w 106636"/>
                <a:gd name="connsiteY9" fmla="*/ 168029 h 173502"/>
                <a:gd name="connsiteX10" fmla="*/ 23965 w 106636"/>
                <a:gd name="connsiteY10" fmla="*/ 137514 h 173502"/>
                <a:gd name="connsiteX11" fmla="*/ 21179 w 106636"/>
                <a:gd name="connsiteY11" fmla="*/ 84304 h 173502"/>
                <a:gd name="connsiteX12" fmla="*/ 23205 w 106636"/>
                <a:gd name="connsiteY12" fmla="*/ 37902 h 173502"/>
                <a:gd name="connsiteX13" fmla="*/ 53347 w 106636"/>
                <a:gd name="connsiteY13" fmla="*/ 5622 h 173502"/>
                <a:gd name="connsiteX14" fmla="*/ 83236 w 106636"/>
                <a:gd name="connsiteY14" fmla="*/ 35128 h 173502"/>
                <a:gd name="connsiteX15" fmla="*/ 85769 w 106636"/>
                <a:gd name="connsiteY15" fmla="*/ 84304 h 173502"/>
                <a:gd name="connsiteX16" fmla="*/ 82983 w 106636"/>
                <a:gd name="connsiteY16" fmla="*/ 136506 h 173502"/>
                <a:gd name="connsiteX17" fmla="*/ 53347 w 106636"/>
                <a:gd name="connsiteY17" fmla="*/ 168029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793" y="87330"/>
                  </a:moveTo>
                  <a:cubicBezTo>
                    <a:pt x="106793" y="67155"/>
                    <a:pt x="105526" y="46980"/>
                    <a:pt x="96661" y="28319"/>
                  </a:cubicBezTo>
                  <a:cubicBezTo>
                    <a:pt x="85009" y="4109"/>
                    <a:pt x="64239" y="74"/>
                    <a:pt x="53601" y="74"/>
                  </a:cubicBezTo>
                  <a:cubicBezTo>
                    <a:pt x="38403" y="74"/>
                    <a:pt x="19913" y="6631"/>
                    <a:pt x="9528" y="30084"/>
                  </a:cubicBezTo>
                  <a:cubicBezTo>
                    <a:pt x="1422" y="47485"/>
                    <a:pt x="156" y="67155"/>
                    <a:pt x="156" y="87330"/>
                  </a:cubicBezTo>
                  <a:cubicBezTo>
                    <a:pt x="156" y="106244"/>
                    <a:pt x="1169" y="128940"/>
                    <a:pt x="11554" y="148106"/>
                  </a:cubicBezTo>
                  <a:cubicBezTo>
                    <a:pt x="22446" y="168533"/>
                    <a:pt x="40936" y="173577"/>
                    <a:pt x="53347" y="173577"/>
                  </a:cubicBezTo>
                  <a:cubicBezTo>
                    <a:pt x="67025" y="173577"/>
                    <a:pt x="86276" y="168281"/>
                    <a:pt x="97421" y="144323"/>
                  </a:cubicBezTo>
                  <a:cubicBezTo>
                    <a:pt x="105526" y="126923"/>
                    <a:pt x="106793" y="107252"/>
                    <a:pt x="106793" y="87330"/>
                  </a:cubicBezTo>
                  <a:close/>
                  <a:moveTo>
                    <a:pt x="53347" y="168029"/>
                  </a:moveTo>
                  <a:cubicBezTo>
                    <a:pt x="43469" y="168029"/>
                    <a:pt x="28525" y="161724"/>
                    <a:pt x="23965" y="137514"/>
                  </a:cubicBezTo>
                  <a:cubicBezTo>
                    <a:pt x="21179" y="122383"/>
                    <a:pt x="21179" y="99182"/>
                    <a:pt x="21179" y="84304"/>
                  </a:cubicBezTo>
                  <a:cubicBezTo>
                    <a:pt x="21179" y="68164"/>
                    <a:pt x="21179" y="51520"/>
                    <a:pt x="23205" y="37902"/>
                  </a:cubicBezTo>
                  <a:cubicBezTo>
                    <a:pt x="28018" y="7892"/>
                    <a:pt x="47015" y="5622"/>
                    <a:pt x="53347" y="5622"/>
                  </a:cubicBezTo>
                  <a:cubicBezTo>
                    <a:pt x="61706" y="5622"/>
                    <a:pt x="78424" y="10161"/>
                    <a:pt x="83236" y="35128"/>
                  </a:cubicBezTo>
                  <a:cubicBezTo>
                    <a:pt x="85769" y="49250"/>
                    <a:pt x="85769" y="68416"/>
                    <a:pt x="85769" y="84304"/>
                  </a:cubicBezTo>
                  <a:cubicBezTo>
                    <a:pt x="85769" y="103217"/>
                    <a:pt x="85769" y="120366"/>
                    <a:pt x="82983" y="136506"/>
                  </a:cubicBezTo>
                  <a:cubicBezTo>
                    <a:pt x="79184" y="160463"/>
                    <a:pt x="64746" y="168029"/>
                    <a:pt x="53347" y="168029"/>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9" name="Freeform: Shape 88">
              <a:extLst>
                <a:ext uri="{FF2B5EF4-FFF2-40B4-BE49-F238E27FC236}">
                  <a16:creationId xmlns:a16="http://schemas.microsoft.com/office/drawing/2014/main" id="{D952DE5F-798F-4588-E7D5-5A6AF363E8A3}"/>
                </a:ext>
              </a:extLst>
            </p:cNvPr>
            <p:cNvSpPr/>
            <p:nvPr>
              <p:custDataLst>
                <p:tags r:id="rId49"/>
              </p:custDataLst>
            </p:nvPr>
          </p:nvSpPr>
          <p:spPr>
            <a:xfrm>
              <a:off x="9538474" y="5151860"/>
              <a:ext cx="26849" cy="26731"/>
            </a:xfrm>
            <a:custGeom>
              <a:avLst/>
              <a:gdLst>
                <a:gd name="connsiteX0" fmla="*/ 27010 w 26849"/>
                <a:gd name="connsiteY0" fmla="*/ 13440 h 26731"/>
                <a:gd name="connsiteX1" fmla="*/ 13585 w 26849"/>
                <a:gd name="connsiteY1" fmla="*/ 74 h 26731"/>
                <a:gd name="connsiteX2" fmla="*/ 161 w 26849"/>
                <a:gd name="connsiteY2" fmla="*/ 13440 h 26731"/>
                <a:gd name="connsiteX3" fmla="*/ 13585 w 26849"/>
                <a:gd name="connsiteY3" fmla="*/ 26805 h 26731"/>
                <a:gd name="connsiteX4" fmla="*/ 27010 w 26849"/>
                <a:gd name="connsiteY4" fmla="*/ 13440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10" y="13440"/>
                  </a:moveTo>
                  <a:cubicBezTo>
                    <a:pt x="27010" y="6126"/>
                    <a:pt x="20931" y="74"/>
                    <a:pt x="13585" y="74"/>
                  </a:cubicBezTo>
                  <a:cubicBezTo>
                    <a:pt x="6240" y="74"/>
                    <a:pt x="161" y="6126"/>
                    <a:pt x="161" y="13440"/>
                  </a:cubicBezTo>
                  <a:cubicBezTo>
                    <a:pt x="161" y="20753"/>
                    <a:pt x="6240" y="26805"/>
                    <a:pt x="13585" y="26805"/>
                  </a:cubicBezTo>
                  <a:cubicBezTo>
                    <a:pt x="20931" y="26805"/>
                    <a:pt x="27010" y="20753"/>
                    <a:pt x="27010" y="13440"/>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0" name="Freeform: Shape 89">
              <a:extLst>
                <a:ext uri="{FF2B5EF4-FFF2-40B4-BE49-F238E27FC236}">
                  <a16:creationId xmlns:a16="http://schemas.microsoft.com/office/drawing/2014/main" id="{9F38F75D-5090-C50E-90D7-91CEE163B18F}"/>
                </a:ext>
              </a:extLst>
            </p:cNvPr>
            <p:cNvSpPr/>
            <p:nvPr>
              <p:custDataLst>
                <p:tags r:id="rId50"/>
              </p:custDataLst>
            </p:nvPr>
          </p:nvSpPr>
          <p:spPr>
            <a:xfrm>
              <a:off x="9609594" y="5010637"/>
              <a:ext cx="83587" cy="167954"/>
            </a:xfrm>
            <a:custGeom>
              <a:avLst/>
              <a:gdLst>
                <a:gd name="connsiteX0" fmla="*/ 52089 w 83587"/>
                <a:gd name="connsiteY0" fmla="*/ 6631 h 167954"/>
                <a:gd name="connsiteX1" fmla="*/ 46263 w 83587"/>
                <a:gd name="connsiteY1" fmla="*/ 74 h 167954"/>
                <a:gd name="connsiteX2" fmla="*/ 163 w 83587"/>
                <a:gd name="connsiteY2" fmla="*/ 16214 h 167954"/>
                <a:gd name="connsiteX3" fmla="*/ 163 w 83587"/>
                <a:gd name="connsiteY3" fmla="*/ 24031 h 167954"/>
                <a:gd name="connsiteX4" fmla="*/ 33345 w 83587"/>
                <a:gd name="connsiteY4" fmla="*/ 17475 h 167954"/>
                <a:gd name="connsiteX5" fmla="*/ 33345 w 83587"/>
                <a:gd name="connsiteY5" fmla="*/ 148106 h 167954"/>
                <a:gd name="connsiteX6" fmla="*/ 9789 w 83587"/>
                <a:gd name="connsiteY6" fmla="*/ 160211 h 167954"/>
                <a:gd name="connsiteX7" fmla="*/ 1683 w 83587"/>
                <a:gd name="connsiteY7" fmla="*/ 160211 h 167954"/>
                <a:gd name="connsiteX8" fmla="*/ 1683 w 83587"/>
                <a:gd name="connsiteY8" fmla="*/ 168029 h 167954"/>
                <a:gd name="connsiteX9" fmla="*/ 42717 w 83587"/>
                <a:gd name="connsiteY9" fmla="*/ 167272 h 167954"/>
                <a:gd name="connsiteX10" fmla="*/ 83751 w 83587"/>
                <a:gd name="connsiteY10" fmla="*/ 168029 h 167954"/>
                <a:gd name="connsiteX11" fmla="*/ 83751 w 83587"/>
                <a:gd name="connsiteY11" fmla="*/ 160211 h 167954"/>
                <a:gd name="connsiteX12" fmla="*/ 75645 w 83587"/>
                <a:gd name="connsiteY12" fmla="*/ 160211 h 167954"/>
                <a:gd name="connsiteX13" fmla="*/ 52089 w 83587"/>
                <a:gd name="connsiteY13" fmla="*/ 148106 h 167954"/>
                <a:gd name="connsiteX14" fmla="*/ 52089 w 83587"/>
                <a:gd name="connsiteY14" fmla="*/ 6631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089" y="6631"/>
                  </a:moveTo>
                  <a:cubicBezTo>
                    <a:pt x="52089" y="578"/>
                    <a:pt x="52089" y="74"/>
                    <a:pt x="46263" y="74"/>
                  </a:cubicBezTo>
                  <a:cubicBezTo>
                    <a:pt x="30559" y="16214"/>
                    <a:pt x="8269" y="16214"/>
                    <a:pt x="163" y="16214"/>
                  </a:cubicBezTo>
                  <a:lnTo>
                    <a:pt x="163" y="24031"/>
                  </a:lnTo>
                  <a:cubicBezTo>
                    <a:pt x="5229" y="24031"/>
                    <a:pt x="20174" y="24031"/>
                    <a:pt x="33345" y="17475"/>
                  </a:cubicBezTo>
                  <a:lnTo>
                    <a:pt x="33345" y="148106"/>
                  </a:lnTo>
                  <a:cubicBezTo>
                    <a:pt x="33345" y="157185"/>
                    <a:pt x="32585" y="160211"/>
                    <a:pt x="9789" y="160211"/>
                  </a:cubicBezTo>
                  <a:lnTo>
                    <a:pt x="1683" y="160211"/>
                  </a:lnTo>
                  <a:lnTo>
                    <a:pt x="1683" y="168029"/>
                  </a:lnTo>
                  <a:cubicBezTo>
                    <a:pt x="10548" y="167272"/>
                    <a:pt x="32585" y="167272"/>
                    <a:pt x="42717" y="167272"/>
                  </a:cubicBezTo>
                  <a:cubicBezTo>
                    <a:pt x="52849" y="167272"/>
                    <a:pt x="74885" y="167272"/>
                    <a:pt x="83751" y="168029"/>
                  </a:cubicBezTo>
                  <a:lnTo>
                    <a:pt x="83751" y="160211"/>
                  </a:lnTo>
                  <a:lnTo>
                    <a:pt x="75645" y="160211"/>
                  </a:lnTo>
                  <a:cubicBezTo>
                    <a:pt x="52849" y="160211"/>
                    <a:pt x="52089" y="157437"/>
                    <a:pt x="52089" y="148106"/>
                  </a:cubicBezTo>
                  <a:lnTo>
                    <a:pt x="52089" y="663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1" name="Freeform: Shape 90">
              <a:extLst>
                <a:ext uri="{FF2B5EF4-FFF2-40B4-BE49-F238E27FC236}">
                  <a16:creationId xmlns:a16="http://schemas.microsoft.com/office/drawing/2014/main" id="{D459A745-99E2-FB09-2087-C6BB55A64B09}"/>
                </a:ext>
              </a:extLst>
            </p:cNvPr>
            <p:cNvSpPr/>
            <p:nvPr>
              <p:custDataLst>
                <p:tags r:id="rId51"/>
              </p:custDataLst>
            </p:nvPr>
          </p:nvSpPr>
          <p:spPr>
            <a:xfrm>
              <a:off x="9736241" y="5010637"/>
              <a:ext cx="83587" cy="167954"/>
            </a:xfrm>
            <a:custGeom>
              <a:avLst/>
              <a:gdLst>
                <a:gd name="connsiteX0" fmla="*/ 52094 w 83587"/>
                <a:gd name="connsiteY0" fmla="*/ 6631 h 167954"/>
                <a:gd name="connsiteX1" fmla="*/ 46268 w 83587"/>
                <a:gd name="connsiteY1" fmla="*/ 74 h 167954"/>
                <a:gd name="connsiteX2" fmla="*/ 168 w 83587"/>
                <a:gd name="connsiteY2" fmla="*/ 16214 h 167954"/>
                <a:gd name="connsiteX3" fmla="*/ 168 w 83587"/>
                <a:gd name="connsiteY3" fmla="*/ 24031 h 167954"/>
                <a:gd name="connsiteX4" fmla="*/ 33350 w 83587"/>
                <a:gd name="connsiteY4" fmla="*/ 17475 h 167954"/>
                <a:gd name="connsiteX5" fmla="*/ 33350 w 83587"/>
                <a:gd name="connsiteY5" fmla="*/ 148106 h 167954"/>
                <a:gd name="connsiteX6" fmla="*/ 9794 w 83587"/>
                <a:gd name="connsiteY6" fmla="*/ 160211 h 167954"/>
                <a:gd name="connsiteX7" fmla="*/ 1688 w 83587"/>
                <a:gd name="connsiteY7" fmla="*/ 160211 h 167954"/>
                <a:gd name="connsiteX8" fmla="*/ 1688 w 83587"/>
                <a:gd name="connsiteY8" fmla="*/ 168029 h 167954"/>
                <a:gd name="connsiteX9" fmla="*/ 42722 w 83587"/>
                <a:gd name="connsiteY9" fmla="*/ 167272 h 167954"/>
                <a:gd name="connsiteX10" fmla="*/ 83756 w 83587"/>
                <a:gd name="connsiteY10" fmla="*/ 168029 h 167954"/>
                <a:gd name="connsiteX11" fmla="*/ 83756 w 83587"/>
                <a:gd name="connsiteY11" fmla="*/ 160211 h 167954"/>
                <a:gd name="connsiteX12" fmla="*/ 75650 w 83587"/>
                <a:gd name="connsiteY12" fmla="*/ 160211 h 167954"/>
                <a:gd name="connsiteX13" fmla="*/ 52094 w 83587"/>
                <a:gd name="connsiteY13" fmla="*/ 148106 h 167954"/>
                <a:gd name="connsiteX14" fmla="*/ 52094 w 83587"/>
                <a:gd name="connsiteY14" fmla="*/ 6631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094" y="6631"/>
                  </a:moveTo>
                  <a:cubicBezTo>
                    <a:pt x="52094" y="578"/>
                    <a:pt x="52094" y="74"/>
                    <a:pt x="46268" y="74"/>
                  </a:cubicBezTo>
                  <a:cubicBezTo>
                    <a:pt x="30564" y="16214"/>
                    <a:pt x="8274" y="16214"/>
                    <a:pt x="168" y="16214"/>
                  </a:cubicBezTo>
                  <a:lnTo>
                    <a:pt x="168" y="24031"/>
                  </a:lnTo>
                  <a:cubicBezTo>
                    <a:pt x="5234" y="24031"/>
                    <a:pt x="20179" y="24031"/>
                    <a:pt x="33350" y="17475"/>
                  </a:cubicBezTo>
                  <a:lnTo>
                    <a:pt x="33350" y="148106"/>
                  </a:lnTo>
                  <a:cubicBezTo>
                    <a:pt x="33350" y="157185"/>
                    <a:pt x="32590" y="160211"/>
                    <a:pt x="9794" y="160211"/>
                  </a:cubicBezTo>
                  <a:lnTo>
                    <a:pt x="1688" y="160211"/>
                  </a:lnTo>
                  <a:lnTo>
                    <a:pt x="1688" y="168029"/>
                  </a:lnTo>
                  <a:cubicBezTo>
                    <a:pt x="10553" y="167272"/>
                    <a:pt x="32590" y="167272"/>
                    <a:pt x="42722" y="167272"/>
                  </a:cubicBezTo>
                  <a:cubicBezTo>
                    <a:pt x="52854" y="167272"/>
                    <a:pt x="74890" y="167272"/>
                    <a:pt x="83756" y="168029"/>
                  </a:cubicBezTo>
                  <a:lnTo>
                    <a:pt x="83756" y="160211"/>
                  </a:lnTo>
                  <a:lnTo>
                    <a:pt x="75650" y="160211"/>
                  </a:lnTo>
                  <a:cubicBezTo>
                    <a:pt x="52854" y="160211"/>
                    <a:pt x="52094" y="157437"/>
                    <a:pt x="52094" y="148106"/>
                  </a:cubicBezTo>
                  <a:lnTo>
                    <a:pt x="52094" y="663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2" name="Freeform: Shape 91">
              <a:extLst>
                <a:ext uri="{FF2B5EF4-FFF2-40B4-BE49-F238E27FC236}">
                  <a16:creationId xmlns:a16="http://schemas.microsoft.com/office/drawing/2014/main" id="{5BEA5C0D-9048-3B4D-FE6A-59FE6219AB2E}"/>
                </a:ext>
              </a:extLst>
            </p:cNvPr>
            <p:cNvSpPr/>
            <p:nvPr>
              <p:custDataLst>
                <p:tags r:id="rId52"/>
              </p:custDataLst>
            </p:nvPr>
          </p:nvSpPr>
          <p:spPr>
            <a:xfrm>
              <a:off x="9850984" y="5010637"/>
              <a:ext cx="105117" cy="173502"/>
            </a:xfrm>
            <a:custGeom>
              <a:avLst/>
              <a:gdLst>
                <a:gd name="connsiteX0" fmla="*/ 82494 w 105117"/>
                <a:gd name="connsiteY0" fmla="*/ 87834 h 173502"/>
                <a:gd name="connsiteX1" fmla="*/ 82494 w 105117"/>
                <a:gd name="connsiteY1" fmla="*/ 95904 h 173502"/>
                <a:gd name="connsiteX2" fmla="*/ 41460 w 105117"/>
                <a:gd name="connsiteY2" fmla="*/ 166516 h 173502"/>
                <a:gd name="connsiteX3" fmla="*/ 16637 w 105117"/>
                <a:gd name="connsiteY3" fmla="*/ 157437 h 173502"/>
                <a:gd name="connsiteX4" fmla="*/ 29809 w 105117"/>
                <a:gd name="connsiteY4" fmla="*/ 145837 h 173502"/>
                <a:gd name="connsiteX5" fmla="*/ 18157 w 105117"/>
                <a:gd name="connsiteY5" fmla="*/ 134236 h 173502"/>
                <a:gd name="connsiteX6" fmla="*/ 6506 w 105117"/>
                <a:gd name="connsiteY6" fmla="*/ 146341 h 173502"/>
                <a:gd name="connsiteX7" fmla="*/ 41714 w 105117"/>
                <a:gd name="connsiteY7" fmla="*/ 173577 h 173502"/>
                <a:gd name="connsiteX8" fmla="*/ 105291 w 105117"/>
                <a:gd name="connsiteY8" fmla="*/ 85060 h 173502"/>
                <a:gd name="connsiteX9" fmla="*/ 53618 w 105117"/>
                <a:gd name="connsiteY9" fmla="*/ 74 h 173502"/>
                <a:gd name="connsiteX10" fmla="*/ 16384 w 105117"/>
                <a:gd name="connsiteY10" fmla="*/ 15962 h 173502"/>
                <a:gd name="connsiteX11" fmla="*/ 173 w 105117"/>
                <a:gd name="connsiteY11" fmla="*/ 56815 h 173502"/>
                <a:gd name="connsiteX12" fmla="*/ 50832 w 105117"/>
                <a:gd name="connsiteY12" fmla="*/ 113053 h 173502"/>
                <a:gd name="connsiteX13" fmla="*/ 82494 w 105117"/>
                <a:gd name="connsiteY13" fmla="*/ 87834 h 173502"/>
                <a:gd name="connsiteX14" fmla="*/ 51086 w 105117"/>
                <a:gd name="connsiteY14" fmla="*/ 107252 h 173502"/>
                <a:gd name="connsiteX15" fmla="*/ 27529 w 105117"/>
                <a:gd name="connsiteY15" fmla="*/ 91365 h 173502"/>
                <a:gd name="connsiteX16" fmla="*/ 22970 w 105117"/>
                <a:gd name="connsiteY16" fmla="*/ 57068 h 173502"/>
                <a:gd name="connsiteX17" fmla="*/ 28289 w 105117"/>
                <a:gd name="connsiteY17" fmla="*/ 22266 h 173502"/>
                <a:gd name="connsiteX18" fmla="*/ 53618 w 105117"/>
                <a:gd name="connsiteY18" fmla="*/ 6379 h 173502"/>
                <a:gd name="connsiteX19" fmla="*/ 77935 w 105117"/>
                <a:gd name="connsiteY19" fmla="*/ 26301 h 173502"/>
                <a:gd name="connsiteX20" fmla="*/ 81987 w 105117"/>
                <a:gd name="connsiteY20" fmla="*/ 61859 h 173502"/>
                <a:gd name="connsiteX21" fmla="*/ 51086 w 105117"/>
                <a:gd name="connsiteY21" fmla="*/ 107252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5117" h="173502">
                  <a:moveTo>
                    <a:pt x="82494" y="87834"/>
                  </a:moveTo>
                  <a:lnTo>
                    <a:pt x="82494" y="95904"/>
                  </a:lnTo>
                  <a:cubicBezTo>
                    <a:pt x="82494" y="154915"/>
                    <a:pt x="56151" y="166516"/>
                    <a:pt x="41460" y="166516"/>
                  </a:cubicBezTo>
                  <a:cubicBezTo>
                    <a:pt x="37154" y="166516"/>
                    <a:pt x="23476" y="166011"/>
                    <a:pt x="16637" y="157437"/>
                  </a:cubicBezTo>
                  <a:cubicBezTo>
                    <a:pt x="27782" y="157437"/>
                    <a:pt x="29809" y="150124"/>
                    <a:pt x="29809" y="145837"/>
                  </a:cubicBezTo>
                  <a:cubicBezTo>
                    <a:pt x="29809" y="138019"/>
                    <a:pt x="23730" y="134236"/>
                    <a:pt x="18157" y="134236"/>
                  </a:cubicBezTo>
                  <a:cubicBezTo>
                    <a:pt x="14105" y="134236"/>
                    <a:pt x="6506" y="136506"/>
                    <a:pt x="6506" y="146341"/>
                  </a:cubicBezTo>
                  <a:cubicBezTo>
                    <a:pt x="6506" y="163237"/>
                    <a:pt x="20184" y="173577"/>
                    <a:pt x="41714" y="173577"/>
                  </a:cubicBezTo>
                  <a:cubicBezTo>
                    <a:pt x="74389" y="173577"/>
                    <a:pt x="105291" y="139280"/>
                    <a:pt x="105291" y="85060"/>
                  </a:cubicBezTo>
                  <a:cubicBezTo>
                    <a:pt x="105291" y="17222"/>
                    <a:pt x="76162" y="74"/>
                    <a:pt x="53618" y="74"/>
                  </a:cubicBezTo>
                  <a:cubicBezTo>
                    <a:pt x="39687" y="74"/>
                    <a:pt x="27276" y="4613"/>
                    <a:pt x="16384" y="15962"/>
                  </a:cubicBezTo>
                  <a:cubicBezTo>
                    <a:pt x="5999" y="27310"/>
                    <a:pt x="173" y="37902"/>
                    <a:pt x="173" y="56815"/>
                  </a:cubicBezTo>
                  <a:cubicBezTo>
                    <a:pt x="173" y="88338"/>
                    <a:pt x="22463" y="113053"/>
                    <a:pt x="50832" y="113053"/>
                  </a:cubicBezTo>
                  <a:cubicBezTo>
                    <a:pt x="66283" y="113053"/>
                    <a:pt x="76668" y="102461"/>
                    <a:pt x="82494" y="87834"/>
                  </a:cubicBezTo>
                  <a:close/>
                  <a:moveTo>
                    <a:pt x="51086" y="107252"/>
                  </a:moveTo>
                  <a:cubicBezTo>
                    <a:pt x="47033" y="107252"/>
                    <a:pt x="35381" y="107252"/>
                    <a:pt x="27529" y="91365"/>
                  </a:cubicBezTo>
                  <a:cubicBezTo>
                    <a:pt x="22970" y="82034"/>
                    <a:pt x="22970" y="69425"/>
                    <a:pt x="22970" y="57068"/>
                  </a:cubicBezTo>
                  <a:cubicBezTo>
                    <a:pt x="22970" y="43450"/>
                    <a:pt x="22970" y="31597"/>
                    <a:pt x="28289" y="22266"/>
                  </a:cubicBezTo>
                  <a:cubicBezTo>
                    <a:pt x="35128" y="9657"/>
                    <a:pt x="44753" y="6379"/>
                    <a:pt x="53618" y="6379"/>
                  </a:cubicBezTo>
                  <a:cubicBezTo>
                    <a:pt x="65270" y="6379"/>
                    <a:pt x="73629" y="14953"/>
                    <a:pt x="77935" y="26301"/>
                  </a:cubicBezTo>
                  <a:cubicBezTo>
                    <a:pt x="80974" y="34371"/>
                    <a:pt x="81987" y="50259"/>
                    <a:pt x="81987" y="61859"/>
                  </a:cubicBezTo>
                  <a:cubicBezTo>
                    <a:pt x="81987" y="82790"/>
                    <a:pt x="73375" y="107252"/>
                    <a:pt x="51086" y="107252"/>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3" name="Freeform: Shape 92">
              <a:extLst>
                <a:ext uri="{FF2B5EF4-FFF2-40B4-BE49-F238E27FC236}">
                  <a16:creationId xmlns:a16="http://schemas.microsoft.com/office/drawing/2014/main" id="{7360AA4F-44EF-69C3-AAB9-8D74FFF743CD}"/>
                </a:ext>
              </a:extLst>
            </p:cNvPr>
            <p:cNvSpPr/>
            <p:nvPr>
              <p:custDataLst>
                <p:tags r:id="rId53"/>
              </p:custDataLst>
            </p:nvPr>
          </p:nvSpPr>
          <p:spPr>
            <a:xfrm>
              <a:off x="10113904" y="4966758"/>
              <a:ext cx="10131" cy="302621"/>
            </a:xfrm>
            <a:custGeom>
              <a:avLst/>
              <a:gdLst>
                <a:gd name="connsiteX0" fmla="*/ 0 w 10131"/>
                <a:gd name="connsiteY0" fmla="*/ 0 h 302621"/>
                <a:gd name="connsiteX1" fmla="*/ 10131 w 10131"/>
                <a:gd name="connsiteY1" fmla="*/ 0 h 302621"/>
                <a:gd name="connsiteX2" fmla="*/ 10131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1" y="0"/>
                  </a:lnTo>
                  <a:lnTo>
                    <a:pt x="10131"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4" name="Freeform: Shape 93">
              <a:extLst>
                <a:ext uri="{FF2B5EF4-FFF2-40B4-BE49-F238E27FC236}">
                  <a16:creationId xmlns:a16="http://schemas.microsoft.com/office/drawing/2014/main" id="{8AE52C3B-1A93-E11D-5BBB-47174760DF3A}"/>
                </a:ext>
              </a:extLst>
            </p:cNvPr>
            <p:cNvSpPr/>
            <p:nvPr>
              <p:custDataLst>
                <p:tags r:id="rId54"/>
              </p:custDataLst>
            </p:nvPr>
          </p:nvSpPr>
          <p:spPr>
            <a:xfrm>
              <a:off x="10281529" y="5010637"/>
              <a:ext cx="106636" cy="173502"/>
            </a:xfrm>
            <a:custGeom>
              <a:avLst/>
              <a:gdLst>
                <a:gd name="connsiteX0" fmla="*/ 106827 w 106636"/>
                <a:gd name="connsiteY0" fmla="*/ 87330 h 173502"/>
                <a:gd name="connsiteX1" fmla="*/ 96695 w 106636"/>
                <a:gd name="connsiteY1" fmla="*/ 28319 h 173502"/>
                <a:gd name="connsiteX2" fmla="*/ 53635 w 106636"/>
                <a:gd name="connsiteY2" fmla="*/ 74 h 173502"/>
                <a:gd name="connsiteX3" fmla="*/ 9562 w 106636"/>
                <a:gd name="connsiteY3" fmla="*/ 30084 h 173502"/>
                <a:gd name="connsiteX4" fmla="*/ 190 w 106636"/>
                <a:gd name="connsiteY4" fmla="*/ 87330 h 173502"/>
                <a:gd name="connsiteX5" fmla="*/ 11589 w 106636"/>
                <a:gd name="connsiteY5" fmla="*/ 148106 h 173502"/>
                <a:gd name="connsiteX6" fmla="*/ 53382 w 106636"/>
                <a:gd name="connsiteY6" fmla="*/ 173577 h 173502"/>
                <a:gd name="connsiteX7" fmla="*/ 97455 w 106636"/>
                <a:gd name="connsiteY7" fmla="*/ 144323 h 173502"/>
                <a:gd name="connsiteX8" fmla="*/ 106827 w 106636"/>
                <a:gd name="connsiteY8" fmla="*/ 87330 h 173502"/>
                <a:gd name="connsiteX9" fmla="*/ 53382 w 106636"/>
                <a:gd name="connsiteY9" fmla="*/ 168029 h 173502"/>
                <a:gd name="connsiteX10" fmla="*/ 24000 w 106636"/>
                <a:gd name="connsiteY10" fmla="*/ 137514 h 173502"/>
                <a:gd name="connsiteX11" fmla="*/ 21214 w 106636"/>
                <a:gd name="connsiteY11" fmla="*/ 84304 h 173502"/>
                <a:gd name="connsiteX12" fmla="*/ 23240 w 106636"/>
                <a:gd name="connsiteY12" fmla="*/ 37902 h 173502"/>
                <a:gd name="connsiteX13" fmla="*/ 53382 w 106636"/>
                <a:gd name="connsiteY13" fmla="*/ 5622 h 173502"/>
                <a:gd name="connsiteX14" fmla="*/ 83271 w 106636"/>
                <a:gd name="connsiteY14" fmla="*/ 35128 h 173502"/>
                <a:gd name="connsiteX15" fmla="*/ 85804 w 106636"/>
                <a:gd name="connsiteY15" fmla="*/ 84304 h 173502"/>
                <a:gd name="connsiteX16" fmla="*/ 83018 w 106636"/>
                <a:gd name="connsiteY16" fmla="*/ 136506 h 173502"/>
                <a:gd name="connsiteX17" fmla="*/ 53382 w 106636"/>
                <a:gd name="connsiteY17" fmla="*/ 168029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827" y="87330"/>
                  </a:moveTo>
                  <a:cubicBezTo>
                    <a:pt x="106827" y="67155"/>
                    <a:pt x="105561" y="46980"/>
                    <a:pt x="96695" y="28319"/>
                  </a:cubicBezTo>
                  <a:cubicBezTo>
                    <a:pt x="85044" y="4109"/>
                    <a:pt x="64274" y="74"/>
                    <a:pt x="53635" y="74"/>
                  </a:cubicBezTo>
                  <a:cubicBezTo>
                    <a:pt x="38438" y="74"/>
                    <a:pt x="19947" y="6631"/>
                    <a:pt x="9562" y="30084"/>
                  </a:cubicBezTo>
                  <a:cubicBezTo>
                    <a:pt x="1457" y="47485"/>
                    <a:pt x="190" y="67155"/>
                    <a:pt x="190" y="87330"/>
                  </a:cubicBezTo>
                  <a:cubicBezTo>
                    <a:pt x="190" y="106244"/>
                    <a:pt x="1204" y="128940"/>
                    <a:pt x="11589" y="148106"/>
                  </a:cubicBezTo>
                  <a:cubicBezTo>
                    <a:pt x="22480" y="168533"/>
                    <a:pt x="40971" y="173577"/>
                    <a:pt x="53382" y="173577"/>
                  </a:cubicBezTo>
                  <a:cubicBezTo>
                    <a:pt x="67060" y="173577"/>
                    <a:pt x="86310" y="168281"/>
                    <a:pt x="97455" y="144323"/>
                  </a:cubicBezTo>
                  <a:cubicBezTo>
                    <a:pt x="105561" y="126923"/>
                    <a:pt x="106827" y="107252"/>
                    <a:pt x="106827" y="87330"/>
                  </a:cubicBezTo>
                  <a:close/>
                  <a:moveTo>
                    <a:pt x="53382" y="168029"/>
                  </a:moveTo>
                  <a:cubicBezTo>
                    <a:pt x="43504" y="168029"/>
                    <a:pt x="28559" y="161724"/>
                    <a:pt x="24000" y="137514"/>
                  </a:cubicBezTo>
                  <a:cubicBezTo>
                    <a:pt x="21214" y="122383"/>
                    <a:pt x="21214" y="99182"/>
                    <a:pt x="21214" y="84304"/>
                  </a:cubicBezTo>
                  <a:cubicBezTo>
                    <a:pt x="21214" y="68164"/>
                    <a:pt x="21214" y="51520"/>
                    <a:pt x="23240" y="37902"/>
                  </a:cubicBezTo>
                  <a:cubicBezTo>
                    <a:pt x="28053" y="7892"/>
                    <a:pt x="47050" y="5622"/>
                    <a:pt x="53382" y="5622"/>
                  </a:cubicBezTo>
                  <a:cubicBezTo>
                    <a:pt x="61741" y="5622"/>
                    <a:pt x="78458" y="10161"/>
                    <a:pt x="83271" y="35128"/>
                  </a:cubicBezTo>
                  <a:cubicBezTo>
                    <a:pt x="85804" y="49250"/>
                    <a:pt x="85804" y="68416"/>
                    <a:pt x="85804" y="84304"/>
                  </a:cubicBezTo>
                  <a:cubicBezTo>
                    <a:pt x="85804" y="103217"/>
                    <a:pt x="85804" y="120366"/>
                    <a:pt x="83018" y="136506"/>
                  </a:cubicBezTo>
                  <a:cubicBezTo>
                    <a:pt x="79218" y="160463"/>
                    <a:pt x="64780" y="168029"/>
                    <a:pt x="53382" y="168029"/>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5" name="Freeform: Shape 94">
              <a:extLst>
                <a:ext uri="{FF2B5EF4-FFF2-40B4-BE49-F238E27FC236}">
                  <a16:creationId xmlns:a16="http://schemas.microsoft.com/office/drawing/2014/main" id="{3DF97889-9C46-01D7-B07E-2F01D809F0F7}"/>
                </a:ext>
              </a:extLst>
            </p:cNvPr>
            <p:cNvSpPr/>
            <p:nvPr>
              <p:custDataLst>
                <p:tags r:id="rId55"/>
              </p:custDataLst>
            </p:nvPr>
          </p:nvSpPr>
          <p:spPr>
            <a:xfrm>
              <a:off x="10420081" y="5151860"/>
              <a:ext cx="26849" cy="26731"/>
            </a:xfrm>
            <a:custGeom>
              <a:avLst/>
              <a:gdLst>
                <a:gd name="connsiteX0" fmla="*/ 27045 w 26849"/>
                <a:gd name="connsiteY0" fmla="*/ 13440 h 26731"/>
                <a:gd name="connsiteX1" fmla="*/ 13620 w 26849"/>
                <a:gd name="connsiteY1" fmla="*/ 74 h 26731"/>
                <a:gd name="connsiteX2" fmla="*/ 195 w 26849"/>
                <a:gd name="connsiteY2" fmla="*/ 13440 h 26731"/>
                <a:gd name="connsiteX3" fmla="*/ 13620 w 26849"/>
                <a:gd name="connsiteY3" fmla="*/ 26805 h 26731"/>
                <a:gd name="connsiteX4" fmla="*/ 27045 w 26849"/>
                <a:gd name="connsiteY4" fmla="*/ 13440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45" y="13440"/>
                  </a:moveTo>
                  <a:cubicBezTo>
                    <a:pt x="27045" y="6126"/>
                    <a:pt x="20965" y="74"/>
                    <a:pt x="13620" y="74"/>
                  </a:cubicBezTo>
                  <a:cubicBezTo>
                    <a:pt x="6274" y="74"/>
                    <a:pt x="195" y="6126"/>
                    <a:pt x="195" y="13440"/>
                  </a:cubicBezTo>
                  <a:cubicBezTo>
                    <a:pt x="195" y="20753"/>
                    <a:pt x="6274" y="26805"/>
                    <a:pt x="13620" y="26805"/>
                  </a:cubicBezTo>
                  <a:cubicBezTo>
                    <a:pt x="20965" y="26805"/>
                    <a:pt x="27045" y="20753"/>
                    <a:pt x="27045" y="13440"/>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6" name="Freeform: Shape 95">
              <a:extLst>
                <a:ext uri="{FF2B5EF4-FFF2-40B4-BE49-F238E27FC236}">
                  <a16:creationId xmlns:a16="http://schemas.microsoft.com/office/drawing/2014/main" id="{C1A8EA03-2448-44B5-E03E-226625DE3197}"/>
                </a:ext>
              </a:extLst>
            </p:cNvPr>
            <p:cNvSpPr/>
            <p:nvPr>
              <p:custDataLst>
                <p:tags r:id="rId56"/>
              </p:custDataLst>
            </p:nvPr>
          </p:nvSpPr>
          <p:spPr>
            <a:xfrm>
              <a:off x="10491201" y="5010637"/>
              <a:ext cx="83587" cy="167954"/>
            </a:xfrm>
            <a:custGeom>
              <a:avLst/>
              <a:gdLst>
                <a:gd name="connsiteX0" fmla="*/ 52123 w 83587"/>
                <a:gd name="connsiteY0" fmla="*/ 6631 h 167954"/>
                <a:gd name="connsiteX1" fmla="*/ 46298 w 83587"/>
                <a:gd name="connsiteY1" fmla="*/ 74 h 167954"/>
                <a:gd name="connsiteX2" fmla="*/ 198 w 83587"/>
                <a:gd name="connsiteY2" fmla="*/ 16214 h 167954"/>
                <a:gd name="connsiteX3" fmla="*/ 198 w 83587"/>
                <a:gd name="connsiteY3" fmla="*/ 24031 h 167954"/>
                <a:gd name="connsiteX4" fmla="*/ 33380 w 83587"/>
                <a:gd name="connsiteY4" fmla="*/ 17475 h 167954"/>
                <a:gd name="connsiteX5" fmla="*/ 33380 w 83587"/>
                <a:gd name="connsiteY5" fmla="*/ 148106 h 167954"/>
                <a:gd name="connsiteX6" fmla="*/ 9823 w 83587"/>
                <a:gd name="connsiteY6" fmla="*/ 160211 h 167954"/>
                <a:gd name="connsiteX7" fmla="*/ 1718 w 83587"/>
                <a:gd name="connsiteY7" fmla="*/ 160211 h 167954"/>
                <a:gd name="connsiteX8" fmla="*/ 1718 w 83587"/>
                <a:gd name="connsiteY8" fmla="*/ 168029 h 167954"/>
                <a:gd name="connsiteX9" fmla="*/ 42752 w 83587"/>
                <a:gd name="connsiteY9" fmla="*/ 167272 h 167954"/>
                <a:gd name="connsiteX10" fmla="*/ 83785 w 83587"/>
                <a:gd name="connsiteY10" fmla="*/ 168029 h 167954"/>
                <a:gd name="connsiteX11" fmla="*/ 83785 w 83587"/>
                <a:gd name="connsiteY11" fmla="*/ 160211 h 167954"/>
                <a:gd name="connsiteX12" fmla="*/ 75680 w 83587"/>
                <a:gd name="connsiteY12" fmla="*/ 160211 h 167954"/>
                <a:gd name="connsiteX13" fmla="*/ 52123 w 83587"/>
                <a:gd name="connsiteY13" fmla="*/ 148106 h 167954"/>
                <a:gd name="connsiteX14" fmla="*/ 52123 w 83587"/>
                <a:gd name="connsiteY14" fmla="*/ 6631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123" y="6631"/>
                  </a:moveTo>
                  <a:cubicBezTo>
                    <a:pt x="52123" y="578"/>
                    <a:pt x="52123" y="74"/>
                    <a:pt x="46298" y="74"/>
                  </a:cubicBezTo>
                  <a:cubicBezTo>
                    <a:pt x="30593" y="16214"/>
                    <a:pt x="8303" y="16214"/>
                    <a:pt x="198" y="16214"/>
                  </a:cubicBezTo>
                  <a:lnTo>
                    <a:pt x="198" y="24031"/>
                  </a:lnTo>
                  <a:cubicBezTo>
                    <a:pt x="5264" y="24031"/>
                    <a:pt x="20208" y="24031"/>
                    <a:pt x="33380" y="17475"/>
                  </a:cubicBezTo>
                  <a:lnTo>
                    <a:pt x="33380" y="148106"/>
                  </a:lnTo>
                  <a:cubicBezTo>
                    <a:pt x="33380" y="157185"/>
                    <a:pt x="32620" y="160211"/>
                    <a:pt x="9823" y="160211"/>
                  </a:cubicBezTo>
                  <a:lnTo>
                    <a:pt x="1718" y="160211"/>
                  </a:lnTo>
                  <a:lnTo>
                    <a:pt x="1718" y="168029"/>
                  </a:lnTo>
                  <a:cubicBezTo>
                    <a:pt x="10583" y="167272"/>
                    <a:pt x="32620" y="167272"/>
                    <a:pt x="42752" y="167272"/>
                  </a:cubicBezTo>
                  <a:cubicBezTo>
                    <a:pt x="52883" y="167272"/>
                    <a:pt x="74920" y="167272"/>
                    <a:pt x="83785" y="168029"/>
                  </a:cubicBezTo>
                  <a:lnTo>
                    <a:pt x="83785" y="160211"/>
                  </a:lnTo>
                  <a:lnTo>
                    <a:pt x="75680" y="160211"/>
                  </a:lnTo>
                  <a:cubicBezTo>
                    <a:pt x="52883" y="160211"/>
                    <a:pt x="52123" y="157437"/>
                    <a:pt x="52123" y="148106"/>
                  </a:cubicBezTo>
                  <a:lnTo>
                    <a:pt x="52123" y="663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7" name="Freeform: Shape 96">
              <a:extLst>
                <a:ext uri="{FF2B5EF4-FFF2-40B4-BE49-F238E27FC236}">
                  <a16:creationId xmlns:a16="http://schemas.microsoft.com/office/drawing/2014/main" id="{6912139B-15A0-DD8C-5650-383C6428E362}"/>
                </a:ext>
              </a:extLst>
            </p:cNvPr>
            <p:cNvSpPr/>
            <p:nvPr>
              <p:custDataLst>
                <p:tags r:id="rId57"/>
              </p:custDataLst>
            </p:nvPr>
          </p:nvSpPr>
          <p:spPr>
            <a:xfrm>
              <a:off x="10605944" y="5010637"/>
              <a:ext cx="105117" cy="173502"/>
            </a:xfrm>
            <a:custGeom>
              <a:avLst/>
              <a:gdLst>
                <a:gd name="connsiteX0" fmla="*/ 63020 w 105117"/>
                <a:gd name="connsiteY0" fmla="*/ 79260 h 173502"/>
                <a:gd name="connsiteX1" fmla="*/ 98481 w 105117"/>
                <a:gd name="connsiteY1" fmla="*/ 34875 h 173502"/>
                <a:gd name="connsiteX2" fmla="*/ 51875 w 105117"/>
                <a:gd name="connsiteY2" fmla="*/ 74 h 173502"/>
                <a:gd name="connsiteX3" fmla="*/ 7042 w 105117"/>
                <a:gd name="connsiteY3" fmla="*/ 34371 h 173502"/>
                <a:gd name="connsiteX4" fmla="*/ 19960 w 105117"/>
                <a:gd name="connsiteY4" fmla="*/ 47485 h 173502"/>
                <a:gd name="connsiteX5" fmla="*/ 32878 w 105117"/>
                <a:gd name="connsiteY5" fmla="*/ 34623 h 173502"/>
                <a:gd name="connsiteX6" fmla="*/ 17174 w 105117"/>
                <a:gd name="connsiteY6" fmla="*/ 22014 h 173502"/>
                <a:gd name="connsiteX7" fmla="*/ 50862 w 105117"/>
                <a:gd name="connsiteY7" fmla="*/ 6379 h 173502"/>
                <a:gd name="connsiteX8" fmla="*/ 75178 w 105117"/>
                <a:gd name="connsiteY8" fmla="*/ 34623 h 173502"/>
                <a:gd name="connsiteX9" fmla="*/ 68086 w 105117"/>
                <a:gd name="connsiteY9" fmla="*/ 63372 h 173502"/>
                <a:gd name="connsiteX10" fmla="*/ 45543 w 105117"/>
                <a:gd name="connsiteY10" fmla="*/ 76486 h 173502"/>
                <a:gd name="connsiteX11" fmla="*/ 35664 w 105117"/>
                <a:gd name="connsiteY11" fmla="*/ 77242 h 173502"/>
                <a:gd name="connsiteX12" fmla="*/ 31865 w 105117"/>
                <a:gd name="connsiteY12" fmla="*/ 80269 h 173502"/>
                <a:gd name="connsiteX13" fmla="*/ 37944 w 105117"/>
                <a:gd name="connsiteY13" fmla="*/ 83043 h 173502"/>
                <a:gd name="connsiteX14" fmla="*/ 49089 w 105117"/>
                <a:gd name="connsiteY14" fmla="*/ 83043 h 173502"/>
                <a:gd name="connsiteX15" fmla="*/ 79231 w 105117"/>
                <a:gd name="connsiteY15" fmla="*/ 124905 h 173502"/>
                <a:gd name="connsiteX16" fmla="*/ 50609 w 105117"/>
                <a:gd name="connsiteY16" fmla="*/ 166516 h 173502"/>
                <a:gd name="connsiteX17" fmla="*/ 11855 w 105117"/>
                <a:gd name="connsiteY17" fmla="*/ 147350 h 173502"/>
                <a:gd name="connsiteX18" fmla="*/ 28572 w 105117"/>
                <a:gd name="connsiteY18" fmla="*/ 133479 h 173502"/>
                <a:gd name="connsiteX19" fmla="*/ 14388 w 105117"/>
                <a:gd name="connsiteY19" fmla="*/ 119357 h 173502"/>
                <a:gd name="connsiteX20" fmla="*/ 203 w 105117"/>
                <a:gd name="connsiteY20" fmla="*/ 133984 h 173502"/>
                <a:gd name="connsiteX21" fmla="*/ 51369 w 105117"/>
                <a:gd name="connsiteY21" fmla="*/ 173577 h 173502"/>
                <a:gd name="connsiteX22" fmla="*/ 105320 w 105117"/>
                <a:gd name="connsiteY22" fmla="*/ 124905 h 173502"/>
                <a:gd name="connsiteX23" fmla="*/ 63020 w 105117"/>
                <a:gd name="connsiteY23" fmla="*/ 79260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17" h="173502">
                  <a:moveTo>
                    <a:pt x="63020" y="79260"/>
                  </a:moveTo>
                  <a:cubicBezTo>
                    <a:pt x="83790" y="72451"/>
                    <a:pt x="98481" y="54798"/>
                    <a:pt x="98481" y="34875"/>
                  </a:cubicBezTo>
                  <a:cubicBezTo>
                    <a:pt x="98481" y="14196"/>
                    <a:pt x="76191" y="74"/>
                    <a:pt x="51875" y="74"/>
                  </a:cubicBezTo>
                  <a:cubicBezTo>
                    <a:pt x="26292" y="74"/>
                    <a:pt x="7042" y="15205"/>
                    <a:pt x="7042" y="34371"/>
                  </a:cubicBezTo>
                  <a:cubicBezTo>
                    <a:pt x="7042" y="42693"/>
                    <a:pt x="12614" y="47485"/>
                    <a:pt x="19960" y="47485"/>
                  </a:cubicBezTo>
                  <a:cubicBezTo>
                    <a:pt x="27812" y="47485"/>
                    <a:pt x="32878" y="41937"/>
                    <a:pt x="32878" y="34623"/>
                  </a:cubicBezTo>
                  <a:cubicBezTo>
                    <a:pt x="32878" y="22014"/>
                    <a:pt x="20973" y="22014"/>
                    <a:pt x="17174" y="22014"/>
                  </a:cubicBezTo>
                  <a:cubicBezTo>
                    <a:pt x="25026" y="9657"/>
                    <a:pt x="41743" y="6379"/>
                    <a:pt x="50862" y="6379"/>
                  </a:cubicBezTo>
                  <a:cubicBezTo>
                    <a:pt x="61247" y="6379"/>
                    <a:pt x="75178" y="11927"/>
                    <a:pt x="75178" y="34623"/>
                  </a:cubicBezTo>
                  <a:cubicBezTo>
                    <a:pt x="75178" y="37649"/>
                    <a:pt x="74672" y="52276"/>
                    <a:pt x="68086" y="63372"/>
                  </a:cubicBezTo>
                  <a:cubicBezTo>
                    <a:pt x="60487" y="75477"/>
                    <a:pt x="51875" y="76234"/>
                    <a:pt x="45543" y="76486"/>
                  </a:cubicBezTo>
                  <a:cubicBezTo>
                    <a:pt x="43516" y="76738"/>
                    <a:pt x="37437" y="77242"/>
                    <a:pt x="35664" y="77242"/>
                  </a:cubicBezTo>
                  <a:cubicBezTo>
                    <a:pt x="33638" y="77495"/>
                    <a:pt x="31865" y="77747"/>
                    <a:pt x="31865" y="80269"/>
                  </a:cubicBezTo>
                  <a:cubicBezTo>
                    <a:pt x="31865" y="83043"/>
                    <a:pt x="33638" y="83043"/>
                    <a:pt x="37944" y="83043"/>
                  </a:cubicBezTo>
                  <a:lnTo>
                    <a:pt x="49089" y="83043"/>
                  </a:lnTo>
                  <a:cubicBezTo>
                    <a:pt x="69859" y="83043"/>
                    <a:pt x="79231" y="100191"/>
                    <a:pt x="79231" y="124905"/>
                  </a:cubicBezTo>
                  <a:cubicBezTo>
                    <a:pt x="79231" y="159202"/>
                    <a:pt x="61754" y="166516"/>
                    <a:pt x="50609" y="166516"/>
                  </a:cubicBezTo>
                  <a:cubicBezTo>
                    <a:pt x="39717" y="166516"/>
                    <a:pt x="20720" y="162229"/>
                    <a:pt x="11855" y="147350"/>
                  </a:cubicBezTo>
                  <a:cubicBezTo>
                    <a:pt x="20720" y="148611"/>
                    <a:pt x="28572" y="143063"/>
                    <a:pt x="28572" y="133479"/>
                  </a:cubicBezTo>
                  <a:cubicBezTo>
                    <a:pt x="28572" y="124401"/>
                    <a:pt x="21733" y="119357"/>
                    <a:pt x="14388" y="119357"/>
                  </a:cubicBezTo>
                  <a:cubicBezTo>
                    <a:pt x="8308" y="119357"/>
                    <a:pt x="203" y="122888"/>
                    <a:pt x="203" y="133984"/>
                  </a:cubicBezTo>
                  <a:cubicBezTo>
                    <a:pt x="203" y="156933"/>
                    <a:pt x="23759" y="173577"/>
                    <a:pt x="51369" y="173577"/>
                  </a:cubicBezTo>
                  <a:cubicBezTo>
                    <a:pt x="82270" y="173577"/>
                    <a:pt x="105320" y="150628"/>
                    <a:pt x="105320" y="124905"/>
                  </a:cubicBezTo>
                  <a:cubicBezTo>
                    <a:pt x="105320" y="104226"/>
                    <a:pt x="89363" y="84556"/>
                    <a:pt x="63020" y="79260"/>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8" name="Freeform: Shape 97">
              <a:extLst>
                <a:ext uri="{FF2B5EF4-FFF2-40B4-BE49-F238E27FC236}">
                  <a16:creationId xmlns:a16="http://schemas.microsoft.com/office/drawing/2014/main" id="{94911994-3083-76D0-BC2C-A273225D7125}"/>
                </a:ext>
              </a:extLst>
            </p:cNvPr>
            <p:cNvSpPr/>
            <p:nvPr>
              <p:custDataLst>
                <p:tags r:id="rId58"/>
              </p:custDataLst>
            </p:nvPr>
          </p:nvSpPr>
          <p:spPr>
            <a:xfrm>
              <a:off x="10734618" y="5010637"/>
              <a:ext cx="101064" cy="173502"/>
            </a:xfrm>
            <a:custGeom>
              <a:avLst/>
              <a:gdLst>
                <a:gd name="connsiteX0" fmla="*/ 101272 w 101064"/>
                <a:gd name="connsiteY0" fmla="*/ 117340 h 173502"/>
                <a:gd name="connsiteX1" fmla="*/ 53147 w 101064"/>
                <a:gd name="connsiteY1" fmla="*/ 62111 h 173502"/>
                <a:gd name="connsiteX2" fmla="*/ 20978 w 101064"/>
                <a:gd name="connsiteY2" fmla="*/ 74973 h 173502"/>
                <a:gd name="connsiteX3" fmla="*/ 20978 w 101064"/>
                <a:gd name="connsiteY3" fmla="*/ 25797 h 173502"/>
                <a:gd name="connsiteX4" fmla="*/ 42508 w 101064"/>
                <a:gd name="connsiteY4" fmla="*/ 29075 h 173502"/>
                <a:gd name="connsiteX5" fmla="*/ 91394 w 101064"/>
                <a:gd name="connsiteY5" fmla="*/ 2848 h 173502"/>
                <a:gd name="connsiteX6" fmla="*/ 88861 w 101064"/>
                <a:gd name="connsiteY6" fmla="*/ 74 h 173502"/>
                <a:gd name="connsiteX7" fmla="*/ 86835 w 101064"/>
                <a:gd name="connsiteY7" fmla="*/ 830 h 173502"/>
                <a:gd name="connsiteX8" fmla="*/ 52387 w 101064"/>
                <a:gd name="connsiteY8" fmla="*/ 8144 h 173502"/>
                <a:gd name="connsiteX9" fmla="*/ 18699 w 101064"/>
                <a:gd name="connsiteY9" fmla="*/ 1083 h 173502"/>
                <a:gd name="connsiteX10" fmla="*/ 15659 w 101064"/>
                <a:gd name="connsiteY10" fmla="*/ 326 h 173502"/>
                <a:gd name="connsiteX11" fmla="*/ 13126 w 101064"/>
                <a:gd name="connsiteY11" fmla="*/ 6379 h 173502"/>
                <a:gd name="connsiteX12" fmla="*/ 13126 w 101064"/>
                <a:gd name="connsiteY12" fmla="*/ 81025 h 173502"/>
                <a:gd name="connsiteX13" fmla="*/ 16672 w 101064"/>
                <a:gd name="connsiteY13" fmla="*/ 87582 h 173502"/>
                <a:gd name="connsiteX14" fmla="*/ 19965 w 101064"/>
                <a:gd name="connsiteY14" fmla="*/ 85312 h 173502"/>
                <a:gd name="connsiteX15" fmla="*/ 52640 w 101064"/>
                <a:gd name="connsiteY15" fmla="*/ 67659 h 173502"/>
                <a:gd name="connsiteX16" fmla="*/ 74170 w 101064"/>
                <a:gd name="connsiteY16" fmla="*/ 83799 h 173502"/>
                <a:gd name="connsiteX17" fmla="*/ 78729 w 101064"/>
                <a:gd name="connsiteY17" fmla="*/ 115574 h 173502"/>
                <a:gd name="connsiteX18" fmla="*/ 72650 w 101064"/>
                <a:gd name="connsiteY18" fmla="*/ 150124 h 173502"/>
                <a:gd name="connsiteX19" fmla="*/ 45548 w 101064"/>
                <a:gd name="connsiteY19" fmla="*/ 166516 h 173502"/>
                <a:gd name="connsiteX20" fmla="*/ 8313 w 101064"/>
                <a:gd name="connsiteY20" fmla="*/ 138271 h 173502"/>
                <a:gd name="connsiteX21" fmla="*/ 12619 w 101064"/>
                <a:gd name="connsiteY21" fmla="*/ 138775 h 173502"/>
                <a:gd name="connsiteX22" fmla="*/ 25284 w 101064"/>
                <a:gd name="connsiteY22" fmla="*/ 126418 h 173502"/>
                <a:gd name="connsiteX23" fmla="*/ 12619 w 101064"/>
                <a:gd name="connsiteY23" fmla="*/ 114061 h 173502"/>
                <a:gd name="connsiteX24" fmla="*/ 208 w 101064"/>
                <a:gd name="connsiteY24" fmla="*/ 127427 h 173502"/>
                <a:gd name="connsiteX25" fmla="*/ 46054 w 101064"/>
                <a:gd name="connsiteY25" fmla="*/ 173577 h 173502"/>
                <a:gd name="connsiteX26" fmla="*/ 101272 w 101064"/>
                <a:gd name="connsiteY26" fmla="*/ 117340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1064" h="173502">
                  <a:moveTo>
                    <a:pt x="101272" y="117340"/>
                  </a:moveTo>
                  <a:cubicBezTo>
                    <a:pt x="101272" y="87330"/>
                    <a:pt x="80502" y="62111"/>
                    <a:pt x="53147" y="62111"/>
                  </a:cubicBezTo>
                  <a:cubicBezTo>
                    <a:pt x="40988" y="62111"/>
                    <a:pt x="30097" y="66146"/>
                    <a:pt x="20978" y="74973"/>
                  </a:cubicBezTo>
                  <a:lnTo>
                    <a:pt x="20978" y="25797"/>
                  </a:lnTo>
                  <a:cubicBezTo>
                    <a:pt x="26044" y="27310"/>
                    <a:pt x="34403" y="29075"/>
                    <a:pt x="42508" y="29075"/>
                  </a:cubicBezTo>
                  <a:cubicBezTo>
                    <a:pt x="73663" y="29075"/>
                    <a:pt x="91394" y="6126"/>
                    <a:pt x="91394" y="2848"/>
                  </a:cubicBezTo>
                  <a:cubicBezTo>
                    <a:pt x="91394" y="1335"/>
                    <a:pt x="90634" y="74"/>
                    <a:pt x="88861" y="74"/>
                  </a:cubicBezTo>
                  <a:cubicBezTo>
                    <a:pt x="88608" y="74"/>
                    <a:pt x="88101" y="74"/>
                    <a:pt x="86835" y="830"/>
                  </a:cubicBezTo>
                  <a:cubicBezTo>
                    <a:pt x="81769" y="3100"/>
                    <a:pt x="69357" y="8144"/>
                    <a:pt x="52387" y="8144"/>
                  </a:cubicBezTo>
                  <a:cubicBezTo>
                    <a:pt x="42255" y="8144"/>
                    <a:pt x="30603" y="6379"/>
                    <a:pt x="18699" y="1083"/>
                  </a:cubicBezTo>
                  <a:cubicBezTo>
                    <a:pt x="16672" y="326"/>
                    <a:pt x="16166" y="326"/>
                    <a:pt x="15659" y="326"/>
                  </a:cubicBezTo>
                  <a:cubicBezTo>
                    <a:pt x="13126" y="326"/>
                    <a:pt x="13126" y="2344"/>
                    <a:pt x="13126" y="6379"/>
                  </a:cubicBezTo>
                  <a:lnTo>
                    <a:pt x="13126" y="81025"/>
                  </a:lnTo>
                  <a:cubicBezTo>
                    <a:pt x="13126" y="85564"/>
                    <a:pt x="13126" y="87582"/>
                    <a:pt x="16672" y="87582"/>
                  </a:cubicBezTo>
                  <a:cubicBezTo>
                    <a:pt x="18445" y="87582"/>
                    <a:pt x="18952" y="86825"/>
                    <a:pt x="19965" y="85312"/>
                  </a:cubicBezTo>
                  <a:cubicBezTo>
                    <a:pt x="22751" y="81277"/>
                    <a:pt x="32123" y="67659"/>
                    <a:pt x="52640" y="67659"/>
                  </a:cubicBezTo>
                  <a:cubicBezTo>
                    <a:pt x="65811" y="67659"/>
                    <a:pt x="72144" y="79260"/>
                    <a:pt x="74170" y="83799"/>
                  </a:cubicBezTo>
                  <a:cubicBezTo>
                    <a:pt x="78223" y="93130"/>
                    <a:pt x="78729" y="102965"/>
                    <a:pt x="78729" y="115574"/>
                  </a:cubicBezTo>
                  <a:cubicBezTo>
                    <a:pt x="78729" y="124401"/>
                    <a:pt x="78729" y="139532"/>
                    <a:pt x="72650" y="150124"/>
                  </a:cubicBezTo>
                  <a:cubicBezTo>
                    <a:pt x="66571" y="159959"/>
                    <a:pt x="57199" y="166516"/>
                    <a:pt x="45548" y="166516"/>
                  </a:cubicBezTo>
                  <a:cubicBezTo>
                    <a:pt x="27057" y="166516"/>
                    <a:pt x="12619" y="153150"/>
                    <a:pt x="8313" y="138271"/>
                  </a:cubicBezTo>
                  <a:cubicBezTo>
                    <a:pt x="9073" y="138523"/>
                    <a:pt x="9833" y="138775"/>
                    <a:pt x="12619" y="138775"/>
                  </a:cubicBezTo>
                  <a:cubicBezTo>
                    <a:pt x="20978" y="138775"/>
                    <a:pt x="25284" y="132471"/>
                    <a:pt x="25284" y="126418"/>
                  </a:cubicBezTo>
                  <a:cubicBezTo>
                    <a:pt x="25284" y="120366"/>
                    <a:pt x="20978" y="114061"/>
                    <a:pt x="12619" y="114061"/>
                  </a:cubicBezTo>
                  <a:cubicBezTo>
                    <a:pt x="9073" y="114061"/>
                    <a:pt x="208" y="115827"/>
                    <a:pt x="208" y="127427"/>
                  </a:cubicBezTo>
                  <a:cubicBezTo>
                    <a:pt x="208" y="149115"/>
                    <a:pt x="17685" y="173577"/>
                    <a:pt x="46054" y="173577"/>
                  </a:cubicBezTo>
                  <a:cubicBezTo>
                    <a:pt x="75436" y="173577"/>
                    <a:pt x="101272" y="149367"/>
                    <a:pt x="101272" y="117340"/>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9" name="Freeform: Shape 98">
              <a:extLst>
                <a:ext uri="{FF2B5EF4-FFF2-40B4-BE49-F238E27FC236}">
                  <a16:creationId xmlns:a16="http://schemas.microsoft.com/office/drawing/2014/main" id="{BB2D8827-92F1-C050-0279-55472DEB9D48}"/>
                </a:ext>
              </a:extLst>
            </p:cNvPr>
            <p:cNvSpPr/>
            <p:nvPr>
              <p:custDataLst>
                <p:tags r:id="rId59"/>
              </p:custDataLst>
            </p:nvPr>
          </p:nvSpPr>
          <p:spPr>
            <a:xfrm>
              <a:off x="10996215" y="4966758"/>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0" name="Freeform: Shape 99">
              <a:extLst>
                <a:ext uri="{FF2B5EF4-FFF2-40B4-BE49-F238E27FC236}">
                  <a16:creationId xmlns:a16="http://schemas.microsoft.com/office/drawing/2014/main" id="{5877793A-FAE4-9DA0-5C99-AD692F9F05CC}"/>
                </a:ext>
              </a:extLst>
            </p:cNvPr>
            <p:cNvSpPr/>
            <p:nvPr>
              <p:custDataLst>
                <p:tags r:id="rId60"/>
              </p:custDataLst>
            </p:nvPr>
          </p:nvSpPr>
          <p:spPr>
            <a:xfrm>
              <a:off x="11333085" y="5116807"/>
              <a:ext cx="67123" cy="14626"/>
            </a:xfrm>
            <a:custGeom>
              <a:avLst/>
              <a:gdLst>
                <a:gd name="connsiteX0" fmla="*/ 67355 w 67123"/>
                <a:gd name="connsiteY0" fmla="*/ 14701 h 14626"/>
                <a:gd name="connsiteX1" fmla="*/ 67355 w 67123"/>
                <a:gd name="connsiteY1" fmla="*/ 74 h 14626"/>
                <a:gd name="connsiteX2" fmla="*/ 232 w 67123"/>
                <a:gd name="connsiteY2" fmla="*/ 74 h 14626"/>
                <a:gd name="connsiteX3" fmla="*/ 232 w 67123"/>
                <a:gd name="connsiteY3" fmla="*/ 14701 h 14626"/>
                <a:gd name="connsiteX4" fmla="*/ 67355 w 67123"/>
                <a:gd name="connsiteY4" fmla="*/ 14701 h 1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23" h="14626">
                  <a:moveTo>
                    <a:pt x="67355" y="14701"/>
                  </a:moveTo>
                  <a:lnTo>
                    <a:pt x="67355" y="74"/>
                  </a:lnTo>
                  <a:lnTo>
                    <a:pt x="232" y="74"/>
                  </a:lnTo>
                  <a:lnTo>
                    <a:pt x="232" y="14701"/>
                  </a:lnTo>
                  <a:lnTo>
                    <a:pt x="67355" y="1470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1" name="Freeform: Shape 100">
              <a:extLst>
                <a:ext uri="{FF2B5EF4-FFF2-40B4-BE49-F238E27FC236}">
                  <a16:creationId xmlns:a16="http://schemas.microsoft.com/office/drawing/2014/main" id="{88427632-BCE4-5D5F-8B61-33170AE0FFCD}"/>
                </a:ext>
              </a:extLst>
            </p:cNvPr>
            <p:cNvSpPr/>
            <p:nvPr>
              <p:custDataLst>
                <p:tags r:id="rId61"/>
              </p:custDataLst>
            </p:nvPr>
          </p:nvSpPr>
          <p:spPr>
            <a:xfrm>
              <a:off x="11437274" y="5010637"/>
              <a:ext cx="83587" cy="167954"/>
            </a:xfrm>
            <a:custGeom>
              <a:avLst/>
              <a:gdLst>
                <a:gd name="connsiteX0" fmla="*/ 52161 w 83587"/>
                <a:gd name="connsiteY0" fmla="*/ 6631 h 167954"/>
                <a:gd name="connsiteX1" fmla="*/ 46335 w 83587"/>
                <a:gd name="connsiteY1" fmla="*/ 74 h 167954"/>
                <a:gd name="connsiteX2" fmla="*/ 235 w 83587"/>
                <a:gd name="connsiteY2" fmla="*/ 16214 h 167954"/>
                <a:gd name="connsiteX3" fmla="*/ 235 w 83587"/>
                <a:gd name="connsiteY3" fmla="*/ 24031 h 167954"/>
                <a:gd name="connsiteX4" fmla="*/ 33417 w 83587"/>
                <a:gd name="connsiteY4" fmla="*/ 17475 h 167954"/>
                <a:gd name="connsiteX5" fmla="*/ 33417 w 83587"/>
                <a:gd name="connsiteY5" fmla="*/ 148106 h 167954"/>
                <a:gd name="connsiteX6" fmla="*/ 9860 w 83587"/>
                <a:gd name="connsiteY6" fmla="*/ 160211 h 167954"/>
                <a:gd name="connsiteX7" fmla="*/ 1755 w 83587"/>
                <a:gd name="connsiteY7" fmla="*/ 160211 h 167954"/>
                <a:gd name="connsiteX8" fmla="*/ 1755 w 83587"/>
                <a:gd name="connsiteY8" fmla="*/ 168029 h 167954"/>
                <a:gd name="connsiteX9" fmla="*/ 42789 w 83587"/>
                <a:gd name="connsiteY9" fmla="*/ 167272 h 167954"/>
                <a:gd name="connsiteX10" fmla="*/ 83822 w 83587"/>
                <a:gd name="connsiteY10" fmla="*/ 168029 h 167954"/>
                <a:gd name="connsiteX11" fmla="*/ 83822 w 83587"/>
                <a:gd name="connsiteY11" fmla="*/ 160211 h 167954"/>
                <a:gd name="connsiteX12" fmla="*/ 75717 w 83587"/>
                <a:gd name="connsiteY12" fmla="*/ 160211 h 167954"/>
                <a:gd name="connsiteX13" fmla="*/ 52161 w 83587"/>
                <a:gd name="connsiteY13" fmla="*/ 148106 h 167954"/>
                <a:gd name="connsiteX14" fmla="*/ 52161 w 83587"/>
                <a:gd name="connsiteY14" fmla="*/ 6631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161" y="6631"/>
                  </a:moveTo>
                  <a:cubicBezTo>
                    <a:pt x="52161" y="578"/>
                    <a:pt x="52161" y="74"/>
                    <a:pt x="46335" y="74"/>
                  </a:cubicBezTo>
                  <a:cubicBezTo>
                    <a:pt x="30631" y="16214"/>
                    <a:pt x="8341" y="16214"/>
                    <a:pt x="235" y="16214"/>
                  </a:cubicBezTo>
                  <a:lnTo>
                    <a:pt x="235" y="24031"/>
                  </a:lnTo>
                  <a:cubicBezTo>
                    <a:pt x="5301" y="24031"/>
                    <a:pt x="20246" y="24031"/>
                    <a:pt x="33417" y="17475"/>
                  </a:cubicBezTo>
                  <a:lnTo>
                    <a:pt x="33417" y="148106"/>
                  </a:lnTo>
                  <a:cubicBezTo>
                    <a:pt x="33417" y="157185"/>
                    <a:pt x="32657" y="160211"/>
                    <a:pt x="9860" y="160211"/>
                  </a:cubicBezTo>
                  <a:lnTo>
                    <a:pt x="1755" y="160211"/>
                  </a:lnTo>
                  <a:lnTo>
                    <a:pt x="1755" y="168029"/>
                  </a:lnTo>
                  <a:cubicBezTo>
                    <a:pt x="10620" y="167272"/>
                    <a:pt x="32657" y="167272"/>
                    <a:pt x="42789" y="167272"/>
                  </a:cubicBezTo>
                  <a:cubicBezTo>
                    <a:pt x="52921" y="167272"/>
                    <a:pt x="74957" y="167272"/>
                    <a:pt x="83822" y="168029"/>
                  </a:cubicBezTo>
                  <a:lnTo>
                    <a:pt x="83822" y="160211"/>
                  </a:lnTo>
                  <a:lnTo>
                    <a:pt x="75717" y="160211"/>
                  </a:lnTo>
                  <a:cubicBezTo>
                    <a:pt x="52921" y="160211"/>
                    <a:pt x="52161" y="157437"/>
                    <a:pt x="52161" y="148106"/>
                  </a:cubicBezTo>
                  <a:lnTo>
                    <a:pt x="52161" y="663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2" name="Freeform: Shape 101">
              <a:extLst>
                <a:ext uri="{FF2B5EF4-FFF2-40B4-BE49-F238E27FC236}">
                  <a16:creationId xmlns:a16="http://schemas.microsoft.com/office/drawing/2014/main" id="{7546DFBC-BE36-882C-6B3E-543F209D8D8F}"/>
                </a:ext>
              </a:extLst>
            </p:cNvPr>
            <p:cNvSpPr/>
            <p:nvPr>
              <p:custDataLst>
                <p:tags r:id="rId62"/>
              </p:custDataLst>
            </p:nvPr>
          </p:nvSpPr>
          <p:spPr>
            <a:xfrm>
              <a:off x="11563162" y="5151860"/>
              <a:ext cx="26849" cy="26731"/>
            </a:xfrm>
            <a:custGeom>
              <a:avLst/>
              <a:gdLst>
                <a:gd name="connsiteX0" fmla="*/ 27089 w 26849"/>
                <a:gd name="connsiteY0" fmla="*/ 13440 h 26731"/>
                <a:gd name="connsiteX1" fmla="*/ 13665 w 26849"/>
                <a:gd name="connsiteY1" fmla="*/ 74 h 26731"/>
                <a:gd name="connsiteX2" fmla="*/ 240 w 26849"/>
                <a:gd name="connsiteY2" fmla="*/ 13440 h 26731"/>
                <a:gd name="connsiteX3" fmla="*/ 13665 w 26849"/>
                <a:gd name="connsiteY3" fmla="*/ 26805 h 26731"/>
                <a:gd name="connsiteX4" fmla="*/ 27089 w 26849"/>
                <a:gd name="connsiteY4" fmla="*/ 13440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89" y="13440"/>
                  </a:moveTo>
                  <a:cubicBezTo>
                    <a:pt x="27089" y="6126"/>
                    <a:pt x="21010" y="74"/>
                    <a:pt x="13665" y="74"/>
                  </a:cubicBezTo>
                  <a:cubicBezTo>
                    <a:pt x="6319" y="74"/>
                    <a:pt x="240" y="6126"/>
                    <a:pt x="240" y="13440"/>
                  </a:cubicBezTo>
                  <a:cubicBezTo>
                    <a:pt x="240" y="20753"/>
                    <a:pt x="6319" y="26805"/>
                    <a:pt x="13665" y="26805"/>
                  </a:cubicBezTo>
                  <a:cubicBezTo>
                    <a:pt x="21010" y="26805"/>
                    <a:pt x="27089" y="20753"/>
                    <a:pt x="27089" y="13440"/>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3" name="Freeform: Shape 102">
              <a:extLst>
                <a:ext uri="{FF2B5EF4-FFF2-40B4-BE49-F238E27FC236}">
                  <a16:creationId xmlns:a16="http://schemas.microsoft.com/office/drawing/2014/main" id="{F3580E03-A5EC-8672-0F3F-CF66660F65B3}"/>
                </a:ext>
              </a:extLst>
            </p:cNvPr>
            <p:cNvSpPr/>
            <p:nvPr>
              <p:custDataLst>
                <p:tags r:id="rId63"/>
              </p:custDataLst>
            </p:nvPr>
          </p:nvSpPr>
          <p:spPr>
            <a:xfrm>
              <a:off x="11622377" y="5010637"/>
              <a:ext cx="105117" cy="173502"/>
            </a:xfrm>
            <a:custGeom>
              <a:avLst/>
              <a:gdLst>
                <a:gd name="connsiteX0" fmla="*/ 82564 w 105117"/>
                <a:gd name="connsiteY0" fmla="*/ 87834 h 173502"/>
                <a:gd name="connsiteX1" fmla="*/ 82564 w 105117"/>
                <a:gd name="connsiteY1" fmla="*/ 95904 h 173502"/>
                <a:gd name="connsiteX2" fmla="*/ 41530 w 105117"/>
                <a:gd name="connsiteY2" fmla="*/ 166516 h 173502"/>
                <a:gd name="connsiteX3" fmla="*/ 16707 w 105117"/>
                <a:gd name="connsiteY3" fmla="*/ 157437 h 173502"/>
                <a:gd name="connsiteX4" fmla="*/ 29878 w 105117"/>
                <a:gd name="connsiteY4" fmla="*/ 145837 h 173502"/>
                <a:gd name="connsiteX5" fmla="*/ 18227 w 105117"/>
                <a:gd name="connsiteY5" fmla="*/ 134236 h 173502"/>
                <a:gd name="connsiteX6" fmla="*/ 6575 w 105117"/>
                <a:gd name="connsiteY6" fmla="*/ 146341 h 173502"/>
                <a:gd name="connsiteX7" fmla="*/ 41783 w 105117"/>
                <a:gd name="connsiteY7" fmla="*/ 173577 h 173502"/>
                <a:gd name="connsiteX8" fmla="*/ 105360 w 105117"/>
                <a:gd name="connsiteY8" fmla="*/ 85060 h 173502"/>
                <a:gd name="connsiteX9" fmla="*/ 53688 w 105117"/>
                <a:gd name="connsiteY9" fmla="*/ 74 h 173502"/>
                <a:gd name="connsiteX10" fmla="*/ 16454 w 105117"/>
                <a:gd name="connsiteY10" fmla="*/ 15962 h 173502"/>
                <a:gd name="connsiteX11" fmla="*/ 243 w 105117"/>
                <a:gd name="connsiteY11" fmla="*/ 56815 h 173502"/>
                <a:gd name="connsiteX12" fmla="*/ 50902 w 105117"/>
                <a:gd name="connsiteY12" fmla="*/ 113053 h 173502"/>
                <a:gd name="connsiteX13" fmla="*/ 82564 w 105117"/>
                <a:gd name="connsiteY13" fmla="*/ 87834 h 173502"/>
                <a:gd name="connsiteX14" fmla="*/ 51155 w 105117"/>
                <a:gd name="connsiteY14" fmla="*/ 107252 h 173502"/>
                <a:gd name="connsiteX15" fmla="*/ 27599 w 105117"/>
                <a:gd name="connsiteY15" fmla="*/ 91365 h 173502"/>
                <a:gd name="connsiteX16" fmla="*/ 23040 w 105117"/>
                <a:gd name="connsiteY16" fmla="*/ 57068 h 173502"/>
                <a:gd name="connsiteX17" fmla="*/ 28359 w 105117"/>
                <a:gd name="connsiteY17" fmla="*/ 22266 h 173502"/>
                <a:gd name="connsiteX18" fmla="*/ 53688 w 105117"/>
                <a:gd name="connsiteY18" fmla="*/ 6379 h 173502"/>
                <a:gd name="connsiteX19" fmla="*/ 78004 w 105117"/>
                <a:gd name="connsiteY19" fmla="*/ 26301 h 173502"/>
                <a:gd name="connsiteX20" fmla="*/ 82057 w 105117"/>
                <a:gd name="connsiteY20" fmla="*/ 61859 h 173502"/>
                <a:gd name="connsiteX21" fmla="*/ 51155 w 105117"/>
                <a:gd name="connsiteY21" fmla="*/ 107252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5117" h="173502">
                  <a:moveTo>
                    <a:pt x="82564" y="87834"/>
                  </a:moveTo>
                  <a:lnTo>
                    <a:pt x="82564" y="95904"/>
                  </a:lnTo>
                  <a:cubicBezTo>
                    <a:pt x="82564" y="154915"/>
                    <a:pt x="56221" y="166516"/>
                    <a:pt x="41530" y="166516"/>
                  </a:cubicBezTo>
                  <a:cubicBezTo>
                    <a:pt x="37224" y="166516"/>
                    <a:pt x="23546" y="166011"/>
                    <a:pt x="16707" y="157437"/>
                  </a:cubicBezTo>
                  <a:cubicBezTo>
                    <a:pt x="27852" y="157437"/>
                    <a:pt x="29878" y="150124"/>
                    <a:pt x="29878" y="145837"/>
                  </a:cubicBezTo>
                  <a:cubicBezTo>
                    <a:pt x="29878" y="138019"/>
                    <a:pt x="23799" y="134236"/>
                    <a:pt x="18227" y="134236"/>
                  </a:cubicBezTo>
                  <a:cubicBezTo>
                    <a:pt x="14174" y="134236"/>
                    <a:pt x="6575" y="136506"/>
                    <a:pt x="6575" y="146341"/>
                  </a:cubicBezTo>
                  <a:cubicBezTo>
                    <a:pt x="6575" y="163237"/>
                    <a:pt x="20253" y="173577"/>
                    <a:pt x="41783" y="173577"/>
                  </a:cubicBezTo>
                  <a:cubicBezTo>
                    <a:pt x="74458" y="173577"/>
                    <a:pt x="105360" y="139280"/>
                    <a:pt x="105360" y="85060"/>
                  </a:cubicBezTo>
                  <a:cubicBezTo>
                    <a:pt x="105360" y="17222"/>
                    <a:pt x="76231" y="74"/>
                    <a:pt x="53688" y="74"/>
                  </a:cubicBezTo>
                  <a:cubicBezTo>
                    <a:pt x="39757" y="74"/>
                    <a:pt x="27346" y="4613"/>
                    <a:pt x="16454" y="15962"/>
                  </a:cubicBezTo>
                  <a:cubicBezTo>
                    <a:pt x="6069" y="27310"/>
                    <a:pt x="243" y="37902"/>
                    <a:pt x="243" y="56815"/>
                  </a:cubicBezTo>
                  <a:cubicBezTo>
                    <a:pt x="243" y="88338"/>
                    <a:pt x="22533" y="113053"/>
                    <a:pt x="50902" y="113053"/>
                  </a:cubicBezTo>
                  <a:cubicBezTo>
                    <a:pt x="66353" y="113053"/>
                    <a:pt x="76738" y="102461"/>
                    <a:pt x="82564" y="87834"/>
                  </a:cubicBezTo>
                  <a:close/>
                  <a:moveTo>
                    <a:pt x="51155" y="107252"/>
                  </a:moveTo>
                  <a:cubicBezTo>
                    <a:pt x="47102" y="107252"/>
                    <a:pt x="35451" y="107252"/>
                    <a:pt x="27599" y="91365"/>
                  </a:cubicBezTo>
                  <a:cubicBezTo>
                    <a:pt x="23040" y="82034"/>
                    <a:pt x="23040" y="69425"/>
                    <a:pt x="23040" y="57068"/>
                  </a:cubicBezTo>
                  <a:cubicBezTo>
                    <a:pt x="23040" y="43450"/>
                    <a:pt x="23040" y="31597"/>
                    <a:pt x="28359" y="22266"/>
                  </a:cubicBezTo>
                  <a:cubicBezTo>
                    <a:pt x="35198" y="9657"/>
                    <a:pt x="44823" y="6379"/>
                    <a:pt x="53688" y="6379"/>
                  </a:cubicBezTo>
                  <a:cubicBezTo>
                    <a:pt x="65340" y="6379"/>
                    <a:pt x="73698" y="14953"/>
                    <a:pt x="78004" y="26301"/>
                  </a:cubicBezTo>
                  <a:cubicBezTo>
                    <a:pt x="81044" y="34371"/>
                    <a:pt x="82057" y="50259"/>
                    <a:pt x="82057" y="61859"/>
                  </a:cubicBezTo>
                  <a:cubicBezTo>
                    <a:pt x="82057" y="82790"/>
                    <a:pt x="73445" y="107252"/>
                    <a:pt x="51155" y="107252"/>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4" name="Freeform: Shape 103">
              <a:extLst>
                <a:ext uri="{FF2B5EF4-FFF2-40B4-BE49-F238E27FC236}">
                  <a16:creationId xmlns:a16="http://schemas.microsoft.com/office/drawing/2014/main" id="{D15E8052-5687-00F8-D523-DE6847410512}"/>
                </a:ext>
              </a:extLst>
            </p:cNvPr>
            <p:cNvSpPr/>
            <p:nvPr>
              <p:custDataLst>
                <p:tags r:id="rId64"/>
              </p:custDataLst>
            </p:nvPr>
          </p:nvSpPr>
          <p:spPr>
            <a:xfrm>
              <a:off x="12062338" y="4966758"/>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5" name="Freeform: Shape 104">
              <a:extLst>
                <a:ext uri="{FF2B5EF4-FFF2-40B4-BE49-F238E27FC236}">
                  <a16:creationId xmlns:a16="http://schemas.microsoft.com/office/drawing/2014/main" id="{B2A7192F-720E-EB0C-9304-3FF5575CE8AB}"/>
                </a:ext>
              </a:extLst>
            </p:cNvPr>
            <p:cNvSpPr/>
            <p:nvPr>
              <p:custDataLst>
                <p:tags r:id="rId65"/>
              </p:custDataLst>
            </p:nvPr>
          </p:nvSpPr>
          <p:spPr>
            <a:xfrm>
              <a:off x="12616941" y="5010637"/>
              <a:ext cx="106636" cy="173502"/>
            </a:xfrm>
            <a:custGeom>
              <a:avLst/>
              <a:gdLst>
                <a:gd name="connsiteX0" fmla="*/ 106919 w 106636"/>
                <a:gd name="connsiteY0" fmla="*/ 87330 h 173502"/>
                <a:gd name="connsiteX1" fmla="*/ 96787 w 106636"/>
                <a:gd name="connsiteY1" fmla="*/ 28319 h 173502"/>
                <a:gd name="connsiteX2" fmla="*/ 53727 w 106636"/>
                <a:gd name="connsiteY2" fmla="*/ 74 h 173502"/>
                <a:gd name="connsiteX3" fmla="*/ 9654 w 106636"/>
                <a:gd name="connsiteY3" fmla="*/ 30084 h 173502"/>
                <a:gd name="connsiteX4" fmla="*/ 282 w 106636"/>
                <a:gd name="connsiteY4" fmla="*/ 87330 h 173502"/>
                <a:gd name="connsiteX5" fmla="*/ 11680 w 106636"/>
                <a:gd name="connsiteY5" fmla="*/ 148106 h 173502"/>
                <a:gd name="connsiteX6" fmla="*/ 53474 w 106636"/>
                <a:gd name="connsiteY6" fmla="*/ 173577 h 173502"/>
                <a:gd name="connsiteX7" fmla="*/ 97547 w 106636"/>
                <a:gd name="connsiteY7" fmla="*/ 144323 h 173502"/>
                <a:gd name="connsiteX8" fmla="*/ 106919 w 106636"/>
                <a:gd name="connsiteY8" fmla="*/ 87330 h 173502"/>
                <a:gd name="connsiteX9" fmla="*/ 53474 w 106636"/>
                <a:gd name="connsiteY9" fmla="*/ 168029 h 173502"/>
                <a:gd name="connsiteX10" fmla="*/ 24092 w 106636"/>
                <a:gd name="connsiteY10" fmla="*/ 137514 h 173502"/>
                <a:gd name="connsiteX11" fmla="*/ 21306 w 106636"/>
                <a:gd name="connsiteY11" fmla="*/ 84304 h 173502"/>
                <a:gd name="connsiteX12" fmla="*/ 23332 w 106636"/>
                <a:gd name="connsiteY12" fmla="*/ 37902 h 173502"/>
                <a:gd name="connsiteX13" fmla="*/ 53474 w 106636"/>
                <a:gd name="connsiteY13" fmla="*/ 5622 h 173502"/>
                <a:gd name="connsiteX14" fmla="*/ 83363 w 106636"/>
                <a:gd name="connsiteY14" fmla="*/ 35128 h 173502"/>
                <a:gd name="connsiteX15" fmla="*/ 85896 w 106636"/>
                <a:gd name="connsiteY15" fmla="*/ 84304 h 173502"/>
                <a:gd name="connsiteX16" fmla="*/ 83109 w 106636"/>
                <a:gd name="connsiteY16" fmla="*/ 136506 h 173502"/>
                <a:gd name="connsiteX17" fmla="*/ 53474 w 106636"/>
                <a:gd name="connsiteY17" fmla="*/ 168029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919" y="87330"/>
                  </a:moveTo>
                  <a:cubicBezTo>
                    <a:pt x="106919" y="67155"/>
                    <a:pt x="105653" y="46980"/>
                    <a:pt x="96787" y="28319"/>
                  </a:cubicBezTo>
                  <a:cubicBezTo>
                    <a:pt x="85136" y="4109"/>
                    <a:pt x="64366" y="74"/>
                    <a:pt x="53727" y="74"/>
                  </a:cubicBezTo>
                  <a:cubicBezTo>
                    <a:pt x="38530" y="74"/>
                    <a:pt x="20039" y="6631"/>
                    <a:pt x="9654" y="30084"/>
                  </a:cubicBezTo>
                  <a:cubicBezTo>
                    <a:pt x="1549" y="47485"/>
                    <a:pt x="282" y="67155"/>
                    <a:pt x="282" y="87330"/>
                  </a:cubicBezTo>
                  <a:cubicBezTo>
                    <a:pt x="282" y="106244"/>
                    <a:pt x="1295" y="128940"/>
                    <a:pt x="11680" y="148106"/>
                  </a:cubicBezTo>
                  <a:cubicBezTo>
                    <a:pt x="22572" y="168533"/>
                    <a:pt x="41063" y="173577"/>
                    <a:pt x="53474" y="173577"/>
                  </a:cubicBezTo>
                  <a:cubicBezTo>
                    <a:pt x="67152" y="173577"/>
                    <a:pt x="86402" y="168281"/>
                    <a:pt x="97547" y="144323"/>
                  </a:cubicBezTo>
                  <a:cubicBezTo>
                    <a:pt x="105653" y="126923"/>
                    <a:pt x="106919" y="107252"/>
                    <a:pt x="106919" y="87330"/>
                  </a:cubicBezTo>
                  <a:close/>
                  <a:moveTo>
                    <a:pt x="53474" y="168029"/>
                  </a:moveTo>
                  <a:cubicBezTo>
                    <a:pt x="43596" y="168029"/>
                    <a:pt x="28651" y="161724"/>
                    <a:pt x="24092" y="137514"/>
                  </a:cubicBezTo>
                  <a:cubicBezTo>
                    <a:pt x="21306" y="122383"/>
                    <a:pt x="21306" y="99182"/>
                    <a:pt x="21306" y="84304"/>
                  </a:cubicBezTo>
                  <a:cubicBezTo>
                    <a:pt x="21306" y="68164"/>
                    <a:pt x="21306" y="51520"/>
                    <a:pt x="23332" y="37902"/>
                  </a:cubicBezTo>
                  <a:cubicBezTo>
                    <a:pt x="28145" y="7892"/>
                    <a:pt x="47142" y="5622"/>
                    <a:pt x="53474" y="5622"/>
                  </a:cubicBezTo>
                  <a:cubicBezTo>
                    <a:pt x="61833" y="5622"/>
                    <a:pt x="78550" y="10161"/>
                    <a:pt x="83363" y="35128"/>
                  </a:cubicBezTo>
                  <a:cubicBezTo>
                    <a:pt x="85896" y="49250"/>
                    <a:pt x="85896" y="68416"/>
                    <a:pt x="85896" y="84304"/>
                  </a:cubicBezTo>
                  <a:cubicBezTo>
                    <a:pt x="85896" y="103217"/>
                    <a:pt x="85896" y="120366"/>
                    <a:pt x="83109" y="136506"/>
                  </a:cubicBezTo>
                  <a:cubicBezTo>
                    <a:pt x="79310" y="160463"/>
                    <a:pt x="64872" y="168029"/>
                    <a:pt x="53474" y="168029"/>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6" name="Freeform: Shape 105">
              <a:extLst>
                <a:ext uri="{FF2B5EF4-FFF2-40B4-BE49-F238E27FC236}">
                  <a16:creationId xmlns:a16="http://schemas.microsoft.com/office/drawing/2014/main" id="{9296B1E8-9A0E-E3CE-A336-D931476CB508}"/>
                </a:ext>
              </a:extLst>
            </p:cNvPr>
            <p:cNvSpPr/>
            <p:nvPr>
              <p:custDataLst>
                <p:tags r:id="rId66"/>
              </p:custDataLst>
            </p:nvPr>
          </p:nvSpPr>
          <p:spPr>
            <a:xfrm>
              <a:off x="12755493" y="5151860"/>
              <a:ext cx="26849" cy="26731"/>
            </a:xfrm>
            <a:custGeom>
              <a:avLst/>
              <a:gdLst>
                <a:gd name="connsiteX0" fmla="*/ 27136 w 26849"/>
                <a:gd name="connsiteY0" fmla="*/ 13440 h 26731"/>
                <a:gd name="connsiteX1" fmla="*/ 13712 w 26849"/>
                <a:gd name="connsiteY1" fmla="*/ 74 h 26731"/>
                <a:gd name="connsiteX2" fmla="*/ 287 w 26849"/>
                <a:gd name="connsiteY2" fmla="*/ 13440 h 26731"/>
                <a:gd name="connsiteX3" fmla="*/ 13712 w 26849"/>
                <a:gd name="connsiteY3" fmla="*/ 26805 h 26731"/>
                <a:gd name="connsiteX4" fmla="*/ 27136 w 26849"/>
                <a:gd name="connsiteY4" fmla="*/ 13440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136" y="13440"/>
                  </a:moveTo>
                  <a:cubicBezTo>
                    <a:pt x="27136" y="6126"/>
                    <a:pt x="21057" y="74"/>
                    <a:pt x="13712" y="74"/>
                  </a:cubicBezTo>
                  <a:cubicBezTo>
                    <a:pt x="6366" y="74"/>
                    <a:pt x="287" y="6126"/>
                    <a:pt x="287" y="13440"/>
                  </a:cubicBezTo>
                  <a:cubicBezTo>
                    <a:pt x="287" y="20753"/>
                    <a:pt x="6366" y="26805"/>
                    <a:pt x="13712" y="26805"/>
                  </a:cubicBezTo>
                  <a:cubicBezTo>
                    <a:pt x="21057" y="26805"/>
                    <a:pt x="27136" y="20753"/>
                    <a:pt x="27136" y="13440"/>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7" name="Freeform: Shape 106">
              <a:extLst>
                <a:ext uri="{FF2B5EF4-FFF2-40B4-BE49-F238E27FC236}">
                  <a16:creationId xmlns:a16="http://schemas.microsoft.com/office/drawing/2014/main" id="{2EEB764E-6A2A-3CA3-DA0E-B1940CB35F6C}"/>
                </a:ext>
              </a:extLst>
            </p:cNvPr>
            <p:cNvSpPr/>
            <p:nvPr>
              <p:custDataLst>
                <p:tags r:id="rId67"/>
              </p:custDataLst>
            </p:nvPr>
          </p:nvSpPr>
          <p:spPr>
            <a:xfrm>
              <a:off x="12826613" y="5010637"/>
              <a:ext cx="83587" cy="167954"/>
            </a:xfrm>
            <a:custGeom>
              <a:avLst/>
              <a:gdLst>
                <a:gd name="connsiteX0" fmla="*/ 52215 w 83587"/>
                <a:gd name="connsiteY0" fmla="*/ 6631 h 167954"/>
                <a:gd name="connsiteX1" fmla="*/ 46390 w 83587"/>
                <a:gd name="connsiteY1" fmla="*/ 74 h 167954"/>
                <a:gd name="connsiteX2" fmla="*/ 290 w 83587"/>
                <a:gd name="connsiteY2" fmla="*/ 16214 h 167954"/>
                <a:gd name="connsiteX3" fmla="*/ 290 w 83587"/>
                <a:gd name="connsiteY3" fmla="*/ 24031 h 167954"/>
                <a:gd name="connsiteX4" fmla="*/ 33472 w 83587"/>
                <a:gd name="connsiteY4" fmla="*/ 17475 h 167954"/>
                <a:gd name="connsiteX5" fmla="*/ 33472 w 83587"/>
                <a:gd name="connsiteY5" fmla="*/ 148106 h 167954"/>
                <a:gd name="connsiteX6" fmla="*/ 9915 w 83587"/>
                <a:gd name="connsiteY6" fmla="*/ 160211 h 167954"/>
                <a:gd name="connsiteX7" fmla="*/ 1810 w 83587"/>
                <a:gd name="connsiteY7" fmla="*/ 160211 h 167954"/>
                <a:gd name="connsiteX8" fmla="*/ 1810 w 83587"/>
                <a:gd name="connsiteY8" fmla="*/ 168029 h 167954"/>
                <a:gd name="connsiteX9" fmla="*/ 42843 w 83587"/>
                <a:gd name="connsiteY9" fmla="*/ 167272 h 167954"/>
                <a:gd name="connsiteX10" fmla="*/ 83877 w 83587"/>
                <a:gd name="connsiteY10" fmla="*/ 168029 h 167954"/>
                <a:gd name="connsiteX11" fmla="*/ 83877 w 83587"/>
                <a:gd name="connsiteY11" fmla="*/ 160211 h 167954"/>
                <a:gd name="connsiteX12" fmla="*/ 75772 w 83587"/>
                <a:gd name="connsiteY12" fmla="*/ 160211 h 167954"/>
                <a:gd name="connsiteX13" fmla="*/ 52215 w 83587"/>
                <a:gd name="connsiteY13" fmla="*/ 148106 h 167954"/>
                <a:gd name="connsiteX14" fmla="*/ 52215 w 83587"/>
                <a:gd name="connsiteY14" fmla="*/ 6631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215" y="6631"/>
                  </a:moveTo>
                  <a:cubicBezTo>
                    <a:pt x="52215" y="578"/>
                    <a:pt x="52215" y="74"/>
                    <a:pt x="46390" y="74"/>
                  </a:cubicBezTo>
                  <a:cubicBezTo>
                    <a:pt x="30685" y="16214"/>
                    <a:pt x="8395" y="16214"/>
                    <a:pt x="290" y="16214"/>
                  </a:cubicBezTo>
                  <a:lnTo>
                    <a:pt x="290" y="24031"/>
                  </a:lnTo>
                  <a:cubicBezTo>
                    <a:pt x="5356" y="24031"/>
                    <a:pt x="20300" y="24031"/>
                    <a:pt x="33472" y="17475"/>
                  </a:cubicBezTo>
                  <a:lnTo>
                    <a:pt x="33472" y="148106"/>
                  </a:lnTo>
                  <a:cubicBezTo>
                    <a:pt x="33472" y="157185"/>
                    <a:pt x="32712" y="160211"/>
                    <a:pt x="9915" y="160211"/>
                  </a:cubicBezTo>
                  <a:lnTo>
                    <a:pt x="1810" y="160211"/>
                  </a:lnTo>
                  <a:lnTo>
                    <a:pt x="1810" y="168029"/>
                  </a:lnTo>
                  <a:cubicBezTo>
                    <a:pt x="10675" y="167272"/>
                    <a:pt x="32712" y="167272"/>
                    <a:pt x="42843" y="167272"/>
                  </a:cubicBezTo>
                  <a:cubicBezTo>
                    <a:pt x="52975" y="167272"/>
                    <a:pt x="75012" y="167272"/>
                    <a:pt x="83877" y="168029"/>
                  </a:cubicBezTo>
                  <a:lnTo>
                    <a:pt x="83877" y="160211"/>
                  </a:lnTo>
                  <a:lnTo>
                    <a:pt x="75772" y="160211"/>
                  </a:lnTo>
                  <a:cubicBezTo>
                    <a:pt x="52975" y="160211"/>
                    <a:pt x="52215" y="157437"/>
                    <a:pt x="52215" y="148106"/>
                  </a:cubicBezTo>
                  <a:lnTo>
                    <a:pt x="52215" y="663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8" name="Freeform: Shape 107">
              <a:extLst>
                <a:ext uri="{FF2B5EF4-FFF2-40B4-BE49-F238E27FC236}">
                  <a16:creationId xmlns:a16="http://schemas.microsoft.com/office/drawing/2014/main" id="{F3448E3C-F9C0-54E8-CF14-6777EB31B4AB}"/>
                </a:ext>
              </a:extLst>
            </p:cNvPr>
            <p:cNvSpPr/>
            <p:nvPr>
              <p:custDataLst>
                <p:tags r:id="rId68"/>
              </p:custDataLst>
            </p:nvPr>
          </p:nvSpPr>
          <p:spPr>
            <a:xfrm>
              <a:off x="12937810" y="5007863"/>
              <a:ext cx="112209" cy="170728"/>
            </a:xfrm>
            <a:custGeom>
              <a:avLst/>
              <a:gdLst>
                <a:gd name="connsiteX0" fmla="*/ 67671 w 112209"/>
                <a:gd name="connsiteY0" fmla="*/ 129192 h 170728"/>
                <a:gd name="connsiteX1" fmla="*/ 67671 w 112209"/>
                <a:gd name="connsiteY1" fmla="*/ 151132 h 170728"/>
                <a:gd name="connsiteX2" fmla="*/ 48421 w 112209"/>
                <a:gd name="connsiteY2" fmla="*/ 162985 h 170728"/>
                <a:gd name="connsiteX3" fmla="*/ 43102 w 112209"/>
                <a:gd name="connsiteY3" fmla="*/ 162985 h 170728"/>
                <a:gd name="connsiteX4" fmla="*/ 43102 w 112209"/>
                <a:gd name="connsiteY4" fmla="*/ 170803 h 170728"/>
                <a:gd name="connsiteX5" fmla="*/ 77296 w 112209"/>
                <a:gd name="connsiteY5" fmla="*/ 170046 h 170728"/>
                <a:gd name="connsiteX6" fmla="*/ 111744 w 112209"/>
                <a:gd name="connsiteY6" fmla="*/ 170803 h 170728"/>
                <a:gd name="connsiteX7" fmla="*/ 111744 w 112209"/>
                <a:gd name="connsiteY7" fmla="*/ 162985 h 170728"/>
                <a:gd name="connsiteX8" fmla="*/ 106425 w 112209"/>
                <a:gd name="connsiteY8" fmla="*/ 162985 h 170728"/>
                <a:gd name="connsiteX9" fmla="*/ 87175 w 112209"/>
                <a:gd name="connsiteY9" fmla="*/ 151132 h 170728"/>
                <a:gd name="connsiteX10" fmla="*/ 87175 w 112209"/>
                <a:gd name="connsiteY10" fmla="*/ 129192 h 170728"/>
                <a:gd name="connsiteX11" fmla="*/ 112504 w 112209"/>
                <a:gd name="connsiteY11" fmla="*/ 129192 h 170728"/>
                <a:gd name="connsiteX12" fmla="*/ 112504 w 112209"/>
                <a:gd name="connsiteY12" fmla="*/ 121375 h 170728"/>
                <a:gd name="connsiteX13" fmla="*/ 87175 w 112209"/>
                <a:gd name="connsiteY13" fmla="*/ 121375 h 170728"/>
                <a:gd name="connsiteX14" fmla="*/ 87175 w 112209"/>
                <a:gd name="connsiteY14" fmla="*/ 6631 h 170728"/>
                <a:gd name="connsiteX15" fmla="*/ 83122 w 112209"/>
                <a:gd name="connsiteY15" fmla="*/ 74 h 170728"/>
                <a:gd name="connsiteX16" fmla="*/ 78056 w 112209"/>
                <a:gd name="connsiteY16" fmla="*/ 3100 h 170728"/>
                <a:gd name="connsiteX17" fmla="*/ 295 w 112209"/>
                <a:gd name="connsiteY17" fmla="*/ 121375 h 170728"/>
                <a:gd name="connsiteX18" fmla="*/ 295 w 112209"/>
                <a:gd name="connsiteY18" fmla="*/ 129192 h 170728"/>
                <a:gd name="connsiteX19" fmla="*/ 67671 w 112209"/>
                <a:gd name="connsiteY19" fmla="*/ 129192 h 170728"/>
                <a:gd name="connsiteX20" fmla="*/ 69191 w 112209"/>
                <a:gd name="connsiteY20" fmla="*/ 121375 h 170728"/>
                <a:gd name="connsiteX21" fmla="*/ 7387 w 112209"/>
                <a:gd name="connsiteY21" fmla="*/ 121375 h 170728"/>
                <a:gd name="connsiteX22" fmla="*/ 69191 w 112209"/>
                <a:gd name="connsiteY22" fmla="*/ 27310 h 170728"/>
                <a:gd name="connsiteX23" fmla="*/ 69191 w 112209"/>
                <a:gd name="connsiteY23" fmla="*/ 121375 h 17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2209" h="170728">
                  <a:moveTo>
                    <a:pt x="67671" y="129192"/>
                  </a:moveTo>
                  <a:lnTo>
                    <a:pt x="67671" y="151132"/>
                  </a:lnTo>
                  <a:cubicBezTo>
                    <a:pt x="67671" y="160211"/>
                    <a:pt x="67165" y="162985"/>
                    <a:pt x="48421" y="162985"/>
                  </a:cubicBezTo>
                  <a:lnTo>
                    <a:pt x="43102" y="162985"/>
                  </a:lnTo>
                  <a:lnTo>
                    <a:pt x="43102" y="170803"/>
                  </a:lnTo>
                  <a:cubicBezTo>
                    <a:pt x="53487" y="170046"/>
                    <a:pt x="66658" y="170046"/>
                    <a:pt x="77296" y="170046"/>
                  </a:cubicBezTo>
                  <a:cubicBezTo>
                    <a:pt x="87935" y="170046"/>
                    <a:pt x="101359" y="170046"/>
                    <a:pt x="111744" y="170803"/>
                  </a:cubicBezTo>
                  <a:lnTo>
                    <a:pt x="111744" y="162985"/>
                  </a:lnTo>
                  <a:lnTo>
                    <a:pt x="106425" y="162985"/>
                  </a:lnTo>
                  <a:cubicBezTo>
                    <a:pt x="87681" y="162985"/>
                    <a:pt x="87175" y="160211"/>
                    <a:pt x="87175" y="151132"/>
                  </a:cubicBezTo>
                  <a:lnTo>
                    <a:pt x="87175" y="129192"/>
                  </a:lnTo>
                  <a:lnTo>
                    <a:pt x="112504" y="129192"/>
                  </a:lnTo>
                  <a:lnTo>
                    <a:pt x="112504" y="121375"/>
                  </a:lnTo>
                  <a:lnTo>
                    <a:pt x="87175" y="121375"/>
                  </a:lnTo>
                  <a:lnTo>
                    <a:pt x="87175" y="6631"/>
                  </a:lnTo>
                  <a:cubicBezTo>
                    <a:pt x="87175" y="1587"/>
                    <a:pt x="87175" y="74"/>
                    <a:pt x="83122" y="74"/>
                  </a:cubicBezTo>
                  <a:cubicBezTo>
                    <a:pt x="80843" y="74"/>
                    <a:pt x="80083" y="74"/>
                    <a:pt x="78056" y="3100"/>
                  </a:cubicBezTo>
                  <a:lnTo>
                    <a:pt x="295" y="121375"/>
                  </a:lnTo>
                  <a:lnTo>
                    <a:pt x="295" y="129192"/>
                  </a:lnTo>
                  <a:lnTo>
                    <a:pt x="67671" y="129192"/>
                  </a:lnTo>
                  <a:close/>
                  <a:moveTo>
                    <a:pt x="69191" y="121375"/>
                  </a:moveTo>
                  <a:lnTo>
                    <a:pt x="7387" y="121375"/>
                  </a:lnTo>
                  <a:lnTo>
                    <a:pt x="69191" y="27310"/>
                  </a:lnTo>
                  <a:lnTo>
                    <a:pt x="69191" y="121375"/>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09" name="Freeform: Shape 108">
              <a:extLst>
                <a:ext uri="{FF2B5EF4-FFF2-40B4-BE49-F238E27FC236}">
                  <a16:creationId xmlns:a16="http://schemas.microsoft.com/office/drawing/2014/main" id="{5CAC4179-A900-14AB-77D3-F5030B033E48}"/>
                </a:ext>
              </a:extLst>
            </p:cNvPr>
            <p:cNvSpPr/>
            <p:nvPr>
              <p:custDataLst>
                <p:tags r:id="rId69"/>
              </p:custDataLst>
            </p:nvPr>
          </p:nvSpPr>
          <p:spPr>
            <a:xfrm>
              <a:off x="13068003" y="5010637"/>
              <a:ext cx="105117" cy="173502"/>
            </a:xfrm>
            <a:custGeom>
              <a:avLst/>
              <a:gdLst>
                <a:gd name="connsiteX0" fmla="*/ 82621 w 105117"/>
                <a:gd name="connsiteY0" fmla="*/ 87834 h 173502"/>
                <a:gd name="connsiteX1" fmla="*/ 82621 w 105117"/>
                <a:gd name="connsiteY1" fmla="*/ 95904 h 173502"/>
                <a:gd name="connsiteX2" fmla="*/ 41587 w 105117"/>
                <a:gd name="connsiteY2" fmla="*/ 166516 h 173502"/>
                <a:gd name="connsiteX3" fmla="*/ 16764 w 105117"/>
                <a:gd name="connsiteY3" fmla="*/ 157437 h 173502"/>
                <a:gd name="connsiteX4" fmla="*/ 29935 w 105117"/>
                <a:gd name="connsiteY4" fmla="*/ 145837 h 173502"/>
                <a:gd name="connsiteX5" fmla="*/ 18284 w 105117"/>
                <a:gd name="connsiteY5" fmla="*/ 134236 h 173502"/>
                <a:gd name="connsiteX6" fmla="*/ 6632 w 105117"/>
                <a:gd name="connsiteY6" fmla="*/ 146341 h 173502"/>
                <a:gd name="connsiteX7" fmla="*/ 41840 w 105117"/>
                <a:gd name="connsiteY7" fmla="*/ 173577 h 173502"/>
                <a:gd name="connsiteX8" fmla="*/ 105417 w 105117"/>
                <a:gd name="connsiteY8" fmla="*/ 85060 h 173502"/>
                <a:gd name="connsiteX9" fmla="*/ 53745 w 105117"/>
                <a:gd name="connsiteY9" fmla="*/ 74 h 173502"/>
                <a:gd name="connsiteX10" fmla="*/ 16511 w 105117"/>
                <a:gd name="connsiteY10" fmla="*/ 15962 h 173502"/>
                <a:gd name="connsiteX11" fmla="*/ 300 w 105117"/>
                <a:gd name="connsiteY11" fmla="*/ 56815 h 173502"/>
                <a:gd name="connsiteX12" fmla="*/ 50959 w 105117"/>
                <a:gd name="connsiteY12" fmla="*/ 113053 h 173502"/>
                <a:gd name="connsiteX13" fmla="*/ 82621 w 105117"/>
                <a:gd name="connsiteY13" fmla="*/ 87834 h 173502"/>
                <a:gd name="connsiteX14" fmla="*/ 51212 w 105117"/>
                <a:gd name="connsiteY14" fmla="*/ 107252 h 173502"/>
                <a:gd name="connsiteX15" fmla="*/ 27656 w 105117"/>
                <a:gd name="connsiteY15" fmla="*/ 91365 h 173502"/>
                <a:gd name="connsiteX16" fmla="*/ 23096 w 105117"/>
                <a:gd name="connsiteY16" fmla="*/ 57068 h 173502"/>
                <a:gd name="connsiteX17" fmla="*/ 28416 w 105117"/>
                <a:gd name="connsiteY17" fmla="*/ 22266 h 173502"/>
                <a:gd name="connsiteX18" fmla="*/ 53745 w 105117"/>
                <a:gd name="connsiteY18" fmla="*/ 6379 h 173502"/>
                <a:gd name="connsiteX19" fmla="*/ 78061 w 105117"/>
                <a:gd name="connsiteY19" fmla="*/ 26301 h 173502"/>
                <a:gd name="connsiteX20" fmla="*/ 82114 w 105117"/>
                <a:gd name="connsiteY20" fmla="*/ 61859 h 173502"/>
                <a:gd name="connsiteX21" fmla="*/ 51212 w 105117"/>
                <a:gd name="connsiteY21" fmla="*/ 107252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5117" h="173502">
                  <a:moveTo>
                    <a:pt x="82621" y="87834"/>
                  </a:moveTo>
                  <a:lnTo>
                    <a:pt x="82621" y="95904"/>
                  </a:lnTo>
                  <a:cubicBezTo>
                    <a:pt x="82621" y="154915"/>
                    <a:pt x="56278" y="166516"/>
                    <a:pt x="41587" y="166516"/>
                  </a:cubicBezTo>
                  <a:cubicBezTo>
                    <a:pt x="37281" y="166516"/>
                    <a:pt x="23603" y="166011"/>
                    <a:pt x="16764" y="157437"/>
                  </a:cubicBezTo>
                  <a:cubicBezTo>
                    <a:pt x="27909" y="157437"/>
                    <a:pt x="29935" y="150124"/>
                    <a:pt x="29935" y="145837"/>
                  </a:cubicBezTo>
                  <a:cubicBezTo>
                    <a:pt x="29935" y="138019"/>
                    <a:pt x="23856" y="134236"/>
                    <a:pt x="18284" y="134236"/>
                  </a:cubicBezTo>
                  <a:cubicBezTo>
                    <a:pt x="14231" y="134236"/>
                    <a:pt x="6632" y="136506"/>
                    <a:pt x="6632" y="146341"/>
                  </a:cubicBezTo>
                  <a:cubicBezTo>
                    <a:pt x="6632" y="163237"/>
                    <a:pt x="20310" y="173577"/>
                    <a:pt x="41840" y="173577"/>
                  </a:cubicBezTo>
                  <a:cubicBezTo>
                    <a:pt x="74515" y="173577"/>
                    <a:pt x="105417" y="139280"/>
                    <a:pt x="105417" y="85060"/>
                  </a:cubicBezTo>
                  <a:cubicBezTo>
                    <a:pt x="105417" y="17222"/>
                    <a:pt x="76288" y="74"/>
                    <a:pt x="53745" y="74"/>
                  </a:cubicBezTo>
                  <a:cubicBezTo>
                    <a:pt x="39814" y="74"/>
                    <a:pt x="27402" y="4613"/>
                    <a:pt x="16511" y="15962"/>
                  </a:cubicBezTo>
                  <a:cubicBezTo>
                    <a:pt x="6126" y="27310"/>
                    <a:pt x="300" y="37902"/>
                    <a:pt x="300" y="56815"/>
                  </a:cubicBezTo>
                  <a:cubicBezTo>
                    <a:pt x="300" y="88338"/>
                    <a:pt x="22590" y="113053"/>
                    <a:pt x="50959" y="113053"/>
                  </a:cubicBezTo>
                  <a:cubicBezTo>
                    <a:pt x="66410" y="113053"/>
                    <a:pt x="76795" y="102461"/>
                    <a:pt x="82621" y="87834"/>
                  </a:cubicBezTo>
                  <a:close/>
                  <a:moveTo>
                    <a:pt x="51212" y="107252"/>
                  </a:moveTo>
                  <a:cubicBezTo>
                    <a:pt x="47159" y="107252"/>
                    <a:pt x="35508" y="107252"/>
                    <a:pt x="27656" y="91365"/>
                  </a:cubicBezTo>
                  <a:cubicBezTo>
                    <a:pt x="23096" y="82034"/>
                    <a:pt x="23096" y="69425"/>
                    <a:pt x="23096" y="57068"/>
                  </a:cubicBezTo>
                  <a:cubicBezTo>
                    <a:pt x="23096" y="43450"/>
                    <a:pt x="23096" y="31597"/>
                    <a:pt x="28416" y="22266"/>
                  </a:cubicBezTo>
                  <a:cubicBezTo>
                    <a:pt x="35255" y="9657"/>
                    <a:pt x="44880" y="6379"/>
                    <a:pt x="53745" y="6379"/>
                  </a:cubicBezTo>
                  <a:cubicBezTo>
                    <a:pt x="65397" y="6379"/>
                    <a:pt x="73755" y="14953"/>
                    <a:pt x="78061" y="26301"/>
                  </a:cubicBezTo>
                  <a:cubicBezTo>
                    <a:pt x="81101" y="34371"/>
                    <a:pt x="82114" y="50259"/>
                    <a:pt x="82114" y="61859"/>
                  </a:cubicBezTo>
                  <a:cubicBezTo>
                    <a:pt x="82114" y="82790"/>
                    <a:pt x="73502" y="107252"/>
                    <a:pt x="51212" y="107252"/>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0" name="Freeform: Shape 109">
              <a:extLst>
                <a:ext uri="{FF2B5EF4-FFF2-40B4-BE49-F238E27FC236}">
                  <a16:creationId xmlns:a16="http://schemas.microsoft.com/office/drawing/2014/main" id="{1E9E0AE4-A906-9B43-3FB1-98EBE731F06B}"/>
                </a:ext>
              </a:extLst>
            </p:cNvPr>
            <p:cNvSpPr/>
            <p:nvPr>
              <p:custDataLst>
                <p:tags r:id="rId70"/>
              </p:custDataLst>
            </p:nvPr>
          </p:nvSpPr>
          <p:spPr>
            <a:xfrm>
              <a:off x="13718605" y="4966758"/>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1" name="Freeform: Shape 110">
              <a:extLst>
                <a:ext uri="{FF2B5EF4-FFF2-40B4-BE49-F238E27FC236}">
                  <a16:creationId xmlns:a16="http://schemas.microsoft.com/office/drawing/2014/main" id="{D88C0892-63B8-1A57-D8FA-A99AD6A333C2}"/>
                </a:ext>
              </a:extLst>
            </p:cNvPr>
            <p:cNvSpPr/>
            <p:nvPr>
              <p:custDataLst>
                <p:tags r:id="rId71"/>
              </p:custDataLst>
            </p:nvPr>
          </p:nvSpPr>
          <p:spPr>
            <a:xfrm>
              <a:off x="13922245" y="5010637"/>
              <a:ext cx="106636" cy="173502"/>
            </a:xfrm>
            <a:custGeom>
              <a:avLst/>
              <a:gdLst>
                <a:gd name="connsiteX0" fmla="*/ 106970 w 106636"/>
                <a:gd name="connsiteY0" fmla="*/ 87330 h 173502"/>
                <a:gd name="connsiteX1" fmla="*/ 96839 w 106636"/>
                <a:gd name="connsiteY1" fmla="*/ 28319 h 173502"/>
                <a:gd name="connsiteX2" fmla="*/ 53779 w 106636"/>
                <a:gd name="connsiteY2" fmla="*/ 74 h 173502"/>
                <a:gd name="connsiteX3" fmla="*/ 9705 w 106636"/>
                <a:gd name="connsiteY3" fmla="*/ 30084 h 173502"/>
                <a:gd name="connsiteX4" fmla="*/ 334 w 106636"/>
                <a:gd name="connsiteY4" fmla="*/ 87330 h 173502"/>
                <a:gd name="connsiteX5" fmla="*/ 11732 w 106636"/>
                <a:gd name="connsiteY5" fmla="*/ 148106 h 173502"/>
                <a:gd name="connsiteX6" fmla="*/ 53525 w 106636"/>
                <a:gd name="connsiteY6" fmla="*/ 173577 h 173502"/>
                <a:gd name="connsiteX7" fmla="*/ 97599 w 106636"/>
                <a:gd name="connsiteY7" fmla="*/ 144323 h 173502"/>
                <a:gd name="connsiteX8" fmla="*/ 106970 w 106636"/>
                <a:gd name="connsiteY8" fmla="*/ 87330 h 173502"/>
                <a:gd name="connsiteX9" fmla="*/ 53525 w 106636"/>
                <a:gd name="connsiteY9" fmla="*/ 168029 h 173502"/>
                <a:gd name="connsiteX10" fmla="*/ 24143 w 106636"/>
                <a:gd name="connsiteY10" fmla="*/ 137514 h 173502"/>
                <a:gd name="connsiteX11" fmla="*/ 21357 w 106636"/>
                <a:gd name="connsiteY11" fmla="*/ 84304 h 173502"/>
                <a:gd name="connsiteX12" fmla="*/ 23383 w 106636"/>
                <a:gd name="connsiteY12" fmla="*/ 37902 h 173502"/>
                <a:gd name="connsiteX13" fmla="*/ 53525 w 106636"/>
                <a:gd name="connsiteY13" fmla="*/ 5622 h 173502"/>
                <a:gd name="connsiteX14" fmla="*/ 83414 w 106636"/>
                <a:gd name="connsiteY14" fmla="*/ 35128 h 173502"/>
                <a:gd name="connsiteX15" fmla="*/ 85947 w 106636"/>
                <a:gd name="connsiteY15" fmla="*/ 84304 h 173502"/>
                <a:gd name="connsiteX16" fmla="*/ 83161 w 106636"/>
                <a:gd name="connsiteY16" fmla="*/ 136506 h 173502"/>
                <a:gd name="connsiteX17" fmla="*/ 53525 w 106636"/>
                <a:gd name="connsiteY17" fmla="*/ 168029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970" y="87330"/>
                  </a:moveTo>
                  <a:cubicBezTo>
                    <a:pt x="106970" y="67155"/>
                    <a:pt x="105704" y="46980"/>
                    <a:pt x="96839" y="28319"/>
                  </a:cubicBezTo>
                  <a:cubicBezTo>
                    <a:pt x="85187" y="4109"/>
                    <a:pt x="64417" y="74"/>
                    <a:pt x="53779" y="74"/>
                  </a:cubicBezTo>
                  <a:cubicBezTo>
                    <a:pt x="38581" y="74"/>
                    <a:pt x="20090" y="6631"/>
                    <a:pt x="9705" y="30084"/>
                  </a:cubicBezTo>
                  <a:cubicBezTo>
                    <a:pt x="1600" y="47485"/>
                    <a:pt x="334" y="67155"/>
                    <a:pt x="334" y="87330"/>
                  </a:cubicBezTo>
                  <a:cubicBezTo>
                    <a:pt x="334" y="106244"/>
                    <a:pt x="1347" y="128940"/>
                    <a:pt x="11732" y="148106"/>
                  </a:cubicBezTo>
                  <a:cubicBezTo>
                    <a:pt x="22623" y="168533"/>
                    <a:pt x="41114" y="173577"/>
                    <a:pt x="53525" y="173577"/>
                  </a:cubicBezTo>
                  <a:cubicBezTo>
                    <a:pt x="67203" y="173577"/>
                    <a:pt x="86454" y="168281"/>
                    <a:pt x="97599" y="144323"/>
                  </a:cubicBezTo>
                  <a:cubicBezTo>
                    <a:pt x="105704" y="126923"/>
                    <a:pt x="106970" y="107252"/>
                    <a:pt x="106970" y="87330"/>
                  </a:cubicBezTo>
                  <a:close/>
                  <a:moveTo>
                    <a:pt x="53525" y="168029"/>
                  </a:moveTo>
                  <a:cubicBezTo>
                    <a:pt x="43647" y="168029"/>
                    <a:pt x="28703" y="161724"/>
                    <a:pt x="24143" y="137514"/>
                  </a:cubicBezTo>
                  <a:cubicBezTo>
                    <a:pt x="21357" y="122383"/>
                    <a:pt x="21357" y="99182"/>
                    <a:pt x="21357" y="84304"/>
                  </a:cubicBezTo>
                  <a:cubicBezTo>
                    <a:pt x="21357" y="68164"/>
                    <a:pt x="21357" y="51520"/>
                    <a:pt x="23383" y="37902"/>
                  </a:cubicBezTo>
                  <a:cubicBezTo>
                    <a:pt x="28196" y="7892"/>
                    <a:pt x="47193" y="5622"/>
                    <a:pt x="53525" y="5622"/>
                  </a:cubicBezTo>
                  <a:cubicBezTo>
                    <a:pt x="61884" y="5622"/>
                    <a:pt x="78601" y="10161"/>
                    <a:pt x="83414" y="35128"/>
                  </a:cubicBezTo>
                  <a:cubicBezTo>
                    <a:pt x="85947" y="49250"/>
                    <a:pt x="85947" y="68416"/>
                    <a:pt x="85947" y="84304"/>
                  </a:cubicBezTo>
                  <a:cubicBezTo>
                    <a:pt x="85947" y="103217"/>
                    <a:pt x="85947" y="120366"/>
                    <a:pt x="83161" y="136506"/>
                  </a:cubicBezTo>
                  <a:cubicBezTo>
                    <a:pt x="79361" y="160463"/>
                    <a:pt x="64924" y="168029"/>
                    <a:pt x="53525" y="168029"/>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2" name="Freeform: Shape 111">
              <a:extLst>
                <a:ext uri="{FF2B5EF4-FFF2-40B4-BE49-F238E27FC236}">
                  <a16:creationId xmlns:a16="http://schemas.microsoft.com/office/drawing/2014/main" id="{50299658-F8CE-C239-F57B-1E8FB7375D42}"/>
                </a:ext>
              </a:extLst>
            </p:cNvPr>
            <p:cNvSpPr/>
            <p:nvPr>
              <p:custDataLst>
                <p:tags r:id="rId72"/>
              </p:custDataLst>
            </p:nvPr>
          </p:nvSpPr>
          <p:spPr>
            <a:xfrm>
              <a:off x="14060798" y="5151860"/>
              <a:ext cx="26849" cy="26731"/>
            </a:xfrm>
            <a:custGeom>
              <a:avLst/>
              <a:gdLst>
                <a:gd name="connsiteX0" fmla="*/ 27188 w 26849"/>
                <a:gd name="connsiteY0" fmla="*/ 13440 h 26731"/>
                <a:gd name="connsiteX1" fmla="*/ 13763 w 26849"/>
                <a:gd name="connsiteY1" fmla="*/ 74 h 26731"/>
                <a:gd name="connsiteX2" fmla="*/ 339 w 26849"/>
                <a:gd name="connsiteY2" fmla="*/ 13440 h 26731"/>
                <a:gd name="connsiteX3" fmla="*/ 13763 w 26849"/>
                <a:gd name="connsiteY3" fmla="*/ 26805 h 26731"/>
                <a:gd name="connsiteX4" fmla="*/ 27188 w 26849"/>
                <a:gd name="connsiteY4" fmla="*/ 13440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188" y="13440"/>
                  </a:moveTo>
                  <a:cubicBezTo>
                    <a:pt x="27188" y="6126"/>
                    <a:pt x="21109" y="74"/>
                    <a:pt x="13763" y="74"/>
                  </a:cubicBezTo>
                  <a:cubicBezTo>
                    <a:pt x="6418" y="74"/>
                    <a:pt x="339" y="6126"/>
                    <a:pt x="339" y="13440"/>
                  </a:cubicBezTo>
                  <a:cubicBezTo>
                    <a:pt x="339" y="20753"/>
                    <a:pt x="6418" y="26805"/>
                    <a:pt x="13763" y="26805"/>
                  </a:cubicBezTo>
                  <a:cubicBezTo>
                    <a:pt x="21109" y="26805"/>
                    <a:pt x="27188" y="20753"/>
                    <a:pt x="27188" y="13440"/>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3" name="Freeform: Shape 112">
              <a:extLst>
                <a:ext uri="{FF2B5EF4-FFF2-40B4-BE49-F238E27FC236}">
                  <a16:creationId xmlns:a16="http://schemas.microsoft.com/office/drawing/2014/main" id="{F494BFD9-39B5-AF5D-F75A-F807E6C0CAA8}"/>
                </a:ext>
              </a:extLst>
            </p:cNvPr>
            <p:cNvSpPr/>
            <p:nvPr>
              <p:custDataLst>
                <p:tags r:id="rId73"/>
              </p:custDataLst>
            </p:nvPr>
          </p:nvSpPr>
          <p:spPr>
            <a:xfrm>
              <a:off x="14131917" y="5010637"/>
              <a:ext cx="83587" cy="167954"/>
            </a:xfrm>
            <a:custGeom>
              <a:avLst/>
              <a:gdLst>
                <a:gd name="connsiteX0" fmla="*/ 52267 w 83587"/>
                <a:gd name="connsiteY0" fmla="*/ 6631 h 167954"/>
                <a:gd name="connsiteX1" fmla="*/ 46441 w 83587"/>
                <a:gd name="connsiteY1" fmla="*/ 74 h 167954"/>
                <a:gd name="connsiteX2" fmla="*/ 341 w 83587"/>
                <a:gd name="connsiteY2" fmla="*/ 16214 h 167954"/>
                <a:gd name="connsiteX3" fmla="*/ 341 w 83587"/>
                <a:gd name="connsiteY3" fmla="*/ 24031 h 167954"/>
                <a:gd name="connsiteX4" fmla="*/ 33523 w 83587"/>
                <a:gd name="connsiteY4" fmla="*/ 17475 h 167954"/>
                <a:gd name="connsiteX5" fmla="*/ 33523 w 83587"/>
                <a:gd name="connsiteY5" fmla="*/ 148106 h 167954"/>
                <a:gd name="connsiteX6" fmla="*/ 9966 w 83587"/>
                <a:gd name="connsiteY6" fmla="*/ 160211 h 167954"/>
                <a:gd name="connsiteX7" fmla="*/ 1861 w 83587"/>
                <a:gd name="connsiteY7" fmla="*/ 160211 h 167954"/>
                <a:gd name="connsiteX8" fmla="*/ 1861 w 83587"/>
                <a:gd name="connsiteY8" fmla="*/ 168029 h 167954"/>
                <a:gd name="connsiteX9" fmla="*/ 42895 w 83587"/>
                <a:gd name="connsiteY9" fmla="*/ 167272 h 167954"/>
                <a:gd name="connsiteX10" fmla="*/ 83928 w 83587"/>
                <a:gd name="connsiteY10" fmla="*/ 168029 h 167954"/>
                <a:gd name="connsiteX11" fmla="*/ 83928 w 83587"/>
                <a:gd name="connsiteY11" fmla="*/ 160211 h 167954"/>
                <a:gd name="connsiteX12" fmla="*/ 75823 w 83587"/>
                <a:gd name="connsiteY12" fmla="*/ 160211 h 167954"/>
                <a:gd name="connsiteX13" fmla="*/ 52267 w 83587"/>
                <a:gd name="connsiteY13" fmla="*/ 148106 h 167954"/>
                <a:gd name="connsiteX14" fmla="*/ 52267 w 83587"/>
                <a:gd name="connsiteY14" fmla="*/ 6631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267" y="6631"/>
                  </a:moveTo>
                  <a:cubicBezTo>
                    <a:pt x="52267" y="578"/>
                    <a:pt x="52267" y="74"/>
                    <a:pt x="46441" y="74"/>
                  </a:cubicBezTo>
                  <a:cubicBezTo>
                    <a:pt x="30737" y="16214"/>
                    <a:pt x="8447" y="16214"/>
                    <a:pt x="341" y="16214"/>
                  </a:cubicBezTo>
                  <a:lnTo>
                    <a:pt x="341" y="24031"/>
                  </a:lnTo>
                  <a:cubicBezTo>
                    <a:pt x="5407" y="24031"/>
                    <a:pt x="20352" y="24031"/>
                    <a:pt x="33523" y="17475"/>
                  </a:cubicBezTo>
                  <a:lnTo>
                    <a:pt x="33523" y="148106"/>
                  </a:lnTo>
                  <a:cubicBezTo>
                    <a:pt x="33523" y="157185"/>
                    <a:pt x="32763" y="160211"/>
                    <a:pt x="9966" y="160211"/>
                  </a:cubicBezTo>
                  <a:lnTo>
                    <a:pt x="1861" y="160211"/>
                  </a:lnTo>
                  <a:lnTo>
                    <a:pt x="1861" y="168029"/>
                  </a:lnTo>
                  <a:cubicBezTo>
                    <a:pt x="10726" y="167272"/>
                    <a:pt x="32763" y="167272"/>
                    <a:pt x="42895" y="167272"/>
                  </a:cubicBezTo>
                  <a:cubicBezTo>
                    <a:pt x="53027" y="167272"/>
                    <a:pt x="75063" y="167272"/>
                    <a:pt x="83928" y="168029"/>
                  </a:cubicBezTo>
                  <a:lnTo>
                    <a:pt x="83928" y="160211"/>
                  </a:lnTo>
                  <a:lnTo>
                    <a:pt x="75823" y="160211"/>
                  </a:lnTo>
                  <a:cubicBezTo>
                    <a:pt x="53027" y="160211"/>
                    <a:pt x="52267" y="157437"/>
                    <a:pt x="52267" y="148106"/>
                  </a:cubicBezTo>
                  <a:lnTo>
                    <a:pt x="52267" y="663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4" name="Freeform: Shape 113">
              <a:extLst>
                <a:ext uri="{FF2B5EF4-FFF2-40B4-BE49-F238E27FC236}">
                  <a16:creationId xmlns:a16="http://schemas.microsoft.com/office/drawing/2014/main" id="{324462FB-C6D6-903A-B4FD-B5434832660B}"/>
                </a:ext>
              </a:extLst>
            </p:cNvPr>
            <p:cNvSpPr/>
            <p:nvPr>
              <p:custDataLst>
                <p:tags r:id="rId74"/>
              </p:custDataLst>
            </p:nvPr>
          </p:nvSpPr>
          <p:spPr>
            <a:xfrm>
              <a:off x="14246660" y="5010637"/>
              <a:ext cx="105117" cy="173502"/>
            </a:xfrm>
            <a:custGeom>
              <a:avLst/>
              <a:gdLst>
                <a:gd name="connsiteX0" fmla="*/ 63163 w 105117"/>
                <a:gd name="connsiteY0" fmla="*/ 79260 h 173502"/>
                <a:gd name="connsiteX1" fmla="*/ 98624 w 105117"/>
                <a:gd name="connsiteY1" fmla="*/ 34875 h 173502"/>
                <a:gd name="connsiteX2" fmla="*/ 52018 w 105117"/>
                <a:gd name="connsiteY2" fmla="*/ 74 h 173502"/>
                <a:gd name="connsiteX3" fmla="*/ 7185 w 105117"/>
                <a:gd name="connsiteY3" fmla="*/ 34371 h 173502"/>
                <a:gd name="connsiteX4" fmla="*/ 20103 w 105117"/>
                <a:gd name="connsiteY4" fmla="*/ 47485 h 173502"/>
                <a:gd name="connsiteX5" fmla="*/ 33021 w 105117"/>
                <a:gd name="connsiteY5" fmla="*/ 34623 h 173502"/>
                <a:gd name="connsiteX6" fmla="*/ 17317 w 105117"/>
                <a:gd name="connsiteY6" fmla="*/ 22014 h 173502"/>
                <a:gd name="connsiteX7" fmla="*/ 51005 w 105117"/>
                <a:gd name="connsiteY7" fmla="*/ 6379 h 173502"/>
                <a:gd name="connsiteX8" fmla="*/ 75321 w 105117"/>
                <a:gd name="connsiteY8" fmla="*/ 34623 h 173502"/>
                <a:gd name="connsiteX9" fmla="*/ 68229 w 105117"/>
                <a:gd name="connsiteY9" fmla="*/ 63372 h 173502"/>
                <a:gd name="connsiteX10" fmla="*/ 45686 w 105117"/>
                <a:gd name="connsiteY10" fmla="*/ 76486 h 173502"/>
                <a:gd name="connsiteX11" fmla="*/ 35807 w 105117"/>
                <a:gd name="connsiteY11" fmla="*/ 77242 h 173502"/>
                <a:gd name="connsiteX12" fmla="*/ 32008 w 105117"/>
                <a:gd name="connsiteY12" fmla="*/ 80269 h 173502"/>
                <a:gd name="connsiteX13" fmla="*/ 38087 w 105117"/>
                <a:gd name="connsiteY13" fmla="*/ 83043 h 173502"/>
                <a:gd name="connsiteX14" fmla="*/ 49232 w 105117"/>
                <a:gd name="connsiteY14" fmla="*/ 83043 h 173502"/>
                <a:gd name="connsiteX15" fmla="*/ 79374 w 105117"/>
                <a:gd name="connsiteY15" fmla="*/ 124905 h 173502"/>
                <a:gd name="connsiteX16" fmla="*/ 50752 w 105117"/>
                <a:gd name="connsiteY16" fmla="*/ 166516 h 173502"/>
                <a:gd name="connsiteX17" fmla="*/ 11998 w 105117"/>
                <a:gd name="connsiteY17" fmla="*/ 147350 h 173502"/>
                <a:gd name="connsiteX18" fmla="*/ 28715 w 105117"/>
                <a:gd name="connsiteY18" fmla="*/ 133479 h 173502"/>
                <a:gd name="connsiteX19" fmla="*/ 14531 w 105117"/>
                <a:gd name="connsiteY19" fmla="*/ 119357 h 173502"/>
                <a:gd name="connsiteX20" fmla="*/ 346 w 105117"/>
                <a:gd name="connsiteY20" fmla="*/ 133984 h 173502"/>
                <a:gd name="connsiteX21" fmla="*/ 51512 w 105117"/>
                <a:gd name="connsiteY21" fmla="*/ 173577 h 173502"/>
                <a:gd name="connsiteX22" fmla="*/ 105463 w 105117"/>
                <a:gd name="connsiteY22" fmla="*/ 124905 h 173502"/>
                <a:gd name="connsiteX23" fmla="*/ 63163 w 105117"/>
                <a:gd name="connsiteY23" fmla="*/ 79260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17" h="173502">
                  <a:moveTo>
                    <a:pt x="63163" y="79260"/>
                  </a:moveTo>
                  <a:cubicBezTo>
                    <a:pt x="83933" y="72451"/>
                    <a:pt x="98624" y="54798"/>
                    <a:pt x="98624" y="34875"/>
                  </a:cubicBezTo>
                  <a:cubicBezTo>
                    <a:pt x="98624" y="14196"/>
                    <a:pt x="76335" y="74"/>
                    <a:pt x="52018" y="74"/>
                  </a:cubicBezTo>
                  <a:cubicBezTo>
                    <a:pt x="26436" y="74"/>
                    <a:pt x="7185" y="15205"/>
                    <a:pt x="7185" y="34371"/>
                  </a:cubicBezTo>
                  <a:cubicBezTo>
                    <a:pt x="7185" y="42693"/>
                    <a:pt x="12758" y="47485"/>
                    <a:pt x="20103" y="47485"/>
                  </a:cubicBezTo>
                  <a:cubicBezTo>
                    <a:pt x="27955" y="47485"/>
                    <a:pt x="33021" y="41937"/>
                    <a:pt x="33021" y="34623"/>
                  </a:cubicBezTo>
                  <a:cubicBezTo>
                    <a:pt x="33021" y="22014"/>
                    <a:pt x="21116" y="22014"/>
                    <a:pt x="17317" y="22014"/>
                  </a:cubicBezTo>
                  <a:cubicBezTo>
                    <a:pt x="25169" y="9657"/>
                    <a:pt x="41887" y="6379"/>
                    <a:pt x="51005" y="6379"/>
                  </a:cubicBezTo>
                  <a:cubicBezTo>
                    <a:pt x="61390" y="6379"/>
                    <a:pt x="75321" y="11927"/>
                    <a:pt x="75321" y="34623"/>
                  </a:cubicBezTo>
                  <a:cubicBezTo>
                    <a:pt x="75321" y="37649"/>
                    <a:pt x="74815" y="52276"/>
                    <a:pt x="68229" y="63372"/>
                  </a:cubicBezTo>
                  <a:cubicBezTo>
                    <a:pt x="60630" y="75477"/>
                    <a:pt x="52018" y="76234"/>
                    <a:pt x="45686" y="76486"/>
                  </a:cubicBezTo>
                  <a:cubicBezTo>
                    <a:pt x="43660" y="76738"/>
                    <a:pt x="37581" y="77242"/>
                    <a:pt x="35807" y="77242"/>
                  </a:cubicBezTo>
                  <a:cubicBezTo>
                    <a:pt x="33781" y="77495"/>
                    <a:pt x="32008" y="77747"/>
                    <a:pt x="32008" y="80269"/>
                  </a:cubicBezTo>
                  <a:cubicBezTo>
                    <a:pt x="32008" y="83043"/>
                    <a:pt x="33781" y="83043"/>
                    <a:pt x="38087" y="83043"/>
                  </a:cubicBezTo>
                  <a:lnTo>
                    <a:pt x="49232" y="83043"/>
                  </a:lnTo>
                  <a:cubicBezTo>
                    <a:pt x="70002" y="83043"/>
                    <a:pt x="79374" y="100191"/>
                    <a:pt x="79374" y="124905"/>
                  </a:cubicBezTo>
                  <a:cubicBezTo>
                    <a:pt x="79374" y="159202"/>
                    <a:pt x="61897" y="166516"/>
                    <a:pt x="50752" y="166516"/>
                  </a:cubicBezTo>
                  <a:cubicBezTo>
                    <a:pt x="39860" y="166516"/>
                    <a:pt x="20863" y="162229"/>
                    <a:pt x="11998" y="147350"/>
                  </a:cubicBezTo>
                  <a:cubicBezTo>
                    <a:pt x="20863" y="148611"/>
                    <a:pt x="28715" y="143063"/>
                    <a:pt x="28715" y="133479"/>
                  </a:cubicBezTo>
                  <a:cubicBezTo>
                    <a:pt x="28715" y="124401"/>
                    <a:pt x="21876" y="119357"/>
                    <a:pt x="14531" y="119357"/>
                  </a:cubicBezTo>
                  <a:cubicBezTo>
                    <a:pt x="8452" y="119357"/>
                    <a:pt x="346" y="122888"/>
                    <a:pt x="346" y="133984"/>
                  </a:cubicBezTo>
                  <a:cubicBezTo>
                    <a:pt x="346" y="156933"/>
                    <a:pt x="23903" y="173577"/>
                    <a:pt x="51512" y="173577"/>
                  </a:cubicBezTo>
                  <a:cubicBezTo>
                    <a:pt x="82414" y="173577"/>
                    <a:pt x="105463" y="150628"/>
                    <a:pt x="105463" y="124905"/>
                  </a:cubicBezTo>
                  <a:cubicBezTo>
                    <a:pt x="105463" y="104226"/>
                    <a:pt x="89506" y="84556"/>
                    <a:pt x="63163" y="79260"/>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5" name="Freeform: Shape 114">
              <a:extLst>
                <a:ext uri="{FF2B5EF4-FFF2-40B4-BE49-F238E27FC236}">
                  <a16:creationId xmlns:a16="http://schemas.microsoft.com/office/drawing/2014/main" id="{433F712C-D60C-820E-3BC4-6DB1BFC0B168}"/>
                </a:ext>
              </a:extLst>
            </p:cNvPr>
            <p:cNvSpPr/>
            <p:nvPr>
              <p:custDataLst>
                <p:tags r:id="rId75"/>
              </p:custDataLst>
            </p:nvPr>
          </p:nvSpPr>
          <p:spPr>
            <a:xfrm>
              <a:off x="14372548" y="5010637"/>
              <a:ext cx="106636" cy="173502"/>
            </a:xfrm>
            <a:custGeom>
              <a:avLst/>
              <a:gdLst>
                <a:gd name="connsiteX0" fmla="*/ 106988 w 106636"/>
                <a:gd name="connsiteY0" fmla="*/ 87330 h 173502"/>
                <a:gd name="connsiteX1" fmla="*/ 96856 w 106636"/>
                <a:gd name="connsiteY1" fmla="*/ 28319 h 173502"/>
                <a:gd name="connsiteX2" fmla="*/ 53796 w 106636"/>
                <a:gd name="connsiteY2" fmla="*/ 74 h 173502"/>
                <a:gd name="connsiteX3" fmla="*/ 9723 w 106636"/>
                <a:gd name="connsiteY3" fmla="*/ 30084 h 173502"/>
                <a:gd name="connsiteX4" fmla="*/ 351 w 106636"/>
                <a:gd name="connsiteY4" fmla="*/ 87330 h 173502"/>
                <a:gd name="connsiteX5" fmla="*/ 11749 w 106636"/>
                <a:gd name="connsiteY5" fmla="*/ 148106 h 173502"/>
                <a:gd name="connsiteX6" fmla="*/ 53543 w 106636"/>
                <a:gd name="connsiteY6" fmla="*/ 173577 h 173502"/>
                <a:gd name="connsiteX7" fmla="*/ 97616 w 106636"/>
                <a:gd name="connsiteY7" fmla="*/ 144323 h 173502"/>
                <a:gd name="connsiteX8" fmla="*/ 106988 w 106636"/>
                <a:gd name="connsiteY8" fmla="*/ 87330 h 173502"/>
                <a:gd name="connsiteX9" fmla="*/ 53543 w 106636"/>
                <a:gd name="connsiteY9" fmla="*/ 168029 h 173502"/>
                <a:gd name="connsiteX10" fmla="*/ 24161 w 106636"/>
                <a:gd name="connsiteY10" fmla="*/ 137514 h 173502"/>
                <a:gd name="connsiteX11" fmla="*/ 21375 w 106636"/>
                <a:gd name="connsiteY11" fmla="*/ 84304 h 173502"/>
                <a:gd name="connsiteX12" fmla="*/ 23401 w 106636"/>
                <a:gd name="connsiteY12" fmla="*/ 37902 h 173502"/>
                <a:gd name="connsiteX13" fmla="*/ 53543 w 106636"/>
                <a:gd name="connsiteY13" fmla="*/ 5622 h 173502"/>
                <a:gd name="connsiteX14" fmla="*/ 83432 w 106636"/>
                <a:gd name="connsiteY14" fmla="*/ 35128 h 173502"/>
                <a:gd name="connsiteX15" fmla="*/ 85965 w 106636"/>
                <a:gd name="connsiteY15" fmla="*/ 84304 h 173502"/>
                <a:gd name="connsiteX16" fmla="*/ 83178 w 106636"/>
                <a:gd name="connsiteY16" fmla="*/ 136506 h 173502"/>
                <a:gd name="connsiteX17" fmla="*/ 53543 w 106636"/>
                <a:gd name="connsiteY17" fmla="*/ 168029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988" y="87330"/>
                  </a:moveTo>
                  <a:cubicBezTo>
                    <a:pt x="106988" y="67155"/>
                    <a:pt x="105722" y="46980"/>
                    <a:pt x="96856" y="28319"/>
                  </a:cubicBezTo>
                  <a:cubicBezTo>
                    <a:pt x="85205" y="4109"/>
                    <a:pt x="64435" y="74"/>
                    <a:pt x="53796" y="74"/>
                  </a:cubicBezTo>
                  <a:cubicBezTo>
                    <a:pt x="38599" y="74"/>
                    <a:pt x="20108" y="6631"/>
                    <a:pt x="9723" y="30084"/>
                  </a:cubicBezTo>
                  <a:cubicBezTo>
                    <a:pt x="1618" y="47485"/>
                    <a:pt x="351" y="67155"/>
                    <a:pt x="351" y="87330"/>
                  </a:cubicBezTo>
                  <a:cubicBezTo>
                    <a:pt x="351" y="106244"/>
                    <a:pt x="1364" y="128940"/>
                    <a:pt x="11749" y="148106"/>
                  </a:cubicBezTo>
                  <a:cubicBezTo>
                    <a:pt x="22641" y="168533"/>
                    <a:pt x="41132" y="173577"/>
                    <a:pt x="53543" y="173577"/>
                  </a:cubicBezTo>
                  <a:cubicBezTo>
                    <a:pt x="67221" y="173577"/>
                    <a:pt x="86471" y="168281"/>
                    <a:pt x="97616" y="144323"/>
                  </a:cubicBezTo>
                  <a:cubicBezTo>
                    <a:pt x="105722" y="126923"/>
                    <a:pt x="106988" y="107252"/>
                    <a:pt x="106988" y="87330"/>
                  </a:cubicBezTo>
                  <a:close/>
                  <a:moveTo>
                    <a:pt x="53543" y="168029"/>
                  </a:moveTo>
                  <a:cubicBezTo>
                    <a:pt x="43665" y="168029"/>
                    <a:pt x="28720" y="161724"/>
                    <a:pt x="24161" y="137514"/>
                  </a:cubicBezTo>
                  <a:cubicBezTo>
                    <a:pt x="21375" y="122383"/>
                    <a:pt x="21375" y="99182"/>
                    <a:pt x="21375" y="84304"/>
                  </a:cubicBezTo>
                  <a:cubicBezTo>
                    <a:pt x="21375" y="68164"/>
                    <a:pt x="21375" y="51520"/>
                    <a:pt x="23401" y="37902"/>
                  </a:cubicBezTo>
                  <a:cubicBezTo>
                    <a:pt x="28214" y="7892"/>
                    <a:pt x="47211" y="5622"/>
                    <a:pt x="53543" y="5622"/>
                  </a:cubicBezTo>
                  <a:cubicBezTo>
                    <a:pt x="61902" y="5622"/>
                    <a:pt x="78619" y="10161"/>
                    <a:pt x="83432" y="35128"/>
                  </a:cubicBezTo>
                  <a:cubicBezTo>
                    <a:pt x="85965" y="49250"/>
                    <a:pt x="85965" y="68416"/>
                    <a:pt x="85965" y="84304"/>
                  </a:cubicBezTo>
                  <a:cubicBezTo>
                    <a:pt x="85965" y="103217"/>
                    <a:pt x="85965" y="120366"/>
                    <a:pt x="83178" y="136506"/>
                  </a:cubicBezTo>
                  <a:cubicBezTo>
                    <a:pt x="79379" y="160463"/>
                    <a:pt x="64941" y="168029"/>
                    <a:pt x="53543" y="168029"/>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6" name="Freeform: Shape 115">
              <a:extLst>
                <a:ext uri="{FF2B5EF4-FFF2-40B4-BE49-F238E27FC236}">
                  <a16:creationId xmlns:a16="http://schemas.microsoft.com/office/drawing/2014/main" id="{A116BFC7-2673-F7AB-36A5-D1ABBE738512}"/>
                </a:ext>
              </a:extLst>
            </p:cNvPr>
            <p:cNvSpPr/>
            <p:nvPr>
              <p:custDataLst>
                <p:tags r:id="rId76"/>
              </p:custDataLst>
            </p:nvPr>
          </p:nvSpPr>
          <p:spPr>
            <a:xfrm>
              <a:off x="14672947" y="4966758"/>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7" name="Freeform: Shape 116">
              <a:extLst>
                <a:ext uri="{FF2B5EF4-FFF2-40B4-BE49-F238E27FC236}">
                  <a16:creationId xmlns:a16="http://schemas.microsoft.com/office/drawing/2014/main" id="{4695AD18-DDC3-7000-C445-045EA0D5DE9A}"/>
                </a:ext>
              </a:extLst>
            </p:cNvPr>
            <p:cNvSpPr/>
            <p:nvPr>
              <p:custDataLst>
                <p:tags r:id="rId77"/>
              </p:custDataLst>
            </p:nvPr>
          </p:nvSpPr>
          <p:spPr>
            <a:xfrm>
              <a:off x="8061869" y="5269379"/>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8" name="Freeform: Shape 117">
              <a:extLst>
                <a:ext uri="{FF2B5EF4-FFF2-40B4-BE49-F238E27FC236}">
                  <a16:creationId xmlns:a16="http://schemas.microsoft.com/office/drawing/2014/main" id="{7D2B6D27-D257-F9CB-B3CD-5A5BF6E2267A}"/>
                </a:ext>
              </a:extLst>
            </p:cNvPr>
            <p:cNvSpPr/>
            <p:nvPr>
              <p:custDataLst>
                <p:tags r:id="rId78"/>
              </p:custDataLst>
            </p:nvPr>
          </p:nvSpPr>
          <p:spPr>
            <a:xfrm>
              <a:off x="8549747" y="5419428"/>
              <a:ext cx="67123" cy="14626"/>
            </a:xfrm>
            <a:custGeom>
              <a:avLst/>
              <a:gdLst>
                <a:gd name="connsiteX0" fmla="*/ 67246 w 67123"/>
                <a:gd name="connsiteY0" fmla="*/ 14713 h 14626"/>
                <a:gd name="connsiteX1" fmla="*/ 67246 w 67123"/>
                <a:gd name="connsiteY1" fmla="*/ 86 h 14626"/>
                <a:gd name="connsiteX2" fmla="*/ 122 w 67123"/>
                <a:gd name="connsiteY2" fmla="*/ 86 h 14626"/>
                <a:gd name="connsiteX3" fmla="*/ 122 w 67123"/>
                <a:gd name="connsiteY3" fmla="*/ 14713 h 14626"/>
                <a:gd name="connsiteX4" fmla="*/ 67246 w 67123"/>
                <a:gd name="connsiteY4" fmla="*/ 14713 h 1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23" h="14626">
                  <a:moveTo>
                    <a:pt x="67246" y="14713"/>
                  </a:moveTo>
                  <a:lnTo>
                    <a:pt x="67246" y="86"/>
                  </a:lnTo>
                  <a:lnTo>
                    <a:pt x="122" y="86"/>
                  </a:lnTo>
                  <a:lnTo>
                    <a:pt x="122" y="14713"/>
                  </a:lnTo>
                  <a:lnTo>
                    <a:pt x="67246" y="14713"/>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9" name="Freeform: Shape 118">
              <a:extLst>
                <a:ext uri="{FF2B5EF4-FFF2-40B4-BE49-F238E27FC236}">
                  <a16:creationId xmlns:a16="http://schemas.microsoft.com/office/drawing/2014/main" id="{FEB93E4B-5382-20F1-AA69-A1C053F1623F}"/>
                </a:ext>
              </a:extLst>
            </p:cNvPr>
            <p:cNvSpPr/>
            <p:nvPr>
              <p:custDataLst>
                <p:tags r:id="rId79"/>
              </p:custDataLst>
            </p:nvPr>
          </p:nvSpPr>
          <p:spPr>
            <a:xfrm>
              <a:off x="8653936" y="5313258"/>
              <a:ext cx="83587" cy="167954"/>
            </a:xfrm>
            <a:custGeom>
              <a:avLst/>
              <a:gdLst>
                <a:gd name="connsiteX0" fmla="*/ 52051 w 83587"/>
                <a:gd name="connsiteY0" fmla="*/ 6643 h 167954"/>
                <a:gd name="connsiteX1" fmla="*/ 46225 w 83587"/>
                <a:gd name="connsiteY1" fmla="*/ 86 h 167954"/>
                <a:gd name="connsiteX2" fmla="*/ 126 w 83587"/>
                <a:gd name="connsiteY2" fmla="*/ 16226 h 167954"/>
                <a:gd name="connsiteX3" fmla="*/ 126 w 83587"/>
                <a:gd name="connsiteY3" fmla="*/ 24043 h 167954"/>
                <a:gd name="connsiteX4" fmla="*/ 33307 w 83587"/>
                <a:gd name="connsiteY4" fmla="*/ 17487 h 167954"/>
                <a:gd name="connsiteX5" fmla="*/ 33307 w 83587"/>
                <a:gd name="connsiteY5" fmla="*/ 148118 h 167954"/>
                <a:gd name="connsiteX6" fmla="*/ 9751 w 83587"/>
                <a:gd name="connsiteY6" fmla="*/ 160223 h 167954"/>
                <a:gd name="connsiteX7" fmla="*/ 1646 w 83587"/>
                <a:gd name="connsiteY7" fmla="*/ 160223 h 167954"/>
                <a:gd name="connsiteX8" fmla="*/ 1646 w 83587"/>
                <a:gd name="connsiteY8" fmla="*/ 168041 h 167954"/>
                <a:gd name="connsiteX9" fmla="*/ 42679 w 83587"/>
                <a:gd name="connsiteY9" fmla="*/ 167284 h 167954"/>
                <a:gd name="connsiteX10" fmla="*/ 83713 w 83587"/>
                <a:gd name="connsiteY10" fmla="*/ 168041 h 167954"/>
                <a:gd name="connsiteX11" fmla="*/ 83713 w 83587"/>
                <a:gd name="connsiteY11" fmla="*/ 160223 h 167954"/>
                <a:gd name="connsiteX12" fmla="*/ 75608 w 83587"/>
                <a:gd name="connsiteY12" fmla="*/ 160223 h 167954"/>
                <a:gd name="connsiteX13" fmla="*/ 52051 w 83587"/>
                <a:gd name="connsiteY13" fmla="*/ 148118 h 167954"/>
                <a:gd name="connsiteX14" fmla="*/ 52051 w 83587"/>
                <a:gd name="connsiteY14" fmla="*/ 6643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051" y="6643"/>
                  </a:moveTo>
                  <a:cubicBezTo>
                    <a:pt x="52051" y="590"/>
                    <a:pt x="52051" y="86"/>
                    <a:pt x="46225" y="86"/>
                  </a:cubicBezTo>
                  <a:cubicBezTo>
                    <a:pt x="30521" y="16226"/>
                    <a:pt x="8231" y="16226"/>
                    <a:pt x="126" y="16226"/>
                  </a:cubicBezTo>
                  <a:lnTo>
                    <a:pt x="126" y="24043"/>
                  </a:lnTo>
                  <a:cubicBezTo>
                    <a:pt x="5192" y="24043"/>
                    <a:pt x="20136" y="24043"/>
                    <a:pt x="33307" y="17487"/>
                  </a:cubicBezTo>
                  <a:lnTo>
                    <a:pt x="33307" y="148118"/>
                  </a:lnTo>
                  <a:cubicBezTo>
                    <a:pt x="33307" y="157197"/>
                    <a:pt x="32547" y="160223"/>
                    <a:pt x="9751" y="160223"/>
                  </a:cubicBezTo>
                  <a:lnTo>
                    <a:pt x="1646" y="160223"/>
                  </a:lnTo>
                  <a:lnTo>
                    <a:pt x="1646" y="168041"/>
                  </a:lnTo>
                  <a:cubicBezTo>
                    <a:pt x="10511" y="167284"/>
                    <a:pt x="32547" y="167284"/>
                    <a:pt x="42679" y="167284"/>
                  </a:cubicBezTo>
                  <a:cubicBezTo>
                    <a:pt x="52811" y="167284"/>
                    <a:pt x="74848" y="167284"/>
                    <a:pt x="83713" y="168041"/>
                  </a:cubicBezTo>
                  <a:lnTo>
                    <a:pt x="83713" y="160223"/>
                  </a:lnTo>
                  <a:lnTo>
                    <a:pt x="75608" y="160223"/>
                  </a:lnTo>
                  <a:cubicBezTo>
                    <a:pt x="52811" y="160223"/>
                    <a:pt x="52051" y="157449"/>
                    <a:pt x="52051" y="148118"/>
                  </a:cubicBezTo>
                  <a:lnTo>
                    <a:pt x="52051" y="6643"/>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0" name="Freeform: Shape 119">
              <a:extLst>
                <a:ext uri="{FF2B5EF4-FFF2-40B4-BE49-F238E27FC236}">
                  <a16:creationId xmlns:a16="http://schemas.microsoft.com/office/drawing/2014/main" id="{23A71D71-1EC0-CAE0-FF72-312D166CCD6F}"/>
                </a:ext>
              </a:extLst>
            </p:cNvPr>
            <p:cNvSpPr/>
            <p:nvPr>
              <p:custDataLst>
                <p:tags r:id="rId80"/>
              </p:custDataLst>
            </p:nvPr>
          </p:nvSpPr>
          <p:spPr>
            <a:xfrm>
              <a:off x="9233001" y="5269379"/>
              <a:ext cx="10131" cy="302621"/>
            </a:xfrm>
            <a:custGeom>
              <a:avLst/>
              <a:gdLst>
                <a:gd name="connsiteX0" fmla="*/ 0 w 10131"/>
                <a:gd name="connsiteY0" fmla="*/ 0 h 302621"/>
                <a:gd name="connsiteX1" fmla="*/ 10131 w 10131"/>
                <a:gd name="connsiteY1" fmla="*/ 0 h 302621"/>
                <a:gd name="connsiteX2" fmla="*/ 10131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1" y="0"/>
                  </a:lnTo>
                  <a:lnTo>
                    <a:pt x="10131"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1" name="Freeform: Shape 120">
              <a:extLst>
                <a:ext uri="{FF2B5EF4-FFF2-40B4-BE49-F238E27FC236}">
                  <a16:creationId xmlns:a16="http://schemas.microsoft.com/office/drawing/2014/main" id="{9436DC7D-72E1-1D90-65D6-D3B2D7E74DA2}"/>
                </a:ext>
              </a:extLst>
            </p:cNvPr>
            <p:cNvSpPr/>
            <p:nvPr>
              <p:custDataLst>
                <p:tags r:id="rId81"/>
              </p:custDataLst>
            </p:nvPr>
          </p:nvSpPr>
          <p:spPr>
            <a:xfrm>
              <a:off x="9399922" y="5313258"/>
              <a:ext cx="106636" cy="173502"/>
            </a:xfrm>
            <a:custGeom>
              <a:avLst/>
              <a:gdLst>
                <a:gd name="connsiteX0" fmla="*/ 106793 w 106636"/>
                <a:gd name="connsiteY0" fmla="*/ 87342 h 173502"/>
                <a:gd name="connsiteX1" fmla="*/ 96661 w 106636"/>
                <a:gd name="connsiteY1" fmla="*/ 28331 h 173502"/>
                <a:gd name="connsiteX2" fmla="*/ 53601 w 106636"/>
                <a:gd name="connsiteY2" fmla="*/ 86 h 173502"/>
                <a:gd name="connsiteX3" fmla="*/ 9528 w 106636"/>
                <a:gd name="connsiteY3" fmla="*/ 30096 h 173502"/>
                <a:gd name="connsiteX4" fmla="*/ 156 w 106636"/>
                <a:gd name="connsiteY4" fmla="*/ 87342 h 173502"/>
                <a:gd name="connsiteX5" fmla="*/ 11554 w 106636"/>
                <a:gd name="connsiteY5" fmla="*/ 148118 h 173502"/>
                <a:gd name="connsiteX6" fmla="*/ 53347 w 106636"/>
                <a:gd name="connsiteY6" fmla="*/ 173589 h 173502"/>
                <a:gd name="connsiteX7" fmla="*/ 97421 w 106636"/>
                <a:gd name="connsiteY7" fmla="*/ 144335 h 173502"/>
                <a:gd name="connsiteX8" fmla="*/ 106793 w 106636"/>
                <a:gd name="connsiteY8" fmla="*/ 87342 h 173502"/>
                <a:gd name="connsiteX9" fmla="*/ 53347 w 106636"/>
                <a:gd name="connsiteY9" fmla="*/ 168041 h 173502"/>
                <a:gd name="connsiteX10" fmla="*/ 23965 w 106636"/>
                <a:gd name="connsiteY10" fmla="*/ 137526 h 173502"/>
                <a:gd name="connsiteX11" fmla="*/ 21179 w 106636"/>
                <a:gd name="connsiteY11" fmla="*/ 84315 h 173502"/>
                <a:gd name="connsiteX12" fmla="*/ 23205 w 106636"/>
                <a:gd name="connsiteY12" fmla="*/ 37914 h 173502"/>
                <a:gd name="connsiteX13" fmla="*/ 53347 w 106636"/>
                <a:gd name="connsiteY13" fmla="*/ 5634 h 173502"/>
                <a:gd name="connsiteX14" fmla="*/ 83236 w 106636"/>
                <a:gd name="connsiteY14" fmla="*/ 35140 h 173502"/>
                <a:gd name="connsiteX15" fmla="*/ 85769 w 106636"/>
                <a:gd name="connsiteY15" fmla="*/ 84315 h 173502"/>
                <a:gd name="connsiteX16" fmla="*/ 82983 w 106636"/>
                <a:gd name="connsiteY16" fmla="*/ 136518 h 173502"/>
                <a:gd name="connsiteX17" fmla="*/ 53347 w 106636"/>
                <a:gd name="connsiteY17" fmla="*/ 168041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793" y="87342"/>
                  </a:moveTo>
                  <a:cubicBezTo>
                    <a:pt x="106793" y="67167"/>
                    <a:pt x="105526" y="46992"/>
                    <a:pt x="96661" y="28331"/>
                  </a:cubicBezTo>
                  <a:cubicBezTo>
                    <a:pt x="85009" y="4121"/>
                    <a:pt x="64239" y="86"/>
                    <a:pt x="53601" y="86"/>
                  </a:cubicBezTo>
                  <a:cubicBezTo>
                    <a:pt x="38403" y="86"/>
                    <a:pt x="19913" y="6643"/>
                    <a:pt x="9528" y="30096"/>
                  </a:cubicBezTo>
                  <a:cubicBezTo>
                    <a:pt x="1422" y="47497"/>
                    <a:pt x="156" y="67167"/>
                    <a:pt x="156" y="87342"/>
                  </a:cubicBezTo>
                  <a:cubicBezTo>
                    <a:pt x="156" y="106256"/>
                    <a:pt x="1169" y="128952"/>
                    <a:pt x="11554" y="148118"/>
                  </a:cubicBezTo>
                  <a:cubicBezTo>
                    <a:pt x="22446" y="168545"/>
                    <a:pt x="40936" y="173589"/>
                    <a:pt x="53347" y="173589"/>
                  </a:cubicBezTo>
                  <a:cubicBezTo>
                    <a:pt x="67025" y="173589"/>
                    <a:pt x="86276" y="168293"/>
                    <a:pt x="97421" y="144335"/>
                  </a:cubicBezTo>
                  <a:cubicBezTo>
                    <a:pt x="105526" y="126935"/>
                    <a:pt x="106793" y="107264"/>
                    <a:pt x="106793" y="87342"/>
                  </a:cubicBezTo>
                  <a:close/>
                  <a:moveTo>
                    <a:pt x="53347" y="168041"/>
                  </a:moveTo>
                  <a:cubicBezTo>
                    <a:pt x="43469" y="168041"/>
                    <a:pt x="28525" y="161736"/>
                    <a:pt x="23965" y="137526"/>
                  </a:cubicBezTo>
                  <a:cubicBezTo>
                    <a:pt x="21179" y="122395"/>
                    <a:pt x="21179" y="99194"/>
                    <a:pt x="21179" y="84315"/>
                  </a:cubicBezTo>
                  <a:cubicBezTo>
                    <a:pt x="21179" y="68176"/>
                    <a:pt x="21179" y="51531"/>
                    <a:pt x="23205" y="37914"/>
                  </a:cubicBezTo>
                  <a:cubicBezTo>
                    <a:pt x="28018" y="7904"/>
                    <a:pt x="47015" y="5634"/>
                    <a:pt x="53347" y="5634"/>
                  </a:cubicBezTo>
                  <a:cubicBezTo>
                    <a:pt x="61706" y="5634"/>
                    <a:pt x="78424" y="10173"/>
                    <a:pt x="83236" y="35140"/>
                  </a:cubicBezTo>
                  <a:cubicBezTo>
                    <a:pt x="85769" y="49262"/>
                    <a:pt x="85769" y="68428"/>
                    <a:pt x="85769" y="84315"/>
                  </a:cubicBezTo>
                  <a:cubicBezTo>
                    <a:pt x="85769" y="103229"/>
                    <a:pt x="85769" y="120378"/>
                    <a:pt x="82983" y="136518"/>
                  </a:cubicBezTo>
                  <a:cubicBezTo>
                    <a:pt x="79184" y="160475"/>
                    <a:pt x="64746" y="168041"/>
                    <a:pt x="53347" y="168041"/>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2" name="Freeform: Shape 121">
              <a:extLst>
                <a:ext uri="{FF2B5EF4-FFF2-40B4-BE49-F238E27FC236}">
                  <a16:creationId xmlns:a16="http://schemas.microsoft.com/office/drawing/2014/main" id="{31B9090C-D62F-99EC-35CE-EA581DB131CA}"/>
                </a:ext>
              </a:extLst>
            </p:cNvPr>
            <p:cNvSpPr/>
            <p:nvPr>
              <p:custDataLst>
                <p:tags r:id="rId82"/>
              </p:custDataLst>
            </p:nvPr>
          </p:nvSpPr>
          <p:spPr>
            <a:xfrm>
              <a:off x="9538474" y="5454482"/>
              <a:ext cx="26849" cy="26731"/>
            </a:xfrm>
            <a:custGeom>
              <a:avLst/>
              <a:gdLst>
                <a:gd name="connsiteX0" fmla="*/ 27010 w 26849"/>
                <a:gd name="connsiteY0" fmla="*/ 13452 h 26731"/>
                <a:gd name="connsiteX1" fmla="*/ 13585 w 26849"/>
                <a:gd name="connsiteY1" fmla="*/ 86 h 26731"/>
                <a:gd name="connsiteX2" fmla="*/ 161 w 26849"/>
                <a:gd name="connsiteY2" fmla="*/ 13452 h 26731"/>
                <a:gd name="connsiteX3" fmla="*/ 13585 w 26849"/>
                <a:gd name="connsiteY3" fmla="*/ 26817 h 26731"/>
                <a:gd name="connsiteX4" fmla="*/ 27010 w 26849"/>
                <a:gd name="connsiteY4" fmla="*/ 13452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10" y="13452"/>
                  </a:moveTo>
                  <a:cubicBezTo>
                    <a:pt x="27010" y="6138"/>
                    <a:pt x="20931" y="86"/>
                    <a:pt x="13585" y="86"/>
                  </a:cubicBezTo>
                  <a:cubicBezTo>
                    <a:pt x="6240" y="86"/>
                    <a:pt x="161" y="6138"/>
                    <a:pt x="161" y="13452"/>
                  </a:cubicBezTo>
                  <a:cubicBezTo>
                    <a:pt x="161" y="20765"/>
                    <a:pt x="6240" y="26817"/>
                    <a:pt x="13585" y="26817"/>
                  </a:cubicBezTo>
                  <a:cubicBezTo>
                    <a:pt x="20931" y="26817"/>
                    <a:pt x="27010" y="20765"/>
                    <a:pt x="27010" y="13452"/>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3" name="Freeform: Shape 122">
              <a:extLst>
                <a:ext uri="{FF2B5EF4-FFF2-40B4-BE49-F238E27FC236}">
                  <a16:creationId xmlns:a16="http://schemas.microsoft.com/office/drawing/2014/main" id="{505EFC62-5672-BB28-0A71-BBFBCC6030D1}"/>
                </a:ext>
              </a:extLst>
            </p:cNvPr>
            <p:cNvSpPr/>
            <p:nvPr>
              <p:custDataLst>
                <p:tags r:id="rId83"/>
              </p:custDataLst>
            </p:nvPr>
          </p:nvSpPr>
          <p:spPr>
            <a:xfrm>
              <a:off x="9599715" y="5313258"/>
              <a:ext cx="101064" cy="167954"/>
            </a:xfrm>
            <a:custGeom>
              <a:avLst/>
              <a:gdLst>
                <a:gd name="connsiteX0" fmla="*/ 19667 w 101064"/>
                <a:gd name="connsiteY0" fmla="*/ 148623 h 167954"/>
                <a:gd name="connsiteX1" fmla="*/ 46516 w 101064"/>
                <a:gd name="connsiteY1" fmla="*/ 122648 h 167954"/>
                <a:gd name="connsiteX2" fmla="*/ 101228 w 101064"/>
                <a:gd name="connsiteY2" fmla="*/ 49010 h 167954"/>
                <a:gd name="connsiteX3" fmla="*/ 47529 w 101064"/>
                <a:gd name="connsiteY3" fmla="*/ 86 h 167954"/>
                <a:gd name="connsiteX4" fmla="*/ 163 w 101064"/>
                <a:gd name="connsiteY4" fmla="*/ 45731 h 167954"/>
                <a:gd name="connsiteX5" fmla="*/ 13588 w 101064"/>
                <a:gd name="connsiteY5" fmla="*/ 59854 h 167954"/>
                <a:gd name="connsiteX6" fmla="*/ 26759 w 101064"/>
                <a:gd name="connsiteY6" fmla="*/ 46488 h 167954"/>
                <a:gd name="connsiteX7" fmla="*/ 13335 w 101064"/>
                <a:gd name="connsiteY7" fmla="*/ 33374 h 167954"/>
                <a:gd name="connsiteX8" fmla="*/ 10042 w 101064"/>
                <a:gd name="connsiteY8" fmla="*/ 33626 h 167954"/>
                <a:gd name="connsiteX9" fmla="*/ 44237 w 101064"/>
                <a:gd name="connsiteY9" fmla="*/ 7904 h 167954"/>
                <a:gd name="connsiteX10" fmla="*/ 78178 w 101064"/>
                <a:gd name="connsiteY10" fmla="*/ 49010 h 167954"/>
                <a:gd name="connsiteX11" fmla="*/ 51582 w 101064"/>
                <a:gd name="connsiteY11" fmla="*/ 104742 h 167954"/>
                <a:gd name="connsiteX12" fmla="*/ 2950 w 101064"/>
                <a:gd name="connsiteY12" fmla="*/ 158710 h 167954"/>
                <a:gd name="connsiteX13" fmla="*/ 163 w 101064"/>
                <a:gd name="connsiteY13" fmla="*/ 168041 h 167954"/>
                <a:gd name="connsiteX14" fmla="*/ 94136 w 101064"/>
                <a:gd name="connsiteY14" fmla="*/ 168041 h 167954"/>
                <a:gd name="connsiteX15" fmla="*/ 101228 w 101064"/>
                <a:gd name="connsiteY15" fmla="*/ 124161 h 167954"/>
                <a:gd name="connsiteX16" fmla="*/ 94895 w 101064"/>
                <a:gd name="connsiteY16" fmla="*/ 124161 h 167954"/>
                <a:gd name="connsiteX17" fmla="*/ 89323 w 101064"/>
                <a:gd name="connsiteY17" fmla="*/ 146605 h 167954"/>
                <a:gd name="connsiteX18" fmla="*/ 65260 w 101064"/>
                <a:gd name="connsiteY18" fmla="*/ 148623 h 167954"/>
                <a:gd name="connsiteX19" fmla="*/ 19667 w 101064"/>
                <a:gd name="connsiteY19" fmla="*/ 148623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1064" h="167954">
                  <a:moveTo>
                    <a:pt x="19667" y="148623"/>
                  </a:moveTo>
                  <a:lnTo>
                    <a:pt x="46516" y="122648"/>
                  </a:lnTo>
                  <a:cubicBezTo>
                    <a:pt x="86030" y="87846"/>
                    <a:pt x="101228" y="74228"/>
                    <a:pt x="101228" y="49010"/>
                  </a:cubicBezTo>
                  <a:cubicBezTo>
                    <a:pt x="101228" y="20261"/>
                    <a:pt x="78431" y="86"/>
                    <a:pt x="47529" y="86"/>
                  </a:cubicBezTo>
                  <a:cubicBezTo>
                    <a:pt x="18907" y="86"/>
                    <a:pt x="163" y="23287"/>
                    <a:pt x="163" y="45731"/>
                  </a:cubicBezTo>
                  <a:cubicBezTo>
                    <a:pt x="163" y="59854"/>
                    <a:pt x="12828" y="59854"/>
                    <a:pt x="13588" y="59854"/>
                  </a:cubicBezTo>
                  <a:cubicBezTo>
                    <a:pt x="17894" y="59854"/>
                    <a:pt x="26759" y="56827"/>
                    <a:pt x="26759" y="46488"/>
                  </a:cubicBezTo>
                  <a:cubicBezTo>
                    <a:pt x="26759" y="39931"/>
                    <a:pt x="22200" y="33374"/>
                    <a:pt x="13335" y="33374"/>
                  </a:cubicBezTo>
                  <a:cubicBezTo>
                    <a:pt x="11308" y="33374"/>
                    <a:pt x="10802" y="33374"/>
                    <a:pt x="10042" y="33626"/>
                  </a:cubicBezTo>
                  <a:cubicBezTo>
                    <a:pt x="15868" y="17234"/>
                    <a:pt x="29546" y="7904"/>
                    <a:pt x="44237" y="7904"/>
                  </a:cubicBezTo>
                  <a:cubicBezTo>
                    <a:pt x="67286" y="7904"/>
                    <a:pt x="78178" y="28331"/>
                    <a:pt x="78178" y="49010"/>
                  </a:cubicBezTo>
                  <a:cubicBezTo>
                    <a:pt x="78178" y="69184"/>
                    <a:pt x="65513" y="89107"/>
                    <a:pt x="51582" y="104742"/>
                  </a:cubicBezTo>
                  <a:lnTo>
                    <a:pt x="2950" y="158710"/>
                  </a:lnTo>
                  <a:cubicBezTo>
                    <a:pt x="163" y="161484"/>
                    <a:pt x="163" y="161988"/>
                    <a:pt x="163" y="168041"/>
                  </a:cubicBezTo>
                  <a:lnTo>
                    <a:pt x="94136" y="168041"/>
                  </a:lnTo>
                  <a:lnTo>
                    <a:pt x="101228" y="124161"/>
                  </a:lnTo>
                  <a:lnTo>
                    <a:pt x="94895" y="124161"/>
                  </a:lnTo>
                  <a:cubicBezTo>
                    <a:pt x="93629" y="131726"/>
                    <a:pt x="91856" y="142822"/>
                    <a:pt x="89323" y="146605"/>
                  </a:cubicBezTo>
                  <a:cubicBezTo>
                    <a:pt x="87550" y="148623"/>
                    <a:pt x="70833" y="148623"/>
                    <a:pt x="65260" y="148623"/>
                  </a:cubicBezTo>
                  <a:lnTo>
                    <a:pt x="19667" y="148623"/>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4" name="Freeform: Shape 123">
              <a:extLst>
                <a:ext uri="{FF2B5EF4-FFF2-40B4-BE49-F238E27FC236}">
                  <a16:creationId xmlns:a16="http://schemas.microsoft.com/office/drawing/2014/main" id="{D092A720-0EF9-9DD2-394D-30DDB27E6343}"/>
                </a:ext>
              </a:extLst>
            </p:cNvPr>
            <p:cNvSpPr/>
            <p:nvPr>
              <p:custDataLst>
                <p:tags r:id="rId84"/>
              </p:custDataLst>
            </p:nvPr>
          </p:nvSpPr>
          <p:spPr>
            <a:xfrm>
              <a:off x="9724337" y="5313258"/>
              <a:ext cx="105117" cy="173502"/>
            </a:xfrm>
            <a:custGeom>
              <a:avLst/>
              <a:gdLst>
                <a:gd name="connsiteX0" fmla="*/ 22965 w 105117"/>
                <a:gd name="connsiteY0" fmla="*/ 85324 h 173502"/>
                <a:gd name="connsiteX1" fmla="*/ 22965 w 105117"/>
                <a:gd name="connsiteY1" fmla="*/ 79272 h 173502"/>
                <a:gd name="connsiteX2" fmla="*/ 67291 w 105117"/>
                <a:gd name="connsiteY2" fmla="*/ 6390 h 173502"/>
                <a:gd name="connsiteX3" fmla="*/ 89581 w 105117"/>
                <a:gd name="connsiteY3" fmla="*/ 16478 h 173502"/>
                <a:gd name="connsiteX4" fmla="*/ 75650 w 105117"/>
                <a:gd name="connsiteY4" fmla="*/ 27826 h 173502"/>
                <a:gd name="connsiteX5" fmla="*/ 87302 w 105117"/>
                <a:gd name="connsiteY5" fmla="*/ 39427 h 173502"/>
                <a:gd name="connsiteX6" fmla="*/ 98953 w 105117"/>
                <a:gd name="connsiteY6" fmla="*/ 27322 h 173502"/>
                <a:gd name="connsiteX7" fmla="*/ 66785 w 105117"/>
                <a:gd name="connsiteY7" fmla="*/ 86 h 173502"/>
                <a:gd name="connsiteX8" fmla="*/ 168 w 105117"/>
                <a:gd name="connsiteY8" fmla="*/ 88350 h 173502"/>
                <a:gd name="connsiteX9" fmla="*/ 53107 w 105117"/>
                <a:gd name="connsiteY9" fmla="*/ 173589 h 173502"/>
                <a:gd name="connsiteX10" fmla="*/ 105286 w 105117"/>
                <a:gd name="connsiteY10" fmla="*/ 116595 h 173502"/>
                <a:gd name="connsiteX11" fmla="*/ 54627 w 105117"/>
                <a:gd name="connsiteY11" fmla="*/ 60358 h 173502"/>
                <a:gd name="connsiteX12" fmla="*/ 22965 w 105117"/>
                <a:gd name="connsiteY12" fmla="*/ 85324 h 173502"/>
                <a:gd name="connsiteX13" fmla="*/ 53107 w 105117"/>
                <a:gd name="connsiteY13" fmla="*/ 166528 h 173502"/>
                <a:gd name="connsiteX14" fmla="*/ 28031 w 105117"/>
                <a:gd name="connsiteY14" fmla="*/ 147614 h 173502"/>
                <a:gd name="connsiteX15" fmla="*/ 23471 w 105117"/>
                <a:gd name="connsiteY15" fmla="*/ 111047 h 173502"/>
                <a:gd name="connsiteX16" fmla="*/ 54373 w 105117"/>
                <a:gd name="connsiteY16" fmla="*/ 66158 h 173502"/>
                <a:gd name="connsiteX17" fmla="*/ 77930 w 105117"/>
                <a:gd name="connsiteY17" fmla="*/ 81794 h 173502"/>
                <a:gd name="connsiteX18" fmla="*/ 82489 w 105117"/>
                <a:gd name="connsiteY18" fmla="*/ 116343 h 173502"/>
                <a:gd name="connsiteX19" fmla="*/ 78183 w 105117"/>
                <a:gd name="connsiteY19" fmla="*/ 150136 h 173502"/>
                <a:gd name="connsiteX20" fmla="*/ 53107 w 105117"/>
                <a:gd name="connsiteY20" fmla="*/ 166528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5117" h="173502">
                  <a:moveTo>
                    <a:pt x="22965" y="85324"/>
                  </a:moveTo>
                  <a:lnTo>
                    <a:pt x="22965" y="79272"/>
                  </a:lnTo>
                  <a:cubicBezTo>
                    <a:pt x="22965" y="15469"/>
                    <a:pt x="54373" y="6390"/>
                    <a:pt x="67291" y="6390"/>
                  </a:cubicBezTo>
                  <a:cubicBezTo>
                    <a:pt x="73370" y="6390"/>
                    <a:pt x="84009" y="7904"/>
                    <a:pt x="89581" y="16478"/>
                  </a:cubicBezTo>
                  <a:cubicBezTo>
                    <a:pt x="85782" y="16478"/>
                    <a:pt x="75650" y="16478"/>
                    <a:pt x="75650" y="27826"/>
                  </a:cubicBezTo>
                  <a:cubicBezTo>
                    <a:pt x="75650" y="35644"/>
                    <a:pt x="81729" y="39427"/>
                    <a:pt x="87302" y="39427"/>
                  </a:cubicBezTo>
                  <a:cubicBezTo>
                    <a:pt x="91354" y="39427"/>
                    <a:pt x="98953" y="37157"/>
                    <a:pt x="98953" y="27322"/>
                  </a:cubicBezTo>
                  <a:cubicBezTo>
                    <a:pt x="98953" y="12191"/>
                    <a:pt x="87808" y="86"/>
                    <a:pt x="66785" y="86"/>
                  </a:cubicBezTo>
                  <a:cubicBezTo>
                    <a:pt x="34363" y="86"/>
                    <a:pt x="168" y="32618"/>
                    <a:pt x="168" y="88350"/>
                  </a:cubicBezTo>
                  <a:cubicBezTo>
                    <a:pt x="168" y="155684"/>
                    <a:pt x="29551" y="173589"/>
                    <a:pt x="53107" y="173589"/>
                  </a:cubicBezTo>
                  <a:cubicBezTo>
                    <a:pt x="81223" y="173589"/>
                    <a:pt x="105286" y="149883"/>
                    <a:pt x="105286" y="116595"/>
                  </a:cubicBezTo>
                  <a:cubicBezTo>
                    <a:pt x="105286" y="84568"/>
                    <a:pt x="82742" y="60358"/>
                    <a:pt x="54627" y="60358"/>
                  </a:cubicBezTo>
                  <a:cubicBezTo>
                    <a:pt x="37403" y="60358"/>
                    <a:pt x="28031" y="73219"/>
                    <a:pt x="22965" y="85324"/>
                  </a:cubicBezTo>
                  <a:close/>
                  <a:moveTo>
                    <a:pt x="53107" y="166528"/>
                  </a:moveTo>
                  <a:cubicBezTo>
                    <a:pt x="37149" y="166528"/>
                    <a:pt x="29551" y="151397"/>
                    <a:pt x="28031" y="147614"/>
                  </a:cubicBezTo>
                  <a:cubicBezTo>
                    <a:pt x="23471" y="135761"/>
                    <a:pt x="23471" y="115586"/>
                    <a:pt x="23471" y="111047"/>
                  </a:cubicBezTo>
                  <a:cubicBezTo>
                    <a:pt x="23471" y="91377"/>
                    <a:pt x="31577" y="66158"/>
                    <a:pt x="54373" y="66158"/>
                  </a:cubicBezTo>
                  <a:cubicBezTo>
                    <a:pt x="58426" y="66158"/>
                    <a:pt x="70078" y="66158"/>
                    <a:pt x="77930" y="81794"/>
                  </a:cubicBezTo>
                  <a:cubicBezTo>
                    <a:pt x="82489" y="91124"/>
                    <a:pt x="82489" y="103986"/>
                    <a:pt x="82489" y="116343"/>
                  </a:cubicBezTo>
                  <a:cubicBezTo>
                    <a:pt x="82489" y="128448"/>
                    <a:pt x="82489" y="141057"/>
                    <a:pt x="78183" y="150136"/>
                  </a:cubicBezTo>
                  <a:cubicBezTo>
                    <a:pt x="70584" y="165267"/>
                    <a:pt x="58933" y="166528"/>
                    <a:pt x="53107" y="166528"/>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5" name="Freeform: Shape 124">
              <a:extLst>
                <a:ext uri="{FF2B5EF4-FFF2-40B4-BE49-F238E27FC236}">
                  <a16:creationId xmlns:a16="http://schemas.microsoft.com/office/drawing/2014/main" id="{E1A28DC6-4E9F-EA81-C268-97F9AC8DBCA0}"/>
                </a:ext>
              </a:extLst>
            </p:cNvPr>
            <p:cNvSpPr/>
            <p:nvPr>
              <p:custDataLst>
                <p:tags r:id="rId85"/>
              </p:custDataLst>
            </p:nvPr>
          </p:nvSpPr>
          <p:spPr>
            <a:xfrm>
              <a:off x="9850984" y="5313258"/>
              <a:ext cx="105117" cy="173502"/>
            </a:xfrm>
            <a:custGeom>
              <a:avLst/>
              <a:gdLst>
                <a:gd name="connsiteX0" fmla="*/ 82494 w 105117"/>
                <a:gd name="connsiteY0" fmla="*/ 87846 h 173502"/>
                <a:gd name="connsiteX1" fmla="*/ 82494 w 105117"/>
                <a:gd name="connsiteY1" fmla="*/ 95916 h 173502"/>
                <a:gd name="connsiteX2" fmla="*/ 41460 w 105117"/>
                <a:gd name="connsiteY2" fmla="*/ 166528 h 173502"/>
                <a:gd name="connsiteX3" fmla="*/ 16637 w 105117"/>
                <a:gd name="connsiteY3" fmla="*/ 157449 h 173502"/>
                <a:gd name="connsiteX4" fmla="*/ 29809 w 105117"/>
                <a:gd name="connsiteY4" fmla="*/ 145848 h 173502"/>
                <a:gd name="connsiteX5" fmla="*/ 18157 w 105117"/>
                <a:gd name="connsiteY5" fmla="*/ 134248 h 173502"/>
                <a:gd name="connsiteX6" fmla="*/ 6506 w 105117"/>
                <a:gd name="connsiteY6" fmla="*/ 146353 h 173502"/>
                <a:gd name="connsiteX7" fmla="*/ 41714 w 105117"/>
                <a:gd name="connsiteY7" fmla="*/ 173589 h 173502"/>
                <a:gd name="connsiteX8" fmla="*/ 105291 w 105117"/>
                <a:gd name="connsiteY8" fmla="*/ 85072 h 173502"/>
                <a:gd name="connsiteX9" fmla="*/ 53618 w 105117"/>
                <a:gd name="connsiteY9" fmla="*/ 86 h 173502"/>
                <a:gd name="connsiteX10" fmla="*/ 16384 w 105117"/>
                <a:gd name="connsiteY10" fmla="*/ 15973 h 173502"/>
                <a:gd name="connsiteX11" fmla="*/ 173 w 105117"/>
                <a:gd name="connsiteY11" fmla="*/ 56827 h 173502"/>
                <a:gd name="connsiteX12" fmla="*/ 50832 w 105117"/>
                <a:gd name="connsiteY12" fmla="*/ 113064 h 173502"/>
                <a:gd name="connsiteX13" fmla="*/ 82494 w 105117"/>
                <a:gd name="connsiteY13" fmla="*/ 87846 h 173502"/>
                <a:gd name="connsiteX14" fmla="*/ 51086 w 105117"/>
                <a:gd name="connsiteY14" fmla="*/ 107264 h 173502"/>
                <a:gd name="connsiteX15" fmla="*/ 27529 w 105117"/>
                <a:gd name="connsiteY15" fmla="*/ 91377 h 173502"/>
                <a:gd name="connsiteX16" fmla="*/ 22970 w 105117"/>
                <a:gd name="connsiteY16" fmla="*/ 57080 h 173502"/>
                <a:gd name="connsiteX17" fmla="*/ 28289 w 105117"/>
                <a:gd name="connsiteY17" fmla="*/ 22278 h 173502"/>
                <a:gd name="connsiteX18" fmla="*/ 53618 w 105117"/>
                <a:gd name="connsiteY18" fmla="*/ 6390 h 173502"/>
                <a:gd name="connsiteX19" fmla="*/ 77935 w 105117"/>
                <a:gd name="connsiteY19" fmla="*/ 26313 h 173502"/>
                <a:gd name="connsiteX20" fmla="*/ 81987 w 105117"/>
                <a:gd name="connsiteY20" fmla="*/ 61871 h 173502"/>
                <a:gd name="connsiteX21" fmla="*/ 51086 w 105117"/>
                <a:gd name="connsiteY21" fmla="*/ 107264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5117" h="173502">
                  <a:moveTo>
                    <a:pt x="82494" y="87846"/>
                  </a:moveTo>
                  <a:lnTo>
                    <a:pt x="82494" y="95916"/>
                  </a:lnTo>
                  <a:cubicBezTo>
                    <a:pt x="82494" y="154927"/>
                    <a:pt x="56151" y="166528"/>
                    <a:pt x="41460" y="166528"/>
                  </a:cubicBezTo>
                  <a:cubicBezTo>
                    <a:pt x="37154" y="166528"/>
                    <a:pt x="23476" y="166023"/>
                    <a:pt x="16637" y="157449"/>
                  </a:cubicBezTo>
                  <a:cubicBezTo>
                    <a:pt x="27782" y="157449"/>
                    <a:pt x="29809" y="150136"/>
                    <a:pt x="29809" y="145848"/>
                  </a:cubicBezTo>
                  <a:cubicBezTo>
                    <a:pt x="29809" y="138031"/>
                    <a:pt x="23730" y="134248"/>
                    <a:pt x="18157" y="134248"/>
                  </a:cubicBezTo>
                  <a:cubicBezTo>
                    <a:pt x="14105" y="134248"/>
                    <a:pt x="6506" y="136518"/>
                    <a:pt x="6506" y="146353"/>
                  </a:cubicBezTo>
                  <a:cubicBezTo>
                    <a:pt x="6506" y="163249"/>
                    <a:pt x="20184" y="173589"/>
                    <a:pt x="41714" y="173589"/>
                  </a:cubicBezTo>
                  <a:cubicBezTo>
                    <a:pt x="74389" y="173589"/>
                    <a:pt x="105291" y="139292"/>
                    <a:pt x="105291" y="85072"/>
                  </a:cubicBezTo>
                  <a:cubicBezTo>
                    <a:pt x="105291" y="17234"/>
                    <a:pt x="76162" y="86"/>
                    <a:pt x="53618" y="86"/>
                  </a:cubicBezTo>
                  <a:cubicBezTo>
                    <a:pt x="39687" y="86"/>
                    <a:pt x="27276" y="4625"/>
                    <a:pt x="16384" y="15973"/>
                  </a:cubicBezTo>
                  <a:cubicBezTo>
                    <a:pt x="5999" y="27322"/>
                    <a:pt x="173" y="37914"/>
                    <a:pt x="173" y="56827"/>
                  </a:cubicBezTo>
                  <a:cubicBezTo>
                    <a:pt x="173" y="88350"/>
                    <a:pt x="22463" y="113064"/>
                    <a:pt x="50832" y="113064"/>
                  </a:cubicBezTo>
                  <a:cubicBezTo>
                    <a:pt x="66283" y="113064"/>
                    <a:pt x="76668" y="102473"/>
                    <a:pt x="82494" y="87846"/>
                  </a:cubicBezTo>
                  <a:close/>
                  <a:moveTo>
                    <a:pt x="51086" y="107264"/>
                  </a:moveTo>
                  <a:cubicBezTo>
                    <a:pt x="47033" y="107264"/>
                    <a:pt x="35381" y="107264"/>
                    <a:pt x="27529" y="91377"/>
                  </a:cubicBezTo>
                  <a:cubicBezTo>
                    <a:pt x="22970" y="82046"/>
                    <a:pt x="22970" y="69437"/>
                    <a:pt x="22970" y="57080"/>
                  </a:cubicBezTo>
                  <a:cubicBezTo>
                    <a:pt x="22970" y="43462"/>
                    <a:pt x="22970" y="31609"/>
                    <a:pt x="28289" y="22278"/>
                  </a:cubicBezTo>
                  <a:cubicBezTo>
                    <a:pt x="35128" y="9669"/>
                    <a:pt x="44753" y="6390"/>
                    <a:pt x="53618" y="6390"/>
                  </a:cubicBezTo>
                  <a:cubicBezTo>
                    <a:pt x="65270" y="6390"/>
                    <a:pt x="73629" y="14965"/>
                    <a:pt x="77935" y="26313"/>
                  </a:cubicBezTo>
                  <a:cubicBezTo>
                    <a:pt x="80974" y="34383"/>
                    <a:pt x="81987" y="50271"/>
                    <a:pt x="81987" y="61871"/>
                  </a:cubicBezTo>
                  <a:cubicBezTo>
                    <a:pt x="81987" y="82802"/>
                    <a:pt x="73375" y="107264"/>
                    <a:pt x="51086" y="107264"/>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6" name="Freeform: Shape 125">
              <a:extLst>
                <a:ext uri="{FF2B5EF4-FFF2-40B4-BE49-F238E27FC236}">
                  <a16:creationId xmlns:a16="http://schemas.microsoft.com/office/drawing/2014/main" id="{F389D803-C548-252C-219A-B971004F9F38}"/>
                </a:ext>
              </a:extLst>
            </p:cNvPr>
            <p:cNvSpPr/>
            <p:nvPr>
              <p:custDataLst>
                <p:tags r:id="rId86"/>
              </p:custDataLst>
            </p:nvPr>
          </p:nvSpPr>
          <p:spPr>
            <a:xfrm>
              <a:off x="10113904" y="5269379"/>
              <a:ext cx="10131" cy="302621"/>
            </a:xfrm>
            <a:custGeom>
              <a:avLst/>
              <a:gdLst>
                <a:gd name="connsiteX0" fmla="*/ 0 w 10131"/>
                <a:gd name="connsiteY0" fmla="*/ 0 h 302621"/>
                <a:gd name="connsiteX1" fmla="*/ 10131 w 10131"/>
                <a:gd name="connsiteY1" fmla="*/ 0 h 302621"/>
                <a:gd name="connsiteX2" fmla="*/ 10131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1" y="0"/>
                  </a:lnTo>
                  <a:lnTo>
                    <a:pt x="10131"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7" name="Freeform: Shape 126">
              <a:extLst>
                <a:ext uri="{FF2B5EF4-FFF2-40B4-BE49-F238E27FC236}">
                  <a16:creationId xmlns:a16="http://schemas.microsoft.com/office/drawing/2014/main" id="{4452F0B9-76ED-803C-A9EC-E04C066AF7AE}"/>
                </a:ext>
              </a:extLst>
            </p:cNvPr>
            <p:cNvSpPr/>
            <p:nvPr>
              <p:custDataLst>
                <p:tags r:id="rId87"/>
              </p:custDataLst>
            </p:nvPr>
          </p:nvSpPr>
          <p:spPr>
            <a:xfrm>
              <a:off x="10281529" y="5313258"/>
              <a:ext cx="106636" cy="173502"/>
            </a:xfrm>
            <a:custGeom>
              <a:avLst/>
              <a:gdLst>
                <a:gd name="connsiteX0" fmla="*/ 106827 w 106636"/>
                <a:gd name="connsiteY0" fmla="*/ 87342 h 173502"/>
                <a:gd name="connsiteX1" fmla="*/ 96695 w 106636"/>
                <a:gd name="connsiteY1" fmla="*/ 28331 h 173502"/>
                <a:gd name="connsiteX2" fmla="*/ 53635 w 106636"/>
                <a:gd name="connsiteY2" fmla="*/ 86 h 173502"/>
                <a:gd name="connsiteX3" fmla="*/ 9562 w 106636"/>
                <a:gd name="connsiteY3" fmla="*/ 30096 h 173502"/>
                <a:gd name="connsiteX4" fmla="*/ 190 w 106636"/>
                <a:gd name="connsiteY4" fmla="*/ 87342 h 173502"/>
                <a:gd name="connsiteX5" fmla="*/ 11589 w 106636"/>
                <a:gd name="connsiteY5" fmla="*/ 148118 h 173502"/>
                <a:gd name="connsiteX6" fmla="*/ 53382 w 106636"/>
                <a:gd name="connsiteY6" fmla="*/ 173589 h 173502"/>
                <a:gd name="connsiteX7" fmla="*/ 97455 w 106636"/>
                <a:gd name="connsiteY7" fmla="*/ 144335 h 173502"/>
                <a:gd name="connsiteX8" fmla="*/ 106827 w 106636"/>
                <a:gd name="connsiteY8" fmla="*/ 87342 h 173502"/>
                <a:gd name="connsiteX9" fmla="*/ 53382 w 106636"/>
                <a:gd name="connsiteY9" fmla="*/ 168041 h 173502"/>
                <a:gd name="connsiteX10" fmla="*/ 24000 w 106636"/>
                <a:gd name="connsiteY10" fmla="*/ 137526 h 173502"/>
                <a:gd name="connsiteX11" fmla="*/ 21214 w 106636"/>
                <a:gd name="connsiteY11" fmla="*/ 84315 h 173502"/>
                <a:gd name="connsiteX12" fmla="*/ 23240 w 106636"/>
                <a:gd name="connsiteY12" fmla="*/ 37914 h 173502"/>
                <a:gd name="connsiteX13" fmla="*/ 53382 w 106636"/>
                <a:gd name="connsiteY13" fmla="*/ 5634 h 173502"/>
                <a:gd name="connsiteX14" fmla="*/ 83271 w 106636"/>
                <a:gd name="connsiteY14" fmla="*/ 35140 h 173502"/>
                <a:gd name="connsiteX15" fmla="*/ 85804 w 106636"/>
                <a:gd name="connsiteY15" fmla="*/ 84315 h 173502"/>
                <a:gd name="connsiteX16" fmla="*/ 83018 w 106636"/>
                <a:gd name="connsiteY16" fmla="*/ 136518 h 173502"/>
                <a:gd name="connsiteX17" fmla="*/ 53382 w 106636"/>
                <a:gd name="connsiteY17" fmla="*/ 168041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827" y="87342"/>
                  </a:moveTo>
                  <a:cubicBezTo>
                    <a:pt x="106827" y="67167"/>
                    <a:pt x="105561" y="46992"/>
                    <a:pt x="96695" y="28331"/>
                  </a:cubicBezTo>
                  <a:cubicBezTo>
                    <a:pt x="85044" y="4121"/>
                    <a:pt x="64274" y="86"/>
                    <a:pt x="53635" y="86"/>
                  </a:cubicBezTo>
                  <a:cubicBezTo>
                    <a:pt x="38438" y="86"/>
                    <a:pt x="19947" y="6643"/>
                    <a:pt x="9562" y="30096"/>
                  </a:cubicBezTo>
                  <a:cubicBezTo>
                    <a:pt x="1457" y="47497"/>
                    <a:pt x="190" y="67167"/>
                    <a:pt x="190" y="87342"/>
                  </a:cubicBezTo>
                  <a:cubicBezTo>
                    <a:pt x="190" y="106256"/>
                    <a:pt x="1204" y="128952"/>
                    <a:pt x="11589" y="148118"/>
                  </a:cubicBezTo>
                  <a:cubicBezTo>
                    <a:pt x="22480" y="168545"/>
                    <a:pt x="40971" y="173589"/>
                    <a:pt x="53382" y="173589"/>
                  </a:cubicBezTo>
                  <a:cubicBezTo>
                    <a:pt x="67060" y="173589"/>
                    <a:pt x="86310" y="168293"/>
                    <a:pt x="97455" y="144335"/>
                  </a:cubicBezTo>
                  <a:cubicBezTo>
                    <a:pt x="105561" y="126935"/>
                    <a:pt x="106827" y="107264"/>
                    <a:pt x="106827" y="87342"/>
                  </a:cubicBezTo>
                  <a:close/>
                  <a:moveTo>
                    <a:pt x="53382" y="168041"/>
                  </a:moveTo>
                  <a:cubicBezTo>
                    <a:pt x="43504" y="168041"/>
                    <a:pt x="28559" y="161736"/>
                    <a:pt x="24000" y="137526"/>
                  </a:cubicBezTo>
                  <a:cubicBezTo>
                    <a:pt x="21214" y="122395"/>
                    <a:pt x="21214" y="99194"/>
                    <a:pt x="21214" y="84315"/>
                  </a:cubicBezTo>
                  <a:cubicBezTo>
                    <a:pt x="21214" y="68176"/>
                    <a:pt x="21214" y="51531"/>
                    <a:pt x="23240" y="37914"/>
                  </a:cubicBezTo>
                  <a:cubicBezTo>
                    <a:pt x="28053" y="7904"/>
                    <a:pt x="47050" y="5634"/>
                    <a:pt x="53382" y="5634"/>
                  </a:cubicBezTo>
                  <a:cubicBezTo>
                    <a:pt x="61741" y="5634"/>
                    <a:pt x="78458" y="10173"/>
                    <a:pt x="83271" y="35140"/>
                  </a:cubicBezTo>
                  <a:cubicBezTo>
                    <a:pt x="85804" y="49262"/>
                    <a:pt x="85804" y="68428"/>
                    <a:pt x="85804" y="84315"/>
                  </a:cubicBezTo>
                  <a:cubicBezTo>
                    <a:pt x="85804" y="103229"/>
                    <a:pt x="85804" y="120378"/>
                    <a:pt x="83018" y="136518"/>
                  </a:cubicBezTo>
                  <a:cubicBezTo>
                    <a:pt x="79218" y="160475"/>
                    <a:pt x="64780" y="168041"/>
                    <a:pt x="53382" y="168041"/>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32" name="Freeform: Shape 5631">
              <a:extLst>
                <a:ext uri="{FF2B5EF4-FFF2-40B4-BE49-F238E27FC236}">
                  <a16:creationId xmlns:a16="http://schemas.microsoft.com/office/drawing/2014/main" id="{9D75BA20-22FC-DB2B-0C88-27BBD5CCAF43}"/>
                </a:ext>
              </a:extLst>
            </p:cNvPr>
            <p:cNvSpPr/>
            <p:nvPr>
              <p:custDataLst>
                <p:tags r:id="rId88"/>
              </p:custDataLst>
            </p:nvPr>
          </p:nvSpPr>
          <p:spPr>
            <a:xfrm>
              <a:off x="10420081" y="5454482"/>
              <a:ext cx="26849" cy="26731"/>
            </a:xfrm>
            <a:custGeom>
              <a:avLst/>
              <a:gdLst>
                <a:gd name="connsiteX0" fmla="*/ 27045 w 26849"/>
                <a:gd name="connsiteY0" fmla="*/ 13452 h 26731"/>
                <a:gd name="connsiteX1" fmla="*/ 13620 w 26849"/>
                <a:gd name="connsiteY1" fmla="*/ 86 h 26731"/>
                <a:gd name="connsiteX2" fmla="*/ 195 w 26849"/>
                <a:gd name="connsiteY2" fmla="*/ 13452 h 26731"/>
                <a:gd name="connsiteX3" fmla="*/ 13620 w 26849"/>
                <a:gd name="connsiteY3" fmla="*/ 26817 h 26731"/>
                <a:gd name="connsiteX4" fmla="*/ 27045 w 26849"/>
                <a:gd name="connsiteY4" fmla="*/ 13452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45" y="13452"/>
                  </a:moveTo>
                  <a:cubicBezTo>
                    <a:pt x="27045" y="6138"/>
                    <a:pt x="20965" y="86"/>
                    <a:pt x="13620" y="86"/>
                  </a:cubicBezTo>
                  <a:cubicBezTo>
                    <a:pt x="6274" y="86"/>
                    <a:pt x="195" y="6138"/>
                    <a:pt x="195" y="13452"/>
                  </a:cubicBezTo>
                  <a:cubicBezTo>
                    <a:pt x="195" y="20765"/>
                    <a:pt x="6274" y="26817"/>
                    <a:pt x="13620" y="26817"/>
                  </a:cubicBezTo>
                  <a:cubicBezTo>
                    <a:pt x="20965" y="26817"/>
                    <a:pt x="27045" y="20765"/>
                    <a:pt x="27045" y="13452"/>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33" name="Freeform: Shape 5632">
              <a:extLst>
                <a:ext uri="{FF2B5EF4-FFF2-40B4-BE49-F238E27FC236}">
                  <a16:creationId xmlns:a16="http://schemas.microsoft.com/office/drawing/2014/main" id="{E2572E99-228B-178F-45D3-F56BC59BE849}"/>
                </a:ext>
              </a:extLst>
            </p:cNvPr>
            <p:cNvSpPr/>
            <p:nvPr>
              <p:custDataLst>
                <p:tags r:id="rId89"/>
              </p:custDataLst>
            </p:nvPr>
          </p:nvSpPr>
          <p:spPr>
            <a:xfrm>
              <a:off x="10479296" y="5313258"/>
              <a:ext cx="105117" cy="173502"/>
            </a:xfrm>
            <a:custGeom>
              <a:avLst/>
              <a:gdLst>
                <a:gd name="connsiteX0" fmla="*/ 63015 w 105117"/>
                <a:gd name="connsiteY0" fmla="*/ 79272 h 173502"/>
                <a:gd name="connsiteX1" fmla="*/ 98476 w 105117"/>
                <a:gd name="connsiteY1" fmla="*/ 34887 h 173502"/>
                <a:gd name="connsiteX2" fmla="*/ 51870 w 105117"/>
                <a:gd name="connsiteY2" fmla="*/ 86 h 173502"/>
                <a:gd name="connsiteX3" fmla="*/ 7037 w 105117"/>
                <a:gd name="connsiteY3" fmla="*/ 34383 h 173502"/>
                <a:gd name="connsiteX4" fmla="*/ 19955 w 105117"/>
                <a:gd name="connsiteY4" fmla="*/ 47497 h 173502"/>
                <a:gd name="connsiteX5" fmla="*/ 32873 w 105117"/>
                <a:gd name="connsiteY5" fmla="*/ 34635 h 173502"/>
                <a:gd name="connsiteX6" fmla="*/ 17169 w 105117"/>
                <a:gd name="connsiteY6" fmla="*/ 22026 h 173502"/>
                <a:gd name="connsiteX7" fmla="*/ 50857 w 105117"/>
                <a:gd name="connsiteY7" fmla="*/ 6390 h 173502"/>
                <a:gd name="connsiteX8" fmla="*/ 75173 w 105117"/>
                <a:gd name="connsiteY8" fmla="*/ 34635 h 173502"/>
                <a:gd name="connsiteX9" fmla="*/ 68081 w 105117"/>
                <a:gd name="connsiteY9" fmla="*/ 63384 h 173502"/>
                <a:gd name="connsiteX10" fmla="*/ 45538 w 105117"/>
                <a:gd name="connsiteY10" fmla="*/ 76498 h 173502"/>
                <a:gd name="connsiteX11" fmla="*/ 35659 w 105117"/>
                <a:gd name="connsiteY11" fmla="*/ 77254 h 173502"/>
                <a:gd name="connsiteX12" fmla="*/ 31860 w 105117"/>
                <a:gd name="connsiteY12" fmla="*/ 80281 h 173502"/>
                <a:gd name="connsiteX13" fmla="*/ 37939 w 105117"/>
                <a:gd name="connsiteY13" fmla="*/ 83055 h 173502"/>
                <a:gd name="connsiteX14" fmla="*/ 49084 w 105117"/>
                <a:gd name="connsiteY14" fmla="*/ 83055 h 173502"/>
                <a:gd name="connsiteX15" fmla="*/ 79226 w 105117"/>
                <a:gd name="connsiteY15" fmla="*/ 124917 h 173502"/>
                <a:gd name="connsiteX16" fmla="*/ 50604 w 105117"/>
                <a:gd name="connsiteY16" fmla="*/ 166528 h 173502"/>
                <a:gd name="connsiteX17" fmla="*/ 11850 w 105117"/>
                <a:gd name="connsiteY17" fmla="*/ 147362 h 173502"/>
                <a:gd name="connsiteX18" fmla="*/ 28567 w 105117"/>
                <a:gd name="connsiteY18" fmla="*/ 133491 h 173502"/>
                <a:gd name="connsiteX19" fmla="*/ 14383 w 105117"/>
                <a:gd name="connsiteY19" fmla="*/ 119369 h 173502"/>
                <a:gd name="connsiteX20" fmla="*/ 198 w 105117"/>
                <a:gd name="connsiteY20" fmla="*/ 133996 h 173502"/>
                <a:gd name="connsiteX21" fmla="*/ 51364 w 105117"/>
                <a:gd name="connsiteY21" fmla="*/ 173589 h 173502"/>
                <a:gd name="connsiteX22" fmla="*/ 105315 w 105117"/>
                <a:gd name="connsiteY22" fmla="*/ 124917 h 173502"/>
                <a:gd name="connsiteX23" fmla="*/ 63015 w 105117"/>
                <a:gd name="connsiteY23" fmla="*/ 79272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17" h="173502">
                  <a:moveTo>
                    <a:pt x="63015" y="79272"/>
                  </a:moveTo>
                  <a:cubicBezTo>
                    <a:pt x="83785" y="72463"/>
                    <a:pt x="98476" y="54810"/>
                    <a:pt x="98476" y="34887"/>
                  </a:cubicBezTo>
                  <a:cubicBezTo>
                    <a:pt x="98476" y="14208"/>
                    <a:pt x="76186" y="86"/>
                    <a:pt x="51870" y="86"/>
                  </a:cubicBezTo>
                  <a:cubicBezTo>
                    <a:pt x="26287" y="86"/>
                    <a:pt x="7037" y="15217"/>
                    <a:pt x="7037" y="34383"/>
                  </a:cubicBezTo>
                  <a:cubicBezTo>
                    <a:pt x="7037" y="42705"/>
                    <a:pt x="12609" y="47497"/>
                    <a:pt x="19955" y="47497"/>
                  </a:cubicBezTo>
                  <a:cubicBezTo>
                    <a:pt x="27807" y="47497"/>
                    <a:pt x="32873" y="41948"/>
                    <a:pt x="32873" y="34635"/>
                  </a:cubicBezTo>
                  <a:cubicBezTo>
                    <a:pt x="32873" y="22026"/>
                    <a:pt x="20968" y="22026"/>
                    <a:pt x="17169" y="22026"/>
                  </a:cubicBezTo>
                  <a:cubicBezTo>
                    <a:pt x="25021" y="9669"/>
                    <a:pt x="41738" y="6390"/>
                    <a:pt x="50857" y="6390"/>
                  </a:cubicBezTo>
                  <a:cubicBezTo>
                    <a:pt x="61242" y="6390"/>
                    <a:pt x="75173" y="11939"/>
                    <a:pt x="75173" y="34635"/>
                  </a:cubicBezTo>
                  <a:cubicBezTo>
                    <a:pt x="75173" y="37661"/>
                    <a:pt x="74667" y="52288"/>
                    <a:pt x="68081" y="63384"/>
                  </a:cubicBezTo>
                  <a:cubicBezTo>
                    <a:pt x="60482" y="75489"/>
                    <a:pt x="51870" y="76246"/>
                    <a:pt x="45538" y="76498"/>
                  </a:cubicBezTo>
                  <a:cubicBezTo>
                    <a:pt x="43511" y="76750"/>
                    <a:pt x="37432" y="77254"/>
                    <a:pt x="35659" y="77254"/>
                  </a:cubicBezTo>
                  <a:cubicBezTo>
                    <a:pt x="33633" y="77506"/>
                    <a:pt x="31860" y="77759"/>
                    <a:pt x="31860" y="80281"/>
                  </a:cubicBezTo>
                  <a:cubicBezTo>
                    <a:pt x="31860" y="83055"/>
                    <a:pt x="33633" y="83055"/>
                    <a:pt x="37939" y="83055"/>
                  </a:cubicBezTo>
                  <a:lnTo>
                    <a:pt x="49084" y="83055"/>
                  </a:lnTo>
                  <a:cubicBezTo>
                    <a:pt x="69854" y="83055"/>
                    <a:pt x="79226" y="100203"/>
                    <a:pt x="79226" y="124917"/>
                  </a:cubicBezTo>
                  <a:cubicBezTo>
                    <a:pt x="79226" y="159214"/>
                    <a:pt x="61749" y="166528"/>
                    <a:pt x="50604" y="166528"/>
                  </a:cubicBezTo>
                  <a:cubicBezTo>
                    <a:pt x="39712" y="166528"/>
                    <a:pt x="20715" y="162240"/>
                    <a:pt x="11850" y="147362"/>
                  </a:cubicBezTo>
                  <a:cubicBezTo>
                    <a:pt x="20715" y="148623"/>
                    <a:pt x="28567" y="143074"/>
                    <a:pt x="28567" y="133491"/>
                  </a:cubicBezTo>
                  <a:cubicBezTo>
                    <a:pt x="28567" y="124413"/>
                    <a:pt x="21728" y="119369"/>
                    <a:pt x="14383" y="119369"/>
                  </a:cubicBezTo>
                  <a:cubicBezTo>
                    <a:pt x="8303" y="119369"/>
                    <a:pt x="198" y="122900"/>
                    <a:pt x="198" y="133996"/>
                  </a:cubicBezTo>
                  <a:cubicBezTo>
                    <a:pt x="198" y="156945"/>
                    <a:pt x="23754" y="173589"/>
                    <a:pt x="51364" y="173589"/>
                  </a:cubicBezTo>
                  <a:cubicBezTo>
                    <a:pt x="82265" y="173589"/>
                    <a:pt x="105315" y="150640"/>
                    <a:pt x="105315" y="124917"/>
                  </a:cubicBezTo>
                  <a:cubicBezTo>
                    <a:pt x="105315" y="104238"/>
                    <a:pt x="89358" y="84568"/>
                    <a:pt x="63015" y="79272"/>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34" name="Freeform: Shape 5633">
              <a:extLst>
                <a:ext uri="{FF2B5EF4-FFF2-40B4-BE49-F238E27FC236}">
                  <a16:creationId xmlns:a16="http://schemas.microsoft.com/office/drawing/2014/main" id="{60EE2849-AB49-23F4-1D4F-BE931DA73F92}"/>
                </a:ext>
              </a:extLst>
            </p:cNvPr>
            <p:cNvSpPr/>
            <p:nvPr>
              <p:custDataLst>
                <p:tags r:id="rId90"/>
              </p:custDataLst>
            </p:nvPr>
          </p:nvSpPr>
          <p:spPr>
            <a:xfrm>
              <a:off x="10605944" y="5313258"/>
              <a:ext cx="105117" cy="173502"/>
            </a:xfrm>
            <a:custGeom>
              <a:avLst/>
              <a:gdLst>
                <a:gd name="connsiteX0" fmla="*/ 23000 w 105117"/>
                <a:gd name="connsiteY0" fmla="*/ 85324 h 173502"/>
                <a:gd name="connsiteX1" fmla="*/ 23000 w 105117"/>
                <a:gd name="connsiteY1" fmla="*/ 79272 h 173502"/>
                <a:gd name="connsiteX2" fmla="*/ 67326 w 105117"/>
                <a:gd name="connsiteY2" fmla="*/ 6390 h 173502"/>
                <a:gd name="connsiteX3" fmla="*/ 89616 w 105117"/>
                <a:gd name="connsiteY3" fmla="*/ 16478 h 173502"/>
                <a:gd name="connsiteX4" fmla="*/ 75685 w 105117"/>
                <a:gd name="connsiteY4" fmla="*/ 27826 h 173502"/>
                <a:gd name="connsiteX5" fmla="*/ 87336 w 105117"/>
                <a:gd name="connsiteY5" fmla="*/ 39427 h 173502"/>
                <a:gd name="connsiteX6" fmla="*/ 98988 w 105117"/>
                <a:gd name="connsiteY6" fmla="*/ 27322 h 173502"/>
                <a:gd name="connsiteX7" fmla="*/ 66819 w 105117"/>
                <a:gd name="connsiteY7" fmla="*/ 86 h 173502"/>
                <a:gd name="connsiteX8" fmla="*/ 203 w 105117"/>
                <a:gd name="connsiteY8" fmla="*/ 88350 h 173502"/>
                <a:gd name="connsiteX9" fmla="*/ 53142 w 105117"/>
                <a:gd name="connsiteY9" fmla="*/ 173589 h 173502"/>
                <a:gd name="connsiteX10" fmla="*/ 105320 w 105117"/>
                <a:gd name="connsiteY10" fmla="*/ 116595 h 173502"/>
                <a:gd name="connsiteX11" fmla="*/ 54661 w 105117"/>
                <a:gd name="connsiteY11" fmla="*/ 60358 h 173502"/>
                <a:gd name="connsiteX12" fmla="*/ 23000 w 105117"/>
                <a:gd name="connsiteY12" fmla="*/ 85324 h 173502"/>
                <a:gd name="connsiteX13" fmla="*/ 53142 w 105117"/>
                <a:gd name="connsiteY13" fmla="*/ 166528 h 173502"/>
                <a:gd name="connsiteX14" fmla="*/ 28065 w 105117"/>
                <a:gd name="connsiteY14" fmla="*/ 147614 h 173502"/>
                <a:gd name="connsiteX15" fmla="*/ 23506 w 105117"/>
                <a:gd name="connsiteY15" fmla="*/ 111047 h 173502"/>
                <a:gd name="connsiteX16" fmla="*/ 54408 w 105117"/>
                <a:gd name="connsiteY16" fmla="*/ 66158 h 173502"/>
                <a:gd name="connsiteX17" fmla="*/ 77964 w 105117"/>
                <a:gd name="connsiteY17" fmla="*/ 81794 h 173502"/>
                <a:gd name="connsiteX18" fmla="*/ 82524 w 105117"/>
                <a:gd name="connsiteY18" fmla="*/ 116343 h 173502"/>
                <a:gd name="connsiteX19" fmla="*/ 78218 w 105117"/>
                <a:gd name="connsiteY19" fmla="*/ 150136 h 173502"/>
                <a:gd name="connsiteX20" fmla="*/ 53142 w 105117"/>
                <a:gd name="connsiteY20" fmla="*/ 166528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5117" h="173502">
                  <a:moveTo>
                    <a:pt x="23000" y="85324"/>
                  </a:moveTo>
                  <a:lnTo>
                    <a:pt x="23000" y="79272"/>
                  </a:lnTo>
                  <a:cubicBezTo>
                    <a:pt x="23000" y="15469"/>
                    <a:pt x="54408" y="6390"/>
                    <a:pt x="67326" y="6390"/>
                  </a:cubicBezTo>
                  <a:cubicBezTo>
                    <a:pt x="73405" y="6390"/>
                    <a:pt x="84043" y="7904"/>
                    <a:pt x="89616" y="16478"/>
                  </a:cubicBezTo>
                  <a:cubicBezTo>
                    <a:pt x="85817" y="16478"/>
                    <a:pt x="75685" y="16478"/>
                    <a:pt x="75685" y="27826"/>
                  </a:cubicBezTo>
                  <a:cubicBezTo>
                    <a:pt x="75685" y="35644"/>
                    <a:pt x="81764" y="39427"/>
                    <a:pt x="87336" y="39427"/>
                  </a:cubicBezTo>
                  <a:cubicBezTo>
                    <a:pt x="91389" y="39427"/>
                    <a:pt x="98988" y="37157"/>
                    <a:pt x="98988" y="27322"/>
                  </a:cubicBezTo>
                  <a:cubicBezTo>
                    <a:pt x="98988" y="12191"/>
                    <a:pt x="87843" y="86"/>
                    <a:pt x="66819" y="86"/>
                  </a:cubicBezTo>
                  <a:cubicBezTo>
                    <a:pt x="34398" y="86"/>
                    <a:pt x="203" y="32618"/>
                    <a:pt x="203" y="88350"/>
                  </a:cubicBezTo>
                  <a:cubicBezTo>
                    <a:pt x="203" y="155684"/>
                    <a:pt x="29585" y="173589"/>
                    <a:pt x="53142" y="173589"/>
                  </a:cubicBezTo>
                  <a:cubicBezTo>
                    <a:pt x="81257" y="173589"/>
                    <a:pt x="105320" y="149883"/>
                    <a:pt x="105320" y="116595"/>
                  </a:cubicBezTo>
                  <a:cubicBezTo>
                    <a:pt x="105320" y="84568"/>
                    <a:pt x="82777" y="60358"/>
                    <a:pt x="54661" y="60358"/>
                  </a:cubicBezTo>
                  <a:cubicBezTo>
                    <a:pt x="37437" y="60358"/>
                    <a:pt x="28065" y="73219"/>
                    <a:pt x="23000" y="85324"/>
                  </a:cubicBezTo>
                  <a:close/>
                  <a:moveTo>
                    <a:pt x="53142" y="166528"/>
                  </a:moveTo>
                  <a:cubicBezTo>
                    <a:pt x="37184" y="166528"/>
                    <a:pt x="29585" y="151397"/>
                    <a:pt x="28065" y="147614"/>
                  </a:cubicBezTo>
                  <a:cubicBezTo>
                    <a:pt x="23506" y="135761"/>
                    <a:pt x="23506" y="115586"/>
                    <a:pt x="23506" y="111047"/>
                  </a:cubicBezTo>
                  <a:cubicBezTo>
                    <a:pt x="23506" y="91377"/>
                    <a:pt x="31612" y="66158"/>
                    <a:pt x="54408" y="66158"/>
                  </a:cubicBezTo>
                  <a:cubicBezTo>
                    <a:pt x="58461" y="66158"/>
                    <a:pt x="70112" y="66158"/>
                    <a:pt x="77964" y="81794"/>
                  </a:cubicBezTo>
                  <a:cubicBezTo>
                    <a:pt x="82524" y="91124"/>
                    <a:pt x="82524" y="103986"/>
                    <a:pt x="82524" y="116343"/>
                  </a:cubicBezTo>
                  <a:cubicBezTo>
                    <a:pt x="82524" y="128448"/>
                    <a:pt x="82524" y="141057"/>
                    <a:pt x="78218" y="150136"/>
                  </a:cubicBezTo>
                  <a:cubicBezTo>
                    <a:pt x="70619" y="165267"/>
                    <a:pt x="58967" y="166528"/>
                    <a:pt x="53142" y="166528"/>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35" name="Freeform: Shape 5634">
              <a:extLst>
                <a:ext uri="{FF2B5EF4-FFF2-40B4-BE49-F238E27FC236}">
                  <a16:creationId xmlns:a16="http://schemas.microsoft.com/office/drawing/2014/main" id="{3BB1CAFB-99E0-C1D2-9584-EDAD19AB55EA}"/>
                </a:ext>
              </a:extLst>
            </p:cNvPr>
            <p:cNvSpPr/>
            <p:nvPr>
              <p:custDataLst>
                <p:tags r:id="rId91"/>
              </p:custDataLst>
            </p:nvPr>
          </p:nvSpPr>
          <p:spPr>
            <a:xfrm>
              <a:off x="10732591" y="5313258"/>
              <a:ext cx="105117" cy="173502"/>
            </a:xfrm>
            <a:custGeom>
              <a:avLst/>
              <a:gdLst>
                <a:gd name="connsiteX0" fmla="*/ 30857 w 105117"/>
                <a:gd name="connsiteY0" fmla="*/ 52792 h 173502"/>
                <a:gd name="connsiteX1" fmla="*/ 18192 w 105117"/>
                <a:gd name="connsiteY1" fmla="*/ 32365 h 173502"/>
                <a:gd name="connsiteX2" fmla="*/ 52640 w 105117"/>
                <a:gd name="connsiteY2" fmla="*/ 6390 h 173502"/>
                <a:gd name="connsiteX3" fmla="*/ 87341 w 105117"/>
                <a:gd name="connsiteY3" fmla="*/ 37661 h 173502"/>
                <a:gd name="connsiteX4" fmla="*/ 62265 w 105117"/>
                <a:gd name="connsiteY4" fmla="*/ 72967 h 173502"/>
                <a:gd name="connsiteX5" fmla="*/ 30857 w 105117"/>
                <a:gd name="connsiteY5" fmla="*/ 52792 h 173502"/>
                <a:gd name="connsiteX6" fmla="*/ 67838 w 105117"/>
                <a:gd name="connsiteY6" fmla="*/ 76750 h 173502"/>
                <a:gd name="connsiteX7" fmla="*/ 98486 w 105117"/>
                <a:gd name="connsiteY7" fmla="*/ 37661 h 173502"/>
                <a:gd name="connsiteX8" fmla="*/ 52893 w 105117"/>
                <a:gd name="connsiteY8" fmla="*/ 86 h 173502"/>
                <a:gd name="connsiteX9" fmla="*/ 7047 w 105117"/>
                <a:gd name="connsiteY9" fmla="*/ 42201 h 173502"/>
                <a:gd name="connsiteX10" fmla="*/ 18192 w 105117"/>
                <a:gd name="connsiteY10" fmla="*/ 69941 h 173502"/>
                <a:gd name="connsiteX11" fmla="*/ 36682 w 105117"/>
                <a:gd name="connsiteY11" fmla="*/ 83559 h 173502"/>
                <a:gd name="connsiteX12" fmla="*/ 208 w 105117"/>
                <a:gd name="connsiteY12" fmla="*/ 129961 h 173502"/>
                <a:gd name="connsiteX13" fmla="*/ 52640 w 105117"/>
                <a:gd name="connsiteY13" fmla="*/ 173589 h 173502"/>
                <a:gd name="connsiteX14" fmla="*/ 105325 w 105117"/>
                <a:gd name="connsiteY14" fmla="*/ 125674 h 173502"/>
                <a:gd name="connsiteX15" fmla="*/ 92914 w 105117"/>
                <a:gd name="connsiteY15" fmla="*/ 94655 h 173502"/>
                <a:gd name="connsiteX16" fmla="*/ 67838 w 105117"/>
                <a:gd name="connsiteY16" fmla="*/ 76750 h 173502"/>
                <a:gd name="connsiteX17" fmla="*/ 42508 w 105117"/>
                <a:gd name="connsiteY17" fmla="*/ 87342 h 173502"/>
                <a:gd name="connsiteX18" fmla="*/ 73663 w 105117"/>
                <a:gd name="connsiteY18" fmla="*/ 107012 h 173502"/>
                <a:gd name="connsiteX19" fmla="*/ 92660 w 105117"/>
                <a:gd name="connsiteY19" fmla="*/ 134752 h 173502"/>
                <a:gd name="connsiteX20" fmla="*/ 52893 w 105117"/>
                <a:gd name="connsiteY20" fmla="*/ 166528 h 173502"/>
                <a:gd name="connsiteX21" fmla="*/ 12873 w 105117"/>
                <a:gd name="connsiteY21" fmla="*/ 129961 h 173502"/>
                <a:gd name="connsiteX22" fmla="*/ 42508 w 105117"/>
                <a:gd name="connsiteY22" fmla="*/ 87342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5117" h="173502">
                  <a:moveTo>
                    <a:pt x="30857" y="52792"/>
                  </a:moveTo>
                  <a:cubicBezTo>
                    <a:pt x="19205" y="45227"/>
                    <a:pt x="18192" y="36653"/>
                    <a:pt x="18192" y="32365"/>
                  </a:cubicBezTo>
                  <a:cubicBezTo>
                    <a:pt x="18192" y="16982"/>
                    <a:pt x="34656" y="6390"/>
                    <a:pt x="52640" y="6390"/>
                  </a:cubicBezTo>
                  <a:cubicBezTo>
                    <a:pt x="71130" y="6390"/>
                    <a:pt x="87341" y="19504"/>
                    <a:pt x="87341" y="37661"/>
                  </a:cubicBezTo>
                  <a:cubicBezTo>
                    <a:pt x="87341" y="52036"/>
                    <a:pt x="77463" y="64141"/>
                    <a:pt x="62265" y="72967"/>
                  </a:cubicBezTo>
                  <a:lnTo>
                    <a:pt x="30857" y="52792"/>
                  </a:lnTo>
                  <a:close/>
                  <a:moveTo>
                    <a:pt x="67838" y="76750"/>
                  </a:moveTo>
                  <a:cubicBezTo>
                    <a:pt x="86075" y="67419"/>
                    <a:pt x="98486" y="54306"/>
                    <a:pt x="98486" y="37661"/>
                  </a:cubicBezTo>
                  <a:cubicBezTo>
                    <a:pt x="98486" y="14460"/>
                    <a:pt x="75943" y="86"/>
                    <a:pt x="52893" y="86"/>
                  </a:cubicBezTo>
                  <a:cubicBezTo>
                    <a:pt x="27564" y="86"/>
                    <a:pt x="7047" y="18748"/>
                    <a:pt x="7047" y="42201"/>
                  </a:cubicBezTo>
                  <a:cubicBezTo>
                    <a:pt x="7047" y="46740"/>
                    <a:pt x="7554" y="58088"/>
                    <a:pt x="18192" y="69941"/>
                  </a:cubicBezTo>
                  <a:cubicBezTo>
                    <a:pt x="20978" y="72967"/>
                    <a:pt x="30350" y="79272"/>
                    <a:pt x="36682" y="83559"/>
                  </a:cubicBezTo>
                  <a:cubicBezTo>
                    <a:pt x="21991" y="90872"/>
                    <a:pt x="208" y="104995"/>
                    <a:pt x="208" y="129961"/>
                  </a:cubicBezTo>
                  <a:cubicBezTo>
                    <a:pt x="208" y="156692"/>
                    <a:pt x="26044" y="173589"/>
                    <a:pt x="52640" y="173589"/>
                  </a:cubicBezTo>
                  <a:cubicBezTo>
                    <a:pt x="81262" y="173589"/>
                    <a:pt x="105325" y="152657"/>
                    <a:pt x="105325" y="125674"/>
                  </a:cubicBezTo>
                  <a:cubicBezTo>
                    <a:pt x="105325" y="116595"/>
                    <a:pt x="102539" y="105247"/>
                    <a:pt x="92914" y="94655"/>
                  </a:cubicBezTo>
                  <a:cubicBezTo>
                    <a:pt x="88101" y="89359"/>
                    <a:pt x="84048" y="86837"/>
                    <a:pt x="67838" y="76750"/>
                  </a:cubicBezTo>
                  <a:close/>
                  <a:moveTo>
                    <a:pt x="42508" y="87342"/>
                  </a:moveTo>
                  <a:lnTo>
                    <a:pt x="73663" y="107012"/>
                  </a:lnTo>
                  <a:cubicBezTo>
                    <a:pt x="80756" y="111804"/>
                    <a:pt x="92660" y="119369"/>
                    <a:pt x="92660" y="134752"/>
                  </a:cubicBezTo>
                  <a:cubicBezTo>
                    <a:pt x="92660" y="153414"/>
                    <a:pt x="73663" y="166528"/>
                    <a:pt x="52893" y="166528"/>
                  </a:cubicBezTo>
                  <a:cubicBezTo>
                    <a:pt x="31110" y="166528"/>
                    <a:pt x="12873" y="150892"/>
                    <a:pt x="12873" y="129961"/>
                  </a:cubicBezTo>
                  <a:cubicBezTo>
                    <a:pt x="12873" y="115334"/>
                    <a:pt x="20978" y="99194"/>
                    <a:pt x="42508" y="87342"/>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36" name="Freeform: Shape 5635">
              <a:extLst>
                <a:ext uri="{FF2B5EF4-FFF2-40B4-BE49-F238E27FC236}">
                  <a16:creationId xmlns:a16="http://schemas.microsoft.com/office/drawing/2014/main" id="{71C8C9A0-0729-20DC-B909-9FEA164A2C60}"/>
                </a:ext>
              </a:extLst>
            </p:cNvPr>
            <p:cNvSpPr/>
            <p:nvPr>
              <p:custDataLst>
                <p:tags r:id="rId92"/>
              </p:custDataLst>
            </p:nvPr>
          </p:nvSpPr>
          <p:spPr>
            <a:xfrm>
              <a:off x="10996215" y="5269379"/>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37" name="Freeform: Shape 5636">
              <a:extLst>
                <a:ext uri="{FF2B5EF4-FFF2-40B4-BE49-F238E27FC236}">
                  <a16:creationId xmlns:a16="http://schemas.microsoft.com/office/drawing/2014/main" id="{CD577F48-7145-0CBB-0FA4-C43888366F3D}"/>
                </a:ext>
              </a:extLst>
            </p:cNvPr>
            <p:cNvSpPr/>
            <p:nvPr>
              <p:custDataLst>
                <p:tags r:id="rId93"/>
              </p:custDataLst>
            </p:nvPr>
          </p:nvSpPr>
          <p:spPr>
            <a:xfrm>
              <a:off x="11333085" y="5419428"/>
              <a:ext cx="67123" cy="14626"/>
            </a:xfrm>
            <a:custGeom>
              <a:avLst/>
              <a:gdLst>
                <a:gd name="connsiteX0" fmla="*/ 67355 w 67123"/>
                <a:gd name="connsiteY0" fmla="*/ 14713 h 14626"/>
                <a:gd name="connsiteX1" fmla="*/ 67355 w 67123"/>
                <a:gd name="connsiteY1" fmla="*/ 86 h 14626"/>
                <a:gd name="connsiteX2" fmla="*/ 232 w 67123"/>
                <a:gd name="connsiteY2" fmla="*/ 86 h 14626"/>
                <a:gd name="connsiteX3" fmla="*/ 232 w 67123"/>
                <a:gd name="connsiteY3" fmla="*/ 14713 h 14626"/>
                <a:gd name="connsiteX4" fmla="*/ 67355 w 67123"/>
                <a:gd name="connsiteY4" fmla="*/ 14713 h 1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23" h="14626">
                  <a:moveTo>
                    <a:pt x="67355" y="14713"/>
                  </a:moveTo>
                  <a:lnTo>
                    <a:pt x="67355" y="86"/>
                  </a:lnTo>
                  <a:lnTo>
                    <a:pt x="232" y="86"/>
                  </a:lnTo>
                  <a:lnTo>
                    <a:pt x="232" y="14713"/>
                  </a:lnTo>
                  <a:lnTo>
                    <a:pt x="67355" y="14713"/>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38" name="Freeform: Shape 5637">
              <a:extLst>
                <a:ext uri="{FF2B5EF4-FFF2-40B4-BE49-F238E27FC236}">
                  <a16:creationId xmlns:a16="http://schemas.microsoft.com/office/drawing/2014/main" id="{08D0785A-D254-C687-76E4-A178D4BCE6DD}"/>
                </a:ext>
              </a:extLst>
            </p:cNvPr>
            <p:cNvSpPr/>
            <p:nvPr>
              <p:custDataLst>
                <p:tags r:id="rId94"/>
              </p:custDataLst>
            </p:nvPr>
          </p:nvSpPr>
          <p:spPr>
            <a:xfrm>
              <a:off x="11424609" y="5313258"/>
              <a:ext cx="106636" cy="173502"/>
            </a:xfrm>
            <a:custGeom>
              <a:avLst/>
              <a:gdLst>
                <a:gd name="connsiteX0" fmla="*/ 106872 w 106636"/>
                <a:gd name="connsiteY0" fmla="*/ 87342 h 173502"/>
                <a:gd name="connsiteX1" fmla="*/ 96740 w 106636"/>
                <a:gd name="connsiteY1" fmla="*/ 28331 h 173502"/>
                <a:gd name="connsiteX2" fmla="*/ 53680 w 106636"/>
                <a:gd name="connsiteY2" fmla="*/ 86 h 173502"/>
                <a:gd name="connsiteX3" fmla="*/ 9607 w 106636"/>
                <a:gd name="connsiteY3" fmla="*/ 30096 h 173502"/>
                <a:gd name="connsiteX4" fmla="*/ 235 w 106636"/>
                <a:gd name="connsiteY4" fmla="*/ 87342 h 173502"/>
                <a:gd name="connsiteX5" fmla="*/ 11634 w 106636"/>
                <a:gd name="connsiteY5" fmla="*/ 148118 h 173502"/>
                <a:gd name="connsiteX6" fmla="*/ 53427 w 106636"/>
                <a:gd name="connsiteY6" fmla="*/ 173589 h 173502"/>
                <a:gd name="connsiteX7" fmla="*/ 97500 w 106636"/>
                <a:gd name="connsiteY7" fmla="*/ 144335 h 173502"/>
                <a:gd name="connsiteX8" fmla="*/ 106872 w 106636"/>
                <a:gd name="connsiteY8" fmla="*/ 87342 h 173502"/>
                <a:gd name="connsiteX9" fmla="*/ 53427 w 106636"/>
                <a:gd name="connsiteY9" fmla="*/ 168041 h 173502"/>
                <a:gd name="connsiteX10" fmla="*/ 24045 w 106636"/>
                <a:gd name="connsiteY10" fmla="*/ 137526 h 173502"/>
                <a:gd name="connsiteX11" fmla="*/ 21259 w 106636"/>
                <a:gd name="connsiteY11" fmla="*/ 84315 h 173502"/>
                <a:gd name="connsiteX12" fmla="*/ 23285 w 106636"/>
                <a:gd name="connsiteY12" fmla="*/ 37914 h 173502"/>
                <a:gd name="connsiteX13" fmla="*/ 53427 w 106636"/>
                <a:gd name="connsiteY13" fmla="*/ 5634 h 173502"/>
                <a:gd name="connsiteX14" fmla="*/ 83316 w 106636"/>
                <a:gd name="connsiteY14" fmla="*/ 35140 h 173502"/>
                <a:gd name="connsiteX15" fmla="*/ 85849 w 106636"/>
                <a:gd name="connsiteY15" fmla="*/ 84315 h 173502"/>
                <a:gd name="connsiteX16" fmla="*/ 83063 w 106636"/>
                <a:gd name="connsiteY16" fmla="*/ 136518 h 173502"/>
                <a:gd name="connsiteX17" fmla="*/ 53427 w 106636"/>
                <a:gd name="connsiteY17" fmla="*/ 168041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872" y="87342"/>
                  </a:moveTo>
                  <a:cubicBezTo>
                    <a:pt x="106872" y="67167"/>
                    <a:pt x="105606" y="46992"/>
                    <a:pt x="96740" y="28331"/>
                  </a:cubicBezTo>
                  <a:cubicBezTo>
                    <a:pt x="85089" y="4121"/>
                    <a:pt x="64319" y="86"/>
                    <a:pt x="53680" y="86"/>
                  </a:cubicBezTo>
                  <a:cubicBezTo>
                    <a:pt x="38483" y="86"/>
                    <a:pt x="19992" y="6643"/>
                    <a:pt x="9607" y="30096"/>
                  </a:cubicBezTo>
                  <a:cubicBezTo>
                    <a:pt x="1502" y="47497"/>
                    <a:pt x="235" y="67167"/>
                    <a:pt x="235" y="87342"/>
                  </a:cubicBezTo>
                  <a:cubicBezTo>
                    <a:pt x="235" y="106256"/>
                    <a:pt x="1248" y="128952"/>
                    <a:pt x="11634" y="148118"/>
                  </a:cubicBezTo>
                  <a:cubicBezTo>
                    <a:pt x="22525" y="168545"/>
                    <a:pt x="41016" y="173589"/>
                    <a:pt x="53427" y="173589"/>
                  </a:cubicBezTo>
                  <a:cubicBezTo>
                    <a:pt x="67105" y="173589"/>
                    <a:pt x="86355" y="168293"/>
                    <a:pt x="97500" y="144335"/>
                  </a:cubicBezTo>
                  <a:cubicBezTo>
                    <a:pt x="105606" y="126935"/>
                    <a:pt x="106872" y="107264"/>
                    <a:pt x="106872" y="87342"/>
                  </a:cubicBezTo>
                  <a:close/>
                  <a:moveTo>
                    <a:pt x="53427" y="168041"/>
                  </a:moveTo>
                  <a:cubicBezTo>
                    <a:pt x="43549" y="168041"/>
                    <a:pt x="28604" y="161736"/>
                    <a:pt x="24045" y="137526"/>
                  </a:cubicBezTo>
                  <a:cubicBezTo>
                    <a:pt x="21259" y="122395"/>
                    <a:pt x="21259" y="99194"/>
                    <a:pt x="21259" y="84315"/>
                  </a:cubicBezTo>
                  <a:cubicBezTo>
                    <a:pt x="21259" y="68176"/>
                    <a:pt x="21259" y="51531"/>
                    <a:pt x="23285" y="37914"/>
                  </a:cubicBezTo>
                  <a:cubicBezTo>
                    <a:pt x="28098" y="7904"/>
                    <a:pt x="47095" y="5634"/>
                    <a:pt x="53427" y="5634"/>
                  </a:cubicBezTo>
                  <a:cubicBezTo>
                    <a:pt x="61786" y="5634"/>
                    <a:pt x="78503" y="10173"/>
                    <a:pt x="83316" y="35140"/>
                  </a:cubicBezTo>
                  <a:cubicBezTo>
                    <a:pt x="85849" y="49262"/>
                    <a:pt x="85849" y="68428"/>
                    <a:pt x="85849" y="84315"/>
                  </a:cubicBezTo>
                  <a:cubicBezTo>
                    <a:pt x="85849" y="103229"/>
                    <a:pt x="85849" y="120378"/>
                    <a:pt x="83063" y="136518"/>
                  </a:cubicBezTo>
                  <a:cubicBezTo>
                    <a:pt x="79263" y="160475"/>
                    <a:pt x="64825" y="168041"/>
                    <a:pt x="53427" y="168041"/>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39" name="Freeform: Shape 5638">
              <a:extLst>
                <a:ext uri="{FF2B5EF4-FFF2-40B4-BE49-F238E27FC236}">
                  <a16:creationId xmlns:a16="http://schemas.microsoft.com/office/drawing/2014/main" id="{F4FD8F33-DC08-F2D3-D322-9D505FCF2243}"/>
                </a:ext>
              </a:extLst>
            </p:cNvPr>
            <p:cNvSpPr/>
            <p:nvPr>
              <p:custDataLst>
                <p:tags r:id="rId95"/>
              </p:custDataLst>
            </p:nvPr>
          </p:nvSpPr>
          <p:spPr>
            <a:xfrm>
              <a:off x="11563162" y="5454482"/>
              <a:ext cx="26849" cy="26731"/>
            </a:xfrm>
            <a:custGeom>
              <a:avLst/>
              <a:gdLst>
                <a:gd name="connsiteX0" fmla="*/ 27089 w 26849"/>
                <a:gd name="connsiteY0" fmla="*/ 13452 h 26731"/>
                <a:gd name="connsiteX1" fmla="*/ 13665 w 26849"/>
                <a:gd name="connsiteY1" fmla="*/ 86 h 26731"/>
                <a:gd name="connsiteX2" fmla="*/ 240 w 26849"/>
                <a:gd name="connsiteY2" fmla="*/ 13452 h 26731"/>
                <a:gd name="connsiteX3" fmla="*/ 13665 w 26849"/>
                <a:gd name="connsiteY3" fmla="*/ 26817 h 26731"/>
                <a:gd name="connsiteX4" fmla="*/ 27089 w 26849"/>
                <a:gd name="connsiteY4" fmla="*/ 13452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89" y="13452"/>
                  </a:moveTo>
                  <a:cubicBezTo>
                    <a:pt x="27089" y="6138"/>
                    <a:pt x="21010" y="86"/>
                    <a:pt x="13665" y="86"/>
                  </a:cubicBezTo>
                  <a:cubicBezTo>
                    <a:pt x="6319" y="86"/>
                    <a:pt x="240" y="6138"/>
                    <a:pt x="240" y="13452"/>
                  </a:cubicBezTo>
                  <a:cubicBezTo>
                    <a:pt x="240" y="20765"/>
                    <a:pt x="6319" y="26817"/>
                    <a:pt x="13665" y="26817"/>
                  </a:cubicBezTo>
                  <a:cubicBezTo>
                    <a:pt x="21010" y="26817"/>
                    <a:pt x="27089" y="20765"/>
                    <a:pt x="27089" y="13452"/>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40" name="Freeform: Shape 5639">
              <a:extLst>
                <a:ext uri="{FF2B5EF4-FFF2-40B4-BE49-F238E27FC236}">
                  <a16:creationId xmlns:a16="http://schemas.microsoft.com/office/drawing/2014/main" id="{899E2316-5FE7-E56A-9923-C43973E63C90}"/>
                </a:ext>
              </a:extLst>
            </p:cNvPr>
            <p:cNvSpPr/>
            <p:nvPr>
              <p:custDataLst>
                <p:tags r:id="rId96"/>
              </p:custDataLst>
            </p:nvPr>
          </p:nvSpPr>
          <p:spPr>
            <a:xfrm>
              <a:off x="11622377" y="5313258"/>
              <a:ext cx="105117" cy="173502"/>
            </a:xfrm>
            <a:custGeom>
              <a:avLst/>
              <a:gdLst>
                <a:gd name="connsiteX0" fmla="*/ 82564 w 105117"/>
                <a:gd name="connsiteY0" fmla="*/ 87846 h 173502"/>
                <a:gd name="connsiteX1" fmla="*/ 82564 w 105117"/>
                <a:gd name="connsiteY1" fmla="*/ 95916 h 173502"/>
                <a:gd name="connsiteX2" fmla="*/ 41530 w 105117"/>
                <a:gd name="connsiteY2" fmla="*/ 166528 h 173502"/>
                <a:gd name="connsiteX3" fmla="*/ 16707 w 105117"/>
                <a:gd name="connsiteY3" fmla="*/ 157449 h 173502"/>
                <a:gd name="connsiteX4" fmla="*/ 29878 w 105117"/>
                <a:gd name="connsiteY4" fmla="*/ 145848 h 173502"/>
                <a:gd name="connsiteX5" fmla="*/ 18227 w 105117"/>
                <a:gd name="connsiteY5" fmla="*/ 134248 h 173502"/>
                <a:gd name="connsiteX6" fmla="*/ 6575 w 105117"/>
                <a:gd name="connsiteY6" fmla="*/ 146353 h 173502"/>
                <a:gd name="connsiteX7" fmla="*/ 41783 w 105117"/>
                <a:gd name="connsiteY7" fmla="*/ 173589 h 173502"/>
                <a:gd name="connsiteX8" fmla="*/ 105360 w 105117"/>
                <a:gd name="connsiteY8" fmla="*/ 85072 h 173502"/>
                <a:gd name="connsiteX9" fmla="*/ 53688 w 105117"/>
                <a:gd name="connsiteY9" fmla="*/ 86 h 173502"/>
                <a:gd name="connsiteX10" fmla="*/ 16454 w 105117"/>
                <a:gd name="connsiteY10" fmla="*/ 15973 h 173502"/>
                <a:gd name="connsiteX11" fmla="*/ 243 w 105117"/>
                <a:gd name="connsiteY11" fmla="*/ 56827 h 173502"/>
                <a:gd name="connsiteX12" fmla="*/ 50902 w 105117"/>
                <a:gd name="connsiteY12" fmla="*/ 113064 h 173502"/>
                <a:gd name="connsiteX13" fmla="*/ 82564 w 105117"/>
                <a:gd name="connsiteY13" fmla="*/ 87846 h 173502"/>
                <a:gd name="connsiteX14" fmla="*/ 51155 w 105117"/>
                <a:gd name="connsiteY14" fmla="*/ 107264 h 173502"/>
                <a:gd name="connsiteX15" fmla="*/ 27599 w 105117"/>
                <a:gd name="connsiteY15" fmla="*/ 91377 h 173502"/>
                <a:gd name="connsiteX16" fmla="*/ 23040 w 105117"/>
                <a:gd name="connsiteY16" fmla="*/ 57080 h 173502"/>
                <a:gd name="connsiteX17" fmla="*/ 28359 w 105117"/>
                <a:gd name="connsiteY17" fmla="*/ 22278 h 173502"/>
                <a:gd name="connsiteX18" fmla="*/ 53688 w 105117"/>
                <a:gd name="connsiteY18" fmla="*/ 6390 h 173502"/>
                <a:gd name="connsiteX19" fmla="*/ 78004 w 105117"/>
                <a:gd name="connsiteY19" fmla="*/ 26313 h 173502"/>
                <a:gd name="connsiteX20" fmla="*/ 82057 w 105117"/>
                <a:gd name="connsiteY20" fmla="*/ 61871 h 173502"/>
                <a:gd name="connsiteX21" fmla="*/ 51155 w 105117"/>
                <a:gd name="connsiteY21" fmla="*/ 107264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5117" h="173502">
                  <a:moveTo>
                    <a:pt x="82564" y="87846"/>
                  </a:moveTo>
                  <a:lnTo>
                    <a:pt x="82564" y="95916"/>
                  </a:lnTo>
                  <a:cubicBezTo>
                    <a:pt x="82564" y="154927"/>
                    <a:pt x="56221" y="166528"/>
                    <a:pt x="41530" y="166528"/>
                  </a:cubicBezTo>
                  <a:cubicBezTo>
                    <a:pt x="37224" y="166528"/>
                    <a:pt x="23546" y="166023"/>
                    <a:pt x="16707" y="157449"/>
                  </a:cubicBezTo>
                  <a:cubicBezTo>
                    <a:pt x="27852" y="157449"/>
                    <a:pt x="29878" y="150136"/>
                    <a:pt x="29878" y="145848"/>
                  </a:cubicBezTo>
                  <a:cubicBezTo>
                    <a:pt x="29878" y="138031"/>
                    <a:pt x="23799" y="134248"/>
                    <a:pt x="18227" y="134248"/>
                  </a:cubicBezTo>
                  <a:cubicBezTo>
                    <a:pt x="14174" y="134248"/>
                    <a:pt x="6575" y="136518"/>
                    <a:pt x="6575" y="146353"/>
                  </a:cubicBezTo>
                  <a:cubicBezTo>
                    <a:pt x="6575" y="163249"/>
                    <a:pt x="20253" y="173589"/>
                    <a:pt x="41783" y="173589"/>
                  </a:cubicBezTo>
                  <a:cubicBezTo>
                    <a:pt x="74458" y="173589"/>
                    <a:pt x="105360" y="139292"/>
                    <a:pt x="105360" y="85072"/>
                  </a:cubicBezTo>
                  <a:cubicBezTo>
                    <a:pt x="105360" y="17234"/>
                    <a:pt x="76231" y="86"/>
                    <a:pt x="53688" y="86"/>
                  </a:cubicBezTo>
                  <a:cubicBezTo>
                    <a:pt x="39757" y="86"/>
                    <a:pt x="27346" y="4625"/>
                    <a:pt x="16454" y="15973"/>
                  </a:cubicBezTo>
                  <a:cubicBezTo>
                    <a:pt x="6069" y="27322"/>
                    <a:pt x="243" y="37914"/>
                    <a:pt x="243" y="56827"/>
                  </a:cubicBezTo>
                  <a:cubicBezTo>
                    <a:pt x="243" y="88350"/>
                    <a:pt x="22533" y="113064"/>
                    <a:pt x="50902" y="113064"/>
                  </a:cubicBezTo>
                  <a:cubicBezTo>
                    <a:pt x="66353" y="113064"/>
                    <a:pt x="76738" y="102473"/>
                    <a:pt x="82564" y="87846"/>
                  </a:cubicBezTo>
                  <a:close/>
                  <a:moveTo>
                    <a:pt x="51155" y="107264"/>
                  </a:moveTo>
                  <a:cubicBezTo>
                    <a:pt x="47102" y="107264"/>
                    <a:pt x="35451" y="107264"/>
                    <a:pt x="27599" y="91377"/>
                  </a:cubicBezTo>
                  <a:cubicBezTo>
                    <a:pt x="23040" y="82046"/>
                    <a:pt x="23040" y="69437"/>
                    <a:pt x="23040" y="57080"/>
                  </a:cubicBezTo>
                  <a:cubicBezTo>
                    <a:pt x="23040" y="43462"/>
                    <a:pt x="23040" y="31609"/>
                    <a:pt x="28359" y="22278"/>
                  </a:cubicBezTo>
                  <a:cubicBezTo>
                    <a:pt x="35198" y="9669"/>
                    <a:pt x="44823" y="6390"/>
                    <a:pt x="53688" y="6390"/>
                  </a:cubicBezTo>
                  <a:cubicBezTo>
                    <a:pt x="65340" y="6390"/>
                    <a:pt x="73698" y="14965"/>
                    <a:pt x="78004" y="26313"/>
                  </a:cubicBezTo>
                  <a:cubicBezTo>
                    <a:pt x="81044" y="34383"/>
                    <a:pt x="82057" y="50271"/>
                    <a:pt x="82057" y="61871"/>
                  </a:cubicBezTo>
                  <a:cubicBezTo>
                    <a:pt x="82057" y="82802"/>
                    <a:pt x="73445" y="107264"/>
                    <a:pt x="51155" y="107264"/>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41" name="Freeform: Shape 5640">
              <a:extLst>
                <a:ext uri="{FF2B5EF4-FFF2-40B4-BE49-F238E27FC236}">
                  <a16:creationId xmlns:a16="http://schemas.microsoft.com/office/drawing/2014/main" id="{719C5427-5176-D5DF-74D0-70615E5E82DB}"/>
                </a:ext>
              </a:extLst>
            </p:cNvPr>
            <p:cNvSpPr/>
            <p:nvPr>
              <p:custDataLst>
                <p:tags r:id="rId97"/>
              </p:custDataLst>
            </p:nvPr>
          </p:nvSpPr>
          <p:spPr>
            <a:xfrm>
              <a:off x="12062338" y="5269379"/>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42" name="Freeform: Shape 5641">
              <a:extLst>
                <a:ext uri="{FF2B5EF4-FFF2-40B4-BE49-F238E27FC236}">
                  <a16:creationId xmlns:a16="http://schemas.microsoft.com/office/drawing/2014/main" id="{A7FCA0ED-CA0A-ED16-87E7-0184464819CB}"/>
                </a:ext>
              </a:extLst>
            </p:cNvPr>
            <p:cNvSpPr/>
            <p:nvPr>
              <p:custDataLst>
                <p:tags r:id="rId98"/>
              </p:custDataLst>
            </p:nvPr>
          </p:nvSpPr>
          <p:spPr>
            <a:xfrm>
              <a:off x="12616941" y="5313258"/>
              <a:ext cx="106636" cy="173502"/>
            </a:xfrm>
            <a:custGeom>
              <a:avLst/>
              <a:gdLst>
                <a:gd name="connsiteX0" fmla="*/ 106919 w 106636"/>
                <a:gd name="connsiteY0" fmla="*/ 87342 h 173502"/>
                <a:gd name="connsiteX1" fmla="*/ 96787 w 106636"/>
                <a:gd name="connsiteY1" fmla="*/ 28331 h 173502"/>
                <a:gd name="connsiteX2" fmla="*/ 53727 w 106636"/>
                <a:gd name="connsiteY2" fmla="*/ 86 h 173502"/>
                <a:gd name="connsiteX3" fmla="*/ 9654 w 106636"/>
                <a:gd name="connsiteY3" fmla="*/ 30096 h 173502"/>
                <a:gd name="connsiteX4" fmla="*/ 282 w 106636"/>
                <a:gd name="connsiteY4" fmla="*/ 87342 h 173502"/>
                <a:gd name="connsiteX5" fmla="*/ 11680 w 106636"/>
                <a:gd name="connsiteY5" fmla="*/ 148118 h 173502"/>
                <a:gd name="connsiteX6" fmla="*/ 53474 w 106636"/>
                <a:gd name="connsiteY6" fmla="*/ 173589 h 173502"/>
                <a:gd name="connsiteX7" fmla="*/ 97547 w 106636"/>
                <a:gd name="connsiteY7" fmla="*/ 144335 h 173502"/>
                <a:gd name="connsiteX8" fmla="*/ 106919 w 106636"/>
                <a:gd name="connsiteY8" fmla="*/ 87342 h 173502"/>
                <a:gd name="connsiteX9" fmla="*/ 53474 w 106636"/>
                <a:gd name="connsiteY9" fmla="*/ 168041 h 173502"/>
                <a:gd name="connsiteX10" fmla="*/ 24092 w 106636"/>
                <a:gd name="connsiteY10" fmla="*/ 137526 h 173502"/>
                <a:gd name="connsiteX11" fmla="*/ 21306 w 106636"/>
                <a:gd name="connsiteY11" fmla="*/ 84315 h 173502"/>
                <a:gd name="connsiteX12" fmla="*/ 23332 w 106636"/>
                <a:gd name="connsiteY12" fmla="*/ 37914 h 173502"/>
                <a:gd name="connsiteX13" fmla="*/ 53474 w 106636"/>
                <a:gd name="connsiteY13" fmla="*/ 5634 h 173502"/>
                <a:gd name="connsiteX14" fmla="*/ 83363 w 106636"/>
                <a:gd name="connsiteY14" fmla="*/ 35140 h 173502"/>
                <a:gd name="connsiteX15" fmla="*/ 85896 w 106636"/>
                <a:gd name="connsiteY15" fmla="*/ 84315 h 173502"/>
                <a:gd name="connsiteX16" fmla="*/ 83109 w 106636"/>
                <a:gd name="connsiteY16" fmla="*/ 136518 h 173502"/>
                <a:gd name="connsiteX17" fmla="*/ 53474 w 106636"/>
                <a:gd name="connsiteY17" fmla="*/ 168041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919" y="87342"/>
                  </a:moveTo>
                  <a:cubicBezTo>
                    <a:pt x="106919" y="67167"/>
                    <a:pt x="105653" y="46992"/>
                    <a:pt x="96787" y="28331"/>
                  </a:cubicBezTo>
                  <a:cubicBezTo>
                    <a:pt x="85136" y="4121"/>
                    <a:pt x="64366" y="86"/>
                    <a:pt x="53727" y="86"/>
                  </a:cubicBezTo>
                  <a:cubicBezTo>
                    <a:pt x="38530" y="86"/>
                    <a:pt x="20039" y="6643"/>
                    <a:pt x="9654" y="30096"/>
                  </a:cubicBezTo>
                  <a:cubicBezTo>
                    <a:pt x="1549" y="47497"/>
                    <a:pt x="282" y="67167"/>
                    <a:pt x="282" y="87342"/>
                  </a:cubicBezTo>
                  <a:cubicBezTo>
                    <a:pt x="282" y="106256"/>
                    <a:pt x="1295" y="128952"/>
                    <a:pt x="11680" y="148118"/>
                  </a:cubicBezTo>
                  <a:cubicBezTo>
                    <a:pt x="22572" y="168545"/>
                    <a:pt x="41063" y="173589"/>
                    <a:pt x="53474" y="173589"/>
                  </a:cubicBezTo>
                  <a:cubicBezTo>
                    <a:pt x="67152" y="173589"/>
                    <a:pt x="86402" y="168293"/>
                    <a:pt x="97547" y="144335"/>
                  </a:cubicBezTo>
                  <a:cubicBezTo>
                    <a:pt x="105653" y="126935"/>
                    <a:pt x="106919" y="107264"/>
                    <a:pt x="106919" y="87342"/>
                  </a:cubicBezTo>
                  <a:close/>
                  <a:moveTo>
                    <a:pt x="53474" y="168041"/>
                  </a:moveTo>
                  <a:cubicBezTo>
                    <a:pt x="43596" y="168041"/>
                    <a:pt x="28651" y="161736"/>
                    <a:pt x="24092" y="137526"/>
                  </a:cubicBezTo>
                  <a:cubicBezTo>
                    <a:pt x="21306" y="122395"/>
                    <a:pt x="21306" y="99194"/>
                    <a:pt x="21306" y="84315"/>
                  </a:cubicBezTo>
                  <a:cubicBezTo>
                    <a:pt x="21306" y="68176"/>
                    <a:pt x="21306" y="51531"/>
                    <a:pt x="23332" y="37914"/>
                  </a:cubicBezTo>
                  <a:cubicBezTo>
                    <a:pt x="28145" y="7904"/>
                    <a:pt x="47142" y="5634"/>
                    <a:pt x="53474" y="5634"/>
                  </a:cubicBezTo>
                  <a:cubicBezTo>
                    <a:pt x="61833" y="5634"/>
                    <a:pt x="78550" y="10173"/>
                    <a:pt x="83363" y="35140"/>
                  </a:cubicBezTo>
                  <a:cubicBezTo>
                    <a:pt x="85896" y="49262"/>
                    <a:pt x="85896" y="68428"/>
                    <a:pt x="85896" y="84315"/>
                  </a:cubicBezTo>
                  <a:cubicBezTo>
                    <a:pt x="85896" y="103229"/>
                    <a:pt x="85896" y="120378"/>
                    <a:pt x="83109" y="136518"/>
                  </a:cubicBezTo>
                  <a:cubicBezTo>
                    <a:pt x="79310" y="160475"/>
                    <a:pt x="64872" y="168041"/>
                    <a:pt x="53474" y="168041"/>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43" name="Freeform: Shape 5642">
              <a:extLst>
                <a:ext uri="{FF2B5EF4-FFF2-40B4-BE49-F238E27FC236}">
                  <a16:creationId xmlns:a16="http://schemas.microsoft.com/office/drawing/2014/main" id="{2717E186-3EB5-2628-851A-9A8D185F818C}"/>
                </a:ext>
              </a:extLst>
            </p:cNvPr>
            <p:cNvSpPr/>
            <p:nvPr>
              <p:custDataLst>
                <p:tags r:id="rId99"/>
              </p:custDataLst>
            </p:nvPr>
          </p:nvSpPr>
          <p:spPr>
            <a:xfrm>
              <a:off x="12755493" y="5454482"/>
              <a:ext cx="26849" cy="26731"/>
            </a:xfrm>
            <a:custGeom>
              <a:avLst/>
              <a:gdLst>
                <a:gd name="connsiteX0" fmla="*/ 27136 w 26849"/>
                <a:gd name="connsiteY0" fmla="*/ 13452 h 26731"/>
                <a:gd name="connsiteX1" fmla="*/ 13712 w 26849"/>
                <a:gd name="connsiteY1" fmla="*/ 86 h 26731"/>
                <a:gd name="connsiteX2" fmla="*/ 287 w 26849"/>
                <a:gd name="connsiteY2" fmla="*/ 13452 h 26731"/>
                <a:gd name="connsiteX3" fmla="*/ 13712 w 26849"/>
                <a:gd name="connsiteY3" fmla="*/ 26817 h 26731"/>
                <a:gd name="connsiteX4" fmla="*/ 27136 w 26849"/>
                <a:gd name="connsiteY4" fmla="*/ 13452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136" y="13452"/>
                  </a:moveTo>
                  <a:cubicBezTo>
                    <a:pt x="27136" y="6138"/>
                    <a:pt x="21057" y="86"/>
                    <a:pt x="13712" y="86"/>
                  </a:cubicBezTo>
                  <a:cubicBezTo>
                    <a:pt x="6366" y="86"/>
                    <a:pt x="287" y="6138"/>
                    <a:pt x="287" y="13452"/>
                  </a:cubicBezTo>
                  <a:cubicBezTo>
                    <a:pt x="287" y="20765"/>
                    <a:pt x="6366" y="26817"/>
                    <a:pt x="13712" y="26817"/>
                  </a:cubicBezTo>
                  <a:cubicBezTo>
                    <a:pt x="21057" y="26817"/>
                    <a:pt x="27136" y="20765"/>
                    <a:pt x="27136" y="13452"/>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44" name="Freeform: Shape 5643">
              <a:extLst>
                <a:ext uri="{FF2B5EF4-FFF2-40B4-BE49-F238E27FC236}">
                  <a16:creationId xmlns:a16="http://schemas.microsoft.com/office/drawing/2014/main" id="{323EBD8B-C982-34FB-5580-4CCD65F6B348}"/>
                </a:ext>
              </a:extLst>
            </p:cNvPr>
            <p:cNvSpPr/>
            <p:nvPr>
              <p:custDataLst>
                <p:tags r:id="rId100"/>
              </p:custDataLst>
            </p:nvPr>
          </p:nvSpPr>
          <p:spPr>
            <a:xfrm>
              <a:off x="12811162" y="5310484"/>
              <a:ext cx="112209" cy="170728"/>
            </a:xfrm>
            <a:custGeom>
              <a:avLst/>
              <a:gdLst>
                <a:gd name="connsiteX0" fmla="*/ 67666 w 112209"/>
                <a:gd name="connsiteY0" fmla="*/ 129204 h 170728"/>
                <a:gd name="connsiteX1" fmla="*/ 67666 w 112209"/>
                <a:gd name="connsiteY1" fmla="*/ 151144 h 170728"/>
                <a:gd name="connsiteX2" fmla="*/ 48416 w 112209"/>
                <a:gd name="connsiteY2" fmla="*/ 162997 h 170728"/>
                <a:gd name="connsiteX3" fmla="*/ 43097 w 112209"/>
                <a:gd name="connsiteY3" fmla="*/ 162997 h 170728"/>
                <a:gd name="connsiteX4" fmla="*/ 43097 w 112209"/>
                <a:gd name="connsiteY4" fmla="*/ 170815 h 170728"/>
                <a:gd name="connsiteX5" fmla="*/ 77291 w 112209"/>
                <a:gd name="connsiteY5" fmla="*/ 170058 h 170728"/>
                <a:gd name="connsiteX6" fmla="*/ 111739 w 112209"/>
                <a:gd name="connsiteY6" fmla="*/ 170815 h 170728"/>
                <a:gd name="connsiteX7" fmla="*/ 111739 w 112209"/>
                <a:gd name="connsiteY7" fmla="*/ 162997 h 170728"/>
                <a:gd name="connsiteX8" fmla="*/ 106420 w 112209"/>
                <a:gd name="connsiteY8" fmla="*/ 162997 h 170728"/>
                <a:gd name="connsiteX9" fmla="*/ 87170 w 112209"/>
                <a:gd name="connsiteY9" fmla="*/ 151144 h 170728"/>
                <a:gd name="connsiteX10" fmla="*/ 87170 w 112209"/>
                <a:gd name="connsiteY10" fmla="*/ 129204 h 170728"/>
                <a:gd name="connsiteX11" fmla="*/ 112499 w 112209"/>
                <a:gd name="connsiteY11" fmla="*/ 129204 h 170728"/>
                <a:gd name="connsiteX12" fmla="*/ 112499 w 112209"/>
                <a:gd name="connsiteY12" fmla="*/ 121387 h 170728"/>
                <a:gd name="connsiteX13" fmla="*/ 87170 w 112209"/>
                <a:gd name="connsiteY13" fmla="*/ 121387 h 170728"/>
                <a:gd name="connsiteX14" fmla="*/ 87170 w 112209"/>
                <a:gd name="connsiteY14" fmla="*/ 6643 h 170728"/>
                <a:gd name="connsiteX15" fmla="*/ 83117 w 112209"/>
                <a:gd name="connsiteY15" fmla="*/ 86 h 170728"/>
                <a:gd name="connsiteX16" fmla="*/ 78051 w 112209"/>
                <a:gd name="connsiteY16" fmla="*/ 3112 h 170728"/>
                <a:gd name="connsiteX17" fmla="*/ 290 w 112209"/>
                <a:gd name="connsiteY17" fmla="*/ 121387 h 170728"/>
                <a:gd name="connsiteX18" fmla="*/ 290 w 112209"/>
                <a:gd name="connsiteY18" fmla="*/ 129204 h 170728"/>
                <a:gd name="connsiteX19" fmla="*/ 67666 w 112209"/>
                <a:gd name="connsiteY19" fmla="*/ 129204 h 170728"/>
                <a:gd name="connsiteX20" fmla="*/ 69186 w 112209"/>
                <a:gd name="connsiteY20" fmla="*/ 121387 h 170728"/>
                <a:gd name="connsiteX21" fmla="*/ 7382 w 112209"/>
                <a:gd name="connsiteY21" fmla="*/ 121387 h 170728"/>
                <a:gd name="connsiteX22" fmla="*/ 69186 w 112209"/>
                <a:gd name="connsiteY22" fmla="*/ 27322 h 170728"/>
                <a:gd name="connsiteX23" fmla="*/ 69186 w 112209"/>
                <a:gd name="connsiteY23" fmla="*/ 121387 h 17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2209" h="170728">
                  <a:moveTo>
                    <a:pt x="67666" y="129204"/>
                  </a:moveTo>
                  <a:lnTo>
                    <a:pt x="67666" y="151144"/>
                  </a:lnTo>
                  <a:cubicBezTo>
                    <a:pt x="67666" y="160223"/>
                    <a:pt x="67160" y="162997"/>
                    <a:pt x="48416" y="162997"/>
                  </a:cubicBezTo>
                  <a:lnTo>
                    <a:pt x="43097" y="162997"/>
                  </a:lnTo>
                  <a:lnTo>
                    <a:pt x="43097" y="170815"/>
                  </a:lnTo>
                  <a:cubicBezTo>
                    <a:pt x="53482" y="170058"/>
                    <a:pt x="66653" y="170058"/>
                    <a:pt x="77291" y="170058"/>
                  </a:cubicBezTo>
                  <a:cubicBezTo>
                    <a:pt x="87930" y="170058"/>
                    <a:pt x="101354" y="170058"/>
                    <a:pt x="111739" y="170815"/>
                  </a:cubicBezTo>
                  <a:lnTo>
                    <a:pt x="111739" y="162997"/>
                  </a:lnTo>
                  <a:lnTo>
                    <a:pt x="106420" y="162997"/>
                  </a:lnTo>
                  <a:cubicBezTo>
                    <a:pt x="87676" y="162997"/>
                    <a:pt x="87170" y="160223"/>
                    <a:pt x="87170" y="151144"/>
                  </a:cubicBezTo>
                  <a:lnTo>
                    <a:pt x="87170" y="129204"/>
                  </a:lnTo>
                  <a:lnTo>
                    <a:pt x="112499" y="129204"/>
                  </a:lnTo>
                  <a:lnTo>
                    <a:pt x="112499" y="121387"/>
                  </a:lnTo>
                  <a:lnTo>
                    <a:pt x="87170" y="121387"/>
                  </a:lnTo>
                  <a:lnTo>
                    <a:pt x="87170" y="6643"/>
                  </a:lnTo>
                  <a:cubicBezTo>
                    <a:pt x="87170" y="1599"/>
                    <a:pt x="87170" y="86"/>
                    <a:pt x="83117" y="86"/>
                  </a:cubicBezTo>
                  <a:cubicBezTo>
                    <a:pt x="80838" y="86"/>
                    <a:pt x="80078" y="86"/>
                    <a:pt x="78051" y="3112"/>
                  </a:cubicBezTo>
                  <a:lnTo>
                    <a:pt x="290" y="121387"/>
                  </a:lnTo>
                  <a:lnTo>
                    <a:pt x="290" y="129204"/>
                  </a:lnTo>
                  <a:lnTo>
                    <a:pt x="67666" y="129204"/>
                  </a:lnTo>
                  <a:close/>
                  <a:moveTo>
                    <a:pt x="69186" y="121387"/>
                  </a:moveTo>
                  <a:lnTo>
                    <a:pt x="7382" y="121387"/>
                  </a:lnTo>
                  <a:lnTo>
                    <a:pt x="69186" y="27322"/>
                  </a:lnTo>
                  <a:lnTo>
                    <a:pt x="69186" y="121387"/>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45" name="Freeform: Shape 5644">
              <a:extLst>
                <a:ext uri="{FF2B5EF4-FFF2-40B4-BE49-F238E27FC236}">
                  <a16:creationId xmlns:a16="http://schemas.microsoft.com/office/drawing/2014/main" id="{0A7B35D3-62D5-4F45-4AF0-4ABAC8EDDFB1}"/>
                </a:ext>
              </a:extLst>
            </p:cNvPr>
            <p:cNvSpPr/>
            <p:nvPr>
              <p:custDataLst>
                <p:tags r:id="rId101"/>
              </p:custDataLst>
            </p:nvPr>
          </p:nvSpPr>
          <p:spPr>
            <a:xfrm>
              <a:off x="12940596" y="5313258"/>
              <a:ext cx="106636" cy="173502"/>
            </a:xfrm>
            <a:custGeom>
              <a:avLst/>
              <a:gdLst>
                <a:gd name="connsiteX0" fmla="*/ 106932 w 106636"/>
                <a:gd name="connsiteY0" fmla="*/ 87342 h 173502"/>
                <a:gd name="connsiteX1" fmla="*/ 96800 w 106636"/>
                <a:gd name="connsiteY1" fmla="*/ 28331 h 173502"/>
                <a:gd name="connsiteX2" fmla="*/ 53740 w 106636"/>
                <a:gd name="connsiteY2" fmla="*/ 86 h 173502"/>
                <a:gd name="connsiteX3" fmla="*/ 9667 w 106636"/>
                <a:gd name="connsiteY3" fmla="*/ 30096 h 173502"/>
                <a:gd name="connsiteX4" fmla="*/ 295 w 106636"/>
                <a:gd name="connsiteY4" fmla="*/ 87342 h 173502"/>
                <a:gd name="connsiteX5" fmla="*/ 11693 w 106636"/>
                <a:gd name="connsiteY5" fmla="*/ 148118 h 173502"/>
                <a:gd name="connsiteX6" fmla="*/ 53487 w 106636"/>
                <a:gd name="connsiteY6" fmla="*/ 173589 h 173502"/>
                <a:gd name="connsiteX7" fmla="*/ 97560 w 106636"/>
                <a:gd name="connsiteY7" fmla="*/ 144335 h 173502"/>
                <a:gd name="connsiteX8" fmla="*/ 106932 w 106636"/>
                <a:gd name="connsiteY8" fmla="*/ 87342 h 173502"/>
                <a:gd name="connsiteX9" fmla="*/ 53487 w 106636"/>
                <a:gd name="connsiteY9" fmla="*/ 168041 h 173502"/>
                <a:gd name="connsiteX10" fmla="*/ 24105 w 106636"/>
                <a:gd name="connsiteY10" fmla="*/ 137526 h 173502"/>
                <a:gd name="connsiteX11" fmla="*/ 21318 w 106636"/>
                <a:gd name="connsiteY11" fmla="*/ 84315 h 173502"/>
                <a:gd name="connsiteX12" fmla="*/ 23345 w 106636"/>
                <a:gd name="connsiteY12" fmla="*/ 37914 h 173502"/>
                <a:gd name="connsiteX13" fmla="*/ 53487 w 106636"/>
                <a:gd name="connsiteY13" fmla="*/ 5634 h 173502"/>
                <a:gd name="connsiteX14" fmla="*/ 83375 w 106636"/>
                <a:gd name="connsiteY14" fmla="*/ 35140 h 173502"/>
                <a:gd name="connsiteX15" fmla="*/ 85908 w 106636"/>
                <a:gd name="connsiteY15" fmla="*/ 84315 h 173502"/>
                <a:gd name="connsiteX16" fmla="*/ 83122 w 106636"/>
                <a:gd name="connsiteY16" fmla="*/ 136518 h 173502"/>
                <a:gd name="connsiteX17" fmla="*/ 53487 w 106636"/>
                <a:gd name="connsiteY17" fmla="*/ 168041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932" y="87342"/>
                  </a:moveTo>
                  <a:cubicBezTo>
                    <a:pt x="106932" y="67167"/>
                    <a:pt x="105665" y="46992"/>
                    <a:pt x="96800" y="28331"/>
                  </a:cubicBezTo>
                  <a:cubicBezTo>
                    <a:pt x="85149" y="4121"/>
                    <a:pt x="64378" y="86"/>
                    <a:pt x="53740" y="86"/>
                  </a:cubicBezTo>
                  <a:cubicBezTo>
                    <a:pt x="38542" y="86"/>
                    <a:pt x="20052" y="6643"/>
                    <a:pt x="9667" y="30096"/>
                  </a:cubicBezTo>
                  <a:cubicBezTo>
                    <a:pt x="1561" y="47497"/>
                    <a:pt x="295" y="67167"/>
                    <a:pt x="295" y="87342"/>
                  </a:cubicBezTo>
                  <a:cubicBezTo>
                    <a:pt x="295" y="106256"/>
                    <a:pt x="1308" y="128952"/>
                    <a:pt x="11693" y="148118"/>
                  </a:cubicBezTo>
                  <a:cubicBezTo>
                    <a:pt x="22585" y="168545"/>
                    <a:pt x="41075" y="173589"/>
                    <a:pt x="53487" y="173589"/>
                  </a:cubicBezTo>
                  <a:cubicBezTo>
                    <a:pt x="67165" y="173589"/>
                    <a:pt x="86415" y="168293"/>
                    <a:pt x="97560" y="144335"/>
                  </a:cubicBezTo>
                  <a:cubicBezTo>
                    <a:pt x="105665" y="126935"/>
                    <a:pt x="106932" y="107264"/>
                    <a:pt x="106932" y="87342"/>
                  </a:cubicBezTo>
                  <a:close/>
                  <a:moveTo>
                    <a:pt x="53487" y="168041"/>
                  </a:moveTo>
                  <a:cubicBezTo>
                    <a:pt x="43608" y="168041"/>
                    <a:pt x="28664" y="161736"/>
                    <a:pt x="24105" y="137526"/>
                  </a:cubicBezTo>
                  <a:cubicBezTo>
                    <a:pt x="21318" y="122395"/>
                    <a:pt x="21318" y="99194"/>
                    <a:pt x="21318" y="84315"/>
                  </a:cubicBezTo>
                  <a:cubicBezTo>
                    <a:pt x="21318" y="68176"/>
                    <a:pt x="21318" y="51531"/>
                    <a:pt x="23345" y="37914"/>
                  </a:cubicBezTo>
                  <a:cubicBezTo>
                    <a:pt x="28157" y="7904"/>
                    <a:pt x="47154" y="5634"/>
                    <a:pt x="53487" y="5634"/>
                  </a:cubicBezTo>
                  <a:cubicBezTo>
                    <a:pt x="61845" y="5634"/>
                    <a:pt x="78563" y="10173"/>
                    <a:pt x="83375" y="35140"/>
                  </a:cubicBezTo>
                  <a:cubicBezTo>
                    <a:pt x="85908" y="49262"/>
                    <a:pt x="85908" y="68428"/>
                    <a:pt x="85908" y="84315"/>
                  </a:cubicBezTo>
                  <a:cubicBezTo>
                    <a:pt x="85908" y="103229"/>
                    <a:pt x="85908" y="120378"/>
                    <a:pt x="83122" y="136518"/>
                  </a:cubicBezTo>
                  <a:cubicBezTo>
                    <a:pt x="79323" y="160475"/>
                    <a:pt x="64885" y="168041"/>
                    <a:pt x="53487" y="168041"/>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46" name="Freeform: Shape 5645">
              <a:extLst>
                <a:ext uri="{FF2B5EF4-FFF2-40B4-BE49-F238E27FC236}">
                  <a16:creationId xmlns:a16="http://schemas.microsoft.com/office/drawing/2014/main" id="{46C85A2D-29A1-A9F0-28A7-D9B270A5D37B}"/>
                </a:ext>
              </a:extLst>
            </p:cNvPr>
            <p:cNvSpPr/>
            <p:nvPr>
              <p:custDataLst>
                <p:tags r:id="rId102"/>
              </p:custDataLst>
            </p:nvPr>
          </p:nvSpPr>
          <p:spPr>
            <a:xfrm>
              <a:off x="13068003" y="5313258"/>
              <a:ext cx="105117" cy="173502"/>
            </a:xfrm>
            <a:custGeom>
              <a:avLst/>
              <a:gdLst>
                <a:gd name="connsiteX0" fmla="*/ 23096 w 105117"/>
                <a:gd name="connsiteY0" fmla="*/ 85324 h 173502"/>
                <a:gd name="connsiteX1" fmla="*/ 23096 w 105117"/>
                <a:gd name="connsiteY1" fmla="*/ 79272 h 173502"/>
                <a:gd name="connsiteX2" fmla="*/ 67423 w 105117"/>
                <a:gd name="connsiteY2" fmla="*/ 6390 h 173502"/>
                <a:gd name="connsiteX3" fmla="*/ 89713 w 105117"/>
                <a:gd name="connsiteY3" fmla="*/ 16478 h 173502"/>
                <a:gd name="connsiteX4" fmla="*/ 75782 w 105117"/>
                <a:gd name="connsiteY4" fmla="*/ 27826 h 173502"/>
                <a:gd name="connsiteX5" fmla="*/ 87433 w 105117"/>
                <a:gd name="connsiteY5" fmla="*/ 39427 h 173502"/>
                <a:gd name="connsiteX6" fmla="*/ 99085 w 105117"/>
                <a:gd name="connsiteY6" fmla="*/ 27322 h 173502"/>
                <a:gd name="connsiteX7" fmla="*/ 66916 w 105117"/>
                <a:gd name="connsiteY7" fmla="*/ 86 h 173502"/>
                <a:gd name="connsiteX8" fmla="*/ 300 w 105117"/>
                <a:gd name="connsiteY8" fmla="*/ 88350 h 173502"/>
                <a:gd name="connsiteX9" fmla="*/ 53238 w 105117"/>
                <a:gd name="connsiteY9" fmla="*/ 173589 h 173502"/>
                <a:gd name="connsiteX10" fmla="*/ 105417 w 105117"/>
                <a:gd name="connsiteY10" fmla="*/ 116595 h 173502"/>
                <a:gd name="connsiteX11" fmla="*/ 54758 w 105117"/>
                <a:gd name="connsiteY11" fmla="*/ 60358 h 173502"/>
                <a:gd name="connsiteX12" fmla="*/ 23096 w 105117"/>
                <a:gd name="connsiteY12" fmla="*/ 85324 h 173502"/>
                <a:gd name="connsiteX13" fmla="*/ 53238 w 105117"/>
                <a:gd name="connsiteY13" fmla="*/ 166528 h 173502"/>
                <a:gd name="connsiteX14" fmla="*/ 28162 w 105117"/>
                <a:gd name="connsiteY14" fmla="*/ 147614 h 173502"/>
                <a:gd name="connsiteX15" fmla="*/ 23603 w 105117"/>
                <a:gd name="connsiteY15" fmla="*/ 111047 h 173502"/>
                <a:gd name="connsiteX16" fmla="*/ 54505 w 105117"/>
                <a:gd name="connsiteY16" fmla="*/ 66158 h 173502"/>
                <a:gd name="connsiteX17" fmla="*/ 78061 w 105117"/>
                <a:gd name="connsiteY17" fmla="*/ 81794 h 173502"/>
                <a:gd name="connsiteX18" fmla="*/ 82621 w 105117"/>
                <a:gd name="connsiteY18" fmla="*/ 116343 h 173502"/>
                <a:gd name="connsiteX19" fmla="*/ 78315 w 105117"/>
                <a:gd name="connsiteY19" fmla="*/ 150136 h 173502"/>
                <a:gd name="connsiteX20" fmla="*/ 53238 w 105117"/>
                <a:gd name="connsiteY20" fmla="*/ 166528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5117" h="173502">
                  <a:moveTo>
                    <a:pt x="23096" y="85324"/>
                  </a:moveTo>
                  <a:lnTo>
                    <a:pt x="23096" y="79272"/>
                  </a:lnTo>
                  <a:cubicBezTo>
                    <a:pt x="23096" y="15469"/>
                    <a:pt x="54505" y="6390"/>
                    <a:pt x="67423" y="6390"/>
                  </a:cubicBezTo>
                  <a:cubicBezTo>
                    <a:pt x="73502" y="6390"/>
                    <a:pt x="84140" y="7904"/>
                    <a:pt x="89713" y="16478"/>
                  </a:cubicBezTo>
                  <a:cubicBezTo>
                    <a:pt x="85913" y="16478"/>
                    <a:pt x="75782" y="16478"/>
                    <a:pt x="75782" y="27826"/>
                  </a:cubicBezTo>
                  <a:cubicBezTo>
                    <a:pt x="75782" y="35644"/>
                    <a:pt x="81861" y="39427"/>
                    <a:pt x="87433" y="39427"/>
                  </a:cubicBezTo>
                  <a:cubicBezTo>
                    <a:pt x="91486" y="39427"/>
                    <a:pt x="99085" y="37157"/>
                    <a:pt x="99085" y="27322"/>
                  </a:cubicBezTo>
                  <a:cubicBezTo>
                    <a:pt x="99085" y="12191"/>
                    <a:pt x="87940" y="86"/>
                    <a:pt x="66916" y="86"/>
                  </a:cubicBezTo>
                  <a:cubicBezTo>
                    <a:pt x="34495" y="86"/>
                    <a:pt x="300" y="32618"/>
                    <a:pt x="300" y="88350"/>
                  </a:cubicBezTo>
                  <a:cubicBezTo>
                    <a:pt x="300" y="155684"/>
                    <a:pt x="29682" y="173589"/>
                    <a:pt x="53238" y="173589"/>
                  </a:cubicBezTo>
                  <a:cubicBezTo>
                    <a:pt x="81354" y="173589"/>
                    <a:pt x="105417" y="149883"/>
                    <a:pt x="105417" y="116595"/>
                  </a:cubicBezTo>
                  <a:cubicBezTo>
                    <a:pt x="105417" y="84568"/>
                    <a:pt x="82874" y="60358"/>
                    <a:pt x="54758" y="60358"/>
                  </a:cubicBezTo>
                  <a:cubicBezTo>
                    <a:pt x="37534" y="60358"/>
                    <a:pt x="28162" y="73219"/>
                    <a:pt x="23096" y="85324"/>
                  </a:cubicBezTo>
                  <a:close/>
                  <a:moveTo>
                    <a:pt x="53238" y="166528"/>
                  </a:moveTo>
                  <a:cubicBezTo>
                    <a:pt x="37281" y="166528"/>
                    <a:pt x="29682" y="151397"/>
                    <a:pt x="28162" y="147614"/>
                  </a:cubicBezTo>
                  <a:cubicBezTo>
                    <a:pt x="23603" y="135761"/>
                    <a:pt x="23603" y="115586"/>
                    <a:pt x="23603" y="111047"/>
                  </a:cubicBezTo>
                  <a:cubicBezTo>
                    <a:pt x="23603" y="91377"/>
                    <a:pt x="31708" y="66158"/>
                    <a:pt x="54505" y="66158"/>
                  </a:cubicBezTo>
                  <a:cubicBezTo>
                    <a:pt x="58558" y="66158"/>
                    <a:pt x="70209" y="66158"/>
                    <a:pt x="78061" y="81794"/>
                  </a:cubicBezTo>
                  <a:cubicBezTo>
                    <a:pt x="82621" y="91124"/>
                    <a:pt x="82621" y="103986"/>
                    <a:pt x="82621" y="116343"/>
                  </a:cubicBezTo>
                  <a:cubicBezTo>
                    <a:pt x="82621" y="128448"/>
                    <a:pt x="82621" y="141057"/>
                    <a:pt x="78315" y="150136"/>
                  </a:cubicBezTo>
                  <a:cubicBezTo>
                    <a:pt x="70716" y="165267"/>
                    <a:pt x="59064" y="166528"/>
                    <a:pt x="53238" y="166528"/>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47" name="Freeform: Shape 5646">
              <a:extLst>
                <a:ext uri="{FF2B5EF4-FFF2-40B4-BE49-F238E27FC236}">
                  <a16:creationId xmlns:a16="http://schemas.microsoft.com/office/drawing/2014/main" id="{1DCB5F3E-ACFF-3306-EE14-0421255FB5B5}"/>
                </a:ext>
              </a:extLst>
            </p:cNvPr>
            <p:cNvSpPr/>
            <p:nvPr>
              <p:custDataLst>
                <p:tags r:id="rId103"/>
              </p:custDataLst>
            </p:nvPr>
          </p:nvSpPr>
          <p:spPr>
            <a:xfrm>
              <a:off x="13718605" y="5269379"/>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48" name="Freeform: Shape 5647">
              <a:extLst>
                <a:ext uri="{FF2B5EF4-FFF2-40B4-BE49-F238E27FC236}">
                  <a16:creationId xmlns:a16="http://schemas.microsoft.com/office/drawing/2014/main" id="{41B49E34-D119-E107-5C08-E36F23405BA7}"/>
                </a:ext>
              </a:extLst>
            </p:cNvPr>
            <p:cNvSpPr/>
            <p:nvPr>
              <p:custDataLst>
                <p:tags r:id="rId104"/>
              </p:custDataLst>
            </p:nvPr>
          </p:nvSpPr>
          <p:spPr>
            <a:xfrm>
              <a:off x="13922245" y="5313258"/>
              <a:ext cx="106636" cy="173502"/>
            </a:xfrm>
            <a:custGeom>
              <a:avLst/>
              <a:gdLst>
                <a:gd name="connsiteX0" fmla="*/ 106970 w 106636"/>
                <a:gd name="connsiteY0" fmla="*/ 87342 h 173502"/>
                <a:gd name="connsiteX1" fmla="*/ 96839 w 106636"/>
                <a:gd name="connsiteY1" fmla="*/ 28331 h 173502"/>
                <a:gd name="connsiteX2" fmla="*/ 53779 w 106636"/>
                <a:gd name="connsiteY2" fmla="*/ 86 h 173502"/>
                <a:gd name="connsiteX3" fmla="*/ 9705 w 106636"/>
                <a:gd name="connsiteY3" fmla="*/ 30096 h 173502"/>
                <a:gd name="connsiteX4" fmla="*/ 334 w 106636"/>
                <a:gd name="connsiteY4" fmla="*/ 87342 h 173502"/>
                <a:gd name="connsiteX5" fmla="*/ 11732 w 106636"/>
                <a:gd name="connsiteY5" fmla="*/ 148118 h 173502"/>
                <a:gd name="connsiteX6" fmla="*/ 53525 w 106636"/>
                <a:gd name="connsiteY6" fmla="*/ 173589 h 173502"/>
                <a:gd name="connsiteX7" fmla="*/ 97599 w 106636"/>
                <a:gd name="connsiteY7" fmla="*/ 144335 h 173502"/>
                <a:gd name="connsiteX8" fmla="*/ 106970 w 106636"/>
                <a:gd name="connsiteY8" fmla="*/ 87342 h 173502"/>
                <a:gd name="connsiteX9" fmla="*/ 53525 w 106636"/>
                <a:gd name="connsiteY9" fmla="*/ 168041 h 173502"/>
                <a:gd name="connsiteX10" fmla="*/ 24143 w 106636"/>
                <a:gd name="connsiteY10" fmla="*/ 137526 h 173502"/>
                <a:gd name="connsiteX11" fmla="*/ 21357 w 106636"/>
                <a:gd name="connsiteY11" fmla="*/ 84315 h 173502"/>
                <a:gd name="connsiteX12" fmla="*/ 23383 w 106636"/>
                <a:gd name="connsiteY12" fmla="*/ 37914 h 173502"/>
                <a:gd name="connsiteX13" fmla="*/ 53525 w 106636"/>
                <a:gd name="connsiteY13" fmla="*/ 5634 h 173502"/>
                <a:gd name="connsiteX14" fmla="*/ 83414 w 106636"/>
                <a:gd name="connsiteY14" fmla="*/ 35140 h 173502"/>
                <a:gd name="connsiteX15" fmla="*/ 85947 w 106636"/>
                <a:gd name="connsiteY15" fmla="*/ 84315 h 173502"/>
                <a:gd name="connsiteX16" fmla="*/ 83161 w 106636"/>
                <a:gd name="connsiteY16" fmla="*/ 136518 h 173502"/>
                <a:gd name="connsiteX17" fmla="*/ 53525 w 106636"/>
                <a:gd name="connsiteY17" fmla="*/ 168041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970" y="87342"/>
                  </a:moveTo>
                  <a:cubicBezTo>
                    <a:pt x="106970" y="67167"/>
                    <a:pt x="105704" y="46992"/>
                    <a:pt x="96839" y="28331"/>
                  </a:cubicBezTo>
                  <a:cubicBezTo>
                    <a:pt x="85187" y="4121"/>
                    <a:pt x="64417" y="86"/>
                    <a:pt x="53779" y="86"/>
                  </a:cubicBezTo>
                  <a:cubicBezTo>
                    <a:pt x="38581" y="86"/>
                    <a:pt x="20090" y="6643"/>
                    <a:pt x="9705" y="30096"/>
                  </a:cubicBezTo>
                  <a:cubicBezTo>
                    <a:pt x="1600" y="47497"/>
                    <a:pt x="334" y="67167"/>
                    <a:pt x="334" y="87342"/>
                  </a:cubicBezTo>
                  <a:cubicBezTo>
                    <a:pt x="334" y="106256"/>
                    <a:pt x="1347" y="128952"/>
                    <a:pt x="11732" y="148118"/>
                  </a:cubicBezTo>
                  <a:cubicBezTo>
                    <a:pt x="22623" y="168545"/>
                    <a:pt x="41114" y="173589"/>
                    <a:pt x="53525" y="173589"/>
                  </a:cubicBezTo>
                  <a:cubicBezTo>
                    <a:pt x="67203" y="173589"/>
                    <a:pt x="86454" y="168293"/>
                    <a:pt x="97599" y="144335"/>
                  </a:cubicBezTo>
                  <a:cubicBezTo>
                    <a:pt x="105704" y="126935"/>
                    <a:pt x="106970" y="107264"/>
                    <a:pt x="106970" y="87342"/>
                  </a:cubicBezTo>
                  <a:close/>
                  <a:moveTo>
                    <a:pt x="53525" y="168041"/>
                  </a:moveTo>
                  <a:cubicBezTo>
                    <a:pt x="43647" y="168041"/>
                    <a:pt x="28703" y="161736"/>
                    <a:pt x="24143" y="137526"/>
                  </a:cubicBezTo>
                  <a:cubicBezTo>
                    <a:pt x="21357" y="122395"/>
                    <a:pt x="21357" y="99194"/>
                    <a:pt x="21357" y="84315"/>
                  </a:cubicBezTo>
                  <a:cubicBezTo>
                    <a:pt x="21357" y="68176"/>
                    <a:pt x="21357" y="51531"/>
                    <a:pt x="23383" y="37914"/>
                  </a:cubicBezTo>
                  <a:cubicBezTo>
                    <a:pt x="28196" y="7904"/>
                    <a:pt x="47193" y="5634"/>
                    <a:pt x="53525" y="5634"/>
                  </a:cubicBezTo>
                  <a:cubicBezTo>
                    <a:pt x="61884" y="5634"/>
                    <a:pt x="78601" y="10173"/>
                    <a:pt x="83414" y="35140"/>
                  </a:cubicBezTo>
                  <a:cubicBezTo>
                    <a:pt x="85947" y="49262"/>
                    <a:pt x="85947" y="68428"/>
                    <a:pt x="85947" y="84315"/>
                  </a:cubicBezTo>
                  <a:cubicBezTo>
                    <a:pt x="85947" y="103229"/>
                    <a:pt x="85947" y="120378"/>
                    <a:pt x="83161" y="136518"/>
                  </a:cubicBezTo>
                  <a:cubicBezTo>
                    <a:pt x="79361" y="160475"/>
                    <a:pt x="64924" y="168041"/>
                    <a:pt x="53525" y="168041"/>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49" name="Freeform: Shape 5648">
              <a:extLst>
                <a:ext uri="{FF2B5EF4-FFF2-40B4-BE49-F238E27FC236}">
                  <a16:creationId xmlns:a16="http://schemas.microsoft.com/office/drawing/2014/main" id="{85DFAE58-4DC9-EF24-CED7-B6421B9C2571}"/>
                </a:ext>
              </a:extLst>
            </p:cNvPr>
            <p:cNvSpPr/>
            <p:nvPr>
              <p:custDataLst>
                <p:tags r:id="rId105"/>
              </p:custDataLst>
            </p:nvPr>
          </p:nvSpPr>
          <p:spPr>
            <a:xfrm>
              <a:off x="14060798" y="5454482"/>
              <a:ext cx="26849" cy="26731"/>
            </a:xfrm>
            <a:custGeom>
              <a:avLst/>
              <a:gdLst>
                <a:gd name="connsiteX0" fmla="*/ 27188 w 26849"/>
                <a:gd name="connsiteY0" fmla="*/ 13452 h 26731"/>
                <a:gd name="connsiteX1" fmla="*/ 13763 w 26849"/>
                <a:gd name="connsiteY1" fmla="*/ 86 h 26731"/>
                <a:gd name="connsiteX2" fmla="*/ 339 w 26849"/>
                <a:gd name="connsiteY2" fmla="*/ 13452 h 26731"/>
                <a:gd name="connsiteX3" fmla="*/ 13763 w 26849"/>
                <a:gd name="connsiteY3" fmla="*/ 26817 h 26731"/>
                <a:gd name="connsiteX4" fmla="*/ 27188 w 26849"/>
                <a:gd name="connsiteY4" fmla="*/ 13452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188" y="13452"/>
                  </a:moveTo>
                  <a:cubicBezTo>
                    <a:pt x="27188" y="6138"/>
                    <a:pt x="21109" y="86"/>
                    <a:pt x="13763" y="86"/>
                  </a:cubicBezTo>
                  <a:cubicBezTo>
                    <a:pt x="6418" y="86"/>
                    <a:pt x="339" y="6138"/>
                    <a:pt x="339" y="13452"/>
                  </a:cubicBezTo>
                  <a:cubicBezTo>
                    <a:pt x="339" y="20765"/>
                    <a:pt x="6418" y="26817"/>
                    <a:pt x="13763" y="26817"/>
                  </a:cubicBezTo>
                  <a:cubicBezTo>
                    <a:pt x="21109" y="26817"/>
                    <a:pt x="27188" y="20765"/>
                    <a:pt x="27188" y="13452"/>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50" name="Freeform: Shape 5649">
              <a:extLst>
                <a:ext uri="{FF2B5EF4-FFF2-40B4-BE49-F238E27FC236}">
                  <a16:creationId xmlns:a16="http://schemas.microsoft.com/office/drawing/2014/main" id="{331F26BC-BA3E-564F-CB77-21A10F85DFD4}"/>
                </a:ext>
              </a:extLst>
            </p:cNvPr>
            <p:cNvSpPr/>
            <p:nvPr>
              <p:custDataLst>
                <p:tags r:id="rId106"/>
              </p:custDataLst>
            </p:nvPr>
          </p:nvSpPr>
          <p:spPr>
            <a:xfrm>
              <a:off x="14122039" y="5313258"/>
              <a:ext cx="101064" cy="167954"/>
            </a:xfrm>
            <a:custGeom>
              <a:avLst/>
              <a:gdLst>
                <a:gd name="connsiteX0" fmla="*/ 19845 w 101064"/>
                <a:gd name="connsiteY0" fmla="*/ 148623 h 167954"/>
                <a:gd name="connsiteX1" fmla="*/ 46694 w 101064"/>
                <a:gd name="connsiteY1" fmla="*/ 122648 h 167954"/>
                <a:gd name="connsiteX2" fmla="*/ 101406 w 101064"/>
                <a:gd name="connsiteY2" fmla="*/ 49010 h 167954"/>
                <a:gd name="connsiteX3" fmla="*/ 47707 w 101064"/>
                <a:gd name="connsiteY3" fmla="*/ 86 h 167954"/>
                <a:gd name="connsiteX4" fmla="*/ 341 w 101064"/>
                <a:gd name="connsiteY4" fmla="*/ 45731 h 167954"/>
                <a:gd name="connsiteX5" fmla="*/ 13766 w 101064"/>
                <a:gd name="connsiteY5" fmla="*/ 59854 h 167954"/>
                <a:gd name="connsiteX6" fmla="*/ 26937 w 101064"/>
                <a:gd name="connsiteY6" fmla="*/ 46488 h 167954"/>
                <a:gd name="connsiteX7" fmla="*/ 13513 w 101064"/>
                <a:gd name="connsiteY7" fmla="*/ 33374 h 167954"/>
                <a:gd name="connsiteX8" fmla="*/ 10220 w 101064"/>
                <a:gd name="connsiteY8" fmla="*/ 33626 h 167954"/>
                <a:gd name="connsiteX9" fmla="*/ 44414 w 101064"/>
                <a:gd name="connsiteY9" fmla="*/ 7904 h 167954"/>
                <a:gd name="connsiteX10" fmla="*/ 78356 w 101064"/>
                <a:gd name="connsiteY10" fmla="*/ 49010 h 167954"/>
                <a:gd name="connsiteX11" fmla="*/ 51760 w 101064"/>
                <a:gd name="connsiteY11" fmla="*/ 104742 h 167954"/>
                <a:gd name="connsiteX12" fmla="*/ 3128 w 101064"/>
                <a:gd name="connsiteY12" fmla="*/ 158710 h 167954"/>
                <a:gd name="connsiteX13" fmla="*/ 341 w 101064"/>
                <a:gd name="connsiteY13" fmla="*/ 168041 h 167954"/>
                <a:gd name="connsiteX14" fmla="*/ 94313 w 101064"/>
                <a:gd name="connsiteY14" fmla="*/ 168041 h 167954"/>
                <a:gd name="connsiteX15" fmla="*/ 101406 w 101064"/>
                <a:gd name="connsiteY15" fmla="*/ 124161 h 167954"/>
                <a:gd name="connsiteX16" fmla="*/ 95073 w 101064"/>
                <a:gd name="connsiteY16" fmla="*/ 124161 h 167954"/>
                <a:gd name="connsiteX17" fmla="*/ 89501 w 101064"/>
                <a:gd name="connsiteY17" fmla="*/ 146605 h 167954"/>
                <a:gd name="connsiteX18" fmla="*/ 65438 w 101064"/>
                <a:gd name="connsiteY18" fmla="*/ 148623 h 167954"/>
                <a:gd name="connsiteX19" fmla="*/ 19845 w 101064"/>
                <a:gd name="connsiteY19" fmla="*/ 148623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1064" h="167954">
                  <a:moveTo>
                    <a:pt x="19845" y="148623"/>
                  </a:moveTo>
                  <a:lnTo>
                    <a:pt x="46694" y="122648"/>
                  </a:lnTo>
                  <a:cubicBezTo>
                    <a:pt x="86208" y="87846"/>
                    <a:pt x="101406" y="74228"/>
                    <a:pt x="101406" y="49010"/>
                  </a:cubicBezTo>
                  <a:cubicBezTo>
                    <a:pt x="101406" y="20261"/>
                    <a:pt x="78609" y="86"/>
                    <a:pt x="47707" y="86"/>
                  </a:cubicBezTo>
                  <a:cubicBezTo>
                    <a:pt x="19085" y="86"/>
                    <a:pt x="341" y="23287"/>
                    <a:pt x="341" y="45731"/>
                  </a:cubicBezTo>
                  <a:cubicBezTo>
                    <a:pt x="341" y="59854"/>
                    <a:pt x="13006" y="59854"/>
                    <a:pt x="13766" y="59854"/>
                  </a:cubicBezTo>
                  <a:cubicBezTo>
                    <a:pt x="18072" y="59854"/>
                    <a:pt x="26937" y="56827"/>
                    <a:pt x="26937" y="46488"/>
                  </a:cubicBezTo>
                  <a:cubicBezTo>
                    <a:pt x="26937" y="39931"/>
                    <a:pt x="22378" y="33374"/>
                    <a:pt x="13513" y="33374"/>
                  </a:cubicBezTo>
                  <a:cubicBezTo>
                    <a:pt x="11486" y="33374"/>
                    <a:pt x="10980" y="33374"/>
                    <a:pt x="10220" y="33626"/>
                  </a:cubicBezTo>
                  <a:cubicBezTo>
                    <a:pt x="16046" y="17234"/>
                    <a:pt x="29723" y="7904"/>
                    <a:pt x="44414" y="7904"/>
                  </a:cubicBezTo>
                  <a:cubicBezTo>
                    <a:pt x="67464" y="7904"/>
                    <a:pt x="78356" y="28331"/>
                    <a:pt x="78356" y="49010"/>
                  </a:cubicBezTo>
                  <a:cubicBezTo>
                    <a:pt x="78356" y="69184"/>
                    <a:pt x="65691" y="89107"/>
                    <a:pt x="51760" y="104742"/>
                  </a:cubicBezTo>
                  <a:lnTo>
                    <a:pt x="3128" y="158710"/>
                  </a:lnTo>
                  <a:cubicBezTo>
                    <a:pt x="341" y="161484"/>
                    <a:pt x="341" y="161988"/>
                    <a:pt x="341" y="168041"/>
                  </a:cubicBezTo>
                  <a:lnTo>
                    <a:pt x="94313" y="168041"/>
                  </a:lnTo>
                  <a:lnTo>
                    <a:pt x="101406" y="124161"/>
                  </a:lnTo>
                  <a:lnTo>
                    <a:pt x="95073" y="124161"/>
                  </a:lnTo>
                  <a:cubicBezTo>
                    <a:pt x="93807" y="131726"/>
                    <a:pt x="92034" y="142822"/>
                    <a:pt x="89501" y="146605"/>
                  </a:cubicBezTo>
                  <a:cubicBezTo>
                    <a:pt x="87728" y="148623"/>
                    <a:pt x="71010" y="148623"/>
                    <a:pt x="65438" y="148623"/>
                  </a:cubicBezTo>
                  <a:lnTo>
                    <a:pt x="19845" y="148623"/>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51" name="Freeform: Shape 5650">
              <a:extLst>
                <a:ext uri="{FF2B5EF4-FFF2-40B4-BE49-F238E27FC236}">
                  <a16:creationId xmlns:a16="http://schemas.microsoft.com/office/drawing/2014/main" id="{59E9CD07-2993-EB3F-B9C4-3A3CE4195419}"/>
                </a:ext>
              </a:extLst>
            </p:cNvPr>
            <p:cNvSpPr/>
            <p:nvPr>
              <p:custDataLst>
                <p:tags r:id="rId107"/>
              </p:custDataLst>
            </p:nvPr>
          </p:nvSpPr>
          <p:spPr>
            <a:xfrm>
              <a:off x="14246660" y="5313258"/>
              <a:ext cx="105117" cy="173502"/>
            </a:xfrm>
            <a:custGeom>
              <a:avLst/>
              <a:gdLst>
                <a:gd name="connsiteX0" fmla="*/ 30995 w 105117"/>
                <a:gd name="connsiteY0" fmla="*/ 52792 h 173502"/>
                <a:gd name="connsiteX1" fmla="*/ 18330 w 105117"/>
                <a:gd name="connsiteY1" fmla="*/ 32365 h 173502"/>
                <a:gd name="connsiteX2" fmla="*/ 52778 w 105117"/>
                <a:gd name="connsiteY2" fmla="*/ 6390 h 173502"/>
                <a:gd name="connsiteX3" fmla="*/ 87480 w 105117"/>
                <a:gd name="connsiteY3" fmla="*/ 37661 h 173502"/>
                <a:gd name="connsiteX4" fmla="*/ 62403 w 105117"/>
                <a:gd name="connsiteY4" fmla="*/ 72967 h 173502"/>
                <a:gd name="connsiteX5" fmla="*/ 30995 w 105117"/>
                <a:gd name="connsiteY5" fmla="*/ 52792 h 173502"/>
                <a:gd name="connsiteX6" fmla="*/ 67976 w 105117"/>
                <a:gd name="connsiteY6" fmla="*/ 76750 h 173502"/>
                <a:gd name="connsiteX7" fmla="*/ 98624 w 105117"/>
                <a:gd name="connsiteY7" fmla="*/ 37661 h 173502"/>
                <a:gd name="connsiteX8" fmla="*/ 53031 w 105117"/>
                <a:gd name="connsiteY8" fmla="*/ 86 h 173502"/>
                <a:gd name="connsiteX9" fmla="*/ 7185 w 105117"/>
                <a:gd name="connsiteY9" fmla="*/ 42201 h 173502"/>
                <a:gd name="connsiteX10" fmla="*/ 18330 w 105117"/>
                <a:gd name="connsiteY10" fmla="*/ 69941 h 173502"/>
                <a:gd name="connsiteX11" fmla="*/ 36821 w 105117"/>
                <a:gd name="connsiteY11" fmla="*/ 83559 h 173502"/>
                <a:gd name="connsiteX12" fmla="*/ 346 w 105117"/>
                <a:gd name="connsiteY12" fmla="*/ 129961 h 173502"/>
                <a:gd name="connsiteX13" fmla="*/ 52778 w 105117"/>
                <a:gd name="connsiteY13" fmla="*/ 173589 h 173502"/>
                <a:gd name="connsiteX14" fmla="*/ 105463 w 105117"/>
                <a:gd name="connsiteY14" fmla="*/ 125674 h 173502"/>
                <a:gd name="connsiteX15" fmla="*/ 93052 w 105117"/>
                <a:gd name="connsiteY15" fmla="*/ 94655 h 173502"/>
                <a:gd name="connsiteX16" fmla="*/ 67976 w 105117"/>
                <a:gd name="connsiteY16" fmla="*/ 76750 h 173502"/>
                <a:gd name="connsiteX17" fmla="*/ 42646 w 105117"/>
                <a:gd name="connsiteY17" fmla="*/ 87342 h 173502"/>
                <a:gd name="connsiteX18" fmla="*/ 73802 w 105117"/>
                <a:gd name="connsiteY18" fmla="*/ 107012 h 173502"/>
                <a:gd name="connsiteX19" fmla="*/ 92799 w 105117"/>
                <a:gd name="connsiteY19" fmla="*/ 134752 h 173502"/>
                <a:gd name="connsiteX20" fmla="*/ 53031 w 105117"/>
                <a:gd name="connsiteY20" fmla="*/ 166528 h 173502"/>
                <a:gd name="connsiteX21" fmla="*/ 13011 w 105117"/>
                <a:gd name="connsiteY21" fmla="*/ 129961 h 173502"/>
                <a:gd name="connsiteX22" fmla="*/ 42646 w 105117"/>
                <a:gd name="connsiteY22" fmla="*/ 87342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5117" h="173502">
                  <a:moveTo>
                    <a:pt x="30995" y="52792"/>
                  </a:moveTo>
                  <a:cubicBezTo>
                    <a:pt x="19343" y="45227"/>
                    <a:pt x="18330" y="36653"/>
                    <a:pt x="18330" y="32365"/>
                  </a:cubicBezTo>
                  <a:cubicBezTo>
                    <a:pt x="18330" y="16982"/>
                    <a:pt x="34794" y="6390"/>
                    <a:pt x="52778" y="6390"/>
                  </a:cubicBezTo>
                  <a:cubicBezTo>
                    <a:pt x="71269" y="6390"/>
                    <a:pt x="87480" y="19504"/>
                    <a:pt x="87480" y="37661"/>
                  </a:cubicBezTo>
                  <a:cubicBezTo>
                    <a:pt x="87480" y="52036"/>
                    <a:pt x="77601" y="64141"/>
                    <a:pt x="62403" y="72967"/>
                  </a:cubicBezTo>
                  <a:lnTo>
                    <a:pt x="30995" y="52792"/>
                  </a:lnTo>
                  <a:close/>
                  <a:moveTo>
                    <a:pt x="67976" y="76750"/>
                  </a:moveTo>
                  <a:cubicBezTo>
                    <a:pt x="86213" y="67419"/>
                    <a:pt x="98624" y="54306"/>
                    <a:pt x="98624" y="37661"/>
                  </a:cubicBezTo>
                  <a:cubicBezTo>
                    <a:pt x="98624" y="14460"/>
                    <a:pt x="76081" y="86"/>
                    <a:pt x="53031" y="86"/>
                  </a:cubicBezTo>
                  <a:cubicBezTo>
                    <a:pt x="27702" y="86"/>
                    <a:pt x="7185" y="18748"/>
                    <a:pt x="7185" y="42201"/>
                  </a:cubicBezTo>
                  <a:cubicBezTo>
                    <a:pt x="7185" y="46740"/>
                    <a:pt x="7692" y="58088"/>
                    <a:pt x="18330" y="69941"/>
                  </a:cubicBezTo>
                  <a:cubicBezTo>
                    <a:pt x="21116" y="72967"/>
                    <a:pt x="30488" y="79272"/>
                    <a:pt x="36821" y="83559"/>
                  </a:cubicBezTo>
                  <a:cubicBezTo>
                    <a:pt x="22130" y="90872"/>
                    <a:pt x="346" y="104995"/>
                    <a:pt x="346" y="129961"/>
                  </a:cubicBezTo>
                  <a:cubicBezTo>
                    <a:pt x="346" y="156692"/>
                    <a:pt x="26182" y="173589"/>
                    <a:pt x="52778" y="173589"/>
                  </a:cubicBezTo>
                  <a:cubicBezTo>
                    <a:pt x="81400" y="173589"/>
                    <a:pt x="105463" y="152657"/>
                    <a:pt x="105463" y="125674"/>
                  </a:cubicBezTo>
                  <a:cubicBezTo>
                    <a:pt x="105463" y="116595"/>
                    <a:pt x="102677" y="105247"/>
                    <a:pt x="93052" y="94655"/>
                  </a:cubicBezTo>
                  <a:cubicBezTo>
                    <a:pt x="88239" y="89359"/>
                    <a:pt x="84187" y="86837"/>
                    <a:pt x="67976" y="76750"/>
                  </a:cubicBezTo>
                  <a:close/>
                  <a:moveTo>
                    <a:pt x="42646" y="87342"/>
                  </a:moveTo>
                  <a:lnTo>
                    <a:pt x="73802" y="107012"/>
                  </a:lnTo>
                  <a:cubicBezTo>
                    <a:pt x="80894" y="111804"/>
                    <a:pt x="92799" y="119369"/>
                    <a:pt x="92799" y="134752"/>
                  </a:cubicBezTo>
                  <a:cubicBezTo>
                    <a:pt x="92799" y="153414"/>
                    <a:pt x="73802" y="166528"/>
                    <a:pt x="53031" y="166528"/>
                  </a:cubicBezTo>
                  <a:cubicBezTo>
                    <a:pt x="31248" y="166528"/>
                    <a:pt x="13011" y="150892"/>
                    <a:pt x="13011" y="129961"/>
                  </a:cubicBezTo>
                  <a:cubicBezTo>
                    <a:pt x="13011" y="115334"/>
                    <a:pt x="21116" y="99194"/>
                    <a:pt x="42646" y="87342"/>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52" name="Freeform: Shape 5651">
              <a:extLst>
                <a:ext uri="{FF2B5EF4-FFF2-40B4-BE49-F238E27FC236}">
                  <a16:creationId xmlns:a16="http://schemas.microsoft.com/office/drawing/2014/main" id="{379598E8-FB93-D910-9B0C-FBB4AE5EBEA2}"/>
                </a:ext>
              </a:extLst>
            </p:cNvPr>
            <p:cNvSpPr/>
            <p:nvPr>
              <p:custDataLst>
                <p:tags r:id="rId108"/>
              </p:custDataLst>
            </p:nvPr>
          </p:nvSpPr>
          <p:spPr>
            <a:xfrm>
              <a:off x="14373308" y="5313258"/>
              <a:ext cx="105117" cy="173502"/>
            </a:xfrm>
            <a:custGeom>
              <a:avLst/>
              <a:gdLst>
                <a:gd name="connsiteX0" fmla="*/ 82672 w 105117"/>
                <a:gd name="connsiteY0" fmla="*/ 87846 h 173502"/>
                <a:gd name="connsiteX1" fmla="*/ 82672 w 105117"/>
                <a:gd name="connsiteY1" fmla="*/ 95916 h 173502"/>
                <a:gd name="connsiteX2" fmla="*/ 41638 w 105117"/>
                <a:gd name="connsiteY2" fmla="*/ 166528 h 173502"/>
                <a:gd name="connsiteX3" fmla="*/ 16815 w 105117"/>
                <a:gd name="connsiteY3" fmla="*/ 157449 h 173502"/>
                <a:gd name="connsiteX4" fmla="*/ 29987 w 105117"/>
                <a:gd name="connsiteY4" fmla="*/ 145848 h 173502"/>
                <a:gd name="connsiteX5" fmla="*/ 18335 w 105117"/>
                <a:gd name="connsiteY5" fmla="*/ 134248 h 173502"/>
                <a:gd name="connsiteX6" fmla="*/ 6684 w 105117"/>
                <a:gd name="connsiteY6" fmla="*/ 146353 h 173502"/>
                <a:gd name="connsiteX7" fmla="*/ 41892 w 105117"/>
                <a:gd name="connsiteY7" fmla="*/ 173589 h 173502"/>
                <a:gd name="connsiteX8" fmla="*/ 105468 w 105117"/>
                <a:gd name="connsiteY8" fmla="*/ 85072 h 173502"/>
                <a:gd name="connsiteX9" fmla="*/ 53796 w 105117"/>
                <a:gd name="connsiteY9" fmla="*/ 86 h 173502"/>
                <a:gd name="connsiteX10" fmla="*/ 16562 w 105117"/>
                <a:gd name="connsiteY10" fmla="*/ 15973 h 173502"/>
                <a:gd name="connsiteX11" fmla="*/ 351 w 105117"/>
                <a:gd name="connsiteY11" fmla="*/ 56827 h 173502"/>
                <a:gd name="connsiteX12" fmla="*/ 51010 w 105117"/>
                <a:gd name="connsiteY12" fmla="*/ 113064 h 173502"/>
                <a:gd name="connsiteX13" fmla="*/ 82672 w 105117"/>
                <a:gd name="connsiteY13" fmla="*/ 87846 h 173502"/>
                <a:gd name="connsiteX14" fmla="*/ 51263 w 105117"/>
                <a:gd name="connsiteY14" fmla="*/ 107264 h 173502"/>
                <a:gd name="connsiteX15" fmla="*/ 27707 w 105117"/>
                <a:gd name="connsiteY15" fmla="*/ 91377 h 173502"/>
                <a:gd name="connsiteX16" fmla="*/ 23148 w 105117"/>
                <a:gd name="connsiteY16" fmla="*/ 57080 h 173502"/>
                <a:gd name="connsiteX17" fmla="*/ 28467 w 105117"/>
                <a:gd name="connsiteY17" fmla="*/ 22278 h 173502"/>
                <a:gd name="connsiteX18" fmla="*/ 53796 w 105117"/>
                <a:gd name="connsiteY18" fmla="*/ 6390 h 173502"/>
                <a:gd name="connsiteX19" fmla="*/ 78113 w 105117"/>
                <a:gd name="connsiteY19" fmla="*/ 26313 h 173502"/>
                <a:gd name="connsiteX20" fmla="*/ 82165 w 105117"/>
                <a:gd name="connsiteY20" fmla="*/ 61871 h 173502"/>
                <a:gd name="connsiteX21" fmla="*/ 51263 w 105117"/>
                <a:gd name="connsiteY21" fmla="*/ 107264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5117" h="173502">
                  <a:moveTo>
                    <a:pt x="82672" y="87846"/>
                  </a:moveTo>
                  <a:lnTo>
                    <a:pt x="82672" y="95916"/>
                  </a:lnTo>
                  <a:cubicBezTo>
                    <a:pt x="82672" y="154927"/>
                    <a:pt x="56329" y="166528"/>
                    <a:pt x="41638" y="166528"/>
                  </a:cubicBezTo>
                  <a:cubicBezTo>
                    <a:pt x="37332" y="166528"/>
                    <a:pt x="23654" y="166023"/>
                    <a:pt x="16815" y="157449"/>
                  </a:cubicBezTo>
                  <a:cubicBezTo>
                    <a:pt x="27960" y="157449"/>
                    <a:pt x="29987" y="150136"/>
                    <a:pt x="29987" y="145848"/>
                  </a:cubicBezTo>
                  <a:cubicBezTo>
                    <a:pt x="29987" y="138031"/>
                    <a:pt x="23908" y="134248"/>
                    <a:pt x="18335" y="134248"/>
                  </a:cubicBezTo>
                  <a:cubicBezTo>
                    <a:pt x="14282" y="134248"/>
                    <a:pt x="6684" y="136518"/>
                    <a:pt x="6684" y="146353"/>
                  </a:cubicBezTo>
                  <a:cubicBezTo>
                    <a:pt x="6684" y="163249"/>
                    <a:pt x="20361" y="173589"/>
                    <a:pt x="41892" y="173589"/>
                  </a:cubicBezTo>
                  <a:cubicBezTo>
                    <a:pt x="74566" y="173589"/>
                    <a:pt x="105468" y="139292"/>
                    <a:pt x="105468" y="85072"/>
                  </a:cubicBezTo>
                  <a:cubicBezTo>
                    <a:pt x="105468" y="17234"/>
                    <a:pt x="76340" y="86"/>
                    <a:pt x="53796" y="86"/>
                  </a:cubicBezTo>
                  <a:cubicBezTo>
                    <a:pt x="39865" y="86"/>
                    <a:pt x="27454" y="4625"/>
                    <a:pt x="16562" y="15973"/>
                  </a:cubicBezTo>
                  <a:cubicBezTo>
                    <a:pt x="6177" y="27322"/>
                    <a:pt x="351" y="37914"/>
                    <a:pt x="351" y="56827"/>
                  </a:cubicBezTo>
                  <a:cubicBezTo>
                    <a:pt x="351" y="88350"/>
                    <a:pt x="22641" y="113064"/>
                    <a:pt x="51010" y="113064"/>
                  </a:cubicBezTo>
                  <a:cubicBezTo>
                    <a:pt x="66461" y="113064"/>
                    <a:pt x="76846" y="102473"/>
                    <a:pt x="82672" y="87846"/>
                  </a:cubicBezTo>
                  <a:close/>
                  <a:moveTo>
                    <a:pt x="51263" y="107264"/>
                  </a:moveTo>
                  <a:cubicBezTo>
                    <a:pt x="47211" y="107264"/>
                    <a:pt x="35559" y="107264"/>
                    <a:pt x="27707" y="91377"/>
                  </a:cubicBezTo>
                  <a:cubicBezTo>
                    <a:pt x="23148" y="82046"/>
                    <a:pt x="23148" y="69437"/>
                    <a:pt x="23148" y="57080"/>
                  </a:cubicBezTo>
                  <a:cubicBezTo>
                    <a:pt x="23148" y="43462"/>
                    <a:pt x="23148" y="31609"/>
                    <a:pt x="28467" y="22278"/>
                  </a:cubicBezTo>
                  <a:cubicBezTo>
                    <a:pt x="35306" y="9669"/>
                    <a:pt x="44931" y="6390"/>
                    <a:pt x="53796" y="6390"/>
                  </a:cubicBezTo>
                  <a:cubicBezTo>
                    <a:pt x="65448" y="6390"/>
                    <a:pt x="73807" y="14965"/>
                    <a:pt x="78113" y="26313"/>
                  </a:cubicBezTo>
                  <a:cubicBezTo>
                    <a:pt x="81152" y="34383"/>
                    <a:pt x="82165" y="50271"/>
                    <a:pt x="82165" y="61871"/>
                  </a:cubicBezTo>
                  <a:cubicBezTo>
                    <a:pt x="82165" y="82802"/>
                    <a:pt x="73553" y="107264"/>
                    <a:pt x="51263" y="107264"/>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53" name="Freeform: Shape 5652">
              <a:extLst>
                <a:ext uri="{FF2B5EF4-FFF2-40B4-BE49-F238E27FC236}">
                  <a16:creationId xmlns:a16="http://schemas.microsoft.com/office/drawing/2014/main" id="{8B012114-BFB2-4CD2-1D62-1D088035673C}"/>
                </a:ext>
              </a:extLst>
            </p:cNvPr>
            <p:cNvSpPr/>
            <p:nvPr>
              <p:custDataLst>
                <p:tags r:id="rId109"/>
              </p:custDataLst>
            </p:nvPr>
          </p:nvSpPr>
          <p:spPr>
            <a:xfrm>
              <a:off x="14672947" y="5269379"/>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54" name="Freeform: Shape 5653">
              <a:extLst>
                <a:ext uri="{FF2B5EF4-FFF2-40B4-BE49-F238E27FC236}">
                  <a16:creationId xmlns:a16="http://schemas.microsoft.com/office/drawing/2014/main" id="{5F6B246C-9D31-076E-B99E-C5D1AE5B484E}"/>
                </a:ext>
              </a:extLst>
            </p:cNvPr>
            <p:cNvSpPr/>
            <p:nvPr>
              <p:custDataLst>
                <p:tags r:id="rId110"/>
              </p:custDataLst>
            </p:nvPr>
          </p:nvSpPr>
          <p:spPr>
            <a:xfrm>
              <a:off x="8061869" y="5572001"/>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55" name="Freeform: Shape 5654">
              <a:extLst>
                <a:ext uri="{FF2B5EF4-FFF2-40B4-BE49-F238E27FC236}">
                  <a16:creationId xmlns:a16="http://schemas.microsoft.com/office/drawing/2014/main" id="{EDF3BAEC-530A-D162-4380-8378D472C586}"/>
                </a:ext>
              </a:extLst>
            </p:cNvPr>
            <p:cNvSpPr/>
            <p:nvPr>
              <p:custDataLst>
                <p:tags r:id="rId111"/>
              </p:custDataLst>
            </p:nvPr>
          </p:nvSpPr>
          <p:spPr>
            <a:xfrm>
              <a:off x="8599056" y="5615880"/>
              <a:ext cx="106636" cy="173502"/>
            </a:xfrm>
            <a:custGeom>
              <a:avLst/>
              <a:gdLst>
                <a:gd name="connsiteX0" fmla="*/ 106761 w 106636"/>
                <a:gd name="connsiteY0" fmla="*/ 87354 h 173502"/>
                <a:gd name="connsiteX1" fmla="*/ 96629 w 106636"/>
                <a:gd name="connsiteY1" fmla="*/ 28342 h 173502"/>
                <a:gd name="connsiteX2" fmla="*/ 53569 w 106636"/>
                <a:gd name="connsiteY2" fmla="*/ 98 h 173502"/>
                <a:gd name="connsiteX3" fmla="*/ 9496 w 106636"/>
                <a:gd name="connsiteY3" fmla="*/ 30108 h 173502"/>
                <a:gd name="connsiteX4" fmla="*/ 124 w 106636"/>
                <a:gd name="connsiteY4" fmla="*/ 87354 h 173502"/>
                <a:gd name="connsiteX5" fmla="*/ 11522 w 106636"/>
                <a:gd name="connsiteY5" fmla="*/ 148130 h 173502"/>
                <a:gd name="connsiteX6" fmla="*/ 53316 w 106636"/>
                <a:gd name="connsiteY6" fmla="*/ 173601 h 173502"/>
                <a:gd name="connsiteX7" fmla="*/ 97389 w 106636"/>
                <a:gd name="connsiteY7" fmla="*/ 144347 h 173502"/>
                <a:gd name="connsiteX8" fmla="*/ 106761 w 106636"/>
                <a:gd name="connsiteY8" fmla="*/ 87354 h 173502"/>
                <a:gd name="connsiteX9" fmla="*/ 53316 w 106636"/>
                <a:gd name="connsiteY9" fmla="*/ 168053 h 173502"/>
                <a:gd name="connsiteX10" fmla="*/ 23934 w 106636"/>
                <a:gd name="connsiteY10" fmla="*/ 137538 h 173502"/>
                <a:gd name="connsiteX11" fmla="*/ 21148 w 106636"/>
                <a:gd name="connsiteY11" fmla="*/ 84327 h 173502"/>
                <a:gd name="connsiteX12" fmla="*/ 23174 w 106636"/>
                <a:gd name="connsiteY12" fmla="*/ 37926 h 173502"/>
                <a:gd name="connsiteX13" fmla="*/ 53316 w 106636"/>
                <a:gd name="connsiteY13" fmla="*/ 5646 h 173502"/>
                <a:gd name="connsiteX14" fmla="*/ 83205 w 106636"/>
                <a:gd name="connsiteY14" fmla="*/ 35151 h 173502"/>
                <a:gd name="connsiteX15" fmla="*/ 85738 w 106636"/>
                <a:gd name="connsiteY15" fmla="*/ 84327 h 173502"/>
                <a:gd name="connsiteX16" fmla="*/ 82951 w 106636"/>
                <a:gd name="connsiteY16" fmla="*/ 136530 h 173502"/>
                <a:gd name="connsiteX17" fmla="*/ 53316 w 106636"/>
                <a:gd name="connsiteY17" fmla="*/ 168053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761" y="87354"/>
                  </a:moveTo>
                  <a:cubicBezTo>
                    <a:pt x="106761" y="67179"/>
                    <a:pt x="105495" y="47004"/>
                    <a:pt x="96629" y="28342"/>
                  </a:cubicBezTo>
                  <a:cubicBezTo>
                    <a:pt x="84978" y="4133"/>
                    <a:pt x="64208" y="98"/>
                    <a:pt x="53569" y="98"/>
                  </a:cubicBezTo>
                  <a:cubicBezTo>
                    <a:pt x="38372" y="98"/>
                    <a:pt x="19881" y="6655"/>
                    <a:pt x="9496" y="30108"/>
                  </a:cubicBezTo>
                  <a:cubicBezTo>
                    <a:pt x="1391" y="47508"/>
                    <a:pt x="124" y="67179"/>
                    <a:pt x="124" y="87354"/>
                  </a:cubicBezTo>
                  <a:cubicBezTo>
                    <a:pt x="124" y="106267"/>
                    <a:pt x="1137" y="128964"/>
                    <a:pt x="11522" y="148130"/>
                  </a:cubicBezTo>
                  <a:cubicBezTo>
                    <a:pt x="22414" y="168557"/>
                    <a:pt x="40905" y="173601"/>
                    <a:pt x="53316" y="173601"/>
                  </a:cubicBezTo>
                  <a:cubicBezTo>
                    <a:pt x="66994" y="173601"/>
                    <a:pt x="86244" y="168305"/>
                    <a:pt x="97389" y="144347"/>
                  </a:cubicBezTo>
                  <a:cubicBezTo>
                    <a:pt x="105495" y="126947"/>
                    <a:pt x="106761" y="107276"/>
                    <a:pt x="106761" y="87354"/>
                  </a:cubicBezTo>
                  <a:close/>
                  <a:moveTo>
                    <a:pt x="53316" y="168053"/>
                  </a:moveTo>
                  <a:cubicBezTo>
                    <a:pt x="43437" y="168053"/>
                    <a:pt x="28493" y="161748"/>
                    <a:pt x="23934" y="137538"/>
                  </a:cubicBezTo>
                  <a:cubicBezTo>
                    <a:pt x="21148" y="122407"/>
                    <a:pt x="21148" y="99206"/>
                    <a:pt x="21148" y="84327"/>
                  </a:cubicBezTo>
                  <a:cubicBezTo>
                    <a:pt x="21148" y="68188"/>
                    <a:pt x="21148" y="51543"/>
                    <a:pt x="23174" y="37926"/>
                  </a:cubicBezTo>
                  <a:cubicBezTo>
                    <a:pt x="27987" y="7916"/>
                    <a:pt x="46984" y="5646"/>
                    <a:pt x="53316" y="5646"/>
                  </a:cubicBezTo>
                  <a:cubicBezTo>
                    <a:pt x="61675" y="5646"/>
                    <a:pt x="78392" y="10185"/>
                    <a:pt x="83205" y="35151"/>
                  </a:cubicBezTo>
                  <a:cubicBezTo>
                    <a:pt x="85738" y="49274"/>
                    <a:pt x="85738" y="68440"/>
                    <a:pt x="85738" y="84327"/>
                  </a:cubicBezTo>
                  <a:cubicBezTo>
                    <a:pt x="85738" y="103241"/>
                    <a:pt x="85738" y="120390"/>
                    <a:pt x="82951" y="136530"/>
                  </a:cubicBezTo>
                  <a:cubicBezTo>
                    <a:pt x="79152" y="160487"/>
                    <a:pt x="64714" y="168053"/>
                    <a:pt x="53316" y="168053"/>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56" name="Freeform: Shape 5655">
              <a:extLst>
                <a:ext uri="{FF2B5EF4-FFF2-40B4-BE49-F238E27FC236}">
                  <a16:creationId xmlns:a16="http://schemas.microsoft.com/office/drawing/2014/main" id="{0899BC9C-B5D7-5979-D8B4-F9DED51118E1}"/>
                </a:ext>
              </a:extLst>
            </p:cNvPr>
            <p:cNvSpPr/>
            <p:nvPr>
              <p:custDataLst>
                <p:tags r:id="rId112"/>
              </p:custDataLst>
            </p:nvPr>
          </p:nvSpPr>
          <p:spPr>
            <a:xfrm>
              <a:off x="9233000" y="5572001"/>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57" name="Freeform: Shape 5656">
              <a:extLst>
                <a:ext uri="{FF2B5EF4-FFF2-40B4-BE49-F238E27FC236}">
                  <a16:creationId xmlns:a16="http://schemas.microsoft.com/office/drawing/2014/main" id="{3730BDE9-3EFD-7B64-1728-20B969F876A5}"/>
                </a:ext>
              </a:extLst>
            </p:cNvPr>
            <p:cNvSpPr/>
            <p:nvPr>
              <p:custDataLst>
                <p:tags r:id="rId113"/>
              </p:custDataLst>
            </p:nvPr>
          </p:nvSpPr>
          <p:spPr>
            <a:xfrm>
              <a:off x="9399922" y="5615880"/>
              <a:ext cx="106636" cy="173502"/>
            </a:xfrm>
            <a:custGeom>
              <a:avLst/>
              <a:gdLst>
                <a:gd name="connsiteX0" fmla="*/ 106793 w 106636"/>
                <a:gd name="connsiteY0" fmla="*/ 87354 h 173502"/>
                <a:gd name="connsiteX1" fmla="*/ 96661 w 106636"/>
                <a:gd name="connsiteY1" fmla="*/ 28342 h 173502"/>
                <a:gd name="connsiteX2" fmla="*/ 53601 w 106636"/>
                <a:gd name="connsiteY2" fmla="*/ 98 h 173502"/>
                <a:gd name="connsiteX3" fmla="*/ 9528 w 106636"/>
                <a:gd name="connsiteY3" fmla="*/ 30108 h 173502"/>
                <a:gd name="connsiteX4" fmla="*/ 156 w 106636"/>
                <a:gd name="connsiteY4" fmla="*/ 87354 h 173502"/>
                <a:gd name="connsiteX5" fmla="*/ 11554 w 106636"/>
                <a:gd name="connsiteY5" fmla="*/ 148130 h 173502"/>
                <a:gd name="connsiteX6" fmla="*/ 53347 w 106636"/>
                <a:gd name="connsiteY6" fmla="*/ 173601 h 173502"/>
                <a:gd name="connsiteX7" fmla="*/ 97421 w 106636"/>
                <a:gd name="connsiteY7" fmla="*/ 144347 h 173502"/>
                <a:gd name="connsiteX8" fmla="*/ 106793 w 106636"/>
                <a:gd name="connsiteY8" fmla="*/ 87354 h 173502"/>
                <a:gd name="connsiteX9" fmla="*/ 53347 w 106636"/>
                <a:gd name="connsiteY9" fmla="*/ 168053 h 173502"/>
                <a:gd name="connsiteX10" fmla="*/ 23965 w 106636"/>
                <a:gd name="connsiteY10" fmla="*/ 137538 h 173502"/>
                <a:gd name="connsiteX11" fmla="*/ 21179 w 106636"/>
                <a:gd name="connsiteY11" fmla="*/ 84327 h 173502"/>
                <a:gd name="connsiteX12" fmla="*/ 23205 w 106636"/>
                <a:gd name="connsiteY12" fmla="*/ 37926 h 173502"/>
                <a:gd name="connsiteX13" fmla="*/ 53347 w 106636"/>
                <a:gd name="connsiteY13" fmla="*/ 5646 h 173502"/>
                <a:gd name="connsiteX14" fmla="*/ 83236 w 106636"/>
                <a:gd name="connsiteY14" fmla="*/ 35151 h 173502"/>
                <a:gd name="connsiteX15" fmla="*/ 85769 w 106636"/>
                <a:gd name="connsiteY15" fmla="*/ 84327 h 173502"/>
                <a:gd name="connsiteX16" fmla="*/ 82983 w 106636"/>
                <a:gd name="connsiteY16" fmla="*/ 136530 h 173502"/>
                <a:gd name="connsiteX17" fmla="*/ 53347 w 106636"/>
                <a:gd name="connsiteY17" fmla="*/ 168053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793" y="87354"/>
                  </a:moveTo>
                  <a:cubicBezTo>
                    <a:pt x="106793" y="67179"/>
                    <a:pt x="105526" y="47004"/>
                    <a:pt x="96661" y="28342"/>
                  </a:cubicBezTo>
                  <a:cubicBezTo>
                    <a:pt x="85009" y="4133"/>
                    <a:pt x="64239" y="98"/>
                    <a:pt x="53601" y="98"/>
                  </a:cubicBezTo>
                  <a:cubicBezTo>
                    <a:pt x="38403" y="98"/>
                    <a:pt x="19913" y="6655"/>
                    <a:pt x="9528" y="30108"/>
                  </a:cubicBezTo>
                  <a:cubicBezTo>
                    <a:pt x="1422" y="47508"/>
                    <a:pt x="156" y="67179"/>
                    <a:pt x="156" y="87354"/>
                  </a:cubicBezTo>
                  <a:cubicBezTo>
                    <a:pt x="156" y="106267"/>
                    <a:pt x="1169" y="128964"/>
                    <a:pt x="11554" y="148130"/>
                  </a:cubicBezTo>
                  <a:cubicBezTo>
                    <a:pt x="22446" y="168557"/>
                    <a:pt x="40936" y="173601"/>
                    <a:pt x="53347" y="173601"/>
                  </a:cubicBezTo>
                  <a:cubicBezTo>
                    <a:pt x="67025" y="173601"/>
                    <a:pt x="86276" y="168305"/>
                    <a:pt x="97421" y="144347"/>
                  </a:cubicBezTo>
                  <a:cubicBezTo>
                    <a:pt x="105526" y="126947"/>
                    <a:pt x="106793" y="107276"/>
                    <a:pt x="106793" y="87354"/>
                  </a:cubicBezTo>
                  <a:close/>
                  <a:moveTo>
                    <a:pt x="53347" y="168053"/>
                  </a:moveTo>
                  <a:cubicBezTo>
                    <a:pt x="43469" y="168053"/>
                    <a:pt x="28525" y="161748"/>
                    <a:pt x="23965" y="137538"/>
                  </a:cubicBezTo>
                  <a:cubicBezTo>
                    <a:pt x="21179" y="122407"/>
                    <a:pt x="21179" y="99206"/>
                    <a:pt x="21179" y="84327"/>
                  </a:cubicBezTo>
                  <a:cubicBezTo>
                    <a:pt x="21179" y="68188"/>
                    <a:pt x="21179" y="51543"/>
                    <a:pt x="23205" y="37926"/>
                  </a:cubicBezTo>
                  <a:cubicBezTo>
                    <a:pt x="28018" y="7916"/>
                    <a:pt x="47015" y="5646"/>
                    <a:pt x="53347" y="5646"/>
                  </a:cubicBezTo>
                  <a:cubicBezTo>
                    <a:pt x="61706" y="5646"/>
                    <a:pt x="78424" y="10185"/>
                    <a:pt x="83236" y="35151"/>
                  </a:cubicBezTo>
                  <a:cubicBezTo>
                    <a:pt x="85769" y="49274"/>
                    <a:pt x="85769" y="68440"/>
                    <a:pt x="85769" y="84327"/>
                  </a:cubicBezTo>
                  <a:cubicBezTo>
                    <a:pt x="85769" y="103241"/>
                    <a:pt x="85769" y="120390"/>
                    <a:pt x="82983" y="136530"/>
                  </a:cubicBezTo>
                  <a:cubicBezTo>
                    <a:pt x="79184" y="160487"/>
                    <a:pt x="64746" y="168053"/>
                    <a:pt x="53347" y="168053"/>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58" name="Freeform: Shape 5657">
              <a:extLst>
                <a:ext uri="{FF2B5EF4-FFF2-40B4-BE49-F238E27FC236}">
                  <a16:creationId xmlns:a16="http://schemas.microsoft.com/office/drawing/2014/main" id="{B0EAD92E-8DB0-B388-E5E4-9BF9DBD374CF}"/>
                </a:ext>
              </a:extLst>
            </p:cNvPr>
            <p:cNvSpPr/>
            <p:nvPr>
              <p:custDataLst>
                <p:tags r:id="rId114"/>
              </p:custDataLst>
            </p:nvPr>
          </p:nvSpPr>
          <p:spPr>
            <a:xfrm>
              <a:off x="9538474" y="5757103"/>
              <a:ext cx="26849" cy="26731"/>
            </a:xfrm>
            <a:custGeom>
              <a:avLst/>
              <a:gdLst>
                <a:gd name="connsiteX0" fmla="*/ 27010 w 26849"/>
                <a:gd name="connsiteY0" fmla="*/ 13464 h 26731"/>
                <a:gd name="connsiteX1" fmla="*/ 13585 w 26849"/>
                <a:gd name="connsiteY1" fmla="*/ 98 h 26731"/>
                <a:gd name="connsiteX2" fmla="*/ 161 w 26849"/>
                <a:gd name="connsiteY2" fmla="*/ 13464 h 26731"/>
                <a:gd name="connsiteX3" fmla="*/ 13585 w 26849"/>
                <a:gd name="connsiteY3" fmla="*/ 26829 h 26731"/>
                <a:gd name="connsiteX4" fmla="*/ 27010 w 26849"/>
                <a:gd name="connsiteY4" fmla="*/ 13464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10" y="13464"/>
                  </a:moveTo>
                  <a:cubicBezTo>
                    <a:pt x="27010" y="6150"/>
                    <a:pt x="20931" y="98"/>
                    <a:pt x="13585" y="98"/>
                  </a:cubicBezTo>
                  <a:cubicBezTo>
                    <a:pt x="6240" y="98"/>
                    <a:pt x="161" y="6150"/>
                    <a:pt x="161" y="13464"/>
                  </a:cubicBezTo>
                  <a:cubicBezTo>
                    <a:pt x="161" y="20777"/>
                    <a:pt x="6240" y="26829"/>
                    <a:pt x="13585" y="26829"/>
                  </a:cubicBezTo>
                  <a:cubicBezTo>
                    <a:pt x="20931" y="26829"/>
                    <a:pt x="27010" y="20777"/>
                    <a:pt x="27010" y="13464"/>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60" name="Freeform: Shape 5659">
              <a:extLst>
                <a:ext uri="{FF2B5EF4-FFF2-40B4-BE49-F238E27FC236}">
                  <a16:creationId xmlns:a16="http://schemas.microsoft.com/office/drawing/2014/main" id="{892B7C8A-A8F6-52FB-292A-AF2121C0F77F}"/>
                </a:ext>
              </a:extLst>
            </p:cNvPr>
            <p:cNvSpPr/>
            <p:nvPr>
              <p:custDataLst>
                <p:tags r:id="rId115"/>
              </p:custDataLst>
            </p:nvPr>
          </p:nvSpPr>
          <p:spPr>
            <a:xfrm>
              <a:off x="9599715" y="5615880"/>
              <a:ext cx="101064" cy="173502"/>
            </a:xfrm>
            <a:custGeom>
              <a:avLst/>
              <a:gdLst>
                <a:gd name="connsiteX0" fmla="*/ 101228 w 101064"/>
                <a:gd name="connsiteY0" fmla="*/ 117364 h 173502"/>
                <a:gd name="connsiteX1" fmla="*/ 53102 w 101064"/>
                <a:gd name="connsiteY1" fmla="*/ 62135 h 173502"/>
                <a:gd name="connsiteX2" fmla="*/ 20934 w 101064"/>
                <a:gd name="connsiteY2" fmla="*/ 74997 h 173502"/>
                <a:gd name="connsiteX3" fmla="*/ 20934 w 101064"/>
                <a:gd name="connsiteY3" fmla="*/ 25821 h 173502"/>
                <a:gd name="connsiteX4" fmla="*/ 42464 w 101064"/>
                <a:gd name="connsiteY4" fmla="*/ 29099 h 173502"/>
                <a:gd name="connsiteX5" fmla="*/ 91349 w 101064"/>
                <a:gd name="connsiteY5" fmla="*/ 2872 h 173502"/>
                <a:gd name="connsiteX6" fmla="*/ 88816 w 101064"/>
                <a:gd name="connsiteY6" fmla="*/ 98 h 173502"/>
                <a:gd name="connsiteX7" fmla="*/ 86790 w 101064"/>
                <a:gd name="connsiteY7" fmla="*/ 854 h 173502"/>
                <a:gd name="connsiteX8" fmla="*/ 52342 w 101064"/>
                <a:gd name="connsiteY8" fmla="*/ 8168 h 173502"/>
                <a:gd name="connsiteX9" fmla="*/ 18654 w 101064"/>
                <a:gd name="connsiteY9" fmla="*/ 1107 h 173502"/>
                <a:gd name="connsiteX10" fmla="*/ 15614 w 101064"/>
                <a:gd name="connsiteY10" fmla="*/ 350 h 173502"/>
                <a:gd name="connsiteX11" fmla="*/ 13081 w 101064"/>
                <a:gd name="connsiteY11" fmla="*/ 6402 h 173502"/>
                <a:gd name="connsiteX12" fmla="*/ 13081 w 101064"/>
                <a:gd name="connsiteY12" fmla="*/ 81049 h 173502"/>
                <a:gd name="connsiteX13" fmla="*/ 16628 w 101064"/>
                <a:gd name="connsiteY13" fmla="*/ 87606 h 173502"/>
                <a:gd name="connsiteX14" fmla="*/ 19920 w 101064"/>
                <a:gd name="connsiteY14" fmla="*/ 85336 h 173502"/>
                <a:gd name="connsiteX15" fmla="*/ 52595 w 101064"/>
                <a:gd name="connsiteY15" fmla="*/ 67683 h 173502"/>
                <a:gd name="connsiteX16" fmla="*/ 74125 w 101064"/>
                <a:gd name="connsiteY16" fmla="*/ 83823 h 173502"/>
                <a:gd name="connsiteX17" fmla="*/ 78685 w 101064"/>
                <a:gd name="connsiteY17" fmla="*/ 115598 h 173502"/>
                <a:gd name="connsiteX18" fmla="*/ 72606 w 101064"/>
                <a:gd name="connsiteY18" fmla="*/ 150148 h 173502"/>
                <a:gd name="connsiteX19" fmla="*/ 45503 w 101064"/>
                <a:gd name="connsiteY19" fmla="*/ 166540 h 173502"/>
                <a:gd name="connsiteX20" fmla="*/ 8269 w 101064"/>
                <a:gd name="connsiteY20" fmla="*/ 138295 h 173502"/>
                <a:gd name="connsiteX21" fmla="*/ 12575 w 101064"/>
                <a:gd name="connsiteY21" fmla="*/ 138799 h 173502"/>
                <a:gd name="connsiteX22" fmla="*/ 25240 w 101064"/>
                <a:gd name="connsiteY22" fmla="*/ 126442 h 173502"/>
                <a:gd name="connsiteX23" fmla="*/ 12575 w 101064"/>
                <a:gd name="connsiteY23" fmla="*/ 114085 h 173502"/>
                <a:gd name="connsiteX24" fmla="*/ 163 w 101064"/>
                <a:gd name="connsiteY24" fmla="*/ 127451 h 173502"/>
                <a:gd name="connsiteX25" fmla="*/ 46010 w 101064"/>
                <a:gd name="connsiteY25" fmla="*/ 173601 h 173502"/>
                <a:gd name="connsiteX26" fmla="*/ 101228 w 101064"/>
                <a:gd name="connsiteY26" fmla="*/ 117364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1064" h="173502">
                  <a:moveTo>
                    <a:pt x="101228" y="117364"/>
                  </a:moveTo>
                  <a:cubicBezTo>
                    <a:pt x="101228" y="87354"/>
                    <a:pt x="80458" y="62135"/>
                    <a:pt x="53102" y="62135"/>
                  </a:cubicBezTo>
                  <a:cubicBezTo>
                    <a:pt x="40944" y="62135"/>
                    <a:pt x="30052" y="66170"/>
                    <a:pt x="20934" y="74997"/>
                  </a:cubicBezTo>
                  <a:lnTo>
                    <a:pt x="20934" y="25821"/>
                  </a:lnTo>
                  <a:cubicBezTo>
                    <a:pt x="25999" y="27334"/>
                    <a:pt x="34358" y="29099"/>
                    <a:pt x="42464" y="29099"/>
                  </a:cubicBezTo>
                  <a:cubicBezTo>
                    <a:pt x="73619" y="29099"/>
                    <a:pt x="91349" y="6150"/>
                    <a:pt x="91349" y="2872"/>
                  </a:cubicBezTo>
                  <a:cubicBezTo>
                    <a:pt x="91349" y="1359"/>
                    <a:pt x="90590" y="98"/>
                    <a:pt x="88816" y="98"/>
                  </a:cubicBezTo>
                  <a:cubicBezTo>
                    <a:pt x="88563" y="98"/>
                    <a:pt x="88057" y="98"/>
                    <a:pt x="86790" y="854"/>
                  </a:cubicBezTo>
                  <a:cubicBezTo>
                    <a:pt x="81724" y="3124"/>
                    <a:pt x="69313" y="8168"/>
                    <a:pt x="52342" y="8168"/>
                  </a:cubicBezTo>
                  <a:cubicBezTo>
                    <a:pt x="42210" y="8168"/>
                    <a:pt x="30559" y="6402"/>
                    <a:pt x="18654" y="1107"/>
                  </a:cubicBezTo>
                  <a:cubicBezTo>
                    <a:pt x="16628" y="350"/>
                    <a:pt x="16121" y="350"/>
                    <a:pt x="15614" y="350"/>
                  </a:cubicBezTo>
                  <a:cubicBezTo>
                    <a:pt x="13081" y="350"/>
                    <a:pt x="13081" y="2367"/>
                    <a:pt x="13081" y="6402"/>
                  </a:cubicBezTo>
                  <a:lnTo>
                    <a:pt x="13081" y="81049"/>
                  </a:lnTo>
                  <a:cubicBezTo>
                    <a:pt x="13081" y="85588"/>
                    <a:pt x="13081" y="87606"/>
                    <a:pt x="16628" y="87606"/>
                  </a:cubicBezTo>
                  <a:cubicBezTo>
                    <a:pt x="18401" y="87606"/>
                    <a:pt x="18907" y="86849"/>
                    <a:pt x="19920" y="85336"/>
                  </a:cubicBezTo>
                  <a:cubicBezTo>
                    <a:pt x="22707" y="81301"/>
                    <a:pt x="32079" y="67683"/>
                    <a:pt x="52595" y="67683"/>
                  </a:cubicBezTo>
                  <a:cubicBezTo>
                    <a:pt x="65767" y="67683"/>
                    <a:pt x="72099" y="79284"/>
                    <a:pt x="74125" y="83823"/>
                  </a:cubicBezTo>
                  <a:cubicBezTo>
                    <a:pt x="78178" y="93154"/>
                    <a:pt x="78685" y="102989"/>
                    <a:pt x="78685" y="115598"/>
                  </a:cubicBezTo>
                  <a:cubicBezTo>
                    <a:pt x="78685" y="124425"/>
                    <a:pt x="78685" y="139556"/>
                    <a:pt x="72606" y="150148"/>
                  </a:cubicBezTo>
                  <a:cubicBezTo>
                    <a:pt x="66527" y="159983"/>
                    <a:pt x="57155" y="166540"/>
                    <a:pt x="45503" y="166540"/>
                  </a:cubicBezTo>
                  <a:cubicBezTo>
                    <a:pt x="27013" y="166540"/>
                    <a:pt x="12575" y="153174"/>
                    <a:pt x="8269" y="138295"/>
                  </a:cubicBezTo>
                  <a:cubicBezTo>
                    <a:pt x="9029" y="138547"/>
                    <a:pt x="9789" y="138799"/>
                    <a:pt x="12575" y="138799"/>
                  </a:cubicBezTo>
                  <a:cubicBezTo>
                    <a:pt x="20934" y="138799"/>
                    <a:pt x="25240" y="132495"/>
                    <a:pt x="25240" y="126442"/>
                  </a:cubicBezTo>
                  <a:cubicBezTo>
                    <a:pt x="25240" y="120390"/>
                    <a:pt x="20934" y="114085"/>
                    <a:pt x="12575" y="114085"/>
                  </a:cubicBezTo>
                  <a:cubicBezTo>
                    <a:pt x="9029" y="114085"/>
                    <a:pt x="163" y="115850"/>
                    <a:pt x="163" y="127451"/>
                  </a:cubicBezTo>
                  <a:cubicBezTo>
                    <a:pt x="163" y="149139"/>
                    <a:pt x="17641" y="173601"/>
                    <a:pt x="46010" y="173601"/>
                  </a:cubicBezTo>
                  <a:cubicBezTo>
                    <a:pt x="75392" y="173601"/>
                    <a:pt x="101228" y="149391"/>
                    <a:pt x="101228" y="117364"/>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61" name="Freeform: Shape 5660">
              <a:extLst>
                <a:ext uri="{FF2B5EF4-FFF2-40B4-BE49-F238E27FC236}">
                  <a16:creationId xmlns:a16="http://schemas.microsoft.com/office/drawing/2014/main" id="{256F8136-6142-55DF-F17A-F526EFA7E37E}"/>
                </a:ext>
              </a:extLst>
            </p:cNvPr>
            <p:cNvSpPr/>
            <p:nvPr>
              <p:custDataLst>
                <p:tags r:id="rId116"/>
              </p:custDataLst>
            </p:nvPr>
          </p:nvSpPr>
          <p:spPr>
            <a:xfrm>
              <a:off x="9723577" y="5615880"/>
              <a:ext cx="106636" cy="173502"/>
            </a:xfrm>
            <a:custGeom>
              <a:avLst/>
              <a:gdLst>
                <a:gd name="connsiteX0" fmla="*/ 106805 w 106636"/>
                <a:gd name="connsiteY0" fmla="*/ 87354 h 173502"/>
                <a:gd name="connsiteX1" fmla="*/ 96674 w 106636"/>
                <a:gd name="connsiteY1" fmla="*/ 28342 h 173502"/>
                <a:gd name="connsiteX2" fmla="*/ 53613 w 106636"/>
                <a:gd name="connsiteY2" fmla="*/ 98 h 173502"/>
                <a:gd name="connsiteX3" fmla="*/ 9540 w 106636"/>
                <a:gd name="connsiteY3" fmla="*/ 30108 h 173502"/>
                <a:gd name="connsiteX4" fmla="*/ 168 w 106636"/>
                <a:gd name="connsiteY4" fmla="*/ 87354 h 173502"/>
                <a:gd name="connsiteX5" fmla="*/ 11567 w 106636"/>
                <a:gd name="connsiteY5" fmla="*/ 148130 h 173502"/>
                <a:gd name="connsiteX6" fmla="*/ 53360 w 106636"/>
                <a:gd name="connsiteY6" fmla="*/ 173601 h 173502"/>
                <a:gd name="connsiteX7" fmla="*/ 97433 w 106636"/>
                <a:gd name="connsiteY7" fmla="*/ 144347 h 173502"/>
                <a:gd name="connsiteX8" fmla="*/ 106805 w 106636"/>
                <a:gd name="connsiteY8" fmla="*/ 87354 h 173502"/>
                <a:gd name="connsiteX9" fmla="*/ 53360 w 106636"/>
                <a:gd name="connsiteY9" fmla="*/ 168053 h 173502"/>
                <a:gd name="connsiteX10" fmla="*/ 23978 w 106636"/>
                <a:gd name="connsiteY10" fmla="*/ 137538 h 173502"/>
                <a:gd name="connsiteX11" fmla="*/ 21192 w 106636"/>
                <a:gd name="connsiteY11" fmla="*/ 84327 h 173502"/>
                <a:gd name="connsiteX12" fmla="*/ 23218 w 106636"/>
                <a:gd name="connsiteY12" fmla="*/ 37926 h 173502"/>
                <a:gd name="connsiteX13" fmla="*/ 53360 w 106636"/>
                <a:gd name="connsiteY13" fmla="*/ 5646 h 173502"/>
                <a:gd name="connsiteX14" fmla="*/ 83249 w 106636"/>
                <a:gd name="connsiteY14" fmla="*/ 35151 h 173502"/>
                <a:gd name="connsiteX15" fmla="*/ 85782 w 106636"/>
                <a:gd name="connsiteY15" fmla="*/ 84327 h 173502"/>
                <a:gd name="connsiteX16" fmla="*/ 82996 w 106636"/>
                <a:gd name="connsiteY16" fmla="*/ 136530 h 173502"/>
                <a:gd name="connsiteX17" fmla="*/ 53360 w 106636"/>
                <a:gd name="connsiteY17" fmla="*/ 168053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805" y="87354"/>
                  </a:moveTo>
                  <a:cubicBezTo>
                    <a:pt x="106805" y="67179"/>
                    <a:pt x="105539" y="47004"/>
                    <a:pt x="96674" y="28342"/>
                  </a:cubicBezTo>
                  <a:cubicBezTo>
                    <a:pt x="85022" y="4133"/>
                    <a:pt x="64252" y="98"/>
                    <a:pt x="53613" y="98"/>
                  </a:cubicBezTo>
                  <a:cubicBezTo>
                    <a:pt x="38416" y="98"/>
                    <a:pt x="19925" y="6655"/>
                    <a:pt x="9540" y="30108"/>
                  </a:cubicBezTo>
                  <a:cubicBezTo>
                    <a:pt x="1435" y="47508"/>
                    <a:pt x="168" y="67179"/>
                    <a:pt x="168" y="87354"/>
                  </a:cubicBezTo>
                  <a:cubicBezTo>
                    <a:pt x="168" y="106267"/>
                    <a:pt x="1182" y="128964"/>
                    <a:pt x="11567" y="148130"/>
                  </a:cubicBezTo>
                  <a:cubicBezTo>
                    <a:pt x="22458" y="168557"/>
                    <a:pt x="40949" y="173601"/>
                    <a:pt x="53360" y="173601"/>
                  </a:cubicBezTo>
                  <a:cubicBezTo>
                    <a:pt x="67038" y="173601"/>
                    <a:pt x="86288" y="168305"/>
                    <a:pt x="97433" y="144347"/>
                  </a:cubicBezTo>
                  <a:cubicBezTo>
                    <a:pt x="105539" y="126947"/>
                    <a:pt x="106805" y="107276"/>
                    <a:pt x="106805" y="87354"/>
                  </a:cubicBezTo>
                  <a:close/>
                  <a:moveTo>
                    <a:pt x="53360" y="168053"/>
                  </a:moveTo>
                  <a:cubicBezTo>
                    <a:pt x="43482" y="168053"/>
                    <a:pt x="28537" y="161748"/>
                    <a:pt x="23978" y="137538"/>
                  </a:cubicBezTo>
                  <a:cubicBezTo>
                    <a:pt x="21192" y="122407"/>
                    <a:pt x="21192" y="99206"/>
                    <a:pt x="21192" y="84327"/>
                  </a:cubicBezTo>
                  <a:cubicBezTo>
                    <a:pt x="21192" y="68188"/>
                    <a:pt x="21192" y="51543"/>
                    <a:pt x="23218" y="37926"/>
                  </a:cubicBezTo>
                  <a:cubicBezTo>
                    <a:pt x="28031" y="7916"/>
                    <a:pt x="47028" y="5646"/>
                    <a:pt x="53360" y="5646"/>
                  </a:cubicBezTo>
                  <a:cubicBezTo>
                    <a:pt x="61719" y="5646"/>
                    <a:pt x="78436" y="10185"/>
                    <a:pt x="83249" y="35151"/>
                  </a:cubicBezTo>
                  <a:cubicBezTo>
                    <a:pt x="85782" y="49274"/>
                    <a:pt x="85782" y="68440"/>
                    <a:pt x="85782" y="84327"/>
                  </a:cubicBezTo>
                  <a:cubicBezTo>
                    <a:pt x="85782" y="103241"/>
                    <a:pt x="85782" y="120390"/>
                    <a:pt x="82996" y="136530"/>
                  </a:cubicBezTo>
                  <a:cubicBezTo>
                    <a:pt x="79196" y="160487"/>
                    <a:pt x="64758" y="168053"/>
                    <a:pt x="53360" y="168053"/>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62" name="Freeform: Shape 5661">
              <a:extLst>
                <a:ext uri="{FF2B5EF4-FFF2-40B4-BE49-F238E27FC236}">
                  <a16:creationId xmlns:a16="http://schemas.microsoft.com/office/drawing/2014/main" id="{443FADD1-D08A-1A5A-4668-F59FC412B539}"/>
                </a:ext>
              </a:extLst>
            </p:cNvPr>
            <p:cNvSpPr/>
            <p:nvPr>
              <p:custDataLst>
                <p:tags r:id="rId117"/>
              </p:custDataLst>
            </p:nvPr>
          </p:nvSpPr>
          <p:spPr>
            <a:xfrm>
              <a:off x="9850224" y="5615880"/>
              <a:ext cx="106636" cy="173502"/>
            </a:xfrm>
            <a:custGeom>
              <a:avLst/>
              <a:gdLst>
                <a:gd name="connsiteX0" fmla="*/ 106810 w 106636"/>
                <a:gd name="connsiteY0" fmla="*/ 87354 h 173502"/>
                <a:gd name="connsiteX1" fmla="*/ 96679 w 106636"/>
                <a:gd name="connsiteY1" fmla="*/ 28342 h 173502"/>
                <a:gd name="connsiteX2" fmla="*/ 53618 w 106636"/>
                <a:gd name="connsiteY2" fmla="*/ 98 h 173502"/>
                <a:gd name="connsiteX3" fmla="*/ 9545 w 106636"/>
                <a:gd name="connsiteY3" fmla="*/ 30108 h 173502"/>
                <a:gd name="connsiteX4" fmla="*/ 173 w 106636"/>
                <a:gd name="connsiteY4" fmla="*/ 87354 h 173502"/>
                <a:gd name="connsiteX5" fmla="*/ 11572 w 106636"/>
                <a:gd name="connsiteY5" fmla="*/ 148130 h 173502"/>
                <a:gd name="connsiteX6" fmla="*/ 53365 w 106636"/>
                <a:gd name="connsiteY6" fmla="*/ 173601 h 173502"/>
                <a:gd name="connsiteX7" fmla="*/ 97438 w 106636"/>
                <a:gd name="connsiteY7" fmla="*/ 144347 h 173502"/>
                <a:gd name="connsiteX8" fmla="*/ 106810 w 106636"/>
                <a:gd name="connsiteY8" fmla="*/ 87354 h 173502"/>
                <a:gd name="connsiteX9" fmla="*/ 53365 w 106636"/>
                <a:gd name="connsiteY9" fmla="*/ 168053 h 173502"/>
                <a:gd name="connsiteX10" fmla="*/ 23983 w 106636"/>
                <a:gd name="connsiteY10" fmla="*/ 137538 h 173502"/>
                <a:gd name="connsiteX11" fmla="*/ 21197 w 106636"/>
                <a:gd name="connsiteY11" fmla="*/ 84327 h 173502"/>
                <a:gd name="connsiteX12" fmla="*/ 23223 w 106636"/>
                <a:gd name="connsiteY12" fmla="*/ 37926 h 173502"/>
                <a:gd name="connsiteX13" fmla="*/ 53365 w 106636"/>
                <a:gd name="connsiteY13" fmla="*/ 5646 h 173502"/>
                <a:gd name="connsiteX14" fmla="*/ 83254 w 106636"/>
                <a:gd name="connsiteY14" fmla="*/ 35151 h 173502"/>
                <a:gd name="connsiteX15" fmla="*/ 85787 w 106636"/>
                <a:gd name="connsiteY15" fmla="*/ 84327 h 173502"/>
                <a:gd name="connsiteX16" fmla="*/ 83001 w 106636"/>
                <a:gd name="connsiteY16" fmla="*/ 136530 h 173502"/>
                <a:gd name="connsiteX17" fmla="*/ 53365 w 106636"/>
                <a:gd name="connsiteY17" fmla="*/ 168053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810" y="87354"/>
                  </a:moveTo>
                  <a:cubicBezTo>
                    <a:pt x="106810" y="67179"/>
                    <a:pt x="105544" y="47004"/>
                    <a:pt x="96679" y="28342"/>
                  </a:cubicBezTo>
                  <a:cubicBezTo>
                    <a:pt x="85027" y="4133"/>
                    <a:pt x="64257" y="98"/>
                    <a:pt x="53618" y="98"/>
                  </a:cubicBezTo>
                  <a:cubicBezTo>
                    <a:pt x="38421" y="98"/>
                    <a:pt x="19930" y="6655"/>
                    <a:pt x="9545" y="30108"/>
                  </a:cubicBezTo>
                  <a:cubicBezTo>
                    <a:pt x="1440" y="47508"/>
                    <a:pt x="173" y="67179"/>
                    <a:pt x="173" y="87354"/>
                  </a:cubicBezTo>
                  <a:cubicBezTo>
                    <a:pt x="173" y="106267"/>
                    <a:pt x="1187" y="128964"/>
                    <a:pt x="11572" y="148130"/>
                  </a:cubicBezTo>
                  <a:cubicBezTo>
                    <a:pt x="22463" y="168557"/>
                    <a:pt x="40954" y="173601"/>
                    <a:pt x="53365" y="173601"/>
                  </a:cubicBezTo>
                  <a:cubicBezTo>
                    <a:pt x="67043" y="173601"/>
                    <a:pt x="86293" y="168305"/>
                    <a:pt x="97438" y="144347"/>
                  </a:cubicBezTo>
                  <a:cubicBezTo>
                    <a:pt x="105544" y="126947"/>
                    <a:pt x="106810" y="107276"/>
                    <a:pt x="106810" y="87354"/>
                  </a:cubicBezTo>
                  <a:close/>
                  <a:moveTo>
                    <a:pt x="53365" y="168053"/>
                  </a:moveTo>
                  <a:cubicBezTo>
                    <a:pt x="43487" y="168053"/>
                    <a:pt x="28542" y="161748"/>
                    <a:pt x="23983" y="137538"/>
                  </a:cubicBezTo>
                  <a:cubicBezTo>
                    <a:pt x="21197" y="122407"/>
                    <a:pt x="21197" y="99206"/>
                    <a:pt x="21197" y="84327"/>
                  </a:cubicBezTo>
                  <a:cubicBezTo>
                    <a:pt x="21197" y="68188"/>
                    <a:pt x="21197" y="51543"/>
                    <a:pt x="23223" y="37926"/>
                  </a:cubicBezTo>
                  <a:cubicBezTo>
                    <a:pt x="28036" y="7916"/>
                    <a:pt x="47033" y="5646"/>
                    <a:pt x="53365" y="5646"/>
                  </a:cubicBezTo>
                  <a:cubicBezTo>
                    <a:pt x="61724" y="5646"/>
                    <a:pt x="78441" y="10185"/>
                    <a:pt x="83254" y="35151"/>
                  </a:cubicBezTo>
                  <a:cubicBezTo>
                    <a:pt x="85787" y="49274"/>
                    <a:pt x="85787" y="68440"/>
                    <a:pt x="85787" y="84327"/>
                  </a:cubicBezTo>
                  <a:cubicBezTo>
                    <a:pt x="85787" y="103241"/>
                    <a:pt x="85787" y="120390"/>
                    <a:pt x="83001" y="136530"/>
                  </a:cubicBezTo>
                  <a:cubicBezTo>
                    <a:pt x="79201" y="160487"/>
                    <a:pt x="64763" y="168053"/>
                    <a:pt x="53365" y="168053"/>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63" name="Freeform: Shape 5662">
              <a:extLst>
                <a:ext uri="{FF2B5EF4-FFF2-40B4-BE49-F238E27FC236}">
                  <a16:creationId xmlns:a16="http://schemas.microsoft.com/office/drawing/2014/main" id="{73004CC5-2BA4-B871-8C9C-761783BF0536}"/>
                </a:ext>
              </a:extLst>
            </p:cNvPr>
            <p:cNvSpPr/>
            <p:nvPr>
              <p:custDataLst>
                <p:tags r:id="rId118"/>
              </p:custDataLst>
            </p:nvPr>
          </p:nvSpPr>
          <p:spPr>
            <a:xfrm>
              <a:off x="10113904" y="5572001"/>
              <a:ext cx="10131" cy="302621"/>
            </a:xfrm>
            <a:custGeom>
              <a:avLst/>
              <a:gdLst>
                <a:gd name="connsiteX0" fmla="*/ 0 w 10131"/>
                <a:gd name="connsiteY0" fmla="*/ 0 h 302621"/>
                <a:gd name="connsiteX1" fmla="*/ 10131 w 10131"/>
                <a:gd name="connsiteY1" fmla="*/ 0 h 302621"/>
                <a:gd name="connsiteX2" fmla="*/ 10131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1" y="0"/>
                  </a:lnTo>
                  <a:lnTo>
                    <a:pt x="10131"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64" name="Freeform: Shape 5663">
              <a:extLst>
                <a:ext uri="{FF2B5EF4-FFF2-40B4-BE49-F238E27FC236}">
                  <a16:creationId xmlns:a16="http://schemas.microsoft.com/office/drawing/2014/main" id="{87C05F2E-95A2-660E-6C59-4AE8670D6BE5}"/>
                </a:ext>
              </a:extLst>
            </p:cNvPr>
            <p:cNvSpPr/>
            <p:nvPr>
              <p:custDataLst>
                <p:tags r:id="rId119"/>
              </p:custDataLst>
            </p:nvPr>
          </p:nvSpPr>
          <p:spPr>
            <a:xfrm>
              <a:off x="10294194" y="5615880"/>
              <a:ext cx="83587" cy="167954"/>
            </a:xfrm>
            <a:custGeom>
              <a:avLst/>
              <a:gdLst>
                <a:gd name="connsiteX0" fmla="*/ 52116 w 83587"/>
                <a:gd name="connsiteY0" fmla="*/ 6655 h 167954"/>
                <a:gd name="connsiteX1" fmla="*/ 46290 w 83587"/>
                <a:gd name="connsiteY1" fmla="*/ 98 h 167954"/>
                <a:gd name="connsiteX2" fmla="*/ 190 w 83587"/>
                <a:gd name="connsiteY2" fmla="*/ 16238 h 167954"/>
                <a:gd name="connsiteX3" fmla="*/ 190 w 83587"/>
                <a:gd name="connsiteY3" fmla="*/ 24055 h 167954"/>
                <a:gd name="connsiteX4" fmla="*/ 33372 w 83587"/>
                <a:gd name="connsiteY4" fmla="*/ 17499 h 167954"/>
                <a:gd name="connsiteX5" fmla="*/ 33372 w 83587"/>
                <a:gd name="connsiteY5" fmla="*/ 148130 h 167954"/>
                <a:gd name="connsiteX6" fmla="*/ 9816 w 83587"/>
                <a:gd name="connsiteY6" fmla="*/ 160235 h 167954"/>
                <a:gd name="connsiteX7" fmla="*/ 1710 w 83587"/>
                <a:gd name="connsiteY7" fmla="*/ 160235 h 167954"/>
                <a:gd name="connsiteX8" fmla="*/ 1710 w 83587"/>
                <a:gd name="connsiteY8" fmla="*/ 168053 h 167954"/>
                <a:gd name="connsiteX9" fmla="*/ 42744 w 83587"/>
                <a:gd name="connsiteY9" fmla="*/ 167296 h 167954"/>
                <a:gd name="connsiteX10" fmla="*/ 83777 w 83587"/>
                <a:gd name="connsiteY10" fmla="*/ 168053 h 167954"/>
                <a:gd name="connsiteX11" fmla="*/ 83777 w 83587"/>
                <a:gd name="connsiteY11" fmla="*/ 160235 h 167954"/>
                <a:gd name="connsiteX12" fmla="*/ 75672 w 83587"/>
                <a:gd name="connsiteY12" fmla="*/ 160235 h 167954"/>
                <a:gd name="connsiteX13" fmla="*/ 52116 w 83587"/>
                <a:gd name="connsiteY13" fmla="*/ 148130 h 167954"/>
                <a:gd name="connsiteX14" fmla="*/ 52116 w 83587"/>
                <a:gd name="connsiteY14" fmla="*/ 6655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116" y="6655"/>
                  </a:moveTo>
                  <a:cubicBezTo>
                    <a:pt x="52116" y="602"/>
                    <a:pt x="52116" y="98"/>
                    <a:pt x="46290" y="98"/>
                  </a:cubicBezTo>
                  <a:cubicBezTo>
                    <a:pt x="30586" y="16238"/>
                    <a:pt x="8296" y="16238"/>
                    <a:pt x="190" y="16238"/>
                  </a:cubicBezTo>
                  <a:lnTo>
                    <a:pt x="190" y="24055"/>
                  </a:lnTo>
                  <a:cubicBezTo>
                    <a:pt x="5256" y="24055"/>
                    <a:pt x="20201" y="24055"/>
                    <a:pt x="33372" y="17499"/>
                  </a:cubicBezTo>
                  <a:lnTo>
                    <a:pt x="33372" y="148130"/>
                  </a:lnTo>
                  <a:cubicBezTo>
                    <a:pt x="33372" y="157209"/>
                    <a:pt x="32612" y="160235"/>
                    <a:pt x="9816" y="160235"/>
                  </a:cubicBezTo>
                  <a:lnTo>
                    <a:pt x="1710" y="160235"/>
                  </a:lnTo>
                  <a:lnTo>
                    <a:pt x="1710" y="168053"/>
                  </a:lnTo>
                  <a:cubicBezTo>
                    <a:pt x="10575" y="167296"/>
                    <a:pt x="32612" y="167296"/>
                    <a:pt x="42744" y="167296"/>
                  </a:cubicBezTo>
                  <a:cubicBezTo>
                    <a:pt x="52876" y="167296"/>
                    <a:pt x="74912" y="167296"/>
                    <a:pt x="83777" y="168053"/>
                  </a:cubicBezTo>
                  <a:lnTo>
                    <a:pt x="83777" y="160235"/>
                  </a:lnTo>
                  <a:lnTo>
                    <a:pt x="75672" y="160235"/>
                  </a:lnTo>
                  <a:cubicBezTo>
                    <a:pt x="52876" y="160235"/>
                    <a:pt x="52116" y="157461"/>
                    <a:pt x="52116" y="148130"/>
                  </a:cubicBezTo>
                  <a:lnTo>
                    <a:pt x="52116" y="6655"/>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79" name="Freeform: Shape 5678">
              <a:extLst>
                <a:ext uri="{FF2B5EF4-FFF2-40B4-BE49-F238E27FC236}">
                  <a16:creationId xmlns:a16="http://schemas.microsoft.com/office/drawing/2014/main" id="{85107E04-91FA-5395-8269-864A2527AA98}"/>
                </a:ext>
              </a:extLst>
            </p:cNvPr>
            <p:cNvSpPr/>
            <p:nvPr>
              <p:custDataLst>
                <p:tags r:id="rId120"/>
              </p:custDataLst>
            </p:nvPr>
          </p:nvSpPr>
          <p:spPr>
            <a:xfrm>
              <a:off x="10420081" y="5757103"/>
              <a:ext cx="26849" cy="26731"/>
            </a:xfrm>
            <a:custGeom>
              <a:avLst/>
              <a:gdLst>
                <a:gd name="connsiteX0" fmla="*/ 27045 w 26849"/>
                <a:gd name="connsiteY0" fmla="*/ 13464 h 26731"/>
                <a:gd name="connsiteX1" fmla="*/ 13620 w 26849"/>
                <a:gd name="connsiteY1" fmla="*/ 98 h 26731"/>
                <a:gd name="connsiteX2" fmla="*/ 195 w 26849"/>
                <a:gd name="connsiteY2" fmla="*/ 13464 h 26731"/>
                <a:gd name="connsiteX3" fmla="*/ 13620 w 26849"/>
                <a:gd name="connsiteY3" fmla="*/ 26829 h 26731"/>
                <a:gd name="connsiteX4" fmla="*/ 27045 w 26849"/>
                <a:gd name="connsiteY4" fmla="*/ 13464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45" y="13464"/>
                  </a:moveTo>
                  <a:cubicBezTo>
                    <a:pt x="27045" y="6150"/>
                    <a:pt x="20965" y="98"/>
                    <a:pt x="13620" y="98"/>
                  </a:cubicBezTo>
                  <a:cubicBezTo>
                    <a:pt x="6274" y="98"/>
                    <a:pt x="195" y="6150"/>
                    <a:pt x="195" y="13464"/>
                  </a:cubicBezTo>
                  <a:cubicBezTo>
                    <a:pt x="195" y="20777"/>
                    <a:pt x="6274" y="26829"/>
                    <a:pt x="13620" y="26829"/>
                  </a:cubicBezTo>
                  <a:cubicBezTo>
                    <a:pt x="20965" y="26829"/>
                    <a:pt x="27045" y="20777"/>
                    <a:pt x="27045" y="13464"/>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80" name="Freeform: Shape 5679">
              <a:extLst>
                <a:ext uri="{FF2B5EF4-FFF2-40B4-BE49-F238E27FC236}">
                  <a16:creationId xmlns:a16="http://schemas.microsoft.com/office/drawing/2014/main" id="{B547A486-74A4-B1A1-EE21-4B6825CFFFBA}"/>
                </a:ext>
              </a:extLst>
            </p:cNvPr>
            <p:cNvSpPr/>
            <p:nvPr>
              <p:custDataLst>
                <p:tags r:id="rId121"/>
              </p:custDataLst>
            </p:nvPr>
          </p:nvSpPr>
          <p:spPr>
            <a:xfrm>
              <a:off x="10478536" y="5615880"/>
              <a:ext cx="106636" cy="173502"/>
            </a:xfrm>
            <a:custGeom>
              <a:avLst/>
              <a:gdLst>
                <a:gd name="connsiteX0" fmla="*/ 106835 w 106636"/>
                <a:gd name="connsiteY0" fmla="*/ 87354 h 173502"/>
                <a:gd name="connsiteX1" fmla="*/ 96703 w 106636"/>
                <a:gd name="connsiteY1" fmla="*/ 28342 h 173502"/>
                <a:gd name="connsiteX2" fmla="*/ 53643 w 106636"/>
                <a:gd name="connsiteY2" fmla="*/ 98 h 173502"/>
                <a:gd name="connsiteX3" fmla="*/ 9570 w 106636"/>
                <a:gd name="connsiteY3" fmla="*/ 30108 h 173502"/>
                <a:gd name="connsiteX4" fmla="*/ 198 w 106636"/>
                <a:gd name="connsiteY4" fmla="*/ 87354 h 173502"/>
                <a:gd name="connsiteX5" fmla="*/ 11596 w 106636"/>
                <a:gd name="connsiteY5" fmla="*/ 148130 h 173502"/>
                <a:gd name="connsiteX6" fmla="*/ 53390 w 106636"/>
                <a:gd name="connsiteY6" fmla="*/ 173601 h 173502"/>
                <a:gd name="connsiteX7" fmla="*/ 97463 w 106636"/>
                <a:gd name="connsiteY7" fmla="*/ 144347 h 173502"/>
                <a:gd name="connsiteX8" fmla="*/ 106835 w 106636"/>
                <a:gd name="connsiteY8" fmla="*/ 87354 h 173502"/>
                <a:gd name="connsiteX9" fmla="*/ 53390 w 106636"/>
                <a:gd name="connsiteY9" fmla="*/ 168053 h 173502"/>
                <a:gd name="connsiteX10" fmla="*/ 24008 w 106636"/>
                <a:gd name="connsiteY10" fmla="*/ 137538 h 173502"/>
                <a:gd name="connsiteX11" fmla="*/ 21222 w 106636"/>
                <a:gd name="connsiteY11" fmla="*/ 84327 h 173502"/>
                <a:gd name="connsiteX12" fmla="*/ 23248 w 106636"/>
                <a:gd name="connsiteY12" fmla="*/ 37926 h 173502"/>
                <a:gd name="connsiteX13" fmla="*/ 53390 w 106636"/>
                <a:gd name="connsiteY13" fmla="*/ 5646 h 173502"/>
                <a:gd name="connsiteX14" fmla="*/ 83279 w 106636"/>
                <a:gd name="connsiteY14" fmla="*/ 35151 h 173502"/>
                <a:gd name="connsiteX15" fmla="*/ 85812 w 106636"/>
                <a:gd name="connsiteY15" fmla="*/ 84327 h 173502"/>
                <a:gd name="connsiteX16" fmla="*/ 83025 w 106636"/>
                <a:gd name="connsiteY16" fmla="*/ 136530 h 173502"/>
                <a:gd name="connsiteX17" fmla="*/ 53390 w 106636"/>
                <a:gd name="connsiteY17" fmla="*/ 168053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835" y="87354"/>
                  </a:moveTo>
                  <a:cubicBezTo>
                    <a:pt x="106835" y="67179"/>
                    <a:pt x="105569" y="47004"/>
                    <a:pt x="96703" y="28342"/>
                  </a:cubicBezTo>
                  <a:cubicBezTo>
                    <a:pt x="85052" y="4133"/>
                    <a:pt x="64282" y="98"/>
                    <a:pt x="53643" y="98"/>
                  </a:cubicBezTo>
                  <a:cubicBezTo>
                    <a:pt x="38446" y="98"/>
                    <a:pt x="19955" y="6655"/>
                    <a:pt x="9570" y="30108"/>
                  </a:cubicBezTo>
                  <a:cubicBezTo>
                    <a:pt x="1465" y="47508"/>
                    <a:pt x="198" y="67179"/>
                    <a:pt x="198" y="87354"/>
                  </a:cubicBezTo>
                  <a:cubicBezTo>
                    <a:pt x="198" y="106267"/>
                    <a:pt x="1211" y="128964"/>
                    <a:pt x="11596" y="148130"/>
                  </a:cubicBezTo>
                  <a:cubicBezTo>
                    <a:pt x="22488" y="168557"/>
                    <a:pt x="40978" y="173601"/>
                    <a:pt x="53390" y="173601"/>
                  </a:cubicBezTo>
                  <a:cubicBezTo>
                    <a:pt x="67068" y="173601"/>
                    <a:pt x="86318" y="168305"/>
                    <a:pt x="97463" y="144347"/>
                  </a:cubicBezTo>
                  <a:cubicBezTo>
                    <a:pt x="105569" y="126947"/>
                    <a:pt x="106835" y="107276"/>
                    <a:pt x="106835" y="87354"/>
                  </a:cubicBezTo>
                  <a:close/>
                  <a:moveTo>
                    <a:pt x="53390" y="168053"/>
                  </a:moveTo>
                  <a:cubicBezTo>
                    <a:pt x="43511" y="168053"/>
                    <a:pt x="28567" y="161748"/>
                    <a:pt x="24008" y="137538"/>
                  </a:cubicBezTo>
                  <a:cubicBezTo>
                    <a:pt x="21222" y="122407"/>
                    <a:pt x="21222" y="99206"/>
                    <a:pt x="21222" y="84327"/>
                  </a:cubicBezTo>
                  <a:cubicBezTo>
                    <a:pt x="21222" y="68188"/>
                    <a:pt x="21222" y="51543"/>
                    <a:pt x="23248" y="37926"/>
                  </a:cubicBezTo>
                  <a:cubicBezTo>
                    <a:pt x="28060" y="7916"/>
                    <a:pt x="47058" y="5646"/>
                    <a:pt x="53390" y="5646"/>
                  </a:cubicBezTo>
                  <a:cubicBezTo>
                    <a:pt x="61749" y="5646"/>
                    <a:pt x="78466" y="10185"/>
                    <a:pt x="83279" y="35151"/>
                  </a:cubicBezTo>
                  <a:cubicBezTo>
                    <a:pt x="85812" y="49274"/>
                    <a:pt x="85812" y="68440"/>
                    <a:pt x="85812" y="84327"/>
                  </a:cubicBezTo>
                  <a:cubicBezTo>
                    <a:pt x="85812" y="103241"/>
                    <a:pt x="85812" y="120390"/>
                    <a:pt x="83025" y="136530"/>
                  </a:cubicBezTo>
                  <a:cubicBezTo>
                    <a:pt x="79226" y="160487"/>
                    <a:pt x="64788" y="168053"/>
                    <a:pt x="53390" y="168053"/>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81" name="Freeform: Shape 5680">
              <a:extLst>
                <a:ext uri="{FF2B5EF4-FFF2-40B4-BE49-F238E27FC236}">
                  <a16:creationId xmlns:a16="http://schemas.microsoft.com/office/drawing/2014/main" id="{883A552D-743E-472F-3375-A059BBEC556F}"/>
                </a:ext>
              </a:extLst>
            </p:cNvPr>
            <p:cNvSpPr/>
            <p:nvPr>
              <p:custDataLst>
                <p:tags r:id="rId122"/>
              </p:custDataLst>
            </p:nvPr>
          </p:nvSpPr>
          <p:spPr>
            <a:xfrm>
              <a:off x="10605184" y="5615880"/>
              <a:ext cx="106636" cy="173502"/>
            </a:xfrm>
            <a:custGeom>
              <a:avLst/>
              <a:gdLst>
                <a:gd name="connsiteX0" fmla="*/ 106840 w 106636"/>
                <a:gd name="connsiteY0" fmla="*/ 87354 h 173502"/>
                <a:gd name="connsiteX1" fmla="*/ 96708 w 106636"/>
                <a:gd name="connsiteY1" fmla="*/ 28342 h 173502"/>
                <a:gd name="connsiteX2" fmla="*/ 53648 w 106636"/>
                <a:gd name="connsiteY2" fmla="*/ 98 h 173502"/>
                <a:gd name="connsiteX3" fmla="*/ 9575 w 106636"/>
                <a:gd name="connsiteY3" fmla="*/ 30108 h 173502"/>
                <a:gd name="connsiteX4" fmla="*/ 203 w 106636"/>
                <a:gd name="connsiteY4" fmla="*/ 87354 h 173502"/>
                <a:gd name="connsiteX5" fmla="*/ 11601 w 106636"/>
                <a:gd name="connsiteY5" fmla="*/ 148130 h 173502"/>
                <a:gd name="connsiteX6" fmla="*/ 53395 w 106636"/>
                <a:gd name="connsiteY6" fmla="*/ 173601 h 173502"/>
                <a:gd name="connsiteX7" fmla="*/ 97468 w 106636"/>
                <a:gd name="connsiteY7" fmla="*/ 144347 h 173502"/>
                <a:gd name="connsiteX8" fmla="*/ 106840 w 106636"/>
                <a:gd name="connsiteY8" fmla="*/ 87354 h 173502"/>
                <a:gd name="connsiteX9" fmla="*/ 53395 w 106636"/>
                <a:gd name="connsiteY9" fmla="*/ 168053 h 173502"/>
                <a:gd name="connsiteX10" fmla="*/ 24013 w 106636"/>
                <a:gd name="connsiteY10" fmla="*/ 137538 h 173502"/>
                <a:gd name="connsiteX11" fmla="*/ 21226 w 106636"/>
                <a:gd name="connsiteY11" fmla="*/ 84327 h 173502"/>
                <a:gd name="connsiteX12" fmla="*/ 23253 w 106636"/>
                <a:gd name="connsiteY12" fmla="*/ 37926 h 173502"/>
                <a:gd name="connsiteX13" fmla="*/ 53395 w 106636"/>
                <a:gd name="connsiteY13" fmla="*/ 5646 h 173502"/>
                <a:gd name="connsiteX14" fmla="*/ 83284 w 106636"/>
                <a:gd name="connsiteY14" fmla="*/ 35151 h 173502"/>
                <a:gd name="connsiteX15" fmla="*/ 85817 w 106636"/>
                <a:gd name="connsiteY15" fmla="*/ 84327 h 173502"/>
                <a:gd name="connsiteX16" fmla="*/ 83030 w 106636"/>
                <a:gd name="connsiteY16" fmla="*/ 136530 h 173502"/>
                <a:gd name="connsiteX17" fmla="*/ 53395 w 106636"/>
                <a:gd name="connsiteY17" fmla="*/ 168053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840" y="87354"/>
                  </a:moveTo>
                  <a:cubicBezTo>
                    <a:pt x="106840" y="67179"/>
                    <a:pt x="105574" y="47004"/>
                    <a:pt x="96708" y="28342"/>
                  </a:cubicBezTo>
                  <a:cubicBezTo>
                    <a:pt x="85057" y="4133"/>
                    <a:pt x="64287" y="98"/>
                    <a:pt x="53648" y="98"/>
                  </a:cubicBezTo>
                  <a:cubicBezTo>
                    <a:pt x="38451" y="98"/>
                    <a:pt x="19960" y="6655"/>
                    <a:pt x="9575" y="30108"/>
                  </a:cubicBezTo>
                  <a:cubicBezTo>
                    <a:pt x="1470" y="47508"/>
                    <a:pt x="203" y="67179"/>
                    <a:pt x="203" y="87354"/>
                  </a:cubicBezTo>
                  <a:cubicBezTo>
                    <a:pt x="203" y="106267"/>
                    <a:pt x="1216" y="128964"/>
                    <a:pt x="11601" y="148130"/>
                  </a:cubicBezTo>
                  <a:cubicBezTo>
                    <a:pt x="22493" y="168557"/>
                    <a:pt x="40983" y="173601"/>
                    <a:pt x="53395" y="173601"/>
                  </a:cubicBezTo>
                  <a:cubicBezTo>
                    <a:pt x="67073" y="173601"/>
                    <a:pt x="86323" y="168305"/>
                    <a:pt x="97468" y="144347"/>
                  </a:cubicBezTo>
                  <a:cubicBezTo>
                    <a:pt x="105574" y="126947"/>
                    <a:pt x="106840" y="107276"/>
                    <a:pt x="106840" y="87354"/>
                  </a:cubicBezTo>
                  <a:close/>
                  <a:moveTo>
                    <a:pt x="53395" y="168053"/>
                  </a:moveTo>
                  <a:cubicBezTo>
                    <a:pt x="43516" y="168053"/>
                    <a:pt x="28572" y="161748"/>
                    <a:pt x="24013" y="137538"/>
                  </a:cubicBezTo>
                  <a:cubicBezTo>
                    <a:pt x="21226" y="122407"/>
                    <a:pt x="21226" y="99206"/>
                    <a:pt x="21226" y="84327"/>
                  </a:cubicBezTo>
                  <a:cubicBezTo>
                    <a:pt x="21226" y="68188"/>
                    <a:pt x="21226" y="51543"/>
                    <a:pt x="23253" y="37926"/>
                  </a:cubicBezTo>
                  <a:cubicBezTo>
                    <a:pt x="28065" y="7916"/>
                    <a:pt x="47063" y="5646"/>
                    <a:pt x="53395" y="5646"/>
                  </a:cubicBezTo>
                  <a:cubicBezTo>
                    <a:pt x="61754" y="5646"/>
                    <a:pt x="78471" y="10185"/>
                    <a:pt x="83284" y="35151"/>
                  </a:cubicBezTo>
                  <a:cubicBezTo>
                    <a:pt x="85817" y="49274"/>
                    <a:pt x="85817" y="68440"/>
                    <a:pt x="85817" y="84327"/>
                  </a:cubicBezTo>
                  <a:cubicBezTo>
                    <a:pt x="85817" y="103241"/>
                    <a:pt x="85817" y="120390"/>
                    <a:pt x="83030" y="136530"/>
                  </a:cubicBezTo>
                  <a:cubicBezTo>
                    <a:pt x="79231" y="160487"/>
                    <a:pt x="64793" y="168053"/>
                    <a:pt x="53395" y="168053"/>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82" name="Freeform: Shape 5681">
              <a:extLst>
                <a:ext uri="{FF2B5EF4-FFF2-40B4-BE49-F238E27FC236}">
                  <a16:creationId xmlns:a16="http://schemas.microsoft.com/office/drawing/2014/main" id="{686D292B-66CB-8FE4-E1B8-E5E35E523C0C}"/>
                </a:ext>
              </a:extLst>
            </p:cNvPr>
            <p:cNvSpPr/>
            <p:nvPr>
              <p:custDataLst>
                <p:tags r:id="rId123"/>
              </p:custDataLst>
            </p:nvPr>
          </p:nvSpPr>
          <p:spPr>
            <a:xfrm>
              <a:off x="10731832" y="5615880"/>
              <a:ext cx="106636" cy="173502"/>
            </a:xfrm>
            <a:custGeom>
              <a:avLst/>
              <a:gdLst>
                <a:gd name="connsiteX0" fmla="*/ 106845 w 106636"/>
                <a:gd name="connsiteY0" fmla="*/ 87354 h 173502"/>
                <a:gd name="connsiteX1" fmla="*/ 96713 w 106636"/>
                <a:gd name="connsiteY1" fmla="*/ 28342 h 173502"/>
                <a:gd name="connsiteX2" fmla="*/ 53653 w 106636"/>
                <a:gd name="connsiteY2" fmla="*/ 98 h 173502"/>
                <a:gd name="connsiteX3" fmla="*/ 9580 w 106636"/>
                <a:gd name="connsiteY3" fmla="*/ 30108 h 173502"/>
                <a:gd name="connsiteX4" fmla="*/ 208 w 106636"/>
                <a:gd name="connsiteY4" fmla="*/ 87354 h 173502"/>
                <a:gd name="connsiteX5" fmla="*/ 11606 w 106636"/>
                <a:gd name="connsiteY5" fmla="*/ 148130 h 173502"/>
                <a:gd name="connsiteX6" fmla="*/ 53400 w 106636"/>
                <a:gd name="connsiteY6" fmla="*/ 173601 h 173502"/>
                <a:gd name="connsiteX7" fmla="*/ 97473 w 106636"/>
                <a:gd name="connsiteY7" fmla="*/ 144347 h 173502"/>
                <a:gd name="connsiteX8" fmla="*/ 106845 w 106636"/>
                <a:gd name="connsiteY8" fmla="*/ 87354 h 173502"/>
                <a:gd name="connsiteX9" fmla="*/ 53400 w 106636"/>
                <a:gd name="connsiteY9" fmla="*/ 168053 h 173502"/>
                <a:gd name="connsiteX10" fmla="*/ 24018 w 106636"/>
                <a:gd name="connsiteY10" fmla="*/ 137538 h 173502"/>
                <a:gd name="connsiteX11" fmla="*/ 21231 w 106636"/>
                <a:gd name="connsiteY11" fmla="*/ 84327 h 173502"/>
                <a:gd name="connsiteX12" fmla="*/ 23258 w 106636"/>
                <a:gd name="connsiteY12" fmla="*/ 37926 h 173502"/>
                <a:gd name="connsiteX13" fmla="*/ 53400 w 106636"/>
                <a:gd name="connsiteY13" fmla="*/ 5646 h 173502"/>
                <a:gd name="connsiteX14" fmla="*/ 83289 w 106636"/>
                <a:gd name="connsiteY14" fmla="*/ 35151 h 173502"/>
                <a:gd name="connsiteX15" fmla="*/ 85822 w 106636"/>
                <a:gd name="connsiteY15" fmla="*/ 84327 h 173502"/>
                <a:gd name="connsiteX16" fmla="*/ 83035 w 106636"/>
                <a:gd name="connsiteY16" fmla="*/ 136530 h 173502"/>
                <a:gd name="connsiteX17" fmla="*/ 53400 w 106636"/>
                <a:gd name="connsiteY17" fmla="*/ 168053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845" y="87354"/>
                  </a:moveTo>
                  <a:cubicBezTo>
                    <a:pt x="106845" y="67179"/>
                    <a:pt x="105578" y="47004"/>
                    <a:pt x="96713" y="28342"/>
                  </a:cubicBezTo>
                  <a:cubicBezTo>
                    <a:pt x="85062" y="4133"/>
                    <a:pt x="64292" y="98"/>
                    <a:pt x="53653" y="98"/>
                  </a:cubicBezTo>
                  <a:cubicBezTo>
                    <a:pt x="38455" y="98"/>
                    <a:pt x="19965" y="6655"/>
                    <a:pt x="9580" y="30108"/>
                  </a:cubicBezTo>
                  <a:cubicBezTo>
                    <a:pt x="1475" y="47508"/>
                    <a:pt x="208" y="67179"/>
                    <a:pt x="208" y="87354"/>
                  </a:cubicBezTo>
                  <a:cubicBezTo>
                    <a:pt x="208" y="106267"/>
                    <a:pt x="1221" y="128964"/>
                    <a:pt x="11606" y="148130"/>
                  </a:cubicBezTo>
                  <a:cubicBezTo>
                    <a:pt x="22498" y="168557"/>
                    <a:pt x="40988" y="173601"/>
                    <a:pt x="53400" y="173601"/>
                  </a:cubicBezTo>
                  <a:cubicBezTo>
                    <a:pt x="67078" y="173601"/>
                    <a:pt x="86328" y="168305"/>
                    <a:pt x="97473" y="144347"/>
                  </a:cubicBezTo>
                  <a:cubicBezTo>
                    <a:pt x="105578" y="126947"/>
                    <a:pt x="106845" y="107276"/>
                    <a:pt x="106845" y="87354"/>
                  </a:cubicBezTo>
                  <a:close/>
                  <a:moveTo>
                    <a:pt x="53400" y="168053"/>
                  </a:moveTo>
                  <a:cubicBezTo>
                    <a:pt x="43521" y="168053"/>
                    <a:pt x="28577" y="161748"/>
                    <a:pt x="24018" y="137538"/>
                  </a:cubicBezTo>
                  <a:cubicBezTo>
                    <a:pt x="21231" y="122407"/>
                    <a:pt x="21231" y="99206"/>
                    <a:pt x="21231" y="84327"/>
                  </a:cubicBezTo>
                  <a:cubicBezTo>
                    <a:pt x="21231" y="68188"/>
                    <a:pt x="21231" y="51543"/>
                    <a:pt x="23258" y="37926"/>
                  </a:cubicBezTo>
                  <a:cubicBezTo>
                    <a:pt x="28070" y="7916"/>
                    <a:pt x="47067" y="5646"/>
                    <a:pt x="53400" y="5646"/>
                  </a:cubicBezTo>
                  <a:cubicBezTo>
                    <a:pt x="61759" y="5646"/>
                    <a:pt x="78476" y="10185"/>
                    <a:pt x="83289" y="35151"/>
                  </a:cubicBezTo>
                  <a:cubicBezTo>
                    <a:pt x="85822" y="49274"/>
                    <a:pt x="85822" y="68440"/>
                    <a:pt x="85822" y="84327"/>
                  </a:cubicBezTo>
                  <a:cubicBezTo>
                    <a:pt x="85822" y="103241"/>
                    <a:pt x="85822" y="120390"/>
                    <a:pt x="83035" y="136530"/>
                  </a:cubicBezTo>
                  <a:cubicBezTo>
                    <a:pt x="79236" y="160487"/>
                    <a:pt x="64798" y="168053"/>
                    <a:pt x="53400" y="168053"/>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83" name="Freeform: Shape 5682">
              <a:extLst>
                <a:ext uri="{FF2B5EF4-FFF2-40B4-BE49-F238E27FC236}">
                  <a16:creationId xmlns:a16="http://schemas.microsoft.com/office/drawing/2014/main" id="{A98589F5-6D91-8D6C-9429-E82B4DF4A9EC}"/>
                </a:ext>
              </a:extLst>
            </p:cNvPr>
            <p:cNvSpPr/>
            <p:nvPr>
              <p:custDataLst>
                <p:tags r:id="rId124"/>
              </p:custDataLst>
            </p:nvPr>
          </p:nvSpPr>
          <p:spPr>
            <a:xfrm>
              <a:off x="10996215" y="5572001"/>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84" name="Freeform: Shape 5683">
              <a:extLst>
                <a:ext uri="{FF2B5EF4-FFF2-40B4-BE49-F238E27FC236}">
                  <a16:creationId xmlns:a16="http://schemas.microsoft.com/office/drawing/2014/main" id="{BFCA8FFA-6431-22B6-4E61-A47925DA7F3A}"/>
                </a:ext>
              </a:extLst>
            </p:cNvPr>
            <p:cNvSpPr/>
            <p:nvPr>
              <p:custDataLst>
                <p:tags r:id="rId125"/>
              </p:custDataLst>
            </p:nvPr>
          </p:nvSpPr>
          <p:spPr>
            <a:xfrm>
              <a:off x="11382393" y="5615880"/>
              <a:ext cx="106636" cy="173502"/>
            </a:xfrm>
            <a:custGeom>
              <a:avLst/>
              <a:gdLst>
                <a:gd name="connsiteX0" fmla="*/ 106871 w 106636"/>
                <a:gd name="connsiteY0" fmla="*/ 87354 h 173502"/>
                <a:gd name="connsiteX1" fmla="*/ 96739 w 106636"/>
                <a:gd name="connsiteY1" fmla="*/ 28342 h 173502"/>
                <a:gd name="connsiteX2" fmla="*/ 53679 w 106636"/>
                <a:gd name="connsiteY2" fmla="*/ 98 h 173502"/>
                <a:gd name="connsiteX3" fmla="*/ 9606 w 106636"/>
                <a:gd name="connsiteY3" fmla="*/ 30108 h 173502"/>
                <a:gd name="connsiteX4" fmla="*/ 234 w 106636"/>
                <a:gd name="connsiteY4" fmla="*/ 87354 h 173502"/>
                <a:gd name="connsiteX5" fmla="*/ 11632 w 106636"/>
                <a:gd name="connsiteY5" fmla="*/ 148130 h 173502"/>
                <a:gd name="connsiteX6" fmla="*/ 53425 w 106636"/>
                <a:gd name="connsiteY6" fmla="*/ 173601 h 173502"/>
                <a:gd name="connsiteX7" fmla="*/ 97499 w 106636"/>
                <a:gd name="connsiteY7" fmla="*/ 144347 h 173502"/>
                <a:gd name="connsiteX8" fmla="*/ 106871 w 106636"/>
                <a:gd name="connsiteY8" fmla="*/ 87354 h 173502"/>
                <a:gd name="connsiteX9" fmla="*/ 53425 w 106636"/>
                <a:gd name="connsiteY9" fmla="*/ 168053 h 173502"/>
                <a:gd name="connsiteX10" fmla="*/ 24043 w 106636"/>
                <a:gd name="connsiteY10" fmla="*/ 137538 h 173502"/>
                <a:gd name="connsiteX11" fmla="*/ 21257 w 106636"/>
                <a:gd name="connsiteY11" fmla="*/ 84327 h 173502"/>
                <a:gd name="connsiteX12" fmla="*/ 23283 w 106636"/>
                <a:gd name="connsiteY12" fmla="*/ 37926 h 173502"/>
                <a:gd name="connsiteX13" fmla="*/ 53425 w 106636"/>
                <a:gd name="connsiteY13" fmla="*/ 5646 h 173502"/>
                <a:gd name="connsiteX14" fmla="*/ 83314 w 106636"/>
                <a:gd name="connsiteY14" fmla="*/ 35151 h 173502"/>
                <a:gd name="connsiteX15" fmla="*/ 85847 w 106636"/>
                <a:gd name="connsiteY15" fmla="*/ 84327 h 173502"/>
                <a:gd name="connsiteX16" fmla="*/ 83061 w 106636"/>
                <a:gd name="connsiteY16" fmla="*/ 136530 h 173502"/>
                <a:gd name="connsiteX17" fmla="*/ 53425 w 106636"/>
                <a:gd name="connsiteY17" fmla="*/ 168053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871" y="87354"/>
                  </a:moveTo>
                  <a:cubicBezTo>
                    <a:pt x="106871" y="67179"/>
                    <a:pt x="105604" y="47004"/>
                    <a:pt x="96739" y="28342"/>
                  </a:cubicBezTo>
                  <a:cubicBezTo>
                    <a:pt x="85087" y="4133"/>
                    <a:pt x="64317" y="98"/>
                    <a:pt x="53679" y="98"/>
                  </a:cubicBezTo>
                  <a:cubicBezTo>
                    <a:pt x="38481" y="98"/>
                    <a:pt x="19991" y="6655"/>
                    <a:pt x="9606" y="30108"/>
                  </a:cubicBezTo>
                  <a:cubicBezTo>
                    <a:pt x="1500" y="47508"/>
                    <a:pt x="234" y="67179"/>
                    <a:pt x="234" y="87354"/>
                  </a:cubicBezTo>
                  <a:cubicBezTo>
                    <a:pt x="234" y="106267"/>
                    <a:pt x="1247" y="128964"/>
                    <a:pt x="11632" y="148130"/>
                  </a:cubicBezTo>
                  <a:cubicBezTo>
                    <a:pt x="22524" y="168557"/>
                    <a:pt x="41014" y="173601"/>
                    <a:pt x="53425" y="173601"/>
                  </a:cubicBezTo>
                  <a:cubicBezTo>
                    <a:pt x="67103" y="173601"/>
                    <a:pt x="86354" y="168305"/>
                    <a:pt x="97499" y="144347"/>
                  </a:cubicBezTo>
                  <a:cubicBezTo>
                    <a:pt x="105604" y="126947"/>
                    <a:pt x="106871" y="107276"/>
                    <a:pt x="106871" y="87354"/>
                  </a:cubicBezTo>
                  <a:close/>
                  <a:moveTo>
                    <a:pt x="53425" y="168053"/>
                  </a:moveTo>
                  <a:cubicBezTo>
                    <a:pt x="43547" y="168053"/>
                    <a:pt x="28603" y="161748"/>
                    <a:pt x="24043" y="137538"/>
                  </a:cubicBezTo>
                  <a:cubicBezTo>
                    <a:pt x="21257" y="122407"/>
                    <a:pt x="21257" y="99206"/>
                    <a:pt x="21257" y="84327"/>
                  </a:cubicBezTo>
                  <a:cubicBezTo>
                    <a:pt x="21257" y="68188"/>
                    <a:pt x="21257" y="51543"/>
                    <a:pt x="23283" y="37926"/>
                  </a:cubicBezTo>
                  <a:cubicBezTo>
                    <a:pt x="28096" y="7916"/>
                    <a:pt x="47093" y="5646"/>
                    <a:pt x="53425" y="5646"/>
                  </a:cubicBezTo>
                  <a:cubicBezTo>
                    <a:pt x="61784" y="5646"/>
                    <a:pt x="78502" y="10185"/>
                    <a:pt x="83314" y="35151"/>
                  </a:cubicBezTo>
                  <a:cubicBezTo>
                    <a:pt x="85847" y="49274"/>
                    <a:pt x="85847" y="68440"/>
                    <a:pt x="85847" y="84327"/>
                  </a:cubicBezTo>
                  <a:cubicBezTo>
                    <a:pt x="85847" y="103241"/>
                    <a:pt x="85847" y="120390"/>
                    <a:pt x="83061" y="136530"/>
                  </a:cubicBezTo>
                  <a:cubicBezTo>
                    <a:pt x="79261" y="160487"/>
                    <a:pt x="64824" y="168053"/>
                    <a:pt x="53425" y="168053"/>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85" name="Freeform: Shape 5684">
              <a:extLst>
                <a:ext uri="{FF2B5EF4-FFF2-40B4-BE49-F238E27FC236}">
                  <a16:creationId xmlns:a16="http://schemas.microsoft.com/office/drawing/2014/main" id="{0A658BD1-0D48-A59F-4D84-427817904529}"/>
                </a:ext>
              </a:extLst>
            </p:cNvPr>
            <p:cNvSpPr/>
            <p:nvPr>
              <p:custDataLst>
                <p:tags r:id="rId126"/>
              </p:custDataLst>
            </p:nvPr>
          </p:nvSpPr>
          <p:spPr>
            <a:xfrm>
              <a:off x="11520946" y="5757103"/>
              <a:ext cx="26849" cy="26731"/>
            </a:xfrm>
            <a:custGeom>
              <a:avLst/>
              <a:gdLst>
                <a:gd name="connsiteX0" fmla="*/ 27088 w 26849"/>
                <a:gd name="connsiteY0" fmla="*/ 13464 h 26731"/>
                <a:gd name="connsiteX1" fmla="*/ 13663 w 26849"/>
                <a:gd name="connsiteY1" fmla="*/ 98 h 26731"/>
                <a:gd name="connsiteX2" fmla="*/ 239 w 26849"/>
                <a:gd name="connsiteY2" fmla="*/ 13464 h 26731"/>
                <a:gd name="connsiteX3" fmla="*/ 13663 w 26849"/>
                <a:gd name="connsiteY3" fmla="*/ 26829 h 26731"/>
                <a:gd name="connsiteX4" fmla="*/ 27088 w 26849"/>
                <a:gd name="connsiteY4" fmla="*/ 13464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88" y="13464"/>
                  </a:moveTo>
                  <a:cubicBezTo>
                    <a:pt x="27088" y="6150"/>
                    <a:pt x="21009" y="98"/>
                    <a:pt x="13663" y="98"/>
                  </a:cubicBezTo>
                  <a:cubicBezTo>
                    <a:pt x="6318" y="98"/>
                    <a:pt x="239" y="6150"/>
                    <a:pt x="239" y="13464"/>
                  </a:cubicBezTo>
                  <a:cubicBezTo>
                    <a:pt x="239" y="20777"/>
                    <a:pt x="6318" y="26829"/>
                    <a:pt x="13663" y="26829"/>
                  </a:cubicBezTo>
                  <a:cubicBezTo>
                    <a:pt x="21009" y="26829"/>
                    <a:pt x="27088" y="20777"/>
                    <a:pt x="27088" y="13464"/>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86" name="Freeform: Shape 5685">
              <a:extLst>
                <a:ext uri="{FF2B5EF4-FFF2-40B4-BE49-F238E27FC236}">
                  <a16:creationId xmlns:a16="http://schemas.microsoft.com/office/drawing/2014/main" id="{6FFAB6F3-1588-2830-478C-C0E52659389C}"/>
                </a:ext>
              </a:extLst>
            </p:cNvPr>
            <p:cNvSpPr/>
            <p:nvPr>
              <p:custDataLst>
                <p:tags r:id="rId127"/>
              </p:custDataLst>
            </p:nvPr>
          </p:nvSpPr>
          <p:spPr>
            <a:xfrm>
              <a:off x="11592065" y="5615880"/>
              <a:ext cx="83587" cy="167954"/>
            </a:xfrm>
            <a:custGeom>
              <a:avLst/>
              <a:gdLst>
                <a:gd name="connsiteX0" fmla="*/ 52167 w 83587"/>
                <a:gd name="connsiteY0" fmla="*/ 6655 h 167954"/>
                <a:gd name="connsiteX1" fmla="*/ 46341 w 83587"/>
                <a:gd name="connsiteY1" fmla="*/ 98 h 167954"/>
                <a:gd name="connsiteX2" fmla="*/ 241 w 83587"/>
                <a:gd name="connsiteY2" fmla="*/ 16238 h 167954"/>
                <a:gd name="connsiteX3" fmla="*/ 241 w 83587"/>
                <a:gd name="connsiteY3" fmla="*/ 24055 h 167954"/>
                <a:gd name="connsiteX4" fmla="*/ 33423 w 83587"/>
                <a:gd name="connsiteY4" fmla="*/ 17499 h 167954"/>
                <a:gd name="connsiteX5" fmla="*/ 33423 w 83587"/>
                <a:gd name="connsiteY5" fmla="*/ 148130 h 167954"/>
                <a:gd name="connsiteX6" fmla="*/ 9867 w 83587"/>
                <a:gd name="connsiteY6" fmla="*/ 160235 h 167954"/>
                <a:gd name="connsiteX7" fmla="*/ 1761 w 83587"/>
                <a:gd name="connsiteY7" fmla="*/ 160235 h 167954"/>
                <a:gd name="connsiteX8" fmla="*/ 1761 w 83587"/>
                <a:gd name="connsiteY8" fmla="*/ 168053 h 167954"/>
                <a:gd name="connsiteX9" fmla="*/ 42795 w 83587"/>
                <a:gd name="connsiteY9" fmla="*/ 167296 h 167954"/>
                <a:gd name="connsiteX10" fmla="*/ 83829 w 83587"/>
                <a:gd name="connsiteY10" fmla="*/ 168053 h 167954"/>
                <a:gd name="connsiteX11" fmla="*/ 83829 w 83587"/>
                <a:gd name="connsiteY11" fmla="*/ 160235 h 167954"/>
                <a:gd name="connsiteX12" fmla="*/ 75723 w 83587"/>
                <a:gd name="connsiteY12" fmla="*/ 160235 h 167954"/>
                <a:gd name="connsiteX13" fmla="*/ 52167 w 83587"/>
                <a:gd name="connsiteY13" fmla="*/ 148130 h 167954"/>
                <a:gd name="connsiteX14" fmla="*/ 52167 w 83587"/>
                <a:gd name="connsiteY14" fmla="*/ 6655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167" y="6655"/>
                  </a:moveTo>
                  <a:cubicBezTo>
                    <a:pt x="52167" y="602"/>
                    <a:pt x="52167" y="98"/>
                    <a:pt x="46341" y="98"/>
                  </a:cubicBezTo>
                  <a:cubicBezTo>
                    <a:pt x="30637" y="16238"/>
                    <a:pt x="8347" y="16238"/>
                    <a:pt x="241" y="16238"/>
                  </a:cubicBezTo>
                  <a:lnTo>
                    <a:pt x="241" y="24055"/>
                  </a:lnTo>
                  <a:cubicBezTo>
                    <a:pt x="5307" y="24055"/>
                    <a:pt x="20252" y="24055"/>
                    <a:pt x="33423" y="17499"/>
                  </a:cubicBezTo>
                  <a:lnTo>
                    <a:pt x="33423" y="148130"/>
                  </a:lnTo>
                  <a:cubicBezTo>
                    <a:pt x="33423" y="157209"/>
                    <a:pt x="32663" y="160235"/>
                    <a:pt x="9867" y="160235"/>
                  </a:cubicBezTo>
                  <a:lnTo>
                    <a:pt x="1761" y="160235"/>
                  </a:lnTo>
                  <a:lnTo>
                    <a:pt x="1761" y="168053"/>
                  </a:lnTo>
                  <a:cubicBezTo>
                    <a:pt x="10626" y="167296"/>
                    <a:pt x="32663" y="167296"/>
                    <a:pt x="42795" y="167296"/>
                  </a:cubicBezTo>
                  <a:cubicBezTo>
                    <a:pt x="52927" y="167296"/>
                    <a:pt x="74963" y="167296"/>
                    <a:pt x="83829" y="168053"/>
                  </a:cubicBezTo>
                  <a:lnTo>
                    <a:pt x="83829" y="160235"/>
                  </a:lnTo>
                  <a:lnTo>
                    <a:pt x="75723" y="160235"/>
                  </a:lnTo>
                  <a:cubicBezTo>
                    <a:pt x="52927" y="160235"/>
                    <a:pt x="52167" y="157461"/>
                    <a:pt x="52167" y="148130"/>
                  </a:cubicBezTo>
                  <a:lnTo>
                    <a:pt x="52167" y="6655"/>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87" name="Freeform: Shape 5686">
              <a:extLst>
                <a:ext uri="{FF2B5EF4-FFF2-40B4-BE49-F238E27FC236}">
                  <a16:creationId xmlns:a16="http://schemas.microsoft.com/office/drawing/2014/main" id="{DB754D30-E31F-361D-C345-53C92AB82E84}"/>
                </a:ext>
              </a:extLst>
            </p:cNvPr>
            <p:cNvSpPr/>
            <p:nvPr>
              <p:custDataLst>
                <p:tags r:id="rId128"/>
              </p:custDataLst>
            </p:nvPr>
          </p:nvSpPr>
          <p:spPr>
            <a:xfrm>
              <a:off x="12062338" y="5572001"/>
              <a:ext cx="10131" cy="302621"/>
            </a:xfrm>
            <a:custGeom>
              <a:avLst/>
              <a:gdLst>
                <a:gd name="connsiteX0" fmla="*/ 0 w 10131"/>
                <a:gd name="connsiteY0" fmla="*/ 0 h 302621"/>
                <a:gd name="connsiteX1" fmla="*/ 10131 w 10131"/>
                <a:gd name="connsiteY1" fmla="*/ 0 h 302621"/>
                <a:gd name="connsiteX2" fmla="*/ 10131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1" y="0"/>
                  </a:lnTo>
                  <a:lnTo>
                    <a:pt x="10131"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88" name="Freeform: Shape 5687">
              <a:extLst>
                <a:ext uri="{FF2B5EF4-FFF2-40B4-BE49-F238E27FC236}">
                  <a16:creationId xmlns:a16="http://schemas.microsoft.com/office/drawing/2014/main" id="{4F255324-0AF7-7041-57B5-868A5FB915FE}"/>
                </a:ext>
              </a:extLst>
            </p:cNvPr>
            <p:cNvSpPr/>
            <p:nvPr>
              <p:custDataLst>
                <p:tags r:id="rId129"/>
              </p:custDataLst>
            </p:nvPr>
          </p:nvSpPr>
          <p:spPr>
            <a:xfrm>
              <a:off x="12629605" y="5615880"/>
              <a:ext cx="83587" cy="167954"/>
            </a:xfrm>
            <a:custGeom>
              <a:avLst/>
              <a:gdLst>
                <a:gd name="connsiteX0" fmla="*/ 52208 w 83587"/>
                <a:gd name="connsiteY0" fmla="*/ 6655 h 167954"/>
                <a:gd name="connsiteX1" fmla="*/ 46382 w 83587"/>
                <a:gd name="connsiteY1" fmla="*/ 98 h 167954"/>
                <a:gd name="connsiteX2" fmla="*/ 282 w 83587"/>
                <a:gd name="connsiteY2" fmla="*/ 16238 h 167954"/>
                <a:gd name="connsiteX3" fmla="*/ 282 w 83587"/>
                <a:gd name="connsiteY3" fmla="*/ 24055 h 167954"/>
                <a:gd name="connsiteX4" fmla="*/ 33464 w 83587"/>
                <a:gd name="connsiteY4" fmla="*/ 17499 h 167954"/>
                <a:gd name="connsiteX5" fmla="*/ 33464 w 83587"/>
                <a:gd name="connsiteY5" fmla="*/ 148130 h 167954"/>
                <a:gd name="connsiteX6" fmla="*/ 9907 w 83587"/>
                <a:gd name="connsiteY6" fmla="*/ 160235 h 167954"/>
                <a:gd name="connsiteX7" fmla="*/ 1802 w 83587"/>
                <a:gd name="connsiteY7" fmla="*/ 160235 h 167954"/>
                <a:gd name="connsiteX8" fmla="*/ 1802 w 83587"/>
                <a:gd name="connsiteY8" fmla="*/ 168053 h 167954"/>
                <a:gd name="connsiteX9" fmla="*/ 42836 w 83587"/>
                <a:gd name="connsiteY9" fmla="*/ 167296 h 167954"/>
                <a:gd name="connsiteX10" fmla="*/ 83869 w 83587"/>
                <a:gd name="connsiteY10" fmla="*/ 168053 h 167954"/>
                <a:gd name="connsiteX11" fmla="*/ 83869 w 83587"/>
                <a:gd name="connsiteY11" fmla="*/ 160235 h 167954"/>
                <a:gd name="connsiteX12" fmla="*/ 75764 w 83587"/>
                <a:gd name="connsiteY12" fmla="*/ 160235 h 167954"/>
                <a:gd name="connsiteX13" fmla="*/ 52208 w 83587"/>
                <a:gd name="connsiteY13" fmla="*/ 148130 h 167954"/>
                <a:gd name="connsiteX14" fmla="*/ 52208 w 83587"/>
                <a:gd name="connsiteY14" fmla="*/ 6655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208" y="6655"/>
                  </a:moveTo>
                  <a:cubicBezTo>
                    <a:pt x="52208" y="602"/>
                    <a:pt x="52208" y="98"/>
                    <a:pt x="46382" y="98"/>
                  </a:cubicBezTo>
                  <a:cubicBezTo>
                    <a:pt x="30678" y="16238"/>
                    <a:pt x="8388" y="16238"/>
                    <a:pt x="282" y="16238"/>
                  </a:cubicBezTo>
                  <a:lnTo>
                    <a:pt x="282" y="24055"/>
                  </a:lnTo>
                  <a:cubicBezTo>
                    <a:pt x="5348" y="24055"/>
                    <a:pt x="20292" y="24055"/>
                    <a:pt x="33464" y="17499"/>
                  </a:cubicBezTo>
                  <a:lnTo>
                    <a:pt x="33464" y="148130"/>
                  </a:lnTo>
                  <a:cubicBezTo>
                    <a:pt x="33464" y="157209"/>
                    <a:pt x="32704" y="160235"/>
                    <a:pt x="9907" y="160235"/>
                  </a:cubicBezTo>
                  <a:lnTo>
                    <a:pt x="1802" y="160235"/>
                  </a:lnTo>
                  <a:lnTo>
                    <a:pt x="1802" y="168053"/>
                  </a:lnTo>
                  <a:cubicBezTo>
                    <a:pt x="10667" y="167296"/>
                    <a:pt x="32704" y="167296"/>
                    <a:pt x="42836" y="167296"/>
                  </a:cubicBezTo>
                  <a:cubicBezTo>
                    <a:pt x="52967" y="167296"/>
                    <a:pt x="75004" y="167296"/>
                    <a:pt x="83869" y="168053"/>
                  </a:cubicBezTo>
                  <a:lnTo>
                    <a:pt x="83869" y="160235"/>
                  </a:lnTo>
                  <a:lnTo>
                    <a:pt x="75764" y="160235"/>
                  </a:lnTo>
                  <a:cubicBezTo>
                    <a:pt x="52967" y="160235"/>
                    <a:pt x="52208" y="157461"/>
                    <a:pt x="52208" y="148130"/>
                  </a:cubicBezTo>
                  <a:lnTo>
                    <a:pt x="52208" y="6655"/>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89" name="Freeform: Shape 5688">
              <a:extLst>
                <a:ext uri="{FF2B5EF4-FFF2-40B4-BE49-F238E27FC236}">
                  <a16:creationId xmlns:a16="http://schemas.microsoft.com/office/drawing/2014/main" id="{5D2E37D4-859D-C412-BCC8-E253A7B5590B}"/>
                </a:ext>
              </a:extLst>
            </p:cNvPr>
            <p:cNvSpPr/>
            <p:nvPr>
              <p:custDataLst>
                <p:tags r:id="rId130"/>
              </p:custDataLst>
            </p:nvPr>
          </p:nvSpPr>
          <p:spPr>
            <a:xfrm>
              <a:off x="12755493" y="5757103"/>
              <a:ext cx="26849" cy="26731"/>
            </a:xfrm>
            <a:custGeom>
              <a:avLst/>
              <a:gdLst>
                <a:gd name="connsiteX0" fmla="*/ 27136 w 26849"/>
                <a:gd name="connsiteY0" fmla="*/ 13464 h 26731"/>
                <a:gd name="connsiteX1" fmla="*/ 13712 w 26849"/>
                <a:gd name="connsiteY1" fmla="*/ 98 h 26731"/>
                <a:gd name="connsiteX2" fmla="*/ 287 w 26849"/>
                <a:gd name="connsiteY2" fmla="*/ 13464 h 26731"/>
                <a:gd name="connsiteX3" fmla="*/ 13712 w 26849"/>
                <a:gd name="connsiteY3" fmla="*/ 26829 h 26731"/>
                <a:gd name="connsiteX4" fmla="*/ 27136 w 26849"/>
                <a:gd name="connsiteY4" fmla="*/ 13464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136" y="13464"/>
                  </a:moveTo>
                  <a:cubicBezTo>
                    <a:pt x="27136" y="6150"/>
                    <a:pt x="21057" y="98"/>
                    <a:pt x="13712" y="98"/>
                  </a:cubicBezTo>
                  <a:cubicBezTo>
                    <a:pt x="6366" y="98"/>
                    <a:pt x="287" y="6150"/>
                    <a:pt x="287" y="13464"/>
                  </a:cubicBezTo>
                  <a:cubicBezTo>
                    <a:pt x="287" y="20777"/>
                    <a:pt x="6366" y="26829"/>
                    <a:pt x="13712" y="26829"/>
                  </a:cubicBezTo>
                  <a:cubicBezTo>
                    <a:pt x="21057" y="26829"/>
                    <a:pt x="27136" y="20777"/>
                    <a:pt x="27136" y="13464"/>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90" name="Freeform: Shape 5689">
              <a:extLst>
                <a:ext uri="{FF2B5EF4-FFF2-40B4-BE49-F238E27FC236}">
                  <a16:creationId xmlns:a16="http://schemas.microsoft.com/office/drawing/2014/main" id="{114CD1F7-6A98-822C-9E64-37659203015B}"/>
                </a:ext>
              </a:extLst>
            </p:cNvPr>
            <p:cNvSpPr/>
            <p:nvPr>
              <p:custDataLst>
                <p:tags r:id="rId131"/>
              </p:custDataLst>
            </p:nvPr>
          </p:nvSpPr>
          <p:spPr>
            <a:xfrm>
              <a:off x="12826613" y="5615880"/>
              <a:ext cx="83587" cy="167954"/>
            </a:xfrm>
            <a:custGeom>
              <a:avLst/>
              <a:gdLst>
                <a:gd name="connsiteX0" fmla="*/ 52215 w 83587"/>
                <a:gd name="connsiteY0" fmla="*/ 6655 h 167954"/>
                <a:gd name="connsiteX1" fmla="*/ 46390 w 83587"/>
                <a:gd name="connsiteY1" fmla="*/ 98 h 167954"/>
                <a:gd name="connsiteX2" fmla="*/ 290 w 83587"/>
                <a:gd name="connsiteY2" fmla="*/ 16238 h 167954"/>
                <a:gd name="connsiteX3" fmla="*/ 290 w 83587"/>
                <a:gd name="connsiteY3" fmla="*/ 24055 h 167954"/>
                <a:gd name="connsiteX4" fmla="*/ 33472 w 83587"/>
                <a:gd name="connsiteY4" fmla="*/ 17499 h 167954"/>
                <a:gd name="connsiteX5" fmla="*/ 33472 w 83587"/>
                <a:gd name="connsiteY5" fmla="*/ 148130 h 167954"/>
                <a:gd name="connsiteX6" fmla="*/ 9915 w 83587"/>
                <a:gd name="connsiteY6" fmla="*/ 160235 h 167954"/>
                <a:gd name="connsiteX7" fmla="*/ 1810 w 83587"/>
                <a:gd name="connsiteY7" fmla="*/ 160235 h 167954"/>
                <a:gd name="connsiteX8" fmla="*/ 1810 w 83587"/>
                <a:gd name="connsiteY8" fmla="*/ 168053 h 167954"/>
                <a:gd name="connsiteX9" fmla="*/ 42843 w 83587"/>
                <a:gd name="connsiteY9" fmla="*/ 167296 h 167954"/>
                <a:gd name="connsiteX10" fmla="*/ 83877 w 83587"/>
                <a:gd name="connsiteY10" fmla="*/ 168053 h 167954"/>
                <a:gd name="connsiteX11" fmla="*/ 83877 w 83587"/>
                <a:gd name="connsiteY11" fmla="*/ 160235 h 167954"/>
                <a:gd name="connsiteX12" fmla="*/ 75772 w 83587"/>
                <a:gd name="connsiteY12" fmla="*/ 160235 h 167954"/>
                <a:gd name="connsiteX13" fmla="*/ 52215 w 83587"/>
                <a:gd name="connsiteY13" fmla="*/ 148130 h 167954"/>
                <a:gd name="connsiteX14" fmla="*/ 52215 w 83587"/>
                <a:gd name="connsiteY14" fmla="*/ 6655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215" y="6655"/>
                  </a:moveTo>
                  <a:cubicBezTo>
                    <a:pt x="52215" y="602"/>
                    <a:pt x="52215" y="98"/>
                    <a:pt x="46390" y="98"/>
                  </a:cubicBezTo>
                  <a:cubicBezTo>
                    <a:pt x="30685" y="16238"/>
                    <a:pt x="8395" y="16238"/>
                    <a:pt x="290" y="16238"/>
                  </a:cubicBezTo>
                  <a:lnTo>
                    <a:pt x="290" y="24055"/>
                  </a:lnTo>
                  <a:cubicBezTo>
                    <a:pt x="5356" y="24055"/>
                    <a:pt x="20300" y="24055"/>
                    <a:pt x="33472" y="17499"/>
                  </a:cubicBezTo>
                  <a:lnTo>
                    <a:pt x="33472" y="148130"/>
                  </a:lnTo>
                  <a:cubicBezTo>
                    <a:pt x="33472" y="157209"/>
                    <a:pt x="32712" y="160235"/>
                    <a:pt x="9915" y="160235"/>
                  </a:cubicBezTo>
                  <a:lnTo>
                    <a:pt x="1810" y="160235"/>
                  </a:lnTo>
                  <a:lnTo>
                    <a:pt x="1810" y="168053"/>
                  </a:lnTo>
                  <a:cubicBezTo>
                    <a:pt x="10675" y="167296"/>
                    <a:pt x="32712" y="167296"/>
                    <a:pt x="42843" y="167296"/>
                  </a:cubicBezTo>
                  <a:cubicBezTo>
                    <a:pt x="52975" y="167296"/>
                    <a:pt x="75012" y="167296"/>
                    <a:pt x="83877" y="168053"/>
                  </a:cubicBezTo>
                  <a:lnTo>
                    <a:pt x="83877" y="160235"/>
                  </a:lnTo>
                  <a:lnTo>
                    <a:pt x="75772" y="160235"/>
                  </a:lnTo>
                  <a:cubicBezTo>
                    <a:pt x="52975" y="160235"/>
                    <a:pt x="52215" y="157461"/>
                    <a:pt x="52215" y="148130"/>
                  </a:cubicBezTo>
                  <a:lnTo>
                    <a:pt x="52215" y="6655"/>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91" name="Freeform: Shape 5690">
              <a:extLst>
                <a:ext uri="{FF2B5EF4-FFF2-40B4-BE49-F238E27FC236}">
                  <a16:creationId xmlns:a16="http://schemas.microsoft.com/office/drawing/2014/main" id="{C3B6A0B4-E82F-0002-342E-40277B5C01EA}"/>
                </a:ext>
              </a:extLst>
            </p:cNvPr>
            <p:cNvSpPr/>
            <p:nvPr>
              <p:custDataLst>
                <p:tags r:id="rId132"/>
              </p:custDataLst>
            </p:nvPr>
          </p:nvSpPr>
          <p:spPr>
            <a:xfrm>
              <a:off x="12940596" y="5615880"/>
              <a:ext cx="106636" cy="173502"/>
            </a:xfrm>
            <a:custGeom>
              <a:avLst/>
              <a:gdLst>
                <a:gd name="connsiteX0" fmla="*/ 106932 w 106636"/>
                <a:gd name="connsiteY0" fmla="*/ 87354 h 173502"/>
                <a:gd name="connsiteX1" fmla="*/ 96800 w 106636"/>
                <a:gd name="connsiteY1" fmla="*/ 28342 h 173502"/>
                <a:gd name="connsiteX2" fmla="*/ 53740 w 106636"/>
                <a:gd name="connsiteY2" fmla="*/ 98 h 173502"/>
                <a:gd name="connsiteX3" fmla="*/ 9667 w 106636"/>
                <a:gd name="connsiteY3" fmla="*/ 30108 h 173502"/>
                <a:gd name="connsiteX4" fmla="*/ 295 w 106636"/>
                <a:gd name="connsiteY4" fmla="*/ 87354 h 173502"/>
                <a:gd name="connsiteX5" fmla="*/ 11693 w 106636"/>
                <a:gd name="connsiteY5" fmla="*/ 148130 h 173502"/>
                <a:gd name="connsiteX6" fmla="*/ 53487 w 106636"/>
                <a:gd name="connsiteY6" fmla="*/ 173601 h 173502"/>
                <a:gd name="connsiteX7" fmla="*/ 97560 w 106636"/>
                <a:gd name="connsiteY7" fmla="*/ 144347 h 173502"/>
                <a:gd name="connsiteX8" fmla="*/ 106932 w 106636"/>
                <a:gd name="connsiteY8" fmla="*/ 87354 h 173502"/>
                <a:gd name="connsiteX9" fmla="*/ 53487 w 106636"/>
                <a:gd name="connsiteY9" fmla="*/ 168053 h 173502"/>
                <a:gd name="connsiteX10" fmla="*/ 24105 w 106636"/>
                <a:gd name="connsiteY10" fmla="*/ 137538 h 173502"/>
                <a:gd name="connsiteX11" fmla="*/ 21318 w 106636"/>
                <a:gd name="connsiteY11" fmla="*/ 84327 h 173502"/>
                <a:gd name="connsiteX12" fmla="*/ 23345 w 106636"/>
                <a:gd name="connsiteY12" fmla="*/ 37926 h 173502"/>
                <a:gd name="connsiteX13" fmla="*/ 53487 w 106636"/>
                <a:gd name="connsiteY13" fmla="*/ 5646 h 173502"/>
                <a:gd name="connsiteX14" fmla="*/ 83375 w 106636"/>
                <a:gd name="connsiteY14" fmla="*/ 35151 h 173502"/>
                <a:gd name="connsiteX15" fmla="*/ 85908 w 106636"/>
                <a:gd name="connsiteY15" fmla="*/ 84327 h 173502"/>
                <a:gd name="connsiteX16" fmla="*/ 83122 w 106636"/>
                <a:gd name="connsiteY16" fmla="*/ 136530 h 173502"/>
                <a:gd name="connsiteX17" fmla="*/ 53487 w 106636"/>
                <a:gd name="connsiteY17" fmla="*/ 168053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932" y="87354"/>
                  </a:moveTo>
                  <a:cubicBezTo>
                    <a:pt x="106932" y="67179"/>
                    <a:pt x="105665" y="47004"/>
                    <a:pt x="96800" y="28342"/>
                  </a:cubicBezTo>
                  <a:cubicBezTo>
                    <a:pt x="85149" y="4133"/>
                    <a:pt x="64378" y="98"/>
                    <a:pt x="53740" y="98"/>
                  </a:cubicBezTo>
                  <a:cubicBezTo>
                    <a:pt x="38542" y="98"/>
                    <a:pt x="20052" y="6655"/>
                    <a:pt x="9667" y="30108"/>
                  </a:cubicBezTo>
                  <a:cubicBezTo>
                    <a:pt x="1561" y="47508"/>
                    <a:pt x="295" y="67179"/>
                    <a:pt x="295" y="87354"/>
                  </a:cubicBezTo>
                  <a:cubicBezTo>
                    <a:pt x="295" y="106267"/>
                    <a:pt x="1308" y="128964"/>
                    <a:pt x="11693" y="148130"/>
                  </a:cubicBezTo>
                  <a:cubicBezTo>
                    <a:pt x="22585" y="168557"/>
                    <a:pt x="41075" y="173601"/>
                    <a:pt x="53487" y="173601"/>
                  </a:cubicBezTo>
                  <a:cubicBezTo>
                    <a:pt x="67165" y="173601"/>
                    <a:pt x="86415" y="168305"/>
                    <a:pt x="97560" y="144347"/>
                  </a:cubicBezTo>
                  <a:cubicBezTo>
                    <a:pt x="105665" y="126947"/>
                    <a:pt x="106932" y="107276"/>
                    <a:pt x="106932" y="87354"/>
                  </a:cubicBezTo>
                  <a:close/>
                  <a:moveTo>
                    <a:pt x="53487" y="168053"/>
                  </a:moveTo>
                  <a:cubicBezTo>
                    <a:pt x="43608" y="168053"/>
                    <a:pt x="28664" y="161748"/>
                    <a:pt x="24105" y="137538"/>
                  </a:cubicBezTo>
                  <a:cubicBezTo>
                    <a:pt x="21318" y="122407"/>
                    <a:pt x="21318" y="99206"/>
                    <a:pt x="21318" y="84327"/>
                  </a:cubicBezTo>
                  <a:cubicBezTo>
                    <a:pt x="21318" y="68188"/>
                    <a:pt x="21318" y="51543"/>
                    <a:pt x="23345" y="37926"/>
                  </a:cubicBezTo>
                  <a:cubicBezTo>
                    <a:pt x="28157" y="7916"/>
                    <a:pt x="47154" y="5646"/>
                    <a:pt x="53487" y="5646"/>
                  </a:cubicBezTo>
                  <a:cubicBezTo>
                    <a:pt x="61845" y="5646"/>
                    <a:pt x="78563" y="10185"/>
                    <a:pt x="83375" y="35151"/>
                  </a:cubicBezTo>
                  <a:cubicBezTo>
                    <a:pt x="85908" y="49274"/>
                    <a:pt x="85908" y="68440"/>
                    <a:pt x="85908" y="84327"/>
                  </a:cubicBezTo>
                  <a:cubicBezTo>
                    <a:pt x="85908" y="103241"/>
                    <a:pt x="85908" y="120390"/>
                    <a:pt x="83122" y="136530"/>
                  </a:cubicBezTo>
                  <a:cubicBezTo>
                    <a:pt x="79323" y="160487"/>
                    <a:pt x="64885" y="168053"/>
                    <a:pt x="53487" y="168053"/>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92" name="Freeform: Shape 5691">
              <a:extLst>
                <a:ext uri="{FF2B5EF4-FFF2-40B4-BE49-F238E27FC236}">
                  <a16:creationId xmlns:a16="http://schemas.microsoft.com/office/drawing/2014/main" id="{7889CD70-6EF6-0488-37DE-A447CE52CF83}"/>
                </a:ext>
              </a:extLst>
            </p:cNvPr>
            <p:cNvSpPr/>
            <p:nvPr>
              <p:custDataLst>
                <p:tags r:id="rId133"/>
              </p:custDataLst>
            </p:nvPr>
          </p:nvSpPr>
          <p:spPr>
            <a:xfrm>
              <a:off x="13070030" y="5615880"/>
              <a:ext cx="101064" cy="173502"/>
            </a:xfrm>
            <a:custGeom>
              <a:avLst/>
              <a:gdLst>
                <a:gd name="connsiteX0" fmla="*/ 101364 w 101064"/>
                <a:gd name="connsiteY0" fmla="*/ 117364 h 173502"/>
                <a:gd name="connsiteX1" fmla="*/ 53238 w 101064"/>
                <a:gd name="connsiteY1" fmla="*/ 62135 h 173502"/>
                <a:gd name="connsiteX2" fmla="*/ 21070 w 101064"/>
                <a:gd name="connsiteY2" fmla="*/ 74997 h 173502"/>
                <a:gd name="connsiteX3" fmla="*/ 21070 w 101064"/>
                <a:gd name="connsiteY3" fmla="*/ 25821 h 173502"/>
                <a:gd name="connsiteX4" fmla="*/ 42600 w 101064"/>
                <a:gd name="connsiteY4" fmla="*/ 29099 h 173502"/>
                <a:gd name="connsiteX5" fmla="*/ 91486 w 101064"/>
                <a:gd name="connsiteY5" fmla="*/ 2872 h 173502"/>
                <a:gd name="connsiteX6" fmla="*/ 88953 w 101064"/>
                <a:gd name="connsiteY6" fmla="*/ 98 h 173502"/>
                <a:gd name="connsiteX7" fmla="*/ 86927 w 101064"/>
                <a:gd name="connsiteY7" fmla="*/ 854 h 173502"/>
                <a:gd name="connsiteX8" fmla="*/ 52479 w 101064"/>
                <a:gd name="connsiteY8" fmla="*/ 8168 h 173502"/>
                <a:gd name="connsiteX9" fmla="*/ 18790 w 101064"/>
                <a:gd name="connsiteY9" fmla="*/ 1107 h 173502"/>
                <a:gd name="connsiteX10" fmla="*/ 15751 w 101064"/>
                <a:gd name="connsiteY10" fmla="*/ 350 h 173502"/>
                <a:gd name="connsiteX11" fmla="*/ 13218 w 101064"/>
                <a:gd name="connsiteY11" fmla="*/ 6402 h 173502"/>
                <a:gd name="connsiteX12" fmla="*/ 13218 w 101064"/>
                <a:gd name="connsiteY12" fmla="*/ 81049 h 173502"/>
                <a:gd name="connsiteX13" fmla="*/ 16764 w 101064"/>
                <a:gd name="connsiteY13" fmla="*/ 87606 h 173502"/>
                <a:gd name="connsiteX14" fmla="*/ 20057 w 101064"/>
                <a:gd name="connsiteY14" fmla="*/ 85336 h 173502"/>
                <a:gd name="connsiteX15" fmla="*/ 52732 w 101064"/>
                <a:gd name="connsiteY15" fmla="*/ 67683 h 173502"/>
                <a:gd name="connsiteX16" fmla="*/ 74262 w 101064"/>
                <a:gd name="connsiteY16" fmla="*/ 83823 h 173502"/>
                <a:gd name="connsiteX17" fmla="*/ 78821 w 101064"/>
                <a:gd name="connsiteY17" fmla="*/ 115598 h 173502"/>
                <a:gd name="connsiteX18" fmla="*/ 72742 w 101064"/>
                <a:gd name="connsiteY18" fmla="*/ 150148 h 173502"/>
                <a:gd name="connsiteX19" fmla="*/ 45640 w 101064"/>
                <a:gd name="connsiteY19" fmla="*/ 166540 h 173502"/>
                <a:gd name="connsiteX20" fmla="*/ 8405 w 101064"/>
                <a:gd name="connsiteY20" fmla="*/ 138295 h 173502"/>
                <a:gd name="connsiteX21" fmla="*/ 12711 w 101064"/>
                <a:gd name="connsiteY21" fmla="*/ 138799 h 173502"/>
                <a:gd name="connsiteX22" fmla="*/ 25376 w 101064"/>
                <a:gd name="connsiteY22" fmla="*/ 126442 h 173502"/>
                <a:gd name="connsiteX23" fmla="*/ 12711 w 101064"/>
                <a:gd name="connsiteY23" fmla="*/ 114085 h 173502"/>
                <a:gd name="connsiteX24" fmla="*/ 300 w 101064"/>
                <a:gd name="connsiteY24" fmla="*/ 127451 h 173502"/>
                <a:gd name="connsiteX25" fmla="*/ 46146 w 101064"/>
                <a:gd name="connsiteY25" fmla="*/ 173601 h 173502"/>
                <a:gd name="connsiteX26" fmla="*/ 101364 w 101064"/>
                <a:gd name="connsiteY26" fmla="*/ 117364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1064" h="173502">
                  <a:moveTo>
                    <a:pt x="101364" y="117364"/>
                  </a:moveTo>
                  <a:cubicBezTo>
                    <a:pt x="101364" y="87354"/>
                    <a:pt x="80594" y="62135"/>
                    <a:pt x="53238" y="62135"/>
                  </a:cubicBezTo>
                  <a:cubicBezTo>
                    <a:pt x="41080" y="62135"/>
                    <a:pt x="30189" y="66170"/>
                    <a:pt x="21070" y="74997"/>
                  </a:cubicBezTo>
                  <a:lnTo>
                    <a:pt x="21070" y="25821"/>
                  </a:lnTo>
                  <a:cubicBezTo>
                    <a:pt x="26136" y="27334"/>
                    <a:pt x="34495" y="29099"/>
                    <a:pt x="42600" y="29099"/>
                  </a:cubicBezTo>
                  <a:cubicBezTo>
                    <a:pt x="73755" y="29099"/>
                    <a:pt x="91486" y="6150"/>
                    <a:pt x="91486" y="2872"/>
                  </a:cubicBezTo>
                  <a:cubicBezTo>
                    <a:pt x="91486" y="1359"/>
                    <a:pt x="90726" y="98"/>
                    <a:pt x="88953" y="98"/>
                  </a:cubicBezTo>
                  <a:cubicBezTo>
                    <a:pt x="88700" y="98"/>
                    <a:pt x="88193" y="98"/>
                    <a:pt x="86927" y="854"/>
                  </a:cubicBezTo>
                  <a:cubicBezTo>
                    <a:pt x="81861" y="3124"/>
                    <a:pt x="69449" y="8168"/>
                    <a:pt x="52479" y="8168"/>
                  </a:cubicBezTo>
                  <a:cubicBezTo>
                    <a:pt x="42347" y="8168"/>
                    <a:pt x="30695" y="6402"/>
                    <a:pt x="18790" y="1107"/>
                  </a:cubicBezTo>
                  <a:cubicBezTo>
                    <a:pt x="16764" y="350"/>
                    <a:pt x="16257" y="350"/>
                    <a:pt x="15751" y="350"/>
                  </a:cubicBezTo>
                  <a:cubicBezTo>
                    <a:pt x="13218" y="350"/>
                    <a:pt x="13218" y="2367"/>
                    <a:pt x="13218" y="6402"/>
                  </a:cubicBezTo>
                  <a:lnTo>
                    <a:pt x="13218" y="81049"/>
                  </a:lnTo>
                  <a:cubicBezTo>
                    <a:pt x="13218" y="85588"/>
                    <a:pt x="13218" y="87606"/>
                    <a:pt x="16764" y="87606"/>
                  </a:cubicBezTo>
                  <a:cubicBezTo>
                    <a:pt x="18537" y="87606"/>
                    <a:pt x="19044" y="86849"/>
                    <a:pt x="20057" y="85336"/>
                  </a:cubicBezTo>
                  <a:cubicBezTo>
                    <a:pt x="22843" y="81301"/>
                    <a:pt x="32215" y="67683"/>
                    <a:pt x="52732" y="67683"/>
                  </a:cubicBezTo>
                  <a:cubicBezTo>
                    <a:pt x="65903" y="67683"/>
                    <a:pt x="72236" y="79284"/>
                    <a:pt x="74262" y="83823"/>
                  </a:cubicBezTo>
                  <a:cubicBezTo>
                    <a:pt x="78315" y="93154"/>
                    <a:pt x="78821" y="102989"/>
                    <a:pt x="78821" y="115598"/>
                  </a:cubicBezTo>
                  <a:cubicBezTo>
                    <a:pt x="78821" y="124425"/>
                    <a:pt x="78821" y="139556"/>
                    <a:pt x="72742" y="150148"/>
                  </a:cubicBezTo>
                  <a:cubicBezTo>
                    <a:pt x="66663" y="159983"/>
                    <a:pt x="57291" y="166540"/>
                    <a:pt x="45640" y="166540"/>
                  </a:cubicBezTo>
                  <a:cubicBezTo>
                    <a:pt x="27149" y="166540"/>
                    <a:pt x="12711" y="153174"/>
                    <a:pt x="8405" y="138295"/>
                  </a:cubicBezTo>
                  <a:cubicBezTo>
                    <a:pt x="9165" y="138547"/>
                    <a:pt x="9925" y="138799"/>
                    <a:pt x="12711" y="138799"/>
                  </a:cubicBezTo>
                  <a:cubicBezTo>
                    <a:pt x="21070" y="138799"/>
                    <a:pt x="25376" y="132495"/>
                    <a:pt x="25376" y="126442"/>
                  </a:cubicBezTo>
                  <a:cubicBezTo>
                    <a:pt x="25376" y="120390"/>
                    <a:pt x="21070" y="114085"/>
                    <a:pt x="12711" y="114085"/>
                  </a:cubicBezTo>
                  <a:cubicBezTo>
                    <a:pt x="9165" y="114085"/>
                    <a:pt x="300" y="115850"/>
                    <a:pt x="300" y="127451"/>
                  </a:cubicBezTo>
                  <a:cubicBezTo>
                    <a:pt x="300" y="149139"/>
                    <a:pt x="17777" y="173601"/>
                    <a:pt x="46146" y="173601"/>
                  </a:cubicBezTo>
                  <a:cubicBezTo>
                    <a:pt x="75528" y="173601"/>
                    <a:pt x="101364" y="149391"/>
                    <a:pt x="101364" y="117364"/>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93" name="Freeform: Shape 5692">
              <a:extLst>
                <a:ext uri="{FF2B5EF4-FFF2-40B4-BE49-F238E27FC236}">
                  <a16:creationId xmlns:a16="http://schemas.microsoft.com/office/drawing/2014/main" id="{B0E6F742-2530-629C-2B4E-E9114C1D8718}"/>
                </a:ext>
              </a:extLst>
            </p:cNvPr>
            <p:cNvSpPr/>
            <p:nvPr>
              <p:custDataLst>
                <p:tags r:id="rId134"/>
              </p:custDataLst>
            </p:nvPr>
          </p:nvSpPr>
          <p:spPr>
            <a:xfrm>
              <a:off x="13718605" y="5572001"/>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94" name="Freeform: Shape 5693">
              <a:extLst>
                <a:ext uri="{FF2B5EF4-FFF2-40B4-BE49-F238E27FC236}">
                  <a16:creationId xmlns:a16="http://schemas.microsoft.com/office/drawing/2014/main" id="{148E9320-7FA3-FA42-30B6-29576F399B04}"/>
                </a:ext>
              </a:extLst>
            </p:cNvPr>
            <p:cNvSpPr/>
            <p:nvPr>
              <p:custDataLst>
                <p:tags r:id="rId135"/>
              </p:custDataLst>
            </p:nvPr>
          </p:nvSpPr>
          <p:spPr>
            <a:xfrm>
              <a:off x="13922245" y="5615880"/>
              <a:ext cx="106636" cy="173502"/>
            </a:xfrm>
            <a:custGeom>
              <a:avLst/>
              <a:gdLst>
                <a:gd name="connsiteX0" fmla="*/ 106970 w 106636"/>
                <a:gd name="connsiteY0" fmla="*/ 87354 h 173502"/>
                <a:gd name="connsiteX1" fmla="*/ 96839 w 106636"/>
                <a:gd name="connsiteY1" fmla="*/ 28342 h 173502"/>
                <a:gd name="connsiteX2" fmla="*/ 53779 w 106636"/>
                <a:gd name="connsiteY2" fmla="*/ 98 h 173502"/>
                <a:gd name="connsiteX3" fmla="*/ 9705 w 106636"/>
                <a:gd name="connsiteY3" fmla="*/ 30108 h 173502"/>
                <a:gd name="connsiteX4" fmla="*/ 334 w 106636"/>
                <a:gd name="connsiteY4" fmla="*/ 87354 h 173502"/>
                <a:gd name="connsiteX5" fmla="*/ 11732 w 106636"/>
                <a:gd name="connsiteY5" fmla="*/ 148130 h 173502"/>
                <a:gd name="connsiteX6" fmla="*/ 53525 w 106636"/>
                <a:gd name="connsiteY6" fmla="*/ 173601 h 173502"/>
                <a:gd name="connsiteX7" fmla="*/ 97599 w 106636"/>
                <a:gd name="connsiteY7" fmla="*/ 144347 h 173502"/>
                <a:gd name="connsiteX8" fmla="*/ 106970 w 106636"/>
                <a:gd name="connsiteY8" fmla="*/ 87354 h 173502"/>
                <a:gd name="connsiteX9" fmla="*/ 53525 w 106636"/>
                <a:gd name="connsiteY9" fmla="*/ 168053 h 173502"/>
                <a:gd name="connsiteX10" fmla="*/ 24143 w 106636"/>
                <a:gd name="connsiteY10" fmla="*/ 137538 h 173502"/>
                <a:gd name="connsiteX11" fmla="*/ 21357 w 106636"/>
                <a:gd name="connsiteY11" fmla="*/ 84327 h 173502"/>
                <a:gd name="connsiteX12" fmla="*/ 23383 w 106636"/>
                <a:gd name="connsiteY12" fmla="*/ 37926 h 173502"/>
                <a:gd name="connsiteX13" fmla="*/ 53525 w 106636"/>
                <a:gd name="connsiteY13" fmla="*/ 5646 h 173502"/>
                <a:gd name="connsiteX14" fmla="*/ 83414 w 106636"/>
                <a:gd name="connsiteY14" fmla="*/ 35151 h 173502"/>
                <a:gd name="connsiteX15" fmla="*/ 85947 w 106636"/>
                <a:gd name="connsiteY15" fmla="*/ 84327 h 173502"/>
                <a:gd name="connsiteX16" fmla="*/ 83161 w 106636"/>
                <a:gd name="connsiteY16" fmla="*/ 136530 h 173502"/>
                <a:gd name="connsiteX17" fmla="*/ 53525 w 106636"/>
                <a:gd name="connsiteY17" fmla="*/ 168053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970" y="87354"/>
                  </a:moveTo>
                  <a:cubicBezTo>
                    <a:pt x="106970" y="67179"/>
                    <a:pt x="105704" y="47004"/>
                    <a:pt x="96839" y="28342"/>
                  </a:cubicBezTo>
                  <a:cubicBezTo>
                    <a:pt x="85187" y="4133"/>
                    <a:pt x="64417" y="98"/>
                    <a:pt x="53779" y="98"/>
                  </a:cubicBezTo>
                  <a:cubicBezTo>
                    <a:pt x="38581" y="98"/>
                    <a:pt x="20090" y="6655"/>
                    <a:pt x="9705" y="30108"/>
                  </a:cubicBezTo>
                  <a:cubicBezTo>
                    <a:pt x="1600" y="47508"/>
                    <a:pt x="334" y="67179"/>
                    <a:pt x="334" y="87354"/>
                  </a:cubicBezTo>
                  <a:cubicBezTo>
                    <a:pt x="334" y="106267"/>
                    <a:pt x="1347" y="128964"/>
                    <a:pt x="11732" y="148130"/>
                  </a:cubicBezTo>
                  <a:cubicBezTo>
                    <a:pt x="22623" y="168557"/>
                    <a:pt x="41114" y="173601"/>
                    <a:pt x="53525" y="173601"/>
                  </a:cubicBezTo>
                  <a:cubicBezTo>
                    <a:pt x="67203" y="173601"/>
                    <a:pt x="86454" y="168305"/>
                    <a:pt x="97599" y="144347"/>
                  </a:cubicBezTo>
                  <a:cubicBezTo>
                    <a:pt x="105704" y="126947"/>
                    <a:pt x="106970" y="107276"/>
                    <a:pt x="106970" y="87354"/>
                  </a:cubicBezTo>
                  <a:close/>
                  <a:moveTo>
                    <a:pt x="53525" y="168053"/>
                  </a:moveTo>
                  <a:cubicBezTo>
                    <a:pt x="43647" y="168053"/>
                    <a:pt x="28703" y="161748"/>
                    <a:pt x="24143" y="137538"/>
                  </a:cubicBezTo>
                  <a:cubicBezTo>
                    <a:pt x="21357" y="122407"/>
                    <a:pt x="21357" y="99206"/>
                    <a:pt x="21357" y="84327"/>
                  </a:cubicBezTo>
                  <a:cubicBezTo>
                    <a:pt x="21357" y="68188"/>
                    <a:pt x="21357" y="51543"/>
                    <a:pt x="23383" y="37926"/>
                  </a:cubicBezTo>
                  <a:cubicBezTo>
                    <a:pt x="28196" y="7916"/>
                    <a:pt x="47193" y="5646"/>
                    <a:pt x="53525" y="5646"/>
                  </a:cubicBezTo>
                  <a:cubicBezTo>
                    <a:pt x="61884" y="5646"/>
                    <a:pt x="78601" y="10185"/>
                    <a:pt x="83414" y="35151"/>
                  </a:cubicBezTo>
                  <a:cubicBezTo>
                    <a:pt x="85947" y="49274"/>
                    <a:pt x="85947" y="68440"/>
                    <a:pt x="85947" y="84327"/>
                  </a:cubicBezTo>
                  <a:cubicBezTo>
                    <a:pt x="85947" y="103241"/>
                    <a:pt x="85947" y="120390"/>
                    <a:pt x="83161" y="136530"/>
                  </a:cubicBezTo>
                  <a:cubicBezTo>
                    <a:pt x="79361" y="160487"/>
                    <a:pt x="64924" y="168053"/>
                    <a:pt x="53525" y="168053"/>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95" name="Freeform: Shape 5694">
              <a:extLst>
                <a:ext uri="{FF2B5EF4-FFF2-40B4-BE49-F238E27FC236}">
                  <a16:creationId xmlns:a16="http://schemas.microsoft.com/office/drawing/2014/main" id="{57BD938C-7B79-C335-0E82-220D8C54F3CF}"/>
                </a:ext>
              </a:extLst>
            </p:cNvPr>
            <p:cNvSpPr/>
            <p:nvPr>
              <p:custDataLst>
                <p:tags r:id="rId136"/>
              </p:custDataLst>
            </p:nvPr>
          </p:nvSpPr>
          <p:spPr>
            <a:xfrm>
              <a:off x="14060798" y="5757103"/>
              <a:ext cx="26849" cy="26731"/>
            </a:xfrm>
            <a:custGeom>
              <a:avLst/>
              <a:gdLst>
                <a:gd name="connsiteX0" fmla="*/ 27188 w 26849"/>
                <a:gd name="connsiteY0" fmla="*/ 13464 h 26731"/>
                <a:gd name="connsiteX1" fmla="*/ 13763 w 26849"/>
                <a:gd name="connsiteY1" fmla="*/ 98 h 26731"/>
                <a:gd name="connsiteX2" fmla="*/ 339 w 26849"/>
                <a:gd name="connsiteY2" fmla="*/ 13464 h 26731"/>
                <a:gd name="connsiteX3" fmla="*/ 13763 w 26849"/>
                <a:gd name="connsiteY3" fmla="*/ 26829 h 26731"/>
                <a:gd name="connsiteX4" fmla="*/ 27188 w 26849"/>
                <a:gd name="connsiteY4" fmla="*/ 13464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188" y="13464"/>
                  </a:moveTo>
                  <a:cubicBezTo>
                    <a:pt x="27188" y="6150"/>
                    <a:pt x="21109" y="98"/>
                    <a:pt x="13763" y="98"/>
                  </a:cubicBezTo>
                  <a:cubicBezTo>
                    <a:pt x="6418" y="98"/>
                    <a:pt x="339" y="6150"/>
                    <a:pt x="339" y="13464"/>
                  </a:cubicBezTo>
                  <a:cubicBezTo>
                    <a:pt x="339" y="20777"/>
                    <a:pt x="6418" y="26829"/>
                    <a:pt x="13763" y="26829"/>
                  </a:cubicBezTo>
                  <a:cubicBezTo>
                    <a:pt x="21109" y="26829"/>
                    <a:pt x="27188" y="20777"/>
                    <a:pt x="27188" y="13464"/>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96" name="Freeform: Shape 5695">
              <a:extLst>
                <a:ext uri="{FF2B5EF4-FFF2-40B4-BE49-F238E27FC236}">
                  <a16:creationId xmlns:a16="http://schemas.microsoft.com/office/drawing/2014/main" id="{DF1E6625-971B-E8BF-B127-9DC027203480}"/>
                </a:ext>
              </a:extLst>
            </p:cNvPr>
            <p:cNvSpPr/>
            <p:nvPr>
              <p:custDataLst>
                <p:tags r:id="rId137"/>
              </p:custDataLst>
            </p:nvPr>
          </p:nvSpPr>
          <p:spPr>
            <a:xfrm>
              <a:off x="14122039" y="5615880"/>
              <a:ext cx="101064" cy="173502"/>
            </a:xfrm>
            <a:custGeom>
              <a:avLst/>
              <a:gdLst>
                <a:gd name="connsiteX0" fmla="*/ 101406 w 101064"/>
                <a:gd name="connsiteY0" fmla="*/ 117364 h 173502"/>
                <a:gd name="connsiteX1" fmla="*/ 53280 w 101064"/>
                <a:gd name="connsiteY1" fmla="*/ 62135 h 173502"/>
                <a:gd name="connsiteX2" fmla="*/ 21111 w 101064"/>
                <a:gd name="connsiteY2" fmla="*/ 74997 h 173502"/>
                <a:gd name="connsiteX3" fmla="*/ 21111 w 101064"/>
                <a:gd name="connsiteY3" fmla="*/ 25821 h 173502"/>
                <a:gd name="connsiteX4" fmla="*/ 42641 w 101064"/>
                <a:gd name="connsiteY4" fmla="*/ 29099 h 173502"/>
                <a:gd name="connsiteX5" fmla="*/ 91527 w 101064"/>
                <a:gd name="connsiteY5" fmla="*/ 2872 h 173502"/>
                <a:gd name="connsiteX6" fmla="*/ 88994 w 101064"/>
                <a:gd name="connsiteY6" fmla="*/ 98 h 173502"/>
                <a:gd name="connsiteX7" fmla="*/ 86968 w 101064"/>
                <a:gd name="connsiteY7" fmla="*/ 854 h 173502"/>
                <a:gd name="connsiteX8" fmla="*/ 52520 w 101064"/>
                <a:gd name="connsiteY8" fmla="*/ 8168 h 173502"/>
                <a:gd name="connsiteX9" fmla="*/ 18832 w 101064"/>
                <a:gd name="connsiteY9" fmla="*/ 1107 h 173502"/>
                <a:gd name="connsiteX10" fmla="*/ 15792 w 101064"/>
                <a:gd name="connsiteY10" fmla="*/ 350 h 173502"/>
                <a:gd name="connsiteX11" fmla="*/ 13259 w 101064"/>
                <a:gd name="connsiteY11" fmla="*/ 6402 h 173502"/>
                <a:gd name="connsiteX12" fmla="*/ 13259 w 101064"/>
                <a:gd name="connsiteY12" fmla="*/ 81049 h 173502"/>
                <a:gd name="connsiteX13" fmla="*/ 16805 w 101064"/>
                <a:gd name="connsiteY13" fmla="*/ 87606 h 173502"/>
                <a:gd name="connsiteX14" fmla="*/ 20098 w 101064"/>
                <a:gd name="connsiteY14" fmla="*/ 85336 h 173502"/>
                <a:gd name="connsiteX15" fmla="*/ 52773 w 101064"/>
                <a:gd name="connsiteY15" fmla="*/ 67683 h 173502"/>
                <a:gd name="connsiteX16" fmla="*/ 74303 w 101064"/>
                <a:gd name="connsiteY16" fmla="*/ 83823 h 173502"/>
                <a:gd name="connsiteX17" fmla="*/ 78863 w 101064"/>
                <a:gd name="connsiteY17" fmla="*/ 115598 h 173502"/>
                <a:gd name="connsiteX18" fmla="*/ 72783 w 101064"/>
                <a:gd name="connsiteY18" fmla="*/ 150148 h 173502"/>
                <a:gd name="connsiteX19" fmla="*/ 45681 w 101064"/>
                <a:gd name="connsiteY19" fmla="*/ 166540 h 173502"/>
                <a:gd name="connsiteX20" fmla="*/ 8447 w 101064"/>
                <a:gd name="connsiteY20" fmla="*/ 138295 h 173502"/>
                <a:gd name="connsiteX21" fmla="*/ 12753 w 101064"/>
                <a:gd name="connsiteY21" fmla="*/ 138799 h 173502"/>
                <a:gd name="connsiteX22" fmla="*/ 25417 w 101064"/>
                <a:gd name="connsiteY22" fmla="*/ 126442 h 173502"/>
                <a:gd name="connsiteX23" fmla="*/ 12753 w 101064"/>
                <a:gd name="connsiteY23" fmla="*/ 114085 h 173502"/>
                <a:gd name="connsiteX24" fmla="*/ 341 w 101064"/>
                <a:gd name="connsiteY24" fmla="*/ 127451 h 173502"/>
                <a:gd name="connsiteX25" fmla="*/ 46188 w 101064"/>
                <a:gd name="connsiteY25" fmla="*/ 173601 h 173502"/>
                <a:gd name="connsiteX26" fmla="*/ 101406 w 101064"/>
                <a:gd name="connsiteY26" fmla="*/ 117364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1064" h="173502">
                  <a:moveTo>
                    <a:pt x="101406" y="117364"/>
                  </a:moveTo>
                  <a:cubicBezTo>
                    <a:pt x="101406" y="87354"/>
                    <a:pt x="80636" y="62135"/>
                    <a:pt x="53280" y="62135"/>
                  </a:cubicBezTo>
                  <a:cubicBezTo>
                    <a:pt x="41122" y="62135"/>
                    <a:pt x="30230" y="66170"/>
                    <a:pt x="21111" y="74997"/>
                  </a:cubicBezTo>
                  <a:lnTo>
                    <a:pt x="21111" y="25821"/>
                  </a:lnTo>
                  <a:cubicBezTo>
                    <a:pt x="26177" y="27334"/>
                    <a:pt x="34536" y="29099"/>
                    <a:pt x="42641" y="29099"/>
                  </a:cubicBezTo>
                  <a:cubicBezTo>
                    <a:pt x="73797" y="29099"/>
                    <a:pt x="91527" y="6150"/>
                    <a:pt x="91527" y="2872"/>
                  </a:cubicBezTo>
                  <a:cubicBezTo>
                    <a:pt x="91527" y="1359"/>
                    <a:pt x="90767" y="98"/>
                    <a:pt x="88994" y="98"/>
                  </a:cubicBezTo>
                  <a:cubicBezTo>
                    <a:pt x="88741" y="98"/>
                    <a:pt x="88234" y="98"/>
                    <a:pt x="86968" y="854"/>
                  </a:cubicBezTo>
                  <a:cubicBezTo>
                    <a:pt x="81902" y="3124"/>
                    <a:pt x="69491" y="8168"/>
                    <a:pt x="52520" y="8168"/>
                  </a:cubicBezTo>
                  <a:cubicBezTo>
                    <a:pt x="42388" y="8168"/>
                    <a:pt x="30737" y="6402"/>
                    <a:pt x="18832" y="1107"/>
                  </a:cubicBezTo>
                  <a:cubicBezTo>
                    <a:pt x="16805" y="350"/>
                    <a:pt x="16299" y="350"/>
                    <a:pt x="15792" y="350"/>
                  </a:cubicBezTo>
                  <a:cubicBezTo>
                    <a:pt x="13259" y="350"/>
                    <a:pt x="13259" y="2367"/>
                    <a:pt x="13259" y="6402"/>
                  </a:cubicBezTo>
                  <a:lnTo>
                    <a:pt x="13259" y="81049"/>
                  </a:lnTo>
                  <a:cubicBezTo>
                    <a:pt x="13259" y="85588"/>
                    <a:pt x="13259" y="87606"/>
                    <a:pt x="16805" y="87606"/>
                  </a:cubicBezTo>
                  <a:cubicBezTo>
                    <a:pt x="18578" y="87606"/>
                    <a:pt x="19085" y="86849"/>
                    <a:pt x="20098" y="85336"/>
                  </a:cubicBezTo>
                  <a:cubicBezTo>
                    <a:pt x="22884" y="81301"/>
                    <a:pt x="32256" y="67683"/>
                    <a:pt x="52773" y="67683"/>
                  </a:cubicBezTo>
                  <a:cubicBezTo>
                    <a:pt x="65945" y="67683"/>
                    <a:pt x="72277" y="79284"/>
                    <a:pt x="74303" y="83823"/>
                  </a:cubicBezTo>
                  <a:cubicBezTo>
                    <a:pt x="78356" y="93154"/>
                    <a:pt x="78863" y="102989"/>
                    <a:pt x="78863" y="115598"/>
                  </a:cubicBezTo>
                  <a:cubicBezTo>
                    <a:pt x="78863" y="124425"/>
                    <a:pt x="78863" y="139556"/>
                    <a:pt x="72783" y="150148"/>
                  </a:cubicBezTo>
                  <a:cubicBezTo>
                    <a:pt x="66704" y="159983"/>
                    <a:pt x="57333" y="166540"/>
                    <a:pt x="45681" y="166540"/>
                  </a:cubicBezTo>
                  <a:cubicBezTo>
                    <a:pt x="27190" y="166540"/>
                    <a:pt x="12753" y="153174"/>
                    <a:pt x="8447" y="138295"/>
                  </a:cubicBezTo>
                  <a:cubicBezTo>
                    <a:pt x="9207" y="138547"/>
                    <a:pt x="9966" y="138799"/>
                    <a:pt x="12753" y="138799"/>
                  </a:cubicBezTo>
                  <a:cubicBezTo>
                    <a:pt x="21111" y="138799"/>
                    <a:pt x="25417" y="132495"/>
                    <a:pt x="25417" y="126442"/>
                  </a:cubicBezTo>
                  <a:cubicBezTo>
                    <a:pt x="25417" y="120390"/>
                    <a:pt x="21111" y="114085"/>
                    <a:pt x="12753" y="114085"/>
                  </a:cubicBezTo>
                  <a:cubicBezTo>
                    <a:pt x="9207" y="114085"/>
                    <a:pt x="341" y="115850"/>
                    <a:pt x="341" y="127451"/>
                  </a:cubicBezTo>
                  <a:cubicBezTo>
                    <a:pt x="341" y="149139"/>
                    <a:pt x="17819" y="173601"/>
                    <a:pt x="46188" y="173601"/>
                  </a:cubicBezTo>
                  <a:cubicBezTo>
                    <a:pt x="75570" y="173601"/>
                    <a:pt x="101406" y="149391"/>
                    <a:pt x="101406" y="117364"/>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97" name="Freeform: Shape 5696">
              <a:extLst>
                <a:ext uri="{FF2B5EF4-FFF2-40B4-BE49-F238E27FC236}">
                  <a16:creationId xmlns:a16="http://schemas.microsoft.com/office/drawing/2014/main" id="{6FCA2A61-9C9D-3735-948F-09AA1F016B6A}"/>
                </a:ext>
              </a:extLst>
            </p:cNvPr>
            <p:cNvSpPr/>
            <p:nvPr>
              <p:custDataLst>
                <p:tags r:id="rId138"/>
              </p:custDataLst>
            </p:nvPr>
          </p:nvSpPr>
          <p:spPr>
            <a:xfrm>
              <a:off x="14248686" y="5615880"/>
              <a:ext cx="101064" cy="167954"/>
            </a:xfrm>
            <a:custGeom>
              <a:avLst/>
              <a:gdLst>
                <a:gd name="connsiteX0" fmla="*/ 19850 w 101064"/>
                <a:gd name="connsiteY0" fmla="*/ 148634 h 167954"/>
                <a:gd name="connsiteX1" fmla="*/ 46699 w 101064"/>
                <a:gd name="connsiteY1" fmla="*/ 122659 h 167954"/>
                <a:gd name="connsiteX2" fmla="*/ 101411 w 101064"/>
                <a:gd name="connsiteY2" fmla="*/ 49022 h 167954"/>
                <a:gd name="connsiteX3" fmla="*/ 47712 w 101064"/>
                <a:gd name="connsiteY3" fmla="*/ 98 h 167954"/>
                <a:gd name="connsiteX4" fmla="*/ 346 w 101064"/>
                <a:gd name="connsiteY4" fmla="*/ 45743 h 167954"/>
                <a:gd name="connsiteX5" fmla="*/ 13771 w 101064"/>
                <a:gd name="connsiteY5" fmla="*/ 59866 h 167954"/>
                <a:gd name="connsiteX6" fmla="*/ 26942 w 101064"/>
                <a:gd name="connsiteY6" fmla="*/ 46500 h 167954"/>
                <a:gd name="connsiteX7" fmla="*/ 13518 w 101064"/>
                <a:gd name="connsiteY7" fmla="*/ 33386 h 167954"/>
                <a:gd name="connsiteX8" fmla="*/ 10225 w 101064"/>
                <a:gd name="connsiteY8" fmla="*/ 33638 h 167954"/>
                <a:gd name="connsiteX9" fmla="*/ 44419 w 101064"/>
                <a:gd name="connsiteY9" fmla="*/ 7916 h 167954"/>
                <a:gd name="connsiteX10" fmla="*/ 78361 w 101064"/>
                <a:gd name="connsiteY10" fmla="*/ 49022 h 167954"/>
                <a:gd name="connsiteX11" fmla="*/ 51765 w 101064"/>
                <a:gd name="connsiteY11" fmla="*/ 104754 h 167954"/>
                <a:gd name="connsiteX12" fmla="*/ 3132 w 101064"/>
                <a:gd name="connsiteY12" fmla="*/ 158722 h 167954"/>
                <a:gd name="connsiteX13" fmla="*/ 346 w 101064"/>
                <a:gd name="connsiteY13" fmla="*/ 168053 h 167954"/>
                <a:gd name="connsiteX14" fmla="*/ 94318 w 101064"/>
                <a:gd name="connsiteY14" fmla="*/ 168053 h 167954"/>
                <a:gd name="connsiteX15" fmla="*/ 101411 w 101064"/>
                <a:gd name="connsiteY15" fmla="*/ 124173 h 167954"/>
                <a:gd name="connsiteX16" fmla="*/ 95078 w 101064"/>
                <a:gd name="connsiteY16" fmla="*/ 124173 h 167954"/>
                <a:gd name="connsiteX17" fmla="*/ 89506 w 101064"/>
                <a:gd name="connsiteY17" fmla="*/ 146617 h 167954"/>
                <a:gd name="connsiteX18" fmla="*/ 65443 w 101064"/>
                <a:gd name="connsiteY18" fmla="*/ 148634 h 167954"/>
                <a:gd name="connsiteX19" fmla="*/ 19850 w 101064"/>
                <a:gd name="connsiteY19" fmla="*/ 148634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1064" h="167954">
                  <a:moveTo>
                    <a:pt x="19850" y="148634"/>
                  </a:moveTo>
                  <a:lnTo>
                    <a:pt x="46699" y="122659"/>
                  </a:lnTo>
                  <a:cubicBezTo>
                    <a:pt x="86213" y="87858"/>
                    <a:pt x="101411" y="74240"/>
                    <a:pt x="101411" y="49022"/>
                  </a:cubicBezTo>
                  <a:cubicBezTo>
                    <a:pt x="101411" y="20273"/>
                    <a:pt x="78614" y="98"/>
                    <a:pt x="47712" y="98"/>
                  </a:cubicBezTo>
                  <a:cubicBezTo>
                    <a:pt x="19090" y="98"/>
                    <a:pt x="346" y="23299"/>
                    <a:pt x="346" y="45743"/>
                  </a:cubicBezTo>
                  <a:cubicBezTo>
                    <a:pt x="346" y="59866"/>
                    <a:pt x="13011" y="59866"/>
                    <a:pt x="13771" y="59866"/>
                  </a:cubicBezTo>
                  <a:cubicBezTo>
                    <a:pt x="18077" y="59866"/>
                    <a:pt x="26942" y="56839"/>
                    <a:pt x="26942" y="46500"/>
                  </a:cubicBezTo>
                  <a:cubicBezTo>
                    <a:pt x="26942" y="39943"/>
                    <a:pt x="22383" y="33386"/>
                    <a:pt x="13518" y="33386"/>
                  </a:cubicBezTo>
                  <a:cubicBezTo>
                    <a:pt x="11491" y="33386"/>
                    <a:pt x="10985" y="33386"/>
                    <a:pt x="10225" y="33638"/>
                  </a:cubicBezTo>
                  <a:cubicBezTo>
                    <a:pt x="16051" y="17246"/>
                    <a:pt x="29728" y="7916"/>
                    <a:pt x="44419" y="7916"/>
                  </a:cubicBezTo>
                  <a:cubicBezTo>
                    <a:pt x="67469" y="7916"/>
                    <a:pt x="78361" y="28342"/>
                    <a:pt x="78361" y="49022"/>
                  </a:cubicBezTo>
                  <a:cubicBezTo>
                    <a:pt x="78361" y="69196"/>
                    <a:pt x="65696" y="89119"/>
                    <a:pt x="51765" y="104754"/>
                  </a:cubicBezTo>
                  <a:lnTo>
                    <a:pt x="3132" y="158722"/>
                  </a:lnTo>
                  <a:cubicBezTo>
                    <a:pt x="346" y="161496"/>
                    <a:pt x="346" y="162000"/>
                    <a:pt x="346" y="168053"/>
                  </a:cubicBezTo>
                  <a:lnTo>
                    <a:pt x="94318" y="168053"/>
                  </a:lnTo>
                  <a:lnTo>
                    <a:pt x="101411" y="124173"/>
                  </a:lnTo>
                  <a:lnTo>
                    <a:pt x="95078" y="124173"/>
                  </a:lnTo>
                  <a:cubicBezTo>
                    <a:pt x="93812" y="131738"/>
                    <a:pt x="92039" y="142834"/>
                    <a:pt x="89506" y="146617"/>
                  </a:cubicBezTo>
                  <a:cubicBezTo>
                    <a:pt x="87733" y="148634"/>
                    <a:pt x="71015" y="148634"/>
                    <a:pt x="65443" y="148634"/>
                  </a:cubicBezTo>
                  <a:lnTo>
                    <a:pt x="19850" y="148634"/>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98" name="Freeform: Shape 5697">
              <a:extLst>
                <a:ext uri="{FF2B5EF4-FFF2-40B4-BE49-F238E27FC236}">
                  <a16:creationId xmlns:a16="http://schemas.microsoft.com/office/drawing/2014/main" id="{D14EB7C5-56F4-253A-A141-052BD072501E}"/>
                </a:ext>
              </a:extLst>
            </p:cNvPr>
            <p:cNvSpPr/>
            <p:nvPr>
              <p:custDataLst>
                <p:tags r:id="rId139"/>
              </p:custDataLst>
            </p:nvPr>
          </p:nvSpPr>
          <p:spPr>
            <a:xfrm>
              <a:off x="14369762" y="5613106"/>
              <a:ext cx="112209" cy="170728"/>
            </a:xfrm>
            <a:custGeom>
              <a:avLst/>
              <a:gdLst>
                <a:gd name="connsiteX0" fmla="*/ 67728 w 112209"/>
                <a:gd name="connsiteY0" fmla="*/ 129216 h 170728"/>
                <a:gd name="connsiteX1" fmla="*/ 67728 w 112209"/>
                <a:gd name="connsiteY1" fmla="*/ 151156 h 170728"/>
                <a:gd name="connsiteX2" fmla="*/ 48477 w 112209"/>
                <a:gd name="connsiteY2" fmla="*/ 163009 h 170728"/>
                <a:gd name="connsiteX3" fmla="*/ 43158 w 112209"/>
                <a:gd name="connsiteY3" fmla="*/ 163009 h 170728"/>
                <a:gd name="connsiteX4" fmla="*/ 43158 w 112209"/>
                <a:gd name="connsiteY4" fmla="*/ 170827 h 170728"/>
                <a:gd name="connsiteX5" fmla="*/ 77353 w 112209"/>
                <a:gd name="connsiteY5" fmla="*/ 170070 h 170728"/>
                <a:gd name="connsiteX6" fmla="*/ 111801 w 112209"/>
                <a:gd name="connsiteY6" fmla="*/ 170827 h 170728"/>
                <a:gd name="connsiteX7" fmla="*/ 111801 w 112209"/>
                <a:gd name="connsiteY7" fmla="*/ 163009 h 170728"/>
                <a:gd name="connsiteX8" fmla="*/ 106482 w 112209"/>
                <a:gd name="connsiteY8" fmla="*/ 163009 h 170728"/>
                <a:gd name="connsiteX9" fmla="*/ 87231 w 112209"/>
                <a:gd name="connsiteY9" fmla="*/ 151156 h 170728"/>
                <a:gd name="connsiteX10" fmla="*/ 87231 w 112209"/>
                <a:gd name="connsiteY10" fmla="*/ 129216 h 170728"/>
                <a:gd name="connsiteX11" fmla="*/ 112561 w 112209"/>
                <a:gd name="connsiteY11" fmla="*/ 129216 h 170728"/>
                <a:gd name="connsiteX12" fmla="*/ 112561 w 112209"/>
                <a:gd name="connsiteY12" fmla="*/ 121399 h 170728"/>
                <a:gd name="connsiteX13" fmla="*/ 87231 w 112209"/>
                <a:gd name="connsiteY13" fmla="*/ 121399 h 170728"/>
                <a:gd name="connsiteX14" fmla="*/ 87231 w 112209"/>
                <a:gd name="connsiteY14" fmla="*/ 6655 h 170728"/>
                <a:gd name="connsiteX15" fmla="*/ 83178 w 112209"/>
                <a:gd name="connsiteY15" fmla="*/ 98 h 170728"/>
                <a:gd name="connsiteX16" fmla="*/ 78113 w 112209"/>
                <a:gd name="connsiteY16" fmla="*/ 3124 h 170728"/>
                <a:gd name="connsiteX17" fmla="*/ 351 w 112209"/>
                <a:gd name="connsiteY17" fmla="*/ 121399 h 170728"/>
                <a:gd name="connsiteX18" fmla="*/ 351 w 112209"/>
                <a:gd name="connsiteY18" fmla="*/ 129216 h 170728"/>
                <a:gd name="connsiteX19" fmla="*/ 67728 w 112209"/>
                <a:gd name="connsiteY19" fmla="*/ 129216 h 170728"/>
                <a:gd name="connsiteX20" fmla="*/ 69247 w 112209"/>
                <a:gd name="connsiteY20" fmla="*/ 121399 h 170728"/>
                <a:gd name="connsiteX21" fmla="*/ 7443 w 112209"/>
                <a:gd name="connsiteY21" fmla="*/ 121399 h 170728"/>
                <a:gd name="connsiteX22" fmla="*/ 69247 w 112209"/>
                <a:gd name="connsiteY22" fmla="*/ 27334 h 170728"/>
                <a:gd name="connsiteX23" fmla="*/ 69247 w 112209"/>
                <a:gd name="connsiteY23" fmla="*/ 121399 h 17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2209" h="170728">
                  <a:moveTo>
                    <a:pt x="67728" y="129216"/>
                  </a:moveTo>
                  <a:lnTo>
                    <a:pt x="67728" y="151156"/>
                  </a:lnTo>
                  <a:cubicBezTo>
                    <a:pt x="67728" y="160235"/>
                    <a:pt x="67221" y="163009"/>
                    <a:pt x="48477" y="163009"/>
                  </a:cubicBezTo>
                  <a:lnTo>
                    <a:pt x="43158" y="163009"/>
                  </a:lnTo>
                  <a:lnTo>
                    <a:pt x="43158" y="170827"/>
                  </a:lnTo>
                  <a:cubicBezTo>
                    <a:pt x="53543" y="170070"/>
                    <a:pt x="66714" y="170070"/>
                    <a:pt x="77353" y="170070"/>
                  </a:cubicBezTo>
                  <a:cubicBezTo>
                    <a:pt x="87991" y="170070"/>
                    <a:pt x="101416" y="170070"/>
                    <a:pt x="111801" y="170827"/>
                  </a:cubicBezTo>
                  <a:lnTo>
                    <a:pt x="111801" y="163009"/>
                  </a:lnTo>
                  <a:lnTo>
                    <a:pt x="106482" y="163009"/>
                  </a:lnTo>
                  <a:cubicBezTo>
                    <a:pt x="87738" y="163009"/>
                    <a:pt x="87231" y="160235"/>
                    <a:pt x="87231" y="151156"/>
                  </a:cubicBezTo>
                  <a:lnTo>
                    <a:pt x="87231" y="129216"/>
                  </a:lnTo>
                  <a:lnTo>
                    <a:pt x="112561" y="129216"/>
                  </a:lnTo>
                  <a:lnTo>
                    <a:pt x="112561" y="121399"/>
                  </a:lnTo>
                  <a:lnTo>
                    <a:pt x="87231" y="121399"/>
                  </a:lnTo>
                  <a:lnTo>
                    <a:pt x="87231" y="6655"/>
                  </a:lnTo>
                  <a:cubicBezTo>
                    <a:pt x="87231" y="1611"/>
                    <a:pt x="87231" y="98"/>
                    <a:pt x="83178" y="98"/>
                  </a:cubicBezTo>
                  <a:cubicBezTo>
                    <a:pt x="80899" y="98"/>
                    <a:pt x="80139" y="98"/>
                    <a:pt x="78113" y="3124"/>
                  </a:cubicBezTo>
                  <a:lnTo>
                    <a:pt x="351" y="121399"/>
                  </a:lnTo>
                  <a:lnTo>
                    <a:pt x="351" y="129216"/>
                  </a:lnTo>
                  <a:lnTo>
                    <a:pt x="67728" y="129216"/>
                  </a:lnTo>
                  <a:close/>
                  <a:moveTo>
                    <a:pt x="69247" y="121399"/>
                  </a:moveTo>
                  <a:lnTo>
                    <a:pt x="7443" y="121399"/>
                  </a:lnTo>
                  <a:lnTo>
                    <a:pt x="69247" y="27334"/>
                  </a:lnTo>
                  <a:lnTo>
                    <a:pt x="69247" y="121399"/>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99" name="Freeform: Shape 5698">
              <a:extLst>
                <a:ext uri="{FF2B5EF4-FFF2-40B4-BE49-F238E27FC236}">
                  <a16:creationId xmlns:a16="http://schemas.microsoft.com/office/drawing/2014/main" id="{7085ACF9-6885-8887-2A0E-8FC4E0C8DF39}"/>
                </a:ext>
              </a:extLst>
            </p:cNvPr>
            <p:cNvSpPr/>
            <p:nvPr>
              <p:custDataLst>
                <p:tags r:id="rId140"/>
              </p:custDataLst>
            </p:nvPr>
          </p:nvSpPr>
          <p:spPr>
            <a:xfrm>
              <a:off x="14672947" y="5572001"/>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0" name="Freeform: Shape 5699">
              <a:extLst>
                <a:ext uri="{FF2B5EF4-FFF2-40B4-BE49-F238E27FC236}">
                  <a16:creationId xmlns:a16="http://schemas.microsoft.com/office/drawing/2014/main" id="{62306948-6AE6-72F6-A472-867E68544272}"/>
                </a:ext>
              </a:extLst>
            </p:cNvPr>
            <p:cNvSpPr/>
            <p:nvPr>
              <p:custDataLst>
                <p:tags r:id="rId141"/>
              </p:custDataLst>
            </p:nvPr>
          </p:nvSpPr>
          <p:spPr>
            <a:xfrm>
              <a:off x="8061869" y="5874622"/>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1" name="Freeform: Shape 5700">
              <a:extLst>
                <a:ext uri="{FF2B5EF4-FFF2-40B4-BE49-F238E27FC236}">
                  <a16:creationId xmlns:a16="http://schemas.microsoft.com/office/drawing/2014/main" id="{814B6817-6992-4DCB-7780-C946DF8D624C}"/>
                </a:ext>
              </a:extLst>
            </p:cNvPr>
            <p:cNvSpPr/>
            <p:nvPr>
              <p:custDataLst>
                <p:tags r:id="rId142"/>
              </p:custDataLst>
            </p:nvPr>
          </p:nvSpPr>
          <p:spPr>
            <a:xfrm>
              <a:off x="8611720" y="5918501"/>
              <a:ext cx="83587" cy="167954"/>
            </a:xfrm>
            <a:custGeom>
              <a:avLst/>
              <a:gdLst>
                <a:gd name="connsiteX0" fmla="*/ 52049 w 83587"/>
                <a:gd name="connsiteY0" fmla="*/ 6667 h 167954"/>
                <a:gd name="connsiteX1" fmla="*/ 46224 w 83587"/>
                <a:gd name="connsiteY1" fmla="*/ 110 h 167954"/>
                <a:gd name="connsiteX2" fmla="*/ 124 w 83587"/>
                <a:gd name="connsiteY2" fmla="*/ 16250 h 167954"/>
                <a:gd name="connsiteX3" fmla="*/ 124 w 83587"/>
                <a:gd name="connsiteY3" fmla="*/ 24067 h 167954"/>
                <a:gd name="connsiteX4" fmla="*/ 33306 w 83587"/>
                <a:gd name="connsiteY4" fmla="*/ 17511 h 167954"/>
                <a:gd name="connsiteX5" fmla="*/ 33306 w 83587"/>
                <a:gd name="connsiteY5" fmla="*/ 148142 h 167954"/>
                <a:gd name="connsiteX6" fmla="*/ 9749 w 83587"/>
                <a:gd name="connsiteY6" fmla="*/ 160247 h 167954"/>
                <a:gd name="connsiteX7" fmla="*/ 1644 w 83587"/>
                <a:gd name="connsiteY7" fmla="*/ 160247 h 167954"/>
                <a:gd name="connsiteX8" fmla="*/ 1644 w 83587"/>
                <a:gd name="connsiteY8" fmla="*/ 168065 h 167954"/>
                <a:gd name="connsiteX9" fmla="*/ 42678 w 83587"/>
                <a:gd name="connsiteY9" fmla="*/ 167308 h 167954"/>
                <a:gd name="connsiteX10" fmla="*/ 83711 w 83587"/>
                <a:gd name="connsiteY10" fmla="*/ 168065 h 167954"/>
                <a:gd name="connsiteX11" fmla="*/ 83711 w 83587"/>
                <a:gd name="connsiteY11" fmla="*/ 160247 h 167954"/>
                <a:gd name="connsiteX12" fmla="*/ 75606 w 83587"/>
                <a:gd name="connsiteY12" fmla="*/ 160247 h 167954"/>
                <a:gd name="connsiteX13" fmla="*/ 52049 w 83587"/>
                <a:gd name="connsiteY13" fmla="*/ 148142 h 167954"/>
                <a:gd name="connsiteX14" fmla="*/ 52049 w 83587"/>
                <a:gd name="connsiteY14" fmla="*/ 6667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049" y="6667"/>
                  </a:moveTo>
                  <a:cubicBezTo>
                    <a:pt x="52049" y="614"/>
                    <a:pt x="52049" y="110"/>
                    <a:pt x="46224" y="110"/>
                  </a:cubicBezTo>
                  <a:cubicBezTo>
                    <a:pt x="30519" y="16250"/>
                    <a:pt x="8230" y="16250"/>
                    <a:pt x="124" y="16250"/>
                  </a:cubicBezTo>
                  <a:lnTo>
                    <a:pt x="124" y="24067"/>
                  </a:lnTo>
                  <a:cubicBezTo>
                    <a:pt x="5190" y="24067"/>
                    <a:pt x="20134" y="24067"/>
                    <a:pt x="33306" y="17511"/>
                  </a:cubicBezTo>
                  <a:lnTo>
                    <a:pt x="33306" y="148142"/>
                  </a:lnTo>
                  <a:cubicBezTo>
                    <a:pt x="33306" y="157221"/>
                    <a:pt x="32546" y="160247"/>
                    <a:pt x="9749" y="160247"/>
                  </a:cubicBezTo>
                  <a:lnTo>
                    <a:pt x="1644" y="160247"/>
                  </a:lnTo>
                  <a:lnTo>
                    <a:pt x="1644" y="168065"/>
                  </a:lnTo>
                  <a:cubicBezTo>
                    <a:pt x="10509" y="167308"/>
                    <a:pt x="32546" y="167308"/>
                    <a:pt x="42678" y="167308"/>
                  </a:cubicBezTo>
                  <a:cubicBezTo>
                    <a:pt x="52809" y="167308"/>
                    <a:pt x="74846" y="167308"/>
                    <a:pt x="83711" y="168065"/>
                  </a:cubicBezTo>
                  <a:lnTo>
                    <a:pt x="83711" y="160247"/>
                  </a:lnTo>
                  <a:lnTo>
                    <a:pt x="75606" y="160247"/>
                  </a:lnTo>
                  <a:cubicBezTo>
                    <a:pt x="52809" y="160247"/>
                    <a:pt x="52049" y="157473"/>
                    <a:pt x="52049" y="148142"/>
                  </a:cubicBezTo>
                  <a:lnTo>
                    <a:pt x="52049" y="6667"/>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2" name="Freeform: Shape 5701">
              <a:extLst>
                <a:ext uri="{FF2B5EF4-FFF2-40B4-BE49-F238E27FC236}">
                  <a16:creationId xmlns:a16="http://schemas.microsoft.com/office/drawing/2014/main" id="{AB6B92AE-1BCD-35D1-F431-3F0EDDC9C466}"/>
                </a:ext>
              </a:extLst>
            </p:cNvPr>
            <p:cNvSpPr/>
            <p:nvPr>
              <p:custDataLst>
                <p:tags r:id="rId143"/>
              </p:custDataLst>
            </p:nvPr>
          </p:nvSpPr>
          <p:spPr>
            <a:xfrm>
              <a:off x="9233000" y="5874622"/>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3" name="Freeform: Shape 5702">
              <a:extLst>
                <a:ext uri="{FF2B5EF4-FFF2-40B4-BE49-F238E27FC236}">
                  <a16:creationId xmlns:a16="http://schemas.microsoft.com/office/drawing/2014/main" id="{ED798C51-D1B9-2CF7-E170-32C60FB857EA}"/>
                </a:ext>
              </a:extLst>
            </p:cNvPr>
            <p:cNvSpPr/>
            <p:nvPr>
              <p:custDataLst>
                <p:tags r:id="rId144"/>
              </p:custDataLst>
            </p:nvPr>
          </p:nvSpPr>
          <p:spPr>
            <a:xfrm>
              <a:off x="9399922" y="5918501"/>
              <a:ext cx="106636" cy="173502"/>
            </a:xfrm>
            <a:custGeom>
              <a:avLst/>
              <a:gdLst>
                <a:gd name="connsiteX0" fmla="*/ 106793 w 106636"/>
                <a:gd name="connsiteY0" fmla="*/ 87366 h 173502"/>
                <a:gd name="connsiteX1" fmla="*/ 96661 w 106636"/>
                <a:gd name="connsiteY1" fmla="*/ 28354 h 173502"/>
                <a:gd name="connsiteX2" fmla="*/ 53601 w 106636"/>
                <a:gd name="connsiteY2" fmla="*/ 110 h 173502"/>
                <a:gd name="connsiteX3" fmla="*/ 9528 w 106636"/>
                <a:gd name="connsiteY3" fmla="*/ 30120 h 173502"/>
                <a:gd name="connsiteX4" fmla="*/ 156 w 106636"/>
                <a:gd name="connsiteY4" fmla="*/ 87366 h 173502"/>
                <a:gd name="connsiteX5" fmla="*/ 11554 w 106636"/>
                <a:gd name="connsiteY5" fmla="*/ 148142 h 173502"/>
                <a:gd name="connsiteX6" fmla="*/ 53347 w 106636"/>
                <a:gd name="connsiteY6" fmla="*/ 173613 h 173502"/>
                <a:gd name="connsiteX7" fmla="*/ 97421 w 106636"/>
                <a:gd name="connsiteY7" fmla="*/ 144359 h 173502"/>
                <a:gd name="connsiteX8" fmla="*/ 106793 w 106636"/>
                <a:gd name="connsiteY8" fmla="*/ 87366 h 173502"/>
                <a:gd name="connsiteX9" fmla="*/ 53347 w 106636"/>
                <a:gd name="connsiteY9" fmla="*/ 168065 h 173502"/>
                <a:gd name="connsiteX10" fmla="*/ 23965 w 106636"/>
                <a:gd name="connsiteY10" fmla="*/ 137550 h 173502"/>
                <a:gd name="connsiteX11" fmla="*/ 21179 w 106636"/>
                <a:gd name="connsiteY11" fmla="*/ 84339 h 173502"/>
                <a:gd name="connsiteX12" fmla="*/ 23205 w 106636"/>
                <a:gd name="connsiteY12" fmla="*/ 37937 h 173502"/>
                <a:gd name="connsiteX13" fmla="*/ 53347 w 106636"/>
                <a:gd name="connsiteY13" fmla="*/ 5658 h 173502"/>
                <a:gd name="connsiteX14" fmla="*/ 83236 w 106636"/>
                <a:gd name="connsiteY14" fmla="*/ 35163 h 173502"/>
                <a:gd name="connsiteX15" fmla="*/ 85769 w 106636"/>
                <a:gd name="connsiteY15" fmla="*/ 84339 h 173502"/>
                <a:gd name="connsiteX16" fmla="*/ 82983 w 106636"/>
                <a:gd name="connsiteY16" fmla="*/ 136542 h 173502"/>
                <a:gd name="connsiteX17" fmla="*/ 53347 w 106636"/>
                <a:gd name="connsiteY17" fmla="*/ 168065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793" y="87366"/>
                  </a:moveTo>
                  <a:cubicBezTo>
                    <a:pt x="106793" y="67191"/>
                    <a:pt x="105526" y="47016"/>
                    <a:pt x="96661" y="28354"/>
                  </a:cubicBezTo>
                  <a:cubicBezTo>
                    <a:pt x="85009" y="4145"/>
                    <a:pt x="64239" y="110"/>
                    <a:pt x="53601" y="110"/>
                  </a:cubicBezTo>
                  <a:cubicBezTo>
                    <a:pt x="38403" y="110"/>
                    <a:pt x="19913" y="6667"/>
                    <a:pt x="9528" y="30120"/>
                  </a:cubicBezTo>
                  <a:cubicBezTo>
                    <a:pt x="1422" y="47520"/>
                    <a:pt x="156" y="67191"/>
                    <a:pt x="156" y="87366"/>
                  </a:cubicBezTo>
                  <a:cubicBezTo>
                    <a:pt x="156" y="106279"/>
                    <a:pt x="1169" y="128976"/>
                    <a:pt x="11554" y="148142"/>
                  </a:cubicBezTo>
                  <a:cubicBezTo>
                    <a:pt x="22446" y="168569"/>
                    <a:pt x="40936" y="173613"/>
                    <a:pt x="53347" y="173613"/>
                  </a:cubicBezTo>
                  <a:cubicBezTo>
                    <a:pt x="67025" y="173613"/>
                    <a:pt x="86276" y="168317"/>
                    <a:pt x="97421" y="144359"/>
                  </a:cubicBezTo>
                  <a:cubicBezTo>
                    <a:pt x="105526" y="126959"/>
                    <a:pt x="106793" y="107288"/>
                    <a:pt x="106793" y="87366"/>
                  </a:cubicBezTo>
                  <a:close/>
                  <a:moveTo>
                    <a:pt x="53347" y="168065"/>
                  </a:moveTo>
                  <a:cubicBezTo>
                    <a:pt x="43469" y="168065"/>
                    <a:pt x="28525" y="161760"/>
                    <a:pt x="23965" y="137550"/>
                  </a:cubicBezTo>
                  <a:cubicBezTo>
                    <a:pt x="21179" y="122419"/>
                    <a:pt x="21179" y="99218"/>
                    <a:pt x="21179" y="84339"/>
                  </a:cubicBezTo>
                  <a:cubicBezTo>
                    <a:pt x="21179" y="68200"/>
                    <a:pt x="21179" y="51555"/>
                    <a:pt x="23205" y="37937"/>
                  </a:cubicBezTo>
                  <a:cubicBezTo>
                    <a:pt x="28018" y="7928"/>
                    <a:pt x="47015" y="5658"/>
                    <a:pt x="53347" y="5658"/>
                  </a:cubicBezTo>
                  <a:cubicBezTo>
                    <a:pt x="61706" y="5658"/>
                    <a:pt x="78424" y="10197"/>
                    <a:pt x="83236" y="35163"/>
                  </a:cubicBezTo>
                  <a:cubicBezTo>
                    <a:pt x="85769" y="49286"/>
                    <a:pt x="85769" y="68452"/>
                    <a:pt x="85769" y="84339"/>
                  </a:cubicBezTo>
                  <a:cubicBezTo>
                    <a:pt x="85769" y="103253"/>
                    <a:pt x="85769" y="120402"/>
                    <a:pt x="82983" y="136542"/>
                  </a:cubicBezTo>
                  <a:cubicBezTo>
                    <a:pt x="79184" y="160499"/>
                    <a:pt x="64746" y="168065"/>
                    <a:pt x="53347" y="168065"/>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4" name="Freeform: Shape 5703">
              <a:extLst>
                <a:ext uri="{FF2B5EF4-FFF2-40B4-BE49-F238E27FC236}">
                  <a16:creationId xmlns:a16="http://schemas.microsoft.com/office/drawing/2014/main" id="{4B880EDC-AE07-2DA7-5401-8D23DB1A6DB6}"/>
                </a:ext>
              </a:extLst>
            </p:cNvPr>
            <p:cNvSpPr/>
            <p:nvPr>
              <p:custDataLst>
                <p:tags r:id="rId145"/>
              </p:custDataLst>
            </p:nvPr>
          </p:nvSpPr>
          <p:spPr>
            <a:xfrm>
              <a:off x="9538474" y="6059724"/>
              <a:ext cx="26849" cy="26731"/>
            </a:xfrm>
            <a:custGeom>
              <a:avLst/>
              <a:gdLst>
                <a:gd name="connsiteX0" fmla="*/ 27010 w 26849"/>
                <a:gd name="connsiteY0" fmla="*/ 13476 h 26731"/>
                <a:gd name="connsiteX1" fmla="*/ 13585 w 26849"/>
                <a:gd name="connsiteY1" fmla="*/ 110 h 26731"/>
                <a:gd name="connsiteX2" fmla="*/ 161 w 26849"/>
                <a:gd name="connsiteY2" fmla="*/ 13476 h 26731"/>
                <a:gd name="connsiteX3" fmla="*/ 13585 w 26849"/>
                <a:gd name="connsiteY3" fmla="*/ 26841 h 26731"/>
                <a:gd name="connsiteX4" fmla="*/ 27010 w 26849"/>
                <a:gd name="connsiteY4" fmla="*/ 13476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10" y="13476"/>
                  </a:moveTo>
                  <a:cubicBezTo>
                    <a:pt x="27010" y="6162"/>
                    <a:pt x="20931" y="110"/>
                    <a:pt x="13585" y="110"/>
                  </a:cubicBezTo>
                  <a:cubicBezTo>
                    <a:pt x="6240" y="110"/>
                    <a:pt x="161" y="6162"/>
                    <a:pt x="161" y="13476"/>
                  </a:cubicBezTo>
                  <a:cubicBezTo>
                    <a:pt x="161" y="20789"/>
                    <a:pt x="6240" y="26841"/>
                    <a:pt x="13585" y="26841"/>
                  </a:cubicBezTo>
                  <a:cubicBezTo>
                    <a:pt x="20931" y="26841"/>
                    <a:pt x="27010" y="20789"/>
                    <a:pt x="27010" y="1347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5" name="Freeform: Shape 5704">
              <a:extLst>
                <a:ext uri="{FF2B5EF4-FFF2-40B4-BE49-F238E27FC236}">
                  <a16:creationId xmlns:a16="http://schemas.microsoft.com/office/drawing/2014/main" id="{24AE7EF4-88BD-875A-74BD-24CE1991F07C}"/>
                </a:ext>
              </a:extLst>
            </p:cNvPr>
            <p:cNvSpPr/>
            <p:nvPr>
              <p:custDataLst>
                <p:tags r:id="rId146"/>
              </p:custDataLst>
            </p:nvPr>
          </p:nvSpPr>
          <p:spPr>
            <a:xfrm>
              <a:off x="9601235" y="5915979"/>
              <a:ext cx="108663" cy="176024"/>
            </a:xfrm>
            <a:custGeom>
              <a:avLst/>
              <a:gdLst>
                <a:gd name="connsiteX0" fmla="*/ 106547 w 108663"/>
                <a:gd name="connsiteY0" fmla="*/ 17006 h 176024"/>
                <a:gd name="connsiteX1" fmla="*/ 108827 w 108663"/>
                <a:gd name="connsiteY1" fmla="*/ 8180 h 176024"/>
                <a:gd name="connsiteX2" fmla="*/ 47276 w 108663"/>
                <a:gd name="connsiteY2" fmla="*/ 8180 h 176024"/>
                <a:gd name="connsiteX3" fmla="*/ 14854 w 108663"/>
                <a:gd name="connsiteY3" fmla="*/ 110 h 176024"/>
                <a:gd name="connsiteX4" fmla="*/ 8522 w 108663"/>
                <a:gd name="connsiteY4" fmla="*/ 110 h 176024"/>
                <a:gd name="connsiteX5" fmla="*/ 163 w 108663"/>
                <a:gd name="connsiteY5" fmla="*/ 52060 h 176024"/>
                <a:gd name="connsiteX6" fmla="*/ 6496 w 108663"/>
                <a:gd name="connsiteY6" fmla="*/ 52060 h 176024"/>
                <a:gd name="connsiteX7" fmla="*/ 12828 w 108663"/>
                <a:gd name="connsiteY7" fmla="*/ 29111 h 176024"/>
                <a:gd name="connsiteX8" fmla="*/ 37651 w 108663"/>
                <a:gd name="connsiteY8" fmla="*/ 27598 h 176024"/>
                <a:gd name="connsiteX9" fmla="*/ 90083 w 108663"/>
                <a:gd name="connsiteY9" fmla="*/ 27598 h 176024"/>
                <a:gd name="connsiteX10" fmla="*/ 61714 w 108663"/>
                <a:gd name="connsiteY10" fmla="*/ 67443 h 176024"/>
                <a:gd name="connsiteX11" fmla="*/ 30559 w 108663"/>
                <a:gd name="connsiteY11" fmla="*/ 162264 h 176024"/>
                <a:gd name="connsiteX12" fmla="*/ 42210 w 108663"/>
                <a:gd name="connsiteY12" fmla="*/ 176135 h 176024"/>
                <a:gd name="connsiteX13" fmla="*/ 53862 w 108663"/>
                <a:gd name="connsiteY13" fmla="*/ 162264 h 176024"/>
                <a:gd name="connsiteX14" fmla="*/ 53862 w 108663"/>
                <a:gd name="connsiteY14" fmla="*/ 149403 h 176024"/>
                <a:gd name="connsiteX15" fmla="*/ 56648 w 108663"/>
                <a:gd name="connsiteY15" fmla="*/ 108045 h 176024"/>
                <a:gd name="connsiteX16" fmla="*/ 72352 w 108663"/>
                <a:gd name="connsiteY16" fmla="*/ 64921 h 176024"/>
                <a:gd name="connsiteX17" fmla="*/ 106547 w 108663"/>
                <a:gd name="connsiteY17" fmla="*/ 17006 h 17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8663" h="176024">
                  <a:moveTo>
                    <a:pt x="106547" y="17006"/>
                  </a:moveTo>
                  <a:cubicBezTo>
                    <a:pt x="108827" y="13980"/>
                    <a:pt x="108827" y="13476"/>
                    <a:pt x="108827" y="8180"/>
                  </a:cubicBezTo>
                  <a:lnTo>
                    <a:pt x="47276" y="8180"/>
                  </a:lnTo>
                  <a:cubicBezTo>
                    <a:pt x="16374" y="8180"/>
                    <a:pt x="15868" y="4901"/>
                    <a:pt x="14854" y="110"/>
                  </a:cubicBezTo>
                  <a:lnTo>
                    <a:pt x="8522" y="110"/>
                  </a:lnTo>
                  <a:lnTo>
                    <a:pt x="163" y="52060"/>
                  </a:lnTo>
                  <a:lnTo>
                    <a:pt x="6496" y="52060"/>
                  </a:lnTo>
                  <a:cubicBezTo>
                    <a:pt x="7256" y="48025"/>
                    <a:pt x="9535" y="32137"/>
                    <a:pt x="12828" y="29111"/>
                  </a:cubicBezTo>
                  <a:cubicBezTo>
                    <a:pt x="14601" y="27598"/>
                    <a:pt x="34358" y="27598"/>
                    <a:pt x="37651" y="27598"/>
                  </a:cubicBezTo>
                  <a:lnTo>
                    <a:pt x="90083" y="27598"/>
                  </a:lnTo>
                  <a:cubicBezTo>
                    <a:pt x="87297" y="31633"/>
                    <a:pt x="67286" y="59121"/>
                    <a:pt x="61714" y="67443"/>
                  </a:cubicBezTo>
                  <a:cubicBezTo>
                    <a:pt x="38917" y="101488"/>
                    <a:pt x="30559" y="136542"/>
                    <a:pt x="30559" y="162264"/>
                  </a:cubicBezTo>
                  <a:cubicBezTo>
                    <a:pt x="30559" y="164786"/>
                    <a:pt x="30559" y="176135"/>
                    <a:pt x="42210" y="176135"/>
                  </a:cubicBezTo>
                  <a:cubicBezTo>
                    <a:pt x="53862" y="176135"/>
                    <a:pt x="53862" y="164786"/>
                    <a:pt x="53862" y="162264"/>
                  </a:cubicBezTo>
                  <a:lnTo>
                    <a:pt x="53862" y="149403"/>
                  </a:lnTo>
                  <a:cubicBezTo>
                    <a:pt x="53862" y="135533"/>
                    <a:pt x="54622" y="121663"/>
                    <a:pt x="56648" y="108045"/>
                  </a:cubicBezTo>
                  <a:cubicBezTo>
                    <a:pt x="57661" y="102245"/>
                    <a:pt x="61207" y="80557"/>
                    <a:pt x="72352" y="64921"/>
                  </a:cubicBezTo>
                  <a:lnTo>
                    <a:pt x="106547" y="17006"/>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6" name="Freeform: Shape 5705">
              <a:extLst>
                <a:ext uri="{FF2B5EF4-FFF2-40B4-BE49-F238E27FC236}">
                  <a16:creationId xmlns:a16="http://schemas.microsoft.com/office/drawing/2014/main" id="{5E4A0EC9-DC1C-9BA3-38C8-A29C92ED3EE9}"/>
                </a:ext>
              </a:extLst>
            </p:cNvPr>
            <p:cNvSpPr/>
            <p:nvPr>
              <p:custDataLst>
                <p:tags r:id="rId147"/>
              </p:custDataLst>
            </p:nvPr>
          </p:nvSpPr>
          <p:spPr>
            <a:xfrm>
              <a:off x="9724337" y="5918501"/>
              <a:ext cx="105117" cy="173502"/>
            </a:xfrm>
            <a:custGeom>
              <a:avLst/>
              <a:gdLst>
                <a:gd name="connsiteX0" fmla="*/ 62985 w 105117"/>
                <a:gd name="connsiteY0" fmla="*/ 79296 h 173502"/>
                <a:gd name="connsiteX1" fmla="*/ 98447 w 105117"/>
                <a:gd name="connsiteY1" fmla="*/ 34911 h 173502"/>
                <a:gd name="connsiteX2" fmla="*/ 51840 w 105117"/>
                <a:gd name="connsiteY2" fmla="*/ 110 h 173502"/>
                <a:gd name="connsiteX3" fmla="*/ 7007 w 105117"/>
                <a:gd name="connsiteY3" fmla="*/ 34407 h 173502"/>
                <a:gd name="connsiteX4" fmla="*/ 19925 w 105117"/>
                <a:gd name="connsiteY4" fmla="*/ 47520 h 173502"/>
                <a:gd name="connsiteX5" fmla="*/ 32843 w 105117"/>
                <a:gd name="connsiteY5" fmla="*/ 34659 h 173502"/>
                <a:gd name="connsiteX6" fmla="*/ 17139 w 105117"/>
                <a:gd name="connsiteY6" fmla="*/ 22050 h 173502"/>
                <a:gd name="connsiteX7" fmla="*/ 50827 w 105117"/>
                <a:gd name="connsiteY7" fmla="*/ 6414 h 173502"/>
                <a:gd name="connsiteX8" fmla="*/ 75144 w 105117"/>
                <a:gd name="connsiteY8" fmla="*/ 34659 h 173502"/>
                <a:gd name="connsiteX9" fmla="*/ 68051 w 105117"/>
                <a:gd name="connsiteY9" fmla="*/ 63408 h 173502"/>
                <a:gd name="connsiteX10" fmla="*/ 45508 w 105117"/>
                <a:gd name="connsiteY10" fmla="*/ 76522 h 173502"/>
                <a:gd name="connsiteX11" fmla="*/ 35630 w 105117"/>
                <a:gd name="connsiteY11" fmla="*/ 77278 h 173502"/>
                <a:gd name="connsiteX12" fmla="*/ 31830 w 105117"/>
                <a:gd name="connsiteY12" fmla="*/ 80304 h 173502"/>
                <a:gd name="connsiteX13" fmla="*/ 37909 w 105117"/>
                <a:gd name="connsiteY13" fmla="*/ 83078 h 173502"/>
                <a:gd name="connsiteX14" fmla="*/ 49054 w 105117"/>
                <a:gd name="connsiteY14" fmla="*/ 83078 h 173502"/>
                <a:gd name="connsiteX15" fmla="*/ 79196 w 105117"/>
                <a:gd name="connsiteY15" fmla="*/ 124941 h 173502"/>
                <a:gd name="connsiteX16" fmla="*/ 50574 w 105117"/>
                <a:gd name="connsiteY16" fmla="*/ 166552 h 173502"/>
                <a:gd name="connsiteX17" fmla="*/ 11820 w 105117"/>
                <a:gd name="connsiteY17" fmla="*/ 147386 h 173502"/>
                <a:gd name="connsiteX18" fmla="*/ 28537 w 105117"/>
                <a:gd name="connsiteY18" fmla="*/ 133515 h 173502"/>
                <a:gd name="connsiteX19" fmla="*/ 14353 w 105117"/>
                <a:gd name="connsiteY19" fmla="*/ 119393 h 173502"/>
                <a:gd name="connsiteX20" fmla="*/ 168 w 105117"/>
                <a:gd name="connsiteY20" fmla="*/ 134020 h 173502"/>
                <a:gd name="connsiteX21" fmla="*/ 51334 w 105117"/>
                <a:gd name="connsiteY21" fmla="*/ 173613 h 173502"/>
                <a:gd name="connsiteX22" fmla="*/ 105286 w 105117"/>
                <a:gd name="connsiteY22" fmla="*/ 124941 h 173502"/>
                <a:gd name="connsiteX23" fmla="*/ 62985 w 105117"/>
                <a:gd name="connsiteY23" fmla="*/ 79296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17" h="173502">
                  <a:moveTo>
                    <a:pt x="62985" y="79296"/>
                  </a:moveTo>
                  <a:cubicBezTo>
                    <a:pt x="83756" y="72487"/>
                    <a:pt x="98447" y="54834"/>
                    <a:pt x="98447" y="34911"/>
                  </a:cubicBezTo>
                  <a:cubicBezTo>
                    <a:pt x="98447" y="14232"/>
                    <a:pt x="76157" y="110"/>
                    <a:pt x="51840" y="110"/>
                  </a:cubicBezTo>
                  <a:cubicBezTo>
                    <a:pt x="26258" y="110"/>
                    <a:pt x="7007" y="15241"/>
                    <a:pt x="7007" y="34407"/>
                  </a:cubicBezTo>
                  <a:cubicBezTo>
                    <a:pt x="7007" y="42729"/>
                    <a:pt x="12580" y="47520"/>
                    <a:pt x="19925" y="47520"/>
                  </a:cubicBezTo>
                  <a:cubicBezTo>
                    <a:pt x="27777" y="47520"/>
                    <a:pt x="32843" y="41972"/>
                    <a:pt x="32843" y="34659"/>
                  </a:cubicBezTo>
                  <a:cubicBezTo>
                    <a:pt x="32843" y="22050"/>
                    <a:pt x="20939" y="22050"/>
                    <a:pt x="17139" y="22050"/>
                  </a:cubicBezTo>
                  <a:cubicBezTo>
                    <a:pt x="24991" y="9693"/>
                    <a:pt x="41709" y="6414"/>
                    <a:pt x="50827" y="6414"/>
                  </a:cubicBezTo>
                  <a:cubicBezTo>
                    <a:pt x="61212" y="6414"/>
                    <a:pt x="75144" y="11962"/>
                    <a:pt x="75144" y="34659"/>
                  </a:cubicBezTo>
                  <a:cubicBezTo>
                    <a:pt x="75144" y="37685"/>
                    <a:pt x="74637" y="52312"/>
                    <a:pt x="68051" y="63408"/>
                  </a:cubicBezTo>
                  <a:cubicBezTo>
                    <a:pt x="60452" y="75513"/>
                    <a:pt x="51840" y="76269"/>
                    <a:pt x="45508" y="76522"/>
                  </a:cubicBezTo>
                  <a:cubicBezTo>
                    <a:pt x="43482" y="76774"/>
                    <a:pt x="37403" y="77278"/>
                    <a:pt x="35630" y="77278"/>
                  </a:cubicBezTo>
                  <a:cubicBezTo>
                    <a:pt x="33603" y="77530"/>
                    <a:pt x="31830" y="77783"/>
                    <a:pt x="31830" y="80304"/>
                  </a:cubicBezTo>
                  <a:cubicBezTo>
                    <a:pt x="31830" y="83078"/>
                    <a:pt x="33603" y="83078"/>
                    <a:pt x="37909" y="83078"/>
                  </a:cubicBezTo>
                  <a:lnTo>
                    <a:pt x="49054" y="83078"/>
                  </a:lnTo>
                  <a:cubicBezTo>
                    <a:pt x="69824" y="83078"/>
                    <a:pt x="79196" y="100227"/>
                    <a:pt x="79196" y="124941"/>
                  </a:cubicBezTo>
                  <a:cubicBezTo>
                    <a:pt x="79196" y="159238"/>
                    <a:pt x="61719" y="166552"/>
                    <a:pt x="50574" y="166552"/>
                  </a:cubicBezTo>
                  <a:cubicBezTo>
                    <a:pt x="39682" y="166552"/>
                    <a:pt x="20685" y="162264"/>
                    <a:pt x="11820" y="147386"/>
                  </a:cubicBezTo>
                  <a:cubicBezTo>
                    <a:pt x="20685" y="148646"/>
                    <a:pt x="28537" y="143098"/>
                    <a:pt x="28537" y="133515"/>
                  </a:cubicBezTo>
                  <a:cubicBezTo>
                    <a:pt x="28537" y="124437"/>
                    <a:pt x="21698" y="119393"/>
                    <a:pt x="14353" y="119393"/>
                  </a:cubicBezTo>
                  <a:cubicBezTo>
                    <a:pt x="8274" y="119393"/>
                    <a:pt x="168" y="122924"/>
                    <a:pt x="168" y="134020"/>
                  </a:cubicBezTo>
                  <a:cubicBezTo>
                    <a:pt x="168" y="156969"/>
                    <a:pt x="23725" y="173613"/>
                    <a:pt x="51334" y="173613"/>
                  </a:cubicBezTo>
                  <a:cubicBezTo>
                    <a:pt x="82236" y="173613"/>
                    <a:pt x="105286" y="150664"/>
                    <a:pt x="105286" y="124941"/>
                  </a:cubicBezTo>
                  <a:cubicBezTo>
                    <a:pt x="105286" y="104262"/>
                    <a:pt x="89328" y="84592"/>
                    <a:pt x="62985" y="7929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7" name="Freeform: Shape 5706">
              <a:extLst>
                <a:ext uri="{FF2B5EF4-FFF2-40B4-BE49-F238E27FC236}">
                  <a16:creationId xmlns:a16="http://schemas.microsoft.com/office/drawing/2014/main" id="{0DA524A9-571B-3409-9931-90458CB50D7F}"/>
                </a:ext>
              </a:extLst>
            </p:cNvPr>
            <p:cNvSpPr/>
            <p:nvPr>
              <p:custDataLst>
                <p:tags r:id="rId148"/>
              </p:custDataLst>
            </p:nvPr>
          </p:nvSpPr>
          <p:spPr>
            <a:xfrm>
              <a:off x="9862889" y="5918501"/>
              <a:ext cx="83587" cy="167954"/>
            </a:xfrm>
            <a:custGeom>
              <a:avLst/>
              <a:gdLst>
                <a:gd name="connsiteX0" fmla="*/ 52099 w 83587"/>
                <a:gd name="connsiteY0" fmla="*/ 6667 h 167954"/>
                <a:gd name="connsiteX1" fmla="*/ 46273 w 83587"/>
                <a:gd name="connsiteY1" fmla="*/ 110 h 167954"/>
                <a:gd name="connsiteX2" fmla="*/ 173 w 83587"/>
                <a:gd name="connsiteY2" fmla="*/ 16250 h 167954"/>
                <a:gd name="connsiteX3" fmla="*/ 173 w 83587"/>
                <a:gd name="connsiteY3" fmla="*/ 24067 h 167954"/>
                <a:gd name="connsiteX4" fmla="*/ 33355 w 83587"/>
                <a:gd name="connsiteY4" fmla="*/ 17511 h 167954"/>
                <a:gd name="connsiteX5" fmla="*/ 33355 w 83587"/>
                <a:gd name="connsiteY5" fmla="*/ 148142 h 167954"/>
                <a:gd name="connsiteX6" fmla="*/ 9799 w 83587"/>
                <a:gd name="connsiteY6" fmla="*/ 160247 h 167954"/>
                <a:gd name="connsiteX7" fmla="*/ 1693 w 83587"/>
                <a:gd name="connsiteY7" fmla="*/ 160247 h 167954"/>
                <a:gd name="connsiteX8" fmla="*/ 1693 w 83587"/>
                <a:gd name="connsiteY8" fmla="*/ 168065 h 167954"/>
                <a:gd name="connsiteX9" fmla="*/ 42727 w 83587"/>
                <a:gd name="connsiteY9" fmla="*/ 167308 h 167954"/>
                <a:gd name="connsiteX10" fmla="*/ 83761 w 83587"/>
                <a:gd name="connsiteY10" fmla="*/ 168065 h 167954"/>
                <a:gd name="connsiteX11" fmla="*/ 83761 w 83587"/>
                <a:gd name="connsiteY11" fmla="*/ 160247 h 167954"/>
                <a:gd name="connsiteX12" fmla="*/ 75655 w 83587"/>
                <a:gd name="connsiteY12" fmla="*/ 160247 h 167954"/>
                <a:gd name="connsiteX13" fmla="*/ 52099 w 83587"/>
                <a:gd name="connsiteY13" fmla="*/ 148142 h 167954"/>
                <a:gd name="connsiteX14" fmla="*/ 52099 w 83587"/>
                <a:gd name="connsiteY14" fmla="*/ 6667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099" y="6667"/>
                  </a:moveTo>
                  <a:cubicBezTo>
                    <a:pt x="52099" y="614"/>
                    <a:pt x="52099" y="110"/>
                    <a:pt x="46273" y="110"/>
                  </a:cubicBezTo>
                  <a:cubicBezTo>
                    <a:pt x="30569" y="16250"/>
                    <a:pt x="8279" y="16250"/>
                    <a:pt x="173" y="16250"/>
                  </a:cubicBezTo>
                  <a:lnTo>
                    <a:pt x="173" y="24067"/>
                  </a:lnTo>
                  <a:cubicBezTo>
                    <a:pt x="5239" y="24067"/>
                    <a:pt x="20184" y="24067"/>
                    <a:pt x="33355" y="17511"/>
                  </a:cubicBezTo>
                  <a:lnTo>
                    <a:pt x="33355" y="148142"/>
                  </a:lnTo>
                  <a:cubicBezTo>
                    <a:pt x="33355" y="157221"/>
                    <a:pt x="32595" y="160247"/>
                    <a:pt x="9799" y="160247"/>
                  </a:cubicBezTo>
                  <a:lnTo>
                    <a:pt x="1693" y="160247"/>
                  </a:lnTo>
                  <a:lnTo>
                    <a:pt x="1693" y="168065"/>
                  </a:lnTo>
                  <a:cubicBezTo>
                    <a:pt x="10558" y="167308"/>
                    <a:pt x="32595" y="167308"/>
                    <a:pt x="42727" y="167308"/>
                  </a:cubicBezTo>
                  <a:cubicBezTo>
                    <a:pt x="52859" y="167308"/>
                    <a:pt x="74895" y="167308"/>
                    <a:pt x="83761" y="168065"/>
                  </a:cubicBezTo>
                  <a:lnTo>
                    <a:pt x="83761" y="160247"/>
                  </a:lnTo>
                  <a:lnTo>
                    <a:pt x="75655" y="160247"/>
                  </a:lnTo>
                  <a:cubicBezTo>
                    <a:pt x="52859" y="160247"/>
                    <a:pt x="52099" y="157473"/>
                    <a:pt x="52099" y="148142"/>
                  </a:cubicBezTo>
                  <a:lnTo>
                    <a:pt x="52099" y="6667"/>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8" name="Freeform: Shape 5707">
              <a:extLst>
                <a:ext uri="{FF2B5EF4-FFF2-40B4-BE49-F238E27FC236}">
                  <a16:creationId xmlns:a16="http://schemas.microsoft.com/office/drawing/2014/main" id="{C014F8B1-C4DC-0EEE-E7AE-370409262E98}"/>
                </a:ext>
              </a:extLst>
            </p:cNvPr>
            <p:cNvSpPr/>
            <p:nvPr>
              <p:custDataLst>
                <p:tags r:id="rId149"/>
              </p:custDataLst>
            </p:nvPr>
          </p:nvSpPr>
          <p:spPr>
            <a:xfrm>
              <a:off x="10113904" y="5874622"/>
              <a:ext cx="10131" cy="302621"/>
            </a:xfrm>
            <a:custGeom>
              <a:avLst/>
              <a:gdLst>
                <a:gd name="connsiteX0" fmla="*/ 0 w 10131"/>
                <a:gd name="connsiteY0" fmla="*/ 0 h 302621"/>
                <a:gd name="connsiteX1" fmla="*/ 10131 w 10131"/>
                <a:gd name="connsiteY1" fmla="*/ 0 h 302621"/>
                <a:gd name="connsiteX2" fmla="*/ 10131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1" y="0"/>
                  </a:lnTo>
                  <a:lnTo>
                    <a:pt x="10131"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09" name="Freeform: Shape 5708">
              <a:extLst>
                <a:ext uri="{FF2B5EF4-FFF2-40B4-BE49-F238E27FC236}">
                  <a16:creationId xmlns:a16="http://schemas.microsoft.com/office/drawing/2014/main" id="{20EA3094-C2E9-EBDD-DFE5-CCA3C9615B1C}"/>
                </a:ext>
              </a:extLst>
            </p:cNvPr>
            <p:cNvSpPr/>
            <p:nvPr>
              <p:custDataLst>
                <p:tags r:id="rId150"/>
              </p:custDataLst>
            </p:nvPr>
          </p:nvSpPr>
          <p:spPr>
            <a:xfrm>
              <a:off x="10284315" y="5918501"/>
              <a:ext cx="101064" cy="167954"/>
            </a:xfrm>
            <a:custGeom>
              <a:avLst/>
              <a:gdLst>
                <a:gd name="connsiteX0" fmla="*/ 19694 w 101064"/>
                <a:gd name="connsiteY0" fmla="*/ 148646 h 167954"/>
                <a:gd name="connsiteX1" fmla="*/ 46543 w 101064"/>
                <a:gd name="connsiteY1" fmla="*/ 122671 h 167954"/>
                <a:gd name="connsiteX2" fmla="*/ 101255 w 101064"/>
                <a:gd name="connsiteY2" fmla="*/ 49034 h 167954"/>
                <a:gd name="connsiteX3" fmla="*/ 47556 w 101064"/>
                <a:gd name="connsiteY3" fmla="*/ 110 h 167954"/>
                <a:gd name="connsiteX4" fmla="*/ 190 w 101064"/>
                <a:gd name="connsiteY4" fmla="*/ 45755 h 167954"/>
                <a:gd name="connsiteX5" fmla="*/ 13615 w 101064"/>
                <a:gd name="connsiteY5" fmla="*/ 59877 h 167954"/>
                <a:gd name="connsiteX6" fmla="*/ 26786 w 101064"/>
                <a:gd name="connsiteY6" fmla="*/ 46512 h 167954"/>
                <a:gd name="connsiteX7" fmla="*/ 13362 w 101064"/>
                <a:gd name="connsiteY7" fmla="*/ 33398 h 167954"/>
                <a:gd name="connsiteX8" fmla="*/ 10069 w 101064"/>
                <a:gd name="connsiteY8" fmla="*/ 33650 h 167954"/>
                <a:gd name="connsiteX9" fmla="*/ 44264 w 101064"/>
                <a:gd name="connsiteY9" fmla="*/ 7928 h 167954"/>
                <a:gd name="connsiteX10" fmla="*/ 78205 w 101064"/>
                <a:gd name="connsiteY10" fmla="*/ 49034 h 167954"/>
                <a:gd name="connsiteX11" fmla="*/ 51609 w 101064"/>
                <a:gd name="connsiteY11" fmla="*/ 104766 h 167954"/>
                <a:gd name="connsiteX12" fmla="*/ 2977 w 101064"/>
                <a:gd name="connsiteY12" fmla="*/ 158734 h 167954"/>
                <a:gd name="connsiteX13" fmla="*/ 190 w 101064"/>
                <a:gd name="connsiteY13" fmla="*/ 168065 h 167954"/>
                <a:gd name="connsiteX14" fmla="*/ 94163 w 101064"/>
                <a:gd name="connsiteY14" fmla="*/ 168065 h 167954"/>
                <a:gd name="connsiteX15" fmla="*/ 101255 w 101064"/>
                <a:gd name="connsiteY15" fmla="*/ 124185 h 167954"/>
                <a:gd name="connsiteX16" fmla="*/ 94922 w 101064"/>
                <a:gd name="connsiteY16" fmla="*/ 124185 h 167954"/>
                <a:gd name="connsiteX17" fmla="*/ 89350 w 101064"/>
                <a:gd name="connsiteY17" fmla="*/ 146629 h 167954"/>
                <a:gd name="connsiteX18" fmla="*/ 65287 w 101064"/>
                <a:gd name="connsiteY18" fmla="*/ 148646 h 167954"/>
                <a:gd name="connsiteX19" fmla="*/ 19694 w 101064"/>
                <a:gd name="connsiteY19" fmla="*/ 148646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1064" h="167954">
                  <a:moveTo>
                    <a:pt x="19694" y="148646"/>
                  </a:moveTo>
                  <a:lnTo>
                    <a:pt x="46543" y="122671"/>
                  </a:lnTo>
                  <a:cubicBezTo>
                    <a:pt x="86057" y="87870"/>
                    <a:pt x="101255" y="74252"/>
                    <a:pt x="101255" y="49034"/>
                  </a:cubicBezTo>
                  <a:cubicBezTo>
                    <a:pt x="101255" y="20285"/>
                    <a:pt x="78458" y="110"/>
                    <a:pt x="47556" y="110"/>
                  </a:cubicBezTo>
                  <a:cubicBezTo>
                    <a:pt x="18934" y="110"/>
                    <a:pt x="190" y="23311"/>
                    <a:pt x="190" y="45755"/>
                  </a:cubicBezTo>
                  <a:cubicBezTo>
                    <a:pt x="190" y="59877"/>
                    <a:pt x="12855" y="59877"/>
                    <a:pt x="13615" y="59877"/>
                  </a:cubicBezTo>
                  <a:cubicBezTo>
                    <a:pt x="17921" y="59877"/>
                    <a:pt x="26786" y="56851"/>
                    <a:pt x="26786" y="46512"/>
                  </a:cubicBezTo>
                  <a:cubicBezTo>
                    <a:pt x="26786" y="39955"/>
                    <a:pt x="22227" y="33398"/>
                    <a:pt x="13362" y="33398"/>
                  </a:cubicBezTo>
                  <a:cubicBezTo>
                    <a:pt x="11335" y="33398"/>
                    <a:pt x="10829" y="33398"/>
                    <a:pt x="10069" y="33650"/>
                  </a:cubicBezTo>
                  <a:cubicBezTo>
                    <a:pt x="15895" y="17258"/>
                    <a:pt x="29572" y="7928"/>
                    <a:pt x="44264" y="7928"/>
                  </a:cubicBezTo>
                  <a:cubicBezTo>
                    <a:pt x="67313" y="7928"/>
                    <a:pt x="78205" y="28354"/>
                    <a:pt x="78205" y="49034"/>
                  </a:cubicBezTo>
                  <a:cubicBezTo>
                    <a:pt x="78205" y="69208"/>
                    <a:pt x="65540" y="89131"/>
                    <a:pt x="51609" y="104766"/>
                  </a:cubicBezTo>
                  <a:lnTo>
                    <a:pt x="2977" y="158734"/>
                  </a:lnTo>
                  <a:cubicBezTo>
                    <a:pt x="190" y="161508"/>
                    <a:pt x="190" y="162012"/>
                    <a:pt x="190" y="168065"/>
                  </a:cubicBezTo>
                  <a:lnTo>
                    <a:pt x="94163" y="168065"/>
                  </a:lnTo>
                  <a:lnTo>
                    <a:pt x="101255" y="124185"/>
                  </a:lnTo>
                  <a:lnTo>
                    <a:pt x="94922" y="124185"/>
                  </a:lnTo>
                  <a:cubicBezTo>
                    <a:pt x="93656" y="131750"/>
                    <a:pt x="91883" y="142846"/>
                    <a:pt x="89350" y="146629"/>
                  </a:cubicBezTo>
                  <a:cubicBezTo>
                    <a:pt x="87577" y="148646"/>
                    <a:pt x="70859" y="148646"/>
                    <a:pt x="65287" y="148646"/>
                  </a:cubicBezTo>
                  <a:lnTo>
                    <a:pt x="19694" y="148646"/>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0" name="Freeform: Shape 5709">
              <a:extLst>
                <a:ext uri="{FF2B5EF4-FFF2-40B4-BE49-F238E27FC236}">
                  <a16:creationId xmlns:a16="http://schemas.microsoft.com/office/drawing/2014/main" id="{276A0480-9C3D-AA9D-D6B7-5A8940CC796D}"/>
                </a:ext>
              </a:extLst>
            </p:cNvPr>
            <p:cNvSpPr/>
            <p:nvPr>
              <p:custDataLst>
                <p:tags r:id="rId151"/>
              </p:custDataLst>
            </p:nvPr>
          </p:nvSpPr>
          <p:spPr>
            <a:xfrm>
              <a:off x="10420081" y="6059724"/>
              <a:ext cx="26849" cy="26731"/>
            </a:xfrm>
            <a:custGeom>
              <a:avLst/>
              <a:gdLst>
                <a:gd name="connsiteX0" fmla="*/ 27045 w 26849"/>
                <a:gd name="connsiteY0" fmla="*/ 13476 h 26731"/>
                <a:gd name="connsiteX1" fmla="*/ 13620 w 26849"/>
                <a:gd name="connsiteY1" fmla="*/ 110 h 26731"/>
                <a:gd name="connsiteX2" fmla="*/ 195 w 26849"/>
                <a:gd name="connsiteY2" fmla="*/ 13476 h 26731"/>
                <a:gd name="connsiteX3" fmla="*/ 13620 w 26849"/>
                <a:gd name="connsiteY3" fmla="*/ 26841 h 26731"/>
                <a:gd name="connsiteX4" fmla="*/ 27045 w 26849"/>
                <a:gd name="connsiteY4" fmla="*/ 13476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45" y="13476"/>
                  </a:moveTo>
                  <a:cubicBezTo>
                    <a:pt x="27045" y="6162"/>
                    <a:pt x="20965" y="110"/>
                    <a:pt x="13620" y="110"/>
                  </a:cubicBezTo>
                  <a:cubicBezTo>
                    <a:pt x="6274" y="110"/>
                    <a:pt x="195" y="6162"/>
                    <a:pt x="195" y="13476"/>
                  </a:cubicBezTo>
                  <a:cubicBezTo>
                    <a:pt x="195" y="20789"/>
                    <a:pt x="6274" y="26841"/>
                    <a:pt x="13620" y="26841"/>
                  </a:cubicBezTo>
                  <a:cubicBezTo>
                    <a:pt x="20965" y="26841"/>
                    <a:pt x="27045" y="20789"/>
                    <a:pt x="27045" y="1347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1" name="Freeform: Shape 5710">
              <a:extLst>
                <a:ext uri="{FF2B5EF4-FFF2-40B4-BE49-F238E27FC236}">
                  <a16:creationId xmlns:a16="http://schemas.microsoft.com/office/drawing/2014/main" id="{D09A4C10-6464-65A7-B5B8-810F9B4BCE56}"/>
                </a:ext>
              </a:extLst>
            </p:cNvPr>
            <p:cNvSpPr/>
            <p:nvPr>
              <p:custDataLst>
                <p:tags r:id="rId152"/>
              </p:custDataLst>
            </p:nvPr>
          </p:nvSpPr>
          <p:spPr>
            <a:xfrm>
              <a:off x="10482842" y="5915979"/>
              <a:ext cx="108663" cy="176024"/>
            </a:xfrm>
            <a:custGeom>
              <a:avLst/>
              <a:gdLst>
                <a:gd name="connsiteX0" fmla="*/ 106582 w 108663"/>
                <a:gd name="connsiteY0" fmla="*/ 17006 h 176024"/>
                <a:gd name="connsiteX1" fmla="*/ 108861 w 108663"/>
                <a:gd name="connsiteY1" fmla="*/ 8180 h 176024"/>
                <a:gd name="connsiteX2" fmla="*/ 47311 w 108663"/>
                <a:gd name="connsiteY2" fmla="*/ 8180 h 176024"/>
                <a:gd name="connsiteX3" fmla="*/ 14889 w 108663"/>
                <a:gd name="connsiteY3" fmla="*/ 110 h 176024"/>
                <a:gd name="connsiteX4" fmla="*/ 8557 w 108663"/>
                <a:gd name="connsiteY4" fmla="*/ 110 h 176024"/>
                <a:gd name="connsiteX5" fmla="*/ 198 w 108663"/>
                <a:gd name="connsiteY5" fmla="*/ 52060 h 176024"/>
                <a:gd name="connsiteX6" fmla="*/ 6530 w 108663"/>
                <a:gd name="connsiteY6" fmla="*/ 52060 h 176024"/>
                <a:gd name="connsiteX7" fmla="*/ 12863 w 108663"/>
                <a:gd name="connsiteY7" fmla="*/ 29111 h 176024"/>
                <a:gd name="connsiteX8" fmla="*/ 37686 w 108663"/>
                <a:gd name="connsiteY8" fmla="*/ 27598 h 176024"/>
                <a:gd name="connsiteX9" fmla="*/ 90118 w 108663"/>
                <a:gd name="connsiteY9" fmla="*/ 27598 h 176024"/>
                <a:gd name="connsiteX10" fmla="*/ 61749 w 108663"/>
                <a:gd name="connsiteY10" fmla="*/ 67443 h 176024"/>
                <a:gd name="connsiteX11" fmla="*/ 30593 w 108663"/>
                <a:gd name="connsiteY11" fmla="*/ 162264 h 176024"/>
                <a:gd name="connsiteX12" fmla="*/ 42245 w 108663"/>
                <a:gd name="connsiteY12" fmla="*/ 176135 h 176024"/>
                <a:gd name="connsiteX13" fmla="*/ 53896 w 108663"/>
                <a:gd name="connsiteY13" fmla="*/ 162264 h 176024"/>
                <a:gd name="connsiteX14" fmla="*/ 53896 w 108663"/>
                <a:gd name="connsiteY14" fmla="*/ 149403 h 176024"/>
                <a:gd name="connsiteX15" fmla="*/ 56683 w 108663"/>
                <a:gd name="connsiteY15" fmla="*/ 108045 h 176024"/>
                <a:gd name="connsiteX16" fmla="*/ 72387 w 108663"/>
                <a:gd name="connsiteY16" fmla="*/ 64921 h 176024"/>
                <a:gd name="connsiteX17" fmla="*/ 106582 w 108663"/>
                <a:gd name="connsiteY17" fmla="*/ 17006 h 17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8663" h="176024">
                  <a:moveTo>
                    <a:pt x="106582" y="17006"/>
                  </a:moveTo>
                  <a:cubicBezTo>
                    <a:pt x="108861" y="13980"/>
                    <a:pt x="108861" y="13476"/>
                    <a:pt x="108861" y="8180"/>
                  </a:cubicBezTo>
                  <a:lnTo>
                    <a:pt x="47311" y="8180"/>
                  </a:lnTo>
                  <a:cubicBezTo>
                    <a:pt x="16409" y="8180"/>
                    <a:pt x="15902" y="4901"/>
                    <a:pt x="14889" y="110"/>
                  </a:cubicBezTo>
                  <a:lnTo>
                    <a:pt x="8557" y="110"/>
                  </a:lnTo>
                  <a:lnTo>
                    <a:pt x="198" y="52060"/>
                  </a:lnTo>
                  <a:lnTo>
                    <a:pt x="6530" y="52060"/>
                  </a:lnTo>
                  <a:cubicBezTo>
                    <a:pt x="7290" y="48025"/>
                    <a:pt x="9570" y="32137"/>
                    <a:pt x="12863" y="29111"/>
                  </a:cubicBezTo>
                  <a:cubicBezTo>
                    <a:pt x="14636" y="27598"/>
                    <a:pt x="34393" y="27598"/>
                    <a:pt x="37686" y="27598"/>
                  </a:cubicBezTo>
                  <a:lnTo>
                    <a:pt x="90118" y="27598"/>
                  </a:lnTo>
                  <a:cubicBezTo>
                    <a:pt x="87331" y="31633"/>
                    <a:pt x="67321" y="59121"/>
                    <a:pt x="61749" y="67443"/>
                  </a:cubicBezTo>
                  <a:cubicBezTo>
                    <a:pt x="38952" y="101488"/>
                    <a:pt x="30593" y="136542"/>
                    <a:pt x="30593" y="162264"/>
                  </a:cubicBezTo>
                  <a:cubicBezTo>
                    <a:pt x="30593" y="164786"/>
                    <a:pt x="30593" y="176135"/>
                    <a:pt x="42245" y="176135"/>
                  </a:cubicBezTo>
                  <a:cubicBezTo>
                    <a:pt x="53896" y="176135"/>
                    <a:pt x="53896" y="164786"/>
                    <a:pt x="53896" y="162264"/>
                  </a:cubicBezTo>
                  <a:lnTo>
                    <a:pt x="53896" y="149403"/>
                  </a:lnTo>
                  <a:cubicBezTo>
                    <a:pt x="53896" y="135533"/>
                    <a:pt x="54656" y="121663"/>
                    <a:pt x="56683" y="108045"/>
                  </a:cubicBezTo>
                  <a:cubicBezTo>
                    <a:pt x="57696" y="102245"/>
                    <a:pt x="61242" y="80557"/>
                    <a:pt x="72387" y="64921"/>
                  </a:cubicBezTo>
                  <a:lnTo>
                    <a:pt x="106582" y="17006"/>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2" name="Freeform: Shape 5711">
              <a:extLst>
                <a:ext uri="{FF2B5EF4-FFF2-40B4-BE49-F238E27FC236}">
                  <a16:creationId xmlns:a16="http://schemas.microsoft.com/office/drawing/2014/main" id="{64F12E90-5366-3515-85DC-7988F6124E06}"/>
                </a:ext>
              </a:extLst>
            </p:cNvPr>
            <p:cNvSpPr/>
            <p:nvPr>
              <p:custDataLst>
                <p:tags r:id="rId153"/>
              </p:custDataLst>
            </p:nvPr>
          </p:nvSpPr>
          <p:spPr>
            <a:xfrm>
              <a:off x="10617849" y="5918501"/>
              <a:ext cx="83587" cy="167954"/>
            </a:xfrm>
            <a:custGeom>
              <a:avLst/>
              <a:gdLst>
                <a:gd name="connsiteX0" fmla="*/ 52128 w 83587"/>
                <a:gd name="connsiteY0" fmla="*/ 6667 h 167954"/>
                <a:gd name="connsiteX1" fmla="*/ 46303 w 83587"/>
                <a:gd name="connsiteY1" fmla="*/ 110 h 167954"/>
                <a:gd name="connsiteX2" fmla="*/ 203 w 83587"/>
                <a:gd name="connsiteY2" fmla="*/ 16250 h 167954"/>
                <a:gd name="connsiteX3" fmla="*/ 203 w 83587"/>
                <a:gd name="connsiteY3" fmla="*/ 24067 h 167954"/>
                <a:gd name="connsiteX4" fmla="*/ 33385 w 83587"/>
                <a:gd name="connsiteY4" fmla="*/ 17511 h 167954"/>
                <a:gd name="connsiteX5" fmla="*/ 33385 w 83587"/>
                <a:gd name="connsiteY5" fmla="*/ 148142 h 167954"/>
                <a:gd name="connsiteX6" fmla="*/ 9828 w 83587"/>
                <a:gd name="connsiteY6" fmla="*/ 160247 h 167954"/>
                <a:gd name="connsiteX7" fmla="*/ 1723 w 83587"/>
                <a:gd name="connsiteY7" fmla="*/ 160247 h 167954"/>
                <a:gd name="connsiteX8" fmla="*/ 1723 w 83587"/>
                <a:gd name="connsiteY8" fmla="*/ 168065 h 167954"/>
                <a:gd name="connsiteX9" fmla="*/ 42757 w 83587"/>
                <a:gd name="connsiteY9" fmla="*/ 167308 h 167954"/>
                <a:gd name="connsiteX10" fmla="*/ 83790 w 83587"/>
                <a:gd name="connsiteY10" fmla="*/ 168065 h 167954"/>
                <a:gd name="connsiteX11" fmla="*/ 83790 w 83587"/>
                <a:gd name="connsiteY11" fmla="*/ 160247 h 167954"/>
                <a:gd name="connsiteX12" fmla="*/ 75685 w 83587"/>
                <a:gd name="connsiteY12" fmla="*/ 160247 h 167954"/>
                <a:gd name="connsiteX13" fmla="*/ 52128 w 83587"/>
                <a:gd name="connsiteY13" fmla="*/ 148142 h 167954"/>
                <a:gd name="connsiteX14" fmla="*/ 52128 w 83587"/>
                <a:gd name="connsiteY14" fmla="*/ 6667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128" y="6667"/>
                  </a:moveTo>
                  <a:cubicBezTo>
                    <a:pt x="52128" y="614"/>
                    <a:pt x="52128" y="110"/>
                    <a:pt x="46303" y="110"/>
                  </a:cubicBezTo>
                  <a:cubicBezTo>
                    <a:pt x="30598" y="16250"/>
                    <a:pt x="8308" y="16250"/>
                    <a:pt x="203" y="16250"/>
                  </a:cubicBezTo>
                  <a:lnTo>
                    <a:pt x="203" y="24067"/>
                  </a:lnTo>
                  <a:cubicBezTo>
                    <a:pt x="5269" y="24067"/>
                    <a:pt x="20213" y="24067"/>
                    <a:pt x="33385" y="17511"/>
                  </a:cubicBezTo>
                  <a:lnTo>
                    <a:pt x="33385" y="148142"/>
                  </a:lnTo>
                  <a:cubicBezTo>
                    <a:pt x="33385" y="157221"/>
                    <a:pt x="32625" y="160247"/>
                    <a:pt x="9828" y="160247"/>
                  </a:cubicBezTo>
                  <a:lnTo>
                    <a:pt x="1723" y="160247"/>
                  </a:lnTo>
                  <a:lnTo>
                    <a:pt x="1723" y="168065"/>
                  </a:lnTo>
                  <a:cubicBezTo>
                    <a:pt x="10588" y="167308"/>
                    <a:pt x="32625" y="167308"/>
                    <a:pt x="42757" y="167308"/>
                  </a:cubicBezTo>
                  <a:cubicBezTo>
                    <a:pt x="52888" y="167308"/>
                    <a:pt x="74925" y="167308"/>
                    <a:pt x="83790" y="168065"/>
                  </a:cubicBezTo>
                  <a:lnTo>
                    <a:pt x="83790" y="160247"/>
                  </a:lnTo>
                  <a:lnTo>
                    <a:pt x="75685" y="160247"/>
                  </a:lnTo>
                  <a:cubicBezTo>
                    <a:pt x="52888" y="160247"/>
                    <a:pt x="52128" y="157473"/>
                    <a:pt x="52128" y="148142"/>
                  </a:cubicBezTo>
                  <a:lnTo>
                    <a:pt x="52128" y="6667"/>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3" name="Freeform: Shape 5712">
              <a:extLst>
                <a:ext uri="{FF2B5EF4-FFF2-40B4-BE49-F238E27FC236}">
                  <a16:creationId xmlns:a16="http://schemas.microsoft.com/office/drawing/2014/main" id="{3A139223-D6B2-73C6-B048-0F7D95392CEB}"/>
                </a:ext>
              </a:extLst>
            </p:cNvPr>
            <p:cNvSpPr/>
            <p:nvPr>
              <p:custDataLst>
                <p:tags r:id="rId154"/>
              </p:custDataLst>
            </p:nvPr>
          </p:nvSpPr>
          <p:spPr>
            <a:xfrm>
              <a:off x="10732591" y="5918501"/>
              <a:ext cx="105117" cy="173502"/>
            </a:xfrm>
            <a:custGeom>
              <a:avLst/>
              <a:gdLst>
                <a:gd name="connsiteX0" fmla="*/ 30857 w 105117"/>
                <a:gd name="connsiteY0" fmla="*/ 52816 h 173502"/>
                <a:gd name="connsiteX1" fmla="*/ 18192 w 105117"/>
                <a:gd name="connsiteY1" fmla="*/ 32389 h 173502"/>
                <a:gd name="connsiteX2" fmla="*/ 52640 w 105117"/>
                <a:gd name="connsiteY2" fmla="*/ 6414 h 173502"/>
                <a:gd name="connsiteX3" fmla="*/ 87341 w 105117"/>
                <a:gd name="connsiteY3" fmla="*/ 37685 h 173502"/>
                <a:gd name="connsiteX4" fmla="*/ 62265 w 105117"/>
                <a:gd name="connsiteY4" fmla="*/ 72991 h 173502"/>
                <a:gd name="connsiteX5" fmla="*/ 30857 w 105117"/>
                <a:gd name="connsiteY5" fmla="*/ 52816 h 173502"/>
                <a:gd name="connsiteX6" fmla="*/ 67838 w 105117"/>
                <a:gd name="connsiteY6" fmla="*/ 76774 h 173502"/>
                <a:gd name="connsiteX7" fmla="*/ 98486 w 105117"/>
                <a:gd name="connsiteY7" fmla="*/ 37685 h 173502"/>
                <a:gd name="connsiteX8" fmla="*/ 52893 w 105117"/>
                <a:gd name="connsiteY8" fmla="*/ 110 h 173502"/>
                <a:gd name="connsiteX9" fmla="*/ 7047 w 105117"/>
                <a:gd name="connsiteY9" fmla="*/ 42225 h 173502"/>
                <a:gd name="connsiteX10" fmla="*/ 18192 w 105117"/>
                <a:gd name="connsiteY10" fmla="*/ 69965 h 173502"/>
                <a:gd name="connsiteX11" fmla="*/ 36682 w 105117"/>
                <a:gd name="connsiteY11" fmla="*/ 83583 h 173502"/>
                <a:gd name="connsiteX12" fmla="*/ 208 w 105117"/>
                <a:gd name="connsiteY12" fmla="*/ 129985 h 173502"/>
                <a:gd name="connsiteX13" fmla="*/ 52640 w 105117"/>
                <a:gd name="connsiteY13" fmla="*/ 173613 h 173502"/>
                <a:gd name="connsiteX14" fmla="*/ 105325 w 105117"/>
                <a:gd name="connsiteY14" fmla="*/ 125698 h 173502"/>
                <a:gd name="connsiteX15" fmla="*/ 92914 w 105117"/>
                <a:gd name="connsiteY15" fmla="*/ 94679 h 173502"/>
                <a:gd name="connsiteX16" fmla="*/ 67838 w 105117"/>
                <a:gd name="connsiteY16" fmla="*/ 76774 h 173502"/>
                <a:gd name="connsiteX17" fmla="*/ 42508 w 105117"/>
                <a:gd name="connsiteY17" fmla="*/ 87366 h 173502"/>
                <a:gd name="connsiteX18" fmla="*/ 73663 w 105117"/>
                <a:gd name="connsiteY18" fmla="*/ 107036 h 173502"/>
                <a:gd name="connsiteX19" fmla="*/ 92660 w 105117"/>
                <a:gd name="connsiteY19" fmla="*/ 134776 h 173502"/>
                <a:gd name="connsiteX20" fmla="*/ 52893 w 105117"/>
                <a:gd name="connsiteY20" fmla="*/ 166552 h 173502"/>
                <a:gd name="connsiteX21" fmla="*/ 12873 w 105117"/>
                <a:gd name="connsiteY21" fmla="*/ 129985 h 173502"/>
                <a:gd name="connsiteX22" fmla="*/ 42508 w 105117"/>
                <a:gd name="connsiteY22" fmla="*/ 87366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5117" h="173502">
                  <a:moveTo>
                    <a:pt x="30857" y="52816"/>
                  </a:moveTo>
                  <a:cubicBezTo>
                    <a:pt x="19205" y="45251"/>
                    <a:pt x="18192" y="36677"/>
                    <a:pt x="18192" y="32389"/>
                  </a:cubicBezTo>
                  <a:cubicBezTo>
                    <a:pt x="18192" y="17006"/>
                    <a:pt x="34656" y="6414"/>
                    <a:pt x="52640" y="6414"/>
                  </a:cubicBezTo>
                  <a:cubicBezTo>
                    <a:pt x="71130" y="6414"/>
                    <a:pt x="87341" y="19528"/>
                    <a:pt x="87341" y="37685"/>
                  </a:cubicBezTo>
                  <a:cubicBezTo>
                    <a:pt x="87341" y="52060"/>
                    <a:pt x="77463" y="64165"/>
                    <a:pt x="62265" y="72991"/>
                  </a:cubicBezTo>
                  <a:lnTo>
                    <a:pt x="30857" y="52816"/>
                  </a:lnTo>
                  <a:close/>
                  <a:moveTo>
                    <a:pt x="67838" y="76774"/>
                  </a:moveTo>
                  <a:cubicBezTo>
                    <a:pt x="86075" y="67443"/>
                    <a:pt x="98486" y="54329"/>
                    <a:pt x="98486" y="37685"/>
                  </a:cubicBezTo>
                  <a:cubicBezTo>
                    <a:pt x="98486" y="14484"/>
                    <a:pt x="75943" y="110"/>
                    <a:pt x="52893" y="110"/>
                  </a:cubicBezTo>
                  <a:cubicBezTo>
                    <a:pt x="27564" y="110"/>
                    <a:pt x="7047" y="18771"/>
                    <a:pt x="7047" y="42225"/>
                  </a:cubicBezTo>
                  <a:cubicBezTo>
                    <a:pt x="7047" y="46764"/>
                    <a:pt x="7554" y="58112"/>
                    <a:pt x="18192" y="69965"/>
                  </a:cubicBezTo>
                  <a:cubicBezTo>
                    <a:pt x="20978" y="72991"/>
                    <a:pt x="30350" y="79296"/>
                    <a:pt x="36682" y="83583"/>
                  </a:cubicBezTo>
                  <a:cubicBezTo>
                    <a:pt x="21991" y="90896"/>
                    <a:pt x="208" y="105019"/>
                    <a:pt x="208" y="129985"/>
                  </a:cubicBezTo>
                  <a:cubicBezTo>
                    <a:pt x="208" y="156716"/>
                    <a:pt x="26044" y="173613"/>
                    <a:pt x="52640" y="173613"/>
                  </a:cubicBezTo>
                  <a:cubicBezTo>
                    <a:pt x="81262" y="173613"/>
                    <a:pt x="105325" y="152681"/>
                    <a:pt x="105325" y="125698"/>
                  </a:cubicBezTo>
                  <a:cubicBezTo>
                    <a:pt x="105325" y="116619"/>
                    <a:pt x="102539" y="105271"/>
                    <a:pt x="92914" y="94679"/>
                  </a:cubicBezTo>
                  <a:cubicBezTo>
                    <a:pt x="88101" y="89383"/>
                    <a:pt x="84048" y="86861"/>
                    <a:pt x="67838" y="76774"/>
                  </a:cubicBezTo>
                  <a:close/>
                  <a:moveTo>
                    <a:pt x="42508" y="87366"/>
                  </a:moveTo>
                  <a:lnTo>
                    <a:pt x="73663" y="107036"/>
                  </a:lnTo>
                  <a:cubicBezTo>
                    <a:pt x="80756" y="111827"/>
                    <a:pt x="92660" y="119393"/>
                    <a:pt x="92660" y="134776"/>
                  </a:cubicBezTo>
                  <a:cubicBezTo>
                    <a:pt x="92660" y="153438"/>
                    <a:pt x="73663" y="166552"/>
                    <a:pt x="52893" y="166552"/>
                  </a:cubicBezTo>
                  <a:cubicBezTo>
                    <a:pt x="31110" y="166552"/>
                    <a:pt x="12873" y="150916"/>
                    <a:pt x="12873" y="129985"/>
                  </a:cubicBezTo>
                  <a:cubicBezTo>
                    <a:pt x="12873" y="115358"/>
                    <a:pt x="20978" y="99218"/>
                    <a:pt x="42508" y="8736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4" name="Freeform: Shape 5713">
              <a:extLst>
                <a:ext uri="{FF2B5EF4-FFF2-40B4-BE49-F238E27FC236}">
                  <a16:creationId xmlns:a16="http://schemas.microsoft.com/office/drawing/2014/main" id="{F4A4DF77-09F4-5465-1606-7B9777FE7CF8}"/>
                </a:ext>
              </a:extLst>
            </p:cNvPr>
            <p:cNvSpPr/>
            <p:nvPr>
              <p:custDataLst>
                <p:tags r:id="rId155"/>
              </p:custDataLst>
            </p:nvPr>
          </p:nvSpPr>
          <p:spPr>
            <a:xfrm>
              <a:off x="10996215" y="5874622"/>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5" name="Freeform: Shape 5714">
              <a:extLst>
                <a:ext uri="{FF2B5EF4-FFF2-40B4-BE49-F238E27FC236}">
                  <a16:creationId xmlns:a16="http://schemas.microsoft.com/office/drawing/2014/main" id="{C31A85D7-4523-A65B-4106-9E27F7055DC8}"/>
                </a:ext>
              </a:extLst>
            </p:cNvPr>
            <p:cNvSpPr/>
            <p:nvPr>
              <p:custDataLst>
                <p:tags r:id="rId156"/>
              </p:custDataLst>
            </p:nvPr>
          </p:nvSpPr>
          <p:spPr>
            <a:xfrm>
              <a:off x="11395058" y="5918501"/>
              <a:ext cx="83587" cy="167954"/>
            </a:xfrm>
            <a:custGeom>
              <a:avLst/>
              <a:gdLst>
                <a:gd name="connsiteX0" fmla="*/ 52159 w 83587"/>
                <a:gd name="connsiteY0" fmla="*/ 6667 h 167954"/>
                <a:gd name="connsiteX1" fmla="*/ 46333 w 83587"/>
                <a:gd name="connsiteY1" fmla="*/ 110 h 167954"/>
                <a:gd name="connsiteX2" fmla="*/ 234 w 83587"/>
                <a:gd name="connsiteY2" fmla="*/ 16250 h 167954"/>
                <a:gd name="connsiteX3" fmla="*/ 234 w 83587"/>
                <a:gd name="connsiteY3" fmla="*/ 24067 h 167954"/>
                <a:gd name="connsiteX4" fmla="*/ 33415 w 83587"/>
                <a:gd name="connsiteY4" fmla="*/ 17511 h 167954"/>
                <a:gd name="connsiteX5" fmla="*/ 33415 w 83587"/>
                <a:gd name="connsiteY5" fmla="*/ 148142 h 167954"/>
                <a:gd name="connsiteX6" fmla="*/ 9859 w 83587"/>
                <a:gd name="connsiteY6" fmla="*/ 160247 h 167954"/>
                <a:gd name="connsiteX7" fmla="*/ 1753 w 83587"/>
                <a:gd name="connsiteY7" fmla="*/ 160247 h 167954"/>
                <a:gd name="connsiteX8" fmla="*/ 1753 w 83587"/>
                <a:gd name="connsiteY8" fmla="*/ 168065 h 167954"/>
                <a:gd name="connsiteX9" fmla="*/ 42787 w 83587"/>
                <a:gd name="connsiteY9" fmla="*/ 167308 h 167954"/>
                <a:gd name="connsiteX10" fmla="*/ 83821 w 83587"/>
                <a:gd name="connsiteY10" fmla="*/ 168065 h 167954"/>
                <a:gd name="connsiteX11" fmla="*/ 83821 w 83587"/>
                <a:gd name="connsiteY11" fmla="*/ 160247 h 167954"/>
                <a:gd name="connsiteX12" fmla="*/ 75715 w 83587"/>
                <a:gd name="connsiteY12" fmla="*/ 160247 h 167954"/>
                <a:gd name="connsiteX13" fmla="*/ 52159 w 83587"/>
                <a:gd name="connsiteY13" fmla="*/ 148142 h 167954"/>
                <a:gd name="connsiteX14" fmla="*/ 52159 w 83587"/>
                <a:gd name="connsiteY14" fmla="*/ 6667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159" y="6667"/>
                  </a:moveTo>
                  <a:cubicBezTo>
                    <a:pt x="52159" y="614"/>
                    <a:pt x="52159" y="110"/>
                    <a:pt x="46333" y="110"/>
                  </a:cubicBezTo>
                  <a:cubicBezTo>
                    <a:pt x="30629" y="16250"/>
                    <a:pt x="8339" y="16250"/>
                    <a:pt x="234" y="16250"/>
                  </a:cubicBezTo>
                  <a:lnTo>
                    <a:pt x="234" y="24067"/>
                  </a:lnTo>
                  <a:cubicBezTo>
                    <a:pt x="5300" y="24067"/>
                    <a:pt x="20244" y="24067"/>
                    <a:pt x="33415" y="17511"/>
                  </a:cubicBezTo>
                  <a:lnTo>
                    <a:pt x="33415" y="148142"/>
                  </a:lnTo>
                  <a:cubicBezTo>
                    <a:pt x="33415" y="157221"/>
                    <a:pt x="32655" y="160247"/>
                    <a:pt x="9859" y="160247"/>
                  </a:cubicBezTo>
                  <a:lnTo>
                    <a:pt x="1753" y="160247"/>
                  </a:lnTo>
                  <a:lnTo>
                    <a:pt x="1753" y="168065"/>
                  </a:lnTo>
                  <a:cubicBezTo>
                    <a:pt x="10619" y="167308"/>
                    <a:pt x="32655" y="167308"/>
                    <a:pt x="42787" y="167308"/>
                  </a:cubicBezTo>
                  <a:cubicBezTo>
                    <a:pt x="52919" y="167308"/>
                    <a:pt x="74955" y="167308"/>
                    <a:pt x="83821" y="168065"/>
                  </a:cubicBezTo>
                  <a:lnTo>
                    <a:pt x="83821" y="160247"/>
                  </a:lnTo>
                  <a:lnTo>
                    <a:pt x="75715" y="160247"/>
                  </a:lnTo>
                  <a:cubicBezTo>
                    <a:pt x="52919" y="160247"/>
                    <a:pt x="52159" y="157473"/>
                    <a:pt x="52159" y="148142"/>
                  </a:cubicBezTo>
                  <a:lnTo>
                    <a:pt x="52159" y="6667"/>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6" name="Freeform: Shape 5715">
              <a:extLst>
                <a:ext uri="{FF2B5EF4-FFF2-40B4-BE49-F238E27FC236}">
                  <a16:creationId xmlns:a16="http://schemas.microsoft.com/office/drawing/2014/main" id="{9E139965-969A-39F3-461D-4D581EC3EB20}"/>
                </a:ext>
              </a:extLst>
            </p:cNvPr>
            <p:cNvSpPr/>
            <p:nvPr>
              <p:custDataLst>
                <p:tags r:id="rId157"/>
              </p:custDataLst>
            </p:nvPr>
          </p:nvSpPr>
          <p:spPr>
            <a:xfrm>
              <a:off x="11520946" y="6059724"/>
              <a:ext cx="26849" cy="26731"/>
            </a:xfrm>
            <a:custGeom>
              <a:avLst/>
              <a:gdLst>
                <a:gd name="connsiteX0" fmla="*/ 27088 w 26849"/>
                <a:gd name="connsiteY0" fmla="*/ 13476 h 26731"/>
                <a:gd name="connsiteX1" fmla="*/ 13663 w 26849"/>
                <a:gd name="connsiteY1" fmla="*/ 110 h 26731"/>
                <a:gd name="connsiteX2" fmla="*/ 239 w 26849"/>
                <a:gd name="connsiteY2" fmla="*/ 13476 h 26731"/>
                <a:gd name="connsiteX3" fmla="*/ 13663 w 26849"/>
                <a:gd name="connsiteY3" fmla="*/ 26841 h 26731"/>
                <a:gd name="connsiteX4" fmla="*/ 27088 w 26849"/>
                <a:gd name="connsiteY4" fmla="*/ 13476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88" y="13476"/>
                  </a:moveTo>
                  <a:cubicBezTo>
                    <a:pt x="27088" y="6162"/>
                    <a:pt x="21009" y="110"/>
                    <a:pt x="13663" y="110"/>
                  </a:cubicBezTo>
                  <a:cubicBezTo>
                    <a:pt x="6318" y="110"/>
                    <a:pt x="239" y="6162"/>
                    <a:pt x="239" y="13476"/>
                  </a:cubicBezTo>
                  <a:cubicBezTo>
                    <a:pt x="239" y="20789"/>
                    <a:pt x="6318" y="26841"/>
                    <a:pt x="13663" y="26841"/>
                  </a:cubicBezTo>
                  <a:cubicBezTo>
                    <a:pt x="21009" y="26841"/>
                    <a:pt x="27088" y="20789"/>
                    <a:pt x="27088" y="1347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7" name="Freeform: Shape 5716">
              <a:extLst>
                <a:ext uri="{FF2B5EF4-FFF2-40B4-BE49-F238E27FC236}">
                  <a16:creationId xmlns:a16="http://schemas.microsoft.com/office/drawing/2014/main" id="{05D5AF61-38E4-A3F4-0B6B-6323A6B2992A}"/>
                </a:ext>
              </a:extLst>
            </p:cNvPr>
            <p:cNvSpPr/>
            <p:nvPr>
              <p:custDataLst>
                <p:tags r:id="rId158"/>
              </p:custDataLst>
            </p:nvPr>
          </p:nvSpPr>
          <p:spPr>
            <a:xfrm>
              <a:off x="11592065" y="5918501"/>
              <a:ext cx="83587" cy="167954"/>
            </a:xfrm>
            <a:custGeom>
              <a:avLst/>
              <a:gdLst>
                <a:gd name="connsiteX0" fmla="*/ 52167 w 83587"/>
                <a:gd name="connsiteY0" fmla="*/ 6667 h 167954"/>
                <a:gd name="connsiteX1" fmla="*/ 46341 w 83587"/>
                <a:gd name="connsiteY1" fmla="*/ 110 h 167954"/>
                <a:gd name="connsiteX2" fmla="*/ 241 w 83587"/>
                <a:gd name="connsiteY2" fmla="*/ 16250 h 167954"/>
                <a:gd name="connsiteX3" fmla="*/ 241 w 83587"/>
                <a:gd name="connsiteY3" fmla="*/ 24067 h 167954"/>
                <a:gd name="connsiteX4" fmla="*/ 33423 w 83587"/>
                <a:gd name="connsiteY4" fmla="*/ 17511 h 167954"/>
                <a:gd name="connsiteX5" fmla="*/ 33423 w 83587"/>
                <a:gd name="connsiteY5" fmla="*/ 148142 h 167954"/>
                <a:gd name="connsiteX6" fmla="*/ 9867 w 83587"/>
                <a:gd name="connsiteY6" fmla="*/ 160247 h 167954"/>
                <a:gd name="connsiteX7" fmla="*/ 1761 w 83587"/>
                <a:gd name="connsiteY7" fmla="*/ 160247 h 167954"/>
                <a:gd name="connsiteX8" fmla="*/ 1761 w 83587"/>
                <a:gd name="connsiteY8" fmla="*/ 168065 h 167954"/>
                <a:gd name="connsiteX9" fmla="*/ 42795 w 83587"/>
                <a:gd name="connsiteY9" fmla="*/ 167308 h 167954"/>
                <a:gd name="connsiteX10" fmla="*/ 83829 w 83587"/>
                <a:gd name="connsiteY10" fmla="*/ 168065 h 167954"/>
                <a:gd name="connsiteX11" fmla="*/ 83829 w 83587"/>
                <a:gd name="connsiteY11" fmla="*/ 160247 h 167954"/>
                <a:gd name="connsiteX12" fmla="*/ 75723 w 83587"/>
                <a:gd name="connsiteY12" fmla="*/ 160247 h 167954"/>
                <a:gd name="connsiteX13" fmla="*/ 52167 w 83587"/>
                <a:gd name="connsiteY13" fmla="*/ 148142 h 167954"/>
                <a:gd name="connsiteX14" fmla="*/ 52167 w 83587"/>
                <a:gd name="connsiteY14" fmla="*/ 6667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167" y="6667"/>
                  </a:moveTo>
                  <a:cubicBezTo>
                    <a:pt x="52167" y="614"/>
                    <a:pt x="52167" y="110"/>
                    <a:pt x="46341" y="110"/>
                  </a:cubicBezTo>
                  <a:cubicBezTo>
                    <a:pt x="30637" y="16250"/>
                    <a:pt x="8347" y="16250"/>
                    <a:pt x="241" y="16250"/>
                  </a:cubicBezTo>
                  <a:lnTo>
                    <a:pt x="241" y="24067"/>
                  </a:lnTo>
                  <a:cubicBezTo>
                    <a:pt x="5307" y="24067"/>
                    <a:pt x="20252" y="24067"/>
                    <a:pt x="33423" y="17511"/>
                  </a:cubicBezTo>
                  <a:lnTo>
                    <a:pt x="33423" y="148142"/>
                  </a:lnTo>
                  <a:cubicBezTo>
                    <a:pt x="33423" y="157221"/>
                    <a:pt x="32663" y="160247"/>
                    <a:pt x="9867" y="160247"/>
                  </a:cubicBezTo>
                  <a:lnTo>
                    <a:pt x="1761" y="160247"/>
                  </a:lnTo>
                  <a:lnTo>
                    <a:pt x="1761" y="168065"/>
                  </a:lnTo>
                  <a:cubicBezTo>
                    <a:pt x="10626" y="167308"/>
                    <a:pt x="32663" y="167308"/>
                    <a:pt x="42795" y="167308"/>
                  </a:cubicBezTo>
                  <a:cubicBezTo>
                    <a:pt x="52927" y="167308"/>
                    <a:pt x="74963" y="167308"/>
                    <a:pt x="83829" y="168065"/>
                  </a:cubicBezTo>
                  <a:lnTo>
                    <a:pt x="83829" y="160247"/>
                  </a:lnTo>
                  <a:lnTo>
                    <a:pt x="75723" y="160247"/>
                  </a:lnTo>
                  <a:cubicBezTo>
                    <a:pt x="52927" y="160247"/>
                    <a:pt x="52167" y="157473"/>
                    <a:pt x="52167" y="148142"/>
                  </a:cubicBezTo>
                  <a:lnTo>
                    <a:pt x="52167" y="6667"/>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8" name="Freeform: Shape 5717">
              <a:extLst>
                <a:ext uri="{FF2B5EF4-FFF2-40B4-BE49-F238E27FC236}">
                  <a16:creationId xmlns:a16="http://schemas.microsoft.com/office/drawing/2014/main" id="{6CA58204-8DBE-7486-F2CA-5F9DF3BA4EB9}"/>
                </a:ext>
              </a:extLst>
            </p:cNvPr>
            <p:cNvSpPr/>
            <p:nvPr>
              <p:custDataLst>
                <p:tags r:id="rId159"/>
              </p:custDataLst>
            </p:nvPr>
          </p:nvSpPr>
          <p:spPr>
            <a:xfrm>
              <a:off x="12062338" y="5874622"/>
              <a:ext cx="10131" cy="302621"/>
            </a:xfrm>
            <a:custGeom>
              <a:avLst/>
              <a:gdLst>
                <a:gd name="connsiteX0" fmla="*/ 0 w 10131"/>
                <a:gd name="connsiteY0" fmla="*/ 0 h 302621"/>
                <a:gd name="connsiteX1" fmla="*/ 10131 w 10131"/>
                <a:gd name="connsiteY1" fmla="*/ 0 h 302621"/>
                <a:gd name="connsiteX2" fmla="*/ 10131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1" y="0"/>
                  </a:lnTo>
                  <a:lnTo>
                    <a:pt x="10131"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19" name="Freeform: Shape 5718">
              <a:extLst>
                <a:ext uri="{FF2B5EF4-FFF2-40B4-BE49-F238E27FC236}">
                  <a16:creationId xmlns:a16="http://schemas.microsoft.com/office/drawing/2014/main" id="{8BEAEF87-9544-D8E9-C017-450531ACA810}"/>
                </a:ext>
              </a:extLst>
            </p:cNvPr>
            <p:cNvSpPr/>
            <p:nvPr>
              <p:custDataLst>
                <p:tags r:id="rId160"/>
              </p:custDataLst>
            </p:nvPr>
          </p:nvSpPr>
          <p:spPr>
            <a:xfrm>
              <a:off x="12617701" y="5918501"/>
              <a:ext cx="105117" cy="173502"/>
            </a:xfrm>
            <a:custGeom>
              <a:avLst/>
              <a:gdLst>
                <a:gd name="connsiteX0" fmla="*/ 63099 w 105117"/>
                <a:gd name="connsiteY0" fmla="*/ 79296 h 173502"/>
                <a:gd name="connsiteX1" fmla="*/ 98560 w 105117"/>
                <a:gd name="connsiteY1" fmla="*/ 34911 h 173502"/>
                <a:gd name="connsiteX2" fmla="*/ 51954 w 105117"/>
                <a:gd name="connsiteY2" fmla="*/ 110 h 173502"/>
                <a:gd name="connsiteX3" fmla="*/ 7121 w 105117"/>
                <a:gd name="connsiteY3" fmla="*/ 34407 h 173502"/>
                <a:gd name="connsiteX4" fmla="*/ 20039 w 105117"/>
                <a:gd name="connsiteY4" fmla="*/ 47520 h 173502"/>
                <a:gd name="connsiteX5" fmla="*/ 32957 w 105117"/>
                <a:gd name="connsiteY5" fmla="*/ 34659 h 173502"/>
                <a:gd name="connsiteX6" fmla="*/ 17253 w 105117"/>
                <a:gd name="connsiteY6" fmla="*/ 22050 h 173502"/>
                <a:gd name="connsiteX7" fmla="*/ 50941 w 105117"/>
                <a:gd name="connsiteY7" fmla="*/ 6414 h 173502"/>
                <a:gd name="connsiteX8" fmla="*/ 75257 w 105117"/>
                <a:gd name="connsiteY8" fmla="*/ 34659 h 173502"/>
                <a:gd name="connsiteX9" fmla="*/ 68165 w 105117"/>
                <a:gd name="connsiteY9" fmla="*/ 63408 h 173502"/>
                <a:gd name="connsiteX10" fmla="*/ 45622 w 105117"/>
                <a:gd name="connsiteY10" fmla="*/ 76522 h 173502"/>
                <a:gd name="connsiteX11" fmla="*/ 35743 w 105117"/>
                <a:gd name="connsiteY11" fmla="*/ 77278 h 173502"/>
                <a:gd name="connsiteX12" fmla="*/ 31944 w 105117"/>
                <a:gd name="connsiteY12" fmla="*/ 80304 h 173502"/>
                <a:gd name="connsiteX13" fmla="*/ 38023 w 105117"/>
                <a:gd name="connsiteY13" fmla="*/ 83078 h 173502"/>
                <a:gd name="connsiteX14" fmla="*/ 49168 w 105117"/>
                <a:gd name="connsiteY14" fmla="*/ 83078 h 173502"/>
                <a:gd name="connsiteX15" fmla="*/ 79310 w 105117"/>
                <a:gd name="connsiteY15" fmla="*/ 124941 h 173502"/>
                <a:gd name="connsiteX16" fmla="*/ 50688 w 105117"/>
                <a:gd name="connsiteY16" fmla="*/ 166552 h 173502"/>
                <a:gd name="connsiteX17" fmla="*/ 11934 w 105117"/>
                <a:gd name="connsiteY17" fmla="*/ 147386 h 173502"/>
                <a:gd name="connsiteX18" fmla="*/ 28651 w 105117"/>
                <a:gd name="connsiteY18" fmla="*/ 133515 h 173502"/>
                <a:gd name="connsiteX19" fmla="*/ 14467 w 105117"/>
                <a:gd name="connsiteY19" fmla="*/ 119393 h 173502"/>
                <a:gd name="connsiteX20" fmla="*/ 282 w 105117"/>
                <a:gd name="connsiteY20" fmla="*/ 134020 h 173502"/>
                <a:gd name="connsiteX21" fmla="*/ 51448 w 105117"/>
                <a:gd name="connsiteY21" fmla="*/ 173613 h 173502"/>
                <a:gd name="connsiteX22" fmla="*/ 105399 w 105117"/>
                <a:gd name="connsiteY22" fmla="*/ 124941 h 173502"/>
                <a:gd name="connsiteX23" fmla="*/ 63099 w 105117"/>
                <a:gd name="connsiteY23" fmla="*/ 79296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17" h="173502">
                  <a:moveTo>
                    <a:pt x="63099" y="79296"/>
                  </a:moveTo>
                  <a:cubicBezTo>
                    <a:pt x="83869" y="72487"/>
                    <a:pt x="98560" y="54834"/>
                    <a:pt x="98560" y="34911"/>
                  </a:cubicBezTo>
                  <a:cubicBezTo>
                    <a:pt x="98560" y="14232"/>
                    <a:pt x="76270" y="110"/>
                    <a:pt x="51954" y="110"/>
                  </a:cubicBezTo>
                  <a:cubicBezTo>
                    <a:pt x="26372" y="110"/>
                    <a:pt x="7121" y="15241"/>
                    <a:pt x="7121" y="34407"/>
                  </a:cubicBezTo>
                  <a:cubicBezTo>
                    <a:pt x="7121" y="42729"/>
                    <a:pt x="12694" y="47520"/>
                    <a:pt x="20039" y="47520"/>
                  </a:cubicBezTo>
                  <a:cubicBezTo>
                    <a:pt x="27891" y="47520"/>
                    <a:pt x="32957" y="41972"/>
                    <a:pt x="32957" y="34659"/>
                  </a:cubicBezTo>
                  <a:cubicBezTo>
                    <a:pt x="32957" y="22050"/>
                    <a:pt x="21052" y="22050"/>
                    <a:pt x="17253" y="22050"/>
                  </a:cubicBezTo>
                  <a:cubicBezTo>
                    <a:pt x="25105" y="9693"/>
                    <a:pt x="41822" y="6414"/>
                    <a:pt x="50941" y="6414"/>
                  </a:cubicBezTo>
                  <a:cubicBezTo>
                    <a:pt x="61326" y="6414"/>
                    <a:pt x="75257" y="11962"/>
                    <a:pt x="75257" y="34659"/>
                  </a:cubicBezTo>
                  <a:cubicBezTo>
                    <a:pt x="75257" y="37685"/>
                    <a:pt x="74751" y="52312"/>
                    <a:pt x="68165" y="63408"/>
                  </a:cubicBezTo>
                  <a:cubicBezTo>
                    <a:pt x="60566" y="75513"/>
                    <a:pt x="51954" y="76269"/>
                    <a:pt x="45622" y="76522"/>
                  </a:cubicBezTo>
                  <a:cubicBezTo>
                    <a:pt x="43596" y="76774"/>
                    <a:pt x="37516" y="77278"/>
                    <a:pt x="35743" y="77278"/>
                  </a:cubicBezTo>
                  <a:cubicBezTo>
                    <a:pt x="33717" y="77530"/>
                    <a:pt x="31944" y="77783"/>
                    <a:pt x="31944" y="80304"/>
                  </a:cubicBezTo>
                  <a:cubicBezTo>
                    <a:pt x="31944" y="83078"/>
                    <a:pt x="33717" y="83078"/>
                    <a:pt x="38023" y="83078"/>
                  </a:cubicBezTo>
                  <a:lnTo>
                    <a:pt x="49168" y="83078"/>
                  </a:lnTo>
                  <a:cubicBezTo>
                    <a:pt x="69938" y="83078"/>
                    <a:pt x="79310" y="100227"/>
                    <a:pt x="79310" y="124941"/>
                  </a:cubicBezTo>
                  <a:cubicBezTo>
                    <a:pt x="79310" y="159238"/>
                    <a:pt x="61833" y="166552"/>
                    <a:pt x="50688" y="166552"/>
                  </a:cubicBezTo>
                  <a:cubicBezTo>
                    <a:pt x="39796" y="166552"/>
                    <a:pt x="20799" y="162264"/>
                    <a:pt x="11934" y="147386"/>
                  </a:cubicBezTo>
                  <a:cubicBezTo>
                    <a:pt x="20799" y="148646"/>
                    <a:pt x="28651" y="143098"/>
                    <a:pt x="28651" y="133515"/>
                  </a:cubicBezTo>
                  <a:cubicBezTo>
                    <a:pt x="28651" y="124437"/>
                    <a:pt x="21812" y="119393"/>
                    <a:pt x="14467" y="119393"/>
                  </a:cubicBezTo>
                  <a:cubicBezTo>
                    <a:pt x="8388" y="119393"/>
                    <a:pt x="282" y="122924"/>
                    <a:pt x="282" y="134020"/>
                  </a:cubicBezTo>
                  <a:cubicBezTo>
                    <a:pt x="282" y="156969"/>
                    <a:pt x="23839" y="173613"/>
                    <a:pt x="51448" y="173613"/>
                  </a:cubicBezTo>
                  <a:cubicBezTo>
                    <a:pt x="82350" y="173613"/>
                    <a:pt x="105399" y="150664"/>
                    <a:pt x="105399" y="124941"/>
                  </a:cubicBezTo>
                  <a:cubicBezTo>
                    <a:pt x="105399" y="104262"/>
                    <a:pt x="89442" y="84592"/>
                    <a:pt x="63099" y="7929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20" name="Freeform: Shape 5719">
              <a:extLst>
                <a:ext uri="{FF2B5EF4-FFF2-40B4-BE49-F238E27FC236}">
                  <a16:creationId xmlns:a16="http://schemas.microsoft.com/office/drawing/2014/main" id="{B2FF4522-0527-7438-3193-9D7C4922D08E}"/>
                </a:ext>
              </a:extLst>
            </p:cNvPr>
            <p:cNvSpPr/>
            <p:nvPr>
              <p:custDataLst>
                <p:tags r:id="rId161"/>
              </p:custDataLst>
            </p:nvPr>
          </p:nvSpPr>
          <p:spPr>
            <a:xfrm>
              <a:off x="12755493" y="6059724"/>
              <a:ext cx="26849" cy="26731"/>
            </a:xfrm>
            <a:custGeom>
              <a:avLst/>
              <a:gdLst>
                <a:gd name="connsiteX0" fmla="*/ 27136 w 26849"/>
                <a:gd name="connsiteY0" fmla="*/ 13476 h 26731"/>
                <a:gd name="connsiteX1" fmla="*/ 13712 w 26849"/>
                <a:gd name="connsiteY1" fmla="*/ 110 h 26731"/>
                <a:gd name="connsiteX2" fmla="*/ 287 w 26849"/>
                <a:gd name="connsiteY2" fmla="*/ 13476 h 26731"/>
                <a:gd name="connsiteX3" fmla="*/ 13712 w 26849"/>
                <a:gd name="connsiteY3" fmla="*/ 26841 h 26731"/>
                <a:gd name="connsiteX4" fmla="*/ 27136 w 26849"/>
                <a:gd name="connsiteY4" fmla="*/ 13476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136" y="13476"/>
                  </a:moveTo>
                  <a:cubicBezTo>
                    <a:pt x="27136" y="6162"/>
                    <a:pt x="21057" y="110"/>
                    <a:pt x="13712" y="110"/>
                  </a:cubicBezTo>
                  <a:cubicBezTo>
                    <a:pt x="6366" y="110"/>
                    <a:pt x="287" y="6162"/>
                    <a:pt x="287" y="13476"/>
                  </a:cubicBezTo>
                  <a:cubicBezTo>
                    <a:pt x="287" y="20789"/>
                    <a:pt x="6366" y="26841"/>
                    <a:pt x="13712" y="26841"/>
                  </a:cubicBezTo>
                  <a:cubicBezTo>
                    <a:pt x="21057" y="26841"/>
                    <a:pt x="27136" y="20789"/>
                    <a:pt x="27136" y="1347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21" name="Freeform: Shape 5720">
              <a:extLst>
                <a:ext uri="{FF2B5EF4-FFF2-40B4-BE49-F238E27FC236}">
                  <a16:creationId xmlns:a16="http://schemas.microsoft.com/office/drawing/2014/main" id="{7B460E19-2835-984A-CC33-66FBBAD5B890}"/>
                </a:ext>
              </a:extLst>
            </p:cNvPr>
            <p:cNvSpPr/>
            <p:nvPr>
              <p:custDataLst>
                <p:tags r:id="rId162"/>
              </p:custDataLst>
            </p:nvPr>
          </p:nvSpPr>
          <p:spPr>
            <a:xfrm>
              <a:off x="12813948" y="5918501"/>
              <a:ext cx="106636" cy="173502"/>
            </a:xfrm>
            <a:custGeom>
              <a:avLst/>
              <a:gdLst>
                <a:gd name="connsiteX0" fmla="*/ 106927 w 106636"/>
                <a:gd name="connsiteY0" fmla="*/ 87366 h 173502"/>
                <a:gd name="connsiteX1" fmla="*/ 96795 w 106636"/>
                <a:gd name="connsiteY1" fmla="*/ 28354 h 173502"/>
                <a:gd name="connsiteX2" fmla="*/ 53735 w 106636"/>
                <a:gd name="connsiteY2" fmla="*/ 110 h 173502"/>
                <a:gd name="connsiteX3" fmla="*/ 9662 w 106636"/>
                <a:gd name="connsiteY3" fmla="*/ 30120 h 173502"/>
                <a:gd name="connsiteX4" fmla="*/ 290 w 106636"/>
                <a:gd name="connsiteY4" fmla="*/ 87366 h 173502"/>
                <a:gd name="connsiteX5" fmla="*/ 11688 w 106636"/>
                <a:gd name="connsiteY5" fmla="*/ 148142 h 173502"/>
                <a:gd name="connsiteX6" fmla="*/ 53482 w 106636"/>
                <a:gd name="connsiteY6" fmla="*/ 173613 h 173502"/>
                <a:gd name="connsiteX7" fmla="*/ 97555 w 106636"/>
                <a:gd name="connsiteY7" fmla="*/ 144359 h 173502"/>
                <a:gd name="connsiteX8" fmla="*/ 106927 w 106636"/>
                <a:gd name="connsiteY8" fmla="*/ 87366 h 173502"/>
                <a:gd name="connsiteX9" fmla="*/ 53482 w 106636"/>
                <a:gd name="connsiteY9" fmla="*/ 168065 h 173502"/>
                <a:gd name="connsiteX10" fmla="*/ 24100 w 106636"/>
                <a:gd name="connsiteY10" fmla="*/ 137550 h 173502"/>
                <a:gd name="connsiteX11" fmla="*/ 21313 w 106636"/>
                <a:gd name="connsiteY11" fmla="*/ 84339 h 173502"/>
                <a:gd name="connsiteX12" fmla="*/ 23340 w 106636"/>
                <a:gd name="connsiteY12" fmla="*/ 37937 h 173502"/>
                <a:gd name="connsiteX13" fmla="*/ 53482 w 106636"/>
                <a:gd name="connsiteY13" fmla="*/ 5658 h 173502"/>
                <a:gd name="connsiteX14" fmla="*/ 83370 w 106636"/>
                <a:gd name="connsiteY14" fmla="*/ 35163 h 173502"/>
                <a:gd name="connsiteX15" fmla="*/ 85903 w 106636"/>
                <a:gd name="connsiteY15" fmla="*/ 84339 h 173502"/>
                <a:gd name="connsiteX16" fmla="*/ 83117 w 106636"/>
                <a:gd name="connsiteY16" fmla="*/ 136542 h 173502"/>
                <a:gd name="connsiteX17" fmla="*/ 53482 w 106636"/>
                <a:gd name="connsiteY17" fmla="*/ 168065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927" y="87366"/>
                  </a:moveTo>
                  <a:cubicBezTo>
                    <a:pt x="106927" y="67191"/>
                    <a:pt x="105660" y="47016"/>
                    <a:pt x="96795" y="28354"/>
                  </a:cubicBezTo>
                  <a:cubicBezTo>
                    <a:pt x="85144" y="4145"/>
                    <a:pt x="64373" y="110"/>
                    <a:pt x="53735" y="110"/>
                  </a:cubicBezTo>
                  <a:cubicBezTo>
                    <a:pt x="38537" y="110"/>
                    <a:pt x="20047" y="6667"/>
                    <a:pt x="9662" y="30120"/>
                  </a:cubicBezTo>
                  <a:cubicBezTo>
                    <a:pt x="1556" y="47520"/>
                    <a:pt x="290" y="67191"/>
                    <a:pt x="290" y="87366"/>
                  </a:cubicBezTo>
                  <a:cubicBezTo>
                    <a:pt x="290" y="106279"/>
                    <a:pt x="1303" y="128976"/>
                    <a:pt x="11688" y="148142"/>
                  </a:cubicBezTo>
                  <a:cubicBezTo>
                    <a:pt x="22580" y="168569"/>
                    <a:pt x="41070" y="173613"/>
                    <a:pt x="53482" y="173613"/>
                  </a:cubicBezTo>
                  <a:cubicBezTo>
                    <a:pt x="67160" y="173613"/>
                    <a:pt x="86410" y="168317"/>
                    <a:pt x="97555" y="144359"/>
                  </a:cubicBezTo>
                  <a:cubicBezTo>
                    <a:pt x="105660" y="126959"/>
                    <a:pt x="106927" y="107288"/>
                    <a:pt x="106927" y="87366"/>
                  </a:cubicBezTo>
                  <a:close/>
                  <a:moveTo>
                    <a:pt x="53482" y="168065"/>
                  </a:moveTo>
                  <a:cubicBezTo>
                    <a:pt x="43603" y="168065"/>
                    <a:pt x="28659" y="161760"/>
                    <a:pt x="24100" y="137550"/>
                  </a:cubicBezTo>
                  <a:cubicBezTo>
                    <a:pt x="21313" y="122419"/>
                    <a:pt x="21313" y="99218"/>
                    <a:pt x="21313" y="84339"/>
                  </a:cubicBezTo>
                  <a:cubicBezTo>
                    <a:pt x="21313" y="68200"/>
                    <a:pt x="21313" y="51555"/>
                    <a:pt x="23340" y="37937"/>
                  </a:cubicBezTo>
                  <a:cubicBezTo>
                    <a:pt x="28152" y="7928"/>
                    <a:pt x="47149" y="5658"/>
                    <a:pt x="53482" y="5658"/>
                  </a:cubicBezTo>
                  <a:cubicBezTo>
                    <a:pt x="61840" y="5658"/>
                    <a:pt x="78558" y="10197"/>
                    <a:pt x="83370" y="35163"/>
                  </a:cubicBezTo>
                  <a:cubicBezTo>
                    <a:pt x="85903" y="49286"/>
                    <a:pt x="85903" y="68452"/>
                    <a:pt x="85903" y="84339"/>
                  </a:cubicBezTo>
                  <a:cubicBezTo>
                    <a:pt x="85903" y="103253"/>
                    <a:pt x="85903" y="120402"/>
                    <a:pt x="83117" y="136542"/>
                  </a:cubicBezTo>
                  <a:cubicBezTo>
                    <a:pt x="79318" y="160499"/>
                    <a:pt x="64880" y="168065"/>
                    <a:pt x="53482" y="168065"/>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22" name="Freeform: Shape 5721">
              <a:extLst>
                <a:ext uri="{FF2B5EF4-FFF2-40B4-BE49-F238E27FC236}">
                  <a16:creationId xmlns:a16="http://schemas.microsoft.com/office/drawing/2014/main" id="{02406F55-7A00-F362-73FC-83521D76FCDA}"/>
                </a:ext>
              </a:extLst>
            </p:cNvPr>
            <p:cNvSpPr/>
            <p:nvPr>
              <p:custDataLst>
                <p:tags r:id="rId163"/>
              </p:custDataLst>
            </p:nvPr>
          </p:nvSpPr>
          <p:spPr>
            <a:xfrm>
              <a:off x="12940596" y="5918501"/>
              <a:ext cx="106636" cy="173502"/>
            </a:xfrm>
            <a:custGeom>
              <a:avLst/>
              <a:gdLst>
                <a:gd name="connsiteX0" fmla="*/ 106932 w 106636"/>
                <a:gd name="connsiteY0" fmla="*/ 87366 h 173502"/>
                <a:gd name="connsiteX1" fmla="*/ 96800 w 106636"/>
                <a:gd name="connsiteY1" fmla="*/ 28354 h 173502"/>
                <a:gd name="connsiteX2" fmla="*/ 53740 w 106636"/>
                <a:gd name="connsiteY2" fmla="*/ 110 h 173502"/>
                <a:gd name="connsiteX3" fmla="*/ 9667 w 106636"/>
                <a:gd name="connsiteY3" fmla="*/ 30120 h 173502"/>
                <a:gd name="connsiteX4" fmla="*/ 295 w 106636"/>
                <a:gd name="connsiteY4" fmla="*/ 87366 h 173502"/>
                <a:gd name="connsiteX5" fmla="*/ 11693 w 106636"/>
                <a:gd name="connsiteY5" fmla="*/ 148142 h 173502"/>
                <a:gd name="connsiteX6" fmla="*/ 53487 w 106636"/>
                <a:gd name="connsiteY6" fmla="*/ 173613 h 173502"/>
                <a:gd name="connsiteX7" fmla="*/ 97560 w 106636"/>
                <a:gd name="connsiteY7" fmla="*/ 144359 h 173502"/>
                <a:gd name="connsiteX8" fmla="*/ 106932 w 106636"/>
                <a:gd name="connsiteY8" fmla="*/ 87366 h 173502"/>
                <a:gd name="connsiteX9" fmla="*/ 53487 w 106636"/>
                <a:gd name="connsiteY9" fmla="*/ 168065 h 173502"/>
                <a:gd name="connsiteX10" fmla="*/ 24105 w 106636"/>
                <a:gd name="connsiteY10" fmla="*/ 137550 h 173502"/>
                <a:gd name="connsiteX11" fmla="*/ 21318 w 106636"/>
                <a:gd name="connsiteY11" fmla="*/ 84339 h 173502"/>
                <a:gd name="connsiteX12" fmla="*/ 23345 w 106636"/>
                <a:gd name="connsiteY12" fmla="*/ 37937 h 173502"/>
                <a:gd name="connsiteX13" fmla="*/ 53487 w 106636"/>
                <a:gd name="connsiteY13" fmla="*/ 5658 h 173502"/>
                <a:gd name="connsiteX14" fmla="*/ 83375 w 106636"/>
                <a:gd name="connsiteY14" fmla="*/ 35163 h 173502"/>
                <a:gd name="connsiteX15" fmla="*/ 85908 w 106636"/>
                <a:gd name="connsiteY15" fmla="*/ 84339 h 173502"/>
                <a:gd name="connsiteX16" fmla="*/ 83122 w 106636"/>
                <a:gd name="connsiteY16" fmla="*/ 136542 h 173502"/>
                <a:gd name="connsiteX17" fmla="*/ 53487 w 106636"/>
                <a:gd name="connsiteY17" fmla="*/ 168065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932" y="87366"/>
                  </a:moveTo>
                  <a:cubicBezTo>
                    <a:pt x="106932" y="67191"/>
                    <a:pt x="105665" y="47016"/>
                    <a:pt x="96800" y="28354"/>
                  </a:cubicBezTo>
                  <a:cubicBezTo>
                    <a:pt x="85149" y="4145"/>
                    <a:pt x="64378" y="110"/>
                    <a:pt x="53740" y="110"/>
                  </a:cubicBezTo>
                  <a:cubicBezTo>
                    <a:pt x="38542" y="110"/>
                    <a:pt x="20052" y="6667"/>
                    <a:pt x="9667" y="30120"/>
                  </a:cubicBezTo>
                  <a:cubicBezTo>
                    <a:pt x="1561" y="47520"/>
                    <a:pt x="295" y="67191"/>
                    <a:pt x="295" y="87366"/>
                  </a:cubicBezTo>
                  <a:cubicBezTo>
                    <a:pt x="295" y="106279"/>
                    <a:pt x="1308" y="128976"/>
                    <a:pt x="11693" y="148142"/>
                  </a:cubicBezTo>
                  <a:cubicBezTo>
                    <a:pt x="22585" y="168569"/>
                    <a:pt x="41075" y="173613"/>
                    <a:pt x="53487" y="173613"/>
                  </a:cubicBezTo>
                  <a:cubicBezTo>
                    <a:pt x="67165" y="173613"/>
                    <a:pt x="86415" y="168317"/>
                    <a:pt x="97560" y="144359"/>
                  </a:cubicBezTo>
                  <a:cubicBezTo>
                    <a:pt x="105665" y="126959"/>
                    <a:pt x="106932" y="107288"/>
                    <a:pt x="106932" y="87366"/>
                  </a:cubicBezTo>
                  <a:close/>
                  <a:moveTo>
                    <a:pt x="53487" y="168065"/>
                  </a:moveTo>
                  <a:cubicBezTo>
                    <a:pt x="43608" y="168065"/>
                    <a:pt x="28664" y="161760"/>
                    <a:pt x="24105" y="137550"/>
                  </a:cubicBezTo>
                  <a:cubicBezTo>
                    <a:pt x="21318" y="122419"/>
                    <a:pt x="21318" y="99218"/>
                    <a:pt x="21318" y="84339"/>
                  </a:cubicBezTo>
                  <a:cubicBezTo>
                    <a:pt x="21318" y="68200"/>
                    <a:pt x="21318" y="51555"/>
                    <a:pt x="23345" y="37937"/>
                  </a:cubicBezTo>
                  <a:cubicBezTo>
                    <a:pt x="28157" y="7928"/>
                    <a:pt x="47154" y="5658"/>
                    <a:pt x="53487" y="5658"/>
                  </a:cubicBezTo>
                  <a:cubicBezTo>
                    <a:pt x="61845" y="5658"/>
                    <a:pt x="78563" y="10197"/>
                    <a:pt x="83375" y="35163"/>
                  </a:cubicBezTo>
                  <a:cubicBezTo>
                    <a:pt x="85908" y="49286"/>
                    <a:pt x="85908" y="68452"/>
                    <a:pt x="85908" y="84339"/>
                  </a:cubicBezTo>
                  <a:cubicBezTo>
                    <a:pt x="85908" y="103253"/>
                    <a:pt x="85908" y="120402"/>
                    <a:pt x="83122" y="136542"/>
                  </a:cubicBezTo>
                  <a:cubicBezTo>
                    <a:pt x="79323" y="160499"/>
                    <a:pt x="64885" y="168065"/>
                    <a:pt x="53487" y="168065"/>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23" name="Freeform: Shape 5722">
              <a:extLst>
                <a:ext uri="{FF2B5EF4-FFF2-40B4-BE49-F238E27FC236}">
                  <a16:creationId xmlns:a16="http://schemas.microsoft.com/office/drawing/2014/main" id="{0DD915A6-C112-1FDF-0804-4ADB58298911}"/>
                </a:ext>
              </a:extLst>
            </p:cNvPr>
            <p:cNvSpPr/>
            <p:nvPr>
              <p:custDataLst>
                <p:tags r:id="rId164"/>
              </p:custDataLst>
            </p:nvPr>
          </p:nvSpPr>
          <p:spPr>
            <a:xfrm>
              <a:off x="13064457" y="5915727"/>
              <a:ext cx="112209" cy="170728"/>
            </a:xfrm>
            <a:custGeom>
              <a:avLst/>
              <a:gdLst>
                <a:gd name="connsiteX0" fmla="*/ 67676 w 112209"/>
                <a:gd name="connsiteY0" fmla="*/ 129228 h 170728"/>
                <a:gd name="connsiteX1" fmla="*/ 67676 w 112209"/>
                <a:gd name="connsiteY1" fmla="*/ 151168 h 170728"/>
                <a:gd name="connsiteX2" fmla="*/ 48426 w 112209"/>
                <a:gd name="connsiteY2" fmla="*/ 163021 h 170728"/>
                <a:gd name="connsiteX3" fmla="*/ 43107 w 112209"/>
                <a:gd name="connsiteY3" fmla="*/ 163021 h 170728"/>
                <a:gd name="connsiteX4" fmla="*/ 43107 w 112209"/>
                <a:gd name="connsiteY4" fmla="*/ 170839 h 170728"/>
                <a:gd name="connsiteX5" fmla="*/ 77301 w 112209"/>
                <a:gd name="connsiteY5" fmla="*/ 170082 h 170728"/>
                <a:gd name="connsiteX6" fmla="*/ 111749 w 112209"/>
                <a:gd name="connsiteY6" fmla="*/ 170839 h 170728"/>
                <a:gd name="connsiteX7" fmla="*/ 111749 w 112209"/>
                <a:gd name="connsiteY7" fmla="*/ 163021 h 170728"/>
                <a:gd name="connsiteX8" fmla="*/ 106430 w 112209"/>
                <a:gd name="connsiteY8" fmla="*/ 163021 h 170728"/>
                <a:gd name="connsiteX9" fmla="*/ 87180 w 112209"/>
                <a:gd name="connsiteY9" fmla="*/ 151168 h 170728"/>
                <a:gd name="connsiteX10" fmla="*/ 87180 w 112209"/>
                <a:gd name="connsiteY10" fmla="*/ 129228 h 170728"/>
                <a:gd name="connsiteX11" fmla="*/ 112509 w 112209"/>
                <a:gd name="connsiteY11" fmla="*/ 129228 h 170728"/>
                <a:gd name="connsiteX12" fmla="*/ 112509 w 112209"/>
                <a:gd name="connsiteY12" fmla="*/ 121411 h 170728"/>
                <a:gd name="connsiteX13" fmla="*/ 87180 w 112209"/>
                <a:gd name="connsiteY13" fmla="*/ 121411 h 170728"/>
                <a:gd name="connsiteX14" fmla="*/ 87180 w 112209"/>
                <a:gd name="connsiteY14" fmla="*/ 6667 h 170728"/>
                <a:gd name="connsiteX15" fmla="*/ 83127 w 112209"/>
                <a:gd name="connsiteY15" fmla="*/ 110 h 170728"/>
                <a:gd name="connsiteX16" fmla="*/ 78061 w 112209"/>
                <a:gd name="connsiteY16" fmla="*/ 3136 h 170728"/>
                <a:gd name="connsiteX17" fmla="*/ 300 w 112209"/>
                <a:gd name="connsiteY17" fmla="*/ 121411 h 170728"/>
                <a:gd name="connsiteX18" fmla="*/ 300 w 112209"/>
                <a:gd name="connsiteY18" fmla="*/ 129228 h 170728"/>
                <a:gd name="connsiteX19" fmla="*/ 67676 w 112209"/>
                <a:gd name="connsiteY19" fmla="*/ 129228 h 170728"/>
                <a:gd name="connsiteX20" fmla="*/ 69196 w 112209"/>
                <a:gd name="connsiteY20" fmla="*/ 121411 h 170728"/>
                <a:gd name="connsiteX21" fmla="*/ 7392 w 112209"/>
                <a:gd name="connsiteY21" fmla="*/ 121411 h 170728"/>
                <a:gd name="connsiteX22" fmla="*/ 69196 w 112209"/>
                <a:gd name="connsiteY22" fmla="*/ 27346 h 170728"/>
                <a:gd name="connsiteX23" fmla="*/ 69196 w 112209"/>
                <a:gd name="connsiteY23" fmla="*/ 121411 h 17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2209" h="170728">
                  <a:moveTo>
                    <a:pt x="67676" y="129228"/>
                  </a:moveTo>
                  <a:lnTo>
                    <a:pt x="67676" y="151168"/>
                  </a:lnTo>
                  <a:cubicBezTo>
                    <a:pt x="67676" y="160247"/>
                    <a:pt x="67170" y="163021"/>
                    <a:pt x="48426" y="163021"/>
                  </a:cubicBezTo>
                  <a:lnTo>
                    <a:pt x="43107" y="163021"/>
                  </a:lnTo>
                  <a:lnTo>
                    <a:pt x="43107" y="170839"/>
                  </a:lnTo>
                  <a:cubicBezTo>
                    <a:pt x="53492" y="170082"/>
                    <a:pt x="66663" y="170082"/>
                    <a:pt x="77301" y="170082"/>
                  </a:cubicBezTo>
                  <a:cubicBezTo>
                    <a:pt x="87940" y="170082"/>
                    <a:pt x="101364" y="170082"/>
                    <a:pt x="111749" y="170839"/>
                  </a:cubicBezTo>
                  <a:lnTo>
                    <a:pt x="111749" y="163021"/>
                  </a:lnTo>
                  <a:lnTo>
                    <a:pt x="106430" y="163021"/>
                  </a:lnTo>
                  <a:cubicBezTo>
                    <a:pt x="87686" y="163021"/>
                    <a:pt x="87180" y="160247"/>
                    <a:pt x="87180" y="151168"/>
                  </a:cubicBezTo>
                  <a:lnTo>
                    <a:pt x="87180" y="129228"/>
                  </a:lnTo>
                  <a:lnTo>
                    <a:pt x="112509" y="129228"/>
                  </a:lnTo>
                  <a:lnTo>
                    <a:pt x="112509" y="121411"/>
                  </a:lnTo>
                  <a:lnTo>
                    <a:pt x="87180" y="121411"/>
                  </a:lnTo>
                  <a:lnTo>
                    <a:pt x="87180" y="6667"/>
                  </a:lnTo>
                  <a:cubicBezTo>
                    <a:pt x="87180" y="1623"/>
                    <a:pt x="87180" y="110"/>
                    <a:pt x="83127" y="110"/>
                  </a:cubicBezTo>
                  <a:cubicBezTo>
                    <a:pt x="80847" y="110"/>
                    <a:pt x="80088" y="110"/>
                    <a:pt x="78061" y="3136"/>
                  </a:cubicBezTo>
                  <a:lnTo>
                    <a:pt x="300" y="121411"/>
                  </a:lnTo>
                  <a:lnTo>
                    <a:pt x="300" y="129228"/>
                  </a:lnTo>
                  <a:lnTo>
                    <a:pt x="67676" y="129228"/>
                  </a:lnTo>
                  <a:close/>
                  <a:moveTo>
                    <a:pt x="69196" y="121411"/>
                  </a:moveTo>
                  <a:lnTo>
                    <a:pt x="7392" y="121411"/>
                  </a:lnTo>
                  <a:lnTo>
                    <a:pt x="69196" y="27346"/>
                  </a:lnTo>
                  <a:lnTo>
                    <a:pt x="69196" y="12141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24" name="Freeform: Shape 5723">
              <a:extLst>
                <a:ext uri="{FF2B5EF4-FFF2-40B4-BE49-F238E27FC236}">
                  <a16:creationId xmlns:a16="http://schemas.microsoft.com/office/drawing/2014/main" id="{BF84147C-EAE9-204D-4CCF-BF7D65A6EB51}"/>
                </a:ext>
              </a:extLst>
            </p:cNvPr>
            <p:cNvSpPr/>
            <p:nvPr>
              <p:custDataLst>
                <p:tags r:id="rId165"/>
              </p:custDataLst>
            </p:nvPr>
          </p:nvSpPr>
          <p:spPr>
            <a:xfrm>
              <a:off x="13718605" y="5874622"/>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25" name="Freeform: Shape 5724">
              <a:extLst>
                <a:ext uri="{FF2B5EF4-FFF2-40B4-BE49-F238E27FC236}">
                  <a16:creationId xmlns:a16="http://schemas.microsoft.com/office/drawing/2014/main" id="{DD84B05B-1494-6A20-AF03-C8D13360C38C}"/>
                </a:ext>
              </a:extLst>
            </p:cNvPr>
            <p:cNvSpPr/>
            <p:nvPr>
              <p:custDataLst>
                <p:tags r:id="rId166"/>
              </p:custDataLst>
            </p:nvPr>
          </p:nvSpPr>
          <p:spPr>
            <a:xfrm>
              <a:off x="13922245" y="5918501"/>
              <a:ext cx="106636" cy="173502"/>
            </a:xfrm>
            <a:custGeom>
              <a:avLst/>
              <a:gdLst>
                <a:gd name="connsiteX0" fmla="*/ 106970 w 106636"/>
                <a:gd name="connsiteY0" fmla="*/ 87366 h 173502"/>
                <a:gd name="connsiteX1" fmla="*/ 96839 w 106636"/>
                <a:gd name="connsiteY1" fmla="*/ 28354 h 173502"/>
                <a:gd name="connsiteX2" fmla="*/ 53779 w 106636"/>
                <a:gd name="connsiteY2" fmla="*/ 110 h 173502"/>
                <a:gd name="connsiteX3" fmla="*/ 9705 w 106636"/>
                <a:gd name="connsiteY3" fmla="*/ 30120 h 173502"/>
                <a:gd name="connsiteX4" fmla="*/ 334 w 106636"/>
                <a:gd name="connsiteY4" fmla="*/ 87366 h 173502"/>
                <a:gd name="connsiteX5" fmla="*/ 11732 w 106636"/>
                <a:gd name="connsiteY5" fmla="*/ 148142 h 173502"/>
                <a:gd name="connsiteX6" fmla="*/ 53525 w 106636"/>
                <a:gd name="connsiteY6" fmla="*/ 173613 h 173502"/>
                <a:gd name="connsiteX7" fmla="*/ 97599 w 106636"/>
                <a:gd name="connsiteY7" fmla="*/ 144359 h 173502"/>
                <a:gd name="connsiteX8" fmla="*/ 106970 w 106636"/>
                <a:gd name="connsiteY8" fmla="*/ 87366 h 173502"/>
                <a:gd name="connsiteX9" fmla="*/ 53525 w 106636"/>
                <a:gd name="connsiteY9" fmla="*/ 168065 h 173502"/>
                <a:gd name="connsiteX10" fmla="*/ 24143 w 106636"/>
                <a:gd name="connsiteY10" fmla="*/ 137550 h 173502"/>
                <a:gd name="connsiteX11" fmla="*/ 21357 w 106636"/>
                <a:gd name="connsiteY11" fmla="*/ 84339 h 173502"/>
                <a:gd name="connsiteX12" fmla="*/ 23383 w 106636"/>
                <a:gd name="connsiteY12" fmla="*/ 37937 h 173502"/>
                <a:gd name="connsiteX13" fmla="*/ 53525 w 106636"/>
                <a:gd name="connsiteY13" fmla="*/ 5658 h 173502"/>
                <a:gd name="connsiteX14" fmla="*/ 83414 w 106636"/>
                <a:gd name="connsiteY14" fmla="*/ 35163 h 173502"/>
                <a:gd name="connsiteX15" fmla="*/ 85947 w 106636"/>
                <a:gd name="connsiteY15" fmla="*/ 84339 h 173502"/>
                <a:gd name="connsiteX16" fmla="*/ 83161 w 106636"/>
                <a:gd name="connsiteY16" fmla="*/ 136542 h 173502"/>
                <a:gd name="connsiteX17" fmla="*/ 53525 w 106636"/>
                <a:gd name="connsiteY17" fmla="*/ 168065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970" y="87366"/>
                  </a:moveTo>
                  <a:cubicBezTo>
                    <a:pt x="106970" y="67191"/>
                    <a:pt x="105704" y="47016"/>
                    <a:pt x="96839" y="28354"/>
                  </a:cubicBezTo>
                  <a:cubicBezTo>
                    <a:pt x="85187" y="4145"/>
                    <a:pt x="64417" y="110"/>
                    <a:pt x="53779" y="110"/>
                  </a:cubicBezTo>
                  <a:cubicBezTo>
                    <a:pt x="38581" y="110"/>
                    <a:pt x="20090" y="6667"/>
                    <a:pt x="9705" y="30120"/>
                  </a:cubicBezTo>
                  <a:cubicBezTo>
                    <a:pt x="1600" y="47520"/>
                    <a:pt x="334" y="67191"/>
                    <a:pt x="334" y="87366"/>
                  </a:cubicBezTo>
                  <a:cubicBezTo>
                    <a:pt x="334" y="106279"/>
                    <a:pt x="1347" y="128976"/>
                    <a:pt x="11732" y="148142"/>
                  </a:cubicBezTo>
                  <a:cubicBezTo>
                    <a:pt x="22623" y="168569"/>
                    <a:pt x="41114" y="173613"/>
                    <a:pt x="53525" y="173613"/>
                  </a:cubicBezTo>
                  <a:cubicBezTo>
                    <a:pt x="67203" y="173613"/>
                    <a:pt x="86454" y="168317"/>
                    <a:pt x="97599" y="144359"/>
                  </a:cubicBezTo>
                  <a:cubicBezTo>
                    <a:pt x="105704" y="126959"/>
                    <a:pt x="106970" y="107288"/>
                    <a:pt x="106970" y="87366"/>
                  </a:cubicBezTo>
                  <a:close/>
                  <a:moveTo>
                    <a:pt x="53525" y="168065"/>
                  </a:moveTo>
                  <a:cubicBezTo>
                    <a:pt x="43647" y="168065"/>
                    <a:pt x="28703" y="161760"/>
                    <a:pt x="24143" y="137550"/>
                  </a:cubicBezTo>
                  <a:cubicBezTo>
                    <a:pt x="21357" y="122419"/>
                    <a:pt x="21357" y="99218"/>
                    <a:pt x="21357" y="84339"/>
                  </a:cubicBezTo>
                  <a:cubicBezTo>
                    <a:pt x="21357" y="68200"/>
                    <a:pt x="21357" y="51555"/>
                    <a:pt x="23383" y="37937"/>
                  </a:cubicBezTo>
                  <a:cubicBezTo>
                    <a:pt x="28196" y="7928"/>
                    <a:pt x="47193" y="5658"/>
                    <a:pt x="53525" y="5658"/>
                  </a:cubicBezTo>
                  <a:cubicBezTo>
                    <a:pt x="61884" y="5658"/>
                    <a:pt x="78601" y="10197"/>
                    <a:pt x="83414" y="35163"/>
                  </a:cubicBezTo>
                  <a:cubicBezTo>
                    <a:pt x="85947" y="49286"/>
                    <a:pt x="85947" y="68452"/>
                    <a:pt x="85947" y="84339"/>
                  </a:cubicBezTo>
                  <a:cubicBezTo>
                    <a:pt x="85947" y="103253"/>
                    <a:pt x="85947" y="120402"/>
                    <a:pt x="83161" y="136542"/>
                  </a:cubicBezTo>
                  <a:cubicBezTo>
                    <a:pt x="79361" y="160499"/>
                    <a:pt x="64924" y="168065"/>
                    <a:pt x="53525" y="168065"/>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26" name="Freeform: Shape 5725">
              <a:extLst>
                <a:ext uri="{FF2B5EF4-FFF2-40B4-BE49-F238E27FC236}">
                  <a16:creationId xmlns:a16="http://schemas.microsoft.com/office/drawing/2014/main" id="{09FDE847-7C1A-BC26-8CA1-A8E54BB8D8FF}"/>
                </a:ext>
              </a:extLst>
            </p:cNvPr>
            <p:cNvSpPr/>
            <p:nvPr>
              <p:custDataLst>
                <p:tags r:id="rId167"/>
              </p:custDataLst>
            </p:nvPr>
          </p:nvSpPr>
          <p:spPr>
            <a:xfrm>
              <a:off x="14060798" y="6059724"/>
              <a:ext cx="26849" cy="26731"/>
            </a:xfrm>
            <a:custGeom>
              <a:avLst/>
              <a:gdLst>
                <a:gd name="connsiteX0" fmla="*/ 27188 w 26849"/>
                <a:gd name="connsiteY0" fmla="*/ 13476 h 26731"/>
                <a:gd name="connsiteX1" fmla="*/ 13763 w 26849"/>
                <a:gd name="connsiteY1" fmla="*/ 110 h 26731"/>
                <a:gd name="connsiteX2" fmla="*/ 339 w 26849"/>
                <a:gd name="connsiteY2" fmla="*/ 13476 h 26731"/>
                <a:gd name="connsiteX3" fmla="*/ 13763 w 26849"/>
                <a:gd name="connsiteY3" fmla="*/ 26841 h 26731"/>
                <a:gd name="connsiteX4" fmla="*/ 27188 w 26849"/>
                <a:gd name="connsiteY4" fmla="*/ 13476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188" y="13476"/>
                  </a:moveTo>
                  <a:cubicBezTo>
                    <a:pt x="27188" y="6162"/>
                    <a:pt x="21109" y="110"/>
                    <a:pt x="13763" y="110"/>
                  </a:cubicBezTo>
                  <a:cubicBezTo>
                    <a:pt x="6418" y="110"/>
                    <a:pt x="339" y="6162"/>
                    <a:pt x="339" y="13476"/>
                  </a:cubicBezTo>
                  <a:cubicBezTo>
                    <a:pt x="339" y="20789"/>
                    <a:pt x="6418" y="26841"/>
                    <a:pt x="13763" y="26841"/>
                  </a:cubicBezTo>
                  <a:cubicBezTo>
                    <a:pt x="21109" y="26841"/>
                    <a:pt x="27188" y="20789"/>
                    <a:pt x="27188" y="1347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38" name="Freeform: Shape 5737">
              <a:extLst>
                <a:ext uri="{FF2B5EF4-FFF2-40B4-BE49-F238E27FC236}">
                  <a16:creationId xmlns:a16="http://schemas.microsoft.com/office/drawing/2014/main" id="{259FBF61-3B33-7180-3A5A-33049E8BCBDE}"/>
                </a:ext>
              </a:extLst>
            </p:cNvPr>
            <p:cNvSpPr/>
            <p:nvPr>
              <p:custDataLst>
                <p:tags r:id="rId168"/>
              </p:custDataLst>
            </p:nvPr>
          </p:nvSpPr>
          <p:spPr>
            <a:xfrm>
              <a:off x="14123559" y="5915979"/>
              <a:ext cx="108663" cy="176024"/>
            </a:xfrm>
            <a:custGeom>
              <a:avLst/>
              <a:gdLst>
                <a:gd name="connsiteX0" fmla="*/ 106725 w 108663"/>
                <a:gd name="connsiteY0" fmla="*/ 17006 h 176024"/>
                <a:gd name="connsiteX1" fmla="*/ 109005 w 108663"/>
                <a:gd name="connsiteY1" fmla="*/ 8180 h 176024"/>
                <a:gd name="connsiteX2" fmla="*/ 47454 w 108663"/>
                <a:gd name="connsiteY2" fmla="*/ 8180 h 176024"/>
                <a:gd name="connsiteX3" fmla="*/ 15032 w 108663"/>
                <a:gd name="connsiteY3" fmla="*/ 110 h 176024"/>
                <a:gd name="connsiteX4" fmla="*/ 8700 w 108663"/>
                <a:gd name="connsiteY4" fmla="*/ 110 h 176024"/>
                <a:gd name="connsiteX5" fmla="*/ 341 w 108663"/>
                <a:gd name="connsiteY5" fmla="*/ 52060 h 176024"/>
                <a:gd name="connsiteX6" fmla="*/ 6674 w 108663"/>
                <a:gd name="connsiteY6" fmla="*/ 52060 h 176024"/>
                <a:gd name="connsiteX7" fmla="*/ 13006 w 108663"/>
                <a:gd name="connsiteY7" fmla="*/ 29111 h 176024"/>
                <a:gd name="connsiteX8" fmla="*/ 37829 w 108663"/>
                <a:gd name="connsiteY8" fmla="*/ 27598 h 176024"/>
                <a:gd name="connsiteX9" fmla="*/ 90261 w 108663"/>
                <a:gd name="connsiteY9" fmla="*/ 27598 h 176024"/>
                <a:gd name="connsiteX10" fmla="*/ 61892 w 108663"/>
                <a:gd name="connsiteY10" fmla="*/ 67443 h 176024"/>
                <a:gd name="connsiteX11" fmla="*/ 30737 w 108663"/>
                <a:gd name="connsiteY11" fmla="*/ 162264 h 176024"/>
                <a:gd name="connsiteX12" fmla="*/ 42388 w 108663"/>
                <a:gd name="connsiteY12" fmla="*/ 176135 h 176024"/>
                <a:gd name="connsiteX13" fmla="*/ 54040 w 108663"/>
                <a:gd name="connsiteY13" fmla="*/ 162264 h 176024"/>
                <a:gd name="connsiteX14" fmla="*/ 54040 w 108663"/>
                <a:gd name="connsiteY14" fmla="*/ 149403 h 176024"/>
                <a:gd name="connsiteX15" fmla="*/ 56826 w 108663"/>
                <a:gd name="connsiteY15" fmla="*/ 108045 h 176024"/>
                <a:gd name="connsiteX16" fmla="*/ 72530 w 108663"/>
                <a:gd name="connsiteY16" fmla="*/ 64921 h 176024"/>
                <a:gd name="connsiteX17" fmla="*/ 106725 w 108663"/>
                <a:gd name="connsiteY17" fmla="*/ 17006 h 17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8663" h="176024">
                  <a:moveTo>
                    <a:pt x="106725" y="17006"/>
                  </a:moveTo>
                  <a:cubicBezTo>
                    <a:pt x="109005" y="13980"/>
                    <a:pt x="109005" y="13476"/>
                    <a:pt x="109005" y="8180"/>
                  </a:cubicBezTo>
                  <a:lnTo>
                    <a:pt x="47454" y="8180"/>
                  </a:lnTo>
                  <a:cubicBezTo>
                    <a:pt x="16552" y="8180"/>
                    <a:pt x="16046" y="4901"/>
                    <a:pt x="15032" y="110"/>
                  </a:cubicBezTo>
                  <a:lnTo>
                    <a:pt x="8700" y="110"/>
                  </a:lnTo>
                  <a:lnTo>
                    <a:pt x="341" y="52060"/>
                  </a:lnTo>
                  <a:lnTo>
                    <a:pt x="6674" y="52060"/>
                  </a:lnTo>
                  <a:cubicBezTo>
                    <a:pt x="7434" y="48025"/>
                    <a:pt x="9713" y="32137"/>
                    <a:pt x="13006" y="29111"/>
                  </a:cubicBezTo>
                  <a:cubicBezTo>
                    <a:pt x="14779" y="27598"/>
                    <a:pt x="34536" y="27598"/>
                    <a:pt x="37829" y="27598"/>
                  </a:cubicBezTo>
                  <a:lnTo>
                    <a:pt x="90261" y="27598"/>
                  </a:lnTo>
                  <a:cubicBezTo>
                    <a:pt x="87475" y="31633"/>
                    <a:pt x="67464" y="59121"/>
                    <a:pt x="61892" y="67443"/>
                  </a:cubicBezTo>
                  <a:cubicBezTo>
                    <a:pt x="39095" y="101488"/>
                    <a:pt x="30737" y="136542"/>
                    <a:pt x="30737" y="162264"/>
                  </a:cubicBezTo>
                  <a:cubicBezTo>
                    <a:pt x="30737" y="164786"/>
                    <a:pt x="30737" y="176135"/>
                    <a:pt x="42388" y="176135"/>
                  </a:cubicBezTo>
                  <a:cubicBezTo>
                    <a:pt x="54040" y="176135"/>
                    <a:pt x="54040" y="164786"/>
                    <a:pt x="54040" y="162264"/>
                  </a:cubicBezTo>
                  <a:lnTo>
                    <a:pt x="54040" y="149403"/>
                  </a:lnTo>
                  <a:cubicBezTo>
                    <a:pt x="54040" y="135533"/>
                    <a:pt x="54800" y="121663"/>
                    <a:pt x="56826" y="108045"/>
                  </a:cubicBezTo>
                  <a:cubicBezTo>
                    <a:pt x="57839" y="102245"/>
                    <a:pt x="61385" y="80557"/>
                    <a:pt x="72530" y="64921"/>
                  </a:cubicBezTo>
                  <a:lnTo>
                    <a:pt x="106725" y="17006"/>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39" name="Freeform: Shape 5738">
              <a:extLst>
                <a:ext uri="{FF2B5EF4-FFF2-40B4-BE49-F238E27FC236}">
                  <a16:creationId xmlns:a16="http://schemas.microsoft.com/office/drawing/2014/main" id="{7ED4829E-C9AE-4294-7A6C-9F42A1845D4B}"/>
                </a:ext>
              </a:extLst>
            </p:cNvPr>
            <p:cNvSpPr/>
            <p:nvPr>
              <p:custDataLst>
                <p:tags r:id="rId169"/>
              </p:custDataLst>
            </p:nvPr>
          </p:nvSpPr>
          <p:spPr>
            <a:xfrm>
              <a:off x="14248686" y="5918501"/>
              <a:ext cx="101064" cy="173502"/>
            </a:xfrm>
            <a:custGeom>
              <a:avLst/>
              <a:gdLst>
                <a:gd name="connsiteX0" fmla="*/ 101411 w 101064"/>
                <a:gd name="connsiteY0" fmla="*/ 117376 h 173502"/>
                <a:gd name="connsiteX1" fmla="*/ 53285 w 101064"/>
                <a:gd name="connsiteY1" fmla="*/ 62147 h 173502"/>
                <a:gd name="connsiteX2" fmla="*/ 21116 w 101064"/>
                <a:gd name="connsiteY2" fmla="*/ 75009 h 173502"/>
                <a:gd name="connsiteX3" fmla="*/ 21116 w 101064"/>
                <a:gd name="connsiteY3" fmla="*/ 25833 h 173502"/>
                <a:gd name="connsiteX4" fmla="*/ 42646 w 101064"/>
                <a:gd name="connsiteY4" fmla="*/ 29111 h 173502"/>
                <a:gd name="connsiteX5" fmla="*/ 91532 w 101064"/>
                <a:gd name="connsiteY5" fmla="*/ 2884 h 173502"/>
                <a:gd name="connsiteX6" fmla="*/ 88999 w 101064"/>
                <a:gd name="connsiteY6" fmla="*/ 110 h 173502"/>
                <a:gd name="connsiteX7" fmla="*/ 86973 w 101064"/>
                <a:gd name="connsiteY7" fmla="*/ 866 h 173502"/>
                <a:gd name="connsiteX8" fmla="*/ 52525 w 101064"/>
                <a:gd name="connsiteY8" fmla="*/ 8180 h 173502"/>
                <a:gd name="connsiteX9" fmla="*/ 18837 w 101064"/>
                <a:gd name="connsiteY9" fmla="*/ 1119 h 173502"/>
                <a:gd name="connsiteX10" fmla="*/ 15797 w 101064"/>
                <a:gd name="connsiteY10" fmla="*/ 362 h 173502"/>
                <a:gd name="connsiteX11" fmla="*/ 13264 w 101064"/>
                <a:gd name="connsiteY11" fmla="*/ 6414 h 173502"/>
                <a:gd name="connsiteX12" fmla="*/ 13264 w 101064"/>
                <a:gd name="connsiteY12" fmla="*/ 81061 h 173502"/>
                <a:gd name="connsiteX13" fmla="*/ 16810 w 101064"/>
                <a:gd name="connsiteY13" fmla="*/ 87618 h 173502"/>
                <a:gd name="connsiteX14" fmla="*/ 20103 w 101064"/>
                <a:gd name="connsiteY14" fmla="*/ 85348 h 173502"/>
                <a:gd name="connsiteX15" fmla="*/ 52778 w 101064"/>
                <a:gd name="connsiteY15" fmla="*/ 67695 h 173502"/>
                <a:gd name="connsiteX16" fmla="*/ 74308 w 101064"/>
                <a:gd name="connsiteY16" fmla="*/ 83835 h 173502"/>
                <a:gd name="connsiteX17" fmla="*/ 78868 w 101064"/>
                <a:gd name="connsiteY17" fmla="*/ 115610 h 173502"/>
                <a:gd name="connsiteX18" fmla="*/ 72788 w 101064"/>
                <a:gd name="connsiteY18" fmla="*/ 150160 h 173502"/>
                <a:gd name="connsiteX19" fmla="*/ 45686 w 101064"/>
                <a:gd name="connsiteY19" fmla="*/ 166552 h 173502"/>
                <a:gd name="connsiteX20" fmla="*/ 8452 w 101064"/>
                <a:gd name="connsiteY20" fmla="*/ 138307 h 173502"/>
                <a:gd name="connsiteX21" fmla="*/ 12758 w 101064"/>
                <a:gd name="connsiteY21" fmla="*/ 138811 h 173502"/>
                <a:gd name="connsiteX22" fmla="*/ 25422 w 101064"/>
                <a:gd name="connsiteY22" fmla="*/ 126454 h 173502"/>
                <a:gd name="connsiteX23" fmla="*/ 12758 w 101064"/>
                <a:gd name="connsiteY23" fmla="*/ 114097 h 173502"/>
                <a:gd name="connsiteX24" fmla="*/ 346 w 101064"/>
                <a:gd name="connsiteY24" fmla="*/ 127463 h 173502"/>
                <a:gd name="connsiteX25" fmla="*/ 46193 w 101064"/>
                <a:gd name="connsiteY25" fmla="*/ 173613 h 173502"/>
                <a:gd name="connsiteX26" fmla="*/ 101411 w 101064"/>
                <a:gd name="connsiteY26" fmla="*/ 117376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1064" h="173502">
                  <a:moveTo>
                    <a:pt x="101411" y="117376"/>
                  </a:moveTo>
                  <a:cubicBezTo>
                    <a:pt x="101411" y="87366"/>
                    <a:pt x="80641" y="62147"/>
                    <a:pt x="53285" y="62147"/>
                  </a:cubicBezTo>
                  <a:cubicBezTo>
                    <a:pt x="41127" y="62147"/>
                    <a:pt x="30235" y="66182"/>
                    <a:pt x="21116" y="75009"/>
                  </a:cubicBezTo>
                  <a:lnTo>
                    <a:pt x="21116" y="25833"/>
                  </a:lnTo>
                  <a:cubicBezTo>
                    <a:pt x="26182" y="27346"/>
                    <a:pt x="34541" y="29111"/>
                    <a:pt x="42646" y="29111"/>
                  </a:cubicBezTo>
                  <a:cubicBezTo>
                    <a:pt x="73802" y="29111"/>
                    <a:pt x="91532" y="6162"/>
                    <a:pt x="91532" y="2884"/>
                  </a:cubicBezTo>
                  <a:cubicBezTo>
                    <a:pt x="91532" y="1371"/>
                    <a:pt x="90772" y="110"/>
                    <a:pt x="88999" y="110"/>
                  </a:cubicBezTo>
                  <a:cubicBezTo>
                    <a:pt x="88746" y="110"/>
                    <a:pt x="88239" y="110"/>
                    <a:pt x="86973" y="866"/>
                  </a:cubicBezTo>
                  <a:cubicBezTo>
                    <a:pt x="81907" y="3136"/>
                    <a:pt x="69496" y="8180"/>
                    <a:pt x="52525" y="8180"/>
                  </a:cubicBezTo>
                  <a:cubicBezTo>
                    <a:pt x="42393" y="8180"/>
                    <a:pt x="30742" y="6414"/>
                    <a:pt x="18837" y="1119"/>
                  </a:cubicBezTo>
                  <a:cubicBezTo>
                    <a:pt x="16810" y="362"/>
                    <a:pt x="16304" y="362"/>
                    <a:pt x="15797" y="362"/>
                  </a:cubicBezTo>
                  <a:cubicBezTo>
                    <a:pt x="13264" y="362"/>
                    <a:pt x="13264" y="2379"/>
                    <a:pt x="13264" y="6414"/>
                  </a:cubicBezTo>
                  <a:lnTo>
                    <a:pt x="13264" y="81061"/>
                  </a:lnTo>
                  <a:cubicBezTo>
                    <a:pt x="13264" y="85600"/>
                    <a:pt x="13264" y="87618"/>
                    <a:pt x="16810" y="87618"/>
                  </a:cubicBezTo>
                  <a:cubicBezTo>
                    <a:pt x="18583" y="87618"/>
                    <a:pt x="19090" y="86861"/>
                    <a:pt x="20103" y="85348"/>
                  </a:cubicBezTo>
                  <a:cubicBezTo>
                    <a:pt x="22889" y="81313"/>
                    <a:pt x="32261" y="67695"/>
                    <a:pt x="52778" y="67695"/>
                  </a:cubicBezTo>
                  <a:cubicBezTo>
                    <a:pt x="65950" y="67695"/>
                    <a:pt x="72282" y="79296"/>
                    <a:pt x="74308" y="83835"/>
                  </a:cubicBezTo>
                  <a:cubicBezTo>
                    <a:pt x="78361" y="93166"/>
                    <a:pt x="78868" y="103001"/>
                    <a:pt x="78868" y="115610"/>
                  </a:cubicBezTo>
                  <a:cubicBezTo>
                    <a:pt x="78868" y="124437"/>
                    <a:pt x="78868" y="139568"/>
                    <a:pt x="72788" y="150160"/>
                  </a:cubicBezTo>
                  <a:cubicBezTo>
                    <a:pt x="66709" y="159995"/>
                    <a:pt x="57337" y="166552"/>
                    <a:pt x="45686" y="166552"/>
                  </a:cubicBezTo>
                  <a:cubicBezTo>
                    <a:pt x="27195" y="166552"/>
                    <a:pt x="12758" y="153186"/>
                    <a:pt x="8452" y="138307"/>
                  </a:cubicBezTo>
                  <a:cubicBezTo>
                    <a:pt x="9212" y="138559"/>
                    <a:pt x="9971" y="138811"/>
                    <a:pt x="12758" y="138811"/>
                  </a:cubicBezTo>
                  <a:cubicBezTo>
                    <a:pt x="21116" y="138811"/>
                    <a:pt x="25422" y="132507"/>
                    <a:pt x="25422" y="126454"/>
                  </a:cubicBezTo>
                  <a:cubicBezTo>
                    <a:pt x="25422" y="120402"/>
                    <a:pt x="21116" y="114097"/>
                    <a:pt x="12758" y="114097"/>
                  </a:cubicBezTo>
                  <a:cubicBezTo>
                    <a:pt x="9212" y="114097"/>
                    <a:pt x="346" y="115862"/>
                    <a:pt x="346" y="127463"/>
                  </a:cubicBezTo>
                  <a:cubicBezTo>
                    <a:pt x="346" y="149151"/>
                    <a:pt x="17824" y="173613"/>
                    <a:pt x="46193" y="173613"/>
                  </a:cubicBezTo>
                  <a:cubicBezTo>
                    <a:pt x="75575" y="173613"/>
                    <a:pt x="101411" y="149403"/>
                    <a:pt x="101411" y="117376"/>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40" name="Freeform: Shape 5739">
              <a:extLst>
                <a:ext uri="{FF2B5EF4-FFF2-40B4-BE49-F238E27FC236}">
                  <a16:creationId xmlns:a16="http://schemas.microsoft.com/office/drawing/2014/main" id="{15AD1667-9C23-A6D1-E855-99A2236D243D}"/>
                </a:ext>
              </a:extLst>
            </p:cNvPr>
            <p:cNvSpPr/>
            <p:nvPr>
              <p:custDataLst>
                <p:tags r:id="rId170"/>
              </p:custDataLst>
            </p:nvPr>
          </p:nvSpPr>
          <p:spPr>
            <a:xfrm>
              <a:off x="14372548" y="5918501"/>
              <a:ext cx="106636" cy="173502"/>
            </a:xfrm>
            <a:custGeom>
              <a:avLst/>
              <a:gdLst>
                <a:gd name="connsiteX0" fmla="*/ 106988 w 106636"/>
                <a:gd name="connsiteY0" fmla="*/ 87366 h 173502"/>
                <a:gd name="connsiteX1" fmla="*/ 96856 w 106636"/>
                <a:gd name="connsiteY1" fmla="*/ 28354 h 173502"/>
                <a:gd name="connsiteX2" fmla="*/ 53796 w 106636"/>
                <a:gd name="connsiteY2" fmla="*/ 110 h 173502"/>
                <a:gd name="connsiteX3" fmla="*/ 9723 w 106636"/>
                <a:gd name="connsiteY3" fmla="*/ 30120 h 173502"/>
                <a:gd name="connsiteX4" fmla="*/ 351 w 106636"/>
                <a:gd name="connsiteY4" fmla="*/ 87366 h 173502"/>
                <a:gd name="connsiteX5" fmla="*/ 11749 w 106636"/>
                <a:gd name="connsiteY5" fmla="*/ 148142 h 173502"/>
                <a:gd name="connsiteX6" fmla="*/ 53543 w 106636"/>
                <a:gd name="connsiteY6" fmla="*/ 173613 h 173502"/>
                <a:gd name="connsiteX7" fmla="*/ 97616 w 106636"/>
                <a:gd name="connsiteY7" fmla="*/ 144359 h 173502"/>
                <a:gd name="connsiteX8" fmla="*/ 106988 w 106636"/>
                <a:gd name="connsiteY8" fmla="*/ 87366 h 173502"/>
                <a:gd name="connsiteX9" fmla="*/ 53543 w 106636"/>
                <a:gd name="connsiteY9" fmla="*/ 168065 h 173502"/>
                <a:gd name="connsiteX10" fmla="*/ 24161 w 106636"/>
                <a:gd name="connsiteY10" fmla="*/ 137550 h 173502"/>
                <a:gd name="connsiteX11" fmla="*/ 21375 w 106636"/>
                <a:gd name="connsiteY11" fmla="*/ 84339 h 173502"/>
                <a:gd name="connsiteX12" fmla="*/ 23401 w 106636"/>
                <a:gd name="connsiteY12" fmla="*/ 37937 h 173502"/>
                <a:gd name="connsiteX13" fmla="*/ 53543 w 106636"/>
                <a:gd name="connsiteY13" fmla="*/ 5658 h 173502"/>
                <a:gd name="connsiteX14" fmla="*/ 83432 w 106636"/>
                <a:gd name="connsiteY14" fmla="*/ 35163 h 173502"/>
                <a:gd name="connsiteX15" fmla="*/ 85965 w 106636"/>
                <a:gd name="connsiteY15" fmla="*/ 84339 h 173502"/>
                <a:gd name="connsiteX16" fmla="*/ 83178 w 106636"/>
                <a:gd name="connsiteY16" fmla="*/ 136542 h 173502"/>
                <a:gd name="connsiteX17" fmla="*/ 53543 w 106636"/>
                <a:gd name="connsiteY17" fmla="*/ 168065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988" y="87366"/>
                  </a:moveTo>
                  <a:cubicBezTo>
                    <a:pt x="106988" y="67191"/>
                    <a:pt x="105722" y="47016"/>
                    <a:pt x="96856" y="28354"/>
                  </a:cubicBezTo>
                  <a:cubicBezTo>
                    <a:pt x="85205" y="4145"/>
                    <a:pt x="64435" y="110"/>
                    <a:pt x="53796" y="110"/>
                  </a:cubicBezTo>
                  <a:cubicBezTo>
                    <a:pt x="38599" y="110"/>
                    <a:pt x="20108" y="6667"/>
                    <a:pt x="9723" y="30120"/>
                  </a:cubicBezTo>
                  <a:cubicBezTo>
                    <a:pt x="1618" y="47520"/>
                    <a:pt x="351" y="67191"/>
                    <a:pt x="351" y="87366"/>
                  </a:cubicBezTo>
                  <a:cubicBezTo>
                    <a:pt x="351" y="106279"/>
                    <a:pt x="1364" y="128976"/>
                    <a:pt x="11749" y="148142"/>
                  </a:cubicBezTo>
                  <a:cubicBezTo>
                    <a:pt x="22641" y="168569"/>
                    <a:pt x="41132" y="173613"/>
                    <a:pt x="53543" y="173613"/>
                  </a:cubicBezTo>
                  <a:cubicBezTo>
                    <a:pt x="67221" y="173613"/>
                    <a:pt x="86471" y="168317"/>
                    <a:pt x="97616" y="144359"/>
                  </a:cubicBezTo>
                  <a:cubicBezTo>
                    <a:pt x="105722" y="126959"/>
                    <a:pt x="106988" y="107288"/>
                    <a:pt x="106988" y="87366"/>
                  </a:cubicBezTo>
                  <a:close/>
                  <a:moveTo>
                    <a:pt x="53543" y="168065"/>
                  </a:moveTo>
                  <a:cubicBezTo>
                    <a:pt x="43665" y="168065"/>
                    <a:pt x="28720" y="161760"/>
                    <a:pt x="24161" y="137550"/>
                  </a:cubicBezTo>
                  <a:cubicBezTo>
                    <a:pt x="21375" y="122419"/>
                    <a:pt x="21375" y="99218"/>
                    <a:pt x="21375" y="84339"/>
                  </a:cubicBezTo>
                  <a:cubicBezTo>
                    <a:pt x="21375" y="68200"/>
                    <a:pt x="21375" y="51555"/>
                    <a:pt x="23401" y="37937"/>
                  </a:cubicBezTo>
                  <a:cubicBezTo>
                    <a:pt x="28214" y="7928"/>
                    <a:pt x="47211" y="5658"/>
                    <a:pt x="53543" y="5658"/>
                  </a:cubicBezTo>
                  <a:cubicBezTo>
                    <a:pt x="61902" y="5658"/>
                    <a:pt x="78619" y="10197"/>
                    <a:pt x="83432" y="35163"/>
                  </a:cubicBezTo>
                  <a:cubicBezTo>
                    <a:pt x="85965" y="49286"/>
                    <a:pt x="85965" y="68452"/>
                    <a:pt x="85965" y="84339"/>
                  </a:cubicBezTo>
                  <a:cubicBezTo>
                    <a:pt x="85965" y="103253"/>
                    <a:pt x="85965" y="120402"/>
                    <a:pt x="83178" y="136542"/>
                  </a:cubicBezTo>
                  <a:cubicBezTo>
                    <a:pt x="79379" y="160499"/>
                    <a:pt x="64941" y="168065"/>
                    <a:pt x="53543" y="168065"/>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41" name="Freeform: Shape 5740">
              <a:extLst>
                <a:ext uri="{FF2B5EF4-FFF2-40B4-BE49-F238E27FC236}">
                  <a16:creationId xmlns:a16="http://schemas.microsoft.com/office/drawing/2014/main" id="{1C4EAD0D-FAC9-11B1-C88B-3F18AEBAC541}"/>
                </a:ext>
              </a:extLst>
            </p:cNvPr>
            <p:cNvSpPr/>
            <p:nvPr>
              <p:custDataLst>
                <p:tags r:id="rId171"/>
              </p:custDataLst>
            </p:nvPr>
          </p:nvSpPr>
          <p:spPr>
            <a:xfrm>
              <a:off x="14672947" y="5874622"/>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44" name="Freeform: Shape 5743">
              <a:extLst>
                <a:ext uri="{FF2B5EF4-FFF2-40B4-BE49-F238E27FC236}">
                  <a16:creationId xmlns:a16="http://schemas.microsoft.com/office/drawing/2014/main" id="{7A7290E0-389B-916A-8CE4-AB5D937FC804}"/>
                </a:ext>
              </a:extLst>
            </p:cNvPr>
            <p:cNvSpPr/>
            <p:nvPr>
              <p:custDataLst>
                <p:tags r:id="rId172"/>
              </p:custDataLst>
            </p:nvPr>
          </p:nvSpPr>
          <p:spPr>
            <a:xfrm>
              <a:off x="8061869" y="6177243"/>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47" name="Freeform: Shape 5746">
              <a:extLst>
                <a:ext uri="{FF2B5EF4-FFF2-40B4-BE49-F238E27FC236}">
                  <a16:creationId xmlns:a16="http://schemas.microsoft.com/office/drawing/2014/main" id="{51B08A7C-9C58-DB1C-5407-9C541B66BCCF}"/>
                </a:ext>
              </a:extLst>
            </p:cNvPr>
            <p:cNvSpPr/>
            <p:nvPr>
              <p:custDataLst>
                <p:tags r:id="rId173"/>
              </p:custDataLst>
            </p:nvPr>
          </p:nvSpPr>
          <p:spPr>
            <a:xfrm>
              <a:off x="8601842" y="6221122"/>
              <a:ext cx="101064" cy="167954"/>
            </a:xfrm>
            <a:custGeom>
              <a:avLst/>
              <a:gdLst>
                <a:gd name="connsiteX0" fmla="*/ 19628 w 101064"/>
                <a:gd name="connsiteY0" fmla="*/ 148658 h 167954"/>
                <a:gd name="connsiteX1" fmla="*/ 46477 w 101064"/>
                <a:gd name="connsiteY1" fmla="*/ 122683 h 167954"/>
                <a:gd name="connsiteX2" fmla="*/ 101189 w 101064"/>
                <a:gd name="connsiteY2" fmla="*/ 49046 h 167954"/>
                <a:gd name="connsiteX3" fmla="*/ 47490 w 101064"/>
                <a:gd name="connsiteY3" fmla="*/ 122 h 167954"/>
                <a:gd name="connsiteX4" fmla="*/ 124 w 101064"/>
                <a:gd name="connsiteY4" fmla="*/ 45767 h 167954"/>
                <a:gd name="connsiteX5" fmla="*/ 13549 w 101064"/>
                <a:gd name="connsiteY5" fmla="*/ 59889 h 167954"/>
                <a:gd name="connsiteX6" fmla="*/ 26720 w 101064"/>
                <a:gd name="connsiteY6" fmla="*/ 46524 h 167954"/>
                <a:gd name="connsiteX7" fmla="*/ 13295 w 101064"/>
                <a:gd name="connsiteY7" fmla="*/ 33410 h 167954"/>
                <a:gd name="connsiteX8" fmla="*/ 10003 w 101064"/>
                <a:gd name="connsiteY8" fmla="*/ 33662 h 167954"/>
                <a:gd name="connsiteX9" fmla="*/ 44197 w 101064"/>
                <a:gd name="connsiteY9" fmla="*/ 7939 h 167954"/>
                <a:gd name="connsiteX10" fmla="*/ 78139 w 101064"/>
                <a:gd name="connsiteY10" fmla="*/ 49046 h 167954"/>
                <a:gd name="connsiteX11" fmla="*/ 51543 w 101064"/>
                <a:gd name="connsiteY11" fmla="*/ 104778 h 167954"/>
                <a:gd name="connsiteX12" fmla="*/ 2910 w 101064"/>
                <a:gd name="connsiteY12" fmla="*/ 158746 h 167954"/>
                <a:gd name="connsiteX13" fmla="*/ 124 w 101064"/>
                <a:gd name="connsiteY13" fmla="*/ 168077 h 167954"/>
                <a:gd name="connsiteX14" fmla="*/ 94096 w 101064"/>
                <a:gd name="connsiteY14" fmla="*/ 168077 h 167954"/>
                <a:gd name="connsiteX15" fmla="*/ 101189 w 101064"/>
                <a:gd name="connsiteY15" fmla="*/ 124196 h 167954"/>
                <a:gd name="connsiteX16" fmla="*/ 94856 w 101064"/>
                <a:gd name="connsiteY16" fmla="*/ 124196 h 167954"/>
                <a:gd name="connsiteX17" fmla="*/ 89284 w 101064"/>
                <a:gd name="connsiteY17" fmla="*/ 146641 h 167954"/>
                <a:gd name="connsiteX18" fmla="*/ 65221 w 101064"/>
                <a:gd name="connsiteY18" fmla="*/ 148658 h 167954"/>
                <a:gd name="connsiteX19" fmla="*/ 19628 w 101064"/>
                <a:gd name="connsiteY19" fmla="*/ 148658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1064" h="167954">
                  <a:moveTo>
                    <a:pt x="19628" y="148658"/>
                  </a:moveTo>
                  <a:lnTo>
                    <a:pt x="46477" y="122683"/>
                  </a:lnTo>
                  <a:cubicBezTo>
                    <a:pt x="85991" y="87882"/>
                    <a:pt x="101189" y="74264"/>
                    <a:pt x="101189" y="49046"/>
                  </a:cubicBezTo>
                  <a:cubicBezTo>
                    <a:pt x="101189" y="20296"/>
                    <a:pt x="78392" y="122"/>
                    <a:pt x="47490" y="122"/>
                  </a:cubicBezTo>
                  <a:cubicBezTo>
                    <a:pt x="18868" y="122"/>
                    <a:pt x="124" y="23323"/>
                    <a:pt x="124" y="45767"/>
                  </a:cubicBezTo>
                  <a:cubicBezTo>
                    <a:pt x="124" y="59889"/>
                    <a:pt x="12789" y="59889"/>
                    <a:pt x="13549" y="59889"/>
                  </a:cubicBezTo>
                  <a:cubicBezTo>
                    <a:pt x="17855" y="59889"/>
                    <a:pt x="26720" y="56863"/>
                    <a:pt x="26720" y="46524"/>
                  </a:cubicBezTo>
                  <a:cubicBezTo>
                    <a:pt x="26720" y="39967"/>
                    <a:pt x="22161" y="33410"/>
                    <a:pt x="13295" y="33410"/>
                  </a:cubicBezTo>
                  <a:cubicBezTo>
                    <a:pt x="11269" y="33410"/>
                    <a:pt x="10763" y="33410"/>
                    <a:pt x="10003" y="33662"/>
                  </a:cubicBezTo>
                  <a:cubicBezTo>
                    <a:pt x="15828" y="17270"/>
                    <a:pt x="29506" y="7939"/>
                    <a:pt x="44197" y="7939"/>
                  </a:cubicBezTo>
                  <a:cubicBezTo>
                    <a:pt x="67247" y="7939"/>
                    <a:pt x="78139" y="28366"/>
                    <a:pt x="78139" y="49046"/>
                  </a:cubicBezTo>
                  <a:cubicBezTo>
                    <a:pt x="78139" y="69220"/>
                    <a:pt x="65474" y="89143"/>
                    <a:pt x="51543" y="104778"/>
                  </a:cubicBezTo>
                  <a:lnTo>
                    <a:pt x="2910" y="158746"/>
                  </a:lnTo>
                  <a:cubicBezTo>
                    <a:pt x="124" y="161520"/>
                    <a:pt x="124" y="162024"/>
                    <a:pt x="124" y="168077"/>
                  </a:cubicBezTo>
                  <a:lnTo>
                    <a:pt x="94096" y="168077"/>
                  </a:lnTo>
                  <a:lnTo>
                    <a:pt x="101189" y="124196"/>
                  </a:lnTo>
                  <a:lnTo>
                    <a:pt x="94856" y="124196"/>
                  </a:lnTo>
                  <a:cubicBezTo>
                    <a:pt x="93590" y="131762"/>
                    <a:pt x="91817" y="142858"/>
                    <a:pt x="89284" y="146641"/>
                  </a:cubicBezTo>
                  <a:cubicBezTo>
                    <a:pt x="87511" y="148658"/>
                    <a:pt x="70793" y="148658"/>
                    <a:pt x="65221" y="148658"/>
                  </a:cubicBezTo>
                  <a:lnTo>
                    <a:pt x="19628" y="148658"/>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48" name="Freeform: Shape 5747">
              <a:extLst>
                <a:ext uri="{FF2B5EF4-FFF2-40B4-BE49-F238E27FC236}">
                  <a16:creationId xmlns:a16="http://schemas.microsoft.com/office/drawing/2014/main" id="{9324D285-6257-9843-CA10-E3B261FF9B5E}"/>
                </a:ext>
              </a:extLst>
            </p:cNvPr>
            <p:cNvSpPr/>
            <p:nvPr>
              <p:custDataLst>
                <p:tags r:id="rId174"/>
              </p:custDataLst>
            </p:nvPr>
          </p:nvSpPr>
          <p:spPr>
            <a:xfrm>
              <a:off x="9233000" y="6177243"/>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49" name="Freeform: Shape 5748">
              <a:extLst>
                <a:ext uri="{FF2B5EF4-FFF2-40B4-BE49-F238E27FC236}">
                  <a16:creationId xmlns:a16="http://schemas.microsoft.com/office/drawing/2014/main" id="{2345BAD6-B8CB-ECAF-C820-4F691B1E38F2}"/>
                </a:ext>
              </a:extLst>
            </p:cNvPr>
            <p:cNvSpPr/>
            <p:nvPr>
              <p:custDataLst>
                <p:tags r:id="rId175"/>
              </p:custDataLst>
            </p:nvPr>
          </p:nvSpPr>
          <p:spPr>
            <a:xfrm>
              <a:off x="9399922" y="6221122"/>
              <a:ext cx="106636" cy="173502"/>
            </a:xfrm>
            <a:custGeom>
              <a:avLst/>
              <a:gdLst>
                <a:gd name="connsiteX0" fmla="*/ 106793 w 106636"/>
                <a:gd name="connsiteY0" fmla="*/ 87378 h 173502"/>
                <a:gd name="connsiteX1" fmla="*/ 96661 w 106636"/>
                <a:gd name="connsiteY1" fmla="*/ 28366 h 173502"/>
                <a:gd name="connsiteX2" fmla="*/ 53601 w 106636"/>
                <a:gd name="connsiteY2" fmla="*/ 122 h 173502"/>
                <a:gd name="connsiteX3" fmla="*/ 9528 w 106636"/>
                <a:gd name="connsiteY3" fmla="*/ 30132 h 173502"/>
                <a:gd name="connsiteX4" fmla="*/ 156 w 106636"/>
                <a:gd name="connsiteY4" fmla="*/ 87378 h 173502"/>
                <a:gd name="connsiteX5" fmla="*/ 11554 w 106636"/>
                <a:gd name="connsiteY5" fmla="*/ 148154 h 173502"/>
                <a:gd name="connsiteX6" fmla="*/ 53347 w 106636"/>
                <a:gd name="connsiteY6" fmla="*/ 173625 h 173502"/>
                <a:gd name="connsiteX7" fmla="*/ 97421 w 106636"/>
                <a:gd name="connsiteY7" fmla="*/ 144371 h 173502"/>
                <a:gd name="connsiteX8" fmla="*/ 106793 w 106636"/>
                <a:gd name="connsiteY8" fmla="*/ 87378 h 173502"/>
                <a:gd name="connsiteX9" fmla="*/ 53347 w 106636"/>
                <a:gd name="connsiteY9" fmla="*/ 168077 h 173502"/>
                <a:gd name="connsiteX10" fmla="*/ 23965 w 106636"/>
                <a:gd name="connsiteY10" fmla="*/ 137562 h 173502"/>
                <a:gd name="connsiteX11" fmla="*/ 21179 w 106636"/>
                <a:gd name="connsiteY11" fmla="*/ 84351 h 173502"/>
                <a:gd name="connsiteX12" fmla="*/ 23205 w 106636"/>
                <a:gd name="connsiteY12" fmla="*/ 37949 h 173502"/>
                <a:gd name="connsiteX13" fmla="*/ 53347 w 106636"/>
                <a:gd name="connsiteY13" fmla="*/ 5670 h 173502"/>
                <a:gd name="connsiteX14" fmla="*/ 83236 w 106636"/>
                <a:gd name="connsiteY14" fmla="*/ 35175 h 173502"/>
                <a:gd name="connsiteX15" fmla="*/ 85769 w 106636"/>
                <a:gd name="connsiteY15" fmla="*/ 84351 h 173502"/>
                <a:gd name="connsiteX16" fmla="*/ 82983 w 106636"/>
                <a:gd name="connsiteY16" fmla="*/ 136554 h 173502"/>
                <a:gd name="connsiteX17" fmla="*/ 53347 w 106636"/>
                <a:gd name="connsiteY17" fmla="*/ 168077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793" y="87378"/>
                  </a:moveTo>
                  <a:cubicBezTo>
                    <a:pt x="106793" y="67203"/>
                    <a:pt x="105526" y="47028"/>
                    <a:pt x="96661" y="28366"/>
                  </a:cubicBezTo>
                  <a:cubicBezTo>
                    <a:pt x="85009" y="4157"/>
                    <a:pt x="64239" y="122"/>
                    <a:pt x="53601" y="122"/>
                  </a:cubicBezTo>
                  <a:cubicBezTo>
                    <a:pt x="38403" y="122"/>
                    <a:pt x="19913" y="6679"/>
                    <a:pt x="9528" y="30132"/>
                  </a:cubicBezTo>
                  <a:cubicBezTo>
                    <a:pt x="1422" y="47532"/>
                    <a:pt x="156" y="67203"/>
                    <a:pt x="156" y="87378"/>
                  </a:cubicBezTo>
                  <a:cubicBezTo>
                    <a:pt x="156" y="106291"/>
                    <a:pt x="1169" y="128988"/>
                    <a:pt x="11554" y="148154"/>
                  </a:cubicBezTo>
                  <a:cubicBezTo>
                    <a:pt x="22446" y="168581"/>
                    <a:pt x="40936" y="173625"/>
                    <a:pt x="53347" y="173625"/>
                  </a:cubicBezTo>
                  <a:cubicBezTo>
                    <a:pt x="67025" y="173625"/>
                    <a:pt x="86276" y="168329"/>
                    <a:pt x="97421" y="144371"/>
                  </a:cubicBezTo>
                  <a:cubicBezTo>
                    <a:pt x="105526" y="126971"/>
                    <a:pt x="106793" y="107300"/>
                    <a:pt x="106793" y="87378"/>
                  </a:cubicBezTo>
                  <a:close/>
                  <a:moveTo>
                    <a:pt x="53347" y="168077"/>
                  </a:moveTo>
                  <a:cubicBezTo>
                    <a:pt x="43469" y="168077"/>
                    <a:pt x="28525" y="161772"/>
                    <a:pt x="23965" y="137562"/>
                  </a:cubicBezTo>
                  <a:cubicBezTo>
                    <a:pt x="21179" y="122431"/>
                    <a:pt x="21179" y="99230"/>
                    <a:pt x="21179" y="84351"/>
                  </a:cubicBezTo>
                  <a:cubicBezTo>
                    <a:pt x="21179" y="68212"/>
                    <a:pt x="21179" y="51567"/>
                    <a:pt x="23205" y="37949"/>
                  </a:cubicBezTo>
                  <a:cubicBezTo>
                    <a:pt x="28018" y="7939"/>
                    <a:pt x="47015" y="5670"/>
                    <a:pt x="53347" y="5670"/>
                  </a:cubicBezTo>
                  <a:cubicBezTo>
                    <a:pt x="61706" y="5670"/>
                    <a:pt x="78424" y="10209"/>
                    <a:pt x="83236" y="35175"/>
                  </a:cubicBezTo>
                  <a:cubicBezTo>
                    <a:pt x="85769" y="49298"/>
                    <a:pt x="85769" y="68464"/>
                    <a:pt x="85769" y="84351"/>
                  </a:cubicBezTo>
                  <a:cubicBezTo>
                    <a:pt x="85769" y="103265"/>
                    <a:pt x="85769" y="120414"/>
                    <a:pt x="82983" y="136554"/>
                  </a:cubicBezTo>
                  <a:cubicBezTo>
                    <a:pt x="79184" y="160511"/>
                    <a:pt x="64746" y="168077"/>
                    <a:pt x="53347" y="168077"/>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50" name="Freeform: Shape 5749">
              <a:extLst>
                <a:ext uri="{FF2B5EF4-FFF2-40B4-BE49-F238E27FC236}">
                  <a16:creationId xmlns:a16="http://schemas.microsoft.com/office/drawing/2014/main" id="{85BBD81A-42C8-107D-720F-55E252570A4A}"/>
                </a:ext>
              </a:extLst>
            </p:cNvPr>
            <p:cNvSpPr/>
            <p:nvPr>
              <p:custDataLst>
                <p:tags r:id="rId176"/>
              </p:custDataLst>
            </p:nvPr>
          </p:nvSpPr>
          <p:spPr>
            <a:xfrm>
              <a:off x="9538474" y="6362346"/>
              <a:ext cx="26849" cy="26731"/>
            </a:xfrm>
            <a:custGeom>
              <a:avLst/>
              <a:gdLst>
                <a:gd name="connsiteX0" fmla="*/ 27010 w 26849"/>
                <a:gd name="connsiteY0" fmla="*/ 13488 h 26731"/>
                <a:gd name="connsiteX1" fmla="*/ 13585 w 26849"/>
                <a:gd name="connsiteY1" fmla="*/ 122 h 26731"/>
                <a:gd name="connsiteX2" fmla="*/ 161 w 26849"/>
                <a:gd name="connsiteY2" fmla="*/ 13488 h 26731"/>
                <a:gd name="connsiteX3" fmla="*/ 13585 w 26849"/>
                <a:gd name="connsiteY3" fmla="*/ 26853 h 26731"/>
                <a:gd name="connsiteX4" fmla="*/ 27010 w 26849"/>
                <a:gd name="connsiteY4" fmla="*/ 13488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10" y="13488"/>
                  </a:moveTo>
                  <a:cubicBezTo>
                    <a:pt x="27010" y="6174"/>
                    <a:pt x="20931" y="122"/>
                    <a:pt x="13585" y="122"/>
                  </a:cubicBezTo>
                  <a:cubicBezTo>
                    <a:pt x="6240" y="122"/>
                    <a:pt x="161" y="6174"/>
                    <a:pt x="161" y="13488"/>
                  </a:cubicBezTo>
                  <a:cubicBezTo>
                    <a:pt x="161" y="20801"/>
                    <a:pt x="6240" y="26853"/>
                    <a:pt x="13585" y="26853"/>
                  </a:cubicBezTo>
                  <a:cubicBezTo>
                    <a:pt x="20931" y="26853"/>
                    <a:pt x="27010" y="20801"/>
                    <a:pt x="27010" y="13488"/>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51" name="Freeform: Shape 5750">
              <a:extLst>
                <a:ext uri="{FF2B5EF4-FFF2-40B4-BE49-F238E27FC236}">
                  <a16:creationId xmlns:a16="http://schemas.microsoft.com/office/drawing/2014/main" id="{29BC96CE-42E4-A9B8-E648-EE31C435C094}"/>
                </a:ext>
              </a:extLst>
            </p:cNvPr>
            <p:cNvSpPr/>
            <p:nvPr>
              <p:custDataLst>
                <p:tags r:id="rId177"/>
              </p:custDataLst>
            </p:nvPr>
          </p:nvSpPr>
          <p:spPr>
            <a:xfrm>
              <a:off x="9597689" y="6221122"/>
              <a:ext cx="105117" cy="173502"/>
            </a:xfrm>
            <a:custGeom>
              <a:avLst/>
              <a:gdLst>
                <a:gd name="connsiteX0" fmla="*/ 30812 w 105117"/>
                <a:gd name="connsiteY0" fmla="*/ 52828 h 173502"/>
                <a:gd name="connsiteX1" fmla="*/ 18147 w 105117"/>
                <a:gd name="connsiteY1" fmla="*/ 32401 h 173502"/>
                <a:gd name="connsiteX2" fmla="*/ 52595 w 105117"/>
                <a:gd name="connsiteY2" fmla="*/ 6426 h 173502"/>
                <a:gd name="connsiteX3" fmla="*/ 87297 w 105117"/>
                <a:gd name="connsiteY3" fmla="*/ 37697 h 173502"/>
                <a:gd name="connsiteX4" fmla="*/ 62221 w 105117"/>
                <a:gd name="connsiteY4" fmla="*/ 73003 h 173502"/>
                <a:gd name="connsiteX5" fmla="*/ 30812 w 105117"/>
                <a:gd name="connsiteY5" fmla="*/ 52828 h 173502"/>
                <a:gd name="connsiteX6" fmla="*/ 67793 w 105117"/>
                <a:gd name="connsiteY6" fmla="*/ 76786 h 173502"/>
                <a:gd name="connsiteX7" fmla="*/ 98442 w 105117"/>
                <a:gd name="connsiteY7" fmla="*/ 37697 h 173502"/>
                <a:gd name="connsiteX8" fmla="*/ 52849 w 105117"/>
                <a:gd name="connsiteY8" fmla="*/ 122 h 173502"/>
                <a:gd name="connsiteX9" fmla="*/ 7002 w 105117"/>
                <a:gd name="connsiteY9" fmla="*/ 42237 h 173502"/>
                <a:gd name="connsiteX10" fmla="*/ 18147 w 105117"/>
                <a:gd name="connsiteY10" fmla="*/ 69977 h 173502"/>
                <a:gd name="connsiteX11" fmla="*/ 36638 w 105117"/>
                <a:gd name="connsiteY11" fmla="*/ 83595 h 173502"/>
                <a:gd name="connsiteX12" fmla="*/ 163 w 105117"/>
                <a:gd name="connsiteY12" fmla="*/ 129997 h 173502"/>
                <a:gd name="connsiteX13" fmla="*/ 52595 w 105117"/>
                <a:gd name="connsiteY13" fmla="*/ 173625 h 173502"/>
                <a:gd name="connsiteX14" fmla="*/ 105281 w 105117"/>
                <a:gd name="connsiteY14" fmla="*/ 125710 h 173502"/>
                <a:gd name="connsiteX15" fmla="*/ 92869 w 105117"/>
                <a:gd name="connsiteY15" fmla="*/ 94691 h 173502"/>
                <a:gd name="connsiteX16" fmla="*/ 67793 w 105117"/>
                <a:gd name="connsiteY16" fmla="*/ 76786 h 173502"/>
                <a:gd name="connsiteX17" fmla="*/ 42464 w 105117"/>
                <a:gd name="connsiteY17" fmla="*/ 87378 h 173502"/>
                <a:gd name="connsiteX18" fmla="*/ 73619 w 105117"/>
                <a:gd name="connsiteY18" fmla="*/ 107048 h 173502"/>
                <a:gd name="connsiteX19" fmla="*/ 92616 w 105117"/>
                <a:gd name="connsiteY19" fmla="*/ 134788 h 173502"/>
                <a:gd name="connsiteX20" fmla="*/ 52849 w 105117"/>
                <a:gd name="connsiteY20" fmla="*/ 166563 h 173502"/>
                <a:gd name="connsiteX21" fmla="*/ 12828 w 105117"/>
                <a:gd name="connsiteY21" fmla="*/ 129997 h 173502"/>
                <a:gd name="connsiteX22" fmla="*/ 42464 w 105117"/>
                <a:gd name="connsiteY22" fmla="*/ 87378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5117" h="173502">
                  <a:moveTo>
                    <a:pt x="30812" y="52828"/>
                  </a:moveTo>
                  <a:cubicBezTo>
                    <a:pt x="19160" y="45263"/>
                    <a:pt x="18147" y="36688"/>
                    <a:pt x="18147" y="32401"/>
                  </a:cubicBezTo>
                  <a:cubicBezTo>
                    <a:pt x="18147" y="17018"/>
                    <a:pt x="34611" y="6426"/>
                    <a:pt x="52595" y="6426"/>
                  </a:cubicBezTo>
                  <a:cubicBezTo>
                    <a:pt x="71086" y="6426"/>
                    <a:pt x="87297" y="19540"/>
                    <a:pt x="87297" y="37697"/>
                  </a:cubicBezTo>
                  <a:cubicBezTo>
                    <a:pt x="87297" y="52072"/>
                    <a:pt x="77418" y="64177"/>
                    <a:pt x="62221" y="73003"/>
                  </a:cubicBezTo>
                  <a:lnTo>
                    <a:pt x="30812" y="52828"/>
                  </a:lnTo>
                  <a:close/>
                  <a:moveTo>
                    <a:pt x="67793" y="76786"/>
                  </a:moveTo>
                  <a:cubicBezTo>
                    <a:pt x="86030" y="67455"/>
                    <a:pt x="98442" y="54341"/>
                    <a:pt x="98442" y="37697"/>
                  </a:cubicBezTo>
                  <a:cubicBezTo>
                    <a:pt x="98442" y="14496"/>
                    <a:pt x="75898" y="122"/>
                    <a:pt x="52849" y="122"/>
                  </a:cubicBezTo>
                  <a:cubicBezTo>
                    <a:pt x="27519" y="122"/>
                    <a:pt x="7002" y="18783"/>
                    <a:pt x="7002" y="42237"/>
                  </a:cubicBezTo>
                  <a:cubicBezTo>
                    <a:pt x="7002" y="46776"/>
                    <a:pt x="7509" y="58124"/>
                    <a:pt x="18147" y="69977"/>
                  </a:cubicBezTo>
                  <a:cubicBezTo>
                    <a:pt x="20934" y="73003"/>
                    <a:pt x="30305" y="79308"/>
                    <a:pt x="36638" y="83595"/>
                  </a:cubicBezTo>
                  <a:cubicBezTo>
                    <a:pt x="21947" y="90908"/>
                    <a:pt x="163" y="105030"/>
                    <a:pt x="163" y="129997"/>
                  </a:cubicBezTo>
                  <a:cubicBezTo>
                    <a:pt x="163" y="156728"/>
                    <a:pt x="25999" y="173625"/>
                    <a:pt x="52595" y="173625"/>
                  </a:cubicBezTo>
                  <a:cubicBezTo>
                    <a:pt x="81218" y="173625"/>
                    <a:pt x="105281" y="152693"/>
                    <a:pt x="105281" y="125710"/>
                  </a:cubicBezTo>
                  <a:cubicBezTo>
                    <a:pt x="105281" y="116631"/>
                    <a:pt x="102494" y="105283"/>
                    <a:pt x="92869" y="94691"/>
                  </a:cubicBezTo>
                  <a:cubicBezTo>
                    <a:pt x="88057" y="89395"/>
                    <a:pt x="84004" y="86873"/>
                    <a:pt x="67793" y="76786"/>
                  </a:cubicBezTo>
                  <a:close/>
                  <a:moveTo>
                    <a:pt x="42464" y="87378"/>
                  </a:moveTo>
                  <a:lnTo>
                    <a:pt x="73619" y="107048"/>
                  </a:lnTo>
                  <a:cubicBezTo>
                    <a:pt x="80711" y="111839"/>
                    <a:pt x="92616" y="119405"/>
                    <a:pt x="92616" y="134788"/>
                  </a:cubicBezTo>
                  <a:cubicBezTo>
                    <a:pt x="92616" y="153450"/>
                    <a:pt x="73619" y="166563"/>
                    <a:pt x="52849" y="166563"/>
                  </a:cubicBezTo>
                  <a:cubicBezTo>
                    <a:pt x="31065" y="166563"/>
                    <a:pt x="12828" y="150928"/>
                    <a:pt x="12828" y="129997"/>
                  </a:cubicBezTo>
                  <a:cubicBezTo>
                    <a:pt x="12828" y="115370"/>
                    <a:pt x="20934" y="99230"/>
                    <a:pt x="42464" y="87378"/>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53" name="Freeform: Shape 5752">
              <a:extLst>
                <a:ext uri="{FF2B5EF4-FFF2-40B4-BE49-F238E27FC236}">
                  <a16:creationId xmlns:a16="http://schemas.microsoft.com/office/drawing/2014/main" id="{769B351E-02FB-F4B0-B34A-8A7049BF2AED}"/>
                </a:ext>
              </a:extLst>
            </p:cNvPr>
            <p:cNvSpPr/>
            <p:nvPr>
              <p:custDataLst>
                <p:tags r:id="rId178"/>
              </p:custDataLst>
            </p:nvPr>
          </p:nvSpPr>
          <p:spPr>
            <a:xfrm>
              <a:off x="9724337" y="6221122"/>
              <a:ext cx="105117" cy="173502"/>
            </a:xfrm>
            <a:custGeom>
              <a:avLst/>
              <a:gdLst>
                <a:gd name="connsiteX0" fmla="*/ 30817 w 105117"/>
                <a:gd name="connsiteY0" fmla="*/ 52828 h 173502"/>
                <a:gd name="connsiteX1" fmla="*/ 18152 w 105117"/>
                <a:gd name="connsiteY1" fmla="*/ 32401 h 173502"/>
                <a:gd name="connsiteX2" fmla="*/ 52600 w 105117"/>
                <a:gd name="connsiteY2" fmla="*/ 6426 h 173502"/>
                <a:gd name="connsiteX3" fmla="*/ 87302 w 105117"/>
                <a:gd name="connsiteY3" fmla="*/ 37697 h 173502"/>
                <a:gd name="connsiteX4" fmla="*/ 62226 w 105117"/>
                <a:gd name="connsiteY4" fmla="*/ 73003 h 173502"/>
                <a:gd name="connsiteX5" fmla="*/ 30817 w 105117"/>
                <a:gd name="connsiteY5" fmla="*/ 52828 h 173502"/>
                <a:gd name="connsiteX6" fmla="*/ 67798 w 105117"/>
                <a:gd name="connsiteY6" fmla="*/ 76786 h 173502"/>
                <a:gd name="connsiteX7" fmla="*/ 98447 w 105117"/>
                <a:gd name="connsiteY7" fmla="*/ 37697 h 173502"/>
                <a:gd name="connsiteX8" fmla="*/ 52854 w 105117"/>
                <a:gd name="connsiteY8" fmla="*/ 122 h 173502"/>
                <a:gd name="connsiteX9" fmla="*/ 7007 w 105117"/>
                <a:gd name="connsiteY9" fmla="*/ 42237 h 173502"/>
                <a:gd name="connsiteX10" fmla="*/ 18152 w 105117"/>
                <a:gd name="connsiteY10" fmla="*/ 69977 h 173502"/>
                <a:gd name="connsiteX11" fmla="*/ 36643 w 105117"/>
                <a:gd name="connsiteY11" fmla="*/ 83595 h 173502"/>
                <a:gd name="connsiteX12" fmla="*/ 168 w 105117"/>
                <a:gd name="connsiteY12" fmla="*/ 129997 h 173502"/>
                <a:gd name="connsiteX13" fmla="*/ 52600 w 105117"/>
                <a:gd name="connsiteY13" fmla="*/ 173625 h 173502"/>
                <a:gd name="connsiteX14" fmla="*/ 105286 w 105117"/>
                <a:gd name="connsiteY14" fmla="*/ 125710 h 173502"/>
                <a:gd name="connsiteX15" fmla="*/ 92874 w 105117"/>
                <a:gd name="connsiteY15" fmla="*/ 94691 h 173502"/>
                <a:gd name="connsiteX16" fmla="*/ 67798 w 105117"/>
                <a:gd name="connsiteY16" fmla="*/ 76786 h 173502"/>
                <a:gd name="connsiteX17" fmla="*/ 42469 w 105117"/>
                <a:gd name="connsiteY17" fmla="*/ 87378 h 173502"/>
                <a:gd name="connsiteX18" fmla="*/ 73624 w 105117"/>
                <a:gd name="connsiteY18" fmla="*/ 107048 h 173502"/>
                <a:gd name="connsiteX19" fmla="*/ 92621 w 105117"/>
                <a:gd name="connsiteY19" fmla="*/ 134788 h 173502"/>
                <a:gd name="connsiteX20" fmla="*/ 52854 w 105117"/>
                <a:gd name="connsiteY20" fmla="*/ 166563 h 173502"/>
                <a:gd name="connsiteX21" fmla="*/ 12833 w 105117"/>
                <a:gd name="connsiteY21" fmla="*/ 129997 h 173502"/>
                <a:gd name="connsiteX22" fmla="*/ 42469 w 105117"/>
                <a:gd name="connsiteY22" fmla="*/ 87378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5117" h="173502">
                  <a:moveTo>
                    <a:pt x="30817" y="52828"/>
                  </a:moveTo>
                  <a:cubicBezTo>
                    <a:pt x="19165" y="45263"/>
                    <a:pt x="18152" y="36688"/>
                    <a:pt x="18152" y="32401"/>
                  </a:cubicBezTo>
                  <a:cubicBezTo>
                    <a:pt x="18152" y="17018"/>
                    <a:pt x="34616" y="6426"/>
                    <a:pt x="52600" y="6426"/>
                  </a:cubicBezTo>
                  <a:cubicBezTo>
                    <a:pt x="71091" y="6426"/>
                    <a:pt x="87302" y="19540"/>
                    <a:pt x="87302" y="37697"/>
                  </a:cubicBezTo>
                  <a:cubicBezTo>
                    <a:pt x="87302" y="52072"/>
                    <a:pt x="77423" y="64177"/>
                    <a:pt x="62226" y="73003"/>
                  </a:cubicBezTo>
                  <a:lnTo>
                    <a:pt x="30817" y="52828"/>
                  </a:lnTo>
                  <a:close/>
                  <a:moveTo>
                    <a:pt x="67798" y="76786"/>
                  </a:moveTo>
                  <a:cubicBezTo>
                    <a:pt x="86035" y="67455"/>
                    <a:pt x="98447" y="54341"/>
                    <a:pt x="98447" y="37697"/>
                  </a:cubicBezTo>
                  <a:cubicBezTo>
                    <a:pt x="98447" y="14496"/>
                    <a:pt x="75903" y="122"/>
                    <a:pt x="52854" y="122"/>
                  </a:cubicBezTo>
                  <a:cubicBezTo>
                    <a:pt x="27524" y="122"/>
                    <a:pt x="7007" y="18783"/>
                    <a:pt x="7007" y="42237"/>
                  </a:cubicBezTo>
                  <a:cubicBezTo>
                    <a:pt x="7007" y="46776"/>
                    <a:pt x="7514" y="58124"/>
                    <a:pt x="18152" y="69977"/>
                  </a:cubicBezTo>
                  <a:cubicBezTo>
                    <a:pt x="20939" y="73003"/>
                    <a:pt x="30310" y="79308"/>
                    <a:pt x="36643" y="83595"/>
                  </a:cubicBezTo>
                  <a:cubicBezTo>
                    <a:pt x="21952" y="90908"/>
                    <a:pt x="168" y="105030"/>
                    <a:pt x="168" y="129997"/>
                  </a:cubicBezTo>
                  <a:cubicBezTo>
                    <a:pt x="168" y="156728"/>
                    <a:pt x="26004" y="173625"/>
                    <a:pt x="52600" y="173625"/>
                  </a:cubicBezTo>
                  <a:cubicBezTo>
                    <a:pt x="81223" y="173625"/>
                    <a:pt x="105286" y="152693"/>
                    <a:pt x="105286" y="125710"/>
                  </a:cubicBezTo>
                  <a:cubicBezTo>
                    <a:pt x="105286" y="116631"/>
                    <a:pt x="102499" y="105283"/>
                    <a:pt x="92874" y="94691"/>
                  </a:cubicBezTo>
                  <a:cubicBezTo>
                    <a:pt x="88062" y="89395"/>
                    <a:pt x="84009" y="86873"/>
                    <a:pt x="67798" y="76786"/>
                  </a:cubicBezTo>
                  <a:close/>
                  <a:moveTo>
                    <a:pt x="42469" y="87378"/>
                  </a:moveTo>
                  <a:lnTo>
                    <a:pt x="73624" y="107048"/>
                  </a:lnTo>
                  <a:cubicBezTo>
                    <a:pt x="80716" y="111839"/>
                    <a:pt x="92621" y="119405"/>
                    <a:pt x="92621" y="134788"/>
                  </a:cubicBezTo>
                  <a:cubicBezTo>
                    <a:pt x="92621" y="153450"/>
                    <a:pt x="73624" y="166563"/>
                    <a:pt x="52854" y="166563"/>
                  </a:cubicBezTo>
                  <a:cubicBezTo>
                    <a:pt x="31070" y="166563"/>
                    <a:pt x="12833" y="150928"/>
                    <a:pt x="12833" y="129997"/>
                  </a:cubicBezTo>
                  <a:cubicBezTo>
                    <a:pt x="12833" y="115370"/>
                    <a:pt x="20939" y="99230"/>
                    <a:pt x="42469" y="87378"/>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54" name="Freeform: Shape 5753">
              <a:extLst>
                <a:ext uri="{FF2B5EF4-FFF2-40B4-BE49-F238E27FC236}">
                  <a16:creationId xmlns:a16="http://schemas.microsoft.com/office/drawing/2014/main" id="{68D3730C-C9E1-20ED-06C1-099E6C2E6C3C}"/>
                </a:ext>
              </a:extLst>
            </p:cNvPr>
            <p:cNvSpPr/>
            <p:nvPr>
              <p:custDataLst>
                <p:tags r:id="rId179"/>
              </p:custDataLst>
            </p:nvPr>
          </p:nvSpPr>
          <p:spPr>
            <a:xfrm>
              <a:off x="9862889" y="6221122"/>
              <a:ext cx="83587" cy="167954"/>
            </a:xfrm>
            <a:custGeom>
              <a:avLst/>
              <a:gdLst>
                <a:gd name="connsiteX0" fmla="*/ 52099 w 83587"/>
                <a:gd name="connsiteY0" fmla="*/ 6679 h 167954"/>
                <a:gd name="connsiteX1" fmla="*/ 46273 w 83587"/>
                <a:gd name="connsiteY1" fmla="*/ 122 h 167954"/>
                <a:gd name="connsiteX2" fmla="*/ 173 w 83587"/>
                <a:gd name="connsiteY2" fmla="*/ 16262 h 167954"/>
                <a:gd name="connsiteX3" fmla="*/ 173 w 83587"/>
                <a:gd name="connsiteY3" fmla="*/ 24079 h 167954"/>
                <a:gd name="connsiteX4" fmla="*/ 33355 w 83587"/>
                <a:gd name="connsiteY4" fmla="*/ 17522 h 167954"/>
                <a:gd name="connsiteX5" fmla="*/ 33355 w 83587"/>
                <a:gd name="connsiteY5" fmla="*/ 148154 h 167954"/>
                <a:gd name="connsiteX6" fmla="*/ 9799 w 83587"/>
                <a:gd name="connsiteY6" fmla="*/ 160259 h 167954"/>
                <a:gd name="connsiteX7" fmla="*/ 1693 w 83587"/>
                <a:gd name="connsiteY7" fmla="*/ 160259 h 167954"/>
                <a:gd name="connsiteX8" fmla="*/ 1693 w 83587"/>
                <a:gd name="connsiteY8" fmla="*/ 168077 h 167954"/>
                <a:gd name="connsiteX9" fmla="*/ 42727 w 83587"/>
                <a:gd name="connsiteY9" fmla="*/ 167320 h 167954"/>
                <a:gd name="connsiteX10" fmla="*/ 83761 w 83587"/>
                <a:gd name="connsiteY10" fmla="*/ 168077 h 167954"/>
                <a:gd name="connsiteX11" fmla="*/ 83761 w 83587"/>
                <a:gd name="connsiteY11" fmla="*/ 160259 h 167954"/>
                <a:gd name="connsiteX12" fmla="*/ 75655 w 83587"/>
                <a:gd name="connsiteY12" fmla="*/ 160259 h 167954"/>
                <a:gd name="connsiteX13" fmla="*/ 52099 w 83587"/>
                <a:gd name="connsiteY13" fmla="*/ 148154 h 167954"/>
                <a:gd name="connsiteX14" fmla="*/ 52099 w 83587"/>
                <a:gd name="connsiteY14" fmla="*/ 6679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099" y="6679"/>
                  </a:moveTo>
                  <a:cubicBezTo>
                    <a:pt x="52099" y="626"/>
                    <a:pt x="52099" y="122"/>
                    <a:pt x="46273" y="122"/>
                  </a:cubicBezTo>
                  <a:cubicBezTo>
                    <a:pt x="30569" y="16262"/>
                    <a:pt x="8279" y="16262"/>
                    <a:pt x="173" y="16262"/>
                  </a:cubicBezTo>
                  <a:lnTo>
                    <a:pt x="173" y="24079"/>
                  </a:lnTo>
                  <a:cubicBezTo>
                    <a:pt x="5239" y="24079"/>
                    <a:pt x="20184" y="24079"/>
                    <a:pt x="33355" y="17522"/>
                  </a:cubicBezTo>
                  <a:lnTo>
                    <a:pt x="33355" y="148154"/>
                  </a:lnTo>
                  <a:cubicBezTo>
                    <a:pt x="33355" y="157233"/>
                    <a:pt x="32595" y="160259"/>
                    <a:pt x="9799" y="160259"/>
                  </a:cubicBezTo>
                  <a:lnTo>
                    <a:pt x="1693" y="160259"/>
                  </a:lnTo>
                  <a:lnTo>
                    <a:pt x="1693" y="168077"/>
                  </a:lnTo>
                  <a:cubicBezTo>
                    <a:pt x="10558" y="167320"/>
                    <a:pt x="32595" y="167320"/>
                    <a:pt x="42727" y="167320"/>
                  </a:cubicBezTo>
                  <a:cubicBezTo>
                    <a:pt x="52859" y="167320"/>
                    <a:pt x="74895" y="167320"/>
                    <a:pt x="83761" y="168077"/>
                  </a:cubicBezTo>
                  <a:lnTo>
                    <a:pt x="83761" y="160259"/>
                  </a:lnTo>
                  <a:lnTo>
                    <a:pt x="75655" y="160259"/>
                  </a:lnTo>
                  <a:cubicBezTo>
                    <a:pt x="52859" y="160259"/>
                    <a:pt x="52099" y="157485"/>
                    <a:pt x="52099" y="148154"/>
                  </a:cubicBezTo>
                  <a:lnTo>
                    <a:pt x="52099" y="6679"/>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55" name="Freeform: Shape 5754">
              <a:extLst>
                <a:ext uri="{FF2B5EF4-FFF2-40B4-BE49-F238E27FC236}">
                  <a16:creationId xmlns:a16="http://schemas.microsoft.com/office/drawing/2014/main" id="{3F9DA481-4E59-5956-0820-28235C537444}"/>
                </a:ext>
              </a:extLst>
            </p:cNvPr>
            <p:cNvSpPr/>
            <p:nvPr>
              <p:custDataLst>
                <p:tags r:id="rId180"/>
              </p:custDataLst>
            </p:nvPr>
          </p:nvSpPr>
          <p:spPr>
            <a:xfrm>
              <a:off x="10113904" y="6177243"/>
              <a:ext cx="10131" cy="302621"/>
            </a:xfrm>
            <a:custGeom>
              <a:avLst/>
              <a:gdLst>
                <a:gd name="connsiteX0" fmla="*/ 0 w 10131"/>
                <a:gd name="connsiteY0" fmla="*/ 0 h 302621"/>
                <a:gd name="connsiteX1" fmla="*/ 10131 w 10131"/>
                <a:gd name="connsiteY1" fmla="*/ 0 h 302621"/>
                <a:gd name="connsiteX2" fmla="*/ 10131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1" y="0"/>
                  </a:lnTo>
                  <a:lnTo>
                    <a:pt x="10131"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56" name="Freeform: Shape 5755">
              <a:extLst>
                <a:ext uri="{FF2B5EF4-FFF2-40B4-BE49-F238E27FC236}">
                  <a16:creationId xmlns:a16="http://schemas.microsoft.com/office/drawing/2014/main" id="{DF091889-1C2C-93D8-7926-4160122CDFCE}"/>
                </a:ext>
              </a:extLst>
            </p:cNvPr>
            <p:cNvSpPr/>
            <p:nvPr>
              <p:custDataLst>
                <p:tags r:id="rId181"/>
              </p:custDataLst>
            </p:nvPr>
          </p:nvSpPr>
          <p:spPr>
            <a:xfrm>
              <a:off x="10285835" y="6218600"/>
              <a:ext cx="108663" cy="176024"/>
            </a:xfrm>
            <a:custGeom>
              <a:avLst/>
              <a:gdLst>
                <a:gd name="connsiteX0" fmla="*/ 106574 w 108663"/>
                <a:gd name="connsiteY0" fmla="*/ 17018 h 176024"/>
                <a:gd name="connsiteX1" fmla="*/ 108854 w 108663"/>
                <a:gd name="connsiteY1" fmla="*/ 8192 h 176024"/>
                <a:gd name="connsiteX2" fmla="*/ 47303 w 108663"/>
                <a:gd name="connsiteY2" fmla="*/ 8192 h 176024"/>
                <a:gd name="connsiteX3" fmla="*/ 14881 w 108663"/>
                <a:gd name="connsiteY3" fmla="*/ 122 h 176024"/>
                <a:gd name="connsiteX4" fmla="*/ 8549 w 108663"/>
                <a:gd name="connsiteY4" fmla="*/ 122 h 176024"/>
                <a:gd name="connsiteX5" fmla="*/ 190 w 108663"/>
                <a:gd name="connsiteY5" fmla="*/ 52072 h 176024"/>
                <a:gd name="connsiteX6" fmla="*/ 6523 w 108663"/>
                <a:gd name="connsiteY6" fmla="*/ 52072 h 176024"/>
                <a:gd name="connsiteX7" fmla="*/ 12855 w 108663"/>
                <a:gd name="connsiteY7" fmla="*/ 29123 h 176024"/>
                <a:gd name="connsiteX8" fmla="*/ 37678 w 108663"/>
                <a:gd name="connsiteY8" fmla="*/ 27610 h 176024"/>
                <a:gd name="connsiteX9" fmla="*/ 90110 w 108663"/>
                <a:gd name="connsiteY9" fmla="*/ 27610 h 176024"/>
                <a:gd name="connsiteX10" fmla="*/ 61741 w 108663"/>
                <a:gd name="connsiteY10" fmla="*/ 67455 h 176024"/>
                <a:gd name="connsiteX11" fmla="*/ 30586 w 108663"/>
                <a:gd name="connsiteY11" fmla="*/ 162276 h 176024"/>
                <a:gd name="connsiteX12" fmla="*/ 42237 w 108663"/>
                <a:gd name="connsiteY12" fmla="*/ 176147 h 176024"/>
                <a:gd name="connsiteX13" fmla="*/ 53889 w 108663"/>
                <a:gd name="connsiteY13" fmla="*/ 162276 h 176024"/>
                <a:gd name="connsiteX14" fmla="*/ 53889 w 108663"/>
                <a:gd name="connsiteY14" fmla="*/ 149415 h 176024"/>
                <a:gd name="connsiteX15" fmla="*/ 56675 w 108663"/>
                <a:gd name="connsiteY15" fmla="*/ 108057 h 176024"/>
                <a:gd name="connsiteX16" fmla="*/ 72379 w 108663"/>
                <a:gd name="connsiteY16" fmla="*/ 64933 h 176024"/>
                <a:gd name="connsiteX17" fmla="*/ 106574 w 108663"/>
                <a:gd name="connsiteY17" fmla="*/ 17018 h 17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8663" h="176024">
                  <a:moveTo>
                    <a:pt x="106574" y="17018"/>
                  </a:moveTo>
                  <a:cubicBezTo>
                    <a:pt x="108854" y="13992"/>
                    <a:pt x="108854" y="13488"/>
                    <a:pt x="108854" y="8192"/>
                  </a:cubicBezTo>
                  <a:lnTo>
                    <a:pt x="47303" y="8192"/>
                  </a:lnTo>
                  <a:cubicBezTo>
                    <a:pt x="16401" y="8192"/>
                    <a:pt x="15895" y="4913"/>
                    <a:pt x="14881" y="122"/>
                  </a:cubicBezTo>
                  <a:lnTo>
                    <a:pt x="8549" y="122"/>
                  </a:lnTo>
                  <a:lnTo>
                    <a:pt x="190" y="52072"/>
                  </a:lnTo>
                  <a:lnTo>
                    <a:pt x="6523" y="52072"/>
                  </a:lnTo>
                  <a:cubicBezTo>
                    <a:pt x="7283" y="48037"/>
                    <a:pt x="9562" y="32149"/>
                    <a:pt x="12855" y="29123"/>
                  </a:cubicBezTo>
                  <a:cubicBezTo>
                    <a:pt x="14628" y="27610"/>
                    <a:pt x="34385" y="27610"/>
                    <a:pt x="37678" y="27610"/>
                  </a:cubicBezTo>
                  <a:lnTo>
                    <a:pt x="90110" y="27610"/>
                  </a:lnTo>
                  <a:cubicBezTo>
                    <a:pt x="87324" y="31645"/>
                    <a:pt x="67313" y="59133"/>
                    <a:pt x="61741" y="67455"/>
                  </a:cubicBezTo>
                  <a:cubicBezTo>
                    <a:pt x="38944" y="101500"/>
                    <a:pt x="30586" y="136554"/>
                    <a:pt x="30586" y="162276"/>
                  </a:cubicBezTo>
                  <a:cubicBezTo>
                    <a:pt x="30586" y="164798"/>
                    <a:pt x="30586" y="176147"/>
                    <a:pt x="42237" y="176147"/>
                  </a:cubicBezTo>
                  <a:cubicBezTo>
                    <a:pt x="53889" y="176147"/>
                    <a:pt x="53889" y="164798"/>
                    <a:pt x="53889" y="162276"/>
                  </a:cubicBezTo>
                  <a:lnTo>
                    <a:pt x="53889" y="149415"/>
                  </a:lnTo>
                  <a:cubicBezTo>
                    <a:pt x="53889" y="135545"/>
                    <a:pt x="54649" y="121675"/>
                    <a:pt x="56675" y="108057"/>
                  </a:cubicBezTo>
                  <a:cubicBezTo>
                    <a:pt x="57688" y="102256"/>
                    <a:pt x="61234" y="80569"/>
                    <a:pt x="72379" y="64933"/>
                  </a:cubicBezTo>
                  <a:lnTo>
                    <a:pt x="106574" y="17018"/>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57" name="Freeform: Shape 5756">
              <a:extLst>
                <a:ext uri="{FF2B5EF4-FFF2-40B4-BE49-F238E27FC236}">
                  <a16:creationId xmlns:a16="http://schemas.microsoft.com/office/drawing/2014/main" id="{10AF1CC0-715C-3D83-E67B-3A2D2A0B2B3C}"/>
                </a:ext>
              </a:extLst>
            </p:cNvPr>
            <p:cNvSpPr/>
            <p:nvPr>
              <p:custDataLst>
                <p:tags r:id="rId182"/>
              </p:custDataLst>
            </p:nvPr>
          </p:nvSpPr>
          <p:spPr>
            <a:xfrm>
              <a:off x="10420081" y="6362346"/>
              <a:ext cx="26849" cy="26731"/>
            </a:xfrm>
            <a:custGeom>
              <a:avLst/>
              <a:gdLst>
                <a:gd name="connsiteX0" fmla="*/ 27045 w 26849"/>
                <a:gd name="connsiteY0" fmla="*/ 13488 h 26731"/>
                <a:gd name="connsiteX1" fmla="*/ 13620 w 26849"/>
                <a:gd name="connsiteY1" fmla="*/ 122 h 26731"/>
                <a:gd name="connsiteX2" fmla="*/ 195 w 26849"/>
                <a:gd name="connsiteY2" fmla="*/ 13488 h 26731"/>
                <a:gd name="connsiteX3" fmla="*/ 13620 w 26849"/>
                <a:gd name="connsiteY3" fmla="*/ 26853 h 26731"/>
                <a:gd name="connsiteX4" fmla="*/ 27045 w 26849"/>
                <a:gd name="connsiteY4" fmla="*/ 13488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45" y="13488"/>
                  </a:moveTo>
                  <a:cubicBezTo>
                    <a:pt x="27045" y="6174"/>
                    <a:pt x="20965" y="122"/>
                    <a:pt x="13620" y="122"/>
                  </a:cubicBezTo>
                  <a:cubicBezTo>
                    <a:pt x="6274" y="122"/>
                    <a:pt x="195" y="6174"/>
                    <a:pt x="195" y="13488"/>
                  </a:cubicBezTo>
                  <a:cubicBezTo>
                    <a:pt x="195" y="20801"/>
                    <a:pt x="6274" y="26853"/>
                    <a:pt x="13620" y="26853"/>
                  </a:cubicBezTo>
                  <a:cubicBezTo>
                    <a:pt x="20965" y="26853"/>
                    <a:pt x="27045" y="20801"/>
                    <a:pt x="27045" y="13488"/>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58" name="Freeform: Shape 5757">
              <a:extLst>
                <a:ext uri="{FF2B5EF4-FFF2-40B4-BE49-F238E27FC236}">
                  <a16:creationId xmlns:a16="http://schemas.microsoft.com/office/drawing/2014/main" id="{FED2290B-0FCD-8B7F-43E4-AB15CD135CA8}"/>
                </a:ext>
              </a:extLst>
            </p:cNvPr>
            <p:cNvSpPr/>
            <p:nvPr>
              <p:custDataLst>
                <p:tags r:id="rId183"/>
              </p:custDataLst>
            </p:nvPr>
          </p:nvSpPr>
          <p:spPr>
            <a:xfrm>
              <a:off x="10479296" y="6221122"/>
              <a:ext cx="105117" cy="173502"/>
            </a:xfrm>
            <a:custGeom>
              <a:avLst/>
              <a:gdLst>
                <a:gd name="connsiteX0" fmla="*/ 63015 w 105117"/>
                <a:gd name="connsiteY0" fmla="*/ 79308 h 173502"/>
                <a:gd name="connsiteX1" fmla="*/ 98476 w 105117"/>
                <a:gd name="connsiteY1" fmla="*/ 34923 h 173502"/>
                <a:gd name="connsiteX2" fmla="*/ 51870 w 105117"/>
                <a:gd name="connsiteY2" fmla="*/ 122 h 173502"/>
                <a:gd name="connsiteX3" fmla="*/ 7037 w 105117"/>
                <a:gd name="connsiteY3" fmla="*/ 34419 h 173502"/>
                <a:gd name="connsiteX4" fmla="*/ 19955 w 105117"/>
                <a:gd name="connsiteY4" fmla="*/ 47532 h 173502"/>
                <a:gd name="connsiteX5" fmla="*/ 32873 w 105117"/>
                <a:gd name="connsiteY5" fmla="*/ 34671 h 173502"/>
                <a:gd name="connsiteX6" fmla="*/ 17169 w 105117"/>
                <a:gd name="connsiteY6" fmla="*/ 22062 h 173502"/>
                <a:gd name="connsiteX7" fmla="*/ 50857 w 105117"/>
                <a:gd name="connsiteY7" fmla="*/ 6426 h 173502"/>
                <a:gd name="connsiteX8" fmla="*/ 75173 w 105117"/>
                <a:gd name="connsiteY8" fmla="*/ 34671 h 173502"/>
                <a:gd name="connsiteX9" fmla="*/ 68081 w 105117"/>
                <a:gd name="connsiteY9" fmla="*/ 63420 h 173502"/>
                <a:gd name="connsiteX10" fmla="*/ 45538 w 105117"/>
                <a:gd name="connsiteY10" fmla="*/ 76534 h 173502"/>
                <a:gd name="connsiteX11" fmla="*/ 35659 w 105117"/>
                <a:gd name="connsiteY11" fmla="*/ 77290 h 173502"/>
                <a:gd name="connsiteX12" fmla="*/ 31860 w 105117"/>
                <a:gd name="connsiteY12" fmla="*/ 80316 h 173502"/>
                <a:gd name="connsiteX13" fmla="*/ 37939 w 105117"/>
                <a:gd name="connsiteY13" fmla="*/ 83090 h 173502"/>
                <a:gd name="connsiteX14" fmla="*/ 49084 w 105117"/>
                <a:gd name="connsiteY14" fmla="*/ 83090 h 173502"/>
                <a:gd name="connsiteX15" fmla="*/ 79226 w 105117"/>
                <a:gd name="connsiteY15" fmla="*/ 124953 h 173502"/>
                <a:gd name="connsiteX16" fmla="*/ 50604 w 105117"/>
                <a:gd name="connsiteY16" fmla="*/ 166563 h 173502"/>
                <a:gd name="connsiteX17" fmla="*/ 11850 w 105117"/>
                <a:gd name="connsiteY17" fmla="*/ 147397 h 173502"/>
                <a:gd name="connsiteX18" fmla="*/ 28567 w 105117"/>
                <a:gd name="connsiteY18" fmla="*/ 133527 h 173502"/>
                <a:gd name="connsiteX19" fmla="*/ 14383 w 105117"/>
                <a:gd name="connsiteY19" fmla="*/ 119405 h 173502"/>
                <a:gd name="connsiteX20" fmla="*/ 198 w 105117"/>
                <a:gd name="connsiteY20" fmla="*/ 134032 h 173502"/>
                <a:gd name="connsiteX21" fmla="*/ 51364 w 105117"/>
                <a:gd name="connsiteY21" fmla="*/ 173625 h 173502"/>
                <a:gd name="connsiteX22" fmla="*/ 105315 w 105117"/>
                <a:gd name="connsiteY22" fmla="*/ 124953 h 173502"/>
                <a:gd name="connsiteX23" fmla="*/ 63015 w 105117"/>
                <a:gd name="connsiteY23" fmla="*/ 79308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17" h="173502">
                  <a:moveTo>
                    <a:pt x="63015" y="79308"/>
                  </a:moveTo>
                  <a:cubicBezTo>
                    <a:pt x="83785" y="72499"/>
                    <a:pt x="98476" y="54846"/>
                    <a:pt x="98476" y="34923"/>
                  </a:cubicBezTo>
                  <a:cubicBezTo>
                    <a:pt x="98476" y="14244"/>
                    <a:pt x="76186" y="122"/>
                    <a:pt x="51870" y="122"/>
                  </a:cubicBezTo>
                  <a:cubicBezTo>
                    <a:pt x="26287" y="122"/>
                    <a:pt x="7037" y="15253"/>
                    <a:pt x="7037" y="34419"/>
                  </a:cubicBezTo>
                  <a:cubicBezTo>
                    <a:pt x="7037" y="42741"/>
                    <a:pt x="12609" y="47532"/>
                    <a:pt x="19955" y="47532"/>
                  </a:cubicBezTo>
                  <a:cubicBezTo>
                    <a:pt x="27807" y="47532"/>
                    <a:pt x="32873" y="41984"/>
                    <a:pt x="32873" y="34671"/>
                  </a:cubicBezTo>
                  <a:cubicBezTo>
                    <a:pt x="32873" y="22062"/>
                    <a:pt x="20968" y="22062"/>
                    <a:pt x="17169" y="22062"/>
                  </a:cubicBezTo>
                  <a:cubicBezTo>
                    <a:pt x="25021" y="9705"/>
                    <a:pt x="41738" y="6426"/>
                    <a:pt x="50857" y="6426"/>
                  </a:cubicBezTo>
                  <a:cubicBezTo>
                    <a:pt x="61242" y="6426"/>
                    <a:pt x="75173" y="11974"/>
                    <a:pt x="75173" y="34671"/>
                  </a:cubicBezTo>
                  <a:cubicBezTo>
                    <a:pt x="75173" y="37697"/>
                    <a:pt x="74667" y="52324"/>
                    <a:pt x="68081" y="63420"/>
                  </a:cubicBezTo>
                  <a:cubicBezTo>
                    <a:pt x="60482" y="75525"/>
                    <a:pt x="51870" y="76281"/>
                    <a:pt x="45538" y="76534"/>
                  </a:cubicBezTo>
                  <a:cubicBezTo>
                    <a:pt x="43511" y="76786"/>
                    <a:pt x="37432" y="77290"/>
                    <a:pt x="35659" y="77290"/>
                  </a:cubicBezTo>
                  <a:cubicBezTo>
                    <a:pt x="33633" y="77542"/>
                    <a:pt x="31860" y="77795"/>
                    <a:pt x="31860" y="80316"/>
                  </a:cubicBezTo>
                  <a:cubicBezTo>
                    <a:pt x="31860" y="83090"/>
                    <a:pt x="33633" y="83090"/>
                    <a:pt x="37939" y="83090"/>
                  </a:cubicBezTo>
                  <a:lnTo>
                    <a:pt x="49084" y="83090"/>
                  </a:lnTo>
                  <a:cubicBezTo>
                    <a:pt x="69854" y="83090"/>
                    <a:pt x="79226" y="100239"/>
                    <a:pt x="79226" y="124953"/>
                  </a:cubicBezTo>
                  <a:cubicBezTo>
                    <a:pt x="79226" y="159250"/>
                    <a:pt x="61749" y="166563"/>
                    <a:pt x="50604" y="166563"/>
                  </a:cubicBezTo>
                  <a:cubicBezTo>
                    <a:pt x="39712" y="166563"/>
                    <a:pt x="20715" y="162276"/>
                    <a:pt x="11850" y="147397"/>
                  </a:cubicBezTo>
                  <a:cubicBezTo>
                    <a:pt x="20715" y="148658"/>
                    <a:pt x="28567" y="143110"/>
                    <a:pt x="28567" y="133527"/>
                  </a:cubicBezTo>
                  <a:cubicBezTo>
                    <a:pt x="28567" y="124449"/>
                    <a:pt x="21728" y="119405"/>
                    <a:pt x="14383" y="119405"/>
                  </a:cubicBezTo>
                  <a:cubicBezTo>
                    <a:pt x="8303" y="119405"/>
                    <a:pt x="198" y="122936"/>
                    <a:pt x="198" y="134032"/>
                  </a:cubicBezTo>
                  <a:cubicBezTo>
                    <a:pt x="198" y="156980"/>
                    <a:pt x="23754" y="173625"/>
                    <a:pt x="51364" y="173625"/>
                  </a:cubicBezTo>
                  <a:cubicBezTo>
                    <a:pt x="82265" y="173625"/>
                    <a:pt x="105315" y="150676"/>
                    <a:pt x="105315" y="124953"/>
                  </a:cubicBezTo>
                  <a:cubicBezTo>
                    <a:pt x="105315" y="104274"/>
                    <a:pt x="89358" y="84604"/>
                    <a:pt x="63015" y="79308"/>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59" name="Freeform: Shape 5758">
              <a:extLst>
                <a:ext uri="{FF2B5EF4-FFF2-40B4-BE49-F238E27FC236}">
                  <a16:creationId xmlns:a16="http://schemas.microsoft.com/office/drawing/2014/main" id="{8389D277-253D-BAD8-4A4A-7A70C4DB1695}"/>
                </a:ext>
              </a:extLst>
            </p:cNvPr>
            <p:cNvSpPr/>
            <p:nvPr>
              <p:custDataLst>
                <p:tags r:id="rId184"/>
              </p:custDataLst>
            </p:nvPr>
          </p:nvSpPr>
          <p:spPr>
            <a:xfrm>
              <a:off x="10605944" y="6221122"/>
              <a:ext cx="105117" cy="173502"/>
            </a:xfrm>
            <a:custGeom>
              <a:avLst/>
              <a:gdLst>
                <a:gd name="connsiteX0" fmla="*/ 30852 w 105117"/>
                <a:gd name="connsiteY0" fmla="*/ 52828 h 173502"/>
                <a:gd name="connsiteX1" fmla="*/ 18187 w 105117"/>
                <a:gd name="connsiteY1" fmla="*/ 32401 h 173502"/>
                <a:gd name="connsiteX2" fmla="*/ 52635 w 105117"/>
                <a:gd name="connsiteY2" fmla="*/ 6426 h 173502"/>
                <a:gd name="connsiteX3" fmla="*/ 87336 w 105117"/>
                <a:gd name="connsiteY3" fmla="*/ 37697 h 173502"/>
                <a:gd name="connsiteX4" fmla="*/ 62260 w 105117"/>
                <a:gd name="connsiteY4" fmla="*/ 73003 h 173502"/>
                <a:gd name="connsiteX5" fmla="*/ 30852 w 105117"/>
                <a:gd name="connsiteY5" fmla="*/ 52828 h 173502"/>
                <a:gd name="connsiteX6" fmla="*/ 67833 w 105117"/>
                <a:gd name="connsiteY6" fmla="*/ 76786 h 173502"/>
                <a:gd name="connsiteX7" fmla="*/ 98481 w 105117"/>
                <a:gd name="connsiteY7" fmla="*/ 37697 h 173502"/>
                <a:gd name="connsiteX8" fmla="*/ 52888 w 105117"/>
                <a:gd name="connsiteY8" fmla="*/ 122 h 173502"/>
                <a:gd name="connsiteX9" fmla="*/ 7042 w 105117"/>
                <a:gd name="connsiteY9" fmla="*/ 42237 h 173502"/>
                <a:gd name="connsiteX10" fmla="*/ 18187 w 105117"/>
                <a:gd name="connsiteY10" fmla="*/ 69977 h 173502"/>
                <a:gd name="connsiteX11" fmla="*/ 36677 w 105117"/>
                <a:gd name="connsiteY11" fmla="*/ 83595 h 173502"/>
                <a:gd name="connsiteX12" fmla="*/ 203 w 105117"/>
                <a:gd name="connsiteY12" fmla="*/ 129997 h 173502"/>
                <a:gd name="connsiteX13" fmla="*/ 52635 w 105117"/>
                <a:gd name="connsiteY13" fmla="*/ 173625 h 173502"/>
                <a:gd name="connsiteX14" fmla="*/ 105320 w 105117"/>
                <a:gd name="connsiteY14" fmla="*/ 125710 h 173502"/>
                <a:gd name="connsiteX15" fmla="*/ 92909 w 105117"/>
                <a:gd name="connsiteY15" fmla="*/ 94691 h 173502"/>
                <a:gd name="connsiteX16" fmla="*/ 67833 w 105117"/>
                <a:gd name="connsiteY16" fmla="*/ 76786 h 173502"/>
                <a:gd name="connsiteX17" fmla="*/ 42503 w 105117"/>
                <a:gd name="connsiteY17" fmla="*/ 87378 h 173502"/>
                <a:gd name="connsiteX18" fmla="*/ 73658 w 105117"/>
                <a:gd name="connsiteY18" fmla="*/ 107048 h 173502"/>
                <a:gd name="connsiteX19" fmla="*/ 92656 w 105117"/>
                <a:gd name="connsiteY19" fmla="*/ 134788 h 173502"/>
                <a:gd name="connsiteX20" fmla="*/ 52888 w 105117"/>
                <a:gd name="connsiteY20" fmla="*/ 166563 h 173502"/>
                <a:gd name="connsiteX21" fmla="*/ 12868 w 105117"/>
                <a:gd name="connsiteY21" fmla="*/ 129997 h 173502"/>
                <a:gd name="connsiteX22" fmla="*/ 42503 w 105117"/>
                <a:gd name="connsiteY22" fmla="*/ 87378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5117" h="173502">
                  <a:moveTo>
                    <a:pt x="30852" y="52828"/>
                  </a:moveTo>
                  <a:cubicBezTo>
                    <a:pt x="19200" y="45263"/>
                    <a:pt x="18187" y="36688"/>
                    <a:pt x="18187" y="32401"/>
                  </a:cubicBezTo>
                  <a:cubicBezTo>
                    <a:pt x="18187" y="17018"/>
                    <a:pt x="34651" y="6426"/>
                    <a:pt x="52635" y="6426"/>
                  </a:cubicBezTo>
                  <a:cubicBezTo>
                    <a:pt x="71125" y="6426"/>
                    <a:pt x="87336" y="19540"/>
                    <a:pt x="87336" y="37697"/>
                  </a:cubicBezTo>
                  <a:cubicBezTo>
                    <a:pt x="87336" y="52072"/>
                    <a:pt x="77458" y="64177"/>
                    <a:pt x="62260" y="73003"/>
                  </a:cubicBezTo>
                  <a:lnTo>
                    <a:pt x="30852" y="52828"/>
                  </a:lnTo>
                  <a:close/>
                  <a:moveTo>
                    <a:pt x="67833" y="76786"/>
                  </a:moveTo>
                  <a:cubicBezTo>
                    <a:pt x="86070" y="67455"/>
                    <a:pt x="98481" y="54341"/>
                    <a:pt x="98481" y="37697"/>
                  </a:cubicBezTo>
                  <a:cubicBezTo>
                    <a:pt x="98481" y="14496"/>
                    <a:pt x="75938" y="122"/>
                    <a:pt x="52888" y="122"/>
                  </a:cubicBezTo>
                  <a:cubicBezTo>
                    <a:pt x="27559" y="122"/>
                    <a:pt x="7042" y="18783"/>
                    <a:pt x="7042" y="42237"/>
                  </a:cubicBezTo>
                  <a:cubicBezTo>
                    <a:pt x="7042" y="46776"/>
                    <a:pt x="7549" y="58124"/>
                    <a:pt x="18187" y="69977"/>
                  </a:cubicBezTo>
                  <a:cubicBezTo>
                    <a:pt x="20973" y="73003"/>
                    <a:pt x="30345" y="79308"/>
                    <a:pt x="36677" y="83595"/>
                  </a:cubicBezTo>
                  <a:cubicBezTo>
                    <a:pt x="21986" y="90908"/>
                    <a:pt x="203" y="105030"/>
                    <a:pt x="203" y="129997"/>
                  </a:cubicBezTo>
                  <a:cubicBezTo>
                    <a:pt x="203" y="156728"/>
                    <a:pt x="26039" y="173625"/>
                    <a:pt x="52635" y="173625"/>
                  </a:cubicBezTo>
                  <a:cubicBezTo>
                    <a:pt x="81257" y="173625"/>
                    <a:pt x="105320" y="152693"/>
                    <a:pt x="105320" y="125710"/>
                  </a:cubicBezTo>
                  <a:cubicBezTo>
                    <a:pt x="105320" y="116631"/>
                    <a:pt x="102534" y="105283"/>
                    <a:pt x="92909" y="94691"/>
                  </a:cubicBezTo>
                  <a:cubicBezTo>
                    <a:pt x="88096" y="89395"/>
                    <a:pt x="84043" y="86873"/>
                    <a:pt x="67833" y="76786"/>
                  </a:cubicBezTo>
                  <a:close/>
                  <a:moveTo>
                    <a:pt x="42503" y="87378"/>
                  </a:moveTo>
                  <a:lnTo>
                    <a:pt x="73658" y="107048"/>
                  </a:lnTo>
                  <a:cubicBezTo>
                    <a:pt x="80751" y="111839"/>
                    <a:pt x="92656" y="119405"/>
                    <a:pt x="92656" y="134788"/>
                  </a:cubicBezTo>
                  <a:cubicBezTo>
                    <a:pt x="92656" y="153450"/>
                    <a:pt x="73658" y="166563"/>
                    <a:pt x="52888" y="166563"/>
                  </a:cubicBezTo>
                  <a:cubicBezTo>
                    <a:pt x="31105" y="166563"/>
                    <a:pt x="12868" y="150928"/>
                    <a:pt x="12868" y="129997"/>
                  </a:cubicBezTo>
                  <a:cubicBezTo>
                    <a:pt x="12868" y="115370"/>
                    <a:pt x="20973" y="99230"/>
                    <a:pt x="42503" y="87378"/>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44" name="Freeform: Shape 6143">
              <a:extLst>
                <a:ext uri="{FF2B5EF4-FFF2-40B4-BE49-F238E27FC236}">
                  <a16:creationId xmlns:a16="http://schemas.microsoft.com/office/drawing/2014/main" id="{B1CFF16E-36F3-87DD-91EE-21F33E78D8B7}"/>
                </a:ext>
              </a:extLst>
            </p:cNvPr>
            <p:cNvSpPr/>
            <p:nvPr>
              <p:custDataLst>
                <p:tags r:id="rId185"/>
              </p:custDataLst>
            </p:nvPr>
          </p:nvSpPr>
          <p:spPr>
            <a:xfrm>
              <a:off x="10732591" y="6221122"/>
              <a:ext cx="105117" cy="173502"/>
            </a:xfrm>
            <a:custGeom>
              <a:avLst/>
              <a:gdLst>
                <a:gd name="connsiteX0" fmla="*/ 82529 w 105117"/>
                <a:gd name="connsiteY0" fmla="*/ 87882 h 173502"/>
                <a:gd name="connsiteX1" fmla="*/ 82529 w 105117"/>
                <a:gd name="connsiteY1" fmla="*/ 95952 h 173502"/>
                <a:gd name="connsiteX2" fmla="*/ 41495 w 105117"/>
                <a:gd name="connsiteY2" fmla="*/ 166563 h 173502"/>
                <a:gd name="connsiteX3" fmla="*/ 16672 w 105117"/>
                <a:gd name="connsiteY3" fmla="*/ 157485 h 173502"/>
                <a:gd name="connsiteX4" fmla="*/ 29843 w 105117"/>
                <a:gd name="connsiteY4" fmla="*/ 145884 h 173502"/>
                <a:gd name="connsiteX5" fmla="*/ 18192 w 105117"/>
                <a:gd name="connsiteY5" fmla="*/ 134284 h 173502"/>
                <a:gd name="connsiteX6" fmla="*/ 6540 w 105117"/>
                <a:gd name="connsiteY6" fmla="*/ 146389 h 173502"/>
                <a:gd name="connsiteX7" fmla="*/ 41748 w 105117"/>
                <a:gd name="connsiteY7" fmla="*/ 173625 h 173502"/>
                <a:gd name="connsiteX8" fmla="*/ 105325 w 105117"/>
                <a:gd name="connsiteY8" fmla="*/ 85108 h 173502"/>
                <a:gd name="connsiteX9" fmla="*/ 53653 w 105117"/>
                <a:gd name="connsiteY9" fmla="*/ 122 h 173502"/>
                <a:gd name="connsiteX10" fmla="*/ 16419 w 105117"/>
                <a:gd name="connsiteY10" fmla="*/ 16009 h 173502"/>
                <a:gd name="connsiteX11" fmla="*/ 208 w 105117"/>
                <a:gd name="connsiteY11" fmla="*/ 56863 h 173502"/>
                <a:gd name="connsiteX12" fmla="*/ 50867 w 105117"/>
                <a:gd name="connsiteY12" fmla="*/ 113100 h 173502"/>
                <a:gd name="connsiteX13" fmla="*/ 82529 w 105117"/>
                <a:gd name="connsiteY13" fmla="*/ 87882 h 173502"/>
                <a:gd name="connsiteX14" fmla="*/ 51120 w 105117"/>
                <a:gd name="connsiteY14" fmla="*/ 107300 h 173502"/>
                <a:gd name="connsiteX15" fmla="*/ 27564 w 105117"/>
                <a:gd name="connsiteY15" fmla="*/ 91413 h 173502"/>
                <a:gd name="connsiteX16" fmla="*/ 23005 w 105117"/>
                <a:gd name="connsiteY16" fmla="*/ 57115 h 173502"/>
                <a:gd name="connsiteX17" fmla="*/ 28324 w 105117"/>
                <a:gd name="connsiteY17" fmla="*/ 22314 h 173502"/>
                <a:gd name="connsiteX18" fmla="*/ 53653 w 105117"/>
                <a:gd name="connsiteY18" fmla="*/ 6426 h 173502"/>
                <a:gd name="connsiteX19" fmla="*/ 77969 w 105117"/>
                <a:gd name="connsiteY19" fmla="*/ 26349 h 173502"/>
                <a:gd name="connsiteX20" fmla="*/ 82022 w 105117"/>
                <a:gd name="connsiteY20" fmla="*/ 61907 h 173502"/>
                <a:gd name="connsiteX21" fmla="*/ 51120 w 105117"/>
                <a:gd name="connsiteY21" fmla="*/ 107300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5117" h="173502">
                  <a:moveTo>
                    <a:pt x="82529" y="87882"/>
                  </a:moveTo>
                  <a:lnTo>
                    <a:pt x="82529" y="95952"/>
                  </a:lnTo>
                  <a:cubicBezTo>
                    <a:pt x="82529" y="154963"/>
                    <a:pt x="56186" y="166563"/>
                    <a:pt x="41495" y="166563"/>
                  </a:cubicBezTo>
                  <a:cubicBezTo>
                    <a:pt x="37189" y="166563"/>
                    <a:pt x="23511" y="166059"/>
                    <a:pt x="16672" y="157485"/>
                  </a:cubicBezTo>
                  <a:cubicBezTo>
                    <a:pt x="27817" y="157485"/>
                    <a:pt x="29843" y="150172"/>
                    <a:pt x="29843" y="145884"/>
                  </a:cubicBezTo>
                  <a:cubicBezTo>
                    <a:pt x="29843" y="138067"/>
                    <a:pt x="23764" y="134284"/>
                    <a:pt x="18192" y="134284"/>
                  </a:cubicBezTo>
                  <a:cubicBezTo>
                    <a:pt x="14139" y="134284"/>
                    <a:pt x="6540" y="136554"/>
                    <a:pt x="6540" y="146389"/>
                  </a:cubicBezTo>
                  <a:cubicBezTo>
                    <a:pt x="6540" y="163285"/>
                    <a:pt x="20218" y="173625"/>
                    <a:pt x="41748" y="173625"/>
                  </a:cubicBezTo>
                  <a:cubicBezTo>
                    <a:pt x="74423" y="173625"/>
                    <a:pt x="105325" y="139328"/>
                    <a:pt x="105325" y="85108"/>
                  </a:cubicBezTo>
                  <a:cubicBezTo>
                    <a:pt x="105325" y="17270"/>
                    <a:pt x="76196" y="122"/>
                    <a:pt x="53653" y="122"/>
                  </a:cubicBezTo>
                  <a:cubicBezTo>
                    <a:pt x="39722" y="122"/>
                    <a:pt x="27311" y="4661"/>
                    <a:pt x="16419" y="16009"/>
                  </a:cubicBezTo>
                  <a:cubicBezTo>
                    <a:pt x="6034" y="27358"/>
                    <a:pt x="208" y="37949"/>
                    <a:pt x="208" y="56863"/>
                  </a:cubicBezTo>
                  <a:cubicBezTo>
                    <a:pt x="208" y="88386"/>
                    <a:pt x="22498" y="113100"/>
                    <a:pt x="50867" y="113100"/>
                  </a:cubicBezTo>
                  <a:cubicBezTo>
                    <a:pt x="66318" y="113100"/>
                    <a:pt x="76703" y="102509"/>
                    <a:pt x="82529" y="87882"/>
                  </a:cubicBezTo>
                  <a:close/>
                  <a:moveTo>
                    <a:pt x="51120" y="107300"/>
                  </a:moveTo>
                  <a:cubicBezTo>
                    <a:pt x="47067" y="107300"/>
                    <a:pt x="35416" y="107300"/>
                    <a:pt x="27564" y="91413"/>
                  </a:cubicBezTo>
                  <a:cubicBezTo>
                    <a:pt x="23005" y="82082"/>
                    <a:pt x="23005" y="69472"/>
                    <a:pt x="23005" y="57115"/>
                  </a:cubicBezTo>
                  <a:cubicBezTo>
                    <a:pt x="23005" y="43497"/>
                    <a:pt x="23005" y="31645"/>
                    <a:pt x="28324" y="22314"/>
                  </a:cubicBezTo>
                  <a:cubicBezTo>
                    <a:pt x="35163" y="9705"/>
                    <a:pt x="44788" y="6426"/>
                    <a:pt x="53653" y="6426"/>
                  </a:cubicBezTo>
                  <a:cubicBezTo>
                    <a:pt x="65305" y="6426"/>
                    <a:pt x="73663" y="15001"/>
                    <a:pt x="77969" y="26349"/>
                  </a:cubicBezTo>
                  <a:cubicBezTo>
                    <a:pt x="81009" y="34419"/>
                    <a:pt x="82022" y="50306"/>
                    <a:pt x="82022" y="61907"/>
                  </a:cubicBezTo>
                  <a:cubicBezTo>
                    <a:pt x="82022" y="82838"/>
                    <a:pt x="73410" y="107300"/>
                    <a:pt x="51120" y="107300"/>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45" name="Freeform: Shape 6144">
              <a:extLst>
                <a:ext uri="{FF2B5EF4-FFF2-40B4-BE49-F238E27FC236}">
                  <a16:creationId xmlns:a16="http://schemas.microsoft.com/office/drawing/2014/main" id="{A149A11E-3AE1-B5B9-1872-748B8EA93C74}"/>
                </a:ext>
              </a:extLst>
            </p:cNvPr>
            <p:cNvSpPr/>
            <p:nvPr>
              <p:custDataLst>
                <p:tags r:id="rId186"/>
              </p:custDataLst>
            </p:nvPr>
          </p:nvSpPr>
          <p:spPr>
            <a:xfrm>
              <a:off x="10996215" y="6177243"/>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46" name="Freeform: Shape 6145">
              <a:extLst>
                <a:ext uri="{FF2B5EF4-FFF2-40B4-BE49-F238E27FC236}">
                  <a16:creationId xmlns:a16="http://schemas.microsoft.com/office/drawing/2014/main" id="{D0365312-80F4-0F6E-6690-2B6171D2A896}"/>
                </a:ext>
              </a:extLst>
            </p:cNvPr>
            <p:cNvSpPr/>
            <p:nvPr>
              <p:custDataLst>
                <p:tags r:id="rId187"/>
              </p:custDataLst>
            </p:nvPr>
          </p:nvSpPr>
          <p:spPr>
            <a:xfrm>
              <a:off x="11385179" y="6221122"/>
              <a:ext cx="101064" cy="167954"/>
            </a:xfrm>
            <a:custGeom>
              <a:avLst/>
              <a:gdLst>
                <a:gd name="connsiteX0" fmla="*/ 19737 w 101064"/>
                <a:gd name="connsiteY0" fmla="*/ 148658 h 167954"/>
                <a:gd name="connsiteX1" fmla="*/ 46586 w 101064"/>
                <a:gd name="connsiteY1" fmla="*/ 122683 h 167954"/>
                <a:gd name="connsiteX2" fmla="*/ 101298 w 101064"/>
                <a:gd name="connsiteY2" fmla="*/ 49046 h 167954"/>
                <a:gd name="connsiteX3" fmla="*/ 47600 w 101064"/>
                <a:gd name="connsiteY3" fmla="*/ 122 h 167954"/>
                <a:gd name="connsiteX4" fmla="*/ 234 w 101064"/>
                <a:gd name="connsiteY4" fmla="*/ 45767 h 167954"/>
                <a:gd name="connsiteX5" fmla="*/ 13658 w 101064"/>
                <a:gd name="connsiteY5" fmla="*/ 59889 h 167954"/>
                <a:gd name="connsiteX6" fmla="*/ 26830 w 101064"/>
                <a:gd name="connsiteY6" fmla="*/ 46524 h 167954"/>
                <a:gd name="connsiteX7" fmla="*/ 13405 w 101064"/>
                <a:gd name="connsiteY7" fmla="*/ 33410 h 167954"/>
                <a:gd name="connsiteX8" fmla="*/ 10112 w 101064"/>
                <a:gd name="connsiteY8" fmla="*/ 33662 h 167954"/>
                <a:gd name="connsiteX9" fmla="*/ 44307 w 101064"/>
                <a:gd name="connsiteY9" fmla="*/ 7939 h 167954"/>
                <a:gd name="connsiteX10" fmla="*/ 78248 w 101064"/>
                <a:gd name="connsiteY10" fmla="*/ 49046 h 167954"/>
                <a:gd name="connsiteX11" fmla="*/ 51652 w 101064"/>
                <a:gd name="connsiteY11" fmla="*/ 104778 h 167954"/>
                <a:gd name="connsiteX12" fmla="*/ 3020 w 101064"/>
                <a:gd name="connsiteY12" fmla="*/ 158746 h 167954"/>
                <a:gd name="connsiteX13" fmla="*/ 234 w 101064"/>
                <a:gd name="connsiteY13" fmla="*/ 168077 h 167954"/>
                <a:gd name="connsiteX14" fmla="*/ 94206 w 101064"/>
                <a:gd name="connsiteY14" fmla="*/ 168077 h 167954"/>
                <a:gd name="connsiteX15" fmla="*/ 101298 w 101064"/>
                <a:gd name="connsiteY15" fmla="*/ 124196 h 167954"/>
                <a:gd name="connsiteX16" fmla="*/ 94966 w 101064"/>
                <a:gd name="connsiteY16" fmla="*/ 124196 h 167954"/>
                <a:gd name="connsiteX17" fmla="*/ 89393 w 101064"/>
                <a:gd name="connsiteY17" fmla="*/ 146641 h 167954"/>
                <a:gd name="connsiteX18" fmla="*/ 65330 w 101064"/>
                <a:gd name="connsiteY18" fmla="*/ 148658 h 167954"/>
                <a:gd name="connsiteX19" fmla="*/ 19737 w 101064"/>
                <a:gd name="connsiteY19" fmla="*/ 148658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1064" h="167954">
                  <a:moveTo>
                    <a:pt x="19737" y="148658"/>
                  </a:moveTo>
                  <a:lnTo>
                    <a:pt x="46586" y="122683"/>
                  </a:lnTo>
                  <a:cubicBezTo>
                    <a:pt x="86100" y="87882"/>
                    <a:pt x="101298" y="74264"/>
                    <a:pt x="101298" y="49046"/>
                  </a:cubicBezTo>
                  <a:cubicBezTo>
                    <a:pt x="101298" y="20296"/>
                    <a:pt x="78502" y="122"/>
                    <a:pt x="47600" y="122"/>
                  </a:cubicBezTo>
                  <a:cubicBezTo>
                    <a:pt x="18977" y="122"/>
                    <a:pt x="234" y="23323"/>
                    <a:pt x="234" y="45767"/>
                  </a:cubicBezTo>
                  <a:cubicBezTo>
                    <a:pt x="234" y="59889"/>
                    <a:pt x="12898" y="59889"/>
                    <a:pt x="13658" y="59889"/>
                  </a:cubicBezTo>
                  <a:cubicBezTo>
                    <a:pt x="17964" y="59889"/>
                    <a:pt x="26830" y="56863"/>
                    <a:pt x="26830" y="46524"/>
                  </a:cubicBezTo>
                  <a:cubicBezTo>
                    <a:pt x="26830" y="39967"/>
                    <a:pt x="22270" y="33410"/>
                    <a:pt x="13405" y="33410"/>
                  </a:cubicBezTo>
                  <a:cubicBezTo>
                    <a:pt x="11379" y="33410"/>
                    <a:pt x="10872" y="33410"/>
                    <a:pt x="10112" y="33662"/>
                  </a:cubicBezTo>
                  <a:cubicBezTo>
                    <a:pt x="15938" y="17270"/>
                    <a:pt x="29616" y="7939"/>
                    <a:pt x="44307" y="7939"/>
                  </a:cubicBezTo>
                  <a:cubicBezTo>
                    <a:pt x="67357" y="7939"/>
                    <a:pt x="78248" y="28366"/>
                    <a:pt x="78248" y="49046"/>
                  </a:cubicBezTo>
                  <a:cubicBezTo>
                    <a:pt x="78248" y="69220"/>
                    <a:pt x="65584" y="89143"/>
                    <a:pt x="51652" y="104778"/>
                  </a:cubicBezTo>
                  <a:lnTo>
                    <a:pt x="3020" y="158746"/>
                  </a:lnTo>
                  <a:cubicBezTo>
                    <a:pt x="234" y="161520"/>
                    <a:pt x="234" y="162024"/>
                    <a:pt x="234" y="168077"/>
                  </a:cubicBezTo>
                  <a:lnTo>
                    <a:pt x="94206" y="168077"/>
                  </a:lnTo>
                  <a:lnTo>
                    <a:pt x="101298" y="124196"/>
                  </a:lnTo>
                  <a:lnTo>
                    <a:pt x="94966" y="124196"/>
                  </a:lnTo>
                  <a:cubicBezTo>
                    <a:pt x="93699" y="131762"/>
                    <a:pt x="91926" y="142858"/>
                    <a:pt x="89393" y="146641"/>
                  </a:cubicBezTo>
                  <a:cubicBezTo>
                    <a:pt x="87620" y="148658"/>
                    <a:pt x="70903" y="148658"/>
                    <a:pt x="65330" y="148658"/>
                  </a:cubicBezTo>
                  <a:lnTo>
                    <a:pt x="19737" y="148658"/>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47" name="Freeform: Shape 6146">
              <a:extLst>
                <a:ext uri="{FF2B5EF4-FFF2-40B4-BE49-F238E27FC236}">
                  <a16:creationId xmlns:a16="http://schemas.microsoft.com/office/drawing/2014/main" id="{D878D714-5296-890C-3063-67F5CD499A7C}"/>
                </a:ext>
              </a:extLst>
            </p:cNvPr>
            <p:cNvSpPr/>
            <p:nvPr>
              <p:custDataLst>
                <p:tags r:id="rId188"/>
              </p:custDataLst>
            </p:nvPr>
          </p:nvSpPr>
          <p:spPr>
            <a:xfrm>
              <a:off x="11520946" y="6362346"/>
              <a:ext cx="26849" cy="26731"/>
            </a:xfrm>
            <a:custGeom>
              <a:avLst/>
              <a:gdLst>
                <a:gd name="connsiteX0" fmla="*/ 27088 w 26849"/>
                <a:gd name="connsiteY0" fmla="*/ 13488 h 26731"/>
                <a:gd name="connsiteX1" fmla="*/ 13663 w 26849"/>
                <a:gd name="connsiteY1" fmla="*/ 122 h 26731"/>
                <a:gd name="connsiteX2" fmla="*/ 239 w 26849"/>
                <a:gd name="connsiteY2" fmla="*/ 13488 h 26731"/>
                <a:gd name="connsiteX3" fmla="*/ 13663 w 26849"/>
                <a:gd name="connsiteY3" fmla="*/ 26853 h 26731"/>
                <a:gd name="connsiteX4" fmla="*/ 27088 w 26849"/>
                <a:gd name="connsiteY4" fmla="*/ 13488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088" y="13488"/>
                  </a:moveTo>
                  <a:cubicBezTo>
                    <a:pt x="27088" y="6174"/>
                    <a:pt x="21009" y="122"/>
                    <a:pt x="13663" y="122"/>
                  </a:cubicBezTo>
                  <a:cubicBezTo>
                    <a:pt x="6318" y="122"/>
                    <a:pt x="239" y="6174"/>
                    <a:pt x="239" y="13488"/>
                  </a:cubicBezTo>
                  <a:cubicBezTo>
                    <a:pt x="239" y="20801"/>
                    <a:pt x="6318" y="26853"/>
                    <a:pt x="13663" y="26853"/>
                  </a:cubicBezTo>
                  <a:cubicBezTo>
                    <a:pt x="21009" y="26853"/>
                    <a:pt x="27088" y="20801"/>
                    <a:pt x="27088" y="13488"/>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48" name="Freeform: Shape 6147">
              <a:extLst>
                <a:ext uri="{FF2B5EF4-FFF2-40B4-BE49-F238E27FC236}">
                  <a16:creationId xmlns:a16="http://schemas.microsoft.com/office/drawing/2014/main" id="{D7B40D40-6F93-7FF4-6D9A-C9B33683368D}"/>
                </a:ext>
              </a:extLst>
            </p:cNvPr>
            <p:cNvSpPr/>
            <p:nvPr>
              <p:custDataLst>
                <p:tags r:id="rId189"/>
              </p:custDataLst>
            </p:nvPr>
          </p:nvSpPr>
          <p:spPr>
            <a:xfrm>
              <a:off x="11592065" y="6221122"/>
              <a:ext cx="83587" cy="167954"/>
            </a:xfrm>
            <a:custGeom>
              <a:avLst/>
              <a:gdLst>
                <a:gd name="connsiteX0" fmla="*/ 52167 w 83587"/>
                <a:gd name="connsiteY0" fmla="*/ 6679 h 167954"/>
                <a:gd name="connsiteX1" fmla="*/ 46341 w 83587"/>
                <a:gd name="connsiteY1" fmla="*/ 122 h 167954"/>
                <a:gd name="connsiteX2" fmla="*/ 241 w 83587"/>
                <a:gd name="connsiteY2" fmla="*/ 16262 h 167954"/>
                <a:gd name="connsiteX3" fmla="*/ 241 w 83587"/>
                <a:gd name="connsiteY3" fmla="*/ 24079 h 167954"/>
                <a:gd name="connsiteX4" fmla="*/ 33423 w 83587"/>
                <a:gd name="connsiteY4" fmla="*/ 17522 h 167954"/>
                <a:gd name="connsiteX5" fmla="*/ 33423 w 83587"/>
                <a:gd name="connsiteY5" fmla="*/ 148154 h 167954"/>
                <a:gd name="connsiteX6" fmla="*/ 9867 w 83587"/>
                <a:gd name="connsiteY6" fmla="*/ 160259 h 167954"/>
                <a:gd name="connsiteX7" fmla="*/ 1761 w 83587"/>
                <a:gd name="connsiteY7" fmla="*/ 160259 h 167954"/>
                <a:gd name="connsiteX8" fmla="*/ 1761 w 83587"/>
                <a:gd name="connsiteY8" fmla="*/ 168077 h 167954"/>
                <a:gd name="connsiteX9" fmla="*/ 42795 w 83587"/>
                <a:gd name="connsiteY9" fmla="*/ 167320 h 167954"/>
                <a:gd name="connsiteX10" fmla="*/ 83829 w 83587"/>
                <a:gd name="connsiteY10" fmla="*/ 168077 h 167954"/>
                <a:gd name="connsiteX11" fmla="*/ 83829 w 83587"/>
                <a:gd name="connsiteY11" fmla="*/ 160259 h 167954"/>
                <a:gd name="connsiteX12" fmla="*/ 75723 w 83587"/>
                <a:gd name="connsiteY12" fmla="*/ 160259 h 167954"/>
                <a:gd name="connsiteX13" fmla="*/ 52167 w 83587"/>
                <a:gd name="connsiteY13" fmla="*/ 148154 h 167954"/>
                <a:gd name="connsiteX14" fmla="*/ 52167 w 83587"/>
                <a:gd name="connsiteY14" fmla="*/ 6679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167" y="6679"/>
                  </a:moveTo>
                  <a:cubicBezTo>
                    <a:pt x="52167" y="626"/>
                    <a:pt x="52167" y="122"/>
                    <a:pt x="46341" y="122"/>
                  </a:cubicBezTo>
                  <a:cubicBezTo>
                    <a:pt x="30637" y="16262"/>
                    <a:pt x="8347" y="16262"/>
                    <a:pt x="241" y="16262"/>
                  </a:cubicBezTo>
                  <a:lnTo>
                    <a:pt x="241" y="24079"/>
                  </a:lnTo>
                  <a:cubicBezTo>
                    <a:pt x="5307" y="24079"/>
                    <a:pt x="20252" y="24079"/>
                    <a:pt x="33423" y="17522"/>
                  </a:cubicBezTo>
                  <a:lnTo>
                    <a:pt x="33423" y="148154"/>
                  </a:lnTo>
                  <a:cubicBezTo>
                    <a:pt x="33423" y="157233"/>
                    <a:pt x="32663" y="160259"/>
                    <a:pt x="9867" y="160259"/>
                  </a:cubicBezTo>
                  <a:lnTo>
                    <a:pt x="1761" y="160259"/>
                  </a:lnTo>
                  <a:lnTo>
                    <a:pt x="1761" y="168077"/>
                  </a:lnTo>
                  <a:cubicBezTo>
                    <a:pt x="10626" y="167320"/>
                    <a:pt x="32663" y="167320"/>
                    <a:pt x="42795" y="167320"/>
                  </a:cubicBezTo>
                  <a:cubicBezTo>
                    <a:pt x="52927" y="167320"/>
                    <a:pt x="74963" y="167320"/>
                    <a:pt x="83829" y="168077"/>
                  </a:cubicBezTo>
                  <a:lnTo>
                    <a:pt x="83829" y="160259"/>
                  </a:lnTo>
                  <a:lnTo>
                    <a:pt x="75723" y="160259"/>
                  </a:lnTo>
                  <a:cubicBezTo>
                    <a:pt x="52927" y="160259"/>
                    <a:pt x="52167" y="157485"/>
                    <a:pt x="52167" y="148154"/>
                  </a:cubicBezTo>
                  <a:lnTo>
                    <a:pt x="52167" y="6679"/>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49" name="Freeform: Shape 6148">
              <a:extLst>
                <a:ext uri="{FF2B5EF4-FFF2-40B4-BE49-F238E27FC236}">
                  <a16:creationId xmlns:a16="http://schemas.microsoft.com/office/drawing/2014/main" id="{3A3C0327-4D05-F4FF-9E8C-CF25B151F2A6}"/>
                </a:ext>
              </a:extLst>
            </p:cNvPr>
            <p:cNvSpPr/>
            <p:nvPr>
              <p:custDataLst>
                <p:tags r:id="rId190"/>
              </p:custDataLst>
            </p:nvPr>
          </p:nvSpPr>
          <p:spPr>
            <a:xfrm>
              <a:off x="12062338" y="6177243"/>
              <a:ext cx="10131" cy="302621"/>
            </a:xfrm>
            <a:custGeom>
              <a:avLst/>
              <a:gdLst>
                <a:gd name="connsiteX0" fmla="*/ 0 w 10131"/>
                <a:gd name="connsiteY0" fmla="*/ 0 h 302621"/>
                <a:gd name="connsiteX1" fmla="*/ 10131 w 10131"/>
                <a:gd name="connsiteY1" fmla="*/ 0 h 302621"/>
                <a:gd name="connsiteX2" fmla="*/ 10131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1" y="0"/>
                  </a:lnTo>
                  <a:lnTo>
                    <a:pt x="10131"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50" name="Freeform: Shape 6149">
              <a:extLst>
                <a:ext uri="{FF2B5EF4-FFF2-40B4-BE49-F238E27FC236}">
                  <a16:creationId xmlns:a16="http://schemas.microsoft.com/office/drawing/2014/main" id="{AC0B73DD-642D-F44C-6C0E-BFFB3FCDEEEA}"/>
                </a:ext>
              </a:extLst>
            </p:cNvPr>
            <p:cNvSpPr/>
            <p:nvPr>
              <p:custDataLst>
                <p:tags r:id="rId191"/>
              </p:custDataLst>
            </p:nvPr>
          </p:nvSpPr>
          <p:spPr>
            <a:xfrm>
              <a:off x="12617701" y="6221122"/>
              <a:ext cx="105117" cy="173502"/>
            </a:xfrm>
            <a:custGeom>
              <a:avLst/>
              <a:gdLst>
                <a:gd name="connsiteX0" fmla="*/ 30931 w 105117"/>
                <a:gd name="connsiteY0" fmla="*/ 52828 h 173502"/>
                <a:gd name="connsiteX1" fmla="*/ 18266 w 105117"/>
                <a:gd name="connsiteY1" fmla="*/ 32401 h 173502"/>
                <a:gd name="connsiteX2" fmla="*/ 52714 w 105117"/>
                <a:gd name="connsiteY2" fmla="*/ 6426 h 173502"/>
                <a:gd name="connsiteX3" fmla="*/ 87415 w 105117"/>
                <a:gd name="connsiteY3" fmla="*/ 37697 h 173502"/>
                <a:gd name="connsiteX4" fmla="*/ 62339 w 105117"/>
                <a:gd name="connsiteY4" fmla="*/ 73003 h 173502"/>
                <a:gd name="connsiteX5" fmla="*/ 30931 w 105117"/>
                <a:gd name="connsiteY5" fmla="*/ 52828 h 173502"/>
                <a:gd name="connsiteX6" fmla="*/ 67912 w 105117"/>
                <a:gd name="connsiteY6" fmla="*/ 76786 h 173502"/>
                <a:gd name="connsiteX7" fmla="*/ 98560 w 105117"/>
                <a:gd name="connsiteY7" fmla="*/ 37697 h 173502"/>
                <a:gd name="connsiteX8" fmla="*/ 52967 w 105117"/>
                <a:gd name="connsiteY8" fmla="*/ 122 h 173502"/>
                <a:gd name="connsiteX9" fmla="*/ 7121 w 105117"/>
                <a:gd name="connsiteY9" fmla="*/ 42237 h 173502"/>
                <a:gd name="connsiteX10" fmla="*/ 18266 w 105117"/>
                <a:gd name="connsiteY10" fmla="*/ 69977 h 173502"/>
                <a:gd name="connsiteX11" fmla="*/ 36757 w 105117"/>
                <a:gd name="connsiteY11" fmla="*/ 83595 h 173502"/>
                <a:gd name="connsiteX12" fmla="*/ 282 w 105117"/>
                <a:gd name="connsiteY12" fmla="*/ 129997 h 173502"/>
                <a:gd name="connsiteX13" fmla="*/ 52714 w 105117"/>
                <a:gd name="connsiteY13" fmla="*/ 173625 h 173502"/>
                <a:gd name="connsiteX14" fmla="*/ 105399 w 105117"/>
                <a:gd name="connsiteY14" fmla="*/ 125710 h 173502"/>
                <a:gd name="connsiteX15" fmla="*/ 92988 w 105117"/>
                <a:gd name="connsiteY15" fmla="*/ 94691 h 173502"/>
                <a:gd name="connsiteX16" fmla="*/ 67912 w 105117"/>
                <a:gd name="connsiteY16" fmla="*/ 76786 h 173502"/>
                <a:gd name="connsiteX17" fmla="*/ 42582 w 105117"/>
                <a:gd name="connsiteY17" fmla="*/ 87378 h 173502"/>
                <a:gd name="connsiteX18" fmla="*/ 73738 w 105117"/>
                <a:gd name="connsiteY18" fmla="*/ 107048 h 173502"/>
                <a:gd name="connsiteX19" fmla="*/ 92735 w 105117"/>
                <a:gd name="connsiteY19" fmla="*/ 134788 h 173502"/>
                <a:gd name="connsiteX20" fmla="*/ 52967 w 105117"/>
                <a:gd name="connsiteY20" fmla="*/ 166563 h 173502"/>
                <a:gd name="connsiteX21" fmla="*/ 12947 w 105117"/>
                <a:gd name="connsiteY21" fmla="*/ 129997 h 173502"/>
                <a:gd name="connsiteX22" fmla="*/ 42582 w 105117"/>
                <a:gd name="connsiteY22" fmla="*/ 87378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5117" h="173502">
                  <a:moveTo>
                    <a:pt x="30931" y="52828"/>
                  </a:moveTo>
                  <a:cubicBezTo>
                    <a:pt x="19279" y="45263"/>
                    <a:pt x="18266" y="36688"/>
                    <a:pt x="18266" y="32401"/>
                  </a:cubicBezTo>
                  <a:cubicBezTo>
                    <a:pt x="18266" y="17018"/>
                    <a:pt x="34730" y="6426"/>
                    <a:pt x="52714" y="6426"/>
                  </a:cubicBezTo>
                  <a:cubicBezTo>
                    <a:pt x="71205" y="6426"/>
                    <a:pt x="87415" y="19540"/>
                    <a:pt x="87415" y="37697"/>
                  </a:cubicBezTo>
                  <a:cubicBezTo>
                    <a:pt x="87415" y="52072"/>
                    <a:pt x="77537" y="64177"/>
                    <a:pt x="62339" y="73003"/>
                  </a:cubicBezTo>
                  <a:lnTo>
                    <a:pt x="30931" y="52828"/>
                  </a:lnTo>
                  <a:close/>
                  <a:moveTo>
                    <a:pt x="67912" y="76786"/>
                  </a:moveTo>
                  <a:cubicBezTo>
                    <a:pt x="86149" y="67455"/>
                    <a:pt x="98560" y="54341"/>
                    <a:pt x="98560" y="37697"/>
                  </a:cubicBezTo>
                  <a:cubicBezTo>
                    <a:pt x="98560" y="14496"/>
                    <a:pt x="76017" y="122"/>
                    <a:pt x="52967" y="122"/>
                  </a:cubicBezTo>
                  <a:cubicBezTo>
                    <a:pt x="27638" y="122"/>
                    <a:pt x="7121" y="18783"/>
                    <a:pt x="7121" y="42237"/>
                  </a:cubicBezTo>
                  <a:cubicBezTo>
                    <a:pt x="7121" y="46776"/>
                    <a:pt x="7628" y="58124"/>
                    <a:pt x="18266" y="69977"/>
                  </a:cubicBezTo>
                  <a:cubicBezTo>
                    <a:pt x="21052" y="73003"/>
                    <a:pt x="30424" y="79308"/>
                    <a:pt x="36757" y="83595"/>
                  </a:cubicBezTo>
                  <a:cubicBezTo>
                    <a:pt x="22065" y="90908"/>
                    <a:pt x="282" y="105030"/>
                    <a:pt x="282" y="129997"/>
                  </a:cubicBezTo>
                  <a:cubicBezTo>
                    <a:pt x="282" y="156728"/>
                    <a:pt x="26118" y="173625"/>
                    <a:pt x="52714" y="173625"/>
                  </a:cubicBezTo>
                  <a:cubicBezTo>
                    <a:pt x="81336" y="173625"/>
                    <a:pt x="105399" y="152693"/>
                    <a:pt x="105399" y="125710"/>
                  </a:cubicBezTo>
                  <a:cubicBezTo>
                    <a:pt x="105399" y="116631"/>
                    <a:pt x="102613" y="105283"/>
                    <a:pt x="92988" y="94691"/>
                  </a:cubicBezTo>
                  <a:cubicBezTo>
                    <a:pt x="88175" y="89395"/>
                    <a:pt x="84123" y="86873"/>
                    <a:pt x="67912" y="76786"/>
                  </a:cubicBezTo>
                  <a:close/>
                  <a:moveTo>
                    <a:pt x="42582" y="87378"/>
                  </a:moveTo>
                  <a:lnTo>
                    <a:pt x="73738" y="107048"/>
                  </a:lnTo>
                  <a:cubicBezTo>
                    <a:pt x="80830" y="111839"/>
                    <a:pt x="92735" y="119405"/>
                    <a:pt x="92735" y="134788"/>
                  </a:cubicBezTo>
                  <a:cubicBezTo>
                    <a:pt x="92735" y="153450"/>
                    <a:pt x="73738" y="166563"/>
                    <a:pt x="52967" y="166563"/>
                  </a:cubicBezTo>
                  <a:cubicBezTo>
                    <a:pt x="31184" y="166563"/>
                    <a:pt x="12947" y="150928"/>
                    <a:pt x="12947" y="129997"/>
                  </a:cubicBezTo>
                  <a:cubicBezTo>
                    <a:pt x="12947" y="115370"/>
                    <a:pt x="21052" y="99230"/>
                    <a:pt x="42582" y="87378"/>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51" name="Freeform: Shape 6150">
              <a:extLst>
                <a:ext uri="{FF2B5EF4-FFF2-40B4-BE49-F238E27FC236}">
                  <a16:creationId xmlns:a16="http://schemas.microsoft.com/office/drawing/2014/main" id="{C2D3514D-332A-4DD8-33E8-08641FA20B52}"/>
                </a:ext>
              </a:extLst>
            </p:cNvPr>
            <p:cNvSpPr/>
            <p:nvPr>
              <p:custDataLst>
                <p:tags r:id="rId192"/>
              </p:custDataLst>
            </p:nvPr>
          </p:nvSpPr>
          <p:spPr>
            <a:xfrm>
              <a:off x="12755493" y="6362346"/>
              <a:ext cx="26849" cy="26731"/>
            </a:xfrm>
            <a:custGeom>
              <a:avLst/>
              <a:gdLst>
                <a:gd name="connsiteX0" fmla="*/ 27136 w 26849"/>
                <a:gd name="connsiteY0" fmla="*/ 13488 h 26731"/>
                <a:gd name="connsiteX1" fmla="*/ 13712 w 26849"/>
                <a:gd name="connsiteY1" fmla="*/ 122 h 26731"/>
                <a:gd name="connsiteX2" fmla="*/ 287 w 26849"/>
                <a:gd name="connsiteY2" fmla="*/ 13488 h 26731"/>
                <a:gd name="connsiteX3" fmla="*/ 13712 w 26849"/>
                <a:gd name="connsiteY3" fmla="*/ 26853 h 26731"/>
                <a:gd name="connsiteX4" fmla="*/ 27136 w 26849"/>
                <a:gd name="connsiteY4" fmla="*/ 13488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136" y="13488"/>
                  </a:moveTo>
                  <a:cubicBezTo>
                    <a:pt x="27136" y="6174"/>
                    <a:pt x="21057" y="122"/>
                    <a:pt x="13712" y="122"/>
                  </a:cubicBezTo>
                  <a:cubicBezTo>
                    <a:pt x="6366" y="122"/>
                    <a:pt x="287" y="6174"/>
                    <a:pt x="287" y="13488"/>
                  </a:cubicBezTo>
                  <a:cubicBezTo>
                    <a:pt x="287" y="20801"/>
                    <a:pt x="6366" y="26853"/>
                    <a:pt x="13712" y="26853"/>
                  </a:cubicBezTo>
                  <a:cubicBezTo>
                    <a:pt x="21057" y="26853"/>
                    <a:pt x="27136" y="20801"/>
                    <a:pt x="27136" y="13488"/>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52" name="Freeform: Shape 6151">
              <a:extLst>
                <a:ext uri="{FF2B5EF4-FFF2-40B4-BE49-F238E27FC236}">
                  <a16:creationId xmlns:a16="http://schemas.microsoft.com/office/drawing/2014/main" id="{645DE2E6-DC32-2A77-8C1D-434652543EB7}"/>
                </a:ext>
              </a:extLst>
            </p:cNvPr>
            <p:cNvSpPr/>
            <p:nvPr>
              <p:custDataLst>
                <p:tags r:id="rId193"/>
              </p:custDataLst>
            </p:nvPr>
          </p:nvSpPr>
          <p:spPr>
            <a:xfrm>
              <a:off x="12826613" y="6221122"/>
              <a:ext cx="83587" cy="167954"/>
            </a:xfrm>
            <a:custGeom>
              <a:avLst/>
              <a:gdLst>
                <a:gd name="connsiteX0" fmla="*/ 52215 w 83587"/>
                <a:gd name="connsiteY0" fmla="*/ 6679 h 167954"/>
                <a:gd name="connsiteX1" fmla="*/ 46390 w 83587"/>
                <a:gd name="connsiteY1" fmla="*/ 122 h 167954"/>
                <a:gd name="connsiteX2" fmla="*/ 290 w 83587"/>
                <a:gd name="connsiteY2" fmla="*/ 16262 h 167954"/>
                <a:gd name="connsiteX3" fmla="*/ 290 w 83587"/>
                <a:gd name="connsiteY3" fmla="*/ 24079 h 167954"/>
                <a:gd name="connsiteX4" fmla="*/ 33472 w 83587"/>
                <a:gd name="connsiteY4" fmla="*/ 17522 h 167954"/>
                <a:gd name="connsiteX5" fmla="*/ 33472 w 83587"/>
                <a:gd name="connsiteY5" fmla="*/ 148154 h 167954"/>
                <a:gd name="connsiteX6" fmla="*/ 9915 w 83587"/>
                <a:gd name="connsiteY6" fmla="*/ 160259 h 167954"/>
                <a:gd name="connsiteX7" fmla="*/ 1810 w 83587"/>
                <a:gd name="connsiteY7" fmla="*/ 160259 h 167954"/>
                <a:gd name="connsiteX8" fmla="*/ 1810 w 83587"/>
                <a:gd name="connsiteY8" fmla="*/ 168077 h 167954"/>
                <a:gd name="connsiteX9" fmla="*/ 42843 w 83587"/>
                <a:gd name="connsiteY9" fmla="*/ 167320 h 167954"/>
                <a:gd name="connsiteX10" fmla="*/ 83877 w 83587"/>
                <a:gd name="connsiteY10" fmla="*/ 168077 h 167954"/>
                <a:gd name="connsiteX11" fmla="*/ 83877 w 83587"/>
                <a:gd name="connsiteY11" fmla="*/ 160259 h 167954"/>
                <a:gd name="connsiteX12" fmla="*/ 75772 w 83587"/>
                <a:gd name="connsiteY12" fmla="*/ 160259 h 167954"/>
                <a:gd name="connsiteX13" fmla="*/ 52215 w 83587"/>
                <a:gd name="connsiteY13" fmla="*/ 148154 h 167954"/>
                <a:gd name="connsiteX14" fmla="*/ 52215 w 83587"/>
                <a:gd name="connsiteY14" fmla="*/ 6679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215" y="6679"/>
                  </a:moveTo>
                  <a:cubicBezTo>
                    <a:pt x="52215" y="626"/>
                    <a:pt x="52215" y="122"/>
                    <a:pt x="46390" y="122"/>
                  </a:cubicBezTo>
                  <a:cubicBezTo>
                    <a:pt x="30685" y="16262"/>
                    <a:pt x="8395" y="16262"/>
                    <a:pt x="290" y="16262"/>
                  </a:cubicBezTo>
                  <a:lnTo>
                    <a:pt x="290" y="24079"/>
                  </a:lnTo>
                  <a:cubicBezTo>
                    <a:pt x="5356" y="24079"/>
                    <a:pt x="20300" y="24079"/>
                    <a:pt x="33472" y="17522"/>
                  </a:cubicBezTo>
                  <a:lnTo>
                    <a:pt x="33472" y="148154"/>
                  </a:lnTo>
                  <a:cubicBezTo>
                    <a:pt x="33472" y="157233"/>
                    <a:pt x="32712" y="160259"/>
                    <a:pt x="9915" y="160259"/>
                  </a:cubicBezTo>
                  <a:lnTo>
                    <a:pt x="1810" y="160259"/>
                  </a:lnTo>
                  <a:lnTo>
                    <a:pt x="1810" y="168077"/>
                  </a:lnTo>
                  <a:cubicBezTo>
                    <a:pt x="10675" y="167320"/>
                    <a:pt x="32712" y="167320"/>
                    <a:pt x="42843" y="167320"/>
                  </a:cubicBezTo>
                  <a:cubicBezTo>
                    <a:pt x="52975" y="167320"/>
                    <a:pt x="75012" y="167320"/>
                    <a:pt x="83877" y="168077"/>
                  </a:cubicBezTo>
                  <a:lnTo>
                    <a:pt x="83877" y="160259"/>
                  </a:lnTo>
                  <a:lnTo>
                    <a:pt x="75772" y="160259"/>
                  </a:lnTo>
                  <a:cubicBezTo>
                    <a:pt x="52975" y="160259"/>
                    <a:pt x="52215" y="157485"/>
                    <a:pt x="52215" y="148154"/>
                  </a:cubicBezTo>
                  <a:lnTo>
                    <a:pt x="52215" y="6679"/>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53" name="Freeform: Shape 6152">
              <a:extLst>
                <a:ext uri="{FF2B5EF4-FFF2-40B4-BE49-F238E27FC236}">
                  <a16:creationId xmlns:a16="http://schemas.microsoft.com/office/drawing/2014/main" id="{7D7DF6C9-77E8-2DF7-2122-3071663F4DFD}"/>
                </a:ext>
              </a:extLst>
            </p:cNvPr>
            <p:cNvSpPr/>
            <p:nvPr>
              <p:custDataLst>
                <p:tags r:id="rId194"/>
              </p:custDataLst>
            </p:nvPr>
          </p:nvSpPr>
          <p:spPr>
            <a:xfrm>
              <a:off x="12941356" y="6221122"/>
              <a:ext cx="105117" cy="173502"/>
            </a:xfrm>
            <a:custGeom>
              <a:avLst/>
              <a:gdLst>
                <a:gd name="connsiteX0" fmla="*/ 23091 w 105117"/>
                <a:gd name="connsiteY0" fmla="*/ 85360 h 173502"/>
                <a:gd name="connsiteX1" fmla="*/ 23091 w 105117"/>
                <a:gd name="connsiteY1" fmla="*/ 79308 h 173502"/>
                <a:gd name="connsiteX2" fmla="*/ 67418 w 105117"/>
                <a:gd name="connsiteY2" fmla="*/ 6426 h 173502"/>
                <a:gd name="connsiteX3" fmla="*/ 89708 w 105117"/>
                <a:gd name="connsiteY3" fmla="*/ 16514 h 173502"/>
                <a:gd name="connsiteX4" fmla="*/ 75777 w 105117"/>
                <a:gd name="connsiteY4" fmla="*/ 27862 h 173502"/>
                <a:gd name="connsiteX5" fmla="*/ 87428 w 105117"/>
                <a:gd name="connsiteY5" fmla="*/ 39463 h 173502"/>
                <a:gd name="connsiteX6" fmla="*/ 99080 w 105117"/>
                <a:gd name="connsiteY6" fmla="*/ 27358 h 173502"/>
                <a:gd name="connsiteX7" fmla="*/ 66911 w 105117"/>
                <a:gd name="connsiteY7" fmla="*/ 122 h 173502"/>
                <a:gd name="connsiteX8" fmla="*/ 295 w 105117"/>
                <a:gd name="connsiteY8" fmla="*/ 88386 h 173502"/>
                <a:gd name="connsiteX9" fmla="*/ 53233 w 105117"/>
                <a:gd name="connsiteY9" fmla="*/ 173625 h 173502"/>
                <a:gd name="connsiteX10" fmla="*/ 105412 w 105117"/>
                <a:gd name="connsiteY10" fmla="*/ 116631 h 173502"/>
                <a:gd name="connsiteX11" fmla="*/ 54753 w 105117"/>
                <a:gd name="connsiteY11" fmla="*/ 60394 h 173502"/>
                <a:gd name="connsiteX12" fmla="*/ 23091 w 105117"/>
                <a:gd name="connsiteY12" fmla="*/ 85360 h 173502"/>
                <a:gd name="connsiteX13" fmla="*/ 53233 w 105117"/>
                <a:gd name="connsiteY13" fmla="*/ 166563 h 173502"/>
                <a:gd name="connsiteX14" fmla="*/ 28157 w 105117"/>
                <a:gd name="connsiteY14" fmla="*/ 147650 h 173502"/>
                <a:gd name="connsiteX15" fmla="*/ 23598 w 105117"/>
                <a:gd name="connsiteY15" fmla="*/ 111083 h 173502"/>
                <a:gd name="connsiteX16" fmla="*/ 54500 w 105117"/>
                <a:gd name="connsiteY16" fmla="*/ 66194 h 173502"/>
                <a:gd name="connsiteX17" fmla="*/ 78056 w 105117"/>
                <a:gd name="connsiteY17" fmla="*/ 81829 h 173502"/>
                <a:gd name="connsiteX18" fmla="*/ 82616 w 105117"/>
                <a:gd name="connsiteY18" fmla="*/ 116379 h 173502"/>
                <a:gd name="connsiteX19" fmla="*/ 78310 w 105117"/>
                <a:gd name="connsiteY19" fmla="*/ 150172 h 173502"/>
                <a:gd name="connsiteX20" fmla="*/ 53233 w 105117"/>
                <a:gd name="connsiteY20" fmla="*/ 166563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5117" h="173502">
                  <a:moveTo>
                    <a:pt x="23091" y="85360"/>
                  </a:moveTo>
                  <a:lnTo>
                    <a:pt x="23091" y="79308"/>
                  </a:lnTo>
                  <a:cubicBezTo>
                    <a:pt x="23091" y="15505"/>
                    <a:pt x="54500" y="6426"/>
                    <a:pt x="67418" y="6426"/>
                  </a:cubicBezTo>
                  <a:cubicBezTo>
                    <a:pt x="73497" y="6426"/>
                    <a:pt x="84135" y="7939"/>
                    <a:pt x="89708" y="16514"/>
                  </a:cubicBezTo>
                  <a:cubicBezTo>
                    <a:pt x="85908" y="16514"/>
                    <a:pt x="75777" y="16514"/>
                    <a:pt x="75777" y="27862"/>
                  </a:cubicBezTo>
                  <a:cubicBezTo>
                    <a:pt x="75777" y="35680"/>
                    <a:pt x="81856" y="39463"/>
                    <a:pt x="87428" y="39463"/>
                  </a:cubicBezTo>
                  <a:cubicBezTo>
                    <a:pt x="91481" y="39463"/>
                    <a:pt x="99080" y="37193"/>
                    <a:pt x="99080" y="27358"/>
                  </a:cubicBezTo>
                  <a:cubicBezTo>
                    <a:pt x="99080" y="12227"/>
                    <a:pt x="87935" y="122"/>
                    <a:pt x="66911" y="122"/>
                  </a:cubicBezTo>
                  <a:cubicBezTo>
                    <a:pt x="34490" y="122"/>
                    <a:pt x="295" y="32654"/>
                    <a:pt x="295" y="88386"/>
                  </a:cubicBezTo>
                  <a:cubicBezTo>
                    <a:pt x="295" y="155720"/>
                    <a:pt x="29677" y="173625"/>
                    <a:pt x="53233" y="173625"/>
                  </a:cubicBezTo>
                  <a:cubicBezTo>
                    <a:pt x="81349" y="173625"/>
                    <a:pt x="105412" y="149919"/>
                    <a:pt x="105412" y="116631"/>
                  </a:cubicBezTo>
                  <a:cubicBezTo>
                    <a:pt x="105412" y="84604"/>
                    <a:pt x="82869" y="60394"/>
                    <a:pt x="54753" y="60394"/>
                  </a:cubicBezTo>
                  <a:cubicBezTo>
                    <a:pt x="37529" y="60394"/>
                    <a:pt x="28157" y="73255"/>
                    <a:pt x="23091" y="85360"/>
                  </a:cubicBezTo>
                  <a:close/>
                  <a:moveTo>
                    <a:pt x="53233" y="166563"/>
                  </a:moveTo>
                  <a:cubicBezTo>
                    <a:pt x="37276" y="166563"/>
                    <a:pt x="29677" y="151432"/>
                    <a:pt x="28157" y="147650"/>
                  </a:cubicBezTo>
                  <a:cubicBezTo>
                    <a:pt x="23598" y="135797"/>
                    <a:pt x="23598" y="115622"/>
                    <a:pt x="23598" y="111083"/>
                  </a:cubicBezTo>
                  <a:cubicBezTo>
                    <a:pt x="23598" y="91413"/>
                    <a:pt x="31703" y="66194"/>
                    <a:pt x="54500" y="66194"/>
                  </a:cubicBezTo>
                  <a:cubicBezTo>
                    <a:pt x="58553" y="66194"/>
                    <a:pt x="70204" y="66194"/>
                    <a:pt x="78056" y="81829"/>
                  </a:cubicBezTo>
                  <a:cubicBezTo>
                    <a:pt x="82616" y="91160"/>
                    <a:pt x="82616" y="104022"/>
                    <a:pt x="82616" y="116379"/>
                  </a:cubicBezTo>
                  <a:cubicBezTo>
                    <a:pt x="82616" y="128484"/>
                    <a:pt x="82616" y="141093"/>
                    <a:pt x="78310" y="150172"/>
                  </a:cubicBezTo>
                  <a:cubicBezTo>
                    <a:pt x="70711" y="165303"/>
                    <a:pt x="59059" y="166563"/>
                    <a:pt x="53233" y="166563"/>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54" name="Freeform: Shape 6153">
              <a:extLst>
                <a:ext uri="{FF2B5EF4-FFF2-40B4-BE49-F238E27FC236}">
                  <a16:creationId xmlns:a16="http://schemas.microsoft.com/office/drawing/2014/main" id="{B3FCC1C8-CC09-CDD2-1FD0-0551052B4094}"/>
                </a:ext>
              </a:extLst>
            </p:cNvPr>
            <p:cNvSpPr/>
            <p:nvPr>
              <p:custDataLst>
                <p:tags r:id="rId195"/>
              </p:custDataLst>
            </p:nvPr>
          </p:nvSpPr>
          <p:spPr>
            <a:xfrm>
              <a:off x="13070030" y="6221122"/>
              <a:ext cx="101064" cy="173502"/>
            </a:xfrm>
            <a:custGeom>
              <a:avLst/>
              <a:gdLst>
                <a:gd name="connsiteX0" fmla="*/ 101364 w 101064"/>
                <a:gd name="connsiteY0" fmla="*/ 117387 h 173502"/>
                <a:gd name="connsiteX1" fmla="*/ 53238 w 101064"/>
                <a:gd name="connsiteY1" fmla="*/ 62159 h 173502"/>
                <a:gd name="connsiteX2" fmla="*/ 21070 w 101064"/>
                <a:gd name="connsiteY2" fmla="*/ 75021 h 173502"/>
                <a:gd name="connsiteX3" fmla="*/ 21070 w 101064"/>
                <a:gd name="connsiteY3" fmla="*/ 25845 h 173502"/>
                <a:gd name="connsiteX4" fmla="*/ 42600 w 101064"/>
                <a:gd name="connsiteY4" fmla="*/ 29123 h 173502"/>
                <a:gd name="connsiteX5" fmla="*/ 91486 w 101064"/>
                <a:gd name="connsiteY5" fmla="*/ 2896 h 173502"/>
                <a:gd name="connsiteX6" fmla="*/ 88953 w 101064"/>
                <a:gd name="connsiteY6" fmla="*/ 122 h 173502"/>
                <a:gd name="connsiteX7" fmla="*/ 86927 w 101064"/>
                <a:gd name="connsiteY7" fmla="*/ 878 h 173502"/>
                <a:gd name="connsiteX8" fmla="*/ 52479 w 101064"/>
                <a:gd name="connsiteY8" fmla="*/ 8192 h 173502"/>
                <a:gd name="connsiteX9" fmla="*/ 18790 w 101064"/>
                <a:gd name="connsiteY9" fmla="*/ 1130 h 173502"/>
                <a:gd name="connsiteX10" fmla="*/ 15751 w 101064"/>
                <a:gd name="connsiteY10" fmla="*/ 374 h 173502"/>
                <a:gd name="connsiteX11" fmla="*/ 13218 w 101064"/>
                <a:gd name="connsiteY11" fmla="*/ 6426 h 173502"/>
                <a:gd name="connsiteX12" fmla="*/ 13218 w 101064"/>
                <a:gd name="connsiteY12" fmla="*/ 81073 h 173502"/>
                <a:gd name="connsiteX13" fmla="*/ 16764 w 101064"/>
                <a:gd name="connsiteY13" fmla="*/ 87630 h 173502"/>
                <a:gd name="connsiteX14" fmla="*/ 20057 w 101064"/>
                <a:gd name="connsiteY14" fmla="*/ 85360 h 173502"/>
                <a:gd name="connsiteX15" fmla="*/ 52732 w 101064"/>
                <a:gd name="connsiteY15" fmla="*/ 67707 h 173502"/>
                <a:gd name="connsiteX16" fmla="*/ 74262 w 101064"/>
                <a:gd name="connsiteY16" fmla="*/ 83847 h 173502"/>
                <a:gd name="connsiteX17" fmla="*/ 78821 w 101064"/>
                <a:gd name="connsiteY17" fmla="*/ 115622 h 173502"/>
                <a:gd name="connsiteX18" fmla="*/ 72742 w 101064"/>
                <a:gd name="connsiteY18" fmla="*/ 150172 h 173502"/>
                <a:gd name="connsiteX19" fmla="*/ 45640 w 101064"/>
                <a:gd name="connsiteY19" fmla="*/ 166563 h 173502"/>
                <a:gd name="connsiteX20" fmla="*/ 8405 w 101064"/>
                <a:gd name="connsiteY20" fmla="*/ 138319 h 173502"/>
                <a:gd name="connsiteX21" fmla="*/ 12711 w 101064"/>
                <a:gd name="connsiteY21" fmla="*/ 138823 h 173502"/>
                <a:gd name="connsiteX22" fmla="*/ 25376 w 101064"/>
                <a:gd name="connsiteY22" fmla="*/ 126466 h 173502"/>
                <a:gd name="connsiteX23" fmla="*/ 12711 w 101064"/>
                <a:gd name="connsiteY23" fmla="*/ 114109 h 173502"/>
                <a:gd name="connsiteX24" fmla="*/ 300 w 101064"/>
                <a:gd name="connsiteY24" fmla="*/ 127475 h 173502"/>
                <a:gd name="connsiteX25" fmla="*/ 46146 w 101064"/>
                <a:gd name="connsiteY25" fmla="*/ 173625 h 173502"/>
                <a:gd name="connsiteX26" fmla="*/ 101364 w 101064"/>
                <a:gd name="connsiteY26" fmla="*/ 117387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1064" h="173502">
                  <a:moveTo>
                    <a:pt x="101364" y="117387"/>
                  </a:moveTo>
                  <a:cubicBezTo>
                    <a:pt x="101364" y="87378"/>
                    <a:pt x="80594" y="62159"/>
                    <a:pt x="53238" y="62159"/>
                  </a:cubicBezTo>
                  <a:cubicBezTo>
                    <a:pt x="41080" y="62159"/>
                    <a:pt x="30189" y="66194"/>
                    <a:pt x="21070" y="75021"/>
                  </a:cubicBezTo>
                  <a:lnTo>
                    <a:pt x="21070" y="25845"/>
                  </a:lnTo>
                  <a:cubicBezTo>
                    <a:pt x="26136" y="27358"/>
                    <a:pt x="34495" y="29123"/>
                    <a:pt x="42600" y="29123"/>
                  </a:cubicBezTo>
                  <a:cubicBezTo>
                    <a:pt x="73755" y="29123"/>
                    <a:pt x="91486" y="6174"/>
                    <a:pt x="91486" y="2896"/>
                  </a:cubicBezTo>
                  <a:cubicBezTo>
                    <a:pt x="91486" y="1383"/>
                    <a:pt x="90726" y="122"/>
                    <a:pt x="88953" y="122"/>
                  </a:cubicBezTo>
                  <a:cubicBezTo>
                    <a:pt x="88700" y="122"/>
                    <a:pt x="88193" y="122"/>
                    <a:pt x="86927" y="878"/>
                  </a:cubicBezTo>
                  <a:cubicBezTo>
                    <a:pt x="81861" y="3148"/>
                    <a:pt x="69449" y="8192"/>
                    <a:pt x="52479" y="8192"/>
                  </a:cubicBezTo>
                  <a:cubicBezTo>
                    <a:pt x="42347" y="8192"/>
                    <a:pt x="30695" y="6426"/>
                    <a:pt x="18790" y="1130"/>
                  </a:cubicBezTo>
                  <a:cubicBezTo>
                    <a:pt x="16764" y="374"/>
                    <a:pt x="16257" y="374"/>
                    <a:pt x="15751" y="374"/>
                  </a:cubicBezTo>
                  <a:cubicBezTo>
                    <a:pt x="13218" y="374"/>
                    <a:pt x="13218" y="2391"/>
                    <a:pt x="13218" y="6426"/>
                  </a:cubicBezTo>
                  <a:lnTo>
                    <a:pt x="13218" y="81073"/>
                  </a:lnTo>
                  <a:cubicBezTo>
                    <a:pt x="13218" y="85612"/>
                    <a:pt x="13218" y="87630"/>
                    <a:pt x="16764" y="87630"/>
                  </a:cubicBezTo>
                  <a:cubicBezTo>
                    <a:pt x="18537" y="87630"/>
                    <a:pt x="19044" y="86873"/>
                    <a:pt x="20057" y="85360"/>
                  </a:cubicBezTo>
                  <a:cubicBezTo>
                    <a:pt x="22843" y="81325"/>
                    <a:pt x="32215" y="67707"/>
                    <a:pt x="52732" y="67707"/>
                  </a:cubicBezTo>
                  <a:cubicBezTo>
                    <a:pt x="65903" y="67707"/>
                    <a:pt x="72236" y="79308"/>
                    <a:pt x="74262" y="83847"/>
                  </a:cubicBezTo>
                  <a:cubicBezTo>
                    <a:pt x="78315" y="93178"/>
                    <a:pt x="78821" y="103013"/>
                    <a:pt x="78821" y="115622"/>
                  </a:cubicBezTo>
                  <a:cubicBezTo>
                    <a:pt x="78821" y="124449"/>
                    <a:pt x="78821" y="139580"/>
                    <a:pt x="72742" y="150172"/>
                  </a:cubicBezTo>
                  <a:cubicBezTo>
                    <a:pt x="66663" y="160007"/>
                    <a:pt x="57291" y="166563"/>
                    <a:pt x="45640" y="166563"/>
                  </a:cubicBezTo>
                  <a:cubicBezTo>
                    <a:pt x="27149" y="166563"/>
                    <a:pt x="12711" y="153198"/>
                    <a:pt x="8405" y="138319"/>
                  </a:cubicBezTo>
                  <a:cubicBezTo>
                    <a:pt x="9165" y="138571"/>
                    <a:pt x="9925" y="138823"/>
                    <a:pt x="12711" y="138823"/>
                  </a:cubicBezTo>
                  <a:cubicBezTo>
                    <a:pt x="21070" y="138823"/>
                    <a:pt x="25376" y="132519"/>
                    <a:pt x="25376" y="126466"/>
                  </a:cubicBezTo>
                  <a:cubicBezTo>
                    <a:pt x="25376" y="120414"/>
                    <a:pt x="21070" y="114109"/>
                    <a:pt x="12711" y="114109"/>
                  </a:cubicBezTo>
                  <a:cubicBezTo>
                    <a:pt x="9165" y="114109"/>
                    <a:pt x="300" y="115874"/>
                    <a:pt x="300" y="127475"/>
                  </a:cubicBezTo>
                  <a:cubicBezTo>
                    <a:pt x="300" y="149163"/>
                    <a:pt x="17777" y="173625"/>
                    <a:pt x="46146" y="173625"/>
                  </a:cubicBezTo>
                  <a:cubicBezTo>
                    <a:pt x="75528" y="173625"/>
                    <a:pt x="101364" y="149415"/>
                    <a:pt x="101364" y="117387"/>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55" name="Freeform: Shape 6154">
              <a:extLst>
                <a:ext uri="{FF2B5EF4-FFF2-40B4-BE49-F238E27FC236}">
                  <a16:creationId xmlns:a16="http://schemas.microsoft.com/office/drawing/2014/main" id="{61D5B084-B5D0-CD36-EDD6-2CEAE4E56DE5}"/>
                </a:ext>
              </a:extLst>
            </p:cNvPr>
            <p:cNvSpPr/>
            <p:nvPr>
              <p:custDataLst>
                <p:tags r:id="rId196"/>
              </p:custDataLst>
            </p:nvPr>
          </p:nvSpPr>
          <p:spPr>
            <a:xfrm>
              <a:off x="13718605" y="6177243"/>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56" name="Freeform: Shape 6155">
              <a:extLst>
                <a:ext uri="{FF2B5EF4-FFF2-40B4-BE49-F238E27FC236}">
                  <a16:creationId xmlns:a16="http://schemas.microsoft.com/office/drawing/2014/main" id="{1727A577-D862-5BF9-0CF7-CA0D7884BD12}"/>
                </a:ext>
              </a:extLst>
            </p:cNvPr>
            <p:cNvSpPr/>
            <p:nvPr>
              <p:custDataLst>
                <p:tags r:id="rId197"/>
              </p:custDataLst>
            </p:nvPr>
          </p:nvSpPr>
          <p:spPr>
            <a:xfrm>
              <a:off x="13922245" y="6221122"/>
              <a:ext cx="106636" cy="173502"/>
            </a:xfrm>
            <a:custGeom>
              <a:avLst/>
              <a:gdLst>
                <a:gd name="connsiteX0" fmla="*/ 106970 w 106636"/>
                <a:gd name="connsiteY0" fmla="*/ 87378 h 173502"/>
                <a:gd name="connsiteX1" fmla="*/ 96839 w 106636"/>
                <a:gd name="connsiteY1" fmla="*/ 28366 h 173502"/>
                <a:gd name="connsiteX2" fmla="*/ 53779 w 106636"/>
                <a:gd name="connsiteY2" fmla="*/ 122 h 173502"/>
                <a:gd name="connsiteX3" fmla="*/ 9705 w 106636"/>
                <a:gd name="connsiteY3" fmla="*/ 30132 h 173502"/>
                <a:gd name="connsiteX4" fmla="*/ 334 w 106636"/>
                <a:gd name="connsiteY4" fmla="*/ 87378 h 173502"/>
                <a:gd name="connsiteX5" fmla="*/ 11732 w 106636"/>
                <a:gd name="connsiteY5" fmla="*/ 148154 h 173502"/>
                <a:gd name="connsiteX6" fmla="*/ 53525 w 106636"/>
                <a:gd name="connsiteY6" fmla="*/ 173625 h 173502"/>
                <a:gd name="connsiteX7" fmla="*/ 97599 w 106636"/>
                <a:gd name="connsiteY7" fmla="*/ 144371 h 173502"/>
                <a:gd name="connsiteX8" fmla="*/ 106970 w 106636"/>
                <a:gd name="connsiteY8" fmla="*/ 87378 h 173502"/>
                <a:gd name="connsiteX9" fmla="*/ 53525 w 106636"/>
                <a:gd name="connsiteY9" fmla="*/ 168077 h 173502"/>
                <a:gd name="connsiteX10" fmla="*/ 24143 w 106636"/>
                <a:gd name="connsiteY10" fmla="*/ 137562 h 173502"/>
                <a:gd name="connsiteX11" fmla="*/ 21357 w 106636"/>
                <a:gd name="connsiteY11" fmla="*/ 84351 h 173502"/>
                <a:gd name="connsiteX12" fmla="*/ 23383 w 106636"/>
                <a:gd name="connsiteY12" fmla="*/ 37949 h 173502"/>
                <a:gd name="connsiteX13" fmla="*/ 53525 w 106636"/>
                <a:gd name="connsiteY13" fmla="*/ 5670 h 173502"/>
                <a:gd name="connsiteX14" fmla="*/ 83414 w 106636"/>
                <a:gd name="connsiteY14" fmla="*/ 35175 h 173502"/>
                <a:gd name="connsiteX15" fmla="*/ 85947 w 106636"/>
                <a:gd name="connsiteY15" fmla="*/ 84351 h 173502"/>
                <a:gd name="connsiteX16" fmla="*/ 83161 w 106636"/>
                <a:gd name="connsiteY16" fmla="*/ 136554 h 173502"/>
                <a:gd name="connsiteX17" fmla="*/ 53525 w 106636"/>
                <a:gd name="connsiteY17" fmla="*/ 168077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636" h="173502">
                  <a:moveTo>
                    <a:pt x="106970" y="87378"/>
                  </a:moveTo>
                  <a:cubicBezTo>
                    <a:pt x="106970" y="67203"/>
                    <a:pt x="105704" y="47028"/>
                    <a:pt x="96839" y="28366"/>
                  </a:cubicBezTo>
                  <a:cubicBezTo>
                    <a:pt x="85187" y="4157"/>
                    <a:pt x="64417" y="122"/>
                    <a:pt x="53779" y="122"/>
                  </a:cubicBezTo>
                  <a:cubicBezTo>
                    <a:pt x="38581" y="122"/>
                    <a:pt x="20090" y="6679"/>
                    <a:pt x="9705" y="30132"/>
                  </a:cubicBezTo>
                  <a:cubicBezTo>
                    <a:pt x="1600" y="47532"/>
                    <a:pt x="334" y="67203"/>
                    <a:pt x="334" y="87378"/>
                  </a:cubicBezTo>
                  <a:cubicBezTo>
                    <a:pt x="334" y="106291"/>
                    <a:pt x="1347" y="128988"/>
                    <a:pt x="11732" y="148154"/>
                  </a:cubicBezTo>
                  <a:cubicBezTo>
                    <a:pt x="22623" y="168581"/>
                    <a:pt x="41114" y="173625"/>
                    <a:pt x="53525" y="173625"/>
                  </a:cubicBezTo>
                  <a:cubicBezTo>
                    <a:pt x="67203" y="173625"/>
                    <a:pt x="86454" y="168329"/>
                    <a:pt x="97599" y="144371"/>
                  </a:cubicBezTo>
                  <a:cubicBezTo>
                    <a:pt x="105704" y="126971"/>
                    <a:pt x="106970" y="107300"/>
                    <a:pt x="106970" y="87378"/>
                  </a:cubicBezTo>
                  <a:close/>
                  <a:moveTo>
                    <a:pt x="53525" y="168077"/>
                  </a:moveTo>
                  <a:cubicBezTo>
                    <a:pt x="43647" y="168077"/>
                    <a:pt x="28703" y="161772"/>
                    <a:pt x="24143" y="137562"/>
                  </a:cubicBezTo>
                  <a:cubicBezTo>
                    <a:pt x="21357" y="122431"/>
                    <a:pt x="21357" y="99230"/>
                    <a:pt x="21357" y="84351"/>
                  </a:cubicBezTo>
                  <a:cubicBezTo>
                    <a:pt x="21357" y="68212"/>
                    <a:pt x="21357" y="51567"/>
                    <a:pt x="23383" y="37949"/>
                  </a:cubicBezTo>
                  <a:cubicBezTo>
                    <a:pt x="28196" y="7939"/>
                    <a:pt x="47193" y="5670"/>
                    <a:pt x="53525" y="5670"/>
                  </a:cubicBezTo>
                  <a:cubicBezTo>
                    <a:pt x="61884" y="5670"/>
                    <a:pt x="78601" y="10209"/>
                    <a:pt x="83414" y="35175"/>
                  </a:cubicBezTo>
                  <a:cubicBezTo>
                    <a:pt x="85947" y="49298"/>
                    <a:pt x="85947" y="68464"/>
                    <a:pt x="85947" y="84351"/>
                  </a:cubicBezTo>
                  <a:cubicBezTo>
                    <a:pt x="85947" y="103265"/>
                    <a:pt x="85947" y="120414"/>
                    <a:pt x="83161" y="136554"/>
                  </a:cubicBezTo>
                  <a:cubicBezTo>
                    <a:pt x="79361" y="160511"/>
                    <a:pt x="64924" y="168077"/>
                    <a:pt x="53525" y="168077"/>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57" name="Freeform: Shape 6156">
              <a:extLst>
                <a:ext uri="{FF2B5EF4-FFF2-40B4-BE49-F238E27FC236}">
                  <a16:creationId xmlns:a16="http://schemas.microsoft.com/office/drawing/2014/main" id="{DAD7933C-5BC7-9604-1130-11D09B66181F}"/>
                </a:ext>
              </a:extLst>
            </p:cNvPr>
            <p:cNvSpPr/>
            <p:nvPr>
              <p:custDataLst>
                <p:tags r:id="rId198"/>
              </p:custDataLst>
            </p:nvPr>
          </p:nvSpPr>
          <p:spPr>
            <a:xfrm>
              <a:off x="14060798" y="6362346"/>
              <a:ext cx="26849" cy="26731"/>
            </a:xfrm>
            <a:custGeom>
              <a:avLst/>
              <a:gdLst>
                <a:gd name="connsiteX0" fmla="*/ 27188 w 26849"/>
                <a:gd name="connsiteY0" fmla="*/ 13488 h 26731"/>
                <a:gd name="connsiteX1" fmla="*/ 13763 w 26849"/>
                <a:gd name="connsiteY1" fmla="*/ 122 h 26731"/>
                <a:gd name="connsiteX2" fmla="*/ 339 w 26849"/>
                <a:gd name="connsiteY2" fmla="*/ 13488 h 26731"/>
                <a:gd name="connsiteX3" fmla="*/ 13763 w 26849"/>
                <a:gd name="connsiteY3" fmla="*/ 26853 h 26731"/>
                <a:gd name="connsiteX4" fmla="*/ 27188 w 26849"/>
                <a:gd name="connsiteY4" fmla="*/ 13488 h 26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9" h="26731">
                  <a:moveTo>
                    <a:pt x="27188" y="13488"/>
                  </a:moveTo>
                  <a:cubicBezTo>
                    <a:pt x="27188" y="6174"/>
                    <a:pt x="21109" y="122"/>
                    <a:pt x="13763" y="122"/>
                  </a:cubicBezTo>
                  <a:cubicBezTo>
                    <a:pt x="6418" y="122"/>
                    <a:pt x="339" y="6174"/>
                    <a:pt x="339" y="13488"/>
                  </a:cubicBezTo>
                  <a:cubicBezTo>
                    <a:pt x="339" y="20801"/>
                    <a:pt x="6418" y="26853"/>
                    <a:pt x="13763" y="26853"/>
                  </a:cubicBezTo>
                  <a:cubicBezTo>
                    <a:pt x="21109" y="26853"/>
                    <a:pt x="27188" y="20801"/>
                    <a:pt x="27188" y="13488"/>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58" name="Freeform: Shape 6157">
              <a:extLst>
                <a:ext uri="{FF2B5EF4-FFF2-40B4-BE49-F238E27FC236}">
                  <a16:creationId xmlns:a16="http://schemas.microsoft.com/office/drawing/2014/main" id="{4E3AB2B9-E798-9BF8-158B-9881352B0C3B}"/>
                </a:ext>
              </a:extLst>
            </p:cNvPr>
            <p:cNvSpPr/>
            <p:nvPr>
              <p:custDataLst>
                <p:tags r:id="rId199"/>
              </p:custDataLst>
            </p:nvPr>
          </p:nvSpPr>
          <p:spPr>
            <a:xfrm>
              <a:off x="14120012" y="6221122"/>
              <a:ext cx="105117" cy="173502"/>
            </a:xfrm>
            <a:custGeom>
              <a:avLst/>
              <a:gdLst>
                <a:gd name="connsiteX0" fmla="*/ 30990 w 105117"/>
                <a:gd name="connsiteY0" fmla="*/ 52828 h 173502"/>
                <a:gd name="connsiteX1" fmla="*/ 18325 w 105117"/>
                <a:gd name="connsiteY1" fmla="*/ 32401 h 173502"/>
                <a:gd name="connsiteX2" fmla="*/ 52773 w 105117"/>
                <a:gd name="connsiteY2" fmla="*/ 6426 h 173502"/>
                <a:gd name="connsiteX3" fmla="*/ 87475 w 105117"/>
                <a:gd name="connsiteY3" fmla="*/ 37697 h 173502"/>
                <a:gd name="connsiteX4" fmla="*/ 62398 w 105117"/>
                <a:gd name="connsiteY4" fmla="*/ 73003 h 173502"/>
                <a:gd name="connsiteX5" fmla="*/ 30990 w 105117"/>
                <a:gd name="connsiteY5" fmla="*/ 52828 h 173502"/>
                <a:gd name="connsiteX6" fmla="*/ 67971 w 105117"/>
                <a:gd name="connsiteY6" fmla="*/ 76786 h 173502"/>
                <a:gd name="connsiteX7" fmla="*/ 98619 w 105117"/>
                <a:gd name="connsiteY7" fmla="*/ 37697 h 173502"/>
                <a:gd name="connsiteX8" fmla="*/ 53026 w 105117"/>
                <a:gd name="connsiteY8" fmla="*/ 122 h 173502"/>
                <a:gd name="connsiteX9" fmla="*/ 7180 w 105117"/>
                <a:gd name="connsiteY9" fmla="*/ 42237 h 173502"/>
                <a:gd name="connsiteX10" fmla="*/ 18325 w 105117"/>
                <a:gd name="connsiteY10" fmla="*/ 69977 h 173502"/>
                <a:gd name="connsiteX11" fmla="*/ 36816 w 105117"/>
                <a:gd name="connsiteY11" fmla="*/ 83595 h 173502"/>
                <a:gd name="connsiteX12" fmla="*/ 341 w 105117"/>
                <a:gd name="connsiteY12" fmla="*/ 129997 h 173502"/>
                <a:gd name="connsiteX13" fmla="*/ 52773 w 105117"/>
                <a:gd name="connsiteY13" fmla="*/ 173625 h 173502"/>
                <a:gd name="connsiteX14" fmla="*/ 105458 w 105117"/>
                <a:gd name="connsiteY14" fmla="*/ 125710 h 173502"/>
                <a:gd name="connsiteX15" fmla="*/ 93047 w 105117"/>
                <a:gd name="connsiteY15" fmla="*/ 94691 h 173502"/>
                <a:gd name="connsiteX16" fmla="*/ 67971 w 105117"/>
                <a:gd name="connsiteY16" fmla="*/ 76786 h 173502"/>
                <a:gd name="connsiteX17" fmla="*/ 42641 w 105117"/>
                <a:gd name="connsiteY17" fmla="*/ 87378 h 173502"/>
                <a:gd name="connsiteX18" fmla="*/ 73797 w 105117"/>
                <a:gd name="connsiteY18" fmla="*/ 107048 h 173502"/>
                <a:gd name="connsiteX19" fmla="*/ 92794 w 105117"/>
                <a:gd name="connsiteY19" fmla="*/ 134788 h 173502"/>
                <a:gd name="connsiteX20" fmla="*/ 53026 w 105117"/>
                <a:gd name="connsiteY20" fmla="*/ 166563 h 173502"/>
                <a:gd name="connsiteX21" fmla="*/ 13006 w 105117"/>
                <a:gd name="connsiteY21" fmla="*/ 129997 h 173502"/>
                <a:gd name="connsiteX22" fmla="*/ 42641 w 105117"/>
                <a:gd name="connsiteY22" fmla="*/ 87378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5117" h="173502">
                  <a:moveTo>
                    <a:pt x="30990" y="52828"/>
                  </a:moveTo>
                  <a:cubicBezTo>
                    <a:pt x="19338" y="45263"/>
                    <a:pt x="18325" y="36688"/>
                    <a:pt x="18325" y="32401"/>
                  </a:cubicBezTo>
                  <a:cubicBezTo>
                    <a:pt x="18325" y="17018"/>
                    <a:pt x="34789" y="6426"/>
                    <a:pt x="52773" y="6426"/>
                  </a:cubicBezTo>
                  <a:cubicBezTo>
                    <a:pt x="71264" y="6426"/>
                    <a:pt x="87475" y="19540"/>
                    <a:pt x="87475" y="37697"/>
                  </a:cubicBezTo>
                  <a:cubicBezTo>
                    <a:pt x="87475" y="52072"/>
                    <a:pt x="77596" y="64177"/>
                    <a:pt x="62398" y="73003"/>
                  </a:cubicBezTo>
                  <a:lnTo>
                    <a:pt x="30990" y="52828"/>
                  </a:lnTo>
                  <a:close/>
                  <a:moveTo>
                    <a:pt x="67971" y="76786"/>
                  </a:moveTo>
                  <a:cubicBezTo>
                    <a:pt x="86208" y="67455"/>
                    <a:pt x="98619" y="54341"/>
                    <a:pt x="98619" y="37697"/>
                  </a:cubicBezTo>
                  <a:cubicBezTo>
                    <a:pt x="98619" y="14496"/>
                    <a:pt x="76076" y="122"/>
                    <a:pt x="53026" y="122"/>
                  </a:cubicBezTo>
                  <a:cubicBezTo>
                    <a:pt x="27697" y="122"/>
                    <a:pt x="7180" y="18783"/>
                    <a:pt x="7180" y="42237"/>
                  </a:cubicBezTo>
                  <a:cubicBezTo>
                    <a:pt x="7180" y="46776"/>
                    <a:pt x="7687" y="58124"/>
                    <a:pt x="18325" y="69977"/>
                  </a:cubicBezTo>
                  <a:cubicBezTo>
                    <a:pt x="21111" y="73003"/>
                    <a:pt x="30483" y="79308"/>
                    <a:pt x="36816" y="83595"/>
                  </a:cubicBezTo>
                  <a:cubicBezTo>
                    <a:pt x="22125" y="90908"/>
                    <a:pt x="341" y="105030"/>
                    <a:pt x="341" y="129997"/>
                  </a:cubicBezTo>
                  <a:cubicBezTo>
                    <a:pt x="341" y="156728"/>
                    <a:pt x="26177" y="173625"/>
                    <a:pt x="52773" y="173625"/>
                  </a:cubicBezTo>
                  <a:cubicBezTo>
                    <a:pt x="81395" y="173625"/>
                    <a:pt x="105458" y="152693"/>
                    <a:pt x="105458" y="125710"/>
                  </a:cubicBezTo>
                  <a:cubicBezTo>
                    <a:pt x="105458" y="116631"/>
                    <a:pt x="102672" y="105283"/>
                    <a:pt x="93047" y="94691"/>
                  </a:cubicBezTo>
                  <a:cubicBezTo>
                    <a:pt x="88234" y="89395"/>
                    <a:pt x="84182" y="86873"/>
                    <a:pt x="67971" y="76786"/>
                  </a:cubicBezTo>
                  <a:close/>
                  <a:moveTo>
                    <a:pt x="42641" y="87378"/>
                  </a:moveTo>
                  <a:lnTo>
                    <a:pt x="73797" y="107048"/>
                  </a:lnTo>
                  <a:cubicBezTo>
                    <a:pt x="80889" y="111839"/>
                    <a:pt x="92794" y="119405"/>
                    <a:pt x="92794" y="134788"/>
                  </a:cubicBezTo>
                  <a:cubicBezTo>
                    <a:pt x="92794" y="153450"/>
                    <a:pt x="73797" y="166563"/>
                    <a:pt x="53026" y="166563"/>
                  </a:cubicBezTo>
                  <a:cubicBezTo>
                    <a:pt x="31243" y="166563"/>
                    <a:pt x="13006" y="150928"/>
                    <a:pt x="13006" y="129997"/>
                  </a:cubicBezTo>
                  <a:cubicBezTo>
                    <a:pt x="13006" y="115370"/>
                    <a:pt x="21111" y="99230"/>
                    <a:pt x="42641" y="87378"/>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59" name="Freeform: Shape 6158">
              <a:extLst>
                <a:ext uri="{FF2B5EF4-FFF2-40B4-BE49-F238E27FC236}">
                  <a16:creationId xmlns:a16="http://schemas.microsoft.com/office/drawing/2014/main" id="{ACC72FE2-77B1-96C0-0A60-23D8DE8EA4CC}"/>
                </a:ext>
              </a:extLst>
            </p:cNvPr>
            <p:cNvSpPr/>
            <p:nvPr>
              <p:custDataLst>
                <p:tags r:id="rId200"/>
              </p:custDataLst>
            </p:nvPr>
          </p:nvSpPr>
          <p:spPr>
            <a:xfrm>
              <a:off x="14246660" y="6221122"/>
              <a:ext cx="105117" cy="173502"/>
            </a:xfrm>
            <a:custGeom>
              <a:avLst/>
              <a:gdLst>
                <a:gd name="connsiteX0" fmla="*/ 82667 w 105117"/>
                <a:gd name="connsiteY0" fmla="*/ 87882 h 173502"/>
                <a:gd name="connsiteX1" fmla="*/ 82667 w 105117"/>
                <a:gd name="connsiteY1" fmla="*/ 95952 h 173502"/>
                <a:gd name="connsiteX2" fmla="*/ 41633 w 105117"/>
                <a:gd name="connsiteY2" fmla="*/ 166563 h 173502"/>
                <a:gd name="connsiteX3" fmla="*/ 16810 w 105117"/>
                <a:gd name="connsiteY3" fmla="*/ 157485 h 173502"/>
                <a:gd name="connsiteX4" fmla="*/ 29982 w 105117"/>
                <a:gd name="connsiteY4" fmla="*/ 145884 h 173502"/>
                <a:gd name="connsiteX5" fmla="*/ 18330 w 105117"/>
                <a:gd name="connsiteY5" fmla="*/ 134284 h 173502"/>
                <a:gd name="connsiteX6" fmla="*/ 6679 w 105117"/>
                <a:gd name="connsiteY6" fmla="*/ 146389 h 173502"/>
                <a:gd name="connsiteX7" fmla="*/ 41887 w 105117"/>
                <a:gd name="connsiteY7" fmla="*/ 173625 h 173502"/>
                <a:gd name="connsiteX8" fmla="*/ 105463 w 105117"/>
                <a:gd name="connsiteY8" fmla="*/ 85108 h 173502"/>
                <a:gd name="connsiteX9" fmla="*/ 53791 w 105117"/>
                <a:gd name="connsiteY9" fmla="*/ 122 h 173502"/>
                <a:gd name="connsiteX10" fmla="*/ 16557 w 105117"/>
                <a:gd name="connsiteY10" fmla="*/ 16009 h 173502"/>
                <a:gd name="connsiteX11" fmla="*/ 346 w 105117"/>
                <a:gd name="connsiteY11" fmla="*/ 56863 h 173502"/>
                <a:gd name="connsiteX12" fmla="*/ 51005 w 105117"/>
                <a:gd name="connsiteY12" fmla="*/ 113100 h 173502"/>
                <a:gd name="connsiteX13" fmla="*/ 82667 w 105117"/>
                <a:gd name="connsiteY13" fmla="*/ 87882 h 173502"/>
                <a:gd name="connsiteX14" fmla="*/ 51258 w 105117"/>
                <a:gd name="connsiteY14" fmla="*/ 107300 h 173502"/>
                <a:gd name="connsiteX15" fmla="*/ 27702 w 105117"/>
                <a:gd name="connsiteY15" fmla="*/ 91413 h 173502"/>
                <a:gd name="connsiteX16" fmla="*/ 23143 w 105117"/>
                <a:gd name="connsiteY16" fmla="*/ 57115 h 173502"/>
                <a:gd name="connsiteX17" fmla="*/ 28462 w 105117"/>
                <a:gd name="connsiteY17" fmla="*/ 22314 h 173502"/>
                <a:gd name="connsiteX18" fmla="*/ 53791 w 105117"/>
                <a:gd name="connsiteY18" fmla="*/ 6426 h 173502"/>
                <a:gd name="connsiteX19" fmla="*/ 78108 w 105117"/>
                <a:gd name="connsiteY19" fmla="*/ 26349 h 173502"/>
                <a:gd name="connsiteX20" fmla="*/ 82160 w 105117"/>
                <a:gd name="connsiteY20" fmla="*/ 61907 h 173502"/>
                <a:gd name="connsiteX21" fmla="*/ 51258 w 105117"/>
                <a:gd name="connsiteY21" fmla="*/ 107300 h 1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5117" h="173502">
                  <a:moveTo>
                    <a:pt x="82667" y="87882"/>
                  </a:moveTo>
                  <a:lnTo>
                    <a:pt x="82667" y="95952"/>
                  </a:lnTo>
                  <a:cubicBezTo>
                    <a:pt x="82667" y="154963"/>
                    <a:pt x="56324" y="166563"/>
                    <a:pt x="41633" y="166563"/>
                  </a:cubicBezTo>
                  <a:cubicBezTo>
                    <a:pt x="37327" y="166563"/>
                    <a:pt x="23649" y="166059"/>
                    <a:pt x="16810" y="157485"/>
                  </a:cubicBezTo>
                  <a:cubicBezTo>
                    <a:pt x="27955" y="157485"/>
                    <a:pt x="29982" y="150172"/>
                    <a:pt x="29982" y="145884"/>
                  </a:cubicBezTo>
                  <a:cubicBezTo>
                    <a:pt x="29982" y="138067"/>
                    <a:pt x="23903" y="134284"/>
                    <a:pt x="18330" y="134284"/>
                  </a:cubicBezTo>
                  <a:cubicBezTo>
                    <a:pt x="14277" y="134284"/>
                    <a:pt x="6679" y="136554"/>
                    <a:pt x="6679" y="146389"/>
                  </a:cubicBezTo>
                  <a:cubicBezTo>
                    <a:pt x="6679" y="163285"/>
                    <a:pt x="20356" y="173625"/>
                    <a:pt x="41887" y="173625"/>
                  </a:cubicBezTo>
                  <a:cubicBezTo>
                    <a:pt x="74561" y="173625"/>
                    <a:pt x="105463" y="139328"/>
                    <a:pt x="105463" y="85108"/>
                  </a:cubicBezTo>
                  <a:cubicBezTo>
                    <a:pt x="105463" y="17270"/>
                    <a:pt x="76335" y="122"/>
                    <a:pt x="53791" y="122"/>
                  </a:cubicBezTo>
                  <a:cubicBezTo>
                    <a:pt x="39860" y="122"/>
                    <a:pt x="27449" y="4661"/>
                    <a:pt x="16557" y="16009"/>
                  </a:cubicBezTo>
                  <a:cubicBezTo>
                    <a:pt x="6172" y="27358"/>
                    <a:pt x="346" y="37949"/>
                    <a:pt x="346" y="56863"/>
                  </a:cubicBezTo>
                  <a:cubicBezTo>
                    <a:pt x="346" y="88386"/>
                    <a:pt x="22636" y="113100"/>
                    <a:pt x="51005" y="113100"/>
                  </a:cubicBezTo>
                  <a:cubicBezTo>
                    <a:pt x="66456" y="113100"/>
                    <a:pt x="76841" y="102509"/>
                    <a:pt x="82667" y="87882"/>
                  </a:cubicBezTo>
                  <a:close/>
                  <a:moveTo>
                    <a:pt x="51258" y="107300"/>
                  </a:moveTo>
                  <a:cubicBezTo>
                    <a:pt x="47206" y="107300"/>
                    <a:pt x="35554" y="107300"/>
                    <a:pt x="27702" y="91413"/>
                  </a:cubicBezTo>
                  <a:cubicBezTo>
                    <a:pt x="23143" y="82082"/>
                    <a:pt x="23143" y="69472"/>
                    <a:pt x="23143" y="57115"/>
                  </a:cubicBezTo>
                  <a:cubicBezTo>
                    <a:pt x="23143" y="43497"/>
                    <a:pt x="23143" y="31645"/>
                    <a:pt x="28462" y="22314"/>
                  </a:cubicBezTo>
                  <a:cubicBezTo>
                    <a:pt x="35301" y="9705"/>
                    <a:pt x="44926" y="6426"/>
                    <a:pt x="53791" y="6426"/>
                  </a:cubicBezTo>
                  <a:cubicBezTo>
                    <a:pt x="65443" y="6426"/>
                    <a:pt x="73802" y="15001"/>
                    <a:pt x="78108" y="26349"/>
                  </a:cubicBezTo>
                  <a:cubicBezTo>
                    <a:pt x="81147" y="34419"/>
                    <a:pt x="82160" y="50306"/>
                    <a:pt x="82160" y="61907"/>
                  </a:cubicBezTo>
                  <a:cubicBezTo>
                    <a:pt x="82160" y="82838"/>
                    <a:pt x="73548" y="107300"/>
                    <a:pt x="51258" y="107300"/>
                  </a:cubicBez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60" name="Freeform: Shape 6159">
              <a:extLst>
                <a:ext uri="{FF2B5EF4-FFF2-40B4-BE49-F238E27FC236}">
                  <a16:creationId xmlns:a16="http://schemas.microsoft.com/office/drawing/2014/main" id="{EAA0BC68-A595-EDBF-F7D6-9AB39C60C47B}"/>
                </a:ext>
              </a:extLst>
            </p:cNvPr>
            <p:cNvSpPr/>
            <p:nvPr>
              <p:custDataLst>
                <p:tags r:id="rId201"/>
              </p:custDataLst>
            </p:nvPr>
          </p:nvSpPr>
          <p:spPr>
            <a:xfrm>
              <a:off x="14385213" y="6221122"/>
              <a:ext cx="83587" cy="167954"/>
            </a:xfrm>
            <a:custGeom>
              <a:avLst/>
              <a:gdLst>
                <a:gd name="connsiteX0" fmla="*/ 52277 w 83587"/>
                <a:gd name="connsiteY0" fmla="*/ 6679 h 167954"/>
                <a:gd name="connsiteX1" fmla="*/ 46451 w 83587"/>
                <a:gd name="connsiteY1" fmla="*/ 122 h 167954"/>
                <a:gd name="connsiteX2" fmla="*/ 351 w 83587"/>
                <a:gd name="connsiteY2" fmla="*/ 16262 h 167954"/>
                <a:gd name="connsiteX3" fmla="*/ 351 w 83587"/>
                <a:gd name="connsiteY3" fmla="*/ 24079 h 167954"/>
                <a:gd name="connsiteX4" fmla="*/ 33533 w 83587"/>
                <a:gd name="connsiteY4" fmla="*/ 17522 h 167954"/>
                <a:gd name="connsiteX5" fmla="*/ 33533 w 83587"/>
                <a:gd name="connsiteY5" fmla="*/ 148154 h 167954"/>
                <a:gd name="connsiteX6" fmla="*/ 9976 w 83587"/>
                <a:gd name="connsiteY6" fmla="*/ 160259 h 167954"/>
                <a:gd name="connsiteX7" fmla="*/ 1871 w 83587"/>
                <a:gd name="connsiteY7" fmla="*/ 160259 h 167954"/>
                <a:gd name="connsiteX8" fmla="*/ 1871 w 83587"/>
                <a:gd name="connsiteY8" fmla="*/ 168077 h 167954"/>
                <a:gd name="connsiteX9" fmla="*/ 42905 w 83587"/>
                <a:gd name="connsiteY9" fmla="*/ 167320 h 167954"/>
                <a:gd name="connsiteX10" fmla="*/ 83938 w 83587"/>
                <a:gd name="connsiteY10" fmla="*/ 168077 h 167954"/>
                <a:gd name="connsiteX11" fmla="*/ 83938 w 83587"/>
                <a:gd name="connsiteY11" fmla="*/ 160259 h 167954"/>
                <a:gd name="connsiteX12" fmla="*/ 75833 w 83587"/>
                <a:gd name="connsiteY12" fmla="*/ 160259 h 167954"/>
                <a:gd name="connsiteX13" fmla="*/ 52277 w 83587"/>
                <a:gd name="connsiteY13" fmla="*/ 148154 h 167954"/>
                <a:gd name="connsiteX14" fmla="*/ 52277 w 83587"/>
                <a:gd name="connsiteY14" fmla="*/ 6679 h 16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587" h="167954">
                  <a:moveTo>
                    <a:pt x="52277" y="6679"/>
                  </a:moveTo>
                  <a:cubicBezTo>
                    <a:pt x="52277" y="626"/>
                    <a:pt x="52277" y="122"/>
                    <a:pt x="46451" y="122"/>
                  </a:cubicBezTo>
                  <a:cubicBezTo>
                    <a:pt x="30747" y="16262"/>
                    <a:pt x="8457" y="16262"/>
                    <a:pt x="351" y="16262"/>
                  </a:cubicBezTo>
                  <a:lnTo>
                    <a:pt x="351" y="24079"/>
                  </a:lnTo>
                  <a:cubicBezTo>
                    <a:pt x="5417" y="24079"/>
                    <a:pt x="20362" y="24079"/>
                    <a:pt x="33533" y="17522"/>
                  </a:cubicBezTo>
                  <a:lnTo>
                    <a:pt x="33533" y="148154"/>
                  </a:lnTo>
                  <a:cubicBezTo>
                    <a:pt x="33533" y="157233"/>
                    <a:pt x="32773" y="160259"/>
                    <a:pt x="9976" y="160259"/>
                  </a:cubicBezTo>
                  <a:lnTo>
                    <a:pt x="1871" y="160259"/>
                  </a:lnTo>
                  <a:lnTo>
                    <a:pt x="1871" y="168077"/>
                  </a:lnTo>
                  <a:cubicBezTo>
                    <a:pt x="10736" y="167320"/>
                    <a:pt x="32773" y="167320"/>
                    <a:pt x="42905" y="167320"/>
                  </a:cubicBezTo>
                  <a:cubicBezTo>
                    <a:pt x="53036" y="167320"/>
                    <a:pt x="75073" y="167320"/>
                    <a:pt x="83938" y="168077"/>
                  </a:cubicBezTo>
                  <a:lnTo>
                    <a:pt x="83938" y="160259"/>
                  </a:lnTo>
                  <a:lnTo>
                    <a:pt x="75833" y="160259"/>
                  </a:lnTo>
                  <a:cubicBezTo>
                    <a:pt x="53036" y="160259"/>
                    <a:pt x="52277" y="157485"/>
                    <a:pt x="52277" y="148154"/>
                  </a:cubicBezTo>
                  <a:lnTo>
                    <a:pt x="52277" y="6679"/>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61" name="Freeform: Shape 6160">
              <a:extLst>
                <a:ext uri="{FF2B5EF4-FFF2-40B4-BE49-F238E27FC236}">
                  <a16:creationId xmlns:a16="http://schemas.microsoft.com/office/drawing/2014/main" id="{485DA817-B95D-F53D-2C52-1FCE29C9865E}"/>
                </a:ext>
              </a:extLst>
            </p:cNvPr>
            <p:cNvSpPr/>
            <p:nvPr>
              <p:custDataLst>
                <p:tags r:id="rId202"/>
              </p:custDataLst>
            </p:nvPr>
          </p:nvSpPr>
          <p:spPr>
            <a:xfrm>
              <a:off x="14672947" y="6177243"/>
              <a:ext cx="10131" cy="302621"/>
            </a:xfrm>
            <a:custGeom>
              <a:avLst/>
              <a:gdLst>
                <a:gd name="connsiteX0" fmla="*/ 0 w 10131"/>
                <a:gd name="connsiteY0" fmla="*/ 0 h 302621"/>
                <a:gd name="connsiteX1" fmla="*/ 10132 w 10131"/>
                <a:gd name="connsiteY1" fmla="*/ 0 h 302621"/>
                <a:gd name="connsiteX2" fmla="*/ 10132 w 10131"/>
                <a:gd name="connsiteY2" fmla="*/ 302621 h 302621"/>
                <a:gd name="connsiteX3" fmla="*/ 0 w 10131"/>
                <a:gd name="connsiteY3" fmla="*/ 302621 h 302621"/>
              </a:gdLst>
              <a:ahLst/>
              <a:cxnLst>
                <a:cxn ang="0">
                  <a:pos x="connsiteX0" y="connsiteY0"/>
                </a:cxn>
                <a:cxn ang="0">
                  <a:pos x="connsiteX1" y="connsiteY1"/>
                </a:cxn>
                <a:cxn ang="0">
                  <a:pos x="connsiteX2" y="connsiteY2"/>
                </a:cxn>
                <a:cxn ang="0">
                  <a:pos x="connsiteX3" y="connsiteY3"/>
                </a:cxn>
              </a:cxnLst>
              <a:rect l="l" t="t" r="r" b="b"/>
              <a:pathLst>
                <a:path w="10131" h="302621">
                  <a:moveTo>
                    <a:pt x="0" y="0"/>
                  </a:moveTo>
                  <a:lnTo>
                    <a:pt x="10132" y="0"/>
                  </a:lnTo>
                  <a:lnTo>
                    <a:pt x="10132" y="302621"/>
                  </a:lnTo>
                  <a:lnTo>
                    <a:pt x="0" y="302621"/>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62" name="Freeform: Shape 6161">
              <a:extLst>
                <a:ext uri="{FF2B5EF4-FFF2-40B4-BE49-F238E27FC236}">
                  <a16:creationId xmlns:a16="http://schemas.microsoft.com/office/drawing/2014/main" id="{E4E97E0E-B5A3-9741-37A3-213D19AAEC9E}"/>
                </a:ext>
              </a:extLst>
            </p:cNvPr>
            <p:cNvSpPr/>
            <p:nvPr>
              <p:custDataLst>
                <p:tags r:id="rId203"/>
              </p:custDataLst>
            </p:nvPr>
          </p:nvSpPr>
          <p:spPr>
            <a:xfrm>
              <a:off x="8066935" y="6479865"/>
              <a:ext cx="6611077" cy="10087"/>
            </a:xfrm>
            <a:custGeom>
              <a:avLst/>
              <a:gdLst>
                <a:gd name="connsiteX0" fmla="*/ 0 w 6611077"/>
                <a:gd name="connsiteY0" fmla="*/ 0 h 10087"/>
                <a:gd name="connsiteX1" fmla="*/ 6611078 w 6611077"/>
                <a:gd name="connsiteY1" fmla="*/ 0 h 10087"/>
                <a:gd name="connsiteX2" fmla="*/ 6611078 w 6611077"/>
                <a:gd name="connsiteY2" fmla="*/ 10087 h 10087"/>
                <a:gd name="connsiteX3" fmla="*/ 0 w 6611077"/>
                <a:gd name="connsiteY3" fmla="*/ 10087 h 10087"/>
              </a:gdLst>
              <a:ahLst/>
              <a:cxnLst>
                <a:cxn ang="0">
                  <a:pos x="connsiteX0" y="connsiteY0"/>
                </a:cxn>
                <a:cxn ang="0">
                  <a:pos x="connsiteX1" y="connsiteY1"/>
                </a:cxn>
                <a:cxn ang="0">
                  <a:pos x="connsiteX2" y="connsiteY2"/>
                </a:cxn>
                <a:cxn ang="0">
                  <a:pos x="connsiteX3" y="connsiteY3"/>
                </a:cxn>
              </a:cxnLst>
              <a:rect l="l" t="t" r="r" b="b"/>
              <a:pathLst>
                <a:path w="6611077" h="10087">
                  <a:moveTo>
                    <a:pt x="0" y="0"/>
                  </a:moveTo>
                  <a:lnTo>
                    <a:pt x="6611078" y="0"/>
                  </a:lnTo>
                  <a:lnTo>
                    <a:pt x="6611078" y="10087"/>
                  </a:lnTo>
                  <a:lnTo>
                    <a:pt x="0" y="10087"/>
                  </a:lnTo>
                  <a:close/>
                </a:path>
              </a:pathLst>
            </a:custGeom>
            <a:solidFill>
              <a:srgbClr val="000000"/>
            </a:solidFill>
            <a:ln w="254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mc:AlternateContent xmlns:mc="http://schemas.openxmlformats.org/markup-compatibility/2006" xmlns:a14="http://schemas.microsoft.com/office/drawing/2010/main">
        <mc:Choice Requires="a14">
          <p:sp>
            <p:nvSpPr>
              <p:cNvPr id="6164" name="TextBox 6163">
                <a:extLst>
                  <a:ext uri="{FF2B5EF4-FFF2-40B4-BE49-F238E27FC236}">
                    <a16:creationId xmlns:a16="http://schemas.microsoft.com/office/drawing/2014/main" id="{509E7D74-87D9-5FC5-C977-62D5ED12F5C2}"/>
                  </a:ext>
                </a:extLst>
              </p:cNvPr>
              <p:cNvSpPr txBox="1"/>
              <p:nvPr/>
            </p:nvSpPr>
            <p:spPr>
              <a:xfrm>
                <a:off x="6096000" y="1565312"/>
                <a:ext cx="4557741" cy="325089"/>
              </a:xfrm>
              <a:prstGeom prst="rect">
                <a:avLst/>
              </a:prstGeom>
              <a:noFill/>
            </p:spPr>
            <p:txBody>
              <a:bodyPr wrap="square">
                <a:spAutoFit/>
              </a:bodyPr>
              <a:lstStyle>
                <a:defPPr>
                  <a:defRPr lang="en-US"/>
                </a:defPPr>
                <a:lvl1pPr>
                  <a:buNone/>
                  <a:defRPr sz="1400">
                    <a:highlight>
                      <a:srgbClr val="FFC000"/>
                    </a:highligh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highlight>
                      <a:srgbClr val="FFFFFF"/>
                    </a:highlight>
                    <a:uLnTx/>
                    <a:uFillTx/>
                    <a:latin typeface="Aptos" panose="020B0004020202020204"/>
                    <a:ea typeface="+mn-ea"/>
                    <a:cs typeface="+mn-cs"/>
                  </a:rPr>
                  <a:t>O</a:t>
                </a:r>
                <a14:m>
                  <m:oMath xmlns:m="http://schemas.openxmlformats.org/officeDocument/2006/math">
                    <m:r>
                      <a:rPr kumimoji="0" lang="en-US" sz="1400" b="1" i="0"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𝐧𝐞</m:t>
                    </m:r>
                    <m:r>
                      <a:rPr kumimoji="0" lang="en-US" sz="1400" b="1" i="0"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 </m:t>
                    </m:r>
                    <m:r>
                      <a:rPr kumimoji="0" lang="en-US" sz="1400" b="1" i="0"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𝐮𝐧𝐢𝐭</m:t>
                    </m:r>
                    <m:r>
                      <a:rPr kumimoji="0" lang="en-US" sz="1400" b="1" i="0"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 </m:t>
                    </m:r>
                    <m:r>
                      <a:rPr kumimoji="0" lang="en-US" sz="1400" b="1" i="0"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𝐜𝐡𝐚𝐧𝐠𝐞</m:t>
                    </m:r>
                    <m:r>
                      <a:rPr kumimoji="0" lang="en-US" sz="1400" b="1" i="0"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 </m:t>
                    </m:r>
                    <m:r>
                      <a:rPr kumimoji="0" lang="en-US" sz="1400" b="1" i="0"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𝐢𝐦𝐩𝐚𝐜𝐭</m:t>
                    </m:r>
                    <m:r>
                      <a:rPr kumimoji="0" lang="en-US" sz="1400" b="1" i="0"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 </m:t>
                    </m:r>
                    <m:r>
                      <a:rPr kumimoji="0" lang="en-US" sz="1400" b="1" i="0"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𝐨𝐯𝐞𝐫</m:t>
                    </m:r>
                    <m:r>
                      <a:rPr kumimoji="0" lang="en-US" sz="1400" b="1" i="0"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 </m:t>
                    </m:r>
                    <m:r>
                      <m:rPr>
                        <m:lit/>
                      </m:rPr>
                      <a:rPr kumimoji="0" lang="en-GB" sz="1400" b="1"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m:t>
                    </m:r>
                    <m:sSub>
                      <m:sSubPr>
                        <m:ctrlPr>
                          <a:rPr kumimoji="0" lang="en-GB" sz="1400" b="1"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ctrlPr>
                      </m:sSubPr>
                      <m:e>
                        <m:r>
                          <a:rPr kumimoji="0" lang="en-GB" sz="1400" b="1"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𝒙</m:t>
                        </m:r>
                      </m:e>
                      <m:sub>
                        <m:r>
                          <a:rPr kumimoji="0" lang="en-GB" sz="1400" b="1"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𝒋</m:t>
                        </m:r>
                      </m:sub>
                    </m:sSub>
                    <m:r>
                      <m:rPr>
                        <m:lit/>
                      </m:rPr>
                      <a:rPr kumimoji="0" lang="en-GB" sz="1400" b="1"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m:t>
                    </m:r>
                  </m:oMath>
                </a14:m>
                <a:r>
                  <a:rPr kumimoji="0" lang="en-GB" sz="1400" b="1" i="0" u="none" strike="noStrike" kern="1200" cap="none" spc="0" normalizeH="0" baseline="0" noProof="0">
                    <a:ln>
                      <a:noFill/>
                    </a:ln>
                    <a:solidFill>
                      <a:prstClr val="black"/>
                    </a:solidFill>
                    <a:effectLst/>
                    <a:highlight>
                      <a:srgbClr val="FFFFFF"/>
                    </a:highlight>
                    <a:uLnTx/>
                    <a:uFillTx/>
                    <a:latin typeface="Aptos" panose="020B0004020202020204"/>
                    <a:ea typeface="+mn-ea"/>
                    <a:cs typeface="+mn-cs"/>
                  </a:rPr>
                  <a:t>with </a:t>
                </a:r>
                <a14:m>
                  <m:oMath xmlns:m="http://schemas.openxmlformats.org/officeDocument/2006/math">
                    <m:r>
                      <m:rPr>
                        <m:lit/>
                      </m:rPr>
                      <a:rPr kumimoji="0" lang="en-GB" sz="1400" b="1"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m:t>
                    </m:r>
                    <m:sSub>
                      <m:sSubPr>
                        <m:ctrlPr>
                          <a:rPr kumimoji="0" lang="en-GB" sz="1400" b="1"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ctrlPr>
                      </m:sSubPr>
                      <m:e>
                        <m:r>
                          <a:rPr kumimoji="0" lang="en-GB" sz="1400" b="1"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𝜷</m:t>
                        </m:r>
                      </m:e>
                      <m:sub>
                        <m:r>
                          <a:rPr kumimoji="0" lang="en-GB" sz="1400" b="1"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𝒋</m:t>
                        </m:r>
                      </m:sub>
                    </m:sSub>
                    <m:r>
                      <a:rPr kumimoji="0" lang="en-GB" sz="1400" b="1"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m:t>
                    </m:r>
                    <m:r>
                      <a:rPr kumimoji="0" lang="en-GB" sz="1400" b="1"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𝟎</m:t>
                    </m:r>
                    <m:r>
                      <a:rPr kumimoji="0" lang="en-GB" sz="1400" b="1"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m:t>
                    </m:r>
                    <m:r>
                      <a:rPr kumimoji="0" lang="en-GB" sz="1400" b="1"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𝟏</m:t>
                    </m:r>
                    <m:r>
                      <m:rPr>
                        <m:lit/>
                      </m:rPr>
                      <a:rPr kumimoji="0" lang="en-GB" sz="1400" b="1" i="1" u="none" strike="noStrike" kern="1200" cap="none" spc="0" normalizeH="0" baseline="0" noProof="0" smtClean="0">
                        <a:ln>
                          <a:noFill/>
                        </a:ln>
                        <a:solidFill>
                          <a:prstClr val="black"/>
                        </a:solidFill>
                        <a:effectLst/>
                        <a:highlight>
                          <a:srgbClr val="FFFFFF"/>
                        </a:highlight>
                        <a:uLnTx/>
                        <a:uFillTx/>
                        <a:latin typeface="Cambria Math" panose="02040503050406030204" pitchFamily="18" charset="0"/>
                        <a:ea typeface="+mn-ea"/>
                        <a:cs typeface="+mn-cs"/>
                      </a:rPr>
                      <m:t>)</m:t>
                    </m:r>
                  </m:oMath>
                </a14:m>
                <a:endParaRPr kumimoji="0" lang="en-GB" sz="1400" b="1" i="0" u="none" strike="noStrike" kern="1200" cap="none" spc="0" normalizeH="0" baseline="0" noProof="0">
                  <a:ln>
                    <a:noFill/>
                  </a:ln>
                  <a:solidFill>
                    <a:prstClr val="black"/>
                  </a:solidFill>
                  <a:effectLst/>
                  <a:highlight>
                    <a:srgbClr val="FFFFFF"/>
                  </a:highlight>
                  <a:uLnTx/>
                  <a:uFillTx/>
                  <a:latin typeface="Aptos" panose="020B0004020202020204"/>
                  <a:ea typeface="+mn-ea"/>
                  <a:cs typeface="+mn-cs"/>
                </a:endParaRPr>
              </a:p>
            </p:txBody>
          </p:sp>
        </mc:Choice>
        <mc:Fallback xmlns="">
          <p:sp>
            <p:nvSpPr>
              <p:cNvPr id="6164" name="TextBox 6163">
                <a:extLst>
                  <a:ext uri="{FF2B5EF4-FFF2-40B4-BE49-F238E27FC236}">
                    <a16:creationId xmlns:a16="http://schemas.microsoft.com/office/drawing/2014/main" id="{509E7D74-87D9-5FC5-C977-62D5ED12F5C2}"/>
                  </a:ext>
                </a:extLst>
              </p:cNvPr>
              <p:cNvSpPr txBox="1">
                <a:spLocks noRot="1" noChangeAspect="1" noMove="1" noResize="1" noEditPoints="1" noAdjustHandles="1" noChangeArrowheads="1" noChangeShapeType="1" noTextEdit="1"/>
              </p:cNvSpPr>
              <p:nvPr/>
            </p:nvSpPr>
            <p:spPr>
              <a:xfrm>
                <a:off x="6096000" y="1565312"/>
                <a:ext cx="4557741" cy="325089"/>
              </a:xfrm>
              <a:prstGeom prst="rect">
                <a:avLst/>
              </a:prstGeom>
              <a:blipFill>
                <a:blip r:embed="rId209"/>
                <a:stretch>
                  <a:fillRect l="-401" t="-1887" b="-150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98" name="TextBox 6197">
                <a:extLst>
                  <a:ext uri="{FF2B5EF4-FFF2-40B4-BE49-F238E27FC236}">
                    <a16:creationId xmlns:a16="http://schemas.microsoft.com/office/drawing/2014/main" id="{3EA81000-54FC-CB29-02BD-53715D5F417A}"/>
                  </a:ext>
                </a:extLst>
              </p:cNvPr>
              <p:cNvSpPr txBox="1"/>
              <p:nvPr/>
            </p:nvSpPr>
            <p:spPr>
              <a:xfrm>
                <a:off x="6096000" y="3591357"/>
                <a:ext cx="4907616" cy="196464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GB" sz="1400">
                    <a:solidFill>
                      <a:prstClr val="black"/>
                    </a:solidFill>
                    <a:latin typeface="Aptos" panose="020B0004020202020204"/>
                  </a:rPr>
                  <a:t>When</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a:t>
                </a:r>
                <a14:m>
                  <m:oMath xmlns:m="http://schemas.openxmlformats.org/officeDocument/2006/math">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𝑧</m:t>
                    </m:r>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0</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a:t>
                </a:r>
                <a:r>
                  <a:rPr lang="en-GB" sz="1400">
                    <a:solidFill>
                      <a:prstClr val="black"/>
                    </a:solidFill>
                    <a:latin typeface="Aptos" panose="020B0004020202020204"/>
                  </a:rPr>
                  <a:t>the probability is </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0.5 </a:t>
                </a:r>
                <a:r>
                  <a:rPr kumimoji="0" lang="en-GB" sz="1400" b="0" i="0" u="none" strike="noStrike" kern="1200" cap="none" spc="0" normalizeH="0" noProof="0">
                    <a:ln>
                      <a:noFill/>
                    </a:ln>
                    <a:solidFill>
                      <a:prstClr val="black"/>
                    </a:solidFill>
                    <a:effectLst/>
                    <a:uLnTx/>
                    <a:uFillTx/>
                    <a:latin typeface="Aptos" panose="020B0004020202020204"/>
                    <a:ea typeface="+mn-ea"/>
                    <a:cs typeface="+mn-cs"/>
                  </a:rPr>
                  <a:t> and the Odds ratio is </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1.  An unit </a:t>
                </a:r>
                <a:r>
                  <a:rPr lang="en-GB" sz="1400">
                    <a:solidFill>
                      <a:prstClr val="black"/>
                    </a:solidFill>
                    <a:latin typeface="Aptos" panose="020B0004020202020204"/>
                  </a:rPr>
                  <a:t>increase</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in </a:t>
                </a:r>
                <a14:m>
                  <m:oMath xmlns:m="http://schemas.openxmlformats.org/officeDocument/2006/math">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sub>
                    </m:sSub>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with </a:t>
                </a:r>
                <a14:m>
                  <m:oMath xmlns:m="http://schemas.openxmlformats.org/officeDocument/2006/math">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sub>
                    </m:s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=0.1</m:t>
                    </m:r>
                  </m:oMath>
                </a14:m>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 leads to an OR of 1.105 y and to a 0.524 probability.</a:t>
                </a:r>
              </a:p>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The effect on the probability is not </a:t>
                </a:r>
                <a:r>
                  <a:rPr kumimoji="0" lang="en-US" sz="1400" b="0" i="0" u="none" strike="noStrike" kern="1200" cap="none" spc="0" normalizeH="0" baseline="0" noProof="0" err="1">
                    <a:ln>
                      <a:noFill/>
                    </a:ln>
                    <a:solidFill>
                      <a:prstClr val="black"/>
                    </a:solidFill>
                    <a:effectLst/>
                    <a:uLnTx/>
                    <a:uFillTx/>
                    <a:latin typeface="Aptos" panose="020B0004020202020204"/>
                    <a:ea typeface="+mn-ea"/>
                    <a:cs typeface="+mn-cs"/>
                  </a:rPr>
                  <a:t>constant:it</a:t>
                </a: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 depends on the starting point of </a:t>
                </a:r>
                <a:r>
                  <a:rPr kumimoji="0" lang="en-GB" sz="1400" b="0" i="0" u="none" strike="noStrike" kern="1200" cap="none" spc="0" normalizeH="0" baseline="0" noProof="0">
                    <a:ln>
                      <a:noFill/>
                    </a:ln>
                    <a:solidFill>
                      <a:prstClr val="black"/>
                    </a:solidFill>
                    <a:effectLst/>
                    <a:uLnTx/>
                    <a:uFillTx/>
                    <a:latin typeface="Aptos" panose="020B0004020202020204"/>
                    <a:ea typeface="+mn-ea"/>
                    <a:cs typeface="+mn-cs"/>
                  </a:rPr>
                  <a:t>z.</a:t>
                </a:r>
              </a:p>
              <a:p>
                <a:pPr marL="285750" lvl="0" indent="-285750">
                  <a:spcBef>
                    <a:spcPts val="600"/>
                  </a:spcBef>
                  <a:spcAft>
                    <a:spcPts val="600"/>
                  </a:spcAft>
                  <a:buFont typeface="Arial" panose="020B0604020202020204" pitchFamily="34" charset="0"/>
                  <a:buChar char="•"/>
                  <a:defRPr/>
                </a:pPr>
                <a:r>
                  <a:rPr lang="en-GB" sz="1400">
                    <a:solidFill>
                      <a:prstClr val="black"/>
                    </a:solidFill>
                  </a:rPr>
                  <a:t>The multiplier </a:t>
                </a:r>
                <a14:m>
                  <m:oMath xmlns:m="http://schemas.openxmlformats.org/officeDocument/2006/math">
                    <m:sSup>
                      <m:sSup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p>
                        <m:d>
                          <m:d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sub>
                            </m:sSub>
                          </m:e>
                        </m:d>
                      </m:sup>
                    </m:sSup>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lang="en-US" sz="1400">
                    <a:solidFill>
                      <a:prstClr val="black"/>
                    </a:solidFill>
                  </a:rPr>
                  <a:t>always applies to the odds, but its effect on p varies depending on the context.</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mc:Choice>
        <mc:Fallback xmlns="">
          <p:sp>
            <p:nvSpPr>
              <p:cNvPr id="6198" name="TextBox 6197">
                <a:extLst>
                  <a:ext uri="{FF2B5EF4-FFF2-40B4-BE49-F238E27FC236}">
                    <a16:creationId xmlns:a16="http://schemas.microsoft.com/office/drawing/2014/main" id="{3EA81000-54FC-CB29-02BD-53715D5F417A}"/>
                  </a:ext>
                </a:extLst>
              </p:cNvPr>
              <p:cNvSpPr txBox="1">
                <a:spLocks noRot="1" noChangeAspect="1" noMove="1" noResize="1" noEditPoints="1" noAdjustHandles="1" noChangeArrowheads="1" noChangeShapeType="1" noTextEdit="1"/>
              </p:cNvSpPr>
              <p:nvPr/>
            </p:nvSpPr>
            <p:spPr>
              <a:xfrm>
                <a:off x="6096000" y="3591357"/>
                <a:ext cx="4907616" cy="1964640"/>
              </a:xfrm>
              <a:prstGeom prst="rect">
                <a:avLst/>
              </a:prstGeom>
              <a:blipFill>
                <a:blip r:embed="rId210"/>
                <a:stretch>
                  <a:fillRect l="-124" t="-621" r="-497" b="-2484"/>
                </a:stretch>
              </a:blipFill>
            </p:spPr>
            <p:txBody>
              <a:bodyPr/>
              <a:lstStyle/>
              <a:p>
                <a:r>
                  <a:rPr lang="en-US">
                    <a:noFill/>
                  </a:rPr>
                  <a:t> </a:t>
                </a:r>
              </a:p>
            </p:txBody>
          </p:sp>
        </mc:Fallback>
      </mc:AlternateContent>
    </p:spTree>
    <p:extLst>
      <p:ext uri="{BB962C8B-B14F-4D97-AF65-F5344CB8AC3E}">
        <p14:creationId xmlns:p14="http://schemas.microsoft.com/office/powerpoint/2010/main" val="9162968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273"/>
                                        </p:tgtEl>
                                        <p:attrNameLst>
                                          <p:attrName>style.visibility</p:attrName>
                                        </p:attrNameLst>
                                      </p:cBhvr>
                                      <p:to>
                                        <p:strVal val="visible"/>
                                      </p:to>
                                    </p:set>
                                    <p:animEffect transition="in" filter="fade">
                                      <p:cBhvr>
                                        <p:cTn id="7" dur="500"/>
                                        <p:tgtEl>
                                          <p:spTgt spid="5273"/>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3" grpId="0"/>
      <p:bldP spid="8"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5806E-CFA2-CA6B-9110-8C29E9680FDA}"/>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3B0DEFA2-5C4C-7B00-2254-A437D59C512F}"/>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EFF4C763-BB4B-A96B-245F-354FD625DAB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CAC9B5BF-AC42-8FA5-A008-4096C52326F4}"/>
              </a:ext>
            </a:extLst>
          </p:cNvPr>
          <p:cNvSpPr txBox="1">
            <a:spLocks/>
          </p:cNvSpPr>
          <p:nvPr/>
        </p:nvSpPr>
        <p:spPr>
          <a:xfrm>
            <a:off x="891589" y="501651"/>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The Logit Model</a:t>
            </a:r>
          </a:p>
        </p:txBody>
      </p:sp>
      <p:sp>
        <p:nvSpPr>
          <p:cNvPr id="10" name="Date Placeholder 3 2">
            <a:extLst>
              <a:ext uri="{FF2B5EF4-FFF2-40B4-BE49-F238E27FC236}">
                <a16:creationId xmlns:a16="http://schemas.microsoft.com/office/drawing/2014/main" id="{A701287A-D1B3-2BFF-97EA-DE907CD3DB14}"/>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E942DE0C-E545-EA02-1F9E-FD5F4386E638}"/>
              </a:ext>
            </a:extLst>
          </p:cNvPr>
          <p:cNvSpPr txBox="1"/>
          <p:nvPr/>
        </p:nvSpPr>
        <p:spPr>
          <a:xfrm>
            <a:off x="891589" y="1148031"/>
            <a:ext cx="5204411"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A researcher is interested in how variables such as GRE score (Graduate Record Examination), GPA (Grade Point Average), and the prestige of the undergraduate institution </a:t>
            </a: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influence admission to postgraduate </a:t>
            </a:r>
            <a:r>
              <a:rPr kumimoji="0" lang="en-US" sz="1400" b="1" i="0" u="none" strike="noStrike" kern="1200" cap="none" spc="0" normalizeH="0" baseline="0" noProof="0" err="1">
                <a:ln>
                  <a:noFill/>
                </a:ln>
                <a:solidFill>
                  <a:prstClr val="black"/>
                </a:solidFill>
                <a:effectLst/>
                <a:highlight>
                  <a:srgbClr val="FFC000"/>
                </a:highlight>
                <a:uLnTx/>
                <a:uFillTx/>
                <a:latin typeface="Aptos" panose="020B0004020202020204"/>
                <a:ea typeface="+mn-ea"/>
                <a:cs typeface="+mn-cs"/>
              </a:rPr>
              <a:t>programmes</a:t>
            </a: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The response variable, admitted/not admitted, is binary.</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pic>
        <p:nvPicPr>
          <p:cNvPr id="9" name="Picture 8">
            <a:extLst>
              <a:ext uri="{FF2B5EF4-FFF2-40B4-BE49-F238E27FC236}">
                <a16:creationId xmlns:a16="http://schemas.microsoft.com/office/drawing/2014/main" id="{E3FD32CB-AC2C-DF18-38C7-732AD14AE0EA}"/>
              </a:ext>
            </a:extLst>
          </p:cNvPr>
          <p:cNvPicPr>
            <a:picLocks noChangeAspect="1"/>
          </p:cNvPicPr>
          <p:nvPr/>
        </p:nvPicPr>
        <p:blipFill>
          <a:blip r:embed="rId3"/>
          <a:stretch>
            <a:fillRect/>
          </a:stretch>
        </p:blipFill>
        <p:spPr>
          <a:xfrm>
            <a:off x="891589" y="3429000"/>
            <a:ext cx="3410426" cy="2267266"/>
          </a:xfrm>
          <a:prstGeom prst="rect">
            <a:avLst/>
          </a:prstGeom>
          <a:effectLst>
            <a:outerShdw blurRad="50800" dist="38100" dir="2700000" algn="tl" rotWithShape="0">
              <a:prstClr val="black">
                <a:alpha val="40000"/>
              </a:prstClr>
            </a:outerShdw>
          </a:effectLst>
        </p:spPr>
      </p:pic>
      <p:sp>
        <p:nvSpPr>
          <p:cNvPr id="11" name="TextBox 10">
            <a:extLst>
              <a:ext uri="{FF2B5EF4-FFF2-40B4-BE49-F238E27FC236}">
                <a16:creationId xmlns:a16="http://schemas.microsoft.com/office/drawing/2014/main" id="{7F908182-D84F-4D0F-BE81-EC665E551EDA}"/>
              </a:ext>
            </a:extLst>
          </p:cNvPr>
          <p:cNvSpPr txBox="1"/>
          <p:nvPr/>
        </p:nvSpPr>
        <p:spPr>
          <a:xfrm>
            <a:off x="5727562" y="2892939"/>
            <a:ext cx="5422121" cy="2492990"/>
          </a:xfrm>
          <a:prstGeom prst="rect">
            <a:avLst/>
          </a:prstGeom>
          <a:noFill/>
        </p:spPr>
        <p:txBody>
          <a:bodyPr wrap="square">
            <a:spAutoFit/>
          </a:bodyPr>
          <a:lstStyle>
            <a:defPPr>
              <a:defRPr lang="en-US"/>
            </a:defPPr>
            <a:lvl1pPr>
              <a:defRPr sz="1400" b="0"/>
            </a:lvl1pPr>
          </a:lstStyle>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GB" sz="1400" b="1" i="0" u="none" strike="noStrike" kern="1200" cap="none" spc="0" normalizeH="0" baseline="0" noProof="0">
                <a:ln>
                  <a:noFill/>
                </a:ln>
                <a:solidFill>
                  <a:prstClr val="black"/>
                </a:solidFill>
                <a:effectLst/>
                <a:uLnTx/>
                <a:uFillTx/>
                <a:latin typeface="Aptos" panose="020B0004020202020204"/>
                <a:ea typeface="+mn-ea"/>
                <a:cs typeface="+mn-cs"/>
              </a:rPr>
              <a:t>Admit. </a:t>
            </a:r>
            <a:r>
              <a:rPr kumimoji="0" lang="en-US" sz="1400" i="0" u="none" strike="noStrike" kern="1200" cap="none" spc="0" normalizeH="0" baseline="0" noProof="0">
                <a:ln>
                  <a:noFill/>
                </a:ln>
                <a:solidFill>
                  <a:prstClr val="black"/>
                </a:solidFill>
                <a:effectLst/>
                <a:uLnTx/>
                <a:uFillTx/>
                <a:latin typeface="Aptos" panose="020B0004020202020204"/>
                <a:ea typeface="+mn-ea"/>
                <a:cs typeface="+mn-cs"/>
              </a:rPr>
              <a:t>Dichotomous dependent variable indicating whether the person was admitted to the postgraduate programme.</a:t>
            </a:r>
            <a:endParaRPr kumimoji="0" lang="en-GB" sz="1400" i="1" u="none" strike="noStrike" kern="1200" cap="none" spc="0" normalizeH="0" baseline="0" noProof="0">
              <a:ln>
                <a:noFill/>
              </a:ln>
              <a:solidFill>
                <a:prstClr val="black"/>
              </a:solidFill>
              <a:effectLst/>
              <a:uLnTx/>
              <a:uFillTx/>
              <a:latin typeface="Aptos" panose="020B0004020202020204"/>
              <a:ea typeface="+mn-ea"/>
              <a:cs typeface="+mn-cs"/>
            </a:endParaRPr>
          </a:p>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GB" sz="1400" b="1" i="0" u="none" strike="noStrike" kern="1200" cap="none" spc="0" normalizeH="0" baseline="0" noProof="0">
                <a:ln>
                  <a:noFill/>
                </a:ln>
                <a:solidFill>
                  <a:prstClr val="black"/>
                </a:solidFill>
                <a:effectLst/>
                <a:uLnTx/>
                <a:uFillTx/>
                <a:latin typeface="Aptos" panose="020B0004020202020204"/>
                <a:ea typeface="+mn-ea"/>
                <a:cs typeface="+mn-cs"/>
              </a:rPr>
              <a:t>GRE. </a:t>
            </a: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Independent variable, integer numerical, describing the score obtained in the Graduate Record Examination.</a:t>
            </a:r>
          </a:p>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GB" sz="1400" b="1" i="0" u="none" strike="noStrike" kern="1200" cap="none" spc="0" normalizeH="0" baseline="0" noProof="0">
                <a:ln>
                  <a:noFill/>
                </a:ln>
                <a:solidFill>
                  <a:prstClr val="black"/>
                </a:solidFill>
                <a:effectLst/>
                <a:uLnTx/>
                <a:uFillTx/>
                <a:latin typeface="Aptos" panose="020B0004020202020204"/>
                <a:ea typeface="+mn-ea"/>
                <a:cs typeface="+mn-cs"/>
              </a:rPr>
              <a:t>GPA. </a:t>
            </a: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Independent variable, discrete numerical variable describing the student’s cumulative academic average (Grade Point Average).</a:t>
            </a:r>
          </a:p>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GB" sz="1400" b="1" i="0" u="none" strike="noStrike" kern="1200" cap="none" spc="0" normalizeH="0" baseline="0" noProof="0">
                <a:ln>
                  <a:noFill/>
                </a:ln>
                <a:solidFill>
                  <a:prstClr val="black"/>
                </a:solidFill>
                <a:effectLst/>
                <a:uLnTx/>
                <a:uFillTx/>
                <a:latin typeface="Aptos" panose="020B0004020202020204"/>
                <a:ea typeface="+mn-ea"/>
                <a:cs typeface="+mn-cs"/>
              </a:rPr>
              <a:t>Rank. </a:t>
            </a: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Ordinal variable describing the ranking of the university from which each student graduated.</a:t>
            </a:r>
            <a:endParaRPr kumimoji="0" lang="en-GB" sz="1400" b="1"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12" name="Connector: Elbow 11">
            <a:extLst>
              <a:ext uri="{FF2B5EF4-FFF2-40B4-BE49-F238E27FC236}">
                <a16:creationId xmlns:a16="http://schemas.microsoft.com/office/drawing/2014/main" id="{12DE0225-D07C-36C2-7CF9-3C46C5D5129D}"/>
              </a:ext>
            </a:extLst>
          </p:cNvPr>
          <p:cNvCxnSpPr>
            <a:cxnSpLocks/>
            <a:stCxn id="15" idx="0"/>
            <a:endCxn id="23" idx="2"/>
          </p:cNvCxnSpPr>
          <p:nvPr/>
        </p:nvCxnSpPr>
        <p:spPr>
          <a:xfrm rot="5400000" flipH="1" flipV="1">
            <a:off x="3605829" y="1307268"/>
            <a:ext cx="393958" cy="3849507"/>
          </a:xfrm>
          <a:prstGeom prst="bent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531B705B-31D4-8C65-2303-68C6C9E798AD}"/>
              </a:ext>
            </a:extLst>
          </p:cNvPr>
          <p:cNvSpPr/>
          <p:nvPr/>
        </p:nvSpPr>
        <p:spPr>
          <a:xfrm>
            <a:off x="1735952" y="3429000"/>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7" name="Oval 16">
            <a:extLst>
              <a:ext uri="{FF2B5EF4-FFF2-40B4-BE49-F238E27FC236}">
                <a16:creationId xmlns:a16="http://schemas.microsoft.com/office/drawing/2014/main" id="{60B32413-5275-6083-16EF-86182BFD0420}"/>
              </a:ext>
            </a:extLst>
          </p:cNvPr>
          <p:cNvSpPr/>
          <p:nvPr/>
        </p:nvSpPr>
        <p:spPr>
          <a:xfrm>
            <a:off x="2455230" y="3429000"/>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8" name="Oval 17">
            <a:extLst>
              <a:ext uri="{FF2B5EF4-FFF2-40B4-BE49-F238E27FC236}">
                <a16:creationId xmlns:a16="http://schemas.microsoft.com/office/drawing/2014/main" id="{A048152F-D55A-9EF8-CEB8-62944F9DCCDD}"/>
              </a:ext>
            </a:extLst>
          </p:cNvPr>
          <p:cNvSpPr/>
          <p:nvPr/>
        </p:nvSpPr>
        <p:spPr>
          <a:xfrm>
            <a:off x="3129777" y="3433806"/>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0" name="Oval 19">
            <a:extLst>
              <a:ext uri="{FF2B5EF4-FFF2-40B4-BE49-F238E27FC236}">
                <a16:creationId xmlns:a16="http://schemas.microsoft.com/office/drawing/2014/main" id="{9154DBFF-61F9-F0D3-B0BA-0CC8513137C4}"/>
              </a:ext>
            </a:extLst>
          </p:cNvPr>
          <p:cNvSpPr/>
          <p:nvPr/>
        </p:nvSpPr>
        <p:spPr>
          <a:xfrm>
            <a:off x="3804324" y="3429000"/>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3" name="Oval 22">
            <a:extLst>
              <a:ext uri="{FF2B5EF4-FFF2-40B4-BE49-F238E27FC236}">
                <a16:creationId xmlns:a16="http://schemas.microsoft.com/office/drawing/2014/main" id="{AD380423-521A-7DD6-BACC-9B2E674F4D30}"/>
              </a:ext>
            </a:extLst>
          </p:cNvPr>
          <p:cNvSpPr/>
          <p:nvPr/>
        </p:nvSpPr>
        <p:spPr>
          <a:xfrm>
            <a:off x="5727562" y="2892939"/>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7" name="Oval 66">
            <a:extLst>
              <a:ext uri="{FF2B5EF4-FFF2-40B4-BE49-F238E27FC236}">
                <a16:creationId xmlns:a16="http://schemas.microsoft.com/office/drawing/2014/main" id="{A633A625-4C27-6C89-CE59-D772AFBDFFDB}"/>
              </a:ext>
            </a:extLst>
          </p:cNvPr>
          <p:cNvSpPr/>
          <p:nvPr/>
        </p:nvSpPr>
        <p:spPr>
          <a:xfrm>
            <a:off x="5727562" y="3485870"/>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8" name="Oval 67">
            <a:extLst>
              <a:ext uri="{FF2B5EF4-FFF2-40B4-BE49-F238E27FC236}">
                <a16:creationId xmlns:a16="http://schemas.microsoft.com/office/drawing/2014/main" id="{84EC63EF-F6E9-2BCA-4872-D49EE2DAFF1B}"/>
              </a:ext>
            </a:extLst>
          </p:cNvPr>
          <p:cNvSpPr/>
          <p:nvPr/>
        </p:nvSpPr>
        <p:spPr>
          <a:xfrm>
            <a:off x="5727562" y="4105832"/>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9" name="Oval 68">
            <a:extLst>
              <a:ext uri="{FF2B5EF4-FFF2-40B4-BE49-F238E27FC236}">
                <a16:creationId xmlns:a16="http://schemas.microsoft.com/office/drawing/2014/main" id="{0937A2C1-BF4F-354D-4088-A7CCC489F28D}"/>
              </a:ext>
            </a:extLst>
          </p:cNvPr>
          <p:cNvSpPr/>
          <p:nvPr/>
        </p:nvSpPr>
        <p:spPr>
          <a:xfrm>
            <a:off x="5727562" y="4638159"/>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cxnSp>
        <p:nvCxnSpPr>
          <p:cNvPr id="70" name="Connector: Elbow 69">
            <a:extLst>
              <a:ext uri="{FF2B5EF4-FFF2-40B4-BE49-F238E27FC236}">
                <a16:creationId xmlns:a16="http://schemas.microsoft.com/office/drawing/2014/main" id="{4002C076-E6FF-36B4-89EA-45420B4E3E3B}"/>
              </a:ext>
            </a:extLst>
          </p:cNvPr>
          <p:cNvCxnSpPr>
            <a:cxnSpLocks/>
            <a:stCxn id="17" idx="0"/>
            <a:endCxn id="67" idx="2"/>
          </p:cNvCxnSpPr>
          <p:nvPr/>
        </p:nvCxnSpPr>
        <p:spPr>
          <a:xfrm rot="16200000" flipH="1">
            <a:off x="4062960" y="1963372"/>
            <a:ext cx="198973" cy="3130229"/>
          </a:xfrm>
          <a:prstGeom prst="bentConnector4">
            <a:avLst>
              <a:gd name="adj1" fmla="val -114890"/>
              <a:gd name="adj2" fmla="val 92436"/>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A9EB5959-EF6D-E153-730B-9CDC6570E056}"/>
              </a:ext>
            </a:extLst>
          </p:cNvPr>
          <p:cNvCxnSpPr>
            <a:cxnSpLocks/>
            <a:stCxn id="18" idx="0"/>
            <a:endCxn id="68" idx="2"/>
          </p:cNvCxnSpPr>
          <p:nvPr/>
        </p:nvCxnSpPr>
        <p:spPr>
          <a:xfrm rot="16200000" flipH="1">
            <a:off x="4092656" y="2613029"/>
            <a:ext cx="814129" cy="2455682"/>
          </a:xfrm>
          <a:prstGeom prst="bentConnector4">
            <a:avLst>
              <a:gd name="adj1" fmla="val -21059"/>
              <a:gd name="adj2" fmla="val 86250"/>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9" name="Connector: Elbow 78">
            <a:extLst>
              <a:ext uri="{FF2B5EF4-FFF2-40B4-BE49-F238E27FC236}">
                <a16:creationId xmlns:a16="http://schemas.microsoft.com/office/drawing/2014/main" id="{5D92883B-28A9-5571-9F8F-C35B3F580CE3}"/>
              </a:ext>
            </a:extLst>
          </p:cNvPr>
          <p:cNvCxnSpPr>
            <a:cxnSpLocks/>
            <a:stCxn id="20" idx="0"/>
            <a:endCxn id="69" idx="2"/>
          </p:cNvCxnSpPr>
          <p:nvPr/>
        </p:nvCxnSpPr>
        <p:spPr>
          <a:xfrm rot="16200000" flipH="1">
            <a:off x="4161363" y="3214064"/>
            <a:ext cx="1351262" cy="1781135"/>
          </a:xfrm>
          <a:prstGeom prst="bentConnector4">
            <a:avLst>
              <a:gd name="adj1" fmla="val -7049"/>
              <a:gd name="adj2" fmla="val 53989"/>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89208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xEl>
                                              <p:pRg st="0" end="0"/>
                                            </p:txEl>
                                          </p:spTgt>
                                        </p:tgtEl>
                                        <p:attrNameLst>
                                          <p:attrName>style.visibility</p:attrName>
                                        </p:attrNameLst>
                                      </p:cBhvr>
                                      <p:to>
                                        <p:strVal val="visible"/>
                                      </p:to>
                                    </p:set>
                                    <p:animEffect transition="in" filter="fade">
                                      <p:cBhvr>
                                        <p:cTn id="20" dur="500"/>
                                        <p:tgtEl>
                                          <p:spTgt spid="11">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0"/>
                                        </p:tgtEl>
                                        <p:attrNameLst>
                                          <p:attrName>style.visibility</p:attrName>
                                        </p:attrNameLst>
                                      </p:cBhvr>
                                      <p:to>
                                        <p:strVal val="visible"/>
                                      </p:to>
                                    </p:set>
                                    <p:animEffect transition="in" filter="fade">
                                      <p:cBhvr>
                                        <p:cTn id="25" dur="500"/>
                                        <p:tgtEl>
                                          <p:spTgt spid="7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1">
                                            <p:txEl>
                                              <p:pRg st="1" end="1"/>
                                            </p:txEl>
                                          </p:spTgt>
                                        </p:tgtEl>
                                        <p:attrNameLst>
                                          <p:attrName>style.visibility</p:attrName>
                                        </p:attrNameLst>
                                      </p:cBhvr>
                                      <p:to>
                                        <p:strVal val="visible"/>
                                      </p:to>
                                    </p:set>
                                    <p:animEffect transition="in" filter="fade">
                                      <p:cBhvr>
                                        <p:cTn id="30" dur="500"/>
                                        <p:tgtEl>
                                          <p:spTgt spid="11">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4"/>
                                        </p:tgtEl>
                                        <p:attrNameLst>
                                          <p:attrName>style.visibility</p:attrName>
                                        </p:attrNameLst>
                                      </p:cBhvr>
                                      <p:to>
                                        <p:strVal val="visible"/>
                                      </p:to>
                                    </p:set>
                                    <p:animEffect transition="in" filter="fade">
                                      <p:cBhvr>
                                        <p:cTn id="35" dur="500"/>
                                        <p:tgtEl>
                                          <p:spTgt spid="7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1">
                                            <p:txEl>
                                              <p:pRg st="2" end="2"/>
                                            </p:txEl>
                                          </p:spTgt>
                                        </p:tgtEl>
                                        <p:attrNameLst>
                                          <p:attrName>style.visibility</p:attrName>
                                        </p:attrNameLst>
                                      </p:cBhvr>
                                      <p:to>
                                        <p:strVal val="visible"/>
                                      </p:to>
                                    </p:set>
                                    <p:animEffect transition="in" filter="fade">
                                      <p:cBhvr>
                                        <p:cTn id="40" dur="500"/>
                                        <p:tgtEl>
                                          <p:spTgt spid="11">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79"/>
                                        </p:tgtEl>
                                        <p:attrNameLst>
                                          <p:attrName>style.visibility</p:attrName>
                                        </p:attrNameLst>
                                      </p:cBhvr>
                                      <p:to>
                                        <p:strVal val="visible"/>
                                      </p:to>
                                    </p:set>
                                    <p:animEffect transition="in" filter="fade">
                                      <p:cBhvr>
                                        <p:cTn id="45" dur="500"/>
                                        <p:tgtEl>
                                          <p:spTgt spid="7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1">
                                            <p:txEl>
                                              <p:pRg st="3" end="3"/>
                                            </p:txEl>
                                          </p:spTgt>
                                        </p:tgtEl>
                                        <p:attrNameLst>
                                          <p:attrName>style.visibility</p:attrName>
                                        </p:attrNameLst>
                                      </p:cBhvr>
                                      <p:to>
                                        <p:strVal val="visible"/>
                                      </p:to>
                                    </p:set>
                                    <p:animEffect transition="in" filter="fade">
                                      <p:cBhvr>
                                        <p:cTn id="50"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C571-5DB4-0C63-0676-8F79C0CE789A}"/>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2D5B1524-820A-158A-B928-0FF52C2AC0C1}"/>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B8A2571D-73DE-745D-C820-08185E53B6C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0" name="Date Placeholder 3 2">
            <a:extLst>
              <a:ext uri="{FF2B5EF4-FFF2-40B4-BE49-F238E27FC236}">
                <a16:creationId xmlns:a16="http://schemas.microsoft.com/office/drawing/2014/main" id="{07C17EF7-D019-D238-5647-1E4B54849390}"/>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pic>
        <p:nvPicPr>
          <p:cNvPr id="9" name="Picture 8">
            <a:extLst>
              <a:ext uri="{FF2B5EF4-FFF2-40B4-BE49-F238E27FC236}">
                <a16:creationId xmlns:a16="http://schemas.microsoft.com/office/drawing/2014/main" id="{30AC5FDA-A8CA-E29A-A0CF-DA71C937A6B3}"/>
              </a:ext>
            </a:extLst>
          </p:cNvPr>
          <p:cNvPicPr>
            <a:picLocks noChangeAspect="1"/>
          </p:cNvPicPr>
          <p:nvPr/>
        </p:nvPicPr>
        <p:blipFill>
          <a:blip r:embed="rId100"/>
          <a:stretch>
            <a:fillRect/>
          </a:stretch>
        </p:blipFill>
        <p:spPr>
          <a:xfrm>
            <a:off x="891589" y="3429000"/>
            <a:ext cx="3410426" cy="2267266"/>
          </a:xfrm>
          <a:prstGeom prst="rect">
            <a:avLst/>
          </a:prstGeom>
          <a:effectLst>
            <a:outerShdw blurRad="50800" dist="38100" dir="5400000" algn="t" rotWithShape="0">
              <a:prstClr val="black">
                <a:alpha val="40000"/>
              </a:prstClr>
            </a:outerShdw>
          </a:effectLst>
        </p:spPr>
      </p:pic>
      <p:sp>
        <p:nvSpPr>
          <p:cNvPr id="15" name="Oval 14">
            <a:extLst>
              <a:ext uri="{FF2B5EF4-FFF2-40B4-BE49-F238E27FC236}">
                <a16:creationId xmlns:a16="http://schemas.microsoft.com/office/drawing/2014/main" id="{91F5A529-D6E4-0307-AE3C-4460079A479D}"/>
              </a:ext>
            </a:extLst>
          </p:cNvPr>
          <p:cNvSpPr/>
          <p:nvPr/>
        </p:nvSpPr>
        <p:spPr>
          <a:xfrm>
            <a:off x="1770128" y="3762632"/>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7" name="Oval 16">
            <a:extLst>
              <a:ext uri="{FF2B5EF4-FFF2-40B4-BE49-F238E27FC236}">
                <a16:creationId xmlns:a16="http://schemas.microsoft.com/office/drawing/2014/main" id="{9FECBB6A-AD32-2071-78A9-D26E41535D69}"/>
              </a:ext>
            </a:extLst>
          </p:cNvPr>
          <p:cNvSpPr/>
          <p:nvPr/>
        </p:nvSpPr>
        <p:spPr>
          <a:xfrm>
            <a:off x="2489406" y="3762632"/>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8" name="Oval 17">
            <a:extLst>
              <a:ext uri="{FF2B5EF4-FFF2-40B4-BE49-F238E27FC236}">
                <a16:creationId xmlns:a16="http://schemas.microsoft.com/office/drawing/2014/main" id="{0069DBCE-4443-E79F-8056-D3A19E4B7538}"/>
              </a:ext>
            </a:extLst>
          </p:cNvPr>
          <p:cNvSpPr/>
          <p:nvPr/>
        </p:nvSpPr>
        <p:spPr>
          <a:xfrm>
            <a:off x="3163953" y="3767438"/>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0" name="Oval 19">
            <a:extLst>
              <a:ext uri="{FF2B5EF4-FFF2-40B4-BE49-F238E27FC236}">
                <a16:creationId xmlns:a16="http://schemas.microsoft.com/office/drawing/2014/main" id="{18E107E6-0B6C-551D-0FC4-91BF3BAB59D5}"/>
              </a:ext>
            </a:extLst>
          </p:cNvPr>
          <p:cNvSpPr/>
          <p:nvPr/>
        </p:nvSpPr>
        <p:spPr>
          <a:xfrm>
            <a:off x="3838500" y="3762632"/>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3" name="Oval 22">
            <a:extLst>
              <a:ext uri="{FF2B5EF4-FFF2-40B4-BE49-F238E27FC236}">
                <a16:creationId xmlns:a16="http://schemas.microsoft.com/office/drawing/2014/main" id="{534D9720-30C3-3A7C-1A8B-A16BE8983597}"/>
              </a:ext>
            </a:extLst>
          </p:cNvPr>
          <p:cNvSpPr/>
          <p:nvPr/>
        </p:nvSpPr>
        <p:spPr>
          <a:xfrm>
            <a:off x="5727562" y="1187705"/>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7" name="Oval 66">
            <a:extLst>
              <a:ext uri="{FF2B5EF4-FFF2-40B4-BE49-F238E27FC236}">
                <a16:creationId xmlns:a16="http://schemas.microsoft.com/office/drawing/2014/main" id="{6C6A4A64-FD4A-4D5D-EFFA-8C36817B62DF}"/>
              </a:ext>
            </a:extLst>
          </p:cNvPr>
          <p:cNvSpPr/>
          <p:nvPr/>
        </p:nvSpPr>
        <p:spPr>
          <a:xfrm>
            <a:off x="5727562" y="1780636"/>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8" name="Oval 67">
            <a:extLst>
              <a:ext uri="{FF2B5EF4-FFF2-40B4-BE49-F238E27FC236}">
                <a16:creationId xmlns:a16="http://schemas.microsoft.com/office/drawing/2014/main" id="{76A895ED-00E3-AA6F-F0EE-FD290DE99292}"/>
              </a:ext>
            </a:extLst>
          </p:cNvPr>
          <p:cNvSpPr/>
          <p:nvPr/>
        </p:nvSpPr>
        <p:spPr>
          <a:xfrm>
            <a:off x="5727562" y="2400598"/>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9" name="Oval 68">
            <a:extLst>
              <a:ext uri="{FF2B5EF4-FFF2-40B4-BE49-F238E27FC236}">
                <a16:creationId xmlns:a16="http://schemas.microsoft.com/office/drawing/2014/main" id="{F25C1A13-41E2-12D8-0239-7AB74866C6FE}"/>
              </a:ext>
            </a:extLst>
          </p:cNvPr>
          <p:cNvSpPr/>
          <p:nvPr/>
        </p:nvSpPr>
        <p:spPr>
          <a:xfrm>
            <a:off x="5727562" y="2932925"/>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nvGrpSpPr>
          <p:cNvPr id="5367" name="Group 5366" descr="\documentclass{article}&#10;\usepackage{amsmath}&#10;\usepackage{amsfonts}&#10;\pagestyle{empty}&#10;\begin{document}&#10;&#10;&#10;\[&#10;\Pr(Y = 1 \mid x_1 \hdots x_k) = \frac{1}{1 + e^{-(\beta_0 + \beta_1 x_1 \hdots \beta_k x_k)}}&#10;\]&#10;&#10;&#10;&#10;&#10;&#10;\end{document}" title="IguanaTex Shape Display">
            <a:extLst>
              <a:ext uri="{FF2B5EF4-FFF2-40B4-BE49-F238E27FC236}">
                <a16:creationId xmlns:a16="http://schemas.microsoft.com/office/drawing/2014/main" id="{7A505FF4-2B55-9822-D496-248C6424749E}"/>
              </a:ext>
            </a:extLst>
          </p:cNvPr>
          <p:cNvGrpSpPr>
            <a:grpSpLocks noChangeAspect="1"/>
          </p:cNvGrpSpPr>
          <p:nvPr>
            <p:custDataLst>
              <p:tags r:id="rId1"/>
            </p:custDataLst>
          </p:nvPr>
        </p:nvGrpSpPr>
        <p:grpSpPr>
          <a:xfrm>
            <a:off x="6027973" y="3700160"/>
            <a:ext cx="4594064" cy="502360"/>
            <a:chOff x="9874429" y="5162387"/>
            <a:chExt cx="4594064" cy="502360"/>
          </a:xfrm>
        </p:grpSpPr>
        <p:sp>
          <p:nvSpPr>
            <p:cNvPr id="5329" name="Freeform: Shape 5328">
              <a:extLst>
                <a:ext uri="{FF2B5EF4-FFF2-40B4-BE49-F238E27FC236}">
                  <a16:creationId xmlns:a16="http://schemas.microsoft.com/office/drawing/2014/main" id="{CA00C195-7CB2-CAD3-4216-5DE2E7443DCC}"/>
                </a:ext>
              </a:extLst>
            </p:cNvPr>
            <p:cNvSpPr/>
            <p:nvPr>
              <p:custDataLst>
                <p:tags r:id="rId60"/>
              </p:custDataLst>
            </p:nvPr>
          </p:nvSpPr>
          <p:spPr>
            <a:xfrm>
              <a:off x="9874429" y="5317977"/>
              <a:ext cx="139134" cy="161131"/>
            </a:xfrm>
            <a:custGeom>
              <a:avLst/>
              <a:gdLst>
                <a:gd name="connsiteX0" fmla="*/ 45491 w 139134"/>
                <a:gd name="connsiteY0" fmla="*/ 86659 h 161131"/>
                <a:gd name="connsiteX1" fmla="*/ 85412 w 139134"/>
                <a:gd name="connsiteY1" fmla="*/ 86659 h 161131"/>
                <a:gd name="connsiteX2" fmla="*/ 139271 w 139134"/>
                <a:gd name="connsiteY2" fmla="*/ 43958 h 161131"/>
                <a:gd name="connsiteX3" fmla="*/ 83522 w 139134"/>
                <a:gd name="connsiteY3" fmla="*/ 77 h 161131"/>
                <a:gd name="connsiteX4" fmla="*/ 136 w 139134"/>
                <a:gd name="connsiteY4" fmla="*/ 77 h 161131"/>
                <a:gd name="connsiteX5" fmla="*/ 136 w 139134"/>
                <a:gd name="connsiteY5" fmla="*/ 7390 h 161131"/>
                <a:gd name="connsiteX6" fmla="*/ 5805 w 139134"/>
                <a:gd name="connsiteY6" fmla="*/ 7390 h 161131"/>
                <a:gd name="connsiteX7" fmla="*/ 24467 w 139134"/>
                <a:gd name="connsiteY7" fmla="*/ 18478 h 161131"/>
                <a:gd name="connsiteX8" fmla="*/ 24467 w 139134"/>
                <a:gd name="connsiteY8" fmla="*/ 142807 h 161131"/>
                <a:gd name="connsiteX9" fmla="*/ 5805 w 139134"/>
                <a:gd name="connsiteY9" fmla="*/ 153895 h 161131"/>
                <a:gd name="connsiteX10" fmla="*/ 136 w 139134"/>
                <a:gd name="connsiteY10" fmla="*/ 153895 h 161131"/>
                <a:gd name="connsiteX11" fmla="*/ 136 w 139134"/>
                <a:gd name="connsiteY11" fmla="*/ 161209 h 161131"/>
                <a:gd name="connsiteX12" fmla="*/ 34861 w 139134"/>
                <a:gd name="connsiteY12" fmla="*/ 160501 h 161131"/>
                <a:gd name="connsiteX13" fmla="*/ 69821 w 139134"/>
                <a:gd name="connsiteY13" fmla="*/ 161209 h 161131"/>
                <a:gd name="connsiteX14" fmla="*/ 69821 w 139134"/>
                <a:gd name="connsiteY14" fmla="*/ 153895 h 161131"/>
                <a:gd name="connsiteX15" fmla="*/ 64152 w 139134"/>
                <a:gd name="connsiteY15" fmla="*/ 153895 h 161131"/>
                <a:gd name="connsiteX16" fmla="*/ 45491 w 139134"/>
                <a:gd name="connsiteY16" fmla="*/ 142807 h 161131"/>
                <a:gd name="connsiteX17" fmla="*/ 45491 w 139134"/>
                <a:gd name="connsiteY17" fmla="*/ 86659 h 161131"/>
                <a:gd name="connsiteX18" fmla="*/ 44782 w 139134"/>
                <a:gd name="connsiteY18" fmla="*/ 80525 h 161131"/>
                <a:gd name="connsiteX19" fmla="*/ 44782 w 139134"/>
                <a:gd name="connsiteY19" fmla="*/ 16827 h 161131"/>
                <a:gd name="connsiteX20" fmla="*/ 56357 w 139134"/>
                <a:gd name="connsiteY20" fmla="*/ 7390 h 161131"/>
                <a:gd name="connsiteX21" fmla="*/ 77381 w 139134"/>
                <a:gd name="connsiteY21" fmla="*/ 7390 h 161131"/>
                <a:gd name="connsiteX22" fmla="*/ 114940 w 139134"/>
                <a:gd name="connsiteY22" fmla="*/ 43958 h 161131"/>
                <a:gd name="connsiteX23" fmla="*/ 77381 w 139134"/>
                <a:gd name="connsiteY23" fmla="*/ 80525 h 161131"/>
                <a:gd name="connsiteX24" fmla="*/ 44782 w 139134"/>
                <a:gd name="connsiteY24" fmla="*/ 80525 h 161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9134" h="161131">
                  <a:moveTo>
                    <a:pt x="45491" y="86659"/>
                  </a:moveTo>
                  <a:lnTo>
                    <a:pt x="85412" y="86659"/>
                  </a:lnTo>
                  <a:cubicBezTo>
                    <a:pt x="113759" y="86659"/>
                    <a:pt x="139271" y="67549"/>
                    <a:pt x="139271" y="43958"/>
                  </a:cubicBezTo>
                  <a:cubicBezTo>
                    <a:pt x="139271" y="20838"/>
                    <a:pt x="115885" y="77"/>
                    <a:pt x="83522" y="77"/>
                  </a:cubicBezTo>
                  <a:lnTo>
                    <a:pt x="136" y="77"/>
                  </a:lnTo>
                  <a:lnTo>
                    <a:pt x="136" y="7390"/>
                  </a:lnTo>
                  <a:lnTo>
                    <a:pt x="5805" y="7390"/>
                  </a:lnTo>
                  <a:cubicBezTo>
                    <a:pt x="23994" y="7390"/>
                    <a:pt x="24467" y="9985"/>
                    <a:pt x="24467" y="18478"/>
                  </a:cubicBezTo>
                  <a:lnTo>
                    <a:pt x="24467" y="142807"/>
                  </a:lnTo>
                  <a:cubicBezTo>
                    <a:pt x="24467" y="151300"/>
                    <a:pt x="23994" y="153895"/>
                    <a:pt x="5805" y="153895"/>
                  </a:cubicBezTo>
                  <a:lnTo>
                    <a:pt x="136" y="153895"/>
                  </a:lnTo>
                  <a:lnTo>
                    <a:pt x="136" y="161209"/>
                  </a:lnTo>
                  <a:cubicBezTo>
                    <a:pt x="8404" y="160501"/>
                    <a:pt x="25884" y="160501"/>
                    <a:pt x="34861" y="160501"/>
                  </a:cubicBezTo>
                  <a:cubicBezTo>
                    <a:pt x="43837" y="160501"/>
                    <a:pt x="61554" y="160501"/>
                    <a:pt x="69821" y="161209"/>
                  </a:cubicBezTo>
                  <a:lnTo>
                    <a:pt x="69821" y="153895"/>
                  </a:lnTo>
                  <a:lnTo>
                    <a:pt x="64152" y="153895"/>
                  </a:lnTo>
                  <a:cubicBezTo>
                    <a:pt x="45963" y="153895"/>
                    <a:pt x="45491" y="151300"/>
                    <a:pt x="45491" y="142807"/>
                  </a:cubicBezTo>
                  <a:lnTo>
                    <a:pt x="45491" y="86659"/>
                  </a:lnTo>
                  <a:close/>
                  <a:moveTo>
                    <a:pt x="44782" y="80525"/>
                  </a:moveTo>
                  <a:lnTo>
                    <a:pt x="44782" y="16827"/>
                  </a:lnTo>
                  <a:cubicBezTo>
                    <a:pt x="44782" y="9042"/>
                    <a:pt x="45254" y="7390"/>
                    <a:pt x="56357" y="7390"/>
                  </a:cubicBezTo>
                  <a:lnTo>
                    <a:pt x="77381" y="7390"/>
                  </a:lnTo>
                  <a:cubicBezTo>
                    <a:pt x="114940" y="7390"/>
                    <a:pt x="114940" y="32398"/>
                    <a:pt x="114940" y="43958"/>
                  </a:cubicBezTo>
                  <a:cubicBezTo>
                    <a:pt x="114940" y="55046"/>
                    <a:pt x="114940" y="80525"/>
                    <a:pt x="77381" y="80525"/>
                  </a:cubicBezTo>
                  <a:lnTo>
                    <a:pt x="44782" y="8052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30" name="Freeform: Shape 5329">
              <a:extLst>
                <a:ext uri="{FF2B5EF4-FFF2-40B4-BE49-F238E27FC236}">
                  <a16:creationId xmlns:a16="http://schemas.microsoft.com/office/drawing/2014/main" id="{15882538-4917-1F30-8923-985D36512F61}"/>
                </a:ext>
              </a:extLst>
            </p:cNvPr>
            <p:cNvSpPr/>
            <p:nvPr>
              <p:custDataLst>
                <p:tags r:id="rId61"/>
              </p:custDataLst>
            </p:nvPr>
          </p:nvSpPr>
          <p:spPr>
            <a:xfrm>
              <a:off x="10033538" y="5374833"/>
              <a:ext cx="79370" cy="104275"/>
            </a:xfrm>
            <a:custGeom>
              <a:avLst/>
              <a:gdLst>
                <a:gd name="connsiteX0" fmla="*/ 32978 w 79370"/>
                <a:gd name="connsiteY0" fmla="*/ 26028 h 104275"/>
                <a:gd name="connsiteX1" fmla="*/ 32978 w 79370"/>
                <a:gd name="connsiteY1" fmla="*/ 77 h 104275"/>
                <a:gd name="connsiteX2" fmla="*/ 143 w 79370"/>
                <a:gd name="connsiteY2" fmla="*/ 2672 h 104275"/>
                <a:gd name="connsiteX3" fmla="*/ 143 w 79370"/>
                <a:gd name="connsiteY3" fmla="*/ 9985 h 104275"/>
                <a:gd name="connsiteX4" fmla="*/ 18568 w 79370"/>
                <a:gd name="connsiteY4" fmla="*/ 23197 h 104275"/>
                <a:gd name="connsiteX5" fmla="*/ 18568 w 79370"/>
                <a:gd name="connsiteY5" fmla="*/ 86423 h 104275"/>
                <a:gd name="connsiteX6" fmla="*/ 143 w 79370"/>
                <a:gd name="connsiteY6" fmla="*/ 97039 h 104275"/>
                <a:gd name="connsiteX7" fmla="*/ 143 w 79370"/>
                <a:gd name="connsiteY7" fmla="*/ 104353 h 104275"/>
                <a:gd name="connsiteX8" fmla="*/ 27072 w 79370"/>
                <a:gd name="connsiteY8" fmla="*/ 103645 h 104275"/>
                <a:gd name="connsiteX9" fmla="*/ 57072 w 79370"/>
                <a:gd name="connsiteY9" fmla="*/ 104353 h 104275"/>
                <a:gd name="connsiteX10" fmla="*/ 57072 w 79370"/>
                <a:gd name="connsiteY10" fmla="*/ 97039 h 104275"/>
                <a:gd name="connsiteX11" fmla="*/ 52112 w 79370"/>
                <a:gd name="connsiteY11" fmla="*/ 97039 h 104275"/>
                <a:gd name="connsiteX12" fmla="*/ 34159 w 79370"/>
                <a:gd name="connsiteY12" fmla="*/ 85951 h 104275"/>
                <a:gd name="connsiteX13" fmla="*/ 34159 w 79370"/>
                <a:gd name="connsiteY13" fmla="*/ 49620 h 104275"/>
                <a:gd name="connsiteX14" fmla="*/ 62033 w 79370"/>
                <a:gd name="connsiteY14" fmla="*/ 5267 h 104275"/>
                <a:gd name="connsiteX15" fmla="*/ 64631 w 79370"/>
                <a:gd name="connsiteY15" fmla="*/ 5503 h 104275"/>
                <a:gd name="connsiteX16" fmla="*/ 59198 w 79370"/>
                <a:gd name="connsiteY16" fmla="*/ 14704 h 104275"/>
                <a:gd name="connsiteX17" fmla="*/ 69356 w 79370"/>
                <a:gd name="connsiteY17" fmla="*/ 24848 h 104275"/>
                <a:gd name="connsiteX18" fmla="*/ 79513 w 79370"/>
                <a:gd name="connsiteY18" fmla="*/ 14468 h 104275"/>
                <a:gd name="connsiteX19" fmla="*/ 62033 w 79370"/>
                <a:gd name="connsiteY19" fmla="*/ 77 h 104275"/>
                <a:gd name="connsiteX20" fmla="*/ 32978 w 79370"/>
                <a:gd name="connsiteY20" fmla="*/ 26028 h 10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370" h="104275">
                  <a:moveTo>
                    <a:pt x="32978" y="26028"/>
                  </a:moveTo>
                  <a:lnTo>
                    <a:pt x="32978" y="77"/>
                  </a:lnTo>
                  <a:lnTo>
                    <a:pt x="143" y="2672"/>
                  </a:lnTo>
                  <a:lnTo>
                    <a:pt x="143" y="9985"/>
                  </a:lnTo>
                  <a:cubicBezTo>
                    <a:pt x="16678" y="9985"/>
                    <a:pt x="18568" y="11637"/>
                    <a:pt x="18568" y="23197"/>
                  </a:cubicBezTo>
                  <a:lnTo>
                    <a:pt x="18568" y="86423"/>
                  </a:lnTo>
                  <a:cubicBezTo>
                    <a:pt x="18568" y="97039"/>
                    <a:pt x="15970" y="97039"/>
                    <a:pt x="143" y="97039"/>
                  </a:cubicBezTo>
                  <a:lnTo>
                    <a:pt x="143" y="104353"/>
                  </a:lnTo>
                  <a:cubicBezTo>
                    <a:pt x="9355" y="104117"/>
                    <a:pt x="20458" y="103645"/>
                    <a:pt x="27072" y="103645"/>
                  </a:cubicBezTo>
                  <a:cubicBezTo>
                    <a:pt x="36521" y="103645"/>
                    <a:pt x="47623" y="103645"/>
                    <a:pt x="57072" y="104353"/>
                  </a:cubicBezTo>
                  <a:lnTo>
                    <a:pt x="57072" y="97039"/>
                  </a:lnTo>
                  <a:lnTo>
                    <a:pt x="52112" y="97039"/>
                  </a:lnTo>
                  <a:cubicBezTo>
                    <a:pt x="34631" y="97039"/>
                    <a:pt x="34159" y="94444"/>
                    <a:pt x="34159" y="85951"/>
                  </a:cubicBezTo>
                  <a:lnTo>
                    <a:pt x="34159" y="49620"/>
                  </a:lnTo>
                  <a:cubicBezTo>
                    <a:pt x="34159" y="26264"/>
                    <a:pt x="44080" y="5267"/>
                    <a:pt x="62033" y="5267"/>
                  </a:cubicBezTo>
                  <a:cubicBezTo>
                    <a:pt x="63686" y="5267"/>
                    <a:pt x="64159" y="5267"/>
                    <a:pt x="64631" y="5503"/>
                  </a:cubicBezTo>
                  <a:cubicBezTo>
                    <a:pt x="63923" y="5739"/>
                    <a:pt x="59198" y="8570"/>
                    <a:pt x="59198" y="14704"/>
                  </a:cubicBezTo>
                  <a:cubicBezTo>
                    <a:pt x="59198" y="21310"/>
                    <a:pt x="64159" y="24848"/>
                    <a:pt x="69356" y="24848"/>
                  </a:cubicBezTo>
                  <a:cubicBezTo>
                    <a:pt x="73608" y="24848"/>
                    <a:pt x="79513" y="22017"/>
                    <a:pt x="79513" y="14468"/>
                  </a:cubicBezTo>
                  <a:cubicBezTo>
                    <a:pt x="79513" y="6919"/>
                    <a:pt x="72190" y="77"/>
                    <a:pt x="62033" y="77"/>
                  </a:cubicBezTo>
                  <a:cubicBezTo>
                    <a:pt x="44789" y="77"/>
                    <a:pt x="36285" y="15883"/>
                    <a:pt x="32978" y="2602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31" name="Freeform: Shape 5330">
              <a:extLst>
                <a:ext uri="{FF2B5EF4-FFF2-40B4-BE49-F238E27FC236}">
                  <a16:creationId xmlns:a16="http://schemas.microsoft.com/office/drawing/2014/main" id="{C881BEC9-8723-B3CD-B628-D9A71FC143CB}"/>
                </a:ext>
              </a:extLst>
            </p:cNvPr>
            <p:cNvSpPr/>
            <p:nvPr>
              <p:custDataLst>
                <p:tags r:id="rId62"/>
              </p:custDataLst>
            </p:nvPr>
          </p:nvSpPr>
          <p:spPr>
            <a:xfrm>
              <a:off x="10142830" y="5302170"/>
              <a:ext cx="54803" cy="235917"/>
            </a:xfrm>
            <a:custGeom>
              <a:avLst/>
              <a:gdLst>
                <a:gd name="connsiteX0" fmla="*/ 54950 w 54803"/>
                <a:gd name="connsiteY0" fmla="*/ 233635 h 235917"/>
                <a:gd name="connsiteX1" fmla="*/ 50934 w 54803"/>
                <a:gd name="connsiteY1" fmla="*/ 228445 h 235917"/>
                <a:gd name="connsiteX2" fmla="*/ 13848 w 54803"/>
                <a:gd name="connsiteY2" fmla="*/ 118036 h 235917"/>
                <a:gd name="connsiteX3" fmla="*/ 51879 w 54803"/>
                <a:gd name="connsiteY3" fmla="*/ 6447 h 235917"/>
                <a:gd name="connsiteX4" fmla="*/ 54950 w 54803"/>
                <a:gd name="connsiteY4" fmla="*/ 2436 h 235917"/>
                <a:gd name="connsiteX5" fmla="*/ 52588 w 54803"/>
                <a:gd name="connsiteY5" fmla="*/ 77 h 235917"/>
                <a:gd name="connsiteX6" fmla="*/ 15029 w 54803"/>
                <a:gd name="connsiteY6" fmla="*/ 46081 h 235917"/>
                <a:gd name="connsiteX7" fmla="*/ 147 w 54803"/>
                <a:gd name="connsiteY7" fmla="*/ 118036 h 235917"/>
                <a:gd name="connsiteX8" fmla="*/ 15737 w 54803"/>
                <a:gd name="connsiteY8" fmla="*/ 191642 h 235917"/>
                <a:gd name="connsiteX9" fmla="*/ 52588 w 54803"/>
                <a:gd name="connsiteY9" fmla="*/ 235995 h 235917"/>
                <a:gd name="connsiteX10" fmla="*/ 54950 w 54803"/>
                <a:gd name="connsiteY10" fmla="*/ 233635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03" h="235917">
                  <a:moveTo>
                    <a:pt x="54950" y="233635"/>
                  </a:moveTo>
                  <a:cubicBezTo>
                    <a:pt x="54950" y="232928"/>
                    <a:pt x="54950" y="232456"/>
                    <a:pt x="50934" y="228445"/>
                  </a:cubicBezTo>
                  <a:cubicBezTo>
                    <a:pt x="21407" y="198720"/>
                    <a:pt x="13848" y="154131"/>
                    <a:pt x="13848" y="118036"/>
                  </a:cubicBezTo>
                  <a:cubicBezTo>
                    <a:pt x="13848" y="76986"/>
                    <a:pt x="22824" y="35936"/>
                    <a:pt x="51879" y="6447"/>
                  </a:cubicBezTo>
                  <a:cubicBezTo>
                    <a:pt x="54950" y="3616"/>
                    <a:pt x="54950" y="3144"/>
                    <a:pt x="54950" y="2436"/>
                  </a:cubicBezTo>
                  <a:cubicBezTo>
                    <a:pt x="54950" y="785"/>
                    <a:pt x="54005" y="77"/>
                    <a:pt x="52588" y="77"/>
                  </a:cubicBezTo>
                  <a:cubicBezTo>
                    <a:pt x="50226" y="77"/>
                    <a:pt x="28966" y="16119"/>
                    <a:pt x="15029" y="46081"/>
                  </a:cubicBezTo>
                  <a:cubicBezTo>
                    <a:pt x="2981" y="72032"/>
                    <a:pt x="147" y="98219"/>
                    <a:pt x="147" y="118036"/>
                  </a:cubicBezTo>
                  <a:cubicBezTo>
                    <a:pt x="147" y="136437"/>
                    <a:pt x="2745" y="164983"/>
                    <a:pt x="15737" y="191642"/>
                  </a:cubicBezTo>
                  <a:cubicBezTo>
                    <a:pt x="29911" y="220660"/>
                    <a:pt x="50226" y="235995"/>
                    <a:pt x="52588" y="235995"/>
                  </a:cubicBezTo>
                  <a:cubicBezTo>
                    <a:pt x="54005" y="235995"/>
                    <a:pt x="54950" y="235287"/>
                    <a:pt x="54950" y="23363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32" name="Freeform: Shape 5331">
              <a:extLst>
                <a:ext uri="{FF2B5EF4-FFF2-40B4-BE49-F238E27FC236}">
                  <a16:creationId xmlns:a16="http://schemas.microsoft.com/office/drawing/2014/main" id="{1330FD49-4ABE-6947-9881-5D1225B4D255}"/>
                </a:ext>
              </a:extLst>
            </p:cNvPr>
            <p:cNvSpPr/>
            <p:nvPr>
              <p:custDataLst>
                <p:tags r:id="rId63"/>
              </p:custDataLst>
            </p:nvPr>
          </p:nvSpPr>
          <p:spPr>
            <a:xfrm>
              <a:off x="10219576" y="5317977"/>
              <a:ext cx="171733" cy="161131"/>
            </a:xfrm>
            <a:custGeom>
              <a:avLst/>
              <a:gdLst>
                <a:gd name="connsiteX0" fmla="*/ 132907 w 171733"/>
                <a:gd name="connsiteY0" fmla="*/ 26972 h 161131"/>
                <a:gd name="connsiteX1" fmla="*/ 136214 w 171733"/>
                <a:gd name="connsiteY1" fmla="*/ 23669 h 161131"/>
                <a:gd name="connsiteX2" fmla="*/ 167159 w 171733"/>
                <a:gd name="connsiteY2" fmla="*/ 7390 h 161131"/>
                <a:gd name="connsiteX3" fmla="*/ 171884 w 171733"/>
                <a:gd name="connsiteY3" fmla="*/ 2908 h 161131"/>
                <a:gd name="connsiteX4" fmla="*/ 168813 w 171733"/>
                <a:gd name="connsiteY4" fmla="*/ 77 h 161131"/>
                <a:gd name="connsiteX5" fmla="*/ 149443 w 171733"/>
                <a:gd name="connsiteY5" fmla="*/ 785 h 161131"/>
                <a:gd name="connsiteX6" fmla="*/ 125821 w 171733"/>
                <a:gd name="connsiteY6" fmla="*/ 77 h 161131"/>
                <a:gd name="connsiteX7" fmla="*/ 121332 w 171733"/>
                <a:gd name="connsiteY7" fmla="*/ 4559 h 161131"/>
                <a:gd name="connsiteX8" fmla="*/ 124876 w 171733"/>
                <a:gd name="connsiteY8" fmla="*/ 7390 h 161131"/>
                <a:gd name="connsiteX9" fmla="*/ 133380 w 171733"/>
                <a:gd name="connsiteY9" fmla="*/ 12816 h 161131"/>
                <a:gd name="connsiteX10" fmla="*/ 127002 w 171733"/>
                <a:gd name="connsiteY10" fmla="*/ 24141 h 161131"/>
                <a:gd name="connsiteX11" fmla="*/ 72198 w 171733"/>
                <a:gd name="connsiteY11" fmla="*/ 87131 h 161131"/>
                <a:gd name="connsiteX12" fmla="*/ 46214 w 171733"/>
                <a:gd name="connsiteY12" fmla="*/ 17063 h 161131"/>
                <a:gd name="connsiteX13" fmla="*/ 44796 w 171733"/>
                <a:gd name="connsiteY13" fmla="*/ 13052 h 161131"/>
                <a:gd name="connsiteX14" fmla="*/ 58734 w 171733"/>
                <a:gd name="connsiteY14" fmla="*/ 7390 h 161131"/>
                <a:gd name="connsiteX15" fmla="*/ 64403 w 171733"/>
                <a:gd name="connsiteY15" fmla="*/ 2672 h 161131"/>
                <a:gd name="connsiteX16" fmla="*/ 60860 w 171733"/>
                <a:gd name="connsiteY16" fmla="*/ 77 h 161131"/>
                <a:gd name="connsiteX17" fmla="*/ 31096 w 171733"/>
                <a:gd name="connsiteY17" fmla="*/ 785 h 161131"/>
                <a:gd name="connsiteX18" fmla="*/ 4639 w 171733"/>
                <a:gd name="connsiteY18" fmla="*/ 77 h 161131"/>
                <a:gd name="connsiteX19" fmla="*/ 151 w 171733"/>
                <a:gd name="connsiteY19" fmla="*/ 4795 h 161131"/>
                <a:gd name="connsiteX20" fmla="*/ 5584 w 171733"/>
                <a:gd name="connsiteY20" fmla="*/ 7390 h 161131"/>
                <a:gd name="connsiteX21" fmla="*/ 22828 w 171733"/>
                <a:gd name="connsiteY21" fmla="*/ 15412 h 161131"/>
                <a:gd name="connsiteX22" fmla="*/ 51883 w 171733"/>
                <a:gd name="connsiteY22" fmla="*/ 93028 h 161131"/>
                <a:gd name="connsiteX23" fmla="*/ 52828 w 171733"/>
                <a:gd name="connsiteY23" fmla="*/ 97039 h 161131"/>
                <a:gd name="connsiteX24" fmla="*/ 42198 w 171733"/>
                <a:gd name="connsiteY24" fmla="*/ 139976 h 161131"/>
                <a:gd name="connsiteX25" fmla="*/ 19993 w 171733"/>
                <a:gd name="connsiteY25" fmla="*/ 153895 h 161131"/>
                <a:gd name="connsiteX26" fmla="*/ 13615 w 171733"/>
                <a:gd name="connsiteY26" fmla="*/ 158614 h 161131"/>
                <a:gd name="connsiteX27" fmla="*/ 16922 w 171733"/>
                <a:gd name="connsiteY27" fmla="*/ 161209 h 161131"/>
                <a:gd name="connsiteX28" fmla="*/ 46686 w 171733"/>
                <a:gd name="connsiteY28" fmla="*/ 160501 h 161131"/>
                <a:gd name="connsiteX29" fmla="*/ 76923 w 171733"/>
                <a:gd name="connsiteY29" fmla="*/ 161209 h 161131"/>
                <a:gd name="connsiteX30" fmla="*/ 81411 w 171733"/>
                <a:gd name="connsiteY30" fmla="*/ 156490 h 161131"/>
                <a:gd name="connsiteX31" fmla="*/ 74797 w 171733"/>
                <a:gd name="connsiteY31" fmla="*/ 153895 h 161131"/>
                <a:gd name="connsiteX32" fmla="*/ 65820 w 171733"/>
                <a:gd name="connsiteY32" fmla="*/ 153423 h 161131"/>
                <a:gd name="connsiteX33" fmla="*/ 59442 w 171733"/>
                <a:gd name="connsiteY33" fmla="*/ 149649 h 161131"/>
                <a:gd name="connsiteX34" fmla="*/ 62749 w 171733"/>
                <a:gd name="connsiteY34" fmla="*/ 134786 h 161131"/>
                <a:gd name="connsiteX35" fmla="*/ 71017 w 171733"/>
                <a:gd name="connsiteY35" fmla="*/ 101522 h 161131"/>
                <a:gd name="connsiteX36" fmla="*/ 74324 w 171733"/>
                <a:gd name="connsiteY36" fmla="*/ 94208 h 161131"/>
                <a:gd name="connsiteX37" fmla="*/ 132907 w 171733"/>
                <a:gd name="connsiteY37" fmla="*/ 26972 h 161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1733" h="161131">
                  <a:moveTo>
                    <a:pt x="132907" y="26972"/>
                  </a:moveTo>
                  <a:lnTo>
                    <a:pt x="136214" y="23669"/>
                  </a:lnTo>
                  <a:cubicBezTo>
                    <a:pt x="143301" y="16591"/>
                    <a:pt x="151096" y="8570"/>
                    <a:pt x="167159" y="7390"/>
                  </a:cubicBezTo>
                  <a:cubicBezTo>
                    <a:pt x="169758" y="7154"/>
                    <a:pt x="171884" y="7154"/>
                    <a:pt x="171884" y="2908"/>
                  </a:cubicBezTo>
                  <a:cubicBezTo>
                    <a:pt x="171884" y="1021"/>
                    <a:pt x="170703" y="77"/>
                    <a:pt x="168813" y="77"/>
                  </a:cubicBezTo>
                  <a:cubicBezTo>
                    <a:pt x="162671" y="77"/>
                    <a:pt x="155821" y="785"/>
                    <a:pt x="149443" y="785"/>
                  </a:cubicBezTo>
                  <a:cubicBezTo>
                    <a:pt x="141647" y="785"/>
                    <a:pt x="133380" y="77"/>
                    <a:pt x="125821" y="77"/>
                  </a:cubicBezTo>
                  <a:cubicBezTo>
                    <a:pt x="124403" y="77"/>
                    <a:pt x="121332" y="77"/>
                    <a:pt x="121332" y="4559"/>
                  </a:cubicBezTo>
                  <a:cubicBezTo>
                    <a:pt x="121332" y="7154"/>
                    <a:pt x="123695" y="7390"/>
                    <a:pt x="124876" y="7390"/>
                  </a:cubicBezTo>
                  <a:cubicBezTo>
                    <a:pt x="126529" y="7390"/>
                    <a:pt x="133380" y="7862"/>
                    <a:pt x="133380" y="12816"/>
                  </a:cubicBezTo>
                  <a:cubicBezTo>
                    <a:pt x="133380" y="16827"/>
                    <a:pt x="127947" y="22961"/>
                    <a:pt x="127002" y="24141"/>
                  </a:cubicBezTo>
                  <a:lnTo>
                    <a:pt x="72198" y="87131"/>
                  </a:lnTo>
                  <a:lnTo>
                    <a:pt x="46214" y="17063"/>
                  </a:lnTo>
                  <a:cubicBezTo>
                    <a:pt x="44796" y="13760"/>
                    <a:pt x="44796" y="13288"/>
                    <a:pt x="44796" y="13052"/>
                  </a:cubicBezTo>
                  <a:cubicBezTo>
                    <a:pt x="44796" y="7390"/>
                    <a:pt x="56371" y="7390"/>
                    <a:pt x="58734" y="7390"/>
                  </a:cubicBezTo>
                  <a:cubicBezTo>
                    <a:pt x="62041" y="7390"/>
                    <a:pt x="64403" y="7390"/>
                    <a:pt x="64403" y="2672"/>
                  </a:cubicBezTo>
                  <a:cubicBezTo>
                    <a:pt x="64403" y="77"/>
                    <a:pt x="61568" y="77"/>
                    <a:pt x="60860" y="77"/>
                  </a:cubicBezTo>
                  <a:cubicBezTo>
                    <a:pt x="54245" y="77"/>
                    <a:pt x="37710" y="785"/>
                    <a:pt x="31096" y="785"/>
                  </a:cubicBezTo>
                  <a:cubicBezTo>
                    <a:pt x="25190" y="785"/>
                    <a:pt x="10544" y="77"/>
                    <a:pt x="4639" y="77"/>
                  </a:cubicBezTo>
                  <a:cubicBezTo>
                    <a:pt x="3221" y="77"/>
                    <a:pt x="151" y="77"/>
                    <a:pt x="151" y="4795"/>
                  </a:cubicBezTo>
                  <a:cubicBezTo>
                    <a:pt x="151" y="7390"/>
                    <a:pt x="2513" y="7390"/>
                    <a:pt x="5584" y="7390"/>
                  </a:cubicBezTo>
                  <a:cubicBezTo>
                    <a:pt x="19757" y="7390"/>
                    <a:pt x="20702" y="9514"/>
                    <a:pt x="22828" y="15412"/>
                  </a:cubicBezTo>
                  <a:lnTo>
                    <a:pt x="51883" y="93028"/>
                  </a:lnTo>
                  <a:cubicBezTo>
                    <a:pt x="52119" y="93736"/>
                    <a:pt x="52828" y="96331"/>
                    <a:pt x="52828" y="97039"/>
                  </a:cubicBezTo>
                  <a:cubicBezTo>
                    <a:pt x="52828" y="97747"/>
                    <a:pt x="43379" y="135730"/>
                    <a:pt x="42198" y="139976"/>
                  </a:cubicBezTo>
                  <a:cubicBezTo>
                    <a:pt x="39127" y="152952"/>
                    <a:pt x="38891" y="153659"/>
                    <a:pt x="19993" y="153895"/>
                  </a:cubicBezTo>
                  <a:cubicBezTo>
                    <a:pt x="15505" y="153895"/>
                    <a:pt x="13615" y="153895"/>
                    <a:pt x="13615" y="158614"/>
                  </a:cubicBezTo>
                  <a:cubicBezTo>
                    <a:pt x="13615" y="161209"/>
                    <a:pt x="16450" y="161209"/>
                    <a:pt x="16922" y="161209"/>
                  </a:cubicBezTo>
                  <a:cubicBezTo>
                    <a:pt x="23537" y="161209"/>
                    <a:pt x="40072" y="160501"/>
                    <a:pt x="46686" y="160501"/>
                  </a:cubicBezTo>
                  <a:cubicBezTo>
                    <a:pt x="53300" y="160501"/>
                    <a:pt x="70308" y="161209"/>
                    <a:pt x="76923" y="161209"/>
                  </a:cubicBezTo>
                  <a:cubicBezTo>
                    <a:pt x="78576" y="161209"/>
                    <a:pt x="81411" y="161209"/>
                    <a:pt x="81411" y="156490"/>
                  </a:cubicBezTo>
                  <a:cubicBezTo>
                    <a:pt x="81411" y="153895"/>
                    <a:pt x="79285" y="153895"/>
                    <a:pt x="74797" y="153895"/>
                  </a:cubicBezTo>
                  <a:cubicBezTo>
                    <a:pt x="74324" y="153895"/>
                    <a:pt x="69836" y="153895"/>
                    <a:pt x="65820" y="153423"/>
                  </a:cubicBezTo>
                  <a:cubicBezTo>
                    <a:pt x="60860" y="152952"/>
                    <a:pt x="59442" y="152480"/>
                    <a:pt x="59442" y="149649"/>
                  </a:cubicBezTo>
                  <a:cubicBezTo>
                    <a:pt x="59442" y="147997"/>
                    <a:pt x="61568" y="139740"/>
                    <a:pt x="62749" y="134786"/>
                  </a:cubicBezTo>
                  <a:lnTo>
                    <a:pt x="71017" y="101522"/>
                  </a:lnTo>
                  <a:cubicBezTo>
                    <a:pt x="72198" y="97039"/>
                    <a:pt x="72434" y="96331"/>
                    <a:pt x="74324" y="94208"/>
                  </a:cubicBezTo>
                  <a:lnTo>
                    <a:pt x="132907" y="2697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33" name="Freeform: Shape 5332">
              <a:extLst>
                <a:ext uri="{FF2B5EF4-FFF2-40B4-BE49-F238E27FC236}">
                  <a16:creationId xmlns:a16="http://schemas.microsoft.com/office/drawing/2014/main" id="{0B68AB98-2617-463C-CA8E-4D1A967341AD}"/>
                </a:ext>
              </a:extLst>
            </p:cNvPr>
            <p:cNvSpPr/>
            <p:nvPr>
              <p:custDataLst>
                <p:tags r:id="rId64"/>
              </p:custDataLst>
            </p:nvPr>
          </p:nvSpPr>
          <p:spPr>
            <a:xfrm>
              <a:off x="10479786" y="5392527"/>
              <a:ext cx="157087" cy="55204"/>
            </a:xfrm>
            <a:custGeom>
              <a:avLst/>
              <a:gdLst>
                <a:gd name="connsiteX0" fmla="*/ 149217 w 157087"/>
                <a:gd name="connsiteY0" fmla="*/ 9514 h 55204"/>
                <a:gd name="connsiteX1" fmla="*/ 157249 w 157087"/>
                <a:gd name="connsiteY1" fmla="*/ 4795 h 55204"/>
                <a:gd name="connsiteX2" fmla="*/ 149453 w 157087"/>
                <a:gd name="connsiteY2" fmla="*/ 77 h 55204"/>
                <a:gd name="connsiteX3" fmla="*/ 7957 w 157087"/>
                <a:gd name="connsiteY3" fmla="*/ 77 h 55204"/>
                <a:gd name="connsiteX4" fmla="*/ 161 w 157087"/>
                <a:gd name="connsiteY4" fmla="*/ 4795 h 55204"/>
                <a:gd name="connsiteX5" fmla="*/ 8193 w 157087"/>
                <a:gd name="connsiteY5" fmla="*/ 9514 h 55204"/>
                <a:gd name="connsiteX6" fmla="*/ 149217 w 157087"/>
                <a:gd name="connsiteY6" fmla="*/ 9514 h 55204"/>
                <a:gd name="connsiteX7" fmla="*/ 149453 w 157087"/>
                <a:gd name="connsiteY7" fmla="*/ 55282 h 55204"/>
                <a:gd name="connsiteX8" fmla="*/ 157249 w 157087"/>
                <a:gd name="connsiteY8" fmla="*/ 50563 h 55204"/>
                <a:gd name="connsiteX9" fmla="*/ 149217 w 157087"/>
                <a:gd name="connsiteY9" fmla="*/ 45845 h 55204"/>
                <a:gd name="connsiteX10" fmla="*/ 8193 w 157087"/>
                <a:gd name="connsiteY10" fmla="*/ 45845 h 55204"/>
                <a:gd name="connsiteX11" fmla="*/ 161 w 157087"/>
                <a:gd name="connsiteY11" fmla="*/ 50563 h 55204"/>
                <a:gd name="connsiteX12" fmla="*/ 7957 w 157087"/>
                <a:gd name="connsiteY12" fmla="*/ 55282 h 55204"/>
                <a:gd name="connsiteX13" fmla="*/ 149453 w 157087"/>
                <a:gd name="connsiteY13" fmla="*/ 55282 h 55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087" h="55204">
                  <a:moveTo>
                    <a:pt x="149217" y="9514"/>
                  </a:moveTo>
                  <a:cubicBezTo>
                    <a:pt x="152761" y="9514"/>
                    <a:pt x="157249" y="9514"/>
                    <a:pt x="157249" y="4795"/>
                  </a:cubicBezTo>
                  <a:cubicBezTo>
                    <a:pt x="157249" y="77"/>
                    <a:pt x="152761" y="77"/>
                    <a:pt x="149453" y="77"/>
                  </a:cubicBezTo>
                  <a:lnTo>
                    <a:pt x="7957" y="77"/>
                  </a:lnTo>
                  <a:cubicBezTo>
                    <a:pt x="4650" y="77"/>
                    <a:pt x="161" y="77"/>
                    <a:pt x="161" y="4795"/>
                  </a:cubicBezTo>
                  <a:cubicBezTo>
                    <a:pt x="161" y="9514"/>
                    <a:pt x="4650" y="9514"/>
                    <a:pt x="8193" y="9514"/>
                  </a:cubicBezTo>
                  <a:lnTo>
                    <a:pt x="149217" y="9514"/>
                  </a:lnTo>
                  <a:close/>
                  <a:moveTo>
                    <a:pt x="149453" y="55282"/>
                  </a:moveTo>
                  <a:cubicBezTo>
                    <a:pt x="152761" y="55282"/>
                    <a:pt x="157249" y="55282"/>
                    <a:pt x="157249" y="50563"/>
                  </a:cubicBezTo>
                  <a:cubicBezTo>
                    <a:pt x="157249" y="45845"/>
                    <a:pt x="152761" y="45845"/>
                    <a:pt x="149217" y="45845"/>
                  </a:cubicBezTo>
                  <a:lnTo>
                    <a:pt x="8193" y="45845"/>
                  </a:lnTo>
                  <a:cubicBezTo>
                    <a:pt x="4650" y="45845"/>
                    <a:pt x="161" y="45845"/>
                    <a:pt x="161" y="50563"/>
                  </a:cubicBezTo>
                  <a:cubicBezTo>
                    <a:pt x="161" y="55282"/>
                    <a:pt x="4650" y="55282"/>
                    <a:pt x="7957" y="55282"/>
                  </a:cubicBezTo>
                  <a:lnTo>
                    <a:pt x="149453" y="5528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34" name="Freeform: Shape 5333">
              <a:extLst>
                <a:ext uri="{FF2B5EF4-FFF2-40B4-BE49-F238E27FC236}">
                  <a16:creationId xmlns:a16="http://schemas.microsoft.com/office/drawing/2014/main" id="{2FE6C3B7-385A-732C-89FB-E6F985B8AFA8}"/>
                </a:ext>
              </a:extLst>
            </p:cNvPr>
            <p:cNvSpPr/>
            <p:nvPr>
              <p:custDataLst>
                <p:tags r:id="rId65"/>
              </p:custDataLst>
            </p:nvPr>
          </p:nvSpPr>
          <p:spPr>
            <a:xfrm>
              <a:off x="10736926" y="5321987"/>
              <a:ext cx="77953" cy="157121"/>
            </a:xfrm>
            <a:custGeom>
              <a:avLst/>
              <a:gdLst>
                <a:gd name="connsiteX0" fmla="*/ 48597 w 77953"/>
                <a:gd name="connsiteY0" fmla="*/ 6211 h 157121"/>
                <a:gd name="connsiteX1" fmla="*/ 43164 w 77953"/>
                <a:gd name="connsiteY1" fmla="*/ 77 h 157121"/>
                <a:gd name="connsiteX2" fmla="*/ 172 w 77953"/>
                <a:gd name="connsiteY2" fmla="*/ 15176 h 157121"/>
                <a:gd name="connsiteX3" fmla="*/ 172 w 77953"/>
                <a:gd name="connsiteY3" fmla="*/ 22489 h 157121"/>
                <a:gd name="connsiteX4" fmla="*/ 31117 w 77953"/>
                <a:gd name="connsiteY4" fmla="*/ 16355 h 157121"/>
                <a:gd name="connsiteX5" fmla="*/ 31117 w 77953"/>
                <a:gd name="connsiteY5" fmla="*/ 138561 h 157121"/>
                <a:gd name="connsiteX6" fmla="*/ 9148 w 77953"/>
                <a:gd name="connsiteY6" fmla="*/ 149885 h 157121"/>
                <a:gd name="connsiteX7" fmla="*/ 1589 w 77953"/>
                <a:gd name="connsiteY7" fmla="*/ 149885 h 157121"/>
                <a:gd name="connsiteX8" fmla="*/ 1589 w 77953"/>
                <a:gd name="connsiteY8" fmla="*/ 157198 h 157121"/>
                <a:gd name="connsiteX9" fmla="*/ 39857 w 77953"/>
                <a:gd name="connsiteY9" fmla="*/ 156490 h 157121"/>
                <a:gd name="connsiteX10" fmla="*/ 78125 w 77953"/>
                <a:gd name="connsiteY10" fmla="*/ 157198 h 157121"/>
                <a:gd name="connsiteX11" fmla="*/ 78125 w 77953"/>
                <a:gd name="connsiteY11" fmla="*/ 149885 h 157121"/>
                <a:gd name="connsiteX12" fmla="*/ 70566 w 77953"/>
                <a:gd name="connsiteY12" fmla="*/ 149885 h 157121"/>
                <a:gd name="connsiteX13" fmla="*/ 48597 w 77953"/>
                <a:gd name="connsiteY13" fmla="*/ 138561 h 157121"/>
                <a:gd name="connsiteX14" fmla="*/ 48597 w 77953"/>
                <a:gd name="connsiteY14" fmla="*/ 6211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53" h="157121">
                  <a:moveTo>
                    <a:pt x="48597" y="6211"/>
                  </a:moveTo>
                  <a:cubicBezTo>
                    <a:pt x="48597" y="549"/>
                    <a:pt x="48597" y="77"/>
                    <a:pt x="43164" y="77"/>
                  </a:cubicBezTo>
                  <a:cubicBezTo>
                    <a:pt x="28518" y="15176"/>
                    <a:pt x="7731" y="15176"/>
                    <a:pt x="172" y="15176"/>
                  </a:cubicBezTo>
                  <a:lnTo>
                    <a:pt x="172" y="22489"/>
                  </a:lnTo>
                  <a:cubicBezTo>
                    <a:pt x="4896" y="22489"/>
                    <a:pt x="18833" y="22489"/>
                    <a:pt x="31117" y="16355"/>
                  </a:cubicBezTo>
                  <a:lnTo>
                    <a:pt x="31117" y="138561"/>
                  </a:lnTo>
                  <a:cubicBezTo>
                    <a:pt x="31117" y="147054"/>
                    <a:pt x="30408" y="149885"/>
                    <a:pt x="9148" y="149885"/>
                  </a:cubicBezTo>
                  <a:lnTo>
                    <a:pt x="1589" y="149885"/>
                  </a:lnTo>
                  <a:lnTo>
                    <a:pt x="1589" y="157198"/>
                  </a:lnTo>
                  <a:cubicBezTo>
                    <a:pt x="9857" y="156490"/>
                    <a:pt x="30408" y="156490"/>
                    <a:pt x="39857" y="156490"/>
                  </a:cubicBezTo>
                  <a:cubicBezTo>
                    <a:pt x="49306" y="156490"/>
                    <a:pt x="69857" y="156490"/>
                    <a:pt x="78125" y="157198"/>
                  </a:cubicBezTo>
                  <a:lnTo>
                    <a:pt x="78125" y="149885"/>
                  </a:lnTo>
                  <a:lnTo>
                    <a:pt x="70566" y="149885"/>
                  </a:lnTo>
                  <a:cubicBezTo>
                    <a:pt x="49306" y="149885"/>
                    <a:pt x="48597" y="147290"/>
                    <a:pt x="48597" y="138561"/>
                  </a:cubicBezTo>
                  <a:lnTo>
                    <a:pt x="48597" y="621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35" name="Freeform: Shape 5334">
              <a:extLst>
                <a:ext uri="{FF2B5EF4-FFF2-40B4-BE49-F238E27FC236}">
                  <a16:creationId xmlns:a16="http://schemas.microsoft.com/office/drawing/2014/main" id="{3DD39EE6-26D6-DB97-1917-BF2EB52323DA}"/>
                </a:ext>
              </a:extLst>
            </p:cNvPr>
            <p:cNvSpPr/>
            <p:nvPr>
              <p:custDataLst>
                <p:tags r:id="rId66"/>
              </p:custDataLst>
            </p:nvPr>
          </p:nvSpPr>
          <p:spPr>
            <a:xfrm>
              <a:off x="10927740" y="5302170"/>
              <a:ext cx="9448" cy="235917"/>
            </a:xfrm>
            <a:custGeom>
              <a:avLst/>
              <a:gdLst>
                <a:gd name="connsiteX0" fmla="*/ 9628 w 9448"/>
                <a:gd name="connsiteY0" fmla="*/ 8570 h 235917"/>
                <a:gd name="connsiteX1" fmla="*/ 4904 w 9448"/>
                <a:gd name="connsiteY1" fmla="*/ 77 h 235917"/>
                <a:gd name="connsiteX2" fmla="*/ 180 w 9448"/>
                <a:gd name="connsiteY2" fmla="*/ 8570 h 235917"/>
                <a:gd name="connsiteX3" fmla="*/ 180 w 9448"/>
                <a:gd name="connsiteY3" fmla="*/ 227502 h 235917"/>
                <a:gd name="connsiteX4" fmla="*/ 4904 w 9448"/>
                <a:gd name="connsiteY4" fmla="*/ 235995 h 235917"/>
                <a:gd name="connsiteX5" fmla="*/ 9628 w 9448"/>
                <a:gd name="connsiteY5" fmla="*/ 227502 h 235917"/>
                <a:gd name="connsiteX6" fmla="*/ 9628 w 9448"/>
                <a:gd name="connsiteY6" fmla="*/ 8570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48" h="235917">
                  <a:moveTo>
                    <a:pt x="9628" y="8570"/>
                  </a:moveTo>
                  <a:cubicBezTo>
                    <a:pt x="9628" y="4323"/>
                    <a:pt x="9628" y="77"/>
                    <a:pt x="4904" y="77"/>
                  </a:cubicBezTo>
                  <a:cubicBezTo>
                    <a:pt x="180" y="77"/>
                    <a:pt x="180" y="4323"/>
                    <a:pt x="180" y="8570"/>
                  </a:cubicBezTo>
                  <a:lnTo>
                    <a:pt x="180" y="227502"/>
                  </a:lnTo>
                  <a:cubicBezTo>
                    <a:pt x="180" y="231748"/>
                    <a:pt x="180" y="235995"/>
                    <a:pt x="4904" y="235995"/>
                  </a:cubicBezTo>
                  <a:cubicBezTo>
                    <a:pt x="9628" y="235995"/>
                    <a:pt x="9628" y="231748"/>
                    <a:pt x="9628" y="227502"/>
                  </a:cubicBezTo>
                  <a:lnTo>
                    <a:pt x="9628" y="857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36" name="Freeform: Shape 5335">
              <a:extLst>
                <a:ext uri="{FF2B5EF4-FFF2-40B4-BE49-F238E27FC236}">
                  <a16:creationId xmlns:a16="http://schemas.microsoft.com/office/drawing/2014/main" id="{CBBD3A96-2128-EE56-416A-6947825E0D34}"/>
                </a:ext>
              </a:extLst>
            </p:cNvPr>
            <p:cNvSpPr/>
            <p:nvPr>
              <p:custDataLst>
                <p:tags r:id="rId67"/>
              </p:custDataLst>
            </p:nvPr>
          </p:nvSpPr>
          <p:spPr>
            <a:xfrm>
              <a:off x="11037713" y="5374833"/>
              <a:ext cx="117638" cy="106870"/>
            </a:xfrm>
            <a:custGeom>
              <a:avLst/>
              <a:gdLst>
                <a:gd name="connsiteX0" fmla="*/ 72233 w 117638"/>
                <a:gd name="connsiteY0" fmla="*/ 33105 h 106870"/>
                <a:gd name="connsiteX1" fmla="*/ 95619 w 117638"/>
                <a:gd name="connsiteY1" fmla="*/ 5267 h 106870"/>
                <a:gd name="connsiteX2" fmla="*/ 107430 w 117638"/>
                <a:gd name="connsiteY2" fmla="*/ 8334 h 106870"/>
                <a:gd name="connsiteX3" fmla="*/ 96091 w 117638"/>
                <a:gd name="connsiteY3" fmla="*/ 21074 h 106870"/>
                <a:gd name="connsiteX4" fmla="*/ 105068 w 117638"/>
                <a:gd name="connsiteY4" fmla="*/ 29331 h 106870"/>
                <a:gd name="connsiteX5" fmla="*/ 117824 w 117638"/>
                <a:gd name="connsiteY5" fmla="*/ 15647 h 106870"/>
                <a:gd name="connsiteX6" fmla="*/ 95855 w 117638"/>
                <a:gd name="connsiteY6" fmla="*/ 77 h 106870"/>
                <a:gd name="connsiteX7" fmla="*/ 71052 w 117638"/>
                <a:gd name="connsiteY7" fmla="*/ 18007 h 106870"/>
                <a:gd name="connsiteX8" fmla="*/ 45540 w 117638"/>
                <a:gd name="connsiteY8" fmla="*/ 77 h 106870"/>
                <a:gd name="connsiteX9" fmla="*/ 7508 w 117638"/>
                <a:gd name="connsiteY9" fmla="*/ 36408 h 106870"/>
                <a:gd name="connsiteX10" fmla="*/ 10343 w 117638"/>
                <a:gd name="connsiteY10" fmla="*/ 38767 h 106870"/>
                <a:gd name="connsiteX11" fmla="*/ 13413 w 117638"/>
                <a:gd name="connsiteY11" fmla="*/ 36172 h 106870"/>
                <a:gd name="connsiteX12" fmla="*/ 45067 w 117638"/>
                <a:gd name="connsiteY12" fmla="*/ 5267 h 106870"/>
                <a:gd name="connsiteX13" fmla="*/ 57823 w 117638"/>
                <a:gd name="connsiteY13" fmla="*/ 21074 h 106870"/>
                <a:gd name="connsiteX14" fmla="*/ 45067 w 117638"/>
                <a:gd name="connsiteY14" fmla="*/ 77222 h 106870"/>
                <a:gd name="connsiteX15" fmla="*/ 22626 w 117638"/>
                <a:gd name="connsiteY15" fmla="*/ 101757 h 106870"/>
                <a:gd name="connsiteX16" fmla="*/ 10815 w 117638"/>
                <a:gd name="connsiteY16" fmla="*/ 98691 h 106870"/>
                <a:gd name="connsiteX17" fmla="*/ 21917 w 117638"/>
                <a:gd name="connsiteY17" fmla="*/ 85951 h 106870"/>
                <a:gd name="connsiteX18" fmla="*/ 13177 w 117638"/>
                <a:gd name="connsiteY18" fmla="*/ 77694 h 106870"/>
                <a:gd name="connsiteX19" fmla="*/ 185 w 117638"/>
                <a:gd name="connsiteY19" fmla="*/ 91377 h 106870"/>
                <a:gd name="connsiteX20" fmla="*/ 22390 w 117638"/>
                <a:gd name="connsiteY20" fmla="*/ 106948 h 106870"/>
                <a:gd name="connsiteX21" fmla="*/ 47193 w 117638"/>
                <a:gd name="connsiteY21" fmla="*/ 89018 h 106870"/>
                <a:gd name="connsiteX22" fmla="*/ 72705 w 117638"/>
                <a:gd name="connsiteY22" fmla="*/ 106948 h 106870"/>
                <a:gd name="connsiteX23" fmla="*/ 110501 w 117638"/>
                <a:gd name="connsiteY23" fmla="*/ 70616 h 106870"/>
                <a:gd name="connsiteX24" fmla="*/ 107666 w 117638"/>
                <a:gd name="connsiteY24" fmla="*/ 68257 h 106870"/>
                <a:gd name="connsiteX25" fmla="*/ 104595 w 117638"/>
                <a:gd name="connsiteY25" fmla="*/ 70852 h 106870"/>
                <a:gd name="connsiteX26" fmla="*/ 73178 w 117638"/>
                <a:gd name="connsiteY26" fmla="*/ 101757 h 106870"/>
                <a:gd name="connsiteX27" fmla="*/ 60185 w 117638"/>
                <a:gd name="connsiteY27" fmla="*/ 86187 h 106870"/>
                <a:gd name="connsiteX28" fmla="*/ 64201 w 117638"/>
                <a:gd name="connsiteY28" fmla="*/ 65426 h 106870"/>
                <a:gd name="connsiteX29" fmla="*/ 72233 w 117638"/>
                <a:gd name="connsiteY29" fmla="*/ 33105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638" h="106870">
                  <a:moveTo>
                    <a:pt x="72233" y="33105"/>
                  </a:moveTo>
                  <a:cubicBezTo>
                    <a:pt x="73650" y="26972"/>
                    <a:pt x="79083" y="5267"/>
                    <a:pt x="95619" y="5267"/>
                  </a:cubicBezTo>
                  <a:cubicBezTo>
                    <a:pt x="96800" y="5267"/>
                    <a:pt x="102469" y="5267"/>
                    <a:pt x="107430" y="8334"/>
                  </a:cubicBezTo>
                  <a:cubicBezTo>
                    <a:pt x="100816" y="9514"/>
                    <a:pt x="96091" y="15412"/>
                    <a:pt x="96091" y="21074"/>
                  </a:cubicBezTo>
                  <a:cubicBezTo>
                    <a:pt x="96091" y="24848"/>
                    <a:pt x="98690" y="29331"/>
                    <a:pt x="105068" y="29331"/>
                  </a:cubicBezTo>
                  <a:cubicBezTo>
                    <a:pt x="110264" y="29331"/>
                    <a:pt x="117824" y="25084"/>
                    <a:pt x="117824" y="15647"/>
                  </a:cubicBezTo>
                  <a:cubicBezTo>
                    <a:pt x="117824" y="3380"/>
                    <a:pt x="103886" y="77"/>
                    <a:pt x="95855" y="77"/>
                  </a:cubicBezTo>
                  <a:cubicBezTo>
                    <a:pt x="82154" y="77"/>
                    <a:pt x="73886" y="12581"/>
                    <a:pt x="71052" y="18007"/>
                  </a:cubicBezTo>
                  <a:cubicBezTo>
                    <a:pt x="65146" y="2436"/>
                    <a:pt x="52390" y="77"/>
                    <a:pt x="45540" y="77"/>
                  </a:cubicBezTo>
                  <a:cubicBezTo>
                    <a:pt x="20973" y="77"/>
                    <a:pt x="7508" y="30510"/>
                    <a:pt x="7508" y="36408"/>
                  </a:cubicBezTo>
                  <a:cubicBezTo>
                    <a:pt x="7508" y="38767"/>
                    <a:pt x="9870" y="38767"/>
                    <a:pt x="10343" y="38767"/>
                  </a:cubicBezTo>
                  <a:cubicBezTo>
                    <a:pt x="12232" y="38767"/>
                    <a:pt x="12941" y="38296"/>
                    <a:pt x="13413" y="36172"/>
                  </a:cubicBezTo>
                  <a:cubicBezTo>
                    <a:pt x="21445" y="11165"/>
                    <a:pt x="37036" y="5267"/>
                    <a:pt x="45067" y="5267"/>
                  </a:cubicBezTo>
                  <a:cubicBezTo>
                    <a:pt x="49555" y="5267"/>
                    <a:pt x="57823" y="7390"/>
                    <a:pt x="57823" y="21074"/>
                  </a:cubicBezTo>
                  <a:cubicBezTo>
                    <a:pt x="57823" y="28387"/>
                    <a:pt x="53807" y="44194"/>
                    <a:pt x="45067" y="77222"/>
                  </a:cubicBezTo>
                  <a:cubicBezTo>
                    <a:pt x="41288" y="91849"/>
                    <a:pt x="33020" y="101757"/>
                    <a:pt x="22626" y="101757"/>
                  </a:cubicBezTo>
                  <a:cubicBezTo>
                    <a:pt x="21209" y="101757"/>
                    <a:pt x="15776" y="101757"/>
                    <a:pt x="10815" y="98691"/>
                  </a:cubicBezTo>
                  <a:cubicBezTo>
                    <a:pt x="16721" y="97511"/>
                    <a:pt x="21917" y="92557"/>
                    <a:pt x="21917" y="85951"/>
                  </a:cubicBezTo>
                  <a:cubicBezTo>
                    <a:pt x="21917" y="79581"/>
                    <a:pt x="16721" y="77694"/>
                    <a:pt x="13177" y="77694"/>
                  </a:cubicBezTo>
                  <a:cubicBezTo>
                    <a:pt x="6091" y="77694"/>
                    <a:pt x="185" y="83828"/>
                    <a:pt x="185" y="91377"/>
                  </a:cubicBezTo>
                  <a:cubicBezTo>
                    <a:pt x="185" y="102229"/>
                    <a:pt x="11996" y="106948"/>
                    <a:pt x="22390" y="106948"/>
                  </a:cubicBezTo>
                  <a:cubicBezTo>
                    <a:pt x="37981" y="106948"/>
                    <a:pt x="46485" y="90433"/>
                    <a:pt x="47193" y="89018"/>
                  </a:cubicBezTo>
                  <a:cubicBezTo>
                    <a:pt x="50028" y="97747"/>
                    <a:pt x="58532" y="106948"/>
                    <a:pt x="72705" y="106948"/>
                  </a:cubicBezTo>
                  <a:cubicBezTo>
                    <a:pt x="97036" y="106948"/>
                    <a:pt x="110501" y="76514"/>
                    <a:pt x="110501" y="70616"/>
                  </a:cubicBezTo>
                  <a:cubicBezTo>
                    <a:pt x="110501" y="68257"/>
                    <a:pt x="108375" y="68257"/>
                    <a:pt x="107666" y="68257"/>
                  </a:cubicBezTo>
                  <a:cubicBezTo>
                    <a:pt x="105540" y="68257"/>
                    <a:pt x="105068" y="69201"/>
                    <a:pt x="104595" y="70852"/>
                  </a:cubicBezTo>
                  <a:cubicBezTo>
                    <a:pt x="96800" y="96095"/>
                    <a:pt x="80737" y="101757"/>
                    <a:pt x="73178" y="101757"/>
                  </a:cubicBezTo>
                  <a:cubicBezTo>
                    <a:pt x="63965" y="101757"/>
                    <a:pt x="60185" y="94208"/>
                    <a:pt x="60185" y="86187"/>
                  </a:cubicBezTo>
                  <a:cubicBezTo>
                    <a:pt x="60185" y="80997"/>
                    <a:pt x="61603" y="75807"/>
                    <a:pt x="64201" y="65426"/>
                  </a:cubicBezTo>
                  <a:lnTo>
                    <a:pt x="72233" y="3310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37" name="Freeform: Shape 5336">
              <a:extLst>
                <a:ext uri="{FF2B5EF4-FFF2-40B4-BE49-F238E27FC236}">
                  <a16:creationId xmlns:a16="http://schemas.microsoft.com/office/drawing/2014/main" id="{5C33FF36-433C-7953-2A7E-B57A92B0F408}"/>
                </a:ext>
              </a:extLst>
            </p:cNvPr>
            <p:cNvSpPr/>
            <p:nvPr>
              <p:custDataLst>
                <p:tags r:id="rId68"/>
              </p:custDataLst>
            </p:nvPr>
          </p:nvSpPr>
          <p:spPr>
            <a:xfrm>
              <a:off x="11183893" y="5404841"/>
              <a:ext cx="60189" cy="109654"/>
            </a:xfrm>
            <a:custGeom>
              <a:avLst/>
              <a:gdLst>
                <a:gd name="connsiteX0" fmla="*/ 37561 w 60189"/>
                <a:gd name="connsiteY0" fmla="*/ 4702 h 109654"/>
                <a:gd name="connsiteX1" fmla="*/ 32600 w 60189"/>
                <a:gd name="connsiteY1" fmla="*/ 78 h 109654"/>
                <a:gd name="connsiteX2" fmla="*/ 191 w 60189"/>
                <a:gd name="connsiteY2" fmla="*/ 10648 h 109654"/>
                <a:gd name="connsiteX3" fmla="*/ 191 w 60189"/>
                <a:gd name="connsiteY3" fmla="*/ 16593 h 109654"/>
                <a:gd name="connsiteX4" fmla="*/ 24167 w 60189"/>
                <a:gd name="connsiteY4" fmla="*/ 11969 h 109654"/>
                <a:gd name="connsiteX5" fmla="*/ 24167 w 60189"/>
                <a:gd name="connsiteY5" fmla="*/ 96191 h 109654"/>
                <a:gd name="connsiteX6" fmla="*/ 7632 w 60189"/>
                <a:gd name="connsiteY6" fmla="*/ 103788 h 109654"/>
                <a:gd name="connsiteX7" fmla="*/ 1348 w 60189"/>
                <a:gd name="connsiteY7" fmla="*/ 103788 h 109654"/>
                <a:gd name="connsiteX8" fmla="*/ 1348 w 60189"/>
                <a:gd name="connsiteY8" fmla="*/ 109733 h 109654"/>
                <a:gd name="connsiteX9" fmla="*/ 30782 w 60189"/>
                <a:gd name="connsiteY9" fmla="*/ 109072 h 109654"/>
                <a:gd name="connsiteX10" fmla="*/ 60380 w 60189"/>
                <a:gd name="connsiteY10" fmla="*/ 109733 h 109654"/>
                <a:gd name="connsiteX11" fmla="*/ 60380 w 60189"/>
                <a:gd name="connsiteY11" fmla="*/ 103788 h 109654"/>
                <a:gd name="connsiteX12" fmla="*/ 54097 w 60189"/>
                <a:gd name="connsiteY12" fmla="*/ 103788 h 109654"/>
                <a:gd name="connsiteX13" fmla="*/ 37561 w 60189"/>
                <a:gd name="connsiteY13" fmla="*/ 96191 h 109654"/>
                <a:gd name="connsiteX14" fmla="*/ 37561 w 60189"/>
                <a:gd name="connsiteY14" fmla="*/ 4702 h 10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189" h="109654">
                  <a:moveTo>
                    <a:pt x="37561" y="4702"/>
                  </a:moveTo>
                  <a:cubicBezTo>
                    <a:pt x="37561" y="244"/>
                    <a:pt x="37230" y="78"/>
                    <a:pt x="32600" y="78"/>
                  </a:cubicBezTo>
                  <a:cubicBezTo>
                    <a:pt x="22018" y="10482"/>
                    <a:pt x="6970" y="10648"/>
                    <a:pt x="191" y="10648"/>
                  </a:cubicBezTo>
                  <a:lnTo>
                    <a:pt x="191" y="16593"/>
                  </a:lnTo>
                  <a:cubicBezTo>
                    <a:pt x="4159" y="16593"/>
                    <a:pt x="15073" y="16593"/>
                    <a:pt x="24167" y="11969"/>
                  </a:cubicBezTo>
                  <a:lnTo>
                    <a:pt x="24167" y="96191"/>
                  </a:lnTo>
                  <a:cubicBezTo>
                    <a:pt x="24167" y="101641"/>
                    <a:pt x="24167" y="103788"/>
                    <a:pt x="7632" y="103788"/>
                  </a:cubicBezTo>
                  <a:lnTo>
                    <a:pt x="1348" y="103788"/>
                  </a:lnTo>
                  <a:lnTo>
                    <a:pt x="1348" y="109733"/>
                  </a:lnTo>
                  <a:cubicBezTo>
                    <a:pt x="4325" y="109568"/>
                    <a:pt x="24663" y="109072"/>
                    <a:pt x="30782" y="109072"/>
                  </a:cubicBezTo>
                  <a:cubicBezTo>
                    <a:pt x="35908" y="109072"/>
                    <a:pt x="56742" y="109568"/>
                    <a:pt x="60380" y="109733"/>
                  </a:cubicBezTo>
                  <a:lnTo>
                    <a:pt x="60380" y="103788"/>
                  </a:lnTo>
                  <a:lnTo>
                    <a:pt x="54097" y="103788"/>
                  </a:lnTo>
                  <a:cubicBezTo>
                    <a:pt x="37561" y="103788"/>
                    <a:pt x="37561" y="101641"/>
                    <a:pt x="37561" y="96191"/>
                  </a:cubicBezTo>
                  <a:lnTo>
                    <a:pt x="37561" y="47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38" name="Freeform: Shape 5337">
              <a:extLst>
                <a:ext uri="{FF2B5EF4-FFF2-40B4-BE49-F238E27FC236}">
                  <a16:creationId xmlns:a16="http://schemas.microsoft.com/office/drawing/2014/main" id="{FE5DE8F4-7C06-9009-ECEE-7F2DEFED6169}"/>
                </a:ext>
              </a:extLst>
            </p:cNvPr>
            <p:cNvSpPr/>
            <p:nvPr>
              <p:custDataLst>
                <p:tags r:id="rId69"/>
              </p:custDataLst>
            </p:nvPr>
          </p:nvSpPr>
          <p:spPr>
            <a:xfrm>
              <a:off x="11331526" y="5454101"/>
              <a:ext cx="25039" cy="25007"/>
            </a:xfrm>
            <a:custGeom>
              <a:avLst/>
              <a:gdLst>
                <a:gd name="connsiteX0" fmla="*/ 25236 w 25039"/>
                <a:gd name="connsiteY0" fmla="*/ 12581 h 25007"/>
                <a:gd name="connsiteX1" fmla="*/ 12717 w 25039"/>
                <a:gd name="connsiteY1" fmla="*/ 77 h 25007"/>
                <a:gd name="connsiteX2" fmla="*/ 197 w 25039"/>
                <a:gd name="connsiteY2" fmla="*/ 12581 h 25007"/>
                <a:gd name="connsiteX3" fmla="*/ 12717 w 25039"/>
                <a:gd name="connsiteY3" fmla="*/ 25084 h 25007"/>
                <a:gd name="connsiteX4" fmla="*/ 25236 w 25039"/>
                <a:gd name="connsiteY4" fmla="*/ 12581 h 25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 h="25007">
                  <a:moveTo>
                    <a:pt x="25236" y="12581"/>
                  </a:moveTo>
                  <a:cubicBezTo>
                    <a:pt x="25236" y="5739"/>
                    <a:pt x="19567" y="77"/>
                    <a:pt x="12717" y="77"/>
                  </a:cubicBezTo>
                  <a:cubicBezTo>
                    <a:pt x="5866" y="77"/>
                    <a:pt x="197" y="5739"/>
                    <a:pt x="197" y="12581"/>
                  </a:cubicBezTo>
                  <a:cubicBezTo>
                    <a:pt x="197" y="19422"/>
                    <a:pt x="5866" y="25084"/>
                    <a:pt x="12717" y="25084"/>
                  </a:cubicBezTo>
                  <a:cubicBezTo>
                    <a:pt x="19567" y="25084"/>
                    <a:pt x="25236" y="19422"/>
                    <a:pt x="25236" y="1258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39" name="Freeform: Shape 5338">
              <a:extLst>
                <a:ext uri="{FF2B5EF4-FFF2-40B4-BE49-F238E27FC236}">
                  <a16:creationId xmlns:a16="http://schemas.microsoft.com/office/drawing/2014/main" id="{D2693268-59A2-41F8-D666-E1543B8B7A06}"/>
                </a:ext>
              </a:extLst>
            </p:cNvPr>
            <p:cNvSpPr/>
            <p:nvPr>
              <p:custDataLst>
                <p:tags r:id="rId70"/>
              </p:custDataLst>
            </p:nvPr>
          </p:nvSpPr>
          <p:spPr>
            <a:xfrm>
              <a:off x="11436513" y="5454101"/>
              <a:ext cx="25039" cy="25007"/>
            </a:xfrm>
            <a:custGeom>
              <a:avLst/>
              <a:gdLst>
                <a:gd name="connsiteX0" fmla="*/ 25241 w 25039"/>
                <a:gd name="connsiteY0" fmla="*/ 12581 h 25007"/>
                <a:gd name="connsiteX1" fmla="*/ 12721 w 25039"/>
                <a:gd name="connsiteY1" fmla="*/ 77 h 25007"/>
                <a:gd name="connsiteX2" fmla="*/ 201 w 25039"/>
                <a:gd name="connsiteY2" fmla="*/ 12581 h 25007"/>
                <a:gd name="connsiteX3" fmla="*/ 12721 w 25039"/>
                <a:gd name="connsiteY3" fmla="*/ 25084 h 25007"/>
                <a:gd name="connsiteX4" fmla="*/ 25241 w 25039"/>
                <a:gd name="connsiteY4" fmla="*/ 12581 h 25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 h="25007">
                  <a:moveTo>
                    <a:pt x="25241" y="12581"/>
                  </a:moveTo>
                  <a:cubicBezTo>
                    <a:pt x="25241" y="5739"/>
                    <a:pt x="19572" y="77"/>
                    <a:pt x="12721" y="77"/>
                  </a:cubicBezTo>
                  <a:cubicBezTo>
                    <a:pt x="5871" y="77"/>
                    <a:pt x="201" y="5739"/>
                    <a:pt x="201" y="12581"/>
                  </a:cubicBezTo>
                  <a:cubicBezTo>
                    <a:pt x="201" y="19422"/>
                    <a:pt x="5871" y="25084"/>
                    <a:pt x="12721" y="25084"/>
                  </a:cubicBezTo>
                  <a:cubicBezTo>
                    <a:pt x="19572" y="25084"/>
                    <a:pt x="25241" y="19422"/>
                    <a:pt x="25241" y="1258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0" name="Freeform: Shape 5339">
              <a:extLst>
                <a:ext uri="{FF2B5EF4-FFF2-40B4-BE49-F238E27FC236}">
                  <a16:creationId xmlns:a16="http://schemas.microsoft.com/office/drawing/2014/main" id="{B4C9E01B-4828-4EF2-6B5A-ED0370272A2A}"/>
                </a:ext>
              </a:extLst>
            </p:cNvPr>
            <p:cNvSpPr/>
            <p:nvPr>
              <p:custDataLst>
                <p:tags r:id="rId71"/>
              </p:custDataLst>
            </p:nvPr>
          </p:nvSpPr>
          <p:spPr>
            <a:xfrm>
              <a:off x="11541500" y="5454101"/>
              <a:ext cx="25039" cy="25007"/>
            </a:xfrm>
            <a:custGeom>
              <a:avLst/>
              <a:gdLst>
                <a:gd name="connsiteX0" fmla="*/ 25245 w 25039"/>
                <a:gd name="connsiteY0" fmla="*/ 12581 h 25007"/>
                <a:gd name="connsiteX1" fmla="*/ 12726 w 25039"/>
                <a:gd name="connsiteY1" fmla="*/ 77 h 25007"/>
                <a:gd name="connsiteX2" fmla="*/ 206 w 25039"/>
                <a:gd name="connsiteY2" fmla="*/ 12581 h 25007"/>
                <a:gd name="connsiteX3" fmla="*/ 12726 w 25039"/>
                <a:gd name="connsiteY3" fmla="*/ 25084 h 25007"/>
                <a:gd name="connsiteX4" fmla="*/ 25245 w 25039"/>
                <a:gd name="connsiteY4" fmla="*/ 12581 h 25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39" h="25007">
                  <a:moveTo>
                    <a:pt x="25245" y="12581"/>
                  </a:moveTo>
                  <a:cubicBezTo>
                    <a:pt x="25245" y="5739"/>
                    <a:pt x="19576" y="77"/>
                    <a:pt x="12726" y="77"/>
                  </a:cubicBezTo>
                  <a:cubicBezTo>
                    <a:pt x="5875" y="77"/>
                    <a:pt x="206" y="5739"/>
                    <a:pt x="206" y="12581"/>
                  </a:cubicBezTo>
                  <a:cubicBezTo>
                    <a:pt x="206" y="19422"/>
                    <a:pt x="5875" y="25084"/>
                    <a:pt x="12726" y="25084"/>
                  </a:cubicBezTo>
                  <a:cubicBezTo>
                    <a:pt x="19576" y="25084"/>
                    <a:pt x="25245" y="19422"/>
                    <a:pt x="25245" y="1258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1" name="Freeform: Shape 5340">
              <a:extLst>
                <a:ext uri="{FF2B5EF4-FFF2-40B4-BE49-F238E27FC236}">
                  <a16:creationId xmlns:a16="http://schemas.microsoft.com/office/drawing/2014/main" id="{DFC9CF89-1E6F-BF0E-C3EE-2F8A00DC29E8}"/>
                </a:ext>
              </a:extLst>
            </p:cNvPr>
            <p:cNvSpPr/>
            <p:nvPr>
              <p:custDataLst>
                <p:tags r:id="rId72"/>
              </p:custDataLst>
            </p:nvPr>
          </p:nvSpPr>
          <p:spPr>
            <a:xfrm>
              <a:off x="11633022" y="5374833"/>
              <a:ext cx="117638" cy="106870"/>
            </a:xfrm>
            <a:custGeom>
              <a:avLst/>
              <a:gdLst>
                <a:gd name="connsiteX0" fmla="*/ 72258 w 117638"/>
                <a:gd name="connsiteY0" fmla="*/ 33105 h 106870"/>
                <a:gd name="connsiteX1" fmla="*/ 95644 w 117638"/>
                <a:gd name="connsiteY1" fmla="*/ 5267 h 106870"/>
                <a:gd name="connsiteX2" fmla="*/ 107455 w 117638"/>
                <a:gd name="connsiteY2" fmla="*/ 8334 h 106870"/>
                <a:gd name="connsiteX3" fmla="*/ 96116 w 117638"/>
                <a:gd name="connsiteY3" fmla="*/ 21074 h 106870"/>
                <a:gd name="connsiteX4" fmla="*/ 105093 w 117638"/>
                <a:gd name="connsiteY4" fmla="*/ 29331 h 106870"/>
                <a:gd name="connsiteX5" fmla="*/ 117849 w 117638"/>
                <a:gd name="connsiteY5" fmla="*/ 15647 h 106870"/>
                <a:gd name="connsiteX6" fmla="*/ 95880 w 117638"/>
                <a:gd name="connsiteY6" fmla="*/ 77 h 106870"/>
                <a:gd name="connsiteX7" fmla="*/ 71077 w 117638"/>
                <a:gd name="connsiteY7" fmla="*/ 18007 h 106870"/>
                <a:gd name="connsiteX8" fmla="*/ 45565 w 117638"/>
                <a:gd name="connsiteY8" fmla="*/ 77 h 106870"/>
                <a:gd name="connsiteX9" fmla="*/ 7533 w 117638"/>
                <a:gd name="connsiteY9" fmla="*/ 36408 h 106870"/>
                <a:gd name="connsiteX10" fmla="*/ 10368 w 117638"/>
                <a:gd name="connsiteY10" fmla="*/ 38767 h 106870"/>
                <a:gd name="connsiteX11" fmla="*/ 13439 w 117638"/>
                <a:gd name="connsiteY11" fmla="*/ 36172 h 106870"/>
                <a:gd name="connsiteX12" fmla="*/ 45092 w 117638"/>
                <a:gd name="connsiteY12" fmla="*/ 5267 h 106870"/>
                <a:gd name="connsiteX13" fmla="*/ 57848 w 117638"/>
                <a:gd name="connsiteY13" fmla="*/ 21074 h 106870"/>
                <a:gd name="connsiteX14" fmla="*/ 45092 w 117638"/>
                <a:gd name="connsiteY14" fmla="*/ 77222 h 106870"/>
                <a:gd name="connsiteX15" fmla="*/ 22651 w 117638"/>
                <a:gd name="connsiteY15" fmla="*/ 101757 h 106870"/>
                <a:gd name="connsiteX16" fmla="*/ 10840 w 117638"/>
                <a:gd name="connsiteY16" fmla="*/ 98691 h 106870"/>
                <a:gd name="connsiteX17" fmla="*/ 21943 w 117638"/>
                <a:gd name="connsiteY17" fmla="*/ 85951 h 106870"/>
                <a:gd name="connsiteX18" fmla="*/ 13202 w 117638"/>
                <a:gd name="connsiteY18" fmla="*/ 77694 h 106870"/>
                <a:gd name="connsiteX19" fmla="*/ 210 w 117638"/>
                <a:gd name="connsiteY19" fmla="*/ 91377 h 106870"/>
                <a:gd name="connsiteX20" fmla="*/ 22415 w 117638"/>
                <a:gd name="connsiteY20" fmla="*/ 106948 h 106870"/>
                <a:gd name="connsiteX21" fmla="*/ 47218 w 117638"/>
                <a:gd name="connsiteY21" fmla="*/ 89018 h 106870"/>
                <a:gd name="connsiteX22" fmla="*/ 72730 w 117638"/>
                <a:gd name="connsiteY22" fmla="*/ 106948 h 106870"/>
                <a:gd name="connsiteX23" fmla="*/ 110526 w 117638"/>
                <a:gd name="connsiteY23" fmla="*/ 70616 h 106870"/>
                <a:gd name="connsiteX24" fmla="*/ 107691 w 117638"/>
                <a:gd name="connsiteY24" fmla="*/ 68257 h 106870"/>
                <a:gd name="connsiteX25" fmla="*/ 104620 w 117638"/>
                <a:gd name="connsiteY25" fmla="*/ 70852 h 106870"/>
                <a:gd name="connsiteX26" fmla="*/ 73203 w 117638"/>
                <a:gd name="connsiteY26" fmla="*/ 101757 h 106870"/>
                <a:gd name="connsiteX27" fmla="*/ 60211 w 117638"/>
                <a:gd name="connsiteY27" fmla="*/ 86187 h 106870"/>
                <a:gd name="connsiteX28" fmla="*/ 64226 w 117638"/>
                <a:gd name="connsiteY28" fmla="*/ 65426 h 106870"/>
                <a:gd name="connsiteX29" fmla="*/ 72258 w 117638"/>
                <a:gd name="connsiteY29" fmla="*/ 33105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638" h="106870">
                  <a:moveTo>
                    <a:pt x="72258" y="33105"/>
                  </a:moveTo>
                  <a:cubicBezTo>
                    <a:pt x="73675" y="26972"/>
                    <a:pt x="79108" y="5267"/>
                    <a:pt x="95644" y="5267"/>
                  </a:cubicBezTo>
                  <a:cubicBezTo>
                    <a:pt x="96825" y="5267"/>
                    <a:pt x="102494" y="5267"/>
                    <a:pt x="107455" y="8334"/>
                  </a:cubicBezTo>
                  <a:cubicBezTo>
                    <a:pt x="100841" y="9514"/>
                    <a:pt x="96116" y="15412"/>
                    <a:pt x="96116" y="21074"/>
                  </a:cubicBezTo>
                  <a:cubicBezTo>
                    <a:pt x="96116" y="24848"/>
                    <a:pt x="98715" y="29331"/>
                    <a:pt x="105093" y="29331"/>
                  </a:cubicBezTo>
                  <a:cubicBezTo>
                    <a:pt x="110290" y="29331"/>
                    <a:pt x="117849" y="25084"/>
                    <a:pt x="117849" y="15647"/>
                  </a:cubicBezTo>
                  <a:cubicBezTo>
                    <a:pt x="117849" y="3380"/>
                    <a:pt x="103912" y="77"/>
                    <a:pt x="95880" y="77"/>
                  </a:cubicBezTo>
                  <a:cubicBezTo>
                    <a:pt x="82179" y="77"/>
                    <a:pt x="73911" y="12581"/>
                    <a:pt x="71077" y="18007"/>
                  </a:cubicBezTo>
                  <a:cubicBezTo>
                    <a:pt x="65171" y="2436"/>
                    <a:pt x="52415" y="77"/>
                    <a:pt x="45565" y="77"/>
                  </a:cubicBezTo>
                  <a:cubicBezTo>
                    <a:pt x="20998" y="77"/>
                    <a:pt x="7533" y="30510"/>
                    <a:pt x="7533" y="36408"/>
                  </a:cubicBezTo>
                  <a:cubicBezTo>
                    <a:pt x="7533" y="38767"/>
                    <a:pt x="9895" y="38767"/>
                    <a:pt x="10368" y="38767"/>
                  </a:cubicBezTo>
                  <a:cubicBezTo>
                    <a:pt x="12258" y="38767"/>
                    <a:pt x="12966" y="38296"/>
                    <a:pt x="13439" y="36172"/>
                  </a:cubicBezTo>
                  <a:cubicBezTo>
                    <a:pt x="21470" y="11165"/>
                    <a:pt x="37061" y="5267"/>
                    <a:pt x="45092" y="5267"/>
                  </a:cubicBezTo>
                  <a:cubicBezTo>
                    <a:pt x="49581" y="5267"/>
                    <a:pt x="57848" y="7390"/>
                    <a:pt x="57848" y="21074"/>
                  </a:cubicBezTo>
                  <a:cubicBezTo>
                    <a:pt x="57848" y="28387"/>
                    <a:pt x="53833" y="44194"/>
                    <a:pt x="45092" y="77222"/>
                  </a:cubicBezTo>
                  <a:cubicBezTo>
                    <a:pt x="41313" y="91849"/>
                    <a:pt x="33045" y="101757"/>
                    <a:pt x="22651" y="101757"/>
                  </a:cubicBezTo>
                  <a:cubicBezTo>
                    <a:pt x="21234" y="101757"/>
                    <a:pt x="15801" y="101757"/>
                    <a:pt x="10840" y="98691"/>
                  </a:cubicBezTo>
                  <a:cubicBezTo>
                    <a:pt x="16746" y="97511"/>
                    <a:pt x="21943" y="92557"/>
                    <a:pt x="21943" y="85951"/>
                  </a:cubicBezTo>
                  <a:cubicBezTo>
                    <a:pt x="21943" y="79581"/>
                    <a:pt x="16746" y="77694"/>
                    <a:pt x="13202" y="77694"/>
                  </a:cubicBezTo>
                  <a:cubicBezTo>
                    <a:pt x="6116" y="77694"/>
                    <a:pt x="210" y="83828"/>
                    <a:pt x="210" y="91377"/>
                  </a:cubicBezTo>
                  <a:cubicBezTo>
                    <a:pt x="210" y="102229"/>
                    <a:pt x="12021" y="106948"/>
                    <a:pt x="22415" y="106948"/>
                  </a:cubicBezTo>
                  <a:cubicBezTo>
                    <a:pt x="38006" y="106948"/>
                    <a:pt x="46510" y="90433"/>
                    <a:pt x="47218" y="89018"/>
                  </a:cubicBezTo>
                  <a:cubicBezTo>
                    <a:pt x="50053" y="97747"/>
                    <a:pt x="58557" y="106948"/>
                    <a:pt x="72730" y="106948"/>
                  </a:cubicBezTo>
                  <a:cubicBezTo>
                    <a:pt x="97061" y="106948"/>
                    <a:pt x="110526" y="76514"/>
                    <a:pt x="110526" y="70616"/>
                  </a:cubicBezTo>
                  <a:cubicBezTo>
                    <a:pt x="110526" y="68257"/>
                    <a:pt x="108400" y="68257"/>
                    <a:pt x="107691" y="68257"/>
                  </a:cubicBezTo>
                  <a:cubicBezTo>
                    <a:pt x="105565" y="68257"/>
                    <a:pt x="105093" y="69201"/>
                    <a:pt x="104620" y="70852"/>
                  </a:cubicBezTo>
                  <a:cubicBezTo>
                    <a:pt x="96825" y="96095"/>
                    <a:pt x="80762" y="101757"/>
                    <a:pt x="73203" y="101757"/>
                  </a:cubicBezTo>
                  <a:cubicBezTo>
                    <a:pt x="63990" y="101757"/>
                    <a:pt x="60211" y="94208"/>
                    <a:pt x="60211" y="86187"/>
                  </a:cubicBezTo>
                  <a:cubicBezTo>
                    <a:pt x="60211" y="80997"/>
                    <a:pt x="61628" y="75807"/>
                    <a:pt x="64226" y="65426"/>
                  </a:cubicBezTo>
                  <a:lnTo>
                    <a:pt x="72258" y="3310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2" name="Freeform: Shape 5341">
              <a:extLst>
                <a:ext uri="{FF2B5EF4-FFF2-40B4-BE49-F238E27FC236}">
                  <a16:creationId xmlns:a16="http://schemas.microsoft.com/office/drawing/2014/main" id="{D4D3E5DB-3364-D1F0-542C-65DFA4B1C30E}"/>
                </a:ext>
              </a:extLst>
            </p:cNvPr>
            <p:cNvSpPr/>
            <p:nvPr>
              <p:custDataLst>
                <p:tags r:id="rId73"/>
              </p:custDataLst>
            </p:nvPr>
          </p:nvSpPr>
          <p:spPr>
            <a:xfrm>
              <a:off x="11773580" y="5399887"/>
              <a:ext cx="81354" cy="116260"/>
            </a:xfrm>
            <a:custGeom>
              <a:avLst/>
              <a:gdLst>
                <a:gd name="connsiteX0" fmla="*/ 39570 w 81354"/>
                <a:gd name="connsiteY0" fmla="*/ 5033 h 116260"/>
                <a:gd name="connsiteX1" fmla="*/ 40232 w 81354"/>
                <a:gd name="connsiteY1" fmla="*/ 2390 h 116260"/>
                <a:gd name="connsiteX2" fmla="*/ 37586 w 81354"/>
                <a:gd name="connsiteY2" fmla="*/ 78 h 116260"/>
                <a:gd name="connsiteX3" fmla="*/ 16421 w 81354"/>
                <a:gd name="connsiteY3" fmla="*/ 1730 h 116260"/>
                <a:gd name="connsiteX4" fmla="*/ 12783 w 81354"/>
                <a:gd name="connsiteY4" fmla="*/ 5528 h 116260"/>
                <a:gd name="connsiteX5" fmla="*/ 17082 w 81354"/>
                <a:gd name="connsiteY5" fmla="*/ 7840 h 116260"/>
                <a:gd name="connsiteX6" fmla="*/ 25019 w 81354"/>
                <a:gd name="connsiteY6" fmla="*/ 10317 h 116260"/>
                <a:gd name="connsiteX7" fmla="*/ 24358 w 81354"/>
                <a:gd name="connsiteY7" fmla="*/ 13950 h 116260"/>
                <a:gd name="connsiteX8" fmla="*/ 1043 w 81354"/>
                <a:gd name="connsiteY8" fmla="*/ 107421 h 116260"/>
                <a:gd name="connsiteX9" fmla="*/ 216 w 81354"/>
                <a:gd name="connsiteY9" fmla="*/ 111054 h 116260"/>
                <a:gd name="connsiteX10" fmla="*/ 5838 w 81354"/>
                <a:gd name="connsiteY10" fmla="*/ 116339 h 116260"/>
                <a:gd name="connsiteX11" fmla="*/ 13444 w 81354"/>
                <a:gd name="connsiteY11" fmla="*/ 109403 h 116260"/>
                <a:gd name="connsiteX12" fmla="*/ 21547 w 81354"/>
                <a:gd name="connsiteY12" fmla="*/ 77365 h 116260"/>
                <a:gd name="connsiteX13" fmla="*/ 42712 w 81354"/>
                <a:gd name="connsiteY13" fmla="*/ 90907 h 116260"/>
                <a:gd name="connsiteX14" fmla="*/ 42381 w 81354"/>
                <a:gd name="connsiteY14" fmla="*/ 94210 h 116260"/>
                <a:gd name="connsiteX15" fmla="*/ 41720 w 81354"/>
                <a:gd name="connsiteY15" fmla="*/ 99329 h 116260"/>
                <a:gd name="connsiteX16" fmla="*/ 59248 w 81354"/>
                <a:gd name="connsiteY16" fmla="*/ 116339 h 116260"/>
                <a:gd name="connsiteX17" fmla="*/ 80248 w 81354"/>
                <a:gd name="connsiteY17" fmla="*/ 91072 h 116260"/>
                <a:gd name="connsiteX18" fmla="*/ 77602 w 81354"/>
                <a:gd name="connsiteY18" fmla="*/ 88925 h 116260"/>
                <a:gd name="connsiteX19" fmla="*/ 74295 w 81354"/>
                <a:gd name="connsiteY19" fmla="*/ 92888 h 116260"/>
                <a:gd name="connsiteX20" fmla="*/ 59744 w 81354"/>
                <a:gd name="connsiteY20" fmla="*/ 111715 h 116260"/>
                <a:gd name="connsiteX21" fmla="*/ 53956 w 81354"/>
                <a:gd name="connsiteY21" fmla="*/ 103127 h 116260"/>
                <a:gd name="connsiteX22" fmla="*/ 54948 w 81354"/>
                <a:gd name="connsiteY22" fmla="*/ 95696 h 116260"/>
                <a:gd name="connsiteX23" fmla="*/ 55775 w 81354"/>
                <a:gd name="connsiteY23" fmla="*/ 90576 h 116260"/>
                <a:gd name="connsiteX24" fmla="*/ 28988 w 81354"/>
                <a:gd name="connsiteY24" fmla="*/ 73071 h 116260"/>
                <a:gd name="connsiteX25" fmla="*/ 42712 w 81354"/>
                <a:gd name="connsiteY25" fmla="*/ 62172 h 116260"/>
                <a:gd name="connsiteX26" fmla="*/ 68673 w 81354"/>
                <a:gd name="connsiteY26" fmla="*/ 46483 h 116260"/>
                <a:gd name="connsiteX27" fmla="*/ 74130 w 81354"/>
                <a:gd name="connsiteY27" fmla="*/ 48630 h 116260"/>
                <a:gd name="connsiteX28" fmla="*/ 65531 w 81354"/>
                <a:gd name="connsiteY28" fmla="*/ 57878 h 116260"/>
                <a:gd name="connsiteX29" fmla="*/ 72145 w 81354"/>
                <a:gd name="connsiteY29" fmla="*/ 63989 h 116260"/>
                <a:gd name="connsiteX30" fmla="*/ 81571 w 81354"/>
                <a:gd name="connsiteY30" fmla="*/ 53419 h 116260"/>
                <a:gd name="connsiteX31" fmla="*/ 68838 w 81354"/>
                <a:gd name="connsiteY31" fmla="*/ 41859 h 116260"/>
                <a:gd name="connsiteX32" fmla="*/ 42381 w 81354"/>
                <a:gd name="connsiteY32" fmla="*/ 56392 h 116260"/>
                <a:gd name="connsiteX33" fmla="*/ 23200 w 81354"/>
                <a:gd name="connsiteY33" fmla="*/ 70925 h 116260"/>
                <a:gd name="connsiteX34" fmla="*/ 39570 w 81354"/>
                <a:gd name="connsiteY34" fmla="*/ 5033 h 11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1354" h="116260">
                  <a:moveTo>
                    <a:pt x="39570" y="5033"/>
                  </a:moveTo>
                  <a:cubicBezTo>
                    <a:pt x="39736" y="4702"/>
                    <a:pt x="40232" y="2556"/>
                    <a:pt x="40232" y="2390"/>
                  </a:cubicBezTo>
                  <a:cubicBezTo>
                    <a:pt x="40232" y="1565"/>
                    <a:pt x="39570" y="78"/>
                    <a:pt x="37586" y="78"/>
                  </a:cubicBezTo>
                  <a:cubicBezTo>
                    <a:pt x="34279" y="78"/>
                    <a:pt x="20555" y="1400"/>
                    <a:pt x="16421" y="1730"/>
                  </a:cubicBezTo>
                  <a:cubicBezTo>
                    <a:pt x="15098" y="1895"/>
                    <a:pt x="12783" y="2060"/>
                    <a:pt x="12783" y="5528"/>
                  </a:cubicBezTo>
                  <a:cubicBezTo>
                    <a:pt x="12783" y="7840"/>
                    <a:pt x="15098" y="7840"/>
                    <a:pt x="17082" y="7840"/>
                  </a:cubicBezTo>
                  <a:cubicBezTo>
                    <a:pt x="25019" y="7840"/>
                    <a:pt x="25019" y="8996"/>
                    <a:pt x="25019" y="10317"/>
                  </a:cubicBezTo>
                  <a:cubicBezTo>
                    <a:pt x="25019" y="11473"/>
                    <a:pt x="24688" y="12464"/>
                    <a:pt x="24358" y="13950"/>
                  </a:cubicBezTo>
                  <a:lnTo>
                    <a:pt x="1043" y="107421"/>
                  </a:lnTo>
                  <a:cubicBezTo>
                    <a:pt x="216" y="110394"/>
                    <a:pt x="216" y="110724"/>
                    <a:pt x="216" y="111054"/>
                  </a:cubicBezTo>
                  <a:cubicBezTo>
                    <a:pt x="216" y="113531"/>
                    <a:pt x="2200" y="116339"/>
                    <a:pt x="5838" y="116339"/>
                  </a:cubicBezTo>
                  <a:cubicBezTo>
                    <a:pt x="10303" y="116339"/>
                    <a:pt x="12452" y="113036"/>
                    <a:pt x="13444" y="109403"/>
                  </a:cubicBezTo>
                  <a:cubicBezTo>
                    <a:pt x="13775" y="108742"/>
                    <a:pt x="20885" y="79677"/>
                    <a:pt x="21547" y="77365"/>
                  </a:cubicBezTo>
                  <a:cubicBezTo>
                    <a:pt x="33287" y="78521"/>
                    <a:pt x="42712" y="82319"/>
                    <a:pt x="42712" y="90907"/>
                  </a:cubicBezTo>
                  <a:cubicBezTo>
                    <a:pt x="42712" y="91732"/>
                    <a:pt x="42712" y="92558"/>
                    <a:pt x="42381" y="94210"/>
                  </a:cubicBezTo>
                  <a:cubicBezTo>
                    <a:pt x="41720" y="96687"/>
                    <a:pt x="41720" y="97512"/>
                    <a:pt x="41720" y="99329"/>
                  </a:cubicBezTo>
                  <a:cubicBezTo>
                    <a:pt x="41720" y="111054"/>
                    <a:pt x="51311" y="116339"/>
                    <a:pt x="59248" y="116339"/>
                  </a:cubicBezTo>
                  <a:cubicBezTo>
                    <a:pt x="75287" y="116339"/>
                    <a:pt x="80248" y="91237"/>
                    <a:pt x="80248" y="91072"/>
                  </a:cubicBezTo>
                  <a:cubicBezTo>
                    <a:pt x="80248" y="88925"/>
                    <a:pt x="78098" y="88925"/>
                    <a:pt x="77602" y="88925"/>
                  </a:cubicBezTo>
                  <a:cubicBezTo>
                    <a:pt x="75287" y="88925"/>
                    <a:pt x="75122" y="89751"/>
                    <a:pt x="74295" y="92888"/>
                  </a:cubicBezTo>
                  <a:cubicBezTo>
                    <a:pt x="72311" y="99990"/>
                    <a:pt x="67846" y="111715"/>
                    <a:pt x="59744" y="111715"/>
                  </a:cubicBezTo>
                  <a:cubicBezTo>
                    <a:pt x="55279" y="111715"/>
                    <a:pt x="53956" y="107586"/>
                    <a:pt x="53956" y="103127"/>
                  </a:cubicBezTo>
                  <a:cubicBezTo>
                    <a:pt x="53956" y="100320"/>
                    <a:pt x="53956" y="99990"/>
                    <a:pt x="54948" y="95696"/>
                  </a:cubicBezTo>
                  <a:cubicBezTo>
                    <a:pt x="55114" y="95200"/>
                    <a:pt x="55775" y="92393"/>
                    <a:pt x="55775" y="90576"/>
                  </a:cubicBezTo>
                  <a:cubicBezTo>
                    <a:pt x="55775" y="75879"/>
                    <a:pt x="35933" y="73567"/>
                    <a:pt x="28988" y="73071"/>
                  </a:cubicBezTo>
                  <a:cubicBezTo>
                    <a:pt x="33783" y="70099"/>
                    <a:pt x="39901" y="64649"/>
                    <a:pt x="42712" y="62172"/>
                  </a:cubicBezTo>
                  <a:cubicBezTo>
                    <a:pt x="51145" y="54245"/>
                    <a:pt x="59413" y="46483"/>
                    <a:pt x="68673" y="46483"/>
                  </a:cubicBezTo>
                  <a:cubicBezTo>
                    <a:pt x="70657" y="46483"/>
                    <a:pt x="72807" y="46979"/>
                    <a:pt x="74130" y="48630"/>
                  </a:cubicBezTo>
                  <a:cubicBezTo>
                    <a:pt x="67019" y="49786"/>
                    <a:pt x="65531" y="55401"/>
                    <a:pt x="65531" y="57878"/>
                  </a:cubicBezTo>
                  <a:cubicBezTo>
                    <a:pt x="65531" y="61511"/>
                    <a:pt x="68342" y="63989"/>
                    <a:pt x="72145" y="63989"/>
                  </a:cubicBezTo>
                  <a:cubicBezTo>
                    <a:pt x="76610" y="63989"/>
                    <a:pt x="81571" y="60355"/>
                    <a:pt x="81571" y="53419"/>
                  </a:cubicBezTo>
                  <a:cubicBezTo>
                    <a:pt x="81571" y="47970"/>
                    <a:pt x="77602" y="41859"/>
                    <a:pt x="68838" y="41859"/>
                  </a:cubicBezTo>
                  <a:cubicBezTo>
                    <a:pt x="59413" y="41859"/>
                    <a:pt x="50815" y="48630"/>
                    <a:pt x="42381" y="56392"/>
                  </a:cubicBezTo>
                  <a:cubicBezTo>
                    <a:pt x="35437" y="62998"/>
                    <a:pt x="29980" y="68117"/>
                    <a:pt x="23200" y="70925"/>
                  </a:cubicBezTo>
                  <a:lnTo>
                    <a:pt x="39570" y="503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3" name="Freeform: Shape 5342">
              <a:extLst>
                <a:ext uri="{FF2B5EF4-FFF2-40B4-BE49-F238E27FC236}">
                  <a16:creationId xmlns:a16="http://schemas.microsoft.com/office/drawing/2014/main" id="{FAC01400-A813-E961-899D-445888A191C4}"/>
                </a:ext>
              </a:extLst>
            </p:cNvPr>
            <p:cNvSpPr/>
            <p:nvPr>
              <p:custDataLst>
                <p:tags r:id="rId74"/>
              </p:custDataLst>
            </p:nvPr>
          </p:nvSpPr>
          <p:spPr>
            <a:xfrm>
              <a:off x="11890868" y="5302170"/>
              <a:ext cx="54803" cy="235917"/>
            </a:xfrm>
            <a:custGeom>
              <a:avLst/>
              <a:gdLst>
                <a:gd name="connsiteX0" fmla="*/ 55024 w 54803"/>
                <a:gd name="connsiteY0" fmla="*/ 118036 h 235917"/>
                <a:gd name="connsiteX1" fmla="*/ 39434 w 54803"/>
                <a:gd name="connsiteY1" fmla="*/ 44429 h 235917"/>
                <a:gd name="connsiteX2" fmla="*/ 2583 w 54803"/>
                <a:gd name="connsiteY2" fmla="*/ 77 h 235917"/>
                <a:gd name="connsiteX3" fmla="*/ 221 w 54803"/>
                <a:gd name="connsiteY3" fmla="*/ 2436 h 235917"/>
                <a:gd name="connsiteX4" fmla="*/ 4709 w 54803"/>
                <a:gd name="connsiteY4" fmla="*/ 7862 h 235917"/>
                <a:gd name="connsiteX5" fmla="*/ 41323 w 54803"/>
                <a:gd name="connsiteY5" fmla="*/ 118036 h 235917"/>
                <a:gd name="connsiteX6" fmla="*/ 3292 w 54803"/>
                <a:gd name="connsiteY6" fmla="*/ 229625 h 235917"/>
                <a:gd name="connsiteX7" fmla="*/ 221 w 54803"/>
                <a:gd name="connsiteY7" fmla="*/ 233635 h 235917"/>
                <a:gd name="connsiteX8" fmla="*/ 2583 w 54803"/>
                <a:gd name="connsiteY8" fmla="*/ 235995 h 235917"/>
                <a:gd name="connsiteX9" fmla="*/ 40142 w 54803"/>
                <a:gd name="connsiteY9" fmla="*/ 189991 h 235917"/>
                <a:gd name="connsiteX10" fmla="*/ 55024 w 54803"/>
                <a:gd name="connsiteY10" fmla="*/ 118036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03" h="235917">
                  <a:moveTo>
                    <a:pt x="55024" y="118036"/>
                  </a:moveTo>
                  <a:cubicBezTo>
                    <a:pt x="55024" y="99634"/>
                    <a:pt x="52426" y="71088"/>
                    <a:pt x="39434" y="44429"/>
                  </a:cubicBezTo>
                  <a:cubicBezTo>
                    <a:pt x="25260" y="15412"/>
                    <a:pt x="4945" y="77"/>
                    <a:pt x="2583" y="77"/>
                  </a:cubicBezTo>
                  <a:cubicBezTo>
                    <a:pt x="1166" y="77"/>
                    <a:pt x="221" y="1021"/>
                    <a:pt x="221" y="2436"/>
                  </a:cubicBezTo>
                  <a:cubicBezTo>
                    <a:pt x="221" y="3144"/>
                    <a:pt x="221" y="3616"/>
                    <a:pt x="4709" y="7862"/>
                  </a:cubicBezTo>
                  <a:cubicBezTo>
                    <a:pt x="27859" y="31218"/>
                    <a:pt x="41323" y="68729"/>
                    <a:pt x="41323" y="118036"/>
                  </a:cubicBezTo>
                  <a:cubicBezTo>
                    <a:pt x="41323" y="158378"/>
                    <a:pt x="32583" y="199899"/>
                    <a:pt x="3292" y="229625"/>
                  </a:cubicBezTo>
                  <a:cubicBezTo>
                    <a:pt x="221" y="232456"/>
                    <a:pt x="221" y="232928"/>
                    <a:pt x="221" y="233635"/>
                  </a:cubicBezTo>
                  <a:cubicBezTo>
                    <a:pt x="221" y="235051"/>
                    <a:pt x="1166" y="235995"/>
                    <a:pt x="2583" y="235995"/>
                  </a:cubicBezTo>
                  <a:cubicBezTo>
                    <a:pt x="4945" y="235995"/>
                    <a:pt x="26205" y="219952"/>
                    <a:pt x="40142" y="189991"/>
                  </a:cubicBezTo>
                  <a:cubicBezTo>
                    <a:pt x="52190" y="164040"/>
                    <a:pt x="55024" y="137853"/>
                    <a:pt x="55024" y="11803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4" name="Freeform: Shape 5343">
              <a:extLst>
                <a:ext uri="{FF2B5EF4-FFF2-40B4-BE49-F238E27FC236}">
                  <a16:creationId xmlns:a16="http://schemas.microsoft.com/office/drawing/2014/main" id="{7FF8DD98-9B7C-D313-DB90-890BFFE8C5A0}"/>
                </a:ext>
              </a:extLst>
            </p:cNvPr>
            <p:cNvSpPr/>
            <p:nvPr>
              <p:custDataLst>
                <p:tags r:id="rId75"/>
              </p:custDataLst>
            </p:nvPr>
          </p:nvSpPr>
          <p:spPr>
            <a:xfrm>
              <a:off x="12048112" y="5392527"/>
              <a:ext cx="157087" cy="55204"/>
            </a:xfrm>
            <a:custGeom>
              <a:avLst/>
              <a:gdLst>
                <a:gd name="connsiteX0" fmla="*/ 149283 w 157087"/>
                <a:gd name="connsiteY0" fmla="*/ 9514 h 55204"/>
                <a:gd name="connsiteX1" fmla="*/ 157315 w 157087"/>
                <a:gd name="connsiteY1" fmla="*/ 4795 h 55204"/>
                <a:gd name="connsiteX2" fmla="*/ 149520 w 157087"/>
                <a:gd name="connsiteY2" fmla="*/ 77 h 55204"/>
                <a:gd name="connsiteX3" fmla="*/ 8023 w 157087"/>
                <a:gd name="connsiteY3" fmla="*/ 77 h 55204"/>
                <a:gd name="connsiteX4" fmla="*/ 227 w 157087"/>
                <a:gd name="connsiteY4" fmla="*/ 4795 h 55204"/>
                <a:gd name="connsiteX5" fmla="*/ 8259 w 157087"/>
                <a:gd name="connsiteY5" fmla="*/ 9514 h 55204"/>
                <a:gd name="connsiteX6" fmla="*/ 149283 w 157087"/>
                <a:gd name="connsiteY6" fmla="*/ 9514 h 55204"/>
                <a:gd name="connsiteX7" fmla="*/ 149520 w 157087"/>
                <a:gd name="connsiteY7" fmla="*/ 55282 h 55204"/>
                <a:gd name="connsiteX8" fmla="*/ 157315 w 157087"/>
                <a:gd name="connsiteY8" fmla="*/ 50563 h 55204"/>
                <a:gd name="connsiteX9" fmla="*/ 149283 w 157087"/>
                <a:gd name="connsiteY9" fmla="*/ 45845 h 55204"/>
                <a:gd name="connsiteX10" fmla="*/ 8259 w 157087"/>
                <a:gd name="connsiteY10" fmla="*/ 45845 h 55204"/>
                <a:gd name="connsiteX11" fmla="*/ 227 w 157087"/>
                <a:gd name="connsiteY11" fmla="*/ 50563 h 55204"/>
                <a:gd name="connsiteX12" fmla="*/ 8023 w 157087"/>
                <a:gd name="connsiteY12" fmla="*/ 55282 h 55204"/>
                <a:gd name="connsiteX13" fmla="*/ 149520 w 157087"/>
                <a:gd name="connsiteY13" fmla="*/ 55282 h 55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087" h="55204">
                  <a:moveTo>
                    <a:pt x="149283" y="9514"/>
                  </a:moveTo>
                  <a:cubicBezTo>
                    <a:pt x="152827" y="9514"/>
                    <a:pt x="157315" y="9514"/>
                    <a:pt x="157315" y="4795"/>
                  </a:cubicBezTo>
                  <a:cubicBezTo>
                    <a:pt x="157315" y="77"/>
                    <a:pt x="152827" y="77"/>
                    <a:pt x="149520" y="77"/>
                  </a:cubicBezTo>
                  <a:lnTo>
                    <a:pt x="8023" y="77"/>
                  </a:lnTo>
                  <a:cubicBezTo>
                    <a:pt x="4716" y="77"/>
                    <a:pt x="227" y="77"/>
                    <a:pt x="227" y="4795"/>
                  </a:cubicBezTo>
                  <a:cubicBezTo>
                    <a:pt x="227" y="9514"/>
                    <a:pt x="4716" y="9514"/>
                    <a:pt x="8259" y="9514"/>
                  </a:cubicBezTo>
                  <a:lnTo>
                    <a:pt x="149283" y="9514"/>
                  </a:lnTo>
                  <a:close/>
                  <a:moveTo>
                    <a:pt x="149520" y="55282"/>
                  </a:moveTo>
                  <a:cubicBezTo>
                    <a:pt x="152827" y="55282"/>
                    <a:pt x="157315" y="55282"/>
                    <a:pt x="157315" y="50563"/>
                  </a:cubicBezTo>
                  <a:cubicBezTo>
                    <a:pt x="157315" y="45845"/>
                    <a:pt x="152827" y="45845"/>
                    <a:pt x="149283" y="45845"/>
                  </a:cubicBezTo>
                  <a:lnTo>
                    <a:pt x="8259" y="45845"/>
                  </a:lnTo>
                  <a:cubicBezTo>
                    <a:pt x="4716" y="45845"/>
                    <a:pt x="227" y="45845"/>
                    <a:pt x="227" y="50563"/>
                  </a:cubicBezTo>
                  <a:cubicBezTo>
                    <a:pt x="227" y="55282"/>
                    <a:pt x="4716" y="55282"/>
                    <a:pt x="8023" y="55282"/>
                  </a:cubicBezTo>
                  <a:lnTo>
                    <a:pt x="149520" y="5528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5" name="Freeform: Shape 5344">
              <a:extLst>
                <a:ext uri="{FF2B5EF4-FFF2-40B4-BE49-F238E27FC236}">
                  <a16:creationId xmlns:a16="http://schemas.microsoft.com/office/drawing/2014/main" id="{6A2176E3-6494-800C-C967-80DABE7C52B8}"/>
                </a:ext>
              </a:extLst>
            </p:cNvPr>
            <p:cNvSpPr/>
            <p:nvPr>
              <p:custDataLst>
                <p:tags r:id="rId76"/>
              </p:custDataLst>
            </p:nvPr>
          </p:nvSpPr>
          <p:spPr>
            <a:xfrm>
              <a:off x="13352502" y="5162387"/>
              <a:ext cx="77953" cy="157121"/>
            </a:xfrm>
            <a:custGeom>
              <a:avLst/>
              <a:gdLst>
                <a:gd name="connsiteX0" fmla="*/ 48708 w 77953"/>
                <a:gd name="connsiteY0" fmla="*/ 6204 h 157121"/>
                <a:gd name="connsiteX1" fmla="*/ 43274 w 77953"/>
                <a:gd name="connsiteY1" fmla="*/ 70 h 157121"/>
                <a:gd name="connsiteX2" fmla="*/ 282 w 77953"/>
                <a:gd name="connsiteY2" fmla="*/ 15169 h 157121"/>
                <a:gd name="connsiteX3" fmla="*/ 282 w 77953"/>
                <a:gd name="connsiteY3" fmla="*/ 22482 h 157121"/>
                <a:gd name="connsiteX4" fmla="*/ 31227 w 77953"/>
                <a:gd name="connsiteY4" fmla="*/ 16348 h 157121"/>
                <a:gd name="connsiteX5" fmla="*/ 31227 w 77953"/>
                <a:gd name="connsiteY5" fmla="*/ 138554 h 157121"/>
                <a:gd name="connsiteX6" fmla="*/ 9259 w 77953"/>
                <a:gd name="connsiteY6" fmla="*/ 149878 h 157121"/>
                <a:gd name="connsiteX7" fmla="*/ 1699 w 77953"/>
                <a:gd name="connsiteY7" fmla="*/ 149878 h 157121"/>
                <a:gd name="connsiteX8" fmla="*/ 1699 w 77953"/>
                <a:gd name="connsiteY8" fmla="*/ 157191 h 157121"/>
                <a:gd name="connsiteX9" fmla="*/ 39967 w 77953"/>
                <a:gd name="connsiteY9" fmla="*/ 156484 h 157121"/>
                <a:gd name="connsiteX10" fmla="*/ 78235 w 77953"/>
                <a:gd name="connsiteY10" fmla="*/ 157191 h 157121"/>
                <a:gd name="connsiteX11" fmla="*/ 78235 w 77953"/>
                <a:gd name="connsiteY11" fmla="*/ 149878 h 157121"/>
                <a:gd name="connsiteX12" fmla="*/ 70676 w 77953"/>
                <a:gd name="connsiteY12" fmla="*/ 149878 h 157121"/>
                <a:gd name="connsiteX13" fmla="*/ 48708 w 77953"/>
                <a:gd name="connsiteY13" fmla="*/ 138554 h 157121"/>
                <a:gd name="connsiteX14" fmla="*/ 48708 w 77953"/>
                <a:gd name="connsiteY14" fmla="*/ 6204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53" h="157121">
                  <a:moveTo>
                    <a:pt x="48708" y="6204"/>
                  </a:moveTo>
                  <a:cubicBezTo>
                    <a:pt x="48708" y="542"/>
                    <a:pt x="48708" y="70"/>
                    <a:pt x="43274" y="70"/>
                  </a:cubicBezTo>
                  <a:cubicBezTo>
                    <a:pt x="28629" y="15169"/>
                    <a:pt x="7841" y="15169"/>
                    <a:pt x="282" y="15169"/>
                  </a:cubicBezTo>
                  <a:lnTo>
                    <a:pt x="282" y="22482"/>
                  </a:lnTo>
                  <a:cubicBezTo>
                    <a:pt x="5007" y="22482"/>
                    <a:pt x="18944" y="22482"/>
                    <a:pt x="31227" y="16348"/>
                  </a:cubicBezTo>
                  <a:lnTo>
                    <a:pt x="31227" y="138554"/>
                  </a:lnTo>
                  <a:cubicBezTo>
                    <a:pt x="31227" y="147047"/>
                    <a:pt x="30519" y="149878"/>
                    <a:pt x="9259" y="149878"/>
                  </a:cubicBezTo>
                  <a:lnTo>
                    <a:pt x="1699" y="149878"/>
                  </a:lnTo>
                  <a:lnTo>
                    <a:pt x="1699" y="157191"/>
                  </a:lnTo>
                  <a:cubicBezTo>
                    <a:pt x="9967" y="156484"/>
                    <a:pt x="30519" y="156484"/>
                    <a:pt x="39967" y="156484"/>
                  </a:cubicBezTo>
                  <a:cubicBezTo>
                    <a:pt x="49416" y="156484"/>
                    <a:pt x="69968" y="156484"/>
                    <a:pt x="78235" y="157191"/>
                  </a:cubicBezTo>
                  <a:lnTo>
                    <a:pt x="78235" y="149878"/>
                  </a:lnTo>
                  <a:lnTo>
                    <a:pt x="70676" y="149878"/>
                  </a:lnTo>
                  <a:cubicBezTo>
                    <a:pt x="49416" y="149878"/>
                    <a:pt x="48708" y="147283"/>
                    <a:pt x="48708" y="138554"/>
                  </a:cubicBezTo>
                  <a:lnTo>
                    <a:pt x="48708" y="620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6" name="Freeform: Shape 5345">
              <a:extLst>
                <a:ext uri="{FF2B5EF4-FFF2-40B4-BE49-F238E27FC236}">
                  <a16:creationId xmlns:a16="http://schemas.microsoft.com/office/drawing/2014/main" id="{62F77642-F880-95CB-F143-88255EDF0D24}"/>
                </a:ext>
              </a:extLst>
            </p:cNvPr>
            <p:cNvSpPr/>
            <p:nvPr>
              <p:custDataLst>
                <p:tags r:id="rId77"/>
              </p:custDataLst>
            </p:nvPr>
          </p:nvSpPr>
          <p:spPr>
            <a:xfrm>
              <a:off x="12312575" y="5415411"/>
              <a:ext cx="2155918" cy="9436"/>
            </a:xfrm>
            <a:custGeom>
              <a:avLst/>
              <a:gdLst>
                <a:gd name="connsiteX0" fmla="*/ 0 w 2155918"/>
                <a:gd name="connsiteY0" fmla="*/ 0 h 9436"/>
                <a:gd name="connsiteX1" fmla="*/ 2155918 w 2155918"/>
                <a:gd name="connsiteY1" fmla="*/ 0 h 9436"/>
                <a:gd name="connsiteX2" fmla="*/ 2155918 w 2155918"/>
                <a:gd name="connsiteY2" fmla="*/ 9436 h 9436"/>
                <a:gd name="connsiteX3" fmla="*/ 0 w 2155918"/>
                <a:gd name="connsiteY3" fmla="*/ 9436 h 9436"/>
              </a:gdLst>
              <a:ahLst/>
              <a:cxnLst>
                <a:cxn ang="0">
                  <a:pos x="connsiteX0" y="connsiteY0"/>
                </a:cxn>
                <a:cxn ang="0">
                  <a:pos x="connsiteX1" y="connsiteY1"/>
                </a:cxn>
                <a:cxn ang="0">
                  <a:pos x="connsiteX2" y="connsiteY2"/>
                </a:cxn>
                <a:cxn ang="0">
                  <a:pos x="connsiteX3" y="connsiteY3"/>
                </a:cxn>
              </a:cxnLst>
              <a:rect l="l" t="t" r="r" b="b"/>
              <a:pathLst>
                <a:path w="2155918" h="9436">
                  <a:moveTo>
                    <a:pt x="0" y="0"/>
                  </a:moveTo>
                  <a:lnTo>
                    <a:pt x="2155918" y="0"/>
                  </a:lnTo>
                  <a:lnTo>
                    <a:pt x="2155918" y="9436"/>
                  </a:lnTo>
                  <a:lnTo>
                    <a:pt x="0" y="943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7" name="Freeform: Shape 5346">
              <a:extLst>
                <a:ext uri="{FF2B5EF4-FFF2-40B4-BE49-F238E27FC236}">
                  <a16:creationId xmlns:a16="http://schemas.microsoft.com/office/drawing/2014/main" id="{D1F1902B-8020-543A-E48B-830A84374404}"/>
                </a:ext>
              </a:extLst>
            </p:cNvPr>
            <p:cNvSpPr/>
            <p:nvPr>
              <p:custDataLst>
                <p:tags r:id="rId78"/>
              </p:custDataLst>
            </p:nvPr>
          </p:nvSpPr>
          <p:spPr>
            <a:xfrm>
              <a:off x="12333598" y="5488045"/>
              <a:ext cx="77953" cy="157121"/>
            </a:xfrm>
            <a:custGeom>
              <a:avLst/>
              <a:gdLst>
                <a:gd name="connsiteX0" fmla="*/ 48665 w 77953"/>
                <a:gd name="connsiteY0" fmla="*/ 6218 h 157121"/>
                <a:gd name="connsiteX1" fmla="*/ 43232 w 77953"/>
                <a:gd name="connsiteY1" fmla="*/ 84 h 157121"/>
                <a:gd name="connsiteX2" fmla="*/ 239 w 77953"/>
                <a:gd name="connsiteY2" fmla="*/ 15183 h 157121"/>
                <a:gd name="connsiteX3" fmla="*/ 239 w 77953"/>
                <a:gd name="connsiteY3" fmla="*/ 22496 h 157121"/>
                <a:gd name="connsiteX4" fmla="*/ 31184 w 77953"/>
                <a:gd name="connsiteY4" fmla="*/ 16362 h 157121"/>
                <a:gd name="connsiteX5" fmla="*/ 31184 w 77953"/>
                <a:gd name="connsiteY5" fmla="*/ 138568 h 157121"/>
                <a:gd name="connsiteX6" fmla="*/ 9216 w 77953"/>
                <a:gd name="connsiteY6" fmla="*/ 149892 h 157121"/>
                <a:gd name="connsiteX7" fmla="*/ 1656 w 77953"/>
                <a:gd name="connsiteY7" fmla="*/ 149892 h 157121"/>
                <a:gd name="connsiteX8" fmla="*/ 1656 w 77953"/>
                <a:gd name="connsiteY8" fmla="*/ 157205 h 157121"/>
                <a:gd name="connsiteX9" fmla="*/ 39924 w 77953"/>
                <a:gd name="connsiteY9" fmla="*/ 156497 h 157121"/>
                <a:gd name="connsiteX10" fmla="*/ 78192 w 77953"/>
                <a:gd name="connsiteY10" fmla="*/ 157205 h 157121"/>
                <a:gd name="connsiteX11" fmla="*/ 78192 w 77953"/>
                <a:gd name="connsiteY11" fmla="*/ 149892 h 157121"/>
                <a:gd name="connsiteX12" fmla="*/ 70633 w 77953"/>
                <a:gd name="connsiteY12" fmla="*/ 149892 h 157121"/>
                <a:gd name="connsiteX13" fmla="*/ 48665 w 77953"/>
                <a:gd name="connsiteY13" fmla="*/ 138568 h 157121"/>
                <a:gd name="connsiteX14" fmla="*/ 48665 w 77953"/>
                <a:gd name="connsiteY14" fmla="*/ 6218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53" h="157121">
                  <a:moveTo>
                    <a:pt x="48665" y="6218"/>
                  </a:moveTo>
                  <a:cubicBezTo>
                    <a:pt x="48665" y="556"/>
                    <a:pt x="48665" y="84"/>
                    <a:pt x="43232" y="84"/>
                  </a:cubicBezTo>
                  <a:cubicBezTo>
                    <a:pt x="28586" y="15183"/>
                    <a:pt x="7798" y="15183"/>
                    <a:pt x="239" y="15183"/>
                  </a:cubicBezTo>
                  <a:lnTo>
                    <a:pt x="239" y="22496"/>
                  </a:lnTo>
                  <a:cubicBezTo>
                    <a:pt x="4964" y="22496"/>
                    <a:pt x="18901" y="22496"/>
                    <a:pt x="31184" y="16362"/>
                  </a:cubicBezTo>
                  <a:lnTo>
                    <a:pt x="31184" y="138568"/>
                  </a:lnTo>
                  <a:cubicBezTo>
                    <a:pt x="31184" y="147061"/>
                    <a:pt x="30476" y="149892"/>
                    <a:pt x="9216" y="149892"/>
                  </a:cubicBezTo>
                  <a:lnTo>
                    <a:pt x="1656" y="149892"/>
                  </a:lnTo>
                  <a:lnTo>
                    <a:pt x="1656" y="157205"/>
                  </a:lnTo>
                  <a:cubicBezTo>
                    <a:pt x="9924" y="156497"/>
                    <a:pt x="30476" y="156497"/>
                    <a:pt x="39924" y="156497"/>
                  </a:cubicBezTo>
                  <a:cubicBezTo>
                    <a:pt x="49373" y="156497"/>
                    <a:pt x="69925" y="156497"/>
                    <a:pt x="78192" y="157205"/>
                  </a:cubicBezTo>
                  <a:lnTo>
                    <a:pt x="78192" y="149892"/>
                  </a:lnTo>
                  <a:lnTo>
                    <a:pt x="70633" y="149892"/>
                  </a:lnTo>
                  <a:cubicBezTo>
                    <a:pt x="49373" y="149892"/>
                    <a:pt x="48665" y="147297"/>
                    <a:pt x="48665" y="138568"/>
                  </a:cubicBezTo>
                  <a:lnTo>
                    <a:pt x="48665" y="621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8" name="Freeform: Shape 5347">
              <a:extLst>
                <a:ext uri="{FF2B5EF4-FFF2-40B4-BE49-F238E27FC236}">
                  <a16:creationId xmlns:a16="http://schemas.microsoft.com/office/drawing/2014/main" id="{20D34399-28E1-8C1A-B069-C36C53B8D254}"/>
                </a:ext>
              </a:extLst>
            </p:cNvPr>
            <p:cNvSpPr/>
            <p:nvPr>
              <p:custDataLst>
                <p:tags r:id="rId79"/>
              </p:custDataLst>
            </p:nvPr>
          </p:nvSpPr>
          <p:spPr>
            <a:xfrm>
              <a:off x="12496407" y="5507626"/>
              <a:ext cx="157087" cy="157121"/>
            </a:xfrm>
            <a:custGeom>
              <a:avLst/>
              <a:gdLst>
                <a:gd name="connsiteX0" fmla="*/ 83633 w 157087"/>
                <a:gd name="connsiteY0" fmla="*/ 83363 h 157121"/>
                <a:gd name="connsiteX1" fmla="*/ 149539 w 157087"/>
                <a:gd name="connsiteY1" fmla="*/ 83363 h 157121"/>
                <a:gd name="connsiteX2" fmla="*/ 157334 w 157087"/>
                <a:gd name="connsiteY2" fmla="*/ 78645 h 157121"/>
                <a:gd name="connsiteX3" fmla="*/ 149539 w 157087"/>
                <a:gd name="connsiteY3" fmla="*/ 73926 h 157121"/>
                <a:gd name="connsiteX4" fmla="*/ 83633 w 157087"/>
                <a:gd name="connsiteY4" fmla="*/ 73926 h 157121"/>
                <a:gd name="connsiteX5" fmla="*/ 83633 w 157087"/>
                <a:gd name="connsiteY5" fmla="*/ 7869 h 157121"/>
                <a:gd name="connsiteX6" fmla="*/ 78908 w 157087"/>
                <a:gd name="connsiteY6" fmla="*/ 84 h 157121"/>
                <a:gd name="connsiteX7" fmla="*/ 74184 w 157087"/>
                <a:gd name="connsiteY7" fmla="*/ 7869 h 157121"/>
                <a:gd name="connsiteX8" fmla="*/ 74184 w 157087"/>
                <a:gd name="connsiteY8" fmla="*/ 73926 h 157121"/>
                <a:gd name="connsiteX9" fmla="*/ 8042 w 157087"/>
                <a:gd name="connsiteY9" fmla="*/ 73926 h 157121"/>
                <a:gd name="connsiteX10" fmla="*/ 246 w 157087"/>
                <a:gd name="connsiteY10" fmla="*/ 78645 h 157121"/>
                <a:gd name="connsiteX11" fmla="*/ 8042 w 157087"/>
                <a:gd name="connsiteY11" fmla="*/ 83363 h 157121"/>
                <a:gd name="connsiteX12" fmla="*/ 74184 w 157087"/>
                <a:gd name="connsiteY12" fmla="*/ 83363 h 157121"/>
                <a:gd name="connsiteX13" fmla="*/ 74184 w 157087"/>
                <a:gd name="connsiteY13" fmla="*/ 149420 h 157121"/>
                <a:gd name="connsiteX14" fmla="*/ 78908 w 157087"/>
                <a:gd name="connsiteY14" fmla="*/ 157205 h 157121"/>
                <a:gd name="connsiteX15" fmla="*/ 83633 w 157087"/>
                <a:gd name="connsiteY15" fmla="*/ 149420 h 157121"/>
                <a:gd name="connsiteX16" fmla="*/ 83633 w 157087"/>
                <a:gd name="connsiteY16" fmla="*/ 83363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087" h="157121">
                  <a:moveTo>
                    <a:pt x="83633" y="83363"/>
                  </a:moveTo>
                  <a:lnTo>
                    <a:pt x="149539" y="83363"/>
                  </a:lnTo>
                  <a:cubicBezTo>
                    <a:pt x="152846" y="83363"/>
                    <a:pt x="157334" y="83363"/>
                    <a:pt x="157334" y="78645"/>
                  </a:cubicBezTo>
                  <a:cubicBezTo>
                    <a:pt x="157334" y="73926"/>
                    <a:pt x="152846" y="73926"/>
                    <a:pt x="149539" y="73926"/>
                  </a:cubicBezTo>
                  <a:lnTo>
                    <a:pt x="83633" y="73926"/>
                  </a:lnTo>
                  <a:lnTo>
                    <a:pt x="83633" y="7869"/>
                  </a:lnTo>
                  <a:cubicBezTo>
                    <a:pt x="83633" y="4566"/>
                    <a:pt x="83633" y="84"/>
                    <a:pt x="78908" y="84"/>
                  </a:cubicBezTo>
                  <a:cubicBezTo>
                    <a:pt x="74184" y="84"/>
                    <a:pt x="74184" y="4566"/>
                    <a:pt x="74184" y="7869"/>
                  </a:cubicBezTo>
                  <a:lnTo>
                    <a:pt x="74184" y="73926"/>
                  </a:lnTo>
                  <a:lnTo>
                    <a:pt x="8042" y="73926"/>
                  </a:lnTo>
                  <a:cubicBezTo>
                    <a:pt x="4735" y="73926"/>
                    <a:pt x="246" y="73926"/>
                    <a:pt x="246" y="78645"/>
                  </a:cubicBezTo>
                  <a:cubicBezTo>
                    <a:pt x="246" y="83363"/>
                    <a:pt x="4735" y="83363"/>
                    <a:pt x="8042" y="83363"/>
                  </a:cubicBezTo>
                  <a:lnTo>
                    <a:pt x="74184" y="83363"/>
                  </a:lnTo>
                  <a:lnTo>
                    <a:pt x="74184" y="149420"/>
                  </a:lnTo>
                  <a:cubicBezTo>
                    <a:pt x="74184" y="152723"/>
                    <a:pt x="74184" y="157205"/>
                    <a:pt x="78908" y="157205"/>
                  </a:cubicBezTo>
                  <a:cubicBezTo>
                    <a:pt x="83633" y="157205"/>
                    <a:pt x="83633" y="152723"/>
                    <a:pt x="83633" y="149420"/>
                  </a:cubicBezTo>
                  <a:lnTo>
                    <a:pt x="83633" y="8336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49" name="Freeform: Shape 5348">
              <a:extLst>
                <a:ext uri="{FF2B5EF4-FFF2-40B4-BE49-F238E27FC236}">
                  <a16:creationId xmlns:a16="http://schemas.microsoft.com/office/drawing/2014/main" id="{85897626-E976-25FE-C66B-59B6BA5AA603}"/>
                </a:ext>
              </a:extLst>
            </p:cNvPr>
            <p:cNvSpPr/>
            <p:nvPr>
              <p:custDataLst>
                <p:tags r:id="rId80"/>
              </p:custDataLst>
            </p:nvPr>
          </p:nvSpPr>
          <p:spPr>
            <a:xfrm>
              <a:off x="12730266" y="5540891"/>
              <a:ext cx="90709" cy="106870"/>
            </a:xfrm>
            <a:custGeom>
              <a:avLst/>
              <a:gdLst>
                <a:gd name="connsiteX0" fmla="*/ 33564 w 90709"/>
                <a:gd name="connsiteY0" fmla="*/ 49863 h 106870"/>
                <a:gd name="connsiteX1" fmla="*/ 69706 w 90709"/>
                <a:gd name="connsiteY1" fmla="*/ 44436 h 106870"/>
                <a:gd name="connsiteX2" fmla="*/ 87422 w 90709"/>
                <a:gd name="connsiteY2" fmla="*/ 20137 h 106870"/>
                <a:gd name="connsiteX3" fmla="*/ 62146 w 90709"/>
                <a:gd name="connsiteY3" fmla="*/ 84 h 106870"/>
                <a:gd name="connsiteX4" fmla="*/ 256 w 90709"/>
                <a:gd name="connsiteY4" fmla="*/ 64254 h 106870"/>
                <a:gd name="connsiteX5" fmla="*/ 37343 w 90709"/>
                <a:gd name="connsiteY5" fmla="*/ 106955 h 106870"/>
                <a:gd name="connsiteX6" fmla="*/ 90965 w 90709"/>
                <a:gd name="connsiteY6" fmla="*/ 79116 h 106870"/>
                <a:gd name="connsiteX7" fmla="*/ 88131 w 90709"/>
                <a:gd name="connsiteY7" fmla="*/ 76049 h 106870"/>
                <a:gd name="connsiteX8" fmla="*/ 85060 w 90709"/>
                <a:gd name="connsiteY8" fmla="*/ 78409 h 106870"/>
                <a:gd name="connsiteX9" fmla="*/ 37816 w 90709"/>
                <a:gd name="connsiteY9" fmla="*/ 101764 h 106870"/>
                <a:gd name="connsiteX10" fmla="*/ 17264 w 90709"/>
                <a:gd name="connsiteY10" fmla="*/ 74398 h 106870"/>
                <a:gd name="connsiteX11" fmla="*/ 21044 w 90709"/>
                <a:gd name="connsiteY11" fmla="*/ 49863 h 106870"/>
                <a:gd name="connsiteX12" fmla="*/ 33564 w 90709"/>
                <a:gd name="connsiteY12" fmla="*/ 49863 h 106870"/>
                <a:gd name="connsiteX13" fmla="*/ 22461 w 90709"/>
                <a:gd name="connsiteY13" fmla="*/ 44672 h 106870"/>
                <a:gd name="connsiteX14" fmla="*/ 62146 w 90709"/>
                <a:gd name="connsiteY14" fmla="*/ 5274 h 106870"/>
                <a:gd name="connsiteX15" fmla="*/ 79627 w 90709"/>
                <a:gd name="connsiteY15" fmla="*/ 20137 h 106870"/>
                <a:gd name="connsiteX16" fmla="*/ 32146 w 90709"/>
                <a:gd name="connsiteY16" fmla="*/ 44672 h 106870"/>
                <a:gd name="connsiteX17" fmla="*/ 22461 w 90709"/>
                <a:gd name="connsiteY17" fmla="*/ 44672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709" h="106870">
                  <a:moveTo>
                    <a:pt x="33564" y="49863"/>
                  </a:moveTo>
                  <a:cubicBezTo>
                    <a:pt x="40414" y="49863"/>
                    <a:pt x="57894" y="49391"/>
                    <a:pt x="69706" y="44436"/>
                  </a:cubicBezTo>
                  <a:cubicBezTo>
                    <a:pt x="86241" y="37359"/>
                    <a:pt x="87422" y="23440"/>
                    <a:pt x="87422" y="20137"/>
                  </a:cubicBezTo>
                  <a:cubicBezTo>
                    <a:pt x="87422" y="9757"/>
                    <a:pt x="78446" y="84"/>
                    <a:pt x="62146" y="84"/>
                  </a:cubicBezTo>
                  <a:cubicBezTo>
                    <a:pt x="35926" y="84"/>
                    <a:pt x="256" y="22968"/>
                    <a:pt x="256" y="64254"/>
                  </a:cubicBezTo>
                  <a:cubicBezTo>
                    <a:pt x="256" y="88317"/>
                    <a:pt x="14193" y="106955"/>
                    <a:pt x="37343" y="106955"/>
                  </a:cubicBezTo>
                  <a:cubicBezTo>
                    <a:pt x="71123" y="106955"/>
                    <a:pt x="90965" y="81947"/>
                    <a:pt x="90965" y="79116"/>
                  </a:cubicBezTo>
                  <a:cubicBezTo>
                    <a:pt x="90965" y="77701"/>
                    <a:pt x="89548" y="76049"/>
                    <a:pt x="88131" y="76049"/>
                  </a:cubicBezTo>
                  <a:cubicBezTo>
                    <a:pt x="86950" y="76049"/>
                    <a:pt x="86477" y="76521"/>
                    <a:pt x="85060" y="78409"/>
                  </a:cubicBezTo>
                  <a:cubicBezTo>
                    <a:pt x="66398" y="101764"/>
                    <a:pt x="40650" y="101764"/>
                    <a:pt x="37816" y="101764"/>
                  </a:cubicBezTo>
                  <a:cubicBezTo>
                    <a:pt x="19390" y="101764"/>
                    <a:pt x="17264" y="81947"/>
                    <a:pt x="17264" y="74398"/>
                  </a:cubicBezTo>
                  <a:cubicBezTo>
                    <a:pt x="17264" y="71567"/>
                    <a:pt x="17501" y="64254"/>
                    <a:pt x="21044" y="49863"/>
                  </a:cubicBezTo>
                  <a:lnTo>
                    <a:pt x="33564" y="49863"/>
                  </a:lnTo>
                  <a:close/>
                  <a:moveTo>
                    <a:pt x="22461" y="44672"/>
                  </a:moveTo>
                  <a:cubicBezTo>
                    <a:pt x="31674" y="8813"/>
                    <a:pt x="56005" y="5274"/>
                    <a:pt x="62146" y="5274"/>
                  </a:cubicBezTo>
                  <a:cubicBezTo>
                    <a:pt x="73249" y="5274"/>
                    <a:pt x="79627" y="12116"/>
                    <a:pt x="79627" y="20137"/>
                  </a:cubicBezTo>
                  <a:cubicBezTo>
                    <a:pt x="79627" y="44672"/>
                    <a:pt x="41831" y="44672"/>
                    <a:pt x="32146" y="44672"/>
                  </a:cubicBezTo>
                  <a:lnTo>
                    <a:pt x="22461" y="4467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50" name="Freeform: Shape 5349">
              <a:extLst>
                <a:ext uri="{FF2B5EF4-FFF2-40B4-BE49-F238E27FC236}">
                  <a16:creationId xmlns:a16="http://schemas.microsoft.com/office/drawing/2014/main" id="{C7920B0D-8F70-F88E-618E-57877FA9A9D8}"/>
                </a:ext>
              </a:extLst>
            </p:cNvPr>
            <p:cNvSpPr/>
            <p:nvPr>
              <p:custDataLst>
                <p:tags r:id="rId81"/>
              </p:custDataLst>
            </p:nvPr>
          </p:nvSpPr>
          <p:spPr>
            <a:xfrm>
              <a:off x="12847249" y="5531598"/>
              <a:ext cx="111780" cy="8091"/>
            </a:xfrm>
            <a:custGeom>
              <a:avLst/>
              <a:gdLst>
                <a:gd name="connsiteX0" fmla="*/ 105427 w 111780"/>
                <a:gd name="connsiteY0" fmla="*/ 8173 h 8091"/>
                <a:gd name="connsiteX1" fmla="*/ 112041 w 111780"/>
                <a:gd name="connsiteY1" fmla="*/ 4210 h 8091"/>
                <a:gd name="connsiteX2" fmla="*/ 105427 w 111780"/>
                <a:gd name="connsiteY2" fmla="*/ 81 h 8091"/>
                <a:gd name="connsiteX3" fmla="*/ 6875 w 111780"/>
                <a:gd name="connsiteY3" fmla="*/ 81 h 8091"/>
                <a:gd name="connsiteX4" fmla="*/ 261 w 111780"/>
                <a:gd name="connsiteY4" fmla="*/ 4044 h 8091"/>
                <a:gd name="connsiteX5" fmla="*/ 6875 w 111780"/>
                <a:gd name="connsiteY5" fmla="*/ 8173 h 8091"/>
                <a:gd name="connsiteX6" fmla="*/ 105427 w 111780"/>
                <a:gd name="connsiteY6" fmla="*/ 8173 h 8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780" h="8091">
                  <a:moveTo>
                    <a:pt x="105427" y="8173"/>
                  </a:moveTo>
                  <a:cubicBezTo>
                    <a:pt x="108073" y="8173"/>
                    <a:pt x="112041" y="8173"/>
                    <a:pt x="112041" y="4210"/>
                  </a:cubicBezTo>
                  <a:cubicBezTo>
                    <a:pt x="112041" y="81"/>
                    <a:pt x="108238" y="81"/>
                    <a:pt x="105427" y="81"/>
                  </a:cubicBezTo>
                  <a:lnTo>
                    <a:pt x="6875" y="81"/>
                  </a:lnTo>
                  <a:cubicBezTo>
                    <a:pt x="4229" y="81"/>
                    <a:pt x="261" y="81"/>
                    <a:pt x="261" y="4044"/>
                  </a:cubicBezTo>
                  <a:cubicBezTo>
                    <a:pt x="261" y="8173"/>
                    <a:pt x="4064" y="8173"/>
                    <a:pt x="6875" y="8173"/>
                  </a:cubicBezTo>
                  <a:lnTo>
                    <a:pt x="105427" y="817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51" name="Freeform: Shape 5350">
              <a:extLst>
                <a:ext uri="{FF2B5EF4-FFF2-40B4-BE49-F238E27FC236}">
                  <a16:creationId xmlns:a16="http://schemas.microsoft.com/office/drawing/2014/main" id="{12202726-AFC1-8142-A1D6-735E7E188EF6}"/>
                </a:ext>
              </a:extLst>
            </p:cNvPr>
            <p:cNvSpPr/>
            <p:nvPr>
              <p:custDataLst>
                <p:tags r:id="rId82"/>
              </p:custDataLst>
            </p:nvPr>
          </p:nvSpPr>
          <p:spPr>
            <a:xfrm>
              <a:off x="12996046" y="5453156"/>
              <a:ext cx="42992" cy="164977"/>
            </a:xfrm>
            <a:custGeom>
              <a:avLst/>
              <a:gdLst>
                <a:gd name="connsiteX0" fmla="*/ 39952 w 42992"/>
                <a:gd name="connsiteY0" fmla="*/ 81 h 164977"/>
                <a:gd name="connsiteX1" fmla="*/ 267 w 42992"/>
                <a:gd name="connsiteY1" fmla="*/ 82487 h 164977"/>
                <a:gd name="connsiteX2" fmla="*/ 39952 w 42992"/>
                <a:gd name="connsiteY2" fmla="*/ 165058 h 164977"/>
                <a:gd name="connsiteX3" fmla="*/ 43260 w 42992"/>
                <a:gd name="connsiteY3" fmla="*/ 163077 h 164977"/>
                <a:gd name="connsiteX4" fmla="*/ 41606 w 42992"/>
                <a:gd name="connsiteY4" fmla="*/ 160599 h 164977"/>
                <a:gd name="connsiteX5" fmla="*/ 11511 w 42992"/>
                <a:gd name="connsiteY5" fmla="*/ 82652 h 164977"/>
                <a:gd name="connsiteX6" fmla="*/ 42102 w 42992"/>
                <a:gd name="connsiteY6" fmla="*/ 4044 h 164977"/>
                <a:gd name="connsiteX7" fmla="*/ 43260 w 42992"/>
                <a:gd name="connsiteY7" fmla="*/ 2063 h 164977"/>
                <a:gd name="connsiteX8" fmla="*/ 39952 w 42992"/>
                <a:gd name="connsiteY8" fmla="*/ 81 h 164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92" h="164977">
                  <a:moveTo>
                    <a:pt x="39952" y="81"/>
                  </a:moveTo>
                  <a:cubicBezTo>
                    <a:pt x="8535" y="22210"/>
                    <a:pt x="267" y="57220"/>
                    <a:pt x="267" y="82487"/>
                  </a:cubicBezTo>
                  <a:cubicBezTo>
                    <a:pt x="267" y="105772"/>
                    <a:pt x="7212" y="141938"/>
                    <a:pt x="39952" y="165058"/>
                  </a:cubicBezTo>
                  <a:cubicBezTo>
                    <a:pt x="41275" y="165058"/>
                    <a:pt x="43260" y="165058"/>
                    <a:pt x="43260" y="163077"/>
                  </a:cubicBezTo>
                  <a:cubicBezTo>
                    <a:pt x="43260" y="162086"/>
                    <a:pt x="42763" y="161755"/>
                    <a:pt x="41606" y="160599"/>
                  </a:cubicBezTo>
                  <a:cubicBezTo>
                    <a:pt x="19614" y="140782"/>
                    <a:pt x="11511" y="112708"/>
                    <a:pt x="11511" y="82652"/>
                  </a:cubicBezTo>
                  <a:cubicBezTo>
                    <a:pt x="11511" y="38064"/>
                    <a:pt x="28543" y="16265"/>
                    <a:pt x="42102" y="4044"/>
                  </a:cubicBezTo>
                  <a:cubicBezTo>
                    <a:pt x="42763" y="3384"/>
                    <a:pt x="43260" y="2888"/>
                    <a:pt x="43260" y="2063"/>
                  </a:cubicBezTo>
                  <a:cubicBezTo>
                    <a:pt x="43260" y="81"/>
                    <a:pt x="41275" y="81"/>
                    <a:pt x="39952" y="8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52" name="Freeform: Shape 5351">
              <a:extLst>
                <a:ext uri="{FF2B5EF4-FFF2-40B4-BE49-F238E27FC236}">
                  <a16:creationId xmlns:a16="http://schemas.microsoft.com/office/drawing/2014/main" id="{B4BA8CBB-A123-BE24-281F-21E08102F453}"/>
                </a:ext>
              </a:extLst>
            </p:cNvPr>
            <p:cNvSpPr/>
            <p:nvPr>
              <p:custDataLst>
                <p:tags r:id="rId83"/>
              </p:custDataLst>
            </p:nvPr>
          </p:nvSpPr>
          <p:spPr>
            <a:xfrm>
              <a:off x="13058909" y="5460587"/>
              <a:ext cx="96610" cy="148463"/>
            </a:xfrm>
            <a:custGeom>
              <a:avLst/>
              <a:gdLst>
                <a:gd name="connsiteX0" fmla="*/ 96881 w 96610"/>
                <a:gd name="connsiteY0" fmla="*/ 23036 h 148463"/>
                <a:gd name="connsiteX1" fmla="*/ 69763 w 96610"/>
                <a:gd name="connsiteY1" fmla="*/ 81 h 148463"/>
                <a:gd name="connsiteX2" fmla="*/ 26274 w 96610"/>
                <a:gd name="connsiteY2" fmla="*/ 42523 h 148463"/>
                <a:gd name="connsiteX3" fmla="*/ 313 w 96610"/>
                <a:gd name="connsiteY3" fmla="*/ 146562 h 148463"/>
                <a:gd name="connsiteX4" fmla="*/ 2628 w 96610"/>
                <a:gd name="connsiteY4" fmla="*/ 148544 h 148463"/>
                <a:gd name="connsiteX5" fmla="*/ 5770 w 96610"/>
                <a:gd name="connsiteY5" fmla="*/ 147388 h 148463"/>
                <a:gd name="connsiteX6" fmla="*/ 16849 w 96610"/>
                <a:gd name="connsiteY6" fmla="*/ 103295 h 148463"/>
                <a:gd name="connsiteX7" fmla="*/ 41652 w 96610"/>
                <a:gd name="connsiteY7" fmla="*/ 117993 h 148463"/>
                <a:gd name="connsiteX8" fmla="*/ 90928 w 96610"/>
                <a:gd name="connsiteY8" fmla="*/ 76047 h 148463"/>
                <a:gd name="connsiteX9" fmla="*/ 78030 w 96610"/>
                <a:gd name="connsiteY9" fmla="*/ 50945 h 148463"/>
                <a:gd name="connsiteX10" fmla="*/ 96881 w 96610"/>
                <a:gd name="connsiteY10" fmla="*/ 23036 h 148463"/>
                <a:gd name="connsiteX11" fmla="*/ 64140 w 96610"/>
                <a:gd name="connsiteY11" fmla="*/ 50780 h 148463"/>
                <a:gd name="connsiteX12" fmla="*/ 55707 w 96610"/>
                <a:gd name="connsiteY12" fmla="*/ 51936 h 148463"/>
                <a:gd name="connsiteX13" fmla="*/ 47936 w 96610"/>
                <a:gd name="connsiteY13" fmla="*/ 51110 h 148463"/>
                <a:gd name="connsiteX14" fmla="*/ 55707 w 96610"/>
                <a:gd name="connsiteY14" fmla="*/ 49954 h 148463"/>
                <a:gd name="connsiteX15" fmla="*/ 64140 w 96610"/>
                <a:gd name="connsiteY15" fmla="*/ 50780 h 148463"/>
                <a:gd name="connsiteX16" fmla="*/ 85967 w 96610"/>
                <a:gd name="connsiteY16" fmla="*/ 20063 h 148463"/>
                <a:gd name="connsiteX17" fmla="*/ 71416 w 96610"/>
                <a:gd name="connsiteY17" fmla="*/ 47477 h 148463"/>
                <a:gd name="connsiteX18" fmla="*/ 55873 w 96610"/>
                <a:gd name="connsiteY18" fmla="*/ 45330 h 148463"/>
                <a:gd name="connsiteX19" fmla="*/ 41817 w 96610"/>
                <a:gd name="connsiteY19" fmla="*/ 51605 h 148463"/>
                <a:gd name="connsiteX20" fmla="*/ 55377 w 96610"/>
                <a:gd name="connsiteY20" fmla="*/ 56395 h 148463"/>
                <a:gd name="connsiteX21" fmla="*/ 71085 w 96610"/>
                <a:gd name="connsiteY21" fmla="*/ 54083 h 148463"/>
                <a:gd name="connsiteX22" fmla="*/ 78692 w 96610"/>
                <a:gd name="connsiteY22" fmla="*/ 71588 h 148463"/>
                <a:gd name="connsiteX23" fmla="*/ 42148 w 96610"/>
                <a:gd name="connsiteY23" fmla="*/ 113369 h 148463"/>
                <a:gd name="connsiteX24" fmla="*/ 20321 w 96610"/>
                <a:gd name="connsiteY24" fmla="*/ 92561 h 148463"/>
                <a:gd name="connsiteX25" fmla="*/ 20817 w 96610"/>
                <a:gd name="connsiteY25" fmla="*/ 87772 h 148463"/>
                <a:gd name="connsiteX26" fmla="*/ 31731 w 96610"/>
                <a:gd name="connsiteY26" fmla="*/ 43844 h 148463"/>
                <a:gd name="connsiteX27" fmla="*/ 69432 w 96610"/>
                <a:gd name="connsiteY27" fmla="*/ 4705 h 148463"/>
                <a:gd name="connsiteX28" fmla="*/ 85967 w 96610"/>
                <a:gd name="connsiteY28" fmla="*/ 20063 h 14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6610" h="148463">
                  <a:moveTo>
                    <a:pt x="96881" y="23036"/>
                  </a:moveTo>
                  <a:cubicBezTo>
                    <a:pt x="96881" y="8503"/>
                    <a:pt x="84314" y="81"/>
                    <a:pt x="69763" y="81"/>
                  </a:cubicBezTo>
                  <a:cubicBezTo>
                    <a:pt x="47109" y="81"/>
                    <a:pt x="30408" y="25843"/>
                    <a:pt x="26274" y="42523"/>
                  </a:cubicBezTo>
                  <a:lnTo>
                    <a:pt x="313" y="146562"/>
                  </a:lnTo>
                  <a:cubicBezTo>
                    <a:pt x="-17" y="147718"/>
                    <a:pt x="1636" y="148544"/>
                    <a:pt x="2628" y="148544"/>
                  </a:cubicBezTo>
                  <a:cubicBezTo>
                    <a:pt x="4116" y="148544"/>
                    <a:pt x="5439" y="148379"/>
                    <a:pt x="5770" y="147388"/>
                  </a:cubicBezTo>
                  <a:lnTo>
                    <a:pt x="16849" y="103295"/>
                  </a:lnTo>
                  <a:cubicBezTo>
                    <a:pt x="20321" y="110892"/>
                    <a:pt x="28258" y="117993"/>
                    <a:pt x="41652" y="117993"/>
                  </a:cubicBezTo>
                  <a:cubicBezTo>
                    <a:pt x="64802" y="117993"/>
                    <a:pt x="90928" y="101313"/>
                    <a:pt x="90928" y="76047"/>
                  </a:cubicBezTo>
                  <a:cubicBezTo>
                    <a:pt x="90928" y="66303"/>
                    <a:pt x="86463" y="56395"/>
                    <a:pt x="78030" y="50945"/>
                  </a:cubicBezTo>
                  <a:cubicBezTo>
                    <a:pt x="86133" y="45825"/>
                    <a:pt x="96881" y="36412"/>
                    <a:pt x="96881" y="23036"/>
                  </a:cubicBezTo>
                  <a:close/>
                  <a:moveTo>
                    <a:pt x="64140" y="50780"/>
                  </a:moveTo>
                  <a:cubicBezTo>
                    <a:pt x="61660" y="51275"/>
                    <a:pt x="60503" y="51936"/>
                    <a:pt x="55707" y="51936"/>
                  </a:cubicBezTo>
                  <a:cubicBezTo>
                    <a:pt x="53062" y="51936"/>
                    <a:pt x="49093" y="51771"/>
                    <a:pt x="47936" y="51110"/>
                  </a:cubicBezTo>
                  <a:cubicBezTo>
                    <a:pt x="49589" y="50119"/>
                    <a:pt x="54219" y="49954"/>
                    <a:pt x="55707" y="49954"/>
                  </a:cubicBezTo>
                  <a:cubicBezTo>
                    <a:pt x="58188" y="49954"/>
                    <a:pt x="61825" y="50119"/>
                    <a:pt x="64140" y="50780"/>
                  </a:cubicBezTo>
                  <a:close/>
                  <a:moveTo>
                    <a:pt x="85967" y="20063"/>
                  </a:moveTo>
                  <a:cubicBezTo>
                    <a:pt x="85967" y="28816"/>
                    <a:pt x="81668" y="41697"/>
                    <a:pt x="71416" y="47477"/>
                  </a:cubicBezTo>
                  <a:cubicBezTo>
                    <a:pt x="68274" y="46486"/>
                    <a:pt x="65133" y="45330"/>
                    <a:pt x="55873" y="45330"/>
                  </a:cubicBezTo>
                  <a:cubicBezTo>
                    <a:pt x="50085" y="45330"/>
                    <a:pt x="41817" y="45660"/>
                    <a:pt x="41817" y="51605"/>
                  </a:cubicBezTo>
                  <a:cubicBezTo>
                    <a:pt x="41817" y="55734"/>
                    <a:pt x="46943" y="56395"/>
                    <a:pt x="55377" y="56395"/>
                  </a:cubicBezTo>
                  <a:cubicBezTo>
                    <a:pt x="60999" y="56395"/>
                    <a:pt x="65959" y="55569"/>
                    <a:pt x="71085" y="54083"/>
                  </a:cubicBezTo>
                  <a:cubicBezTo>
                    <a:pt x="76046" y="57551"/>
                    <a:pt x="78692" y="64321"/>
                    <a:pt x="78692" y="71588"/>
                  </a:cubicBezTo>
                  <a:cubicBezTo>
                    <a:pt x="78692" y="95533"/>
                    <a:pt x="62322" y="113369"/>
                    <a:pt x="42148" y="113369"/>
                  </a:cubicBezTo>
                  <a:cubicBezTo>
                    <a:pt x="29416" y="113369"/>
                    <a:pt x="20321" y="105607"/>
                    <a:pt x="20321" y="92561"/>
                  </a:cubicBezTo>
                  <a:cubicBezTo>
                    <a:pt x="20321" y="90909"/>
                    <a:pt x="20487" y="89258"/>
                    <a:pt x="20817" y="87772"/>
                  </a:cubicBezTo>
                  <a:lnTo>
                    <a:pt x="31731" y="43844"/>
                  </a:lnTo>
                  <a:cubicBezTo>
                    <a:pt x="35699" y="28155"/>
                    <a:pt x="50251" y="4705"/>
                    <a:pt x="69432" y="4705"/>
                  </a:cubicBezTo>
                  <a:cubicBezTo>
                    <a:pt x="79188" y="4705"/>
                    <a:pt x="85967" y="9990"/>
                    <a:pt x="85967" y="2006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53" name="Freeform: Shape 5352">
              <a:extLst>
                <a:ext uri="{FF2B5EF4-FFF2-40B4-BE49-F238E27FC236}">
                  <a16:creationId xmlns:a16="http://schemas.microsoft.com/office/drawing/2014/main" id="{6E03F60D-838C-E222-3FBC-E309242B85CF}"/>
                </a:ext>
              </a:extLst>
            </p:cNvPr>
            <p:cNvSpPr/>
            <p:nvPr>
              <p:custDataLst>
                <p:tags r:id="rId84"/>
              </p:custDataLst>
            </p:nvPr>
          </p:nvSpPr>
          <p:spPr>
            <a:xfrm>
              <a:off x="13167293" y="5522044"/>
              <a:ext cx="61653" cy="81155"/>
            </a:xfrm>
            <a:custGeom>
              <a:avLst/>
              <a:gdLst>
                <a:gd name="connsiteX0" fmla="*/ 61929 w 61653"/>
                <a:gd name="connsiteY0" fmla="*/ 40896 h 81155"/>
                <a:gd name="connsiteX1" fmla="*/ 31102 w 61653"/>
                <a:gd name="connsiteY1" fmla="*/ 82 h 81155"/>
                <a:gd name="connsiteX2" fmla="*/ 275 w 61653"/>
                <a:gd name="connsiteY2" fmla="*/ 40896 h 81155"/>
                <a:gd name="connsiteX3" fmla="*/ 31102 w 61653"/>
                <a:gd name="connsiteY3" fmla="*/ 81238 h 81155"/>
                <a:gd name="connsiteX4" fmla="*/ 61929 w 61653"/>
                <a:gd name="connsiteY4" fmla="*/ 40896 h 81155"/>
                <a:gd name="connsiteX5" fmla="*/ 31102 w 61653"/>
                <a:gd name="connsiteY5" fmla="*/ 77345 h 81155"/>
                <a:gd name="connsiteX6" fmla="*/ 13858 w 61653"/>
                <a:gd name="connsiteY6" fmla="*/ 63898 h 81155"/>
                <a:gd name="connsiteX7" fmla="*/ 12086 w 61653"/>
                <a:gd name="connsiteY7" fmla="*/ 39480 h 81155"/>
                <a:gd name="connsiteX8" fmla="*/ 13976 w 61653"/>
                <a:gd name="connsiteY8" fmla="*/ 15889 h 81155"/>
                <a:gd name="connsiteX9" fmla="*/ 31102 w 61653"/>
                <a:gd name="connsiteY9" fmla="*/ 3975 h 81155"/>
                <a:gd name="connsiteX10" fmla="*/ 48464 w 61653"/>
                <a:gd name="connsiteY10" fmla="*/ 16714 h 81155"/>
                <a:gd name="connsiteX11" fmla="*/ 50118 w 61653"/>
                <a:gd name="connsiteY11" fmla="*/ 39480 h 81155"/>
                <a:gd name="connsiteX12" fmla="*/ 48346 w 61653"/>
                <a:gd name="connsiteY12" fmla="*/ 64134 h 81155"/>
                <a:gd name="connsiteX13" fmla="*/ 31102 w 61653"/>
                <a:gd name="connsiteY13" fmla="*/ 77345 h 8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653" h="81155">
                  <a:moveTo>
                    <a:pt x="61929" y="40896"/>
                  </a:moveTo>
                  <a:cubicBezTo>
                    <a:pt x="61929" y="32403"/>
                    <a:pt x="61929" y="82"/>
                    <a:pt x="31102" y="82"/>
                  </a:cubicBezTo>
                  <a:cubicBezTo>
                    <a:pt x="275" y="82"/>
                    <a:pt x="275" y="32403"/>
                    <a:pt x="275" y="40896"/>
                  </a:cubicBezTo>
                  <a:cubicBezTo>
                    <a:pt x="275" y="49507"/>
                    <a:pt x="275" y="81238"/>
                    <a:pt x="31102" y="81238"/>
                  </a:cubicBezTo>
                  <a:cubicBezTo>
                    <a:pt x="61929" y="81238"/>
                    <a:pt x="61929" y="49507"/>
                    <a:pt x="61929" y="40896"/>
                  </a:cubicBezTo>
                  <a:close/>
                  <a:moveTo>
                    <a:pt x="31102" y="77345"/>
                  </a:moveTo>
                  <a:cubicBezTo>
                    <a:pt x="26732" y="77345"/>
                    <a:pt x="16810" y="75812"/>
                    <a:pt x="13858" y="63898"/>
                  </a:cubicBezTo>
                  <a:cubicBezTo>
                    <a:pt x="12204" y="57528"/>
                    <a:pt x="12086" y="49153"/>
                    <a:pt x="12086" y="39480"/>
                  </a:cubicBezTo>
                  <a:cubicBezTo>
                    <a:pt x="12086" y="30751"/>
                    <a:pt x="12086" y="22612"/>
                    <a:pt x="13976" y="15889"/>
                  </a:cubicBezTo>
                  <a:cubicBezTo>
                    <a:pt x="16928" y="5980"/>
                    <a:pt x="26023" y="3975"/>
                    <a:pt x="31102" y="3975"/>
                  </a:cubicBezTo>
                  <a:cubicBezTo>
                    <a:pt x="39842" y="3975"/>
                    <a:pt x="46102" y="8457"/>
                    <a:pt x="48464" y="16714"/>
                  </a:cubicBezTo>
                  <a:cubicBezTo>
                    <a:pt x="50118" y="22730"/>
                    <a:pt x="50118" y="32521"/>
                    <a:pt x="50118" y="39480"/>
                  </a:cubicBezTo>
                  <a:cubicBezTo>
                    <a:pt x="50118" y="47502"/>
                    <a:pt x="50118" y="57056"/>
                    <a:pt x="48346" y="64134"/>
                  </a:cubicBezTo>
                  <a:cubicBezTo>
                    <a:pt x="45275" y="75576"/>
                    <a:pt x="35826" y="77345"/>
                    <a:pt x="31102" y="7734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54" name="Freeform: Shape 5353">
              <a:extLst>
                <a:ext uri="{FF2B5EF4-FFF2-40B4-BE49-F238E27FC236}">
                  <a16:creationId xmlns:a16="http://schemas.microsoft.com/office/drawing/2014/main" id="{5FF690DE-3143-9035-5411-4BE1406CC260}"/>
                </a:ext>
              </a:extLst>
            </p:cNvPr>
            <p:cNvSpPr/>
            <p:nvPr>
              <p:custDataLst>
                <p:tags r:id="rId85"/>
              </p:custDataLst>
            </p:nvPr>
          </p:nvSpPr>
          <p:spPr>
            <a:xfrm>
              <a:off x="13261731" y="5474789"/>
              <a:ext cx="121701" cy="121709"/>
            </a:xfrm>
            <a:custGeom>
              <a:avLst/>
              <a:gdLst>
                <a:gd name="connsiteX0" fmla="*/ 65263 w 121701"/>
                <a:gd name="connsiteY0" fmla="*/ 64982 h 121709"/>
                <a:gd name="connsiteX1" fmla="*/ 115862 w 121701"/>
                <a:gd name="connsiteY1" fmla="*/ 64982 h 121709"/>
                <a:gd name="connsiteX2" fmla="*/ 121980 w 121701"/>
                <a:gd name="connsiteY2" fmla="*/ 61019 h 121709"/>
                <a:gd name="connsiteX3" fmla="*/ 115862 w 121701"/>
                <a:gd name="connsiteY3" fmla="*/ 56890 h 121709"/>
                <a:gd name="connsiteX4" fmla="*/ 65263 w 121701"/>
                <a:gd name="connsiteY4" fmla="*/ 56890 h 121709"/>
                <a:gd name="connsiteX5" fmla="*/ 65263 w 121701"/>
                <a:gd name="connsiteY5" fmla="*/ 6191 h 121709"/>
                <a:gd name="connsiteX6" fmla="*/ 61295 w 121701"/>
                <a:gd name="connsiteY6" fmla="*/ 81 h 121709"/>
                <a:gd name="connsiteX7" fmla="*/ 57161 w 121701"/>
                <a:gd name="connsiteY7" fmla="*/ 6191 h 121709"/>
                <a:gd name="connsiteX8" fmla="*/ 57161 w 121701"/>
                <a:gd name="connsiteY8" fmla="*/ 56890 h 121709"/>
                <a:gd name="connsiteX9" fmla="*/ 6397 w 121701"/>
                <a:gd name="connsiteY9" fmla="*/ 56890 h 121709"/>
                <a:gd name="connsiteX10" fmla="*/ 279 w 121701"/>
                <a:gd name="connsiteY10" fmla="*/ 60853 h 121709"/>
                <a:gd name="connsiteX11" fmla="*/ 6397 w 121701"/>
                <a:gd name="connsiteY11" fmla="*/ 64982 h 121709"/>
                <a:gd name="connsiteX12" fmla="*/ 57161 w 121701"/>
                <a:gd name="connsiteY12" fmla="*/ 64982 h 121709"/>
                <a:gd name="connsiteX13" fmla="*/ 57161 w 121701"/>
                <a:gd name="connsiteY13" fmla="*/ 115681 h 121709"/>
                <a:gd name="connsiteX14" fmla="*/ 61129 w 121701"/>
                <a:gd name="connsiteY14" fmla="*/ 121791 h 121709"/>
                <a:gd name="connsiteX15" fmla="*/ 65263 w 121701"/>
                <a:gd name="connsiteY15" fmla="*/ 115681 h 121709"/>
                <a:gd name="connsiteX16" fmla="*/ 65263 w 121701"/>
                <a:gd name="connsiteY16" fmla="*/ 64982 h 121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701" h="121709">
                  <a:moveTo>
                    <a:pt x="65263" y="64982"/>
                  </a:moveTo>
                  <a:lnTo>
                    <a:pt x="115862" y="64982"/>
                  </a:lnTo>
                  <a:cubicBezTo>
                    <a:pt x="118012" y="64982"/>
                    <a:pt x="121980" y="64982"/>
                    <a:pt x="121980" y="61019"/>
                  </a:cubicBezTo>
                  <a:cubicBezTo>
                    <a:pt x="121980" y="56890"/>
                    <a:pt x="118177" y="56890"/>
                    <a:pt x="115862" y="56890"/>
                  </a:cubicBezTo>
                  <a:lnTo>
                    <a:pt x="65263" y="56890"/>
                  </a:lnTo>
                  <a:lnTo>
                    <a:pt x="65263" y="6191"/>
                  </a:lnTo>
                  <a:cubicBezTo>
                    <a:pt x="65263" y="4044"/>
                    <a:pt x="65263" y="81"/>
                    <a:pt x="61295" y="81"/>
                  </a:cubicBezTo>
                  <a:cubicBezTo>
                    <a:pt x="57161" y="81"/>
                    <a:pt x="57161" y="3879"/>
                    <a:pt x="57161" y="6191"/>
                  </a:cubicBezTo>
                  <a:lnTo>
                    <a:pt x="57161" y="56890"/>
                  </a:lnTo>
                  <a:lnTo>
                    <a:pt x="6397" y="56890"/>
                  </a:lnTo>
                  <a:cubicBezTo>
                    <a:pt x="4247" y="56890"/>
                    <a:pt x="279" y="56890"/>
                    <a:pt x="279" y="60853"/>
                  </a:cubicBezTo>
                  <a:cubicBezTo>
                    <a:pt x="279" y="64982"/>
                    <a:pt x="4082" y="64982"/>
                    <a:pt x="6397" y="64982"/>
                  </a:cubicBezTo>
                  <a:lnTo>
                    <a:pt x="57161" y="64982"/>
                  </a:lnTo>
                  <a:lnTo>
                    <a:pt x="57161" y="115681"/>
                  </a:lnTo>
                  <a:cubicBezTo>
                    <a:pt x="57161" y="117828"/>
                    <a:pt x="57161" y="121791"/>
                    <a:pt x="61129" y="121791"/>
                  </a:cubicBezTo>
                  <a:cubicBezTo>
                    <a:pt x="65263" y="121791"/>
                    <a:pt x="65263" y="117993"/>
                    <a:pt x="65263" y="115681"/>
                  </a:cubicBezTo>
                  <a:lnTo>
                    <a:pt x="65263" y="6498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55" name="Freeform: Shape 5354">
              <a:extLst>
                <a:ext uri="{FF2B5EF4-FFF2-40B4-BE49-F238E27FC236}">
                  <a16:creationId xmlns:a16="http://schemas.microsoft.com/office/drawing/2014/main" id="{F5B38679-AB92-676C-8B65-366765A5156F}"/>
                </a:ext>
              </a:extLst>
            </p:cNvPr>
            <p:cNvSpPr/>
            <p:nvPr>
              <p:custDataLst>
                <p:tags r:id="rId86"/>
              </p:custDataLst>
            </p:nvPr>
          </p:nvSpPr>
          <p:spPr>
            <a:xfrm>
              <a:off x="13403230" y="5460587"/>
              <a:ext cx="96610" cy="148463"/>
            </a:xfrm>
            <a:custGeom>
              <a:avLst/>
              <a:gdLst>
                <a:gd name="connsiteX0" fmla="*/ 96895 w 96610"/>
                <a:gd name="connsiteY0" fmla="*/ 23036 h 148463"/>
                <a:gd name="connsiteX1" fmla="*/ 69777 w 96610"/>
                <a:gd name="connsiteY1" fmla="*/ 81 h 148463"/>
                <a:gd name="connsiteX2" fmla="*/ 26289 w 96610"/>
                <a:gd name="connsiteY2" fmla="*/ 42523 h 148463"/>
                <a:gd name="connsiteX3" fmla="*/ 328 w 96610"/>
                <a:gd name="connsiteY3" fmla="*/ 146562 h 148463"/>
                <a:gd name="connsiteX4" fmla="*/ 2643 w 96610"/>
                <a:gd name="connsiteY4" fmla="*/ 148544 h 148463"/>
                <a:gd name="connsiteX5" fmla="*/ 5785 w 96610"/>
                <a:gd name="connsiteY5" fmla="*/ 147388 h 148463"/>
                <a:gd name="connsiteX6" fmla="*/ 16863 w 96610"/>
                <a:gd name="connsiteY6" fmla="*/ 103295 h 148463"/>
                <a:gd name="connsiteX7" fmla="*/ 41667 w 96610"/>
                <a:gd name="connsiteY7" fmla="*/ 117993 h 148463"/>
                <a:gd name="connsiteX8" fmla="*/ 90942 w 96610"/>
                <a:gd name="connsiteY8" fmla="*/ 76047 h 148463"/>
                <a:gd name="connsiteX9" fmla="*/ 78045 w 96610"/>
                <a:gd name="connsiteY9" fmla="*/ 50945 h 148463"/>
                <a:gd name="connsiteX10" fmla="*/ 96895 w 96610"/>
                <a:gd name="connsiteY10" fmla="*/ 23036 h 148463"/>
                <a:gd name="connsiteX11" fmla="*/ 64155 w 96610"/>
                <a:gd name="connsiteY11" fmla="*/ 50780 h 148463"/>
                <a:gd name="connsiteX12" fmla="*/ 55722 w 96610"/>
                <a:gd name="connsiteY12" fmla="*/ 51936 h 148463"/>
                <a:gd name="connsiteX13" fmla="*/ 47950 w 96610"/>
                <a:gd name="connsiteY13" fmla="*/ 51110 h 148463"/>
                <a:gd name="connsiteX14" fmla="*/ 55722 w 96610"/>
                <a:gd name="connsiteY14" fmla="*/ 49954 h 148463"/>
                <a:gd name="connsiteX15" fmla="*/ 64155 w 96610"/>
                <a:gd name="connsiteY15" fmla="*/ 50780 h 148463"/>
                <a:gd name="connsiteX16" fmla="*/ 85982 w 96610"/>
                <a:gd name="connsiteY16" fmla="*/ 20063 h 148463"/>
                <a:gd name="connsiteX17" fmla="*/ 71431 w 96610"/>
                <a:gd name="connsiteY17" fmla="*/ 47477 h 148463"/>
                <a:gd name="connsiteX18" fmla="*/ 55887 w 96610"/>
                <a:gd name="connsiteY18" fmla="*/ 45330 h 148463"/>
                <a:gd name="connsiteX19" fmla="*/ 41832 w 96610"/>
                <a:gd name="connsiteY19" fmla="*/ 51605 h 148463"/>
                <a:gd name="connsiteX20" fmla="*/ 55391 w 96610"/>
                <a:gd name="connsiteY20" fmla="*/ 56395 h 148463"/>
                <a:gd name="connsiteX21" fmla="*/ 71100 w 96610"/>
                <a:gd name="connsiteY21" fmla="*/ 54083 h 148463"/>
                <a:gd name="connsiteX22" fmla="*/ 78706 w 96610"/>
                <a:gd name="connsiteY22" fmla="*/ 71588 h 148463"/>
                <a:gd name="connsiteX23" fmla="*/ 42163 w 96610"/>
                <a:gd name="connsiteY23" fmla="*/ 113369 h 148463"/>
                <a:gd name="connsiteX24" fmla="*/ 20336 w 96610"/>
                <a:gd name="connsiteY24" fmla="*/ 92561 h 148463"/>
                <a:gd name="connsiteX25" fmla="*/ 20832 w 96610"/>
                <a:gd name="connsiteY25" fmla="*/ 87772 h 148463"/>
                <a:gd name="connsiteX26" fmla="*/ 31745 w 96610"/>
                <a:gd name="connsiteY26" fmla="*/ 43844 h 148463"/>
                <a:gd name="connsiteX27" fmla="*/ 69446 w 96610"/>
                <a:gd name="connsiteY27" fmla="*/ 4705 h 148463"/>
                <a:gd name="connsiteX28" fmla="*/ 85982 w 96610"/>
                <a:gd name="connsiteY28" fmla="*/ 20063 h 14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6610" h="148463">
                  <a:moveTo>
                    <a:pt x="96895" y="23036"/>
                  </a:moveTo>
                  <a:cubicBezTo>
                    <a:pt x="96895" y="8503"/>
                    <a:pt x="84328" y="81"/>
                    <a:pt x="69777" y="81"/>
                  </a:cubicBezTo>
                  <a:cubicBezTo>
                    <a:pt x="47123" y="81"/>
                    <a:pt x="30422" y="25843"/>
                    <a:pt x="26289" y="42523"/>
                  </a:cubicBezTo>
                  <a:lnTo>
                    <a:pt x="328" y="146562"/>
                  </a:lnTo>
                  <a:cubicBezTo>
                    <a:pt x="-3" y="147718"/>
                    <a:pt x="1651" y="148544"/>
                    <a:pt x="2643" y="148544"/>
                  </a:cubicBezTo>
                  <a:cubicBezTo>
                    <a:pt x="4131" y="148544"/>
                    <a:pt x="5454" y="148379"/>
                    <a:pt x="5785" y="147388"/>
                  </a:cubicBezTo>
                  <a:lnTo>
                    <a:pt x="16863" y="103295"/>
                  </a:lnTo>
                  <a:cubicBezTo>
                    <a:pt x="20336" y="110892"/>
                    <a:pt x="28273" y="117993"/>
                    <a:pt x="41667" y="117993"/>
                  </a:cubicBezTo>
                  <a:cubicBezTo>
                    <a:pt x="64816" y="117993"/>
                    <a:pt x="90942" y="101313"/>
                    <a:pt x="90942" y="76047"/>
                  </a:cubicBezTo>
                  <a:cubicBezTo>
                    <a:pt x="90942" y="66303"/>
                    <a:pt x="86478" y="56395"/>
                    <a:pt x="78045" y="50945"/>
                  </a:cubicBezTo>
                  <a:cubicBezTo>
                    <a:pt x="86147" y="45825"/>
                    <a:pt x="96895" y="36412"/>
                    <a:pt x="96895" y="23036"/>
                  </a:cubicBezTo>
                  <a:close/>
                  <a:moveTo>
                    <a:pt x="64155" y="50780"/>
                  </a:moveTo>
                  <a:cubicBezTo>
                    <a:pt x="61675" y="51275"/>
                    <a:pt x="60517" y="51936"/>
                    <a:pt x="55722" y="51936"/>
                  </a:cubicBezTo>
                  <a:cubicBezTo>
                    <a:pt x="53076" y="51936"/>
                    <a:pt x="49108" y="51771"/>
                    <a:pt x="47950" y="51110"/>
                  </a:cubicBezTo>
                  <a:cubicBezTo>
                    <a:pt x="49604" y="50119"/>
                    <a:pt x="54234" y="49954"/>
                    <a:pt x="55722" y="49954"/>
                  </a:cubicBezTo>
                  <a:cubicBezTo>
                    <a:pt x="58202" y="49954"/>
                    <a:pt x="61840" y="50119"/>
                    <a:pt x="64155" y="50780"/>
                  </a:cubicBezTo>
                  <a:close/>
                  <a:moveTo>
                    <a:pt x="85982" y="20063"/>
                  </a:moveTo>
                  <a:cubicBezTo>
                    <a:pt x="85982" y="28816"/>
                    <a:pt x="81683" y="41697"/>
                    <a:pt x="71431" y="47477"/>
                  </a:cubicBezTo>
                  <a:cubicBezTo>
                    <a:pt x="68289" y="46486"/>
                    <a:pt x="65147" y="45330"/>
                    <a:pt x="55887" y="45330"/>
                  </a:cubicBezTo>
                  <a:cubicBezTo>
                    <a:pt x="50100" y="45330"/>
                    <a:pt x="41832" y="45660"/>
                    <a:pt x="41832" y="51605"/>
                  </a:cubicBezTo>
                  <a:cubicBezTo>
                    <a:pt x="41832" y="55734"/>
                    <a:pt x="46958" y="56395"/>
                    <a:pt x="55391" y="56395"/>
                  </a:cubicBezTo>
                  <a:cubicBezTo>
                    <a:pt x="61013" y="56395"/>
                    <a:pt x="65974" y="55569"/>
                    <a:pt x="71100" y="54083"/>
                  </a:cubicBezTo>
                  <a:cubicBezTo>
                    <a:pt x="76061" y="57551"/>
                    <a:pt x="78706" y="64321"/>
                    <a:pt x="78706" y="71588"/>
                  </a:cubicBezTo>
                  <a:cubicBezTo>
                    <a:pt x="78706" y="95533"/>
                    <a:pt x="62336" y="113369"/>
                    <a:pt x="42163" y="113369"/>
                  </a:cubicBezTo>
                  <a:cubicBezTo>
                    <a:pt x="29430" y="113369"/>
                    <a:pt x="20336" y="105607"/>
                    <a:pt x="20336" y="92561"/>
                  </a:cubicBezTo>
                  <a:cubicBezTo>
                    <a:pt x="20336" y="90909"/>
                    <a:pt x="20501" y="89258"/>
                    <a:pt x="20832" y="87772"/>
                  </a:cubicBezTo>
                  <a:lnTo>
                    <a:pt x="31745" y="43844"/>
                  </a:lnTo>
                  <a:cubicBezTo>
                    <a:pt x="35714" y="28155"/>
                    <a:pt x="50265" y="4705"/>
                    <a:pt x="69446" y="4705"/>
                  </a:cubicBezTo>
                  <a:cubicBezTo>
                    <a:pt x="79202" y="4705"/>
                    <a:pt x="85982" y="9990"/>
                    <a:pt x="85982" y="2006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56" name="Freeform: Shape 5355">
              <a:extLst>
                <a:ext uri="{FF2B5EF4-FFF2-40B4-BE49-F238E27FC236}">
                  <a16:creationId xmlns:a16="http://schemas.microsoft.com/office/drawing/2014/main" id="{1DAC2C90-4FD4-2BE9-ABA6-023BF06189DC}"/>
                </a:ext>
              </a:extLst>
            </p:cNvPr>
            <p:cNvSpPr/>
            <p:nvPr>
              <p:custDataLst>
                <p:tags r:id="rId87"/>
              </p:custDataLst>
            </p:nvPr>
          </p:nvSpPr>
          <p:spPr>
            <a:xfrm>
              <a:off x="13519173" y="5522044"/>
              <a:ext cx="48543" cy="78560"/>
            </a:xfrm>
            <a:custGeom>
              <a:avLst/>
              <a:gdLst>
                <a:gd name="connsiteX0" fmla="*/ 30408 w 48543"/>
                <a:gd name="connsiteY0" fmla="*/ 3621 h 78560"/>
                <a:gd name="connsiteX1" fmla="*/ 26156 w 48543"/>
                <a:gd name="connsiteY1" fmla="*/ 82 h 78560"/>
                <a:gd name="connsiteX2" fmla="*/ 2297 w 48543"/>
                <a:gd name="connsiteY2" fmla="*/ 7631 h 78560"/>
                <a:gd name="connsiteX3" fmla="*/ 289 w 48543"/>
                <a:gd name="connsiteY3" fmla="*/ 7631 h 78560"/>
                <a:gd name="connsiteX4" fmla="*/ 289 w 48543"/>
                <a:gd name="connsiteY4" fmla="*/ 12822 h 78560"/>
                <a:gd name="connsiteX5" fmla="*/ 2297 w 48543"/>
                <a:gd name="connsiteY5" fmla="*/ 12822 h 78560"/>
                <a:gd name="connsiteX6" fmla="*/ 19541 w 48543"/>
                <a:gd name="connsiteY6" fmla="*/ 9519 h 78560"/>
                <a:gd name="connsiteX7" fmla="*/ 19541 w 48543"/>
                <a:gd name="connsiteY7" fmla="*/ 68498 h 78560"/>
                <a:gd name="connsiteX8" fmla="*/ 7022 w 48543"/>
                <a:gd name="connsiteY8" fmla="*/ 73452 h 78560"/>
                <a:gd name="connsiteX9" fmla="*/ 1116 w 48543"/>
                <a:gd name="connsiteY9" fmla="*/ 73452 h 78560"/>
                <a:gd name="connsiteX10" fmla="*/ 1116 w 48543"/>
                <a:gd name="connsiteY10" fmla="*/ 78643 h 78560"/>
                <a:gd name="connsiteX11" fmla="*/ 24975 w 48543"/>
                <a:gd name="connsiteY11" fmla="*/ 78171 h 78560"/>
                <a:gd name="connsiteX12" fmla="*/ 48833 w 48543"/>
                <a:gd name="connsiteY12" fmla="*/ 78643 h 78560"/>
                <a:gd name="connsiteX13" fmla="*/ 48833 w 48543"/>
                <a:gd name="connsiteY13" fmla="*/ 73452 h 78560"/>
                <a:gd name="connsiteX14" fmla="*/ 42927 w 48543"/>
                <a:gd name="connsiteY14" fmla="*/ 73452 h 78560"/>
                <a:gd name="connsiteX15" fmla="*/ 30408 w 48543"/>
                <a:gd name="connsiteY15" fmla="*/ 68498 h 78560"/>
                <a:gd name="connsiteX16" fmla="*/ 30408 w 48543"/>
                <a:gd name="connsiteY16" fmla="*/ 3621 h 7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543" h="78560">
                  <a:moveTo>
                    <a:pt x="30408" y="3621"/>
                  </a:moveTo>
                  <a:cubicBezTo>
                    <a:pt x="30408" y="82"/>
                    <a:pt x="30053" y="82"/>
                    <a:pt x="26156" y="82"/>
                  </a:cubicBezTo>
                  <a:cubicBezTo>
                    <a:pt x="17770" y="7631"/>
                    <a:pt x="4659" y="7631"/>
                    <a:pt x="2297" y="7631"/>
                  </a:cubicBezTo>
                  <a:lnTo>
                    <a:pt x="289" y="7631"/>
                  </a:lnTo>
                  <a:lnTo>
                    <a:pt x="289" y="12822"/>
                  </a:lnTo>
                  <a:lnTo>
                    <a:pt x="2297" y="12822"/>
                  </a:lnTo>
                  <a:cubicBezTo>
                    <a:pt x="5014" y="12822"/>
                    <a:pt x="12691" y="12468"/>
                    <a:pt x="19541" y="9519"/>
                  </a:cubicBezTo>
                  <a:lnTo>
                    <a:pt x="19541" y="68498"/>
                  </a:lnTo>
                  <a:cubicBezTo>
                    <a:pt x="19541" y="72155"/>
                    <a:pt x="19541" y="73452"/>
                    <a:pt x="7022" y="73452"/>
                  </a:cubicBezTo>
                  <a:lnTo>
                    <a:pt x="1116" y="73452"/>
                  </a:lnTo>
                  <a:lnTo>
                    <a:pt x="1116" y="78643"/>
                  </a:lnTo>
                  <a:cubicBezTo>
                    <a:pt x="7612" y="78171"/>
                    <a:pt x="18124" y="78171"/>
                    <a:pt x="24975" y="78171"/>
                  </a:cubicBezTo>
                  <a:cubicBezTo>
                    <a:pt x="31825" y="78171"/>
                    <a:pt x="42337" y="78171"/>
                    <a:pt x="48833" y="78643"/>
                  </a:cubicBezTo>
                  <a:lnTo>
                    <a:pt x="48833" y="73452"/>
                  </a:lnTo>
                  <a:lnTo>
                    <a:pt x="42927" y="73452"/>
                  </a:lnTo>
                  <a:cubicBezTo>
                    <a:pt x="30408" y="73452"/>
                    <a:pt x="30408" y="72155"/>
                    <a:pt x="30408" y="68498"/>
                  </a:cubicBezTo>
                  <a:lnTo>
                    <a:pt x="30408" y="362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57" name="Freeform: Shape 5356">
              <a:extLst>
                <a:ext uri="{FF2B5EF4-FFF2-40B4-BE49-F238E27FC236}">
                  <a16:creationId xmlns:a16="http://schemas.microsoft.com/office/drawing/2014/main" id="{A87A7423-1C99-AB22-B65D-8DF09EA6AC6D}"/>
                </a:ext>
              </a:extLst>
            </p:cNvPr>
            <p:cNvSpPr/>
            <p:nvPr>
              <p:custDataLst>
                <p:tags r:id="rId88"/>
              </p:custDataLst>
            </p:nvPr>
          </p:nvSpPr>
          <p:spPr>
            <a:xfrm>
              <a:off x="13602414" y="5504185"/>
              <a:ext cx="88465" cy="74479"/>
            </a:xfrm>
            <a:custGeom>
              <a:avLst/>
              <a:gdLst>
                <a:gd name="connsiteX0" fmla="*/ 33530 w 88465"/>
                <a:gd name="connsiteY0" fmla="*/ 55404 h 74479"/>
                <a:gd name="connsiteX1" fmla="*/ 17986 w 88465"/>
                <a:gd name="connsiteY1" fmla="*/ 69936 h 74479"/>
                <a:gd name="connsiteX2" fmla="*/ 9057 w 88465"/>
                <a:gd name="connsiteY2" fmla="*/ 67624 h 74479"/>
                <a:gd name="connsiteX3" fmla="*/ 16333 w 88465"/>
                <a:gd name="connsiteY3" fmla="*/ 58541 h 74479"/>
                <a:gd name="connsiteX4" fmla="*/ 9718 w 88465"/>
                <a:gd name="connsiteY4" fmla="*/ 52431 h 74479"/>
                <a:gd name="connsiteX5" fmla="*/ 293 w 88465"/>
                <a:gd name="connsiteY5" fmla="*/ 62505 h 74479"/>
                <a:gd name="connsiteX6" fmla="*/ 17656 w 88465"/>
                <a:gd name="connsiteY6" fmla="*/ 74560 h 74479"/>
                <a:gd name="connsiteX7" fmla="*/ 36175 w 88465"/>
                <a:gd name="connsiteY7" fmla="*/ 62835 h 74479"/>
                <a:gd name="connsiteX8" fmla="*/ 55853 w 88465"/>
                <a:gd name="connsiteY8" fmla="*/ 74560 h 74479"/>
                <a:gd name="connsiteX9" fmla="*/ 84955 w 88465"/>
                <a:gd name="connsiteY9" fmla="*/ 49293 h 74479"/>
                <a:gd name="connsiteX10" fmla="*/ 82309 w 88465"/>
                <a:gd name="connsiteY10" fmla="*/ 47147 h 74479"/>
                <a:gd name="connsiteX11" fmla="*/ 79168 w 88465"/>
                <a:gd name="connsiteY11" fmla="*/ 49954 h 74479"/>
                <a:gd name="connsiteX12" fmla="*/ 56514 w 88465"/>
                <a:gd name="connsiteY12" fmla="*/ 69936 h 74479"/>
                <a:gd name="connsiteX13" fmla="*/ 46427 w 88465"/>
                <a:gd name="connsiteY13" fmla="*/ 59202 h 74479"/>
                <a:gd name="connsiteX14" fmla="*/ 55026 w 88465"/>
                <a:gd name="connsiteY14" fmla="*/ 21550 h 74479"/>
                <a:gd name="connsiteX15" fmla="*/ 71231 w 88465"/>
                <a:gd name="connsiteY15" fmla="*/ 4705 h 74479"/>
                <a:gd name="connsiteX16" fmla="*/ 80160 w 88465"/>
                <a:gd name="connsiteY16" fmla="*/ 7017 h 74479"/>
                <a:gd name="connsiteX17" fmla="*/ 72884 w 88465"/>
                <a:gd name="connsiteY17" fmla="*/ 16100 h 74479"/>
                <a:gd name="connsiteX18" fmla="*/ 79498 w 88465"/>
                <a:gd name="connsiteY18" fmla="*/ 22210 h 74479"/>
                <a:gd name="connsiteX19" fmla="*/ 88758 w 88465"/>
                <a:gd name="connsiteY19" fmla="*/ 12136 h 74479"/>
                <a:gd name="connsiteX20" fmla="*/ 71561 w 88465"/>
                <a:gd name="connsiteY20" fmla="*/ 81 h 74479"/>
                <a:gd name="connsiteX21" fmla="*/ 53042 w 88465"/>
                <a:gd name="connsiteY21" fmla="*/ 11806 h 74479"/>
                <a:gd name="connsiteX22" fmla="*/ 33199 w 88465"/>
                <a:gd name="connsiteY22" fmla="*/ 81 h 74479"/>
                <a:gd name="connsiteX23" fmla="*/ 4096 w 88465"/>
                <a:gd name="connsiteY23" fmla="*/ 25348 h 74479"/>
                <a:gd name="connsiteX24" fmla="*/ 6907 w 88465"/>
                <a:gd name="connsiteY24" fmla="*/ 27495 h 74479"/>
                <a:gd name="connsiteX25" fmla="*/ 10049 w 88465"/>
                <a:gd name="connsiteY25" fmla="*/ 24687 h 74479"/>
                <a:gd name="connsiteX26" fmla="*/ 32703 w 88465"/>
                <a:gd name="connsiteY26" fmla="*/ 4705 h 74479"/>
                <a:gd name="connsiteX27" fmla="*/ 42624 w 88465"/>
                <a:gd name="connsiteY27" fmla="*/ 15604 h 74479"/>
                <a:gd name="connsiteX28" fmla="*/ 39152 w 88465"/>
                <a:gd name="connsiteY28" fmla="*/ 32779 h 74479"/>
                <a:gd name="connsiteX29" fmla="*/ 33530 w 88465"/>
                <a:gd name="connsiteY29" fmla="*/ 55404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8465" h="74479">
                  <a:moveTo>
                    <a:pt x="33530" y="55404"/>
                  </a:moveTo>
                  <a:cubicBezTo>
                    <a:pt x="31876" y="61019"/>
                    <a:pt x="26419" y="69936"/>
                    <a:pt x="17986" y="69936"/>
                  </a:cubicBezTo>
                  <a:cubicBezTo>
                    <a:pt x="17490" y="69936"/>
                    <a:pt x="12529" y="69936"/>
                    <a:pt x="9057" y="67624"/>
                  </a:cubicBezTo>
                  <a:cubicBezTo>
                    <a:pt x="15837" y="65477"/>
                    <a:pt x="16333" y="59532"/>
                    <a:pt x="16333" y="58541"/>
                  </a:cubicBezTo>
                  <a:cubicBezTo>
                    <a:pt x="16333" y="54908"/>
                    <a:pt x="13522" y="52431"/>
                    <a:pt x="9718" y="52431"/>
                  </a:cubicBezTo>
                  <a:cubicBezTo>
                    <a:pt x="5089" y="52431"/>
                    <a:pt x="293" y="56395"/>
                    <a:pt x="293" y="62505"/>
                  </a:cubicBezTo>
                  <a:cubicBezTo>
                    <a:pt x="293" y="70762"/>
                    <a:pt x="9553" y="74560"/>
                    <a:pt x="17656" y="74560"/>
                  </a:cubicBezTo>
                  <a:cubicBezTo>
                    <a:pt x="25262" y="74560"/>
                    <a:pt x="32041" y="69771"/>
                    <a:pt x="36175" y="62835"/>
                  </a:cubicBezTo>
                  <a:cubicBezTo>
                    <a:pt x="40144" y="71588"/>
                    <a:pt x="49238" y="74560"/>
                    <a:pt x="55853" y="74560"/>
                  </a:cubicBezTo>
                  <a:cubicBezTo>
                    <a:pt x="74868" y="74560"/>
                    <a:pt x="84955" y="53917"/>
                    <a:pt x="84955" y="49293"/>
                  </a:cubicBezTo>
                  <a:cubicBezTo>
                    <a:pt x="84955" y="47147"/>
                    <a:pt x="82805" y="47147"/>
                    <a:pt x="82309" y="47147"/>
                  </a:cubicBezTo>
                  <a:cubicBezTo>
                    <a:pt x="79994" y="47147"/>
                    <a:pt x="79829" y="47972"/>
                    <a:pt x="79168" y="49954"/>
                  </a:cubicBezTo>
                  <a:cubicBezTo>
                    <a:pt x="75695" y="61349"/>
                    <a:pt x="65774" y="69936"/>
                    <a:pt x="56514" y="69936"/>
                  </a:cubicBezTo>
                  <a:cubicBezTo>
                    <a:pt x="49900" y="69936"/>
                    <a:pt x="46427" y="65477"/>
                    <a:pt x="46427" y="59202"/>
                  </a:cubicBezTo>
                  <a:cubicBezTo>
                    <a:pt x="46427" y="54908"/>
                    <a:pt x="50396" y="39880"/>
                    <a:pt x="55026" y="21550"/>
                  </a:cubicBezTo>
                  <a:cubicBezTo>
                    <a:pt x="58333" y="8834"/>
                    <a:pt x="65774" y="4705"/>
                    <a:pt x="71231" y="4705"/>
                  </a:cubicBezTo>
                  <a:cubicBezTo>
                    <a:pt x="71561" y="4705"/>
                    <a:pt x="76687" y="4705"/>
                    <a:pt x="80160" y="7017"/>
                  </a:cubicBezTo>
                  <a:cubicBezTo>
                    <a:pt x="74868" y="8503"/>
                    <a:pt x="72884" y="13127"/>
                    <a:pt x="72884" y="16100"/>
                  </a:cubicBezTo>
                  <a:cubicBezTo>
                    <a:pt x="72884" y="19733"/>
                    <a:pt x="75695" y="22210"/>
                    <a:pt x="79498" y="22210"/>
                  </a:cubicBezTo>
                  <a:cubicBezTo>
                    <a:pt x="83302" y="22210"/>
                    <a:pt x="88758" y="19072"/>
                    <a:pt x="88758" y="12136"/>
                  </a:cubicBezTo>
                  <a:cubicBezTo>
                    <a:pt x="88758" y="2888"/>
                    <a:pt x="78176" y="81"/>
                    <a:pt x="71561" y="81"/>
                  </a:cubicBezTo>
                  <a:cubicBezTo>
                    <a:pt x="63294" y="81"/>
                    <a:pt x="56679" y="5531"/>
                    <a:pt x="53042" y="11806"/>
                  </a:cubicBezTo>
                  <a:cubicBezTo>
                    <a:pt x="50065" y="5035"/>
                    <a:pt x="42459" y="81"/>
                    <a:pt x="33199" y="81"/>
                  </a:cubicBezTo>
                  <a:cubicBezTo>
                    <a:pt x="14679" y="81"/>
                    <a:pt x="4096" y="20394"/>
                    <a:pt x="4096" y="25348"/>
                  </a:cubicBezTo>
                  <a:cubicBezTo>
                    <a:pt x="4096" y="27495"/>
                    <a:pt x="6411" y="27495"/>
                    <a:pt x="6907" y="27495"/>
                  </a:cubicBezTo>
                  <a:cubicBezTo>
                    <a:pt x="9057" y="27495"/>
                    <a:pt x="9222" y="26834"/>
                    <a:pt x="10049" y="24687"/>
                  </a:cubicBezTo>
                  <a:cubicBezTo>
                    <a:pt x="14183" y="11806"/>
                    <a:pt x="24600" y="4705"/>
                    <a:pt x="32703" y="4705"/>
                  </a:cubicBezTo>
                  <a:cubicBezTo>
                    <a:pt x="38160" y="4705"/>
                    <a:pt x="42624" y="7678"/>
                    <a:pt x="42624" y="15604"/>
                  </a:cubicBezTo>
                  <a:cubicBezTo>
                    <a:pt x="42624" y="18907"/>
                    <a:pt x="40640" y="27164"/>
                    <a:pt x="39152" y="32779"/>
                  </a:cubicBezTo>
                  <a:lnTo>
                    <a:pt x="33530" y="5540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58" name="Freeform: Shape 5357">
              <a:extLst>
                <a:ext uri="{FF2B5EF4-FFF2-40B4-BE49-F238E27FC236}">
                  <a16:creationId xmlns:a16="http://schemas.microsoft.com/office/drawing/2014/main" id="{045B1181-246D-C0B3-D23C-3C8D6B9E8561}"/>
                </a:ext>
              </a:extLst>
            </p:cNvPr>
            <p:cNvSpPr/>
            <p:nvPr>
              <p:custDataLst>
                <p:tags r:id="rId89"/>
              </p:custDataLst>
            </p:nvPr>
          </p:nvSpPr>
          <p:spPr>
            <a:xfrm>
              <a:off x="13718487" y="5522044"/>
              <a:ext cx="48543" cy="78560"/>
            </a:xfrm>
            <a:custGeom>
              <a:avLst/>
              <a:gdLst>
                <a:gd name="connsiteX0" fmla="*/ 30416 w 48543"/>
                <a:gd name="connsiteY0" fmla="*/ 3621 h 78560"/>
                <a:gd name="connsiteX1" fmla="*/ 26164 w 48543"/>
                <a:gd name="connsiteY1" fmla="*/ 82 h 78560"/>
                <a:gd name="connsiteX2" fmla="*/ 2306 w 48543"/>
                <a:gd name="connsiteY2" fmla="*/ 7631 h 78560"/>
                <a:gd name="connsiteX3" fmla="*/ 298 w 48543"/>
                <a:gd name="connsiteY3" fmla="*/ 7631 h 78560"/>
                <a:gd name="connsiteX4" fmla="*/ 298 w 48543"/>
                <a:gd name="connsiteY4" fmla="*/ 12822 h 78560"/>
                <a:gd name="connsiteX5" fmla="*/ 2306 w 48543"/>
                <a:gd name="connsiteY5" fmla="*/ 12822 h 78560"/>
                <a:gd name="connsiteX6" fmla="*/ 19550 w 48543"/>
                <a:gd name="connsiteY6" fmla="*/ 9519 h 78560"/>
                <a:gd name="connsiteX7" fmla="*/ 19550 w 48543"/>
                <a:gd name="connsiteY7" fmla="*/ 68498 h 78560"/>
                <a:gd name="connsiteX8" fmla="*/ 7030 w 48543"/>
                <a:gd name="connsiteY8" fmla="*/ 73452 h 78560"/>
                <a:gd name="connsiteX9" fmla="*/ 1125 w 48543"/>
                <a:gd name="connsiteY9" fmla="*/ 73452 h 78560"/>
                <a:gd name="connsiteX10" fmla="*/ 1125 w 48543"/>
                <a:gd name="connsiteY10" fmla="*/ 78643 h 78560"/>
                <a:gd name="connsiteX11" fmla="*/ 24983 w 48543"/>
                <a:gd name="connsiteY11" fmla="*/ 78171 h 78560"/>
                <a:gd name="connsiteX12" fmla="*/ 48841 w 48543"/>
                <a:gd name="connsiteY12" fmla="*/ 78643 h 78560"/>
                <a:gd name="connsiteX13" fmla="*/ 48841 w 48543"/>
                <a:gd name="connsiteY13" fmla="*/ 73452 h 78560"/>
                <a:gd name="connsiteX14" fmla="*/ 42936 w 48543"/>
                <a:gd name="connsiteY14" fmla="*/ 73452 h 78560"/>
                <a:gd name="connsiteX15" fmla="*/ 30416 w 48543"/>
                <a:gd name="connsiteY15" fmla="*/ 68498 h 78560"/>
                <a:gd name="connsiteX16" fmla="*/ 30416 w 48543"/>
                <a:gd name="connsiteY16" fmla="*/ 3621 h 7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543" h="78560">
                  <a:moveTo>
                    <a:pt x="30416" y="3621"/>
                  </a:moveTo>
                  <a:cubicBezTo>
                    <a:pt x="30416" y="82"/>
                    <a:pt x="30062" y="82"/>
                    <a:pt x="26164" y="82"/>
                  </a:cubicBezTo>
                  <a:cubicBezTo>
                    <a:pt x="17778" y="7631"/>
                    <a:pt x="4668" y="7631"/>
                    <a:pt x="2306" y="7631"/>
                  </a:cubicBezTo>
                  <a:lnTo>
                    <a:pt x="298" y="7631"/>
                  </a:lnTo>
                  <a:lnTo>
                    <a:pt x="298" y="12822"/>
                  </a:lnTo>
                  <a:lnTo>
                    <a:pt x="2306" y="12822"/>
                  </a:lnTo>
                  <a:cubicBezTo>
                    <a:pt x="5022" y="12822"/>
                    <a:pt x="12699" y="12468"/>
                    <a:pt x="19550" y="9519"/>
                  </a:cubicBezTo>
                  <a:lnTo>
                    <a:pt x="19550" y="68498"/>
                  </a:lnTo>
                  <a:cubicBezTo>
                    <a:pt x="19550" y="72155"/>
                    <a:pt x="19550" y="73452"/>
                    <a:pt x="7030" y="73452"/>
                  </a:cubicBezTo>
                  <a:lnTo>
                    <a:pt x="1125" y="73452"/>
                  </a:lnTo>
                  <a:lnTo>
                    <a:pt x="1125" y="78643"/>
                  </a:lnTo>
                  <a:cubicBezTo>
                    <a:pt x="7621" y="78171"/>
                    <a:pt x="18132" y="78171"/>
                    <a:pt x="24983" y="78171"/>
                  </a:cubicBezTo>
                  <a:cubicBezTo>
                    <a:pt x="31833" y="78171"/>
                    <a:pt x="42345" y="78171"/>
                    <a:pt x="48841" y="78643"/>
                  </a:cubicBezTo>
                  <a:lnTo>
                    <a:pt x="48841" y="73452"/>
                  </a:lnTo>
                  <a:lnTo>
                    <a:pt x="42936" y="73452"/>
                  </a:lnTo>
                  <a:cubicBezTo>
                    <a:pt x="30416" y="73452"/>
                    <a:pt x="30416" y="72155"/>
                    <a:pt x="30416" y="68498"/>
                  </a:cubicBezTo>
                  <a:lnTo>
                    <a:pt x="30416" y="362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59" name="Freeform: Shape 5358">
              <a:extLst>
                <a:ext uri="{FF2B5EF4-FFF2-40B4-BE49-F238E27FC236}">
                  <a16:creationId xmlns:a16="http://schemas.microsoft.com/office/drawing/2014/main" id="{2BB19199-F68C-F557-4EA0-553776C664BA}"/>
                </a:ext>
              </a:extLst>
            </p:cNvPr>
            <p:cNvSpPr/>
            <p:nvPr>
              <p:custDataLst>
                <p:tags r:id="rId90"/>
              </p:custDataLst>
            </p:nvPr>
          </p:nvSpPr>
          <p:spPr>
            <a:xfrm>
              <a:off x="13812310" y="5558021"/>
              <a:ext cx="19015" cy="18991"/>
            </a:xfrm>
            <a:custGeom>
              <a:avLst/>
              <a:gdLst>
                <a:gd name="connsiteX0" fmla="*/ 19317 w 19015"/>
                <a:gd name="connsiteY0" fmla="*/ 9659 h 18991"/>
                <a:gd name="connsiteX1" fmla="*/ 9892 w 19015"/>
                <a:gd name="connsiteY1" fmla="*/ 81 h 18991"/>
                <a:gd name="connsiteX2" fmla="*/ 302 w 19015"/>
                <a:gd name="connsiteY2" fmla="*/ 9494 h 18991"/>
                <a:gd name="connsiteX3" fmla="*/ 9727 w 19015"/>
                <a:gd name="connsiteY3" fmla="*/ 19072 h 18991"/>
                <a:gd name="connsiteX4" fmla="*/ 19317 w 19015"/>
                <a:gd name="connsiteY4" fmla="*/ 9659 h 18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15" h="18991">
                  <a:moveTo>
                    <a:pt x="19317" y="9659"/>
                  </a:moveTo>
                  <a:cubicBezTo>
                    <a:pt x="19317" y="3714"/>
                    <a:pt x="14357" y="81"/>
                    <a:pt x="9892" y="81"/>
                  </a:cubicBezTo>
                  <a:cubicBezTo>
                    <a:pt x="4435" y="81"/>
                    <a:pt x="302" y="4540"/>
                    <a:pt x="302" y="9494"/>
                  </a:cubicBezTo>
                  <a:cubicBezTo>
                    <a:pt x="302" y="15439"/>
                    <a:pt x="5262" y="19072"/>
                    <a:pt x="9727" y="19072"/>
                  </a:cubicBezTo>
                  <a:cubicBezTo>
                    <a:pt x="15184" y="19072"/>
                    <a:pt x="19317" y="14614"/>
                    <a:pt x="19317" y="965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60" name="Freeform: Shape 5359">
              <a:extLst>
                <a:ext uri="{FF2B5EF4-FFF2-40B4-BE49-F238E27FC236}">
                  <a16:creationId xmlns:a16="http://schemas.microsoft.com/office/drawing/2014/main" id="{B31309C0-4795-7F9C-00FF-3D783C200A6D}"/>
                </a:ext>
              </a:extLst>
            </p:cNvPr>
            <p:cNvSpPr/>
            <p:nvPr>
              <p:custDataLst>
                <p:tags r:id="rId91"/>
              </p:custDataLst>
            </p:nvPr>
          </p:nvSpPr>
          <p:spPr>
            <a:xfrm>
              <a:off x="13868413" y="5558021"/>
              <a:ext cx="19015" cy="18991"/>
            </a:xfrm>
            <a:custGeom>
              <a:avLst/>
              <a:gdLst>
                <a:gd name="connsiteX0" fmla="*/ 19320 w 19015"/>
                <a:gd name="connsiteY0" fmla="*/ 9659 h 18991"/>
                <a:gd name="connsiteX1" fmla="*/ 9895 w 19015"/>
                <a:gd name="connsiteY1" fmla="*/ 81 h 18991"/>
                <a:gd name="connsiteX2" fmla="*/ 304 w 19015"/>
                <a:gd name="connsiteY2" fmla="*/ 9494 h 18991"/>
                <a:gd name="connsiteX3" fmla="*/ 9729 w 19015"/>
                <a:gd name="connsiteY3" fmla="*/ 19072 h 18991"/>
                <a:gd name="connsiteX4" fmla="*/ 19320 w 19015"/>
                <a:gd name="connsiteY4" fmla="*/ 9659 h 18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15" h="18991">
                  <a:moveTo>
                    <a:pt x="19320" y="9659"/>
                  </a:moveTo>
                  <a:cubicBezTo>
                    <a:pt x="19320" y="3714"/>
                    <a:pt x="14359" y="81"/>
                    <a:pt x="9895" y="81"/>
                  </a:cubicBezTo>
                  <a:cubicBezTo>
                    <a:pt x="4438" y="81"/>
                    <a:pt x="304" y="4540"/>
                    <a:pt x="304" y="9494"/>
                  </a:cubicBezTo>
                  <a:cubicBezTo>
                    <a:pt x="304" y="15439"/>
                    <a:pt x="5265" y="19072"/>
                    <a:pt x="9729" y="19072"/>
                  </a:cubicBezTo>
                  <a:cubicBezTo>
                    <a:pt x="15186" y="19072"/>
                    <a:pt x="19320" y="14614"/>
                    <a:pt x="19320" y="965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61" name="Freeform: Shape 5360">
              <a:extLst>
                <a:ext uri="{FF2B5EF4-FFF2-40B4-BE49-F238E27FC236}">
                  <a16:creationId xmlns:a16="http://schemas.microsoft.com/office/drawing/2014/main" id="{54327F20-C8D8-D5C0-735A-029092A86F9E}"/>
                </a:ext>
              </a:extLst>
            </p:cNvPr>
            <p:cNvSpPr/>
            <p:nvPr>
              <p:custDataLst>
                <p:tags r:id="rId92"/>
              </p:custDataLst>
            </p:nvPr>
          </p:nvSpPr>
          <p:spPr>
            <a:xfrm>
              <a:off x="13924516" y="5558021"/>
              <a:ext cx="19015" cy="18991"/>
            </a:xfrm>
            <a:custGeom>
              <a:avLst/>
              <a:gdLst>
                <a:gd name="connsiteX0" fmla="*/ 19322 w 19015"/>
                <a:gd name="connsiteY0" fmla="*/ 9659 h 18991"/>
                <a:gd name="connsiteX1" fmla="*/ 9897 w 19015"/>
                <a:gd name="connsiteY1" fmla="*/ 81 h 18991"/>
                <a:gd name="connsiteX2" fmla="*/ 306 w 19015"/>
                <a:gd name="connsiteY2" fmla="*/ 9494 h 18991"/>
                <a:gd name="connsiteX3" fmla="*/ 9732 w 19015"/>
                <a:gd name="connsiteY3" fmla="*/ 19072 h 18991"/>
                <a:gd name="connsiteX4" fmla="*/ 19322 w 19015"/>
                <a:gd name="connsiteY4" fmla="*/ 9659 h 18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15" h="18991">
                  <a:moveTo>
                    <a:pt x="19322" y="9659"/>
                  </a:moveTo>
                  <a:cubicBezTo>
                    <a:pt x="19322" y="3714"/>
                    <a:pt x="14362" y="81"/>
                    <a:pt x="9897" y="81"/>
                  </a:cubicBezTo>
                  <a:cubicBezTo>
                    <a:pt x="4440" y="81"/>
                    <a:pt x="306" y="4540"/>
                    <a:pt x="306" y="9494"/>
                  </a:cubicBezTo>
                  <a:cubicBezTo>
                    <a:pt x="306" y="15439"/>
                    <a:pt x="5267" y="19072"/>
                    <a:pt x="9732" y="19072"/>
                  </a:cubicBezTo>
                  <a:cubicBezTo>
                    <a:pt x="15188" y="19072"/>
                    <a:pt x="19322" y="14614"/>
                    <a:pt x="19322" y="965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62" name="Freeform: Shape 5361">
              <a:extLst>
                <a:ext uri="{FF2B5EF4-FFF2-40B4-BE49-F238E27FC236}">
                  <a16:creationId xmlns:a16="http://schemas.microsoft.com/office/drawing/2014/main" id="{53DC0AE5-E3D9-35E9-02D5-6D02DDA157BF}"/>
                </a:ext>
              </a:extLst>
            </p:cNvPr>
            <p:cNvSpPr/>
            <p:nvPr>
              <p:custDataLst>
                <p:tags r:id="rId93"/>
              </p:custDataLst>
            </p:nvPr>
          </p:nvSpPr>
          <p:spPr>
            <a:xfrm>
              <a:off x="13970158" y="5460587"/>
              <a:ext cx="96610" cy="148463"/>
            </a:xfrm>
            <a:custGeom>
              <a:avLst/>
              <a:gdLst>
                <a:gd name="connsiteX0" fmla="*/ 96919 w 96610"/>
                <a:gd name="connsiteY0" fmla="*/ 23036 h 148463"/>
                <a:gd name="connsiteX1" fmla="*/ 69801 w 96610"/>
                <a:gd name="connsiteY1" fmla="*/ 81 h 148463"/>
                <a:gd name="connsiteX2" fmla="*/ 26313 w 96610"/>
                <a:gd name="connsiteY2" fmla="*/ 42523 h 148463"/>
                <a:gd name="connsiteX3" fmla="*/ 352 w 96610"/>
                <a:gd name="connsiteY3" fmla="*/ 146562 h 148463"/>
                <a:gd name="connsiteX4" fmla="*/ 2667 w 96610"/>
                <a:gd name="connsiteY4" fmla="*/ 148544 h 148463"/>
                <a:gd name="connsiteX5" fmla="*/ 5808 w 96610"/>
                <a:gd name="connsiteY5" fmla="*/ 147388 h 148463"/>
                <a:gd name="connsiteX6" fmla="*/ 16887 w 96610"/>
                <a:gd name="connsiteY6" fmla="*/ 103295 h 148463"/>
                <a:gd name="connsiteX7" fmla="*/ 41691 w 96610"/>
                <a:gd name="connsiteY7" fmla="*/ 117993 h 148463"/>
                <a:gd name="connsiteX8" fmla="*/ 90966 w 96610"/>
                <a:gd name="connsiteY8" fmla="*/ 76047 h 148463"/>
                <a:gd name="connsiteX9" fmla="*/ 78069 w 96610"/>
                <a:gd name="connsiteY9" fmla="*/ 50945 h 148463"/>
                <a:gd name="connsiteX10" fmla="*/ 96919 w 96610"/>
                <a:gd name="connsiteY10" fmla="*/ 23036 h 148463"/>
                <a:gd name="connsiteX11" fmla="*/ 64179 w 96610"/>
                <a:gd name="connsiteY11" fmla="*/ 50780 h 148463"/>
                <a:gd name="connsiteX12" fmla="*/ 55746 w 96610"/>
                <a:gd name="connsiteY12" fmla="*/ 51936 h 148463"/>
                <a:gd name="connsiteX13" fmla="*/ 47974 w 96610"/>
                <a:gd name="connsiteY13" fmla="*/ 51110 h 148463"/>
                <a:gd name="connsiteX14" fmla="*/ 55746 w 96610"/>
                <a:gd name="connsiteY14" fmla="*/ 49954 h 148463"/>
                <a:gd name="connsiteX15" fmla="*/ 64179 w 96610"/>
                <a:gd name="connsiteY15" fmla="*/ 50780 h 148463"/>
                <a:gd name="connsiteX16" fmla="*/ 86006 w 96610"/>
                <a:gd name="connsiteY16" fmla="*/ 20063 h 148463"/>
                <a:gd name="connsiteX17" fmla="*/ 71454 w 96610"/>
                <a:gd name="connsiteY17" fmla="*/ 47477 h 148463"/>
                <a:gd name="connsiteX18" fmla="*/ 55911 w 96610"/>
                <a:gd name="connsiteY18" fmla="*/ 45330 h 148463"/>
                <a:gd name="connsiteX19" fmla="*/ 41856 w 96610"/>
                <a:gd name="connsiteY19" fmla="*/ 51605 h 148463"/>
                <a:gd name="connsiteX20" fmla="*/ 55415 w 96610"/>
                <a:gd name="connsiteY20" fmla="*/ 56395 h 148463"/>
                <a:gd name="connsiteX21" fmla="*/ 71124 w 96610"/>
                <a:gd name="connsiteY21" fmla="*/ 54083 h 148463"/>
                <a:gd name="connsiteX22" fmla="*/ 78730 w 96610"/>
                <a:gd name="connsiteY22" fmla="*/ 71588 h 148463"/>
                <a:gd name="connsiteX23" fmla="*/ 42187 w 96610"/>
                <a:gd name="connsiteY23" fmla="*/ 113369 h 148463"/>
                <a:gd name="connsiteX24" fmla="*/ 20360 w 96610"/>
                <a:gd name="connsiteY24" fmla="*/ 92561 h 148463"/>
                <a:gd name="connsiteX25" fmla="*/ 20856 w 96610"/>
                <a:gd name="connsiteY25" fmla="*/ 87772 h 148463"/>
                <a:gd name="connsiteX26" fmla="*/ 31769 w 96610"/>
                <a:gd name="connsiteY26" fmla="*/ 43844 h 148463"/>
                <a:gd name="connsiteX27" fmla="*/ 69470 w 96610"/>
                <a:gd name="connsiteY27" fmla="*/ 4705 h 148463"/>
                <a:gd name="connsiteX28" fmla="*/ 86006 w 96610"/>
                <a:gd name="connsiteY28" fmla="*/ 20063 h 14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6610" h="148463">
                  <a:moveTo>
                    <a:pt x="96919" y="23036"/>
                  </a:moveTo>
                  <a:cubicBezTo>
                    <a:pt x="96919" y="8503"/>
                    <a:pt x="84352" y="81"/>
                    <a:pt x="69801" y="81"/>
                  </a:cubicBezTo>
                  <a:cubicBezTo>
                    <a:pt x="47147" y="81"/>
                    <a:pt x="30446" y="25843"/>
                    <a:pt x="26313" y="42523"/>
                  </a:cubicBezTo>
                  <a:lnTo>
                    <a:pt x="352" y="146562"/>
                  </a:lnTo>
                  <a:cubicBezTo>
                    <a:pt x="21" y="147718"/>
                    <a:pt x="1675" y="148544"/>
                    <a:pt x="2667" y="148544"/>
                  </a:cubicBezTo>
                  <a:cubicBezTo>
                    <a:pt x="4155" y="148544"/>
                    <a:pt x="5478" y="148379"/>
                    <a:pt x="5808" y="147388"/>
                  </a:cubicBezTo>
                  <a:lnTo>
                    <a:pt x="16887" y="103295"/>
                  </a:lnTo>
                  <a:cubicBezTo>
                    <a:pt x="20360" y="110892"/>
                    <a:pt x="28297" y="117993"/>
                    <a:pt x="41691" y="117993"/>
                  </a:cubicBezTo>
                  <a:cubicBezTo>
                    <a:pt x="64840" y="117993"/>
                    <a:pt x="90966" y="101313"/>
                    <a:pt x="90966" y="76047"/>
                  </a:cubicBezTo>
                  <a:cubicBezTo>
                    <a:pt x="90966" y="66303"/>
                    <a:pt x="86502" y="56395"/>
                    <a:pt x="78069" y="50945"/>
                  </a:cubicBezTo>
                  <a:cubicBezTo>
                    <a:pt x="86171" y="45825"/>
                    <a:pt x="96919" y="36412"/>
                    <a:pt x="96919" y="23036"/>
                  </a:cubicBezTo>
                  <a:close/>
                  <a:moveTo>
                    <a:pt x="64179" y="50780"/>
                  </a:moveTo>
                  <a:cubicBezTo>
                    <a:pt x="61699" y="51275"/>
                    <a:pt x="60541" y="51936"/>
                    <a:pt x="55746" y="51936"/>
                  </a:cubicBezTo>
                  <a:cubicBezTo>
                    <a:pt x="53100" y="51936"/>
                    <a:pt x="49132" y="51771"/>
                    <a:pt x="47974" y="51110"/>
                  </a:cubicBezTo>
                  <a:cubicBezTo>
                    <a:pt x="49628" y="50119"/>
                    <a:pt x="54258" y="49954"/>
                    <a:pt x="55746" y="49954"/>
                  </a:cubicBezTo>
                  <a:cubicBezTo>
                    <a:pt x="58226" y="49954"/>
                    <a:pt x="61864" y="50119"/>
                    <a:pt x="64179" y="50780"/>
                  </a:cubicBezTo>
                  <a:close/>
                  <a:moveTo>
                    <a:pt x="86006" y="20063"/>
                  </a:moveTo>
                  <a:cubicBezTo>
                    <a:pt x="86006" y="28816"/>
                    <a:pt x="81707" y="41697"/>
                    <a:pt x="71454" y="47477"/>
                  </a:cubicBezTo>
                  <a:cubicBezTo>
                    <a:pt x="68313" y="46486"/>
                    <a:pt x="65171" y="45330"/>
                    <a:pt x="55911" y="45330"/>
                  </a:cubicBezTo>
                  <a:cubicBezTo>
                    <a:pt x="50124" y="45330"/>
                    <a:pt x="41856" y="45660"/>
                    <a:pt x="41856" y="51605"/>
                  </a:cubicBezTo>
                  <a:cubicBezTo>
                    <a:pt x="41856" y="55734"/>
                    <a:pt x="46982" y="56395"/>
                    <a:pt x="55415" y="56395"/>
                  </a:cubicBezTo>
                  <a:cubicBezTo>
                    <a:pt x="61037" y="56395"/>
                    <a:pt x="65998" y="55569"/>
                    <a:pt x="71124" y="54083"/>
                  </a:cubicBezTo>
                  <a:cubicBezTo>
                    <a:pt x="76084" y="57551"/>
                    <a:pt x="78730" y="64321"/>
                    <a:pt x="78730" y="71588"/>
                  </a:cubicBezTo>
                  <a:cubicBezTo>
                    <a:pt x="78730" y="95533"/>
                    <a:pt x="62360" y="113369"/>
                    <a:pt x="42187" y="113369"/>
                  </a:cubicBezTo>
                  <a:cubicBezTo>
                    <a:pt x="29454" y="113369"/>
                    <a:pt x="20360" y="105607"/>
                    <a:pt x="20360" y="92561"/>
                  </a:cubicBezTo>
                  <a:cubicBezTo>
                    <a:pt x="20360" y="90909"/>
                    <a:pt x="20525" y="89258"/>
                    <a:pt x="20856" y="87772"/>
                  </a:cubicBezTo>
                  <a:lnTo>
                    <a:pt x="31769" y="43844"/>
                  </a:lnTo>
                  <a:cubicBezTo>
                    <a:pt x="35738" y="28155"/>
                    <a:pt x="50289" y="4705"/>
                    <a:pt x="69470" y="4705"/>
                  </a:cubicBezTo>
                  <a:cubicBezTo>
                    <a:pt x="79226" y="4705"/>
                    <a:pt x="86006" y="9990"/>
                    <a:pt x="86006" y="2006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63" name="Freeform: Shape 5362">
              <a:extLst>
                <a:ext uri="{FF2B5EF4-FFF2-40B4-BE49-F238E27FC236}">
                  <a16:creationId xmlns:a16="http://schemas.microsoft.com/office/drawing/2014/main" id="{E752F063-328B-94E6-257C-DC650517F14D}"/>
                </a:ext>
              </a:extLst>
            </p:cNvPr>
            <p:cNvSpPr/>
            <p:nvPr>
              <p:custDataLst>
                <p:tags r:id="rId94"/>
              </p:custDataLst>
            </p:nvPr>
          </p:nvSpPr>
          <p:spPr>
            <a:xfrm>
              <a:off x="14083857" y="5520259"/>
              <a:ext cx="64252" cy="83084"/>
            </a:xfrm>
            <a:custGeom>
              <a:avLst/>
              <a:gdLst>
                <a:gd name="connsiteX0" fmla="*/ 29132 w 64252"/>
                <a:gd name="connsiteY0" fmla="*/ 4488 h 83084"/>
                <a:gd name="connsiteX1" fmla="*/ 29605 w 64252"/>
                <a:gd name="connsiteY1" fmla="*/ 2011 h 83084"/>
                <a:gd name="connsiteX2" fmla="*/ 25943 w 64252"/>
                <a:gd name="connsiteY2" fmla="*/ 124 h 83084"/>
                <a:gd name="connsiteX3" fmla="*/ 11416 w 64252"/>
                <a:gd name="connsiteY3" fmla="*/ 1185 h 83084"/>
                <a:gd name="connsiteX4" fmla="*/ 8581 w 64252"/>
                <a:gd name="connsiteY4" fmla="*/ 1893 h 83084"/>
                <a:gd name="connsiteX5" fmla="*/ 7754 w 64252"/>
                <a:gd name="connsiteY5" fmla="*/ 4606 h 83084"/>
                <a:gd name="connsiteX6" fmla="*/ 11298 w 64252"/>
                <a:gd name="connsiteY6" fmla="*/ 6611 h 83084"/>
                <a:gd name="connsiteX7" fmla="*/ 15313 w 64252"/>
                <a:gd name="connsiteY7" fmla="*/ 6847 h 83084"/>
                <a:gd name="connsiteX8" fmla="*/ 17676 w 64252"/>
                <a:gd name="connsiteY8" fmla="*/ 8381 h 83084"/>
                <a:gd name="connsiteX9" fmla="*/ 17085 w 64252"/>
                <a:gd name="connsiteY9" fmla="*/ 11094 h 83084"/>
                <a:gd name="connsiteX10" fmla="*/ 786 w 64252"/>
                <a:gd name="connsiteY10" fmla="*/ 76207 h 83084"/>
                <a:gd name="connsiteX11" fmla="*/ 313 w 64252"/>
                <a:gd name="connsiteY11" fmla="*/ 78920 h 83084"/>
                <a:gd name="connsiteX12" fmla="*/ 4801 w 64252"/>
                <a:gd name="connsiteY12" fmla="*/ 83167 h 83084"/>
                <a:gd name="connsiteX13" fmla="*/ 10943 w 64252"/>
                <a:gd name="connsiteY13" fmla="*/ 77151 h 83084"/>
                <a:gd name="connsiteX14" fmla="*/ 16258 w 64252"/>
                <a:gd name="connsiteY14" fmla="*/ 55446 h 83084"/>
                <a:gd name="connsiteX15" fmla="*/ 34093 w 64252"/>
                <a:gd name="connsiteY15" fmla="*/ 64765 h 83084"/>
                <a:gd name="connsiteX16" fmla="*/ 33739 w 64252"/>
                <a:gd name="connsiteY16" fmla="*/ 67478 h 83084"/>
                <a:gd name="connsiteX17" fmla="*/ 33384 w 64252"/>
                <a:gd name="connsiteY17" fmla="*/ 70545 h 83084"/>
                <a:gd name="connsiteX18" fmla="*/ 47794 w 64252"/>
                <a:gd name="connsiteY18" fmla="*/ 83167 h 83084"/>
                <a:gd name="connsiteX19" fmla="*/ 64566 w 64252"/>
                <a:gd name="connsiteY19" fmla="*/ 64883 h 83084"/>
                <a:gd name="connsiteX20" fmla="*/ 62085 w 64252"/>
                <a:gd name="connsiteY20" fmla="*/ 63232 h 83084"/>
                <a:gd name="connsiteX21" fmla="*/ 59251 w 64252"/>
                <a:gd name="connsiteY21" fmla="*/ 65945 h 83084"/>
                <a:gd name="connsiteX22" fmla="*/ 48266 w 64252"/>
                <a:gd name="connsiteY22" fmla="*/ 79156 h 83084"/>
                <a:gd name="connsiteX23" fmla="*/ 43306 w 64252"/>
                <a:gd name="connsiteY23" fmla="*/ 72197 h 83084"/>
                <a:gd name="connsiteX24" fmla="*/ 43778 w 64252"/>
                <a:gd name="connsiteY24" fmla="*/ 68422 h 83084"/>
                <a:gd name="connsiteX25" fmla="*/ 44369 w 64252"/>
                <a:gd name="connsiteY25" fmla="*/ 64411 h 83084"/>
                <a:gd name="connsiteX26" fmla="*/ 23581 w 64252"/>
                <a:gd name="connsiteY26" fmla="*/ 51672 h 83084"/>
                <a:gd name="connsiteX27" fmla="*/ 33739 w 64252"/>
                <a:gd name="connsiteY27" fmla="*/ 44122 h 83084"/>
                <a:gd name="connsiteX28" fmla="*/ 53699 w 64252"/>
                <a:gd name="connsiteY28" fmla="*/ 33742 h 83084"/>
                <a:gd name="connsiteX29" fmla="*/ 57833 w 64252"/>
                <a:gd name="connsiteY29" fmla="*/ 35157 h 83084"/>
                <a:gd name="connsiteX30" fmla="*/ 56888 w 64252"/>
                <a:gd name="connsiteY30" fmla="*/ 35511 h 83084"/>
                <a:gd name="connsiteX31" fmla="*/ 51455 w 64252"/>
                <a:gd name="connsiteY31" fmla="*/ 42589 h 83084"/>
                <a:gd name="connsiteX32" fmla="*/ 56770 w 64252"/>
                <a:gd name="connsiteY32" fmla="*/ 47425 h 83084"/>
                <a:gd name="connsiteX33" fmla="*/ 64093 w 64252"/>
                <a:gd name="connsiteY33" fmla="*/ 39050 h 83084"/>
                <a:gd name="connsiteX34" fmla="*/ 53936 w 64252"/>
                <a:gd name="connsiteY34" fmla="*/ 29731 h 83084"/>
                <a:gd name="connsiteX35" fmla="*/ 30432 w 64252"/>
                <a:gd name="connsiteY35" fmla="*/ 42117 h 83084"/>
                <a:gd name="connsiteX36" fmla="*/ 17676 w 64252"/>
                <a:gd name="connsiteY36" fmla="*/ 50256 h 83084"/>
                <a:gd name="connsiteX37" fmla="*/ 29132 w 64252"/>
                <a:gd name="connsiteY37" fmla="*/ 4488 h 83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4252" h="83084">
                  <a:moveTo>
                    <a:pt x="29132" y="4488"/>
                  </a:moveTo>
                  <a:cubicBezTo>
                    <a:pt x="29605" y="2837"/>
                    <a:pt x="29605" y="2601"/>
                    <a:pt x="29605" y="2011"/>
                  </a:cubicBezTo>
                  <a:cubicBezTo>
                    <a:pt x="29605" y="6"/>
                    <a:pt x="27833" y="6"/>
                    <a:pt x="25943" y="124"/>
                  </a:cubicBezTo>
                  <a:lnTo>
                    <a:pt x="11416" y="1185"/>
                  </a:lnTo>
                  <a:cubicBezTo>
                    <a:pt x="9408" y="1303"/>
                    <a:pt x="9172" y="1421"/>
                    <a:pt x="8581" y="1893"/>
                  </a:cubicBezTo>
                  <a:cubicBezTo>
                    <a:pt x="8109" y="2483"/>
                    <a:pt x="7754" y="3898"/>
                    <a:pt x="7754" y="4606"/>
                  </a:cubicBezTo>
                  <a:cubicBezTo>
                    <a:pt x="7754" y="6611"/>
                    <a:pt x="9644" y="6611"/>
                    <a:pt x="11298" y="6611"/>
                  </a:cubicBezTo>
                  <a:cubicBezTo>
                    <a:pt x="11416" y="6611"/>
                    <a:pt x="13542" y="6611"/>
                    <a:pt x="15313" y="6847"/>
                  </a:cubicBezTo>
                  <a:cubicBezTo>
                    <a:pt x="17557" y="7083"/>
                    <a:pt x="17676" y="7437"/>
                    <a:pt x="17676" y="8381"/>
                  </a:cubicBezTo>
                  <a:cubicBezTo>
                    <a:pt x="17676" y="8735"/>
                    <a:pt x="17676" y="8971"/>
                    <a:pt x="17085" y="11094"/>
                  </a:cubicBezTo>
                  <a:lnTo>
                    <a:pt x="786" y="76207"/>
                  </a:lnTo>
                  <a:cubicBezTo>
                    <a:pt x="313" y="77977"/>
                    <a:pt x="313" y="78212"/>
                    <a:pt x="313" y="78920"/>
                  </a:cubicBezTo>
                  <a:cubicBezTo>
                    <a:pt x="313" y="81633"/>
                    <a:pt x="2439" y="83167"/>
                    <a:pt x="4801" y="83167"/>
                  </a:cubicBezTo>
                  <a:cubicBezTo>
                    <a:pt x="9408" y="83167"/>
                    <a:pt x="10471" y="78802"/>
                    <a:pt x="10943" y="77151"/>
                  </a:cubicBezTo>
                  <a:lnTo>
                    <a:pt x="16258" y="55446"/>
                  </a:lnTo>
                  <a:cubicBezTo>
                    <a:pt x="19329" y="55564"/>
                    <a:pt x="34093" y="56390"/>
                    <a:pt x="34093" y="64765"/>
                  </a:cubicBezTo>
                  <a:cubicBezTo>
                    <a:pt x="34093" y="65591"/>
                    <a:pt x="34093" y="66063"/>
                    <a:pt x="33739" y="67478"/>
                  </a:cubicBezTo>
                  <a:cubicBezTo>
                    <a:pt x="33384" y="69130"/>
                    <a:pt x="33384" y="69837"/>
                    <a:pt x="33384" y="70545"/>
                  </a:cubicBezTo>
                  <a:cubicBezTo>
                    <a:pt x="33384" y="78920"/>
                    <a:pt x="40943" y="83167"/>
                    <a:pt x="47794" y="83167"/>
                  </a:cubicBezTo>
                  <a:cubicBezTo>
                    <a:pt x="59841" y="83167"/>
                    <a:pt x="64566" y="66299"/>
                    <a:pt x="64566" y="64883"/>
                  </a:cubicBezTo>
                  <a:cubicBezTo>
                    <a:pt x="64566" y="63232"/>
                    <a:pt x="62558" y="63232"/>
                    <a:pt x="62085" y="63232"/>
                  </a:cubicBezTo>
                  <a:cubicBezTo>
                    <a:pt x="60077" y="63232"/>
                    <a:pt x="59841" y="63821"/>
                    <a:pt x="59251" y="65945"/>
                  </a:cubicBezTo>
                  <a:cubicBezTo>
                    <a:pt x="58069" y="70073"/>
                    <a:pt x="54644" y="79156"/>
                    <a:pt x="48266" y="79156"/>
                  </a:cubicBezTo>
                  <a:cubicBezTo>
                    <a:pt x="43896" y="79156"/>
                    <a:pt x="43306" y="74792"/>
                    <a:pt x="43306" y="72197"/>
                  </a:cubicBezTo>
                  <a:cubicBezTo>
                    <a:pt x="43306" y="72079"/>
                    <a:pt x="43306" y="70427"/>
                    <a:pt x="43778" y="68422"/>
                  </a:cubicBezTo>
                  <a:cubicBezTo>
                    <a:pt x="44250" y="66534"/>
                    <a:pt x="44369" y="65355"/>
                    <a:pt x="44369" y="64411"/>
                  </a:cubicBezTo>
                  <a:cubicBezTo>
                    <a:pt x="44369" y="54031"/>
                    <a:pt x="31376" y="52261"/>
                    <a:pt x="23581" y="51672"/>
                  </a:cubicBezTo>
                  <a:cubicBezTo>
                    <a:pt x="26888" y="49784"/>
                    <a:pt x="31849" y="45774"/>
                    <a:pt x="33739" y="44122"/>
                  </a:cubicBezTo>
                  <a:cubicBezTo>
                    <a:pt x="40471" y="38814"/>
                    <a:pt x="46967" y="33742"/>
                    <a:pt x="53699" y="33742"/>
                  </a:cubicBezTo>
                  <a:cubicBezTo>
                    <a:pt x="56416" y="33742"/>
                    <a:pt x="57125" y="34450"/>
                    <a:pt x="57833" y="35157"/>
                  </a:cubicBezTo>
                  <a:cubicBezTo>
                    <a:pt x="57715" y="35157"/>
                    <a:pt x="57125" y="35511"/>
                    <a:pt x="56888" y="35511"/>
                  </a:cubicBezTo>
                  <a:cubicBezTo>
                    <a:pt x="51455" y="37399"/>
                    <a:pt x="51455" y="42235"/>
                    <a:pt x="51455" y="42589"/>
                  </a:cubicBezTo>
                  <a:cubicBezTo>
                    <a:pt x="51455" y="44594"/>
                    <a:pt x="52873" y="47425"/>
                    <a:pt x="56770" y="47425"/>
                  </a:cubicBezTo>
                  <a:cubicBezTo>
                    <a:pt x="59132" y="47425"/>
                    <a:pt x="64093" y="45538"/>
                    <a:pt x="64093" y="39050"/>
                  </a:cubicBezTo>
                  <a:cubicBezTo>
                    <a:pt x="64093" y="33270"/>
                    <a:pt x="59605" y="29731"/>
                    <a:pt x="53936" y="29731"/>
                  </a:cubicBezTo>
                  <a:cubicBezTo>
                    <a:pt x="45904" y="29731"/>
                    <a:pt x="39054" y="35157"/>
                    <a:pt x="30432" y="42117"/>
                  </a:cubicBezTo>
                  <a:cubicBezTo>
                    <a:pt x="26298" y="45420"/>
                    <a:pt x="22400" y="48369"/>
                    <a:pt x="17676" y="50256"/>
                  </a:cubicBezTo>
                  <a:lnTo>
                    <a:pt x="29132" y="448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64" name="Freeform: Shape 5363">
              <a:extLst>
                <a:ext uri="{FF2B5EF4-FFF2-40B4-BE49-F238E27FC236}">
                  <a16:creationId xmlns:a16="http://schemas.microsoft.com/office/drawing/2014/main" id="{2E118CD5-D233-BC98-6DDE-2855C96A329A}"/>
                </a:ext>
              </a:extLst>
            </p:cNvPr>
            <p:cNvSpPr/>
            <p:nvPr>
              <p:custDataLst>
                <p:tags r:id="rId95"/>
              </p:custDataLst>
            </p:nvPr>
          </p:nvSpPr>
          <p:spPr>
            <a:xfrm>
              <a:off x="14180414" y="5504185"/>
              <a:ext cx="88465" cy="74479"/>
            </a:xfrm>
            <a:custGeom>
              <a:avLst/>
              <a:gdLst>
                <a:gd name="connsiteX0" fmla="*/ 33554 w 88465"/>
                <a:gd name="connsiteY0" fmla="*/ 55404 h 74479"/>
                <a:gd name="connsiteX1" fmla="*/ 18011 w 88465"/>
                <a:gd name="connsiteY1" fmla="*/ 69936 h 74479"/>
                <a:gd name="connsiteX2" fmla="*/ 9081 w 88465"/>
                <a:gd name="connsiteY2" fmla="*/ 67624 h 74479"/>
                <a:gd name="connsiteX3" fmla="*/ 16357 w 88465"/>
                <a:gd name="connsiteY3" fmla="*/ 58541 h 74479"/>
                <a:gd name="connsiteX4" fmla="*/ 9743 w 88465"/>
                <a:gd name="connsiteY4" fmla="*/ 52431 h 74479"/>
                <a:gd name="connsiteX5" fmla="*/ 318 w 88465"/>
                <a:gd name="connsiteY5" fmla="*/ 62505 h 74479"/>
                <a:gd name="connsiteX6" fmla="*/ 17680 w 88465"/>
                <a:gd name="connsiteY6" fmla="*/ 74560 h 74479"/>
                <a:gd name="connsiteX7" fmla="*/ 36200 w 88465"/>
                <a:gd name="connsiteY7" fmla="*/ 62835 h 74479"/>
                <a:gd name="connsiteX8" fmla="*/ 55877 w 88465"/>
                <a:gd name="connsiteY8" fmla="*/ 74560 h 74479"/>
                <a:gd name="connsiteX9" fmla="*/ 84979 w 88465"/>
                <a:gd name="connsiteY9" fmla="*/ 49293 h 74479"/>
                <a:gd name="connsiteX10" fmla="*/ 82334 w 88465"/>
                <a:gd name="connsiteY10" fmla="*/ 47147 h 74479"/>
                <a:gd name="connsiteX11" fmla="*/ 79192 w 88465"/>
                <a:gd name="connsiteY11" fmla="*/ 49954 h 74479"/>
                <a:gd name="connsiteX12" fmla="*/ 56538 w 88465"/>
                <a:gd name="connsiteY12" fmla="*/ 69936 h 74479"/>
                <a:gd name="connsiteX13" fmla="*/ 46452 w 88465"/>
                <a:gd name="connsiteY13" fmla="*/ 59202 h 74479"/>
                <a:gd name="connsiteX14" fmla="*/ 55050 w 88465"/>
                <a:gd name="connsiteY14" fmla="*/ 21550 h 74479"/>
                <a:gd name="connsiteX15" fmla="*/ 71255 w 88465"/>
                <a:gd name="connsiteY15" fmla="*/ 4705 h 74479"/>
                <a:gd name="connsiteX16" fmla="*/ 80184 w 88465"/>
                <a:gd name="connsiteY16" fmla="*/ 7017 h 74479"/>
                <a:gd name="connsiteX17" fmla="*/ 72909 w 88465"/>
                <a:gd name="connsiteY17" fmla="*/ 16100 h 74479"/>
                <a:gd name="connsiteX18" fmla="*/ 79523 w 88465"/>
                <a:gd name="connsiteY18" fmla="*/ 22210 h 74479"/>
                <a:gd name="connsiteX19" fmla="*/ 88783 w 88465"/>
                <a:gd name="connsiteY19" fmla="*/ 12136 h 74479"/>
                <a:gd name="connsiteX20" fmla="*/ 71586 w 88465"/>
                <a:gd name="connsiteY20" fmla="*/ 81 h 74479"/>
                <a:gd name="connsiteX21" fmla="*/ 53066 w 88465"/>
                <a:gd name="connsiteY21" fmla="*/ 11806 h 74479"/>
                <a:gd name="connsiteX22" fmla="*/ 33223 w 88465"/>
                <a:gd name="connsiteY22" fmla="*/ 81 h 74479"/>
                <a:gd name="connsiteX23" fmla="*/ 4121 w 88465"/>
                <a:gd name="connsiteY23" fmla="*/ 25348 h 74479"/>
                <a:gd name="connsiteX24" fmla="*/ 6932 w 88465"/>
                <a:gd name="connsiteY24" fmla="*/ 27495 h 74479"/>
                <a:gd name="connsiteX25" fmla="*/ 10074 w 88465"/>
                <a:gd name="connsiteY25" fmla="*/ 24687 h 74479"/>
                <a:gd name="connsiteX26" fmla="*/ 32727 w 88465"/>
                <a:gd name="connsiteY26" fmla="*/ 4705 h 74479"/>
                <a:gd name="connsiteX27" fmla="*/ 42649 w 88465"/>
                <a:gd name="connsiteY27" fmla="*/ 15604 h 74479"/>
                <a:gd name="connsiteX28" fmla="*/ 39176 w 88465"/>
                <a:gd name="connsiteY28" fmla="*/ 32779 h 74479"/>
                <a:gd name="connsiteX29" fmla="*/ 33554 w 88465"/>
                <a:gd name="connsiteY29" fmla="*/ 55404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8465" h="74479">
                  <a:moveTo>
                    <a:pt x="33554" y="55404"/>
                  </a:moveTo>
                  <a:cubicBezTo>
                    <a:pt x="31900" y="61019"/>
                    <a:pt x="26444" y="69936"/>
                    <a:pt x="18011" y="69936"/>
                  </a:cubicBezTo>
                  <a:cubicBezTo>
                    <a:pt x="17515" y="69936"/>
                    <a:pt x="12554" y="69936"/>
                    <a:pt x="9081" y="67624"/>
                  </a:cubicBezTo>
                  <a:cubicBezTo>
                    <a:pt x="15861" y="65477"/>
                    <a:pt x="16357" y="59532"/>
                    <a:pt x="16357" y="58541"/>
                  </a:cubicBezTo>
                  <a:cubicBezTo>
                    <a:pt x="16357" y="54908"/>
                    <a:pt x="13546" y="52431"/>
                    <a:pt x="9743" y="52431"/>
                  </a:cubicBezTo>
                  <a:cubicBezTo>
                    <a:pt x="5113" y="52431"/>
                    <a:pt x="318" y="56395"/>
                    <a:pt x="318" y="62505"/>
                  </a:cubicBezTo>
                  <a:cubicBezTo>
                    <a:pt x="318" y="70762"/>
                    <a:pt x="9577" y="74560"/>
                    <a:pt x="17680" y="74560"/>
                  </a:cubicBezTo>
                  <a:cubicBezTo>
                    <a:pt x="25286" y="74560"/>
                    <a:pt x="32066" y="69771"/>
                    <a:pt x="36200" y="62835"/>
                  </a:cubicBezTo>
                  <a:cubicBezTo>
                    <a:pt x="40168" y="71588"/>
                    <a:pt x="49263" y="74560"/>
                    <a:pt x="55877" y="74560"/>
                  </a:cubicBezTo>
                  <a:cubicBezTo>
                    <a:pt x="74893" y="74560"/>
                    <a:pt x="84979" y="53917"/>
                    <a:pt x="84979" y="49293"/>
                  </a:cubicBezTo>
                  <a:cubicBezTo>
                    <a:pt x="84979" y="47147"/>
                    <a:pt x="82830" y="47147"/>
                    <a:pt x="82334" y="47147"/>
                  </a:cubicBezTo>
                  <a:cubicBezTo>
                    <a:pt x="80019" y="47147"/>
                    <a:pt x="79853" y="47972"/>
                    <a:pt x="79192" y="49954"/>
                  </a:cubicBezTo>
                  <a:cubicBezTo>
                    <a:pt x="75720" y="61349"/>
                    <a:pt x="65798" y="69936"/>
                    <a:pt x="56538" y="69936"/>
                  </a:cubicBezTo>
                  <a:cubicBezTo>
                    <a:pt x="49924" y="69936"/>
                    <a:pt x="46452" y="65477"/>
                    <a:pt x="46452" y="59202"/>
                  </a:cubicBezTo>
                  <a:cubicBezTo>
                    <a:pt x="46452" y="54908"/>
                    <a:pt x="50420" y="39880"/>
                    <a:pt x="55050" y="21550"/>
                  </a:cubicBezTo>
                  <a:cubicBezTo>
                    <a:pt x="58357" y="8834"/>
                    <a:pt x="65798" y="4705"/>
                    <a:pt x="71255" y="4705"/>
                  </a:cubicBezTo>
                  <a:cubicBezTo>
                    <a:pt x="71586" y="4705"/>
                    <a:pt x="76712" y="4705"/>
                    <a:pt x="80184" y="7017"/>
                  </a:cubicBezTo>
                  <a:cubicBezTo>
                    <a:pt x="74893" y="8503"/>
                    <a:pt x="72909" y="13127"/>
                    <a:pt x="72909" y="16100"/>
                  </a:cubicBezTo>
                  <a:cubicBezTo>
                    <a:pt x="72909" y="19733"/>
                    <a:pt x="75720" y="22210"/>
                    <a:pt x="79523" y="22210"/>
                  </a:cubicBezTo>
                  <a:cubicBezTo>
                    <a:pt x="83326" y="22210"/>
                    <a:pt x="88783" y="19072"/>
                    <a:pt x="88783" y="12136"/>
                  </a:cubicBezTo>
                  <a:cubicBezTo>
                    <a:pt x="88783" y="2888"/>
                    <a:pt x="78200" y="81"/>
                    <a:pt x="71586" y="81"/>
                  </a:cubicBezTo>
                  <a:cubicBezTo>
                    <a:pt x="63318" y="81"/>
                    <a:pt x="56704" y="5531"/>
                    <a:pt x="53066" y="11806"/>
                  </a:cubicBezTo>
                  <a:cubicBezTo>
                    <a:pt x="50090" y="5035"/>
                    <a:pt x="42483" y="81"/>
                    <a:pt x="33223" y="81"/>
                  </a:cubicBezTo>
                  <a:cubicBezTo>
                    <a:pt x="14703" y="81"/>
                    <a:pt x="4121" y="20394"/>
                    <a:pt x="4121" y="25348"/>
                  </a:cubicBezTo>
                  <a:cubicBezTo>
                    <a:pt x="4121" y="27495"/>
                    <a:pt x="6436" y="27495"/>
                    <a:pt x="6932" y="27495"/>
                  </a:cubicBezTo>
                  <a:cubicBezTo>
                    <a:pt x="9081" y="27495"/>
                    <a:pt x="9247" y="26834"/>
                    <a:pt x="10074" y="24687"/>
                  </a:cubicBezTo>
                  <a:cubicBezTo>
                    <a:pt x="14207" y="11806"/>
                    <a:pt x="24625" y="4705"/>
                    <a:pt x="32727" y="4705"/>
                  </a:cubicBezTo>
                  <a:cubicBezTo>
                    <a:pt x="38184" y="4705"/>
                    <a:pt x="42649" y="7678"/>
                    <a:pt x="42649" y="15604"/>
                  </a:cubicBezTo>
                  <a:cubicBezTo>
                    <a:pt x="42649" y="18907"/>
                    <a:pt x="40664" y="27164"/>
                    <a:pt x="39176" y="32779"/>
                  </a:cubicBezTo>
                  <a:lnTo>
                    <a:pt x="33554" y="5540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65" name="Freeform: Shape 5364">
              <a:extLst>
                <a:ext uri="{FF2B5EF4-FFF2-40B4-BE49-F238E27FC236}">
                  <a16:creationId xmlns:a16="http://schemas.microsoft.com/office/drawing/2014/main" id="{82B68F34-5BB1-7984-84D5-123D2D2848ED}"/>
                </a:ext>
              </a:extLst>
            </p:cNvPr>
            <p:cNvSpPr/>
            <p:nvPr>
              <p:custDataLst>
                <p:tags r:id="rId96"/>
              </p:custDataLst>
            </p:nvPr>
          </p:nvSpPr>
          <p:spPr>
            <a:xfrm>
              <a:off x="14294243" y="5520259"/>
              <a:ext cx="64252" cy="83084"/>
            </a:xfrm>
            <a:custGeom>
              <a:avLst/>
              <a:gdLst>
                <a:gd name="connsiteX0" fmla="*/ 29141 w 64252"/>
                <a:gd name="connsiteY0" fmla="*/ 4488 h 83084"/>
                <a:gd name="connsiteX1" fmla="*/ 29614 w 64252"/>
                <a:gd name="connsiteY1" fmla="*/ 2011 h 83084"/>
                <a:gd name="connsiteX2" fmla="*/ 25952 w 64252"/>
                <a:gd name="connsiteY2" fmla="*/ 124 h 83084"/>
                <a:gd name="connsiteX3" fmla="*/ 11425 w 64252"/>
                <a:gd name="connsiteY3" fmla="*/ 1185 h 83084"/>
                <a:gd name="connsiteX4" fmla="*/ 8590 w 64252"/>
                <a:gd name="connsiteY4" fmla="*/ 1893 h 83084"/>
                <a:gd name="connsiteX5" fmla="*/ 7763 w 64252"/>
                <a:gd name="connsiteY5" fmla="*/ 4606 h 83084"/>
                <a:gd name="connsiteX6" fmla="*/ 11306 w 64252"/>
                <a:gd name="connsiteY6" fmla="*/ 6611 h 83084"/>
                <a:gd name="connsiteX7" fmla="*/ 15322 w 64252"/>
                <a:gd name="connsiteY7" fmla="*/ 6847 h 83084"/>
                <a:gd name="connsiteX8" fmla="*/ 17684 w 64252"/>
                <a:gd name="connsiteY8" fmla="*/ 8381 h 83084"/>
                <a:gd name="connsiteX9" fmla="*/ 17094 w 64252"/>
                <a:gd name="connsiteY9" fmla="*/ 11094 h 83084"/>
                <a:gd name="connsiteX10" fmla="*/ 795 w 64252"/>
                <a:gd name="connsiteY10" fmla="*/ 76207 h 83084"/>
                <a:gd name="connsiteX11" fmla="*/ 322 w 64252"/>
                <a:gd name="connsiteY11" fmla="*/ 78920 h 83084"/>
                <a:gd name="connsiteX12" fmla="*/ 4810 w 64252"/>
                <a:gd name="connsiteY12" fmla="*/ 83167 h 83084"/>
                <a:gd name="connsiteX13" fmla="*/ 10952 w 64252"/>
                <a:gd name="connsiteY13" fmla="*/ 77151 h 83084"/>
                <a:gd name="connsiteX14" fmla="*/ 16267 w 64252"/>
                <a:gd name="connsiteY14" fmla="*/ 55446 h 83084"/>
                <a:gd name="connsiteX15" fmla="*/ 34102 w 64252"/>
                <a:gd name="connsiteY15" fmla="*/ 64765 h 83084"/>
                <a:gd name="connsiteX16" fmla="*/ 33747 w 64252"/>
                <a:gd name="connsiteY16" fmla="*/ 67478 h 83084"/>
                <a:gd name="connsiteX17" fmla="*/ 33393 w 64252"/>
                <a:gd name="connsiteY17" fmla="*/ 70545 h 83084"/>
                <a:gd name="connsiteX18" fmla="*/ 47803 w 64252"/>
                <a:gd name="connsiteY18" fmla="*/ 83167 h 83084"/>
                <a:gd name="connsiteX19" fmla="*/ 64574 w 64252"/>
                <a:gd name="connsiteY19" fmla="*/ 64883 h 83084"/>
                <a:gd name="connsiteX20" fmla="*/ 62094 w 64252"/>
                <a:gd name="connsiteY20" fmla="*/ 63232 h 83084"/>
                <a:gd name="connsiteX21" fmla="*/ 59259 w 64252"/>
                <a:gd name="connsiteY21" fmla="*/ 65945 h 83084"/>
                <a:gd name="connsiteX22" fmla="*/ 48275 w 64252"/>
                <a:gd name="connsiteY22" fmla="*/ 79156 h 83084"/>
                <a:gd name="connsiteX23" fmla="*/ 43314 w 64252"/>
                <a:gd name="connsiteY23" fmla="*/ 72197 h 83084"/>
                <a:gd name="connsiteX24" fmla="*/ 43787 w 64252"/>
                <a:gd name="connsiteY24" fmla="*/ 68422 h 83084"/>
                <a:gd name="connsiteX25" fmla="*/ 44377 w 64252"/>
                <a:gd name="connsiteY25" fmla="*/ 64411 h 83084"/>
                <a:gd name="connsiteX26" fmla="*/ 23590 w 64252"/>
                <a:gd name="connsiteY26" fmla="*/ 51672 h 83084"/>
                <a:gd name="connsiteX27" fmla="*/ 33747 w 64252"/>
                <a:gd name="connsiteY27" fmla="*/ 44122 h 83084"/>
                <a:gd name="connsiteX28" fmla="*/ 53708 w 64252"/>
                <a:gd name="connsiteY28" fmla="*/ 33742 h 83084"/>
                <a:gd name="connsiteX29" fmla="*/ 57842 w 64252"/>
                <a:gd name="connsiteY29" fmla="*/ 35157 h 83084"/>
                <a:gd name="connsiteX30" fmla="*/ 56897 w 64252"/>
                <a:gd name="connsiteY30" fmla="*/ 35511 h 83084"/>
                <a:gd name="connsiteX31" fmla="*/ 51464 w 64252"/>
                <a:gd name="connsiteY31" fmla="*/ 42589 h 83084"/>
                <a:gd name="connsiteX32" fmla="*/ 56779 w 64252"/>
                <a:gd name="connsiteY32" fmla="*/ 47425 h 83084"/>
                <a:gd name="connsiteX33" fmla="*/ 64102 w 64252"/>
                <a:gd name="connsiteY33" fmla="*/ 39050 h 83084"/>
                <a:gd name="connsiteX34" fmla="*/ 53944 w 64252"/>
                <a:gd name="connsiteY34" fmla="*/ 29731 h 83084"/>
                <a:gd name="connsiteX35" fmla="*/ 30440 w 64252"/>
                <a:gd name="connsiteY35" fmla="*/ 42117 h 83084"/>
                <a:gd name="connsiteX36" fmla="*/ 17684 w 64252"/>
                <a:gd name="connsiteY36" fmla="*/ 50256 h 83084"/>
                <a:gd name="connsiteX37" fmla="*/ 29141 w 64252"/>
                <a:gd name="connsiteY37" fmla="*/ 4488 h 83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4252" h="83084">
                  <a:moveTo>
                    <a:pt x="29141" y="4488"/>
                  </a:moveTo>
                  <a:cubicBezTo>
                    <a:pt x="29614" y="2837"/>
                    <a:pt x="29614" y="2601"/>
                    <a:pt x="29614" y="2011"/>
                  </a:cubicBezTo>
                  <a:cubicBezTo>
                    <a:pt x="29614" y="6"/>
                    <a:pt x="27842" y="6"/>
                    <a:pt x="25952" y="124"/>
                  </a:cubicBezTo>
                  <a:lnTo>
                    <a:pt x="11425" y="1185"/>
                  </a:lnTo>
                  <a:cubicBezTo>
                    <a:pt x="9417" y="1303"/>
                    <a:pt x="9180" y="1421"/>
                    <a:pt x="8590" y="1893"/>
                  </a:cubicBezTo>
                  <a:cubicBezTo>
                    <a:pt x="8117" y="2483"/>
                    <a:pt x="7763" y="3898"/>
                    <a:pt x="7763" y="4606"/>
                  </a:cubicBezTo>
                  <a:cubicBezTo>
                    <a:pt x="7763" y="6611"/>
                    <a:pt x="9653" y="6611"/>
                    <a:pt x="11306" y="6611"/>
                  </a:cubicBezTo>
                  <a:cubicBezTo>
                    <a:pt x="11425" y="6611"/>
                    <a:pt x="13551" y="6611"/>
                    <a:pt x="15322" y="6847"/>
                  </a:cubicBezTo>
                  <a:cubicBezTo>
                    <a:pt x="17566" y="7083"/>
                    <a:pt x="17684" y="7437"/>
                    <a:pt x="17684" y="8381"/>
                  </a:cubicBezTo>
                  <a:cubicBezTo>
                    <a:pt x="17684" y="8735"/>
                    <a:pt x="17684" y="8971"/>
                    <a:pt x="17094" y="11094"/>
                  </a:cubicBezTo>
                  <a:lnTo>
                    <a:pt x="795" y="76207"/>
                  </a:lnTo>
                  <a:cubicBezTo>
                    <a:pt x="322" y="77977"/>
                    <a:pt x="322" y="78212"/>
                    <a:pt x="322" y="78920"/>
                  </a:cubicBezTo>
                  <a:cubicBezTo>
                    <a:pt x="322" y="81633"/>
                    <a:pt x="2448" y="83167"/>
                    <a:pt x="4810" y="83167"/>
                  </a:cubicBezTo>
                  <a:cubicBezTo>
                    <a:pt x="9417" y="83167"/>
                    <a:pt x="10480" y="78802"/>
                    <a:pt x="10952" y="77151"/>
                  </a:cubicBezTo>
                  <a:lnTo>
                    <a:pt x="16267" y="55446"/>
                  </a:lnTo>
                  <a:cubicBezTo>
                    <a:pt x="19338" y="55564"/>
                    <a:pt x="34102" y="56390"/>
                    <a:pt x="34102" y="64765"/>
                  </a:cubicBezTo>
                  <a:cubicBezTo>
                    <a:pt x="34102" y="65591"/>
                    <a:pt x="34102" y="66063"/>
                    <a:pt x="33747" y="67478"/>
                  </a:cubicBezTo>
                  <a:cubicBezTo>
                    <a:pt x="33393" y="69130"/>
                    <a:pt x="33393" y="69837"/>
                    <a:pt x="33393" y="70545"/>
                  </a:cubicBezTo>
                  <a:cubicBezTo>
                    <a:pt x="33393" y="78920"/>
                    <a:pt x="40952" y="83167"/>
                    <a:pt x="47803" y="83167"/>
                  </a:cubicBezTo>
                  <a:cubicBezTo>
                    <a:pt x="59850" y="83167"/>
                    <a:pt x="64574" y="66299"/>
                    <a:pt x="64574" y="64883"/>
                  </a:cubicBezTo>
                  <a:cubicBezTo>
                    <a:pt x="64574" y="63232"/>
                    <a:pt x="62567" y="63232"/>
                    <a:pt x="62094" y="63232"/>
                  </a:cubicBezTo>
                  <a:cubicBezTo>
                    <a:pt x="60086" y="63232"/>
                    <a:pt x="59850" y="63821"/>
                    <a:pt x="59259" y="65945"/>
                  </a:cubicBezTo>
                  <a:cubicBezTo>
                    <a:pt x="58078" y="70073"/>
                    <a:pt x="54653" y="79156"/>
                    <a:pt x="48275" y="79156"/>
                  </a:cubicBezTo>
                  <a:cubicBezTo>
                    <a:pt x="43905" y="79156"/>
                    <a:pt x="43314" y="74792"/>
                    <a:pt x="43314" y="72197"/>
                  </a:cubicBezTo>
                  <a:cubicBezTo>
                    <a:pt x="43314" y="72079"/>
                    <a:pt x="43314" y="70427"/>
                    <a:pt x="43787" y="68422"/>
                  </a:cubicBezTo>
                  <a:cubicBezTo>
                    <a:pt x="44259" y="66534"/>
                    <a:pt x="44377" y="65355"/>
                    <a:pt x="44377" y="64411"/>
                  </a:cubicBezTo>
                  <a:cubicBezTo>
                    <a:pt x="44377" y="54031"/>
                    <a:pt x="31385" y="52261"/>
                    <a:pt x="23590" y="51672"/>
                  </a:cubicBezTo>
                  <a:cubicBezTo>
                    <a:pt x="26897" y="49784"/>
                    <a:pt x="31858" y="45774"/>
                    <a:pt x="33747" y="44122"/>
                  </a:cubicBezTo>
                  <a:cubicBezTo>
                    <a:pt x="40480" y="38814"/>
                    <a:pt x="46976" y="33742"/>
                    <a:pt x="53708" y="33742"/>
                  </a:cubicBezTo>
                  <a:cubicBezTo>
                    <a:pt x="56425" y="33742"/>
                    <a:pt x="57133" y="34450"/>
                    <a:pt x="57842" y="35157"/>
                  </a:cubicBezTo>
                  <a:cubicBezTo>
                    <a:pt x="57724" y="35157"/>
                    <a:pt x="57133" y="35511"/>
                    <a:pt x="56897" y="35511"/>
                  </a:cubicBezTo>
                  <a:cubicBezTo>
                    <a:pt x="51464" y="37399"/>
                    <a:pt x="51464" y="42235"/>
                    <a:pt x="51464" y="42589"/>
                  </a:cubicBezTo>
                  <a:cubicBezTo>
                    <a:pt x="51464" y="44594"/>
                    <a:pt x="52881" y="47425"/>
                    <a:pt x="56779" y="47425"/>
                  </a:cubicBezTo>
                  <a:cubicBezTo>
                    <a:pt x="59141" y="47425"/>
                    <a:pt x="64102" y="45538"/>
                    <a:pt x="64102" y="39050"/>
                  </a:cubicBezTo>
                  <a:cubicBezTo>
                    <a:pt x="64102" y="33270"/>
                    <a:pt x="59614" y="29731"/>
                    <a:pt x="53944" y="29731"/>
                  </a:cubicBezTo>
                  <a:cubicBezTo>
                    <a:pt x="45913" y="29731"/>
                    <a:pt x="39062" y="35157"/>
                    <a:pt x="30440" y="42117"/>
                  </a:cubicBezTo>
                  <a:cubicBezTo>
                    <a:pt x="26307" y="45420"/>
                    <a:pt x="22409" y="48369"/>
                    <a:pt x="17684" y="50256"/>
                  </a:cubicBezTo>
                  <a:lnTo>
                    <a:pt x="29141" y="448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66" name="Freeform: Shape 5365">
              <a:extLst>
                <a:ext uri="{FF2B5EF4-FFF2-40B4-BE49-F238E27FC236}">
                  <a16:creationId xmlns:a16="http://schemas.microsoft.com/office/drawing/2014/main" id="{5CB245D1-6F0C-7FAC-747A-77CDFC8E1B5E}"/>
                </a:ext>
              </a:extLst>
            </p:cNvPr>
            <p:cNvSpPr/>
            <p:nvPr>
              <p:custDataLst>
                <p:tags r:id="rId97"/>
              </p:custDataLst>
            </p:nvPr>
          </p:nvSpPr>
          <p:spPr>
            <a:xfrm>
              <a:off x="14394604" y="5453156"/>
              <a:ext cx="42827" cy="164977"/>
            </a:xfrm>
            <a:custGeom>
              <a:avLst/>
              <a:gdLst>
                <a:gd name="connsiteX0" fmla="*/ 3468 w 42827"/>
                <a:gd name="connsiteY0" fmla="*/ 81 h 164977"/>
                <a:gd name="connsiteX1" fmla="*/ 326 w 42827"/>
                <a:gd name="connsiteY1" fmla="*/ 2063 h 164977"/>
                <a:gd name="connsiteX2" fmla="*/ 1815 w 42827"/>
                <a:gd name="connsiteY2" fmla="*/ 4540 h 164977"/>
                <a:gd name="connsiteX3" fmla="*/ 31909 w 42827"/>
                <a:gd name="connsiteY3" fmla="*/ 82487 h 164977"/>
                <a:gd name="connsiteX4" fmla="*/ 3303 w 42827"/>
                <a:gd name="connsiteY4" fmla="*/ 159278 h 164977"/>
                <a:gd name="connsiteX5" fmla="*/ 326 w 42827"/>
                <a:gd name="connsiteY5" fmla="*/ 163077 h 164977"/>
                <a:gd name="connsiteX6" fmla="*/ 2476 w 42827"/>
                <a:gd name="connsiteY6" fmla="*/ 165058 h 164977"/>
                <a:gd name="connsiteX7" fmla="*/ 31083 w 42827"/>
                <a:gd name="connsiteY7" fmla="*/ 133516 h 164977"/>
                <a:gd name="connsiteX8" fmla="*/ 43153 w 42827"/>
                <a:gd name="connsiteY8" fmla="*/ 82652 h 164977"/>
                <a:gd name="connsiteX9" fmla="*/ 3468 w 42827"/>
                <a:gd name="connsiteY9" fmla="*/ 81 h 164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27" h="164977">
                  <a:moveTo>
                    <a:pt x="3468" y="81"/>
                  </a:moveTo>
                  <a:cubicBezTo>
                    <a:pt x="2311" y="81"/>
                    <a:pt x="326" y="81"/>
                    <a:pt x="326" y="2063"/>
                  </a:cubicBezTo>
                  <a:cubicBezTo>
                    <a:pt x="326" y="2888"/>
                    <a:pt x="823" y="3384"/>
                    <a:pt x="1815" y="4540"/>
                  </a:cubicBezTo>
                  <a:cubicBezTo>
                    <a:pt x="16035" y="17586"/>
                    <a:pt x="31909" y="39880"/>
                    <a:pt x="31909" y="82487"/>
                  </a:cubicBezTo>
                  <a:cubicBezTo>
                    <a:pt x="31909" y="117002"/>
                    <a:pt x="21161" y="143094"/>
                    <a:pt x="3303" y="159278"/>
                  </a:cubicBezTo>
                  <a:cubicBezTo>
                    <a:pt x="492" y="162086"/>
                    <a:pt x="326" y="162251"/>
                    <a:pt x="326" y="163077"/>
                  </a:cubicBezTo>
                  <a:cubicBezTo>
                    <a:pt x="326" y="163902"/>
                    <a:pt x="823" y="165058"/>
                    <a:pt x="2476" y="165058"/>
                  </a:cubicBezTo>
                  <a:cubicBezTo>
                    <a:pt x="4460" y="165058"/>
                    <a:pt x="20169" y="154159"/>
                    <a:pt x="31083" y="133516"/>
                  </a:cubicBezTo>
                  <a:cubicBezTo>
                    <a:pt x="38358" y="119809"/>
                    <a:pt x="43153" y="101974"/>
                    <a:pt x="43153" y="82652"/>
                  </a:cubicBezTo>
                  <a:cubicBezTo>
                    <a:pt x="43153" y="59367"/>
                    <a:pt x="36209" y="23201"/>
                    <a:pt x="3468" y="8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grpSp>
        <p:nvGrpSpPr>
          <p:cNvPr id="5503" name="Group 5502" descr="\documentclass{article}&#10;\usepackage{amsmath}&#10;\usepackage{amsfonts}&#10;\pagestyle{empty}&#10;\begin{document}&#10;&#10;&#10;\[&#10;\Pr(y_1 = 1 \mid \text{gre}_1,\text{gpa}_1,\text{rank}_1) = \frac{1}{1 + e^{-(\beta_0 + \beta_1 gre_1 + \beta_2 gpa_2 + \beta_3 rank_2)}}&#10;\]&#10;&#10;&#10;&#10;&#10;&#10;\end{document}" title="IguanaTex Shape Display">
            <a:extLst>
              <a:ext uri="{FF2B5EF4-FFF2-40B4-BE49-F238E27FC236}">
                <a16:creationId xmlns:a16="http://schemas.microsoft.com/office/drawing/2014/main" id="{A6C7C64E-DDD6-2138-3B08-B0602F973F7B}"/>
              </a:ext>
            </a:extLst>
          </p:cNvPr>
          <p:cNvGrpSpPr>
            <a:grpSpLocks noChangeAspect="1"/>
          </p:cNvGrpSpPr>
          <p:nvPr>
            <p:custDataLst>
              <p:tags r:id="rId2"/>
            </p:custDataLst>
          </p:nvPr>
        </p:nvGrpSpPr>
        <p:grpSpPr>
          <a:xfrm>
            <a:off x="5053504" y="5063404"/>
            <a:ext cx="6610477" cy="502360"/>
            <a:chOff x="8654431" y="6224709"/>
            <a:chExt cx="6610477" cy="502360"/>
          </a:xfrm>
        </p:grpSpPr>
        <p:sp>
          <p:nvSpPr>
            <p:cNvPr id="5446" name="Freeform: Shape 5445">
              <a:extLst>
                <a:ext uri="{FF2B5EF4-FFF2-40B4-BE49-F238E27FC236}">
                  <a16:creationId xmlns:a16="http://schemas.microsoft.com/office/drawing/2014/main" id="{66F0D2A0-61D0-CF76-A751-6FFAF60C504C}"/>
                </a:ext>
              </a:extLst>
            </p:cNvPr>
            <p:cNvSpPr/>
            <p:nvPr>
              <p:custDataLst>
                <p:tags r:id="rId3"/>
              </p:custDataLst>
            </p:nvPr>
          </p:nvSpPr>
          <p:spPr>
            <a:xfrm>
              <a:off x="8654431" y="6380299"/>
              <a:ext cx="138831" cy="161131"/>
            </a:xfrm>
            <a:custGeom>
              <a:avLst/>
              <a:gdLst>
                <a:gd name="connsiteX0" fmla="*/ 45349 w 138831"/>
                <a:gd name="connsiteY0" fmla="*/ 86669 h 161131"/>
                <a:gd name="connsiteX1" fmla="*/ 85183 w 138831"/>
                <a:gd name="connsiteY1" fmla="*/ 86669 h 161131"/>
                <a:gd name="connsiteX2" fmla="*/ 138925 w 138831"/>
                <a:gd name="connsiteY2" fmla="*/ 43968 h 161131"/>
                <a:gd name="connsiteX3" fmla="*/ 83298 w 138831"/>
                <a:gd name="connsiteY3" fmla="*/ 87 h 161131"/>
                <a:gd name="connsiteX4" fmla="*/ 93 w 138831"/>
                <a:gd name="connsiteY4" fmla="*/ 87 h 161131"/>
                <a:gd name="connsiteX5" fmla="*/ 93 w 138831"/>
                <a:gd name="connsiteY5" fmla="*/ 7400 h 161131"/>
                <a:gd name="connsiteX6" fmla="*/ 5750 w 138831"/>
                <a:gd name="connsiteY6" fmla="*/ 7400 h 161131"/>
                <a:gd name="connsiteX7" fmla="*/ 24371 w 138831"/>
                <a:gd name="connsiteY7" fmla="*/ 18488 h 161131"/>
                <a:gd name="connsiteX8" fmla="*/ 24371 w 138831"/>
                <a:gd name="connsiteY8" fmla="*/ 142817 h 161131"/>
                <a:gd name="connsiteX9" fmla="*/ 5750 w 138831"/>
                <a:gd name="connsiteY9" fmla="*/ 153905 h 161131"/>
                <a:gd name="connsiteX10" fmla="*/ 93 w 138831"/>
                <a:gd name="connsiteY10" fmla="*/ 153905 h 161131"/>
                <a:gd name="connsiteX11" fmla="*/ 93 w 138831"/>
                <a:gd name="connsiteY11" fmla="*/ 161219 h 161131"/>
                <a:gd name="connsiteX12" fmla="*/ 34742 w 138831"/>
                <a:gd name="connsiteY12" fmla="*/ 160511 h 161131"/>
                <a:gd name="connsiteX13" fmla="*/ 69627 w 138831"/>
                <a:gd name="connsiteY13" fmla="*/ 161219 h 161131"/>
                <a:gd name="connsiteX14" fmla="*/ 69627 w 138831"/>
                <a:gd name="connsiteY14" fmla="*/ 153905 h 161131"/>
                <a:gd name="connsiteX15" fmla="*/ 63970 w 138831"/>
                <a:gd name="connsiteY15" fmla="*/ 153905 h 161131"/>
                <a:gd name="connsiteX16" fmla="*/ 45349 w 138831"/>
                <a:gd name="connsiteY16" fmla="*/ 142817 h 161131"/>
                <a:gd name="connsiteX17" fmla="*/ 45349 w 138831"/>
                <a:gd name="connsiteY17" fmla="*/ 86669 h 161131"/>
                <a:gd name="connsiteX18" fmla="*/ 44642 w 138831"/>
                <a:gd name="connsiteY18" fmla="*/ 80535 h 161131"/>
                <a:gd name="connsiteX19" fmla="*/ 44642 w 138831"/>
                <a:gd name="connsiteY19" fmla="*/ 16837 h 161131"/>
                <a:gd name="connsiteX20" fmla="*/ 56191 w 138831"/>
                <a:gd name="connsiteY20" fmla="*/ 7400 h 161131"/>
                <a:gd name="connsiteX21" fmla="*/ 77169 w 138831"/>
                <a:gd name="connsiteY21" fmla="*/ 7400 h 161131"/>
                <a:gd name="connsiteX22" fmla="*/ 114647 w 138831"/>
                <a:gd name="connsiteY22" fmla="*/ 43968 h 161131"/>
                <a:gd name="connsiteX23" fmla="*/ 77169 w 138831"/>
                <a:gd name="connsiteY23" fmla="*/ 80535 h 161131"/>
                <a:gd name="connsiteX24" fmla="*/ 44642 w 138831"/>
                <a:gd name="connsiteY24" fmla="*/ 80535 h 161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8831" h="161131">
                  <a:moveTo>
                    <a:pt x="45349" y="86669"/>
                  </a:moveTo>
                  <a:lnTo>
                    <a:pt x="85183" y="86669"/>
                  </a:lnTo>
                  <a:cubicBezTo>
                    <a:pt x="113468" y="86669"/>
                    <a:pt x="138925" y="67559"/>
                    <a:pt x="138925" y="43968"/>
                  </a:cubicBezTo>
                  <a:cubicBezTo>
                    <a:pt x="138925" y="20848"/>
                    <a:pt x="115590" y="87"/>
                    <a:pt x="83298" y="87"/>
                  </a:cubicBezTo>
                  <a:lnTo>
                    <a:pt x="93" y="87"/>
                  </a:lnTo>
                  <a:lnTo>
                    <a:pt x="93" y="7400"/>
                  </a:lnTo>
                  <a:lnTo>
                    <a:pt x="5750" y="7400"/>
                  </a:lnTo>
                  <a:cubicBezTo>
                    <a:pt x="23900" y="7400"/>
                    <a:pt x="24371" y="9995"/>
                    <a:pt x="24371" y="18488"/>
                  </a:cubicBezTo>
                  <a:lnTo>
                    <a:pt x="24371" y="142817"/>
                  </a:lnTo>
                  <a:cubicBezTo>
                    <a:pt x="24371" y="151310"/>
                    <a:pt x="23900" y="153905"/>
                    <a:pt x="5750" y="153905"/>
                  </a:cubicBezTo>
                  <a:lnTo>
                    <a:pt x="93" y="153905"/>
                  </a:lnTo>
                  <a:lnTo>
                    <a:pt x="93" y="161219"/>
                  </a:lnTo>
                  <a:cubicBezTo>
                    <a:pt x="8343" y="160511"/>
                    <a:pt x="25785" y="160511"/>
                    <a:pt x="34742" y="160511"/>
                  </a:cubicBezTo>
                  <a:cubicBezTo>
                    <a:pt x="43699" y="160511"/>
                    <a:pt x="61377" y="160511"/>
                    <a:pt x="69627" y="161219"/>
                  </a:cubicBezTo>
                  <a:lnTo>
                    <a:pt x="69627" y="153905"/>
                  </a:lnTo>
                  <a:lnTo>
                    <a:pt x="63970" y="153905"/>
                  </a:lnTo>
                  <a:cubicBezTo>
                    <a:pt x="45820" y="153905"/>
                    <a:pt x="45349" y="151310"/>
                    <a:pt x="45349" y="142817"/>
                  </a:cubicBezTo>
                  <a:lnTo>
                    <a:pt x="45349" y="86669"/>
                  </a:lnTo>
                  <a:close/>
                  <a:moveTo>
                    <a:pt x="44642" y="80535"/>
                  </a:moveTo>
                  <a:lnTo>
                    <a:pt x="44642" y="16837"/>
                  </a:lnTo>
                  <a:cubicBezTo>
                    <a:pt x="44642" y="9052"/>
                    <a:pt x="45113" y="7400"/>
                    <a:pt x="56191" y="7400"/>
                  </a:cubicBezTo>
                  <a:lnTo>
                    <a:pt x="77169" y="7400"/>
                  </a:lnTo>
                  <a:cubicBezTo>
                    <a:pt x="114647" y="7400"/>
                    <a:pt x="114647" y="32408"/>
                    <a:pt x="114647" y="43968"/>
                  </a:cubicBezTo>
                  <a:cubicBezTo>
                    <a:pt x="114647" y="55056"/>
                    <a:pt x="114647" y="80535"/>
                    <a:pt x="77169" y="80535"/>
                  </a:cubicBezTo>
                  <a:lnTo>
                    <a:pt x="44642" y="8053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47" name="Freeform: Shape 5446">
              <a:extLst>
                <a:ext uri="{FF2B5EF4-FFF2-40B4-BE49-F238E27FC236}">
                  <a16:creationId xmlns:a16="http://schemas.microsoft.com/office/drawing/2014/main" id="{35AD64D3-E53F-61CF-38FE-A0C3241BE1A5}"/>
                </a:ext>
              </a:extLst>
            </p:cNvPr>
            <p:cNvSpPr/>
            <p:nvPr>
              <p:custDataLst>
                <p:tags r:id="rId4"/>
              </p:custDataLst>
            </p:nvPr>
          </p:nvSpPr>
          <p:spPr>
            <a:xfrm>
              <a:off x="8813194" y="6437155"/>
              <a:ext cx="79197" cy="104275"/>
            </a:xfrm>
            <a:custGeom>
              <a:avLst/>
              <a:gdLst>
                <a:gd name="connsiteX0" fmla="*/ 32863 w 79197"/>
                <a:gd name="connsiteY0" fmla="*/ 26038 h 104275"/>
                <a:gd name="connsiteX1" fmla="*/ 32863 w 79197"/>
                <a:gd name="connsiteY1" fmla="*/ 87 h 104275"/>
                <a:gd name="connsiteX2" fmla="*/ 100 w 79197"/>
                <a:gd name="connsiteY2" fmla="*/ 2682 h 104275"/>
                <a:gd name="connsiteX3" fmla="*/ 100 w 79197"/>
                <a:gd name="connsiteY3" fmla="*/ 9995 h 104275"/>
                <a:gd name="connsiteX4" fmla="*/ 18485 w 79197"/>
                <a:gd name="connsiteY4" fmla="*/ 23207 h 104275"/>
                <a:gd name="connsiteX5" fmla="*/ 18485 w 79197"/>
                <a:gd name="connsiteY5" fmla="*/ 86433 h 104275"/>
                <a:gd name="connsiteX6" fmla="*/ 100 w 79197"/>
                <a:gd name="connsiteY6" fmla="*/ 97049 h 104275"/>
                <a:gd name="connsiteX7" fmla="*/ 100 w 79197"/>
                <a:gd name="connsiteY7" fmla="*/ 104363 h 104275"/>
                <a:gd name="connsiteX8" fmla="*/ 26971 w 79197"/>
                <a:gd name="connsiteY8" fmla="*/ 103655 h 104275"/>
                <a:gd name="connsiteX9" fmla="*/ 56905 w 79197"/>
                <a:gd name="connsiteY9" fmla="*/ 104363 h 104275"/>
                <a:gd name="connsiteX10" fmla="*/ 56905 w 79197"/>
                <a:gd name="connsiteY10" fmla="*/ 97049 h 104275"/>
                <a:gd name="connsiteX11" fmla="*/ 51955 w 79197"/>
                <a:gd name="connsiteY11" fmla="*/ 97049 h 104275"/>
                <a:gd name="connsiteX12" fmla="*/ 34042 w 79197"/>
                <a:gd name="connsiteY12" fmla="*/ 85961 h 104275"/>
                <a:gd name="connsiteX13" fmla="*/ 34042 w 79197"/>
                <a:gd name="connsiteY13" fmla="*/ 49630 h 104275"/>
                <a:gd name="connsiteX14" fmla="*/ 61855 w 79197"/>
                <a:gd name="connsiteY14" fmla="*/ 5277 h 104275"/>
                <a:gd name="connsiteX15" fmla="*/ 64448 w 79197"/>
                <a:gd name="connsiteY15" fmla="*/ 5513 h 104275"/>
                <a:gd name="connsiteX16" fmla="*/ 59027 w 79197"/>
                <a:gd name="connsiteY16" fmla="*/ 14714 h 104275"/>
                <a:gd name="connsiteX17" fmla="*/ 69162 w 79197"/>
                <a:gd name="connsiteY17" fmla="*/ 24858 h 104275"/>
                <a:gd name="connsiteX18" fmla="*/ 79298 w 79197"/>
                <a:gd name="connsiteY18" fmla="*/ 14478 h 104275"/>
                <a:gd name="connsiteX19" fmla="*/ 61855 w 79197"/>
                <a:gd name="connsiteY19" fmla="*/ 87 h 104275"/>
                <a:gd name="connsiteX20" fmla="*/ 32863 w 79197"/>
                <a:gd name="connsiteY20" fmla="*/ 26038 h 10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197" h="104275">
                  <a:moveTo>
                    <a:pt x="32863" y="26038"/>
                  </a:moveTo>
                  <a:lnTo>
                    <a:pt x="32863" y="87"/>
                  </a:lnTo>
                  <a:lnTo>
                    <a:pt x="100" y="2682"/>
                  </a:lnTo>
                  <a:lnTo>
                    <a:pt x="100" y="9995"/>
                  </a:lnTo>
                  <a:cubicBezTo>
                    <a:pt x="16599" y="9995"/>
                    <a:pt x="18485" y="11647"/>
                    <a:pt x="18485" y="23207"/>
                  </a:cubicBezTo>
                  <a:lnTo>
                    <a:pt x="18485" y="86433"/>
                  </a:lnTo>
                  <a:cubicBezTo>
                    <a:pt x="18485" y="97049"/>
                    <a:pt x="15892" y="97049"/>
                    <a:pt x="100" y="97049"/>
                  </a:cubicBezTo>
                  <a:lnTo>
                    <a:pt x="100" y="104363"/>
                  </a:lnTo>
                  <a:cubicBezTo>
                    <a:pt x="9293" y="104127"/>
                    <a:pt x="20371" y="103655"/>
                    <a:pt x="26971" y="103655"/>
                  </a:cubicBezTo>
                  <a:cubicBezTo>
                    <a:pt x="36399" y="103655"/>
                    <a:pt x="47477" y="103655"/>
                    <a:pt x="56905" y="104363"/>
                  </a:cubicBezTo>
                  <a:lnTo>
                    <a:pt x="56905" y="97049"/>
                  </a:lnTo>
                  <a:lnTo>
                    <a:pt x="51955" y="97049"/>
                  </a:lnTo>
                  <a:cubicBezTo>
                    <a:pt x="34513" y="97049"/>
                    <a:pt x="34042" y="94454"/>
                    <a:pt x="34042" y="85961"/>
                  </a:cubicBezTo>
                  <a:lnTo>
                    <a:pt x="34042" y="49630"/>
                  </a:lnTo>
                  <a:cubicBezTo>
                    <a:pt x="34042" y="26274"/>
                    <a:pt x="43941" y="5277"/>
                    <a:pt x="61855" y="5277"/>
                  </a:cubicBezTo>
                  <a:cubicBezTo>
                    <a:pt x="63505" y="5277"/>
                    <a:pt x="63977" y="5277"/>
                    <a:pt x="64448" y="5513"/>
                  </a:cubicBezTo>
                  <a:cubicBezTo>
                    <a:pt x="63741" y="5749"/>
                    <a:pt x="59027" y="8580"/>
                    <a:pt x="59027" y="14714"/>
                  </a:cubicBezTo>
                  <a:cubicBezTo>
                    <a:pt x="59027" y="21319"/>
                    <a:pt x="63977" y="24858"/>
                    <a:pt x="69162" y="24858"/>
                  </a:cubicBezTo>
                  <a:cubicBezTo>
                    <a:pt x="73405" y="24858"/>
                    <a:pt x="79298" y="22027"/>
                    <a:pt x="79298" y="14478"/>
                  </a:cubicBezTo>
                  <a:cubicBezTo>
                    <a:pt x="79298" y="6928"/>
                    <a:pt x="71991" y="87"/>
                    <a:pt x="61855" y="87"/>
                  </a:cubicBezTo>
                  <a:cubicBezTo>
                    <a:pt x="44649" y="87"/>
                    <a:pt x="36163" y="15893"/>
                    <a:pt x="32863" y="2603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48" name="Freeform: Shape 5447">
              <a:extLst>
                <a:ext uri="{FF2B5EF4-FFF2-40B4-BE49-F238E27FC236}">
                  <a16:creationId xmlns:a16="http://schemas.microsoft.com/office/drawing/2014/main" id="{62949743-088B-EFDE-53FA-5754E380DCD6}"/>
                </a:ext>
              </a:extLst>
            </p:cNvPr>
            <p:cNvSpPr/>
            <p:nvPr>
              <p:custDataLst>
                <p:tags r:id="rId5"/>
              </p:custDataLst>
            </p:nvPr>
          </p:nvSpPr>
          <p:spPr>
            <a:xfrm>
              <a:off x="8922248" y="6364492"/>
              <a:ext cx="54684" cy="235917"/>
            </a:xfrm>
            <a:custGeom>
              <a:avLst/>
              <a:gdLst>
                <a:gd name="connsiteX0" fmla="*/ 54788 w 54684"/>
                <a:gd name="connsiteY0" fmla="*/ 233645 h 235917"/>
                <a:gd name="connsiteX1" fmla="*/ 50781 w 54684"/>
                <a:gd name="connsiteY1" fmla="*/ 228455 h 235917"/>
                <a:gd name="connsiteX2" fmla="*/ 13775 w 54684"/>
                <a:gd name="connsiteY2" fmla="*/ 118046 h 235917"/>
                <a:gd name="connsiteX3" fmla="*/ 51724 w 54684"/>
                <a:gd name="connsiteY3" fmla="*/ 6457 h 235917"/>
                <a:gd name="connsiteX4" fmla="*/ 54788 w 54684"/>
                <a:gd name="connsiteY4" fmla="*/ 2446 h 235917"/>
                <a:gd name="connsiteX5" fmla="*/ 52431 w 54684"/>
                <a:gd name="connsiteY5" fmla="*/ 87 h 235917"/>
                <a:gd name="connsiteX6" fmla="*/ 14953 w 54684"/>
                <a:gd name="connsiteY6" fmla="*/ 46091 h 235917"/>
                <a:gd name="connsiteX7" fmla="*/ 104 w 54684"/>
                <a:gd name="connsiteY7" fmla="*/ 118046 h 235917"/>
                <a:gd name="connsiteX8" fmla="*/ 15661 w 54684"/>
                <a:gd name="connsiteY8" fmla="*/ 191652 h 235917"/>
                <a:gd name="connsiteX9" fmla="*/ 52431 w 54684"/>
                <a:gd name="connsiteY9" fmla="*/ 236005 h 235917"/>
                <a:gd name="connsiteX10" fmla="*/ 54788 w 54684"/>
                <a:gd name="connsiteY10" fmla="*/ 233645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84" h="235917">
                  <a:moveTo>
                    <a:pt x="54788" y="233645"/>
                  </a:moveTo>
                  <a:cubicBezTo>
                    <a:pt x="54788" y="232938"/>
                    <a:pt x="54788" y="232466"/>
                    <a:pt x="50781" y="228455"/>
                  </a:cubicBezTo>
                  <a:cubicBezTo>
                    <a:pt x="21317" y="198730"/>
                    <a:pt x="13775" y="154141"/>
                    <a:pt x="13775" y="118046"/>
                  </a:cubicBezTo>
                  <a:cubicBezTo>
                    <a:pt x="13775" y="76996"/>
                    <a:pt x="22732" y="35946"/>
                    <a:pt x="51724" y="6457"/>
                  </a:cubicBezTo>
                  <a:cubicBezTo>
                    <a:pt x="54788" y="3626"/>
                    <a:pt x="54788" y="3154"/>
                    <a:pt x="54788" y="2446"/>
                  </a:cubicBezTo>
                  <a:cubicBezTo>
                    <a:pt x="54788" y="795"/>
                    <a:pt x="53845" y="87"/>
                    <a:pt x="52431" y="87"/>
                  </a:cubicBezTo>
                  <a:cubicBezTo>
                    <a:pt x="50074" y="87"/>
                    <a:pt x="28860" y="16129"/>
                    <a:pt x="14953" y="46091"/>
                  </a:cubicBezTo>
                  <a:cubicBezTo>
                    <a:pt x="2932" y="72042"/>
                    <a:pt x="104" y="98229"/>
                    <a:pt x="104" y="118046"/>
                  </a:cubicBezTo>
                  <a:cubicBezTo>
                    <a:pt x="104" y="136447"/>
                    <a:pt x="2697" y="164993"/>
                    <a:pt x="15661" y="191652"/>
                  </a:cubicBezTo>
                  <a:cubicBezTo>
                    <a:pt x="29803" y="220670"/>
                    <a:pt x="50074" y="236005"/>
                    <a:pt x="52431" y="236005"/>
                  </a:cubicBezTo>
                  <a:cubicBezTo>
                    <a:pt x="53845" y="236005"/>
                    <a:pt x="54788" y="235297"/>
                    <a:pt x="54788" y="23364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49" name="Freeform: Shape 5448">
              <a:extLst>
                <a:ext uri="{FF2B5EF4-FFF2-40B4-BE49-F238E27FC236}">
                  <a16:creationId xmlns:a16="http://schemas.microsoft.com/office/drawing/2014/main" id="{00E86DA7-CF36-79B1-B586-B942C55BED1B}"/>
                </a:ext>
              </a:extLst>
            </p:cNvPr>
            <p:cNvSpPr/>
            <p:nvPr>
              <p:custDataLst>
                <p:tags r:id="rId6"/>
              </p:custDataLst>
            </p:nvPr>
          </p:nvSpPr>
          <p:spPr>
            <a:xfrm>
              <a:off x="8997412" y="6437155"/>
              <a:ext cx="108660" cy="152638"/>
            </a:xfrm>
            <a:custGeom>
              <a:avLst/>
              <a:gdLst>
                <a:gd name="connsiteX0" fmla="*/ 107826 w 108660"/>
                <a:gd name="connsiteY0" fmla="*/ 14478 h 152638"/>
                <a:gd name="connsiteX1" fmla="*/ 108769 w 108660"/>
                <a:gd name="connsiteY1" fmla="*/ 9052 h 152638"/>
                <a:gd name="connsiteX2" fmla="*/ 101933 w 108660"/>
                <a:gd name="connsiteY2" fmla="*/ 2682 h 152638"/>
                <a:gd name="connsiteX3" fmla="*/ 93683 w 108660"/>
                <a:gd name="connsiteY3" fmla="*/ 7636 h 152638"/>
                <a:gd name="connsiteX4" fmla="*/ 90384 w 108660"/>
                <a:gd name="connsiteY4" fmla="*/ 20376 h 152638"/>
                <a:gd name="connsiteX5" fmla="*/ 85669 w 108660"/>
                <a:gd name="connsiteY5" fmla="*/ 39249 h 152638"/>
                <a:gd name="connsiteX6" fmla="*/ 75063 w 108660"/>
                <a:gd name="connsiteY6" fmla="*/ 81714 h 152638"/>
                <a:gd name="connsiteX7" fmla="*/ 48428 w 108660"/>
                <a:gd name="connsiteY7" fmla="*/ 101767 h 152638"/>
                <a:gd name="connsiteX8" fmla="*/ 33814 w 108660"/>
                <a:gd name="connsiteY8" fmla="*/ 82658 h 152638"/>
                <a:gd name="connsiteX9" fmla="*/ 45835 w 108660"/>
                <a:gd name="connsiteY9" fmla="*/ 36418 h 152638"/>
                <a:gd name="connsiteX10" fmla="*/ 50549 w 108660"/>
                <a:gd name="connsiteY10" fmla="*/ 19432 h 152638"/>
                <a:gd name="connsiteX11" fmla="*/ 31221 w 108660"/>
                <a:gd name="connsiteY11" fmla="*/ 87 h 152638"/>
                <a:gd name="connsiteX12" fmla="*/ 108 w 108660"/>
                <a:gd name="connsiteY12" fmla="*/ 36418 h 152638"/>
                <a:gd name="connsiteX13" fmla="*/ 2936 w 108660"/>
                <a:gd name="connsiteY13" fmla="*/ 38777 h 152638"/>
                <a:gd name="connsiteX14" fmla="*/ 6707 w 108660"/>
                <a:gd name="connsiteY14" fmla="*/ 34531 h 152638"/>
                <a:gd name="connsiteX15" fmla="*/ 30514 w 108660"/>
                <a:gd name="connsiteY15" fmla="*/ 5277 h 152638"/>
                <a:gd name="connsiteX16" fmla="*/ 36407 w 108660"/>
                <a:gd name="connsiteY16" fmla="*/ 12826 h 152638"/>
                <a:gd name="connsiteX17" fmla="*/ 32400 w 108660"/>
                <a:gd name="connsiteY17" fmla="*/ 29341 h 152638"/>
                <a:gd name="connsiteX18" fmla="*/ 18729 w 108660"/>
                <a:gd name="connsiteY18" fmla="*/ 78883 h 152638"/>
                <a:gd name="connsiteX19" fmla="*/ 47485 w 108660"/>
                <a:gd name="connsiteY19" fmla="*/ 106958 h 152638"/>
                <a:gd name="connsiteX20" fmla="*/ 71291 w 108660"/>
                <a:gd name="connsiteY20" fmla="*/ 96341 h 152638"/>
                <a:gd name="connsiteX21" fmla="*/ 55970 w 108660"/>
                <a:gd name="connsiteY21" fmla="*/ 132673 h 152638"/>
                <a:gd name="connsiteX22" fmla="*/ 30043 w 108660"/>
                <a:gd name="connsiteY22" fmla="*/ 147535 h 152638"/>
                <a:gd name="connsiteX23" fmla="*/ 12129 w 108660"/>
                <a:gd name="connsiteY23" fmla="*/ 137627 h 152638"/>
                <a:gd name="connsiteX24" fmla="*/ 22264 w 108660"/>
                <a:gd name="connsiteY24" fmla="*/ 134796 h 152638"/>
                <a:gd name="connsiteX25" fmla="*/ 26978 w 108660"/>
                <a:gd name="connsiteY25" fmla="*/ 125123 h 152638"/>
                <a:gd name="connsiteX26" fmla="*/ 18257 w 108660"/>
                <a:gd name="connsiteY26" fmla="*/ 116866 h 152638"/>
                <a:gd name="connsiteX27" fmla="*/ 5058 w 108660"/>
                <a:gd name="connsiteY27" fmla="*/ 132201 h 152638"/>
                <a:gd name="connsiteX28" fmla="*/ 30043 w 108660"/>
                <a:gd name="connsiteY28" fmla="*/ 152726 h 152638"/>
                <a:gd name="connsiteX29" fmla="*/ 85198 w 108660"/>
                <a:gd name="connsiteY29" fmla="*/ 104598 h 152638"/>
                <a:gd name="connsiteX30" fmla="*/ 107826 w 108660"/>
                <a:gd name="connsiteY30" fmla="*/ 14478 h 15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660" h="152638">
                  <a:moveTo>
                    <a:pt x="107826" y="14478"/>
                  </a:moveTo>
                  <a:cubicBezTo>
                    <a:pt x="108769" y="11175"/>
                    <a:pt x="108769" y="10703"/>
                    <a:pt x="108769" y="9052"/>
                  </a:cubicBezTo>
                  <a:cubicBezTo>
                    <a:pt x="108769" y="4805"/>
                    <a:pt x="105469" y="2682"/>
                    <a:pt x="101933" y="2682"/>
                  </a:cubicBezTo>
                  <a:cubicBezTo>
                    <a:pt x="99576" y="2682"/>
                    <a:pt x="95805" y="4097"/>
                    <a:pt x="93683" y="7636"/>
                  </a:cubicBezTo>
                  <a:cubicBezTo>
                    <a:pt x="93212" y="8816"/>
                    <a:pt x="91326" y="16129"/>
                    <a:pt x="90384" y="20376"/>
                  </a:cubicBezTo>
                  <a:cubicBezTo>
                    <a:pt x="88734" y="26510"/>
                    <a:pt x="87084" y="32879"/>
                    <a:pt x="85669" y="39249"/>
                  </a:cubicBezTo>
                  <a:lnTo>
                    <a:pt x="75063" y="81714"/>
                  </a:lnTo>
                  <a:cubicBezTo>
                    <a:pt x="74120" y="85253"/>
                    <a:pt x="63984" y="101767"/>
                    <a:pt x="48428" y="101767"/>
                  </a:cubicBezTo>
                  <a:cubicBezTo>
                    <a:pt x="36407" y="101767"/>
                    <a:pt x="33814" y="91387"/>
                    <a:pt x="33814" y="82658"/>
                  </a:cubicBezTo>
                  <a:cubicBezTo>
                    <a:pt x="33814" y="71806"/>
                    <a:pt x="37821" y="57179"/>
                    <a:pt x="45835" y="36418"/>
                  </a:cubicBezTo>
                  <a:cubicBezTo>
                    <a:pt x="49606" y="26746"/>
                    <a:pt x="50549" y="24150"/>
                    <a:pt x="50549" y="19432"/>
                  </a:cubicBezTo>
                  <a:cubicBezTo>
                    <a:pt x="50549" y="8816"/>
                    <a:pt x="43006" y="87"/>
                    <a:pt x="31221" y="87"/>
                  </a:cubicBezTo>
                  <a:cubicBezTo>
                    <a:pt x="8829" y="87"/>
                    <a:pt x="108" y="34295"/>
                    <a:pt x="108" y="36418"/>
                  </a:cubicBezTo>
                  <a:cubicBezTo>
                    <a:pt x="108" y="38777"/>
                    <a:pt x="2465" y="38777"/>
                    <a:pt x="2936" y="38777"/>
                  </a:cubicBezTo>
                  <a:cubicBezTo>
                    <a:pt x="5293" y="38777"/>
                    <a:pt x="5529" y="38306"/>
                    <a:pt x="6707" y="34531"/>
                  </a:cubicBezTo>
                  <a:cubicBezTo>
                    <a:pt x="13072" y="12355"/>
                    <a:pt x="22500" y="5277"/>
                    <a:pt x="30514" y="5277"/>
                  </a:cubicBezTo>
                  <a:cubicBezTo>
                    <a:pt x="32400" y="5277"/>
                    <a:pt x="36407" y="5277"/>
                    <a:pt x="36407" y="12826"/>
                  </a:cubicBezTo>
                  <a:cubicBezTo>
                    <a:pt x="36407" y="18724"/>
                    <a:pt x="34050" y="24858"/>
                    <a:pt x="32400" y="29341"/>
                  </a:cubicBezTo>
                  <a:cubicBezTo>
                    <a:pt x="22971" y="54348"/>
                    <a:pt x="18729" y="67795"/>
                    <a:pt x="18729" y="78883"/>
                  </a:cubicBezTo>
                  <a:cubicBezTo>
                    <a:pt x="18729" y="99880"/>
                    <a:pt x="33578" y="106958"/>
                    <a:pt x="47485" y="106958"/>
                  </a:cubicBezTo>
                  <a:cubicBezTo>
                    <a:pt x="56677" y="106958"/>
                    <a:pt x="64691" y="102947"/>
                    <a:pt x="71291" y="96341"/>
                  </a:cubicBezTo>
                  <a:cubicBezTo>
                    <a:pt x="68227" y="108609"/>
                    <a:pt x="65399" y="120169"/>
                    <a:pt x="55970" y="132673"/>
                  </a:cubicBezTo>
                  <a:cubicBezTo>
                    <a:pt x="49842" y="140694"/>
                    <a:pt x="40885" y="147535"/>
                    <a:pt x="30043" y="147535"/>
                  </a:cubicBezTo>
                  <a:cubicBezTo>
                    <a:pt x="26743" y="147535"/>
                    <a:pt x="16136" y="146828"/>
                    <a:pt x="12129" y="137627"/>
                  </a:cubicBezTo>
                  <a:cubicBezTo>
                    <a:pt x="15900" y="137627"/>
                    <a:pt x="18964" y="137627"/>
                    <a:pt x="22264" y="134796"/>
                  </a:cubicBezTo>
                  <a:cubicBezTo>
                    <a:pt x="24621" y="132673"/>
                    <a:pt x="26978" y="129606"/>
                    <a:pt x="26978" y="125123"/>
                  </a:cubicBezTo>
                  <a:cubicBezTo>
                    <a:pt x="26978" y="117810"/>
                    <a:pt x="20614" y="116866"/>
                    <a:pt x="18257" y="116866"/>
                  </a:cubicBezTo>
                  <a:cubicBezTo>
                    <a:pt x="12836" y="116866"/>
                    <a:pt x="5058" y="120641"/>
                    <a:pt x="5058" y="132201"/>
                  </a:cubicBezTo>
                  <a:cubicBezTo>
                    <a:pt x="5058" y="143997"/>
                    <a:pt x="15429" y="152726"/>
                    <a:pt x="30043" y="152726"/>
                  </a:cubicBezTo>
                  <a:cubicBezTo>
                    <a:pt x="54320" y="152726"/>
                    <a:pt x="78598" y="131257"/>
                    <a:pt x="85198" y="104598"/>
                  </a:cubicBezTo>
                  <a:lnTo>
                    <a:pt x="107826" y="1447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0" name="Freeform: Shape 5449">
              <a:extLst>
                <a:ext uri="{FF2B5EF4-FFF2-40B4-BE49-F238E27FC236}">
                  <a16:creationId xmlns:a16="http://schemas.microsoft.com/office/drawing/2014/main" id="{863A25DB-03A4-C9CC-86BC-837323B8BEBB}"/>
                </a:ext>
              </a:extLst>
            </p:cNvPr>
            <p:cNvSpPr/>
            <p:nvPr>
              <p:custDataLst>
                <p:tags r:id="rId7"/>
              </p:custDataLst>
            </p:nvPr>
          </p:nvSpPr>
          <p:spPr>
            <a:xfrm>
              <a:off x="9124124" y="6467163"/>
              <a:ext cx="60058" cy="109654"/>
            </a:xfrm>
            <a:custGeom>
              <a:avLst/>
              <a:gdLst>
                <a:gd name="connsiteX0" fmla="*/ 37401 w 60058"/>
                <a:gd name="connsiteY0" fmla="*/ 4712 h 109654"/>
                <a:gd name="connsiteX1" fmla="*/ 32452 w 60058"/>
                <a:gd name="connsiteY1" fmla="*/ 88 h 109654"/>
                <a:gd name="connsiteX2" fmla="*/ 113 w 60058"/>
                <a:gd name="connsiteY2" fmla="*/ 10657 h 109654"/>
                <a:gd name="connsiteX3" fmla="*/ 113 w 60058"/>
                <a:gd name="connsiteY3" fmla="*/ 16603 h 109654"/>
                <a:gd name="connsiteX4" fmla="*/ 24037 w 60058"/>
                <a:gd name="connsiteY4" fmla="*/ 11979 h 109654"/>
                <a:gd name="connsiteX5" fmla="*/ 24037 w 60058"/>
                <a:gd name="connsiteY5" fmla="*/ 96201 h 109654"/>
                <a:gd name="connsiteX6" fmla="*/ 7537 w 60058"/>
                <a:gd name="connsiteY6" fmla="*/ 103798 h 109654"/>
                <a:gd name="connsiteX7" fmla="*/ 1268 w 60058"/>
                <a:gd name="connsiteY7" fmla="*/ 103798 h 109654"/>
                <a:gd name="connsiteX8" fmla="*/ 1268 w 60058"/>
                <a:gd name="connsiteY8" fmla="*/ 109743 h 109654"/>
                <a:gd name="connsiteX9" fmla="*/ 30637 w 60058"/>
                <a:gd name="connsiteY9" fmla="*/ 109082 h 109654"/>
                <a:gd name="connsiteX10" fmla="*/ 60171 w 60058"/>
                <a:gd name="connsiteY10" fmla="*/ 109743 h 109654"/>
                <a:gd name="connsiteX11" fmla="*/ 60171 w 60058"/>
                <a:gd name="connsiteY11" fmla="*/ 103798 h 109654"/>
                <a:gd name="connsiteX12" fmla="*/ 53901 w 60058"/>
                <a:gd name="connsiteY12" fmla="*/ 103798 h 109654"/>
                <a:gd name="connsiteX13" fmla="*/ 37401 w 60058"/>
                <a:gd name="connsiteY13" fmla="*/ 96201 h 109654"/>
                <a:gd name="connsiteX14" fmla="*/ 37401 w 60058"/>
                <a:gd name="connsiteY14" fmla="*/ 4712 h 10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058" h="109654">
                  <a:moveTo>
                    <a:pt x="37401" y="4712"/>
                  </a:moveTo>
                  <a:cubicBezTo>
                    <a:pt x="37401" y="254"/>
                    <a:pt x="37071" y="88"/>
                    <a:pt x="32452" y="88"/>
                  </a:cubicBezTo>
                  <a:cubicBezTo>
                    <a:pt x="21892" y="10492"/>
                    <a:pt x="6877" y="10657"/>
                    <a:pt x="113" y="10657"/>
                  </a:cubicBezTo>
                  <a:lnTo>
                    <a:pt x="113" y="16603"/>
                  </a:lnTo>
                  <a:cubicBezTo>
                    <a:pt x="4072" y="16603"/>
                    <a:pt x="14962" y="16603"/>
                    <a:pt x="24037" y="11979"/>
                  </a:cubicBezTo>
                  <a:lnTo>
                    <a:pt x="24037" y="96201"/>
                  </a:lnTo>
                  <a:cubicBezTo>
                    <a:pt x="24037" y="101651"/>
                    <a:pt x="24037" y="103798"/>
                    <a:pt x="7537" y="103798"/>
                  </a:cubicBezTo>
                  <a:lnTo>
                    <a:pt x="1268" y="103798"/>
                  </a:lnTo>
                  <a:lnTo>
                    <a:pt x="1268" y="109743"/>
                  </a:lnTo>
                  <a:cubicBezTo>
                    <a:pt x="4237" y="109578"/>
                    <a:pt x="24532" y="109082"/>
                    <a:pt x="30637" y="109082"/>
                  </a:cubicBezTo>
                  <a:cubicBezTo>
                    <a:pt x="35752" y="109082"/>
                    <a:pt x="56541" y="109578"/>
                    <a:pt x="60171" y="109743"/>
                  </a:cubicBezTo>
                  <a:lnTo>
                    <a:pt x="60171" y="103798"/>
                  </a:lnTo>
                  <a:lnTo>
                    <a:pt x="53901" y="103798"/>
                  </a:lnTo>
                  <a:cubicBezTo>
                    <a:pt x="37401" y="103798"/>
                    <a:pt x="37401" y="101651"/>
                    <a:pt x="37401" y="96201"/>
                  </a:cubicBezTo>
                  <a:lnTo>
                    <a:pt x="37401" y="471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1" name="Freeform: Shape 5450">
              <a:extLst>
                <a:ext uri="{FF2B5EF4-FFF2-40B4-BE49-F238E27FC236}">
                  <a16:creationId xmlns:a16="http://schemas.microsoft.com/office/drawing/2014/main" id="{91E4554D-B3ED-0888-8CF9-BFEB9C3A883E}"/>
                </a:ext>
              </a:extLst>
            </p:cNvPr>
            <p:cNvSpPr/>
            <p:nvPr>
              <p:custDataLst>
                <p:tags r:id="rId8"/>
              </p:custDataLst>
            </p:nvPr>
          </p:nvSpPr>
          <p:spPr>
            <a:xfrm>
              <a:off x="9290553" y="6454849"/>
              <a:ext cx="156745" cy="55204"/>
            </a:xfrm>
            <a:custGeom>
              <a:avLst/>
              <a:gdLst>
                <a:gd name="connsiteX0" fmla="*/ 148851 w 156745"/>
                <a:gd name="connsiteY0" fmla="*/ 9524 h 55204"/>
                <a:gd name="connsiteX1" fmla="*/ 156865 w 156745"/>
                <a:gd name="connsiteY1" fmla="*/ 4805 h 55204"/>
                <a:gd name="connsiteX2" fmla="*/ 149087 w 156745"/>
                <a:gd name="connsiteY2" fmla="*/ 87 h 55204"/>
                <a:gd name="connsiteX3" fmla="*/ 7898 w 156745"/>
                <a:gd name="connsiteY3" fmla="*/ 87 h 55204"/>
                <a:gd name="connsiteX4" fmla="*/ 120 w 156745"/>
                <a:gd name="connsiteY4" fmla="*/ 4805 h 55204"/>
                <a:gd name="connsiteX5" fmla="*/ 8134 w 156745"/>
                <a:gd name="connsiteY5" fmla="*/ 9524 h 55204"/>
                <a:gd name="connsiteX6" fmla="*/ 148851 w 156745"/>
                <a:gd name="connsiteY6" fmla="*/ 9524 h 55204"/>
                <a:gd name="connsiteX7" fmla="*/ 149087 w 156745"/>
                <a:gd name="connsiteY7" fmla="*/ 55292 h 55204"/>
                <a:gd name="connsiteX8" fmla="*/ 156865 w 156745"/>
                <a:gd name="connsiteY8" fmla="*/ 50573 h 55204"/>
                <a:gd name="connsiteX9" fmla="*/ 148851 w 156745"/>
                <a:gd name="connsiteY9" fmla="*/ 45855 h 55204"/>
                <a:gd name="connsiteX10" fmla="*/ 8134 w 156745"/>
                <a:gd name="connsiteY10" fmla="*/ 45855 h 55204"/>
                <a:gd name="connsiteX11" fmla="*/ 120 w 156745"/>
                <a:gd name="connsiteY11" fmla="*/ 50573 h 55204"/>
                <a:gd name="connsiteX12" fmla="*/ 7898 w 156745"/>
                <a:gd name="connsiteY12" fmla="*/ 55292 h 55204"/>
                <a:gd name="connsiteX13" fmla="*/ 149087 w 156745"/>
                <a:gd name="connsiteY13" fmla="*/ 55292 h 55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745" h="55204">
                  <a:moveTo>
                    <a:pt x="148851" y="9524"/>
                  </a:moveTo>
                  <a:cubicBezTo>
                    <a:pt x="152387" y="9524"/>
                    <a:pt x="156865" y="9524"/>
                    <a:pt x="156865" y="4805"/>
                  </a:cubicBezTo>
                  <a:cubicBezTo>
                    <a:pt x="156865" y="87"/>
                    <a:pt x="152387" y="87"/>
                    <a:pt x="149087" y="87"/>
                  </a:cubicBezTo>
                  <a:lnTo>
                    <a:pt x="7898" y="87"/>
                  </a:lnTo>
                  <a:cubicBezTo>
                    <a:pt x="4598" y="87"/>
                    <a:pt x="120" y="87"/>
                    <a:pt x="120" y="4805"/>
                  </a:cubicBezTo>
                  <a:cubicBezTo>
                    <a:pt x="120" y="9524"/>
                    <a:pt x="4598" y="9524"/>
                    <a:pt x="8134" y="9524"/>
                  </a:cubicBezTo>
                  <a:lnTo>
                    <a:pt x="148851" y="9524"/>
                  </a:lnTo>
                  <a:close/>
                  <a:moveTo>
                    <a:pt x="149087" y="55292"/>
                  </a:moveTo>
                  <a:cubicBezTo>
                    <a:pt x="152387" y="55292"/>
                    <a:pt x="156865" y="55292"/>
                    <a:pt x="156865" y="50573"/>
                  </a:cubicBezTo>
                  <a:cubicBezTo>
                    <a:pt x="156865" y="45855"/>
                    <a:pt x="152387" y="45855"/>
                    <a:pt x="148851" y="45855"/>
                  </a:cubicBezTo>
                  <a:lnTo>
                    <a:pt x="8134" y="45855"/>
                  </a:lnTo>
                  <a:cubicBezTo>
                    <a:pt x="4598" y="45855"/>
                    <a:pt x="120" y="45855"/>
                    <a:pt x="120" y="50573"/>
                  </a:cubicBezTo>
                  <a:cubicBezTo>
                    <a:pt x="120" y="55292"/>
                    <a:pt x="4598" y="55292"/>
                    <a:pt x="7898" y="55292"/>
                  </a:cubicBezTo>
                  <a:lnTo>
                    <a:pt x="149087" y="5529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2" name="Freeform: Shape 5451">
              <a:extLst>
                <a:ext uri="{FF2B5EF4-FFF2-40B4-BE49-F238E27FC236}">
                  <a16:creationId xmlns:a16="http://schemas.microsoft.com/office/drawing/2014/main" id="{E6858160-D4BB-B974-C19E-269F9DCEB99F}"/>
                </a:ext>
              </a:extLst>
            </p:cNvPr>
            <p:cNvSpPr/>
            <p:nvPr>
              <p:custDataLst>
                <p:tags r:id="rId9"/>
              </p:custDataLst>
            </p:nvPr>
          </p:nvSpPr>
          <p:spPr>
            <a:xfrm>
              <a:off x="9547132" y="6384309"/>
              <a:ext cx="77783" cy="157121"/>
            </a:xfrm>
            <a:custGeom>
              <a:avLst/>
              <a:gdLst>
                <a:gd name="connsiteX0" fmla="*/ 48450 w 77783"/>
                <a:gd name="connsiteY0" fmla="*/ 6221 h 157121"/>
                <a:gd name="connsiteX1" fmla="*/ 43029 w 77783"/>
                <a:gd name="connsiteY1" fmla="*/ 87 h 157121"/>
                <a:gd name="connsiteX2" fmla="*/ 130 w 77783"/>
                <a:gd name="connsiteY2" fmla="*/ 15186 h 157121"/>
                <a:gd name="connsiteX3" fmla="*/ 130 w 77783"/>
                <a:gd name="connsiteY3" fmla="*/ 22499 h 157121"/>
                <a:gd name="connsiteX4" fmla="*/ 31008 w 77783"/>
                <a:gd name="connsiteY4" fmla="*/ 16365 h 157121"/>
                <a:gd name="connsiteX5" fmla="*/ 31008 w 77783"/>
                <a:gd name="connsiteY5" fmla="*/ 138571 h 157121"/>
                <a:gd name="connsiteX6" fmla="*/ 9087 w 77783"/>
                <a:gd name="connsiteY6" fmla="*/ 149895 h 157121"/>
                <a:gd name="connsiteX7" fmla="*/ 1545 w 77783"/>
                <a:gd name="connsiteY7" fmla="*/ 149895 h 157121"/>
                <a:gd name="connsiteX8" fmla="*/ 1545 w 77783"/>
                <a:gd name="connsiteY8" fmla="*/ 157208 h 157121"/>
                <a:gd name="connsiteX9" fmla="*/ 39729 w 77783"/>
                <a:gd name="connsiteY9" fmla="*/ 156500 h 157121"/>
                <a:gd name="connsiteX10" fmla="*/ 77914 w 77783"/>
                <a:gd name="connsiteY10" fmla="*/ 157208 h 157121"/>
                <a:gd name="connsiteX11" fmla="*/ 77914 w 77783"/>
                <a:gd name="connsiteY11" fmla="*/ 149895 h 157121"/>
                <a:gd name="connsiteX12" fmla="*/ 70371 w 77783"/>
                <a:gd name="connsiteY12" fmla="*/ 149895 h 157121"/>
                <a:gd name="connsiteX13" fmla="*/ 48450 w 77783"/>
                <a:gd name="connsiteY13" fmla="*/ 138571 h 157121"/>
                <a:gd name="connsiteX14" fmla="*/ 48450 w 77783"/>
                <a:gd name="connsiteY14" fmla="*/ 6221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83" h="157121">
                  <a:moveTo>
                    <a:pt x="48450" y="6221"/>
                  </a:moveTo>
                  <a:cubicBezTo>
                    <a:pt x="48450" y="559"/>
                    <a:pt x="48450" y="87"/>
                    <a:pt x="43029" y="87"/>
                  </a:cubicBezTo>
                  <a:cubicBezTo>
                    <a:pt x="28415" y="15186"/>
                    <a:pt x="7673" y="15186"/>
                    <a:pt x="130" y="15186"/>
                  </a:cubicBezTo>
                  <a:lnTo>
                    <a:pt x="130" y="22499"/>
                  </a:lnTo>
                  <a:cubicBezTo>
                    <a:pt x="4844" y="22499"/>
                    <a:pt x="18751" y="22499"/>
                    <a:pt x="31008" y="16365"/>
                  </a:cubicBezTo>
                  <a:lnTo>
                    <a:pt x="31008" y="138571"/>
                  </a:lnTo>
                  <a:cubicBezTo>
                    <a:pt x="31008" y="147064"/>
                    <a:pt x="30301" y="149895"/>
                    <a:pt x="9087" y="149895"/>
                  </a:cubicBezTo>
                  <a:lnTo>
                    <a:pt x="1545" y="149895"/>
                  </a:lnTo>
                  <a:lnTo>
                    <a:pt x="1545" y="157208"/>
                  </a:lnTo>
                  <a:cubicBezTo>
                    <a:pt x="9794" y="156500"/>
                    <a:pt x="30301" y="156500"/>
                    <a:pt x="39729" y="156500"/>
                  </a:cubicBezTo>
                  <a:cubicBezTo>
                    <a:pt x="49157" y="156500"/>
                    <a:pt x="69664" y="156500"/>
                    <a:pt x="77914" y="157208"/>
                  </a:cubicBezTo>
                  <a:lnTo>
                    <a:pt x="77914" y="149895"/>
                  </a:lnTo>
                  <a:lnTo>
                    <a:pt x="70371" y="149895"/>
                  </a:lnTo>
                  <a:cubicBezTo>
                    <a:pt x="49157" y="149895"/>
                    <a:pt x="48450" y="147300"/>
                    <a:pt x="48450" y="138571"/>
                  </a:cubicBezTo>
                  <a:lnTo>
                    <a:pt x="48450" y="622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3" name="Freeform: Shape 5452">
              <a:extLst>
                <a:ext uri="{FF2B5EF4-FFF2-40B4-BE49-F238E27FC236}">
                  <a16:creationId xmlns:a16="http://schemas.microsoft.com/office/drawing/2014/main" id="{7AFE8A76-93E9-F9E2-69F9-09F422F1F399}"/>
                </a:ext>
              </a:extLst>
            </p:cNvPr>
            <p:cNvSpPr/>
            <p:nvPr>
              <p:custDataLst>
                <p:tags r:id="rId10"/>
              </p:custDataLst>
            </p:nvPr>
          </p:nvSpPr>
          <p:spPr>
            <a:xfrm>
              <a:off x="9737530" y="6364492"/>
              <a:ext cx="9428" cy="235917"/>
            </a:xfrm>
            <a:custGeom>
              <a:avLst/>
              <a:gdLst>
                <a:gd name="connsiteX0" fmla="*/ 9566 w 9428"/>
                <a:gd name="connsiteY0" fmla="*/ 8580 h 235917"/>
                <a:gd name="connsiteX1" fmla="*/ 4852 w 9428"/>
                <a:gd name="connsiteY1" fmla="*/ 87 h 235917"/>
                <a:gd name="connsiteX2" fmla="*/ 138 w 9428"/>
                <a:gd name="connsiteY2" fmla="*/ 8580 h 235917"/>
                <a:gd name="connsiteX3" fmla="*/ 138 w 9428"/>
                <a:gd name="connsiteY3" fmla="*/ 227512 h 235917"/>
                <a:gd name="connsiteX4" fmla="*/ 4852 w 9428"/>
                <a:gd name="connsiteY4" fmla="*/ 236005 h 235917"/>
                <a:gd name="connsiteX5" fmla="*/ 9566 w 9428"/>
                <a:gd name="connsiteY5" fmla="*/ 227512 h 235917"/>
                <a:gd name="connsiteX6" fmla="*/ 9566 w 9428"/>
                <a:gd name="connsiteY6" fmla="*/ 8580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28" h="235917">
                  <a:moveTo>
                    <a:pt x="9566" y="8580"/>
                  </a:moveTo>
                  <a:cubicBezTo>
                    <a:pt x="9566" y="4333"/>
                    <a:pt x="9566" y="87"/>
                    <a:pt x="4852" y="87"/>
                  </a:cubicBezTo>
                  <a:cubicBezTo>
                    <a:pt x="138" y="87"/>
                    <a:pt x="138" y="4333"/>
                    <a:pt x="138" y="8580"/>
                  </a:cubicBezTo>
                  <a:lnTo>
                    <a:pt x="138" y="227512"/>
                  </a:lnTo>
                  <a:cubicBezTo>
                    <a:pt x="138" y="231758"/>
                    <a:pt x="138" y="236005"/>
                    <a:pt x="4852" y="236005"/>
                  </a:cubicBezTo>
                  <a:cubicBezTo>
                    <a:pt x="9566" y="236005"/>
                    <a:pt x="9566" y="231758"/>
                    <a:pt x="9566" y="227512"/>
                  </a:cubicBezTo>
                  <a:lnTo>
                    <a:pt x="9566" y="858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4" name="Freeform: Shape 5453">
              <a:extLst>
                <a:ext uri="{FF2B5EF4-FFF2-40B4-BE49-F238E27FC236}">
                  <a16:creationId xmlns:a16="http://schemas.microsoft.com/office/drawing/2014/main" id="{6D55289F-0616-F03B-E3AD-FB756F38856D}"/>
                </a:ext>
              </a:extLst>
            </p:cNvPr>
            <p:cNvSpPr/>
            <p:nvPr>
              <p:custDataLst>
                <p:tags r:id="rId11"/>
              </p:custDataLst>
            </p:nvPr>
          </p:nvSpPr>
          <p:spPr>
            <a:xfrm>
              <a:off x="9847028" y="6434560"/>
              <a:ext cx="107718" cy="155469"/>
            </a:xfrm>
            <a:custGeom>
              <a:avLst/>
              <a:gdLst>
                <a:gd name="connsiteX0" fmla="*/ 45871 w 107718"/>
                <a:gd name="connsiteY0" fmla="*/ 66380 h 155469"/>
                <a:gd name="connsiteX1" fmla="*/ 25364 w 107718"/>
                <a:gd name="connsiteY1" fmla="*/ 37362 h 155469"/>
                <a:gd name="connsiteX2" fmla="*/ 29136 w 107718"/>
                <a:gd name="connsiteY2" fmla="*/ 17545 h 155469"/>
                <a:gd name="connsiteX3" fmla="*/ 45871 w 107718"/>
                <a:gd name="connsiteY3" fmla="*/ 8108 h 155469"/>
                <a:gd name="connsiteX4" fmla="*/ 66377 w 107718"/>
                <a:gd name="connsiteY4" fmla="*/ 37126 h 155469"/>
                <a:gd name="connsiteX5" fmla="*/ 62606 w 107718"/>
                <a:gd name="connsiteY5" fmla="*/ 56943 h 155469"/>
                <a:gd name="connsiteX6" fmla="*/ 45871 w 107718"/>
                <a:gd name="connsiteY6" fmla="*/ 66380 h 155469"/>
                <a:gd name="connsiteX7" fmla="*/ 18529 w 107718"/>
                <a:gd name="connsiteY7" fmla="*/ 75581 h 155469"/>
                <a:gd name="connsiteX8" fmla="*/ 22536 w 107718"/>
                <a:gd name="connsiteY8" fmla="*/ 64492 h 155469"/>
                <a:gd name="connsiteX9" fmla="*/ 45871 w 107718"/>
                <a:gd name="connsiteY9" fmla="*/ 71806 h 155469"/>
                <a:gd name="connsiteX10" fmla="*/ 84055 w 107718"/>
                <a:gd name="connsiteY10" fmla="*/ 37362 h 155469"/>
                <a:gd name="connsiteX11" fmla="*/ 74391 w 107718"/>
                <a:gd name="connsiteY11" fmla="*/ 14478 h 155469"/>
                <a:gd name="connsiteX12" fmla="*/ 95605 w 107718"/>
                <a:gd name="connsiteY12" fmla="*/ 5277 h 155469"/>
                <a:gd name="connsiteX13" fmla="*/ 97962 w 107718"/>
                <a:gd name="connsiteY13" fmla="*/ 5513 h 155469"/>
                <a:gd name="connsiteX14" fmla="*/ 94191 w 107718"/>
                <a:gd name="connsiteY14" fmla="*/ 11883 h 155469"/>
                <a:gd name="connsiteX15" fmla="*/ 101026 w 107718"/>
                <a:gd name="connsiteY15" fmla="*/ 18724 h 155469"/>
                <a:gd name="connsiteX16" fmla="*/ 107862 w 107718"/>
                <a:gd name="connsiteY16" fmla="*/ 11647 h 155469"/>
                <a:gd name="connsiteX17" fmla="*/ 95841 w 107718"/>
                <a:gd name="connsiteY17" fmla="*/ 87 h 155469"/>
                <a:gd name="connsiteX18" fmla="*/ 70856 w 107718"/>
                <a:gd name="connsiteY18" fmla="*/ 11175 h 155469"/>
                <a:gd name="connsiteX19" fmla="*/ 45871 w 107718"/>
                <a:gd name="connsiteY19" fmla="*/ 2682 h 155469"/>
                <a:gd name="connsiteX20" fmla="*/ 7686 w 107718"/>
                <a:gd name="connsiteY20" fmla="*/ 37126 h 155469"/>
                <a:gd name="connsiteX21" fmla="*/ 18764 w 107718"/>
                <a:gd name="connsiteY21" fmla="*/ 61425 h 155469"/>
                <a:gd name="connsiteX22" fmla="*/ 11458 w 107718"/>
                <a:gd name="connsiteY22" fmla="*/ 81007 h 155469"/>
                <a:gd name="connsiteX23" fmla="*/ 21829 w 107718"/>
                <a:gd name="connsiteY23" fmla="*/ 102003 h 155469"/>
                <a:gd name="connsiteX24" fmla="*/ 144 w 107718"/>
                <a:gd name="connsiteY24" fmla="*/ 125595 h 155469"/>
                <a:gd name="connsiteX25" fmla="*/ 52235 w 107718"/>
                <a:gd name="connsiteY25" fmla="*/ 155557 h 155469"/>
                <a:gd name="connsiteX26" fmla="*/ 104562 w 107718"/>
                <a:gd name="connsiteY26" fmla="*/ 125123 h 155469"/>
                <a:gd name="connsiteX27" fmla="*/ 89241 w 107718"/>
                <a:gd name="connsiteY27" fmla="*/ 98229 h 155469"/>
                <a:gd name="connsiteX28" fmla="*/ 48699 w 107718"/>
                <a:gd name="connsiteY28" fmla="*/ 91623 h 155469"/>
                <a:gd name="connsiteX29" fmla="*/ 31021 w 107718"/>
                <a:gd name="connsiteY29" fmla="*/ 91387 h 155469"/>
                <a:gd name="connsiteX30" fmla="*/ 18529 w 107718"/>
                <a:gd name="connsiteY30" fmla="*/ 75581 h 155469"/>
                <a:gd name="connsiteX31" fmla="*/ 52471 w 107718"/>
                <a:gd name="connsiteY31" fmla="*/ 150131 h 155469"/>
                <a:gd name="connsiteX32" fmla="*/ 12400 w 107718"/>
                <a:gd name="connsiteY32" fmla="*/ 125595 h 155469"/>
                <a:gd name="connsiteX33" fmla="*/ 31728 w 107718"/>
                <a:gd name="connsiteY33" fmla="*/ 105306 h 155469"/>
                <a:gd name="connsiteX34" fmla="*/ 45635 w 107718"/>
                <a:gd name="connsiteY34" fmla="*/ 105306 h 155469"/>
                <a:gd name="connsiteX35" fmla="*/ 92305 w 107718"/>
                <a:gd name="connsiteY35" fmla="*/ 125595 h 155469"/>
                <a:gd name="connsiteX36" fmla="*/ 52471 w 107718"/>
                <a:gd name="connsiteY36" fmla="*/ 150131 h 155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7718" h="155469">
                  <a:moveTo>
                    <a:pt x="45871" y="66380"/>
                  </a:moveTo>
                  <a:cubicBezTo>
                    <a:pt x="25364" y="66380"/>
                    <a:pt x="25364" y="42788"/>
                    <a:pt x="25364" y="37362"/>
                  </a:cubicBezTo>
                  <a:cubicBezTo>
                    <a:pt x="25364" y="30992"/>
                    <a:pt x="25600" y="23443"/>
                    <a:pt x="29136" y="17545"/>
                  </a:cubicBezTo>
                  <a:cubicBezTo>
                    <a:pt x="31021" y="14714"/>
                    <a:pt x="36443" y="8108"/>
                    <a:pt x="45871" y="8108"/>
                  </a:cubicBezTo>
                  <a:cubicBezTo>
                    <a:pt x="66377" y="8108"/>
                    <a:pt x="66377" y="31700"/>
                    <a:pt x="66377" y="37126"/>
                  </a:cubicBezTo>
                  <a:cubicBezTo>
                    <a:pt x="66377" y="43496"/>
                    <a:pt x="66142" y="51045"/>
                    <a:pt x="62606" y="56943"/>
                  </a:cubicBezTo>
                  <a:cubicBezTo>
                    <a:pt x="60720" y="59774"/>
                    <a:pt x="55299" y="66380"/>
                    <a:pt x="45871" y="66380"/>
                  </a:cubicBezTo>
                  <a:close/>
                  <a:moveTo>
                    <a:pt x="18529" y="75581"/>
                  </a:moveTo>
                  <a:cubicBezTo>
                    <a:pt x="18529" y="74637"/>
                    <a:pt x="18529" y="69211"/>
                    <a:pt x="22536" y="64492"/>
                  </a:cubicBezTo>
                  <a:cubicBezTo>
                    <a:pt x="31728" y="71098"/>
                    <a:pt x="41392" y="71806"/>
                    <a:pt x="45871" y="71806"/>
                  </a:cubicBezTo>
                  <a:cubicBezTo>
                    <a:pt x="67792" y="71806"/>
                    <a:pt x="84055" y="55528"/>
                    <a:pt x="84055" y="37362"/>
                  </a:cubicBezTo>
                  <a:cubicBezTo>
                    <a:pt x="84055" y="28633"/>
                    <a:pt x="80284" y="19904"/>
                    <a:pt x="74391" y="14478"/>
                  </a:cubicBezTo>
                  <a:cubicBezTo>
                    <a:pt x="82877" y="6457"/>
                    <a:pt x="91362" y="5277"/>
                    <a:pt x="95605" y="5277"/>
                  </a:cubicBezTo>
                  <a:cubicBezTo>
                    <a:pt x="96076" y="5277"/>
                    <a:pt x="97255" y="5277"/>
                    <a:pt x="97962" y="5513"/>
                  </a:cubicBezTo>
                  <a:cubicBezTo>
                    <a:pt x="95369" y="6457"/>
                    <a:pt x="94191" y="9052"/>
                    <a:pt x="94191" y="11883"/>
                  </a:cubicBezTo>
                  <a:cubicBezTo>
                    <a:pt x="94191" y="15893"/>
                    <a:pt x="97255" y="18724"/>
                    <a:pt x="101026" y="18724"/>
                  </a:cubicBezTo>
                  <a:cubicBezTo>
                    <a:pt x="103383" y="18724"/>
                    <a:pt x="107862" y="17073"/>
                    <a:pt x="107862" y="11647"/>
                  </a:cubicBezTo>
                  <a:cubicBezTo>
                    <a:pt x="107862" y="7636"/>
                    <a:pt x="105033" y="87"/>
                    <a:pt x="95841" y="87"/>
                  </a:cubicBezTo>
                  <a:cubicBezTo>
                    <a:pt x="91127" y="87"/>
                    <a:pt x="80755" y="1502"/>
                    <a:pt x="70856" y="11175"/>
                  </a:cubicBezTo>
                  <a:cubicBezTo>
                    <a:pt x="60956" y="3390"/>
                    <a:pt x="51056" y="2682"/>
                    <a:pt x="45871" y="2682"/>
                  </a:cubicBezTo>
                  <a:cubicBezTo>
                    <a:pt x="23950" y="2682"/>
                    <a:pt x="7686" y="18960"/>
                    <a:pt x="7686" y="37126"/>
                  </a:cubicBezTo>
                  <a:cubicBezTo>
                    <a:pt x="7686" y="47506"/>
                    <a:pt x="12872" y="56471"/>
                    <a:pt x="18764" y="61425"/>
                  </a:cubicBezTo>
                  <a:cubicBezTo>
                    <a:pt x="15700" y="64964"/>
                    <a:pt x="11458" y="72750"/>
                    <a:pt x="11458" y="81007"/>
                  </a:cubicBezTo>
                  <a:cubicBezTo>
                    <a:pt x="11458" y="88320"/>
                    <a:pt x="14522" y="97285"/>
                    <a:pt x="21829" y="102003"/>
                  </a:cubicBezTo>
                  <a:cubicBezTo>
                    <a:pt x="7686" y="106014"/>
                    <a:pt x="144" y="116158"/>
                    <a:pt x="144" y="125595"/>
                  </a:cubicBezTo>
                  <a:cubicBezTo>
                    <a:pt x="144" y="142581"/>
                    <a:pt x="23479" y="155557"/>
                    <a:pt x="52235" y="155557"/>
                  </a:cubicBezTo>
                  <a:cubicBezTo>
                    <a:pt x="80048" y="155557"/>
                    <a:pt x="104562" y="143525"/>
                    <a:pt x="104562" y="125123"/>
                  </a:cubicBezTo>
                  <a:cubicBezTo>
                    <a:pt x="104562" y="116866"/>
                    <a:pt x="101262" y="104834"/>
                    <a:pt x="89241" y="98229"/>
                  </a:cubicBezTo>
                  <a:cubicBezTo>
                    <a:pt x="76748" y="91623"/>
                    <a:pt x="63077" y="91623"/>
                    <a:pt x="48699" y="91623"/>
                  </a:cubicBezTo>
                  <a:cubicBezTo>
                    <a:pt x="42807" y="91623"/>
                    <a:pt x="32671" y="91623"/>
                    <a:pt x="31021" y="91387"/>
                  </a:cubicBezTo>
                  <a:cubicBezTo>
                    <a:pt x="23479" y="90443"/>
                    <a:pt x="18529" y="83130"/>
                    <a:pt x="18529" y="75581"/>
                  </a:cubicBezTo>
                  <a:close/>
                  <a:moveTo>
                    <a:pt x="52471" y="150131"/>
                  </a:moveTo>
                  <a:cubicBezTo>
                    <a:pt x="28664" y="150131"/>
                    <a:pt x="12400" y="138099"/>
                    <a:pt x="12400" y="125595"/>
                  </a:cubicBezTo>
                  <a:cubicBezTo>
                    <a:pt x="12400" y="114743"/>
                    <a:pt x="21357" y="106014"/>
                    <a:pt x="31728" y="105306"/>
                  </a:cubicBezTo>
                  <a:lnTo>
                    <a:pt x="45635" y="105306"/>
                  </a:lnTo>
                  <a:cubicBezTo>
                    <a:pt x="65906" y="105306"/>
                    <a:pt x="92305" y="105306"/>
                    <a:pt x="92305" y="125595"/>
                  </a:cubicBezTo>
                  <a:cubicBezTo>
                    <a:pt x="92305" y="138335"/>
                    <a:pt x="75570" y="150131"/>
                    <a:pt x="52471" y="15013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5" name="Freeform: Shape 5454">
              <a:extLst>
                <a:ext uri="{FF2B5EF4-FFF2-40B4-BE49-F238E27FC236}">
                  <a16:creationId xmlns:a16="http://schemas.microsoft.com/office/drawing/2014/main" id="{DD77D471-2A7C-080B-168B-09ADEE9058C4}"/>
                </a:ext>
              </a:extLst>
            </p:cNvPr>
            <p:cNvSpPr/>
            <p:nvPr>
              <p:custDataLst>
                <p:tags r:id="rId12"/>
              </p:custDataLst>
            </p:nvPr>
          </p:nvSpPr>
          <p:spPr>
            <a:xfrm>
              <a:off x="9964882" y="6437155"/>
              <a:ext cx="79197" cy="104275"/>
            </a:xfrm>
            <a:custGeom>
              <a:avLst/>
              <a:gdLst>
                <a:gd name="connsiteX0" fmla="*/ 32912 w 79197"/>
                <a:gd name="connsiteY0" fmla="*/ 26038 h 104275"/>
                <a:gd name="connsiteX1" fmla="*/ 32912 w 79197"/>
                <a:gd name="connsiteY1" fmla="*/ 87 h 104275"/>
                <a:gd name="connsiteX2" fmla="*/ 149 w 79197"/>
                <a:gd name="connsiteY2" fmla="*/ 2682 h 104275"/>
                <a:gd name="connsiteX3" fmla="*/ 149 w 79197"/>
                <a:gd name="connsiteY3" fmla="*/ 9995 h 104275"/>
                <a:gd name="connsiteX4" fmla="*/ 18534 w 79197"/>
                <a:gd name="connsiteY4" fmla="*/ 23207 h 104275"/>
                <a:gd name="connsiteX5" fmla="*/ 18534 w 79197"/>
                <a:gd name="connsiteY5" fmla="*/ 86433 h 104275"/>
                <a:gd name="connsiteX6" fmla="*/ 149 w 79197"/>
                <a:gd name="connsiteY6" fmla="*/ 97049 h 104275"/>
                <a:gd name="connsiteX7" fmla="*/ 149 w 79197"/>
                <a:gd name="connsiteY7" fmla="*/ 104363 h 104275"/>
                <a:gd name="connsiteX8" fmla="*/ 27019 w 79197"/>
                <a:gd name="connsiteY8" fmla="*/ 103655 h 104275"/>
                <a:gd name="connsiteX9" fmla="*/ 56954 w 79197"/>
                <a:gd name="connsiteY9" fmla="*/ 104363 h 104275"/>
                <a:gd name="connsiteX10" fmla="*/ 56954 w 79197"/>
                <a:gd name="connsiteY10" fmla="*/ 97049 h 104275"/>
                <a:gd name="connsiteX11" fmla="*/ 52004 w 79197"/>
                <a:gd name="connsiteY11" fmla="*/ 97049 h 104275"/>
                <a:gd name="connsiteX12" fmla="*/ 34090 w 79197"/>
                <a:gd name="connsiteY12" fmla="*/ 85961 h 104275"/>
                <a:gd name="connsiteX13" fmla="*/ 34090 w 79197"/>
                <a:gd name="connsiteY13" fmla="*/ 49630 h 104275"/>
                <a:gd name="connsiteX14" fmla="*/ 61904 w 79197"/>
                <a:gd name="connsiteY14" fmla="*/ 5277 h 104275"/>
                <a:gd name="connsiteX15" fmla="*/ 64497 w 79197"/>
                <a:gd name="connsiteY15" fmla="*/ 5513 h 104275"/>
                <a:gd name="connsiteX16" fmla="*/ 59075 w 79197"/>
                <a:gd name="connsiteY16" fmla="*/ 14714 h 104275"/>
                <a:gd name="connsiteX17" fmla="*/ 69211 w 79197"/>
                <a:gd name="connsiteY17" fmla="*/ 24858 h 104275"/>
                <a:gd name="connsiteX18" fmla="*/ 79346 w 79197"/>
                <a:gd name="connsiteY18" fmla="*/ 14478 h 104275"/>
                <a:gd name="connsiteX19" fmla="*/ 61904 w 79197"/>
                <a:gd name="connsiteY19" fmla="*/ 87 h 104275"/>
                <a:gd name="connsiteX20" fmla="*/ 32912 w 79197"/>
                <a:gd name="connsiteY20" fmla="*/ 26038 h 10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197" h="104275">
                  <a:moveTo>
                    <a:pt x="32912" y="26038"/>
                  </a:moveTo>
                  <a:lnTo>
                    <a:pt x="32912" y="87"/>
                  </a:lnTo>
                  <a:lnTo>
                    <a:pt x="149" y="2682"/>
                  </a:lnTo>
                  <a:lnTo>
                    <a:pt x="149" y="9995"/>
                  </a:lnTo>
                  <a:cubicBezTo>
                    <a:pt x="16648" y="9995"/>
                    <a:pt x="18534" y="11647"/>
                    <a:pt x="18534" y="23207"/>
                  </a:cubicBezTo>
                  <a:lnTo>
                    <a:pt x="18534" y="86433"/>
                  </a:lnTo>
                  <a:cubicBezTo>
                    <a:pt x="18534" y="97049"/>
                    <a:pt x="15941" y="97049"/>
                    <a:pt x="149" y="97049"/>
                  </a:cubicBezTo>
                  <a:lnTo>
                    <a:pt x="149" y="104363"/>
                  </a:lnTo>
                  <a:cubicBezTo>
                    <a:pt x="9341" y="104127"/>
                    <a:pt x="20419" y="103655"/>
                    <a:pt x="27019" y="103655"/>
                  </a:cubicBezTo>
                  <a:cubicBezTo>
                    <a:pt x="36447" y="103655"/>
                    <a:pt x="47526" y="103655"/>
                    <a:pt x="56954" y="104363"/>
                  </a:cubicBezTo>
                  <a:lnTo>
                    <a:pt x="56954" y="97049"/>
                  </a:lnTo>
                  <a:lnTo>
                    <a:pt x="52004" y="97049"/>
                  </a:lnTo>
                  <a:cubicBezTo>
                    <a:pt x="34562" y="97049"/>
                    <a:pt x="34090" y="94454"/>
                    <a:pt x="34090" y="85961"/>
                  </a:cubicBezTo>
                  <a:lnTo>
                    <a:pt x="34090" y="49630"/>
                  </a:lnTo>
                  <a:cubicBezTo>
                    <a:pt x="34090" y="26274"/>
                    <a:pt x="43990" y="5277"/>
                    <a:pt x="61904" y="5277"/>
                  </a:cubicBezTo>
                  <a:cubicBezTo>
                    <a:pt x="63554" y="5277"/>
                    <a:pt x="64025" y="5277"/>
                    <a:pt x="64497" y="5513"/>
                  </a:cubicBezTo>
                  <a:cubicBezTo>
                    <a:pt x="63790" y="5749"/>
                    <a:pt x="59075" y="8580"/>
                    <a:pt x="59075" y="14714"/>
                  </a:cubicBezTo>
                  <a:cubicBezTo>
                    <a:pt x="59075" y="21319"/>
                    <a:pt x="64025" y="24858"/>
                    <a:pt x="69211" y="24858"/>
                  </a:cubicBezTo>
                  <a:cubicBezTo>
                    <a:pt x="73454" y="24858"/>
                    <a:pt x="79346" y="22027"/>
                    <a:pt x="79346" y="14478"/>
                  </a:cubicBezTo>
                  <a:cubicBezTo>
                    <a:pt x="79346" y="6928"/>
                    <a:pt x="72039" y="87"/>
                    <a:pt x="61904" y="87"/>
                  </a:cubicBezTo>
                  <a:cubicBezTo>
                    <a:pt x="44697" y="87"/>
                    <a:pt x="36212" y="15893"/>
                    <a:pt x="32912" y="2603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6" name="Freeform: Shape 5455">
              <a:extLst>
                <a:ext uri="{FF2B5EF4-FFF2-40B4-BE49-F238E27FC236}">
                  <a16:creationId xmlns:a16="http://schemas.microsoft.com/office/drawing/2014/main" id="{99598D19-FA1F-B07D-BD7B-813ED368FFFD}"/>
                </a:ext>
              </a:extLst>
            </p:cNvPr>
            <p:cNvSpPr/>
            <p:nvPr>
              <p:custDataLst>
                <p:tags r:id="rId13"/>
              </p:custDataLst>
            </p:nvPr>
          </p:nvSpPr>
          <p:spPr>
            <a:xfrm>
              <a:off x="10057201" y="6435739"/>
              <a:ext cx="91218" cy="108286"/>
            </a:xfrm>
            <a:custGeom>
              <a:avLst/>
              <a:gdLst>
                <a:gd name="connsiteX0" fmla="*/ 19952 w 91218"/>
                <a:gd name="connsiteY0" fmla="*/ 46327 h 108286"/>
                <a:gd name="connsiteX1" fmla="*/ 49180 w 91218"/>
                <a:gd name="connsiteY1" fmla="*/ 5277 h 108286"/>
                <a:gd name="connsiteX2" fmla="*/ 75814 w 91218"/>
                <a:gd name="connsiteY2" fmla="*/ 46327 h 108286"/>
                <a:gd name="connsiteX3" fmla="*/ 19952 w 91218"/>
                <a:gd name="connsiteY3" fmla="*/ 46327 h 108286"/>
                <a:gd name="connsiteX4" fmla="*/ 19716 w 91218"/>
                <a:gd name="connsiteY4" fmla="*/ 51281 h 108286"/>
                <a:gd name="connsiteX5" fmla="*/ 85478 w 91218"/>
                <a:gd name="connsiteY5" fmla="*/ 51281 h 108286"/>
                <a:gd name="connsiteX6" fmla="*/ 91371 w 91218"/>
                <a:gd name="connsiteY6" fmla="*/ 46327 h 108286"/>
                <a:gd name="connsiteX7" fmla="*/ 49180 w 91218"/>
                <a:gd name="connsiteY7" fmla="*/ 87 h 108286"/>
                <a:gd name="connsiteX8" fmla="*/ 153 w 91218"/>
                <a:gd name="connsiteY8" fmla="*/ 53876 h 108286"/>
                <a:gd name="connsiteX9" fmla="*/ 52008 w 91218"/>
                <a:gd name="connsiteY9" fmla="*/ 108373 h 108286"/>
                <a:gd name="connsiteX10" fmla="*/ 91371 w 91218"/>
                <a:gd name="connsiteY10" fmla="*/ 77704 h 108286"/>
                <a:gd name="connsiteX11" fmla="*/ 88307 w 91218"/>
                <a:gd name="connsiteY11" fmla="*/ 74873 h 108286"/>
                <a:gd name="connsiteX12" fmla="*/ 85243 w 91218"/>
                <a:gd name="connsiteY12" fmla="*/ 78176 h 108286"/>
                <a:gd name="connsiteX13" fmla="*/ 53422 w 91218"/>
                <a:gd name="connsiteY13" fmla="*/ 102475 h 108286"/>
                <a:gd name="connsiteX14" fmla="*/ 26787 w 91218"/>
                <a:gd name="connsiteY14" fmla="*/ 86669 h 108286"/>
                <a:gd name="connsiteX15" fmla="*/ 19716 w 91218"/>
                <a:gd name="connsiteY15" fmla="*/ 51281 h 108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218" h="108286">
                  <a:moveTo>
                    <a:pt x="19952" y="46327"/>
                  </a:moveTo>
                  <a:cubicBezTo>
                    <a:pt x="21366" y="11175"/>
                    <a:pt x="41166" y="5277"/>
                    <a:pt x="49180" y="5277"/>
                  </a:cubicBezTo>
                  <a:cubicBezTo>
                    <a:pt x="73457" y="5277"/>
                    <a:pt x="75814" y="37126"/>
                    <a:pt x="75814" y="46327"/>
                  </a:cubicBezTo>
                  <a:lnTo>
                    <a:pt x="19952" y="46327"/>
                  </a:lnTo>
                  <a:close/>
                  <a:moveTo>
                    <a:pt x="19716" y="51281"/>
                  </a:moveTo>
                  <a:lnTo>
                    <a:pt x="85478" y="51281"/>
                  </a:lnTo>
                  <a:cubicBezTo>
                    <a:pt x="90664" y="51281"/>
                    <a:pt x="91371" y="51281"/>
                    <a:pt x="91371" y="46327"/>
                  </a:cubicBezTo>
                  <a:cubicBezTo>
                    <a:pt x="91371" y="22971"/>
                    <a:pt x="78643" y="87"/>
                    <a:pt x="49180" y="87"/>
                  </a:cubicBezTo>
                  <a:cubicBezTo>
                    <a:pt x="21838" y="87"/>
                    <a:pt x="153" y="24386"/>
                    <a:pt x="153" y="53876"/>
                  </a:cubicBezTo>
                  <a:cubicBezTo>
                    <a:pt x="153" y="85489"/>
                    <a:pt x="24902" y="108373"/>
                    <a:pt x="52008" y="108373"/>
                  </a:cubicBezTo>
                  <a:cubicBezTo>
                    <a:pt x="80764" y="108373"/>
                    <a:pt x="91371" y="82186"/>
                    <a:pt x="91371" y="77704"/>
                  </a:cubicBezTo>
                  <a:cubicBezTo>
                    <a:pt x="91371" y="75345"/>
                    <a:pt x="89486" y="74873"/>
                    <a:pt x="88307" y="74873"/>
                  </a:cubicBezTo>
                  <a:cubicBezTo>
                    <a:pt x="86186" y="74873"/>
                    <a:pt x="85714" y="76288"/>
                    <a:pt x="85243" y="78176"/>
                  </a:cubicBezTo>
                  <a:cubicBezTo>
                    <a:pt x="76993" y="102475"/>
                    <a:pt x="55779" y="102475"/>
                    <a:pt x="53422" y="102475"/>
                  </a:cubicBezTo>
                  <a:cubicBezTo>
                    <a:pt x="41637" y="102475"/>
                    <a:pt x="32209" y="95398"/>
                    <a:pt x="26787" y="86669"/>
                  </a:cubicBezTo>
                  <a:cubicBezTo>
                    <a:pt x="19716" y="75345"/>
                    <a:pt x="19716" y="59774"/>
                    <a:pt x="19716" y="5128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7" name="Freeform: Shape 5456">
              <a:extLst>
                <a:ext uri="{FF2B5EF4-FFF2-40B4-BE49-F238E27FC236}">
                  <a16:creationId xmlns:a16="http://schemas.microsoft.com/office/drawing/2014/main" id="{7904E461-B7F6-6F87-BE04-A7CA391419DF}"/>
                </a:ext>
              </a:extLst>
            </p:cNvPr>
            <p:cNvSpPr/>
            <p:nvPr>
              <p:custDataLst>
                <p:tags r:id="rId14"/>
              </p:custDataLst>
            </p:nvPr>
          </p:nvSpPr>
          <p:spPr>
            <a:xfrm>
              <a:off x="10173344" y="6489444"/>
              <a:ext cx="60058" cy="109654"/>
            </a:xfrm>
            <a:custGeom>
              <a:avLst/>
              <a:gdLst>
                <a:gd name="connsiteX0" fmla="*/ 37446 w 60058"/>
                <a:gd name="connsiteY0" fmla="*/ 4713 h 109654"/>
                <a:gd name="connsiteX1" fmla="*/ 32496 w 60058"/>
                <a:gd name="connsiteY1" fmla="*/ 89 h 109654"/>
                <a:gd name="connsiteX2" fmla="*/ 157 w 60058"/>
                <a:gd name="connsiteY2" fmla="*/ 10658 h 109654"/>
                <a:gd name="connsiteX3" fmla="*/ 157 w 60058"/>
                <a:gd name="connsiteY3" fmla="*/ 16604 h 109654"/>
                <a:gd name="connsiteX4" fmla="*/ 24081 w 60058"/>
                <a:gd name="connsiteY4" fmla="*/ 11980 h 109654"/>
                <a:gd name="connsiteX5" fmla="*/ 24081 w 60058"/>
                <a:gd name="connsiteY5" fmla="*/ 96202 h 109654"/>
                <a:gd name="connsiteX6" fmla="*/ 7582 w 60058"/>
                <a:gd name="connsiteY6" fmla="*/ 103799 h 109654"/>
                <a:gd name="connsiteX7" fmla="*/ 1312 w 60058"/>
                <a:gd name="connsiteY7" fmla="*/ 103799 h 109654"/>
                <a:gd name="connsiteX8" fmla="*/ 1312 w 60058"/>
                <a:gd name="connsiteY8" fmla="*/ 109744 h 109654"/>
                <a:gd name="connsiteX9" fmla="*/ 30681 w 60058"/>
                <a:gd name="connsiteY9" fmla="*/ 109083 h 109654"/>
                <a:gd name="connsiteX10" fmla="*/ 60215 w 60058"/>
                <a:gd name="connsiteY10" fmla="*/ 109744 h 109654"/>
                <a:gd name="connsiteX11" fmla="*/ 60215 w 60058"/>
                <a:gd name="connsiteY11" fmla="*/ 103799 h 109654"/>
                <a:gd name="connsiteX12" fmla="*/ 53945 w 60058"/>
                <a:gd name="connsiteY12" fmla="*/ 103799 h 109654"/>
                <a:gd name="connsiteX13" fmla="*/ 37446 w 60058"/>
                <a:gd name="connsiteY13" fmla="*/ 96202 h 109654"/>
                <a:gd name="connsiteX14" fmla="*/ 37446 w 60058"/>
                <a:gd name="connsiteY14" fmla="*/ 4713 h 10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058" h="109654">
                  <a:moveTo>
                    <a:pt x="37446" y="4713"/>
                  </a:moveTo>
                  <a:cubicBezTo>
                    <a:pt x="37446" y="254"/>
                    <a:pt x="37116" y="89"/>
                    <a:pt x="32496" y="89"/>
                  </a:cubicBezTo>
                  <a:cubicBezTo>
                    <a:pt x="21936" y="10493"/>
                    <a:pt x="6922" y="10658"/>
                    <a:pt x="157" y="10658"/>
                  </a:cubicBezTo>
                  <a:lnTo>
                    <a:pt x="157" y="16604"/>
                  </a:lnTo>
                  <a:cubicBezTo>
                    <a:pt x="4117" y="16604"/>
                    <a:pt x="15007" y="16604"/>
                    <a:pt x="24081" y="11980"/>
                  </a:cubicBezTo>
                  <a:lnTo>
                    <a:pt x="24081" y="96202"/>
                  </a:lnTo>
                  <a:cubicBezTo>
                    <a:pt x="24081" y="101652"/>
                    <a:pt x="24081" y="103799"/>
                    <a:pt x="7582" y="103799"/>
                  </a:cubicBezTo>
                  <a:lnTo>
                    <a:pt x="1312" y="103799"/>
                  </a:lnTo>
                  <a:lnTo>
                    <a:pt x="1312" y="109744"/>
                  </a:lnTo>
                  <a:cubicBezTo>
                    <a:pt x="4282" y="109579"/>
                    <a:pt x="24576" y="109083"/>
                    <a:pt x="30681" y="109083"/>
                  </a:cubicBezTo>
                  <a:cubicBezTo>
                    <a:pt x="35796" y="109083"/>
                    <a:pt x="56585" y="109579"/>
                    <a:pt x="60215" y="109744"/>
                  </a:cubicBezTo>
                  <a:lnTo>
                    <a:pt x="60215" y="103799"/>
                  </a:lnTo>
                  <a:lnTo>
                    <a:pt x="53945" y="103799"/>
                  </a:lnTo>
                  <a:cubicBezTo>
                    <a:pt x="37446" y="103799"/>
                    <a:pt x="37446" y="101652"/>
                    <a:pt x="37446" y="96202"/>
                  </a:cubicBezTo>
                  <a:lnTo>
                    <a:pt x="37446" y="471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8" name="Freeform: Shape 5457">
              <a:extLst>
                <a:ext uri="{FF2B5EF4-FFF2-40B4-BE49-F238E27FC236}">
                  <a16:creationId xmlns:a16="http://schemas.microsoft.com/office/drawing/2014/main" id="{11EE5F4B-FB0F-6273-1838-E09D350A5A5C}"/>
                </a:ext>
              </a:extLst>
            </p:cNvPr>
            <p:cNvSpPr/>
            <p:nvPr>
              <p:custDataLst>
                <p:tags r:id="rId15"/>
              </p:custDataLst>
            </p:nvPr>
          </p:nvSpPr>
          <p:spPr>
            <a:xfrm>
              <a:off x="10281372" y="6516423"/>
              <a:ext cx="27577" cy="70539"/>
            </a:xfrm>
            <a:custGeom>
              <a:avLst/>
              <a:gdLst>
                <a:gd name="connsiteX0" fmla="*/ 27739 w 27577"/>
                <a:gd name="connsiteY0" fmla="*/ 24858 h 70539"/>
                <a:gd name="connsiteX1" fmla="*/ 12654 w 27577"/>
                <a:gd name="connsiteY1" fmla="*/ 87 h 70539"/>
                <a:gd name="connsiteX2" fmla="*/ 161 w 27577"/>
                <a:gd name="connsiteY2" fmla="*/ 12591 h 70539"/>
                <a:gd name="connsiteX3" fmla="*/ 12654 w 27577"/>
                <a:gd name="connsiteY3" fmla="*/ 25094 h 70539"/>
                <a:gd name="connsiteX4" fmla="*/ 20904 w 27577"/>
                <a:gd name="connsiteY4" fmla="*/ 22027 h 70539"/>
                <a:gd name="connsiteX5" fmla="*/ 22082 w 27577"/>
                <a:gd name="connsiteY5" fmla="*/ 21319 h 70539"/>
                <a:gd name="connsiteX6" fmla="*/ 22554 w 27577"/>
                <a:gd name="connsiteY6" fmla="*/ 24858 h 70539"/>
                <a:gd name="connsiteX7" fmla="*/ 6525 w 27577"/>
                <a:gd name="connsiteY7" fmla="*/ 64256 h 70539"/>
                <a:gd name="connsiteX8" fmla="*/ 3933 w 27577"/>
                <a:gd name="connsiteY8" fmla="*/ 68031 h 70539"/>
                <a:gd name="connsiteX9" fmla="*/ 6290 w 27577"/>
                <a:gd name="connsiteY9" fmla="*/ 70626 h 70539"/>
                <a:gd name="connsiteX10" fmla="*/ 27739 w 27577"/>
                <a:gd name="connsiteY10" fmla="*/ 24858 h 7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577" h="70539">
                  <a:moveTo>
                    <a:pt x="27739" y="24858"/>
                  </a:moveTo>
                  <a:cubicBezTo>
                    <a:pt x="27739" y="9288"/>
                    <a:pt x="21846" y="87"/>
                    <a:pt x="12654" y="87"/>
                  </a:cubicBezTo>
                  <a:cubicBezTo>
                    <a:pt x="4876" y="87"/>
                    <a:pt x="161" y="5985"/>
                    <a:pt x="161" y="12591"/>
                  </a:cubicBezTo>
                  <a:cubicBezTo>
                    <a:pt x="161" y="18960"/>
                    <a:pt x="4876" y="25094"/>
                    <a:pt x="12654" y="25094"/>
                  </a:cubicBezTo>
                  <a:cubicBezTo>
                    <a:pt x="15482" y="25094"/>
                    <a:pt x="18547" y="24150"/>
                    <a:pt x="20904" y="22027"/>
                  </a:cubicBezTo>
                  <a:cubicBezTo>
                    <a:pt x="21611" y="21555"/>
                    <a:pt x="21846" y="21319"/>
                    <a:pt x="22082" y="21319"/>
                  </a:cubicBezTo>
                  <a:cubicBezTo>
                    <a:pt x="22318" y="21319"/>
                    <a:pt x="22554" y="21555"/>
                    <a:pt x="22554" y="24858"/>
                  </a:cubicBezTo>
                  <a:cubicBezTo>
                    <a:pt x="22554" y="42316"/>
                    <a:pt x="14304" y="56471"/>
                    <a:pt x="6525" y="64256"/>
                  </a:cubicBezTo>
                  <a:cubicBezTo>
                    <a:pt x="3933" y="66852"/>
                    <a:pt x="3933" y="67323"/>
                    <a:pt x="3933" y="68031"/>
                  </a:cubicBezTo>
                  <a:cubicBezTo>
                    <a:pt x="3933" y="69683"/>
                    <a:pt x="5111" y="70626"/>
                    <a:pt x="6290" y="70626"/>
                  </a:cubicBezTo>
                  <a:cubicBezTo>
                    <a:pt x="8883" y="70626"/>
                    <a:pt x="27739" y="52461"/>
                    <a:pt x="27739" y="2485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59" name="Freeform: Shape 5458">
              <a:extLst>
                <a:ext uri="{FF2B5EF4-FFF2-40B4-BE49-F238E27FC236}">
                  <a16:creationId xmlns:a16="http://schemas.microsoft.com/office/drawing/2014/main" id="{981D373C-8F43-07D5-69B7-9141680827E8}"/>
                </a:ext>
              </a:extLst>
            </p:cNvPr>
            <p:cNvSpPr/>
            <p:nvPr>
              <p:custDataLst>
                <p:tags r:id="rId16"/>
              </p:custDataLst>
            </p:nvPr>
          </p:nvSpPr>
          <p:spPr>
            <a:xfrm>
              <a:off x="10372458" y="6434560"/>
              <a:ext cx="107718" cy="155469"/>
            </a:xfrm>
            <a:custGeom>
              <a:avLst/>
              <a:gdLst>
                <a:gd name="connsiteX0" fmla="*/ 45893 w 107718"/>
                <a:gd name="connsiteY0" fmla="*/ 66380 h 155469"/>
                <a:gd name="connsiteX1" fmla="*/ 25386 w 107718"/>
                <a:gd name="connsiteY1" fmla="*/ 37362 h 155469"/>
                <a:gd name="connsiteX2" fmla="*/ 29158 w 107718"/>
                <a:gd name="connsiteY2" fmla="*/ 17545 h 155469"/>
                <a:gd name="connsiteX3" fmla="*/ 45893 w 107718"/>
                <a:gd name="connsiteY3" fmla="*/ 8108 h 155469"/>
                <a:gd name="connsiteX4" fmla="*/ 66400 w 107718"/>
                <a:gd name="connsiteY4" fmla="*/ 37126 h 155469"/>
                <a:gd name="connsiteX5" fmla="*/ 62628 w 107718"/>
                <a:gd name="connsiteY5" fmla="*/ 56943 h 155469"/>
                <a:gd name="connsiteX6" fmla="*/ 45893 w 107718"/>
                <a:gd name="connsiteY6" fmla="*/ 66380 h 155469"/>
                <a:gd name="connsiteX7" fmla="*/ 18551 w 107718"/>
                <a:gd name="connsiteY7" fmla="*/ 75581 h 155469"/>
                <a:gd name="connsiteX8" fmla="*/ 22558 w 107718"/>
                <a:gd name="connsiteY8" fmla="*/ 64492 h 155469"/>
                <a:gd name="connsiteX9" fmla="*/ 45893 w 107718"/>
                <a:gd name="connsiteY9" fmla="*/ 71806 h 155469"/>
                <a:gd name="connsiteX10" fmla="*/ 84078 w 107718"/>
                <a:gd name="connsiteY10" fmla="*/ 37362 h 155469"/>
                <a:gd name="connsiteX11" fmla="*/ 74414 w 107718"/>
                <a:gd name="connsiteY11" fmla="*/ 14478 h 155469"/>
                <a:gd name="connsiteX12" fmla="*/ 95627 w 107718"/>
                <a:gd name="connsiteY12" fmla="*/ 5277 h 155469"/>
                <a:gd name="connsiteX13" fmla="*/ 97984 w 107718"/>
                <a:gd name="connsiteY13" fmla="*/ 5513 h 155469"/>
                <a:gd name="connsiteX14" fmla="*/ 94213 w 107718"/>
                <a:gd name="connsiteY14" fmla="*/ 11883 h 155469"/>
                <a:gd name="connsiteX15" fmla="*/ 101048 w 107718"/>
                <a:gd name="connsiteY15" fmla="*/ 18724 h 155469"/>
                <a:gd name="connsiteX16" fmla="*/ 107884 w 107718"/>
                <a:gd name="connsiteY16" fmla="*/ 11647 h 155469"/>
                <a:gd name="connsiteX17" fmla="*/ 95863 w 107718"/>
                <a:gd name="connsiteY17" fmla="*/ 87 h 155469"/>
                <a:gd name="connsiteX18" fmla="*/ 70878 w 107718"/>
                <a:gd name="connsiteY18" fmla="*/ 11175 h 155469"/>
                <a:gd name="connsiteX19" fmla="*/ 45893 w 107718"/>
                <a:gd name="connsiteY19" fmla="*/ 2682 h 155469"/>
                <a:gd name="connsiteX20" fmla="*/ 7708 w 107718"/>
                <a:gd name="connsiteY20" fmla="*/ 37126 h 155469"/>
                <a:gd name="connsiteX21" fmla="*/ 18787 w 107718"/>
                <a:gd name="connsiteY21" fmla="*/ 61425 h 155469"/>
                <a:gd name="connsiteX22" fmla="*/ 11480 w 107718"/>
                <a:gd name="connsiteY22" fmla="*/ 81007 h 155469"/>
                <a:gd name="connsiteX23" fmla="*/ 21851 w 107718"/>
                <a:gd name="connsiteY23" fmla="*/ 102003 h 155469"/>
                <a:gd name="connsiteX24" fmla="*/ 166 w 107718"/>
                <a:gd name="connsiteY24" fmla="*/ 125595 h 155469"/>
                <a:gd name="connsiteX25" fmla="*/ 52257 w 107718"/>
                <a:gd name="connsiteY25" fmla="*/ 155557 h 155469"/>
                <a:gd name="connsiteX26" fmla="*/ 104584 w 107718"/>
                <a:gd name="connsiteY26" fmla="*/ 125123 h 155469"/>
                <a:gd name="connsiteX27" fmla="*/ 89263 w 107718"/>
                <a:gd name="connsiteY27" fmla="*/ 98229 h 155469"/>
                <a:gd name="connsiteX28" fmla="*/ 48722 w 107718"/>
                <a:gd name="connsiteY28" fmla="*/ 91623 h 155469"/>
                <a:gd name="connsiteX29" fmla="*/ 31043 w 107718"/>
                <a:gd name="connsiteY29" fmla="*/ 91387 h 155469"/>
                <a:gd name="connsiteX30" fmla="*/ 18551 w 107718"/>
                <a:gd name="connsiteY30" fmla="*/ 75581 h 155469"/>
                <a:gd name="connsiteX31" fmla="*/ 52493 w 107718"/>
                <a:gd name="connsiteY31" fmla="*/ 150131 h 155469"/>
                <a:gd name="connsiteX32" fmla="*/ 12423 w 107718"/>
                <a:gd name="connsiteY32" fmla="*/ 125595 h 155469"/>
                <a:gd name="connsiteX33" fmla="*/ 31751 w 107718"/>
                <a:gd name="connsiteY33" fmla="*/ 105306 h 155469"/>
                <a:gd name="connsiteX34" fmla="*/ 45657 w 107718"/>
                <a:gd name="connsiteY34" fmla="*/ 105306 h 155469"/>
                <a:gd name="connsiteX35" fmla="*/ 92327 w 107718"/>
                <a:gd name="connsiteY35" fmla="*/ 125595 h 155469"/>
                <a:gd name="connsiteX36" fmla="*/ 52493 w 107718"/>
                <a:gd name="connsiteY36" fmla="*/ 150131 h 155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7718" h="155469">
                  <a:moveTo>
                    <a:pt x="45893" y="66380"/>
                  </a:moveTo>
                  <a:cubicBezTo>
                    <a:pt x="25386" y="66380"/>
                    <a:pt x="25386" y="42788"/>
                    <a:pt x="25386" y="37362"/>
                  </a:cubicBezTo>
                  <a:cubicBezTo>
                    <a:pt x="25386" y="30992"/>
                    <a:pt x="25622" y="23443"/>
                    <a:pt x="29158" y="17545"/>
                  </a:cubicBezTo>
                  <a:cubicBezTo>
                    <a:pt x="31043" y="14714"/>
                    <a:pt x="36465" y="8108"/>
                    <a:pt x="45893" y="8108"/>
                  </a:cubicBezTo>
                  <a:cubicBezTo>
                    <a:pt x="66400" y="8108"/>
                    <a:pt x="66400" y="31700"/>
                    <a:pt x="66400" y="37126"/>
                  </a:cubicBezTo>
                  <a:cubicBezTo>
                    <a:pt x="66400" y="43496"/>
                    <a:pt x="66164" y="51045"/>
                    <a:pt x="62628" y="56943"/>
                  </a:cubicBezTo>
                  <a:cubicBezTo>
                    <a:pt x="60743" y="59774"/>
                    <a:pt x="55321" y="66380"/>
                    <a:pt x="45893" y="66380"/>
                  </a:cubicBezTo>
                  <a:close/>
                  <a:moveTo>
                    <a:pt x="18551" y="75581"/>
                  </a:moveTo>
                  <a:cubicBezTo>
                    <a:pt x="18551" y="74637"/>
                    <a:pt x="18551" y="69211"/>
                    <a:pt x="22558" y="64492"/>
                  </a:cubicBezTo>
                  <a:cubicBezTo>
                    <a:pt x="31751" y="71098"/>
                    <a:pt x="41415" y="71806"/>
                    <a:pt x="45893" y="71806"/>
                  </a:cubicBezTo>
                  <a:cubicBezTo>
                    <a:pt x="67814" y="71806"/>
                    <a:pt x="84078" y="55528"/>
                    <a:pt x="84078" y="37362"/>
                  </a:cubicBezTo>
                  <a:cubicBezTo>
                    <a:pt x="84078" y="28633"/>
                    <a:pt x="80306" y="19904"/>
                    <a:pt x="74414" y="14478"/>
                  </a:cubicBezTo>
                  <a:cubicBezTo>
                    <a:pt x="82899" y="6457"/>
                    <a:pt x="91384" y="5277"/>
                    <a:pt x="95627" y="5277"/>
                  </a:cubicBezTo>
                  <a:cubicBezTo>
                    <a:pt x="96099" y="5277"/>
                    <a:pt x="97277" y="5277"/>
                    <a:pt x="97984" y="5513"/>
                  </a:cubicBezTo>
                  <a:cubicBezTo>
                    <a:pt x="95392" y="6457"/>
                    <a:pt x="94213" y="9052"/>
                    <a:pt x="94213" y="11883"/>
                  </a:cubicBezTo>
                  <a:cubicBezTo>
                    <a:pt x="94213" y="15893"/>
                    <a:pt x="97277" y="18724"/>
                    <a:pt x="101048" y="18724"/>
                  </a:cubicBezTo>
                  <a:cubicBezTo>
                    <a:pt x="103406" y="18724"/>
                    <a:pt x="107884" y="17073"/>
                    <a:pt x="107884" y="11647"/>
                  </a:cubicBezTo>
                  <a:cubicBezTo>
                    <a:pt x="107884" y="7636"/>
                    <a:pt x="105055" y="87"/>
                    <a:pt x="95863" y="87"/>
                  </a:cubicBezTo>
                  <a:cubicBezTo>
                    <a:pt x="91149" y="87"/>
                    <a:pt x="80778" y="1502"/>
                    <a:pt x="70878" y="11175"/>
                  </a:cubicBezTo>
                  <a:cubicBezTo>
                    <a:pt x="60978" y="3390"/>
                    <a:pt x="51079" y="2682"/>
                    <a:pt x="45893" y="2682"/>
                  </a:cubicBezTo>
                  <a:cubicBezTo>
                    <a:pt x="23972" y="2682"/>
                    <a:pt x="7708" y="18960"/>
                    <a:pt x="7708" y="37126"/>
                  </a:cubicBezTo>
                  <a:cubicBezTo>
                    <a:pt x="7708" y="47506"/>
                    <a:pt x="12894" y="56471"/>
                    <a:pt x="18787" y="61425"/>
                  </a:cubicBezTo>
                  <a:cubicBezTo>
                    <a:pt x="15722" y="64964"/>
                    <a:pt x="11480" y="72750"/>
                    <a:pt x="11480" y="81007"/>
                  </a:cubicBezTo>
                  <a:cubicBezTo>
                    <a:pt x="11480" y="88320"/>
                    <a:pt x="14544" y="97285"/>
                    <a:pt x="21851" y="102003"/>
                  </a:cubicBezTo>
                  <a:cubicBezTo>
                    <a:pt x="7708" y="106014"/>
                    <a:pt x="166" y="116158"/>
                    <a:pt x="166" y="125595"/>
                  </a:cubicBezTo>
                  <a:cubicBezTo>
                    <a:pt x="166" y="142581"/>
                    <a:pt x="23501" y="155557"/>
                    <a:pt x="52257" y="155557"/>
                  </a:cubicBezTo>
                  <a:cubicBezTo>
                    <a:pt x="80071" y="155557"/>
                    <a:pt x="104584" y="143525"/>
                    <a:pt x="104584" y="125123"/>
                  </a:cubicBezTo>
                  <a:cubicBezTo>
                    <a:pt x="104584" y="116866"/>
                    <a:pt x="101284" y="104834"/>
                    <a:pt x="89263" y="98229"/>
                  </a:cubicBezTo>
                  <a:cubicBezTo>
                    <a:pt x="76771" y="91623"/>
                    <a:pt x="63100" y="91623"/>
                    <a:pt x="48722" y="91623"/>
                  </a:cubicBezTo>
                  <a:cubicBezTo>
                    <a:pt x="42829" y="91623"/>
                    <a:pt x="32693" y="91623"/>
                    <a:pt x="31043" y="91387"/>
                  </a:cubicBezTo>
                  <a:cubicBezTo>
                    <a:pt x="23501" y="90443"/>
                    <a:pt x="18551" y="83130"/>
                    <a:pt x="18551" y="75581"/>
                  </a:cubicBezTo>
                  <a:close/>
                  <a:moveTo>
                    <a:pt x="52493" y="150131"/>
                  </a:moveTo>
                  <a:cubicBezTo>
                    <a:pt x="28686" y="150131"/>
                    <a:pt x="12423" y="138099"/>
                    <a:pt x="12423" y="125595"/>
                  </a:cubicBezTo>
                  <a:cubicBezTo>
                    <a:pt x="12423" y="114743"/>
                    <a:pt x="21379" y="106014"/>
                    <a:pt x="31751" y="105306"/>
                  </a:cubicBezTo>
                  <a:lnTo>
                    <a:pt x="45657" y="105306"/>
                  </a:lnTo>
                  <a:cubicBezTo>
                    <a:pt x="65928" y="105306"/>
                    <a:pt x="92327" y="105306"/>
                    <a:pt x="92327" y="125595"/>
                  </a:cubicBezTo>
                  <a:cubicBezTo>
                    <a:pt x="92327" y="138335"/>
                    <a:pt x="75592" y="150131"/>
                    <a:pt x="52493" y="15013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60" name="Freeform: Shape 5459">
              <a:extLst>
                <a:ext uri="{FF2B5EF4-FFF2-40B4-BE49-F238E27FC236}">
                  <a16:creationId xmlns:a16="http://schemas.microsoft.com/office/drawing/2014/main" id="{21B2AC6C-AE70-0E42-15C2-5B34AAB8404F}"/>
                </a:ext>
              </a:extLst>
            </p:cNvPr>
            <p:cNvSpPr/>
            <p:nvPr>
              <p:custDataLst>
                <p:tags r:id="rId17"/>
              </p:custDataLst>
            </p:nvPr>
          </p:nvSpPr>
          <p:spPr>
            <a:xfrm>
              <a:off x="10490312" y="6437155"/>
              <a:ext cx="116203" cy="150043"/>
            </a:xfrm>
            <a:custGeom>
              <a:avLst/>
              <a:gdLst>
                <a:gd name="connsiteX0" fmla="*/ 34113 w 116203"/>
                <a:gd name="connsiteY0" fmla="*/ 15657 h 150043"/>
                <a:gd name="connsiteX1" fmla="*/ 34113 w 116203"/>
                <a:gd name="connsiteY1" fmla="*/ 87 h 150043"/>
                <a:gd name="connsiteX2" fmla="*/ 171 w 116203"/>
                <a:gd name="connsiteY2" fmla="*/ 2682 h 150043"/>
                <a:gd name="connsiteX3" fmla="*/ 171 w 116203"/>
                <a:gd name="connsiteY3" fmla="*/ 9995 h 150043"/>
                <a:gd name="connsiteX4" fmla="*/ 18556 w 116203"/>
                <a:gd name="connsiteY4" fmla="*/ 21791 h 150043"/>
                <a:gd name="connsiteX5" fmla="*/ 18556 w 116203"/>
                <a:gd name="connsiteY5" fmla="*/ 132201 h 150043"/>
                <a:gd name="connsiteX6" fmla="*/ 171 w 116203"/>
                <a:gd name="connsiteY6" fmla="*/ 142817 h 150043"/>
                <a:gd name="connsiteX7" fmla="*/ 171 w 116203"/>
                <a:gd name="connsiteY7" fmla="*/ 150131 h 150043"/>
                <a:gd name="connsiteX8" fmla="*/ 26570 w 116203"/>
                <a:gd name="connsiteY8" fmla="*/ 149423 h 150043"/>
                <a:gd name="connsiteX9" fmla="*/ 53205 w 116203"/>
                <a:gd name="connsiteY9" fmla="*/ 150131 h 150043"/>
                <a:gd name="connsiteX10" fmla="*/ 53205 w 116203"/>
                <a:gd name="connsiteY10" fmla="*/ 142817 h 150043"/>
                <a:gd name="connsiteX11" fmla="*/ 34820 w 116203"/>
                <a:gd name="connsiteY11" fmla="*/ 132201 h 150043"/>
                <a:gd name="connsiteX12" fmla="*/ 34820 w 116203"/>
                <a:gd name="connsiteY12" fmla="*/ 92567 h 150043"/>
                <a:gd name="connsiteX13" fmla="*/ 34820 w 116203"/>
                <a:gd name="connsiteY13" fmla="*/ 90443 h 150043"/>
                <a:gd name="connsiteX14" fmla="*/ 63812 w 116203"/>
                <a:gd name="connsiteY14" fmla="*/ 106958 h 150043"/>
                <a:gd name="connsiteX15" fmla="*/ 116374 w 116203"/>
                <a:gd name="connsiteY15" fmla="*/ 53404 h 150043"/>
                <a:gd name="connsiteX16" fmla="*/ 67112 w 116203"/>
                <a:gd name="connsiteY16" fmla="*/ 87 h 150043"/>
                <a:gd name="connsiteX17" fmla="*/ 34113 w 116203"/>
                <a:gd name="connsiteY17" fmla="*/ 15657 h 150043"/>
                <a:gd name="connsiteX18" fmla="*/ 34820 w 116203"/>
                <a:gd name="connsiteY18" fmla="*/ 77468 h 150043"/>
                <a:gd name="connsiteX19" fmla="*/ 34820 w 116203"/>
                <a:gd name="connsiteY19" fmla="*/ 24858 h 150043"/>
                <a:gd name="connsiteX20" fmla="*/ 65226 w 116203"/>
                <a:gd name="connsiteY20" fmla="*/ 5985 h 150043"/>
                <a:gd name="connsiteX21" fmla="*/ 96811 w 116203"/>
                <a:gd name="connsiteY21" fmla="*/ 53404 h 150043"/>
                <a:gd name="connsiteX22" fmla="*/ 62869 w 116203"/>
                <a:gd name="connsiteY22" fmla="*/ 101767 h 150043"/>
                <a:gd name="connsiteX23" fmla="*/ 38120 w 116203"/>
                <a:gd name="connsiteY23" fmla="*/ 87376 h 150043"/>
                <a:gd name="connsiteX24" fmla="*/ 34820 w 116203"/>
                <a:gd name="connsiteY24" fmla="*/ 77468 h 150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6203" h="150043">
                  <a:moveTo>
                    <a:pt x="34113" y="15657"/>
                  </a:moveTo>
                  <a:lnTo>
                    <a:pt x="34113" y="87"/>
                  </a:lnTo>
                  <a:lnTo>
                    <a:pt x="171" y="2682"/>
                  </a:lnTo>
                  <a:lnTo>
                    <a:pt x="171" y="9995"/>
                  </a:lnTo>
                  <a:cubicBezTo>
                    <a:pt x="16906" y="9995"/>
                    <a:pt x="18556" y="11411"/>
                    <a:pt x="18556" y="21791"/>
                  </a:cubicBezTo>
                  <a:lnTo>
                    <a:pt x="18556" y="132201"/>
                  </a:lnTo>
                  <a:cubicBezTo>
                    <a:pt x="18556" y="142817"/>
                    <a:pt x="15963" y="142817"/>
                    <a:pt x="171" y="142817"/>
                  </a:cubicBezTo>
                  <a:lnTo>
                    <a:pt x="171" y="150131"/>
                  </a:lnTo>
                  <a:cubicBezTo>
                    <a:pt x="8185" y="149895"/>
                    <a:pt x="20442" y="149423"/>
                    <a:pt x="26570" y="149423"/>
                  </a:cubicBezTo>
                  <a:cubicBezTo>
                    <a:pt x="32934" y="149423"/>
                    <a:pt x="44955" y="149895"/>
                    <a:pt x="53205" y="150131"/>
                  </a:cubicBezTo>
                  <a:lnTo>
                    <a:pt x="53205" y="142817"/>
                  </a:lnTo>
                  <a:cubicBezTo>
                    <a:pt x="37413" y="142817"/>
                    <a:pt x="34820" y="142817"/>
                    <a:pt x="34820" y="132201"/>
                  </a:cubicBezTo>
                  <a:lnTo>
                    <a:pt x="34820" y="92567"/>
                  </a:lnTo>
                  <a:lnTo>
                    <a:pt x="34820" y="90443"/>
                  </a:lnTo>
                  <a:cubicBezTo>
                    <a:pt x="35998" y="94218"/>
                    <a:pt x="45898" y="106958"/>
                    <a:pt x="63812" y="106958"/>
                  </a:cubicBezTo>
                  <a:cubicBezTo>
                    <a:pt x="91861" y="106958"/>
                    <a:pt x="116374" y="83838"/>
                    <a:pt x="116374" y="53404"/>
                  </a:cubicBezTo>
                  <a:cubicBezTo>
                    <a:pt x="116374" y="23443"/>
                    <a:pt x="93511" y="87"/>
                    <a:pt x="67112" y="87"/>
                  </a:cubicBezTo>
                  <a:cubicBezTo>
                    <a:pt x="48726" y="87"/>
                    <a:pt x="38827" y="10467"/>
                    <a:pt x="34113" y="15657"/>
                  </a:cubicBezTo>
                  <a:close/>
                  <a:moveTo>
                    <a:pt x="34820" y="77468"/>
                  </a:moveTo>
                  <a:lnTo>
                    <a:pt x="34820" y="24858"/>
                  </a:lnTo>
                  <a:cubicBezTo>
                    <a:pt x="41655" y="12826"/>
                    <a:pt x="53205" y="5985"/>
                    <a:pt x="65226" y="5985"/>
                  </a:cubicBezTo>
                  <a:cubicBezTo>
                    <a:pt x="82433" y="5985"/>
                    <a:pt x="96811" y="26746"/>
                    <a:pt x="96811" y="53404"/>
                  </a:cubicBezTo>
                  <a:cubicBezTo>
                    <a:pt x="96811" y="81950"/>
                    <a:pt x="80311" y="101767"/>
                    <a:pt x="62869" y="101767"/>
                  </a:cubicBezTo>
                  <a:cubicBezTo>
                    <a:pt x="53441" y="101767"/>
                    <a:pt x="44484" y="97049"/>
                    <a:pt x="38120" y="87376"/>
                  </a:cubicBezTo>
                  <a:cubicBezTo>
                    <a:pt x="34820" y="82422"/>
                    <a:pt x="34820" y="82186"/>
                    <a:pt x="34820" y="7746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61" name="Freeform: Shape 5460">
              <a:extLst>
                <a:ext uri="{FF2B5EF4-FFF2-40B4-BE49-F238E27FC236}">
                  <a16:creationId xmlns:a16="http://schemas.microsoft.com/office/drawing/2014/main" id="{8B2520E9-D7E0-741D-0815-92CDAF485F90}"/>
                </a:ext>
              </a:extLst>
            </p:cNvPr>
            <p:cNvSpPr/>
            <p:nvPr>
              <p:custDataLst>
                <p:tags r:id="rId18"/>
              </p:custDataLst>
            </p:nvPr>
          </p:nvSpPr>
          <p:spPr>
            <a:xfrm>
              <a:off x="10624561" y="6435739"/>
              <a:ext cx="106303" cy="108286"/>
            </a:xfrm>
            <a:custGeom>
              <a:avLst/>
              <a:gdLst>
                <a:gd name="connsiteX0" fmla="*/ 68767 w 106303"/>
                <a:gd name="connsiteY0" fmla="*/ 87848 h 108286"/>
                <a:gd name="connsiteX1" fmla="*/ 87152 w 106303"/>
                <a:gd name="connsiteY1" fmla="*/ 107194 h 108286"/>
                <a:gd name="connsiteX2" fmla="*/ 106480 w 106303"/>
                <a:gd name="connsiteY2" fmla="*/ 84781 h 108286"/>
                <a:gd name="connsiteX3" fmla="*/ 106480 w 106303"/>
                <a:gd name="connsiteY3" fmla="*/ 71570 h 108286"/>
                <a:gd name="connsiteX4" fmla="*/ 100588 w 106303"/>
                <a:gd name="connsiteY4" fmla="*/ 71570 h 108286"/>
                <a:gd name="connsiteX5" fmla="*/ 100588 w 106303"/>
                <a:gd name="connsiteY5" fmla="*/ 84781 h 108286"/>
                <a:gd name="connsiteX6" fmla="*/ 92102 w 106303"/>
                <a:gd name="connsiteY6" fmla="*/ 99880 h 108286"/>
                <a:gd name="connsiteX7" fmla="*/ 83381 w 106303"/>
                <a:gd name="connsiteY7" fmla="*/ 88084 h 108286"/>
                <a:gd name="connsiteX8" fmla="*/ 83381 w 106303"/>
                <a:gd name="connsiteY8" fmla="*/ 40901 h 108286"/>
                <a:gd name="connsiteX9" fmla="*/ 74896 w 106303"/>
                <a:gd name="connsiteY9" fmla="*/ 13062 h 108286"/>
                <a:gd name="connsiteX10" fmla="*/ 42604 w 106303"/>
                <a:gd name="connsiteY10" fmla="*/ 87 h 108286"/>
                <a:gd name="connsiteX11" fmla="*/ 7012 w 106303"/>
                <a:gd name="connsiteY11" fmla="*/ 26746 h 108286"/>
                <a:gd name="connsiteX12" fmla="*/ 17854 w 106303"/>
                <a:gd name="connsiteY12" fmla="*/ 37834 h 108286"/>
                <a:gd name="connsiteX13" fmla="*/ 28697 w 106303"/>
                <a:gd name="connsiteY13" fmla="*/ 26982 h 108286"/>
                <a:gd name="connsiteX14" fmla="*/ 16676 w 106303"/>
                <a:gd name="connsiteY14" fmla="*/ 16129 h 108286"/>
                <a:gd name="connsiteX15" fmla="*/ 42132 w 106303"/>
                <a:gd name="connsiteY15" fmla="*/ 5277 h 108286"/>
                <a:gd name="connsiteX16" fmla="*/ 67117 w 106303"/>
                <a:gd name="connsiteY16" fmla="*/ 35475 h 108286"/>
                <a:gd name="connsiteX17" fmla="*/ 67117 w 106303"/>
                <a:gd name="connsiteY17" fmla="*/ 44204 h 108286"/>
                <a:gd name="connsiteX18" fmla="*/ 23747 w 106303"/>
                <a:gd name="connsiteY18" fmla="*/ 52697 h 108286"/>
                <a:gd name="connsiteX19" fmla="*/ 176 w 106303"/>
                <a:gd name="connsiteY19" fmla="*/ 83366 h 108286"/>
                <a:gd name="connsiteX20" fmla="*/ 37889 w 106303"/>
                <a:gd name="connsiteY20" fmla="*/ 108373 h 108286"/>
                <a:gd name="connsiteX21" fmla="*/ 68767 w 106303"/>
                <a:gd name="connsiteY21" fmla="*/ 87848 h 108286"/>
                <a:gd name="connsiteX22" fmla="*/ 67117 w 106303"/>
                <a:gd name="connsiteY22" fmla="*/ 49158 h 108286"/>
                <a:gd name="connsiteX23" fmla="*/ 67117 w 106303"/>
                <a:gd name="connsiteY23" fmla="*/ 72750 h 108286"/>
                <a:gd name="connsiteX24" fmla="*/ 39539 w 106303"/>
                <a:gd name="connsiteY24" fmla="*/ 103183 h 108286"/>
                <a:gd name="connsiteX25" fmla="*/ 18326 w 106303"/>
                <a:gd name="connsiteY25" fmla="*/ 83130 h 108286"/>
                <a:gd name="connsiteX26" fmla="*/ 67117 w 106303"/>
                <a:gd name="connsiteY26" fmla="*/ 49158 h 108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6303" h="108286">
                  <a:moveTo>
                    <a:pt x="68767" y="87848"/>
                  </a:moveTo>
                  <a:cubicBezTo>
                    <a:pt x="69710" y="97285"/>
                    <a:pt x="76074" y="107194"/>
                    <a:pt x="87152" y="107194"/>
                  </a:cubicBezTo>
                  <a:cubicBezTo>
                    <a:pt x="92102" y="107194"/>
                    <a:pt x="106480" y="103891"/>
                    <a:pt x="106480" y="84781"/>
                  </a:cubicBezTo>
                  <a:lnTo>
                    <a:pt x="106480" y="71570"/>
                  </a:lnTo>
                  <a:lnTo>
                    <a:pt x="100588" y="71570"/>
                  </a:lnTo>
                  <a:lnTo>
                    <a:pt x="100588" y="84781"/>
                  </a:lnTo>
                  <a:cubicBezTo>
                    <a:pt x="100588" y="98465"/>
                    <a:pt x="94695" y="99880"/>
                    <a:pt x="92102" y="99880"/>
                  </a:cubicBezTo>
                  <a:cubicBezTo>
                    <a:pt x="84324" y="99880"/>
                    <a:pt x="83381" y="89264"/>
                    <a:pt x="83381" y="88084"/>
                  </a:cubicBezTo>
                  <a:lnTo>
                    <a:pt x="83381" y="40901"/>
                  </a:lnTo>
                  <a:cubicBezTo>
                    <a:pt x="83381" y="30992"/>
                    <a:pt x="83381" y="21791"/>
                    <a:pt x="74896" y="13062"/>
                  </a:cubicBezTo>
                  <a:cubicBezTo>
                    <a:pt x="65703" y="3862"/>
                    <a:pt x="53918" y="87"/>
                    <a:pt x="42604" y="87"/>
                  </a:cubicBezTo>
                  <a:cubicBezTo>
                    <a:pt x="23276" y="87"/>
                    <a:pt x="7012" y="11175"/>
                    <a:pt x="7012" y="26746"/>
                  </a:cubicBezTo>
                  <a:cubicBezTo>
                    <a:pt x="7012" y="33823"/>
                    <a:pt x="11726" y="37834"/>
                    <a:pt x="17854" y="37834"/>
                  </a:cubicBezTo>
                  <a:cubicBezTo>
                    <a:pt x="24454" y="37834"/>
                    <a:pt x="28697" y="33115"/>
                    <a:pt x="28697" y="26982"/>
                  </a:cubicBezTo>
                  <a:cubicBezTo>
                    <a:pt x="28697" y="24151"/>
                    <a:pt x="27518" y="16365"/>
                    <a:pt x="16676" y="16129"/>
                  </a:cubicBezTo>
                  <a:cubicBezTo>
                    <a:pt x="23040" y="7872"/>
                    <a:pt x="34590" y="5277"/>
                    <a:pt x="42132" y="5277"/>
                  </a:cubicBezTo>
                  <a:cubicBezTo>
                    <a:pt x="53682" y="5277"/>
                    <a:pt x="67117" y="14478"/>
                    <a:pt x="67117" y="35475"/>
                  </a:cubicBezTo>
                  <a:lnTo>
                    <a:pt x="67117" y="44204"/>
                  </a:lnTo>
                  <a:cubicBezTo>
                    <a:pt x="55096" y="44911"/>
                    <a:pt x="38597" y="45619"/>
                    <a:pt x="23747" y="52697"/>
                  </a:cubicBezTo>
                  <a:cubicBezTo>
                    <a:pt x="6069" y="60718"/>
                    <a:pt x="176" y="72985"/>
                    <a:pt x="176" y="83366"/>
                  </a:cubicBezTo>
                  <a:cubicBezTo>
                    <a:pt x="176" y="102475"/>
                    <a:pt x="23040" y="108373"/>
                    <a:pt x="37889" y="108373"/>
                  </a:cubicBezTo>
                  <a:cubicBezTo>
                    <a:pt x="53446" y="108373"/>
                    <a:pt x="64289" y="98936"/>
                    <a:pt x="68767" y="87848"/>
                  </a:cubicBezTo>
                  <a:close/>
                  <a:moveTo>
                    <a:pt x="67117" y="49158"/>
                  </a:moveTo>
                  <a:lnTo>
                    <a:pt x="67117" y="72750"/>
                  </a:lnTo>
                  <a:cubicBezTo>
                    <a:pt x="67117" y="95162"/>
                    <a:pt x="50146" y="103183"/>
                    <a:pt x="39539" y="103183"/>
                  </a:cubicBezTo>
                  <a:cubicBezTo>
                    <a:pt x="27990" y="103183"/>
                    <a:pt x="18326" y="94926"/>
                    <a:pt x="18326" y="83130"/>
                  </a:cubicBezTo>
                  <a:cubicBezTo>
                    <a:pt x="18326" y="70154"/>
                    <a:pt x="28225" y="50573"/>
                    <a:pt x="67117" y="4915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62" name="Freeform: Shape 5461">
              <a:extLst>
                <a:ext uri="{FF2B5EF4-FFF2-40B4-BE49-F238E27FC236}">
                  <a16:creationId xmlns:a16="http://schemas.microsoft.com/office/drawing/2014/main" id="{8BFF5531-92A4-0F26-A00A-F7F07FEAE15A}"/>
                </a:ext>
              </a:extLst>
            </p:cNvPr>
            <p:cNvSpPr/>
            <p:nvPr>
              <p:custDataLst>
                <p:tags r:id="rId19"/>
              </p:custDataLst>
            </p:nvPr>
          </p:nvSpPr>
          <p:spPr>
            <a:xfrm>
              <a:off x="10750500" y="6489444"/>
              <a:ext cx="60058" cy="109654"/>
            </a:xfrm>
            <a:custGeom>
              <a:avLst/>
              <a:gdLst>
                <a:gd name="connsiteX0" fmla="*/ 37470 w 60058"/>
                <a:gd name="connsiteY0" fmla="*/ 4713 h 109654"/>
                <a:gd name="connsiteX1" fmla="*/ 32520 w 60058"/>
                <a:gd name="connsiteY1" fmla="*/ 89 h 109654"/>
                <a:gd name="connsiteX2" fmla="*/ 181 w 60058"/>
                <a:gd name="connsiteY2" fmla="*/ 10658 h 109654"/>
                <a:gd name="connsiteX3" fmla="*/ 181 w 60058"/>
                <a:gd name="connsiteY3" fmla="*/ 16604 h 109654"/>
                <a:gd name="connsiteX4" fmla="*/ 24106 w 60058"/>
                <a:gd name="connsiteY4" fmla="*/ 11980 h 109654"/>
                <a:gd name="connsiteX5" fmla="*/ 24106 w 60058"/>
                <a:gd name="connsiteY5" fmla="*/ 96202 h 109654"/>
                <a:gd name="connsiteX6" fmla="*/ 7606 w 60058"/>
                <a:gd name="connsiteY6" fmla="*/ 103799 h 109654"/>
                <a:gd name="connsiteX7" fmla="*/ 1336 w 60058"/>
                <a:gd name="connsiteY7" fmla="*/ 103799 h 109654"/>
                <a:gd name="connsiteX8" fmla="*/ 1336 w 60058"/>
                <a:gd name="connsiteY8" fmla="*/ 109744 h 109654"/>
                <a:gd name="connsiteX9" fmla="*/ 30705 w 60058"/>
                <a:gd name="connsiteY9" fmla="*/ 109083 h 109654"/>
                <a:gd name="connsiteX10" fmla="*/ 60240 w 60058"/>
                <a:gd name="connsiteY10" fmla="*/ 109744 h 109654"/>
                <a:gd name="connsiteX11" fmla="*/ 60240 w 60058"/>
                <a:gd name="connsiteY11" fmla="*/ 103799 h 109654"/>
                <a:gd name="connsiteX12" fmla="*/ 53970 w 60058"/>
                <a:gd name="connsiteY12" fmla="*/ 103799 h 109654"/>
                <a:gd name="connsiteX13" fmla="*/ 37470 w 60058"/>
                <a:gd name="connsiteY13" fmla="*/ 96202 h 109654"/>
                <a:gd name="connsiteX14" fmla="*/ 37470 w 60058"/>
                <a:gd name="connsiteY14" fmla="*/ 4713 h 10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058" h="109654">
                  <a:moveTo>
                    <a:pt x="37470" y="4713"/>
                  </a:moveTo>
                  <a:cubicBezTo>
                    <a:pt x="37470" y="254"/>
                    <a:pt x="37140" y="89"/>
                    <a:pt x="32520" y="89"/>
                  </a:cubicBezTo>
                  <a:cubicBezTo>
                    <a:pt x="21961" y="10493"/>
                    <a:pt x="6946" y="10658"/>
                    <a:pt x="181" y="10658"/>
                  </a:cubicBezTo>
                  <a:lnTo>
                    <a:pt x="181" y="16604"/>
                  </a:lnTo>
                  <a:cubicBezTo>
                    <a:pt x="4141" y="16604"/>
                    <a:pt x="15031" y="16604"/>
                    <a:pt x="24106" y="11980"/>
                  </a:cubicBezTo>
                  <a:lnTo>
                    <a:pt x="24106" y="96202"/>
                  </a:lnTo>
                  <a:cubicBezTo>
                    <a:pt x="24106" y="101652"/>
                    <a:pt x="24106" y="103799"/>
                    <a:pt x="7606" y="103799"/>
                  </a:cubicBezTo>
                  <a:lnTo>
                    <a:pt x="1336" y="103799"/>
                  </a:lnTo>
                  <a:lnTo>
                    <a:pt x="1336" y="109744"/>
                  </a:lnTo>
                  <a:cubicBezTo>
                    <a:pt x="4306" y="109579"/>
                    <a:pt x="24601" y="109083"/>
                    <a:pt x="30705" y="109083"/>
                  </a:cubicBezTo>
                  <a:cubicBezTo>
                    <a:pt x="35820" y="109083"/>
                    <a:pt x="56610" y="109579"/>
                    <a:pt x="60240" y="109744"/>
                  </a:cubicBezTo>
                  <a:lnTo>
                    <a:pt x="60240" y="103799"/>
                  </a:lnTo>
                  <a:lnTo>
                    <a:pt x="53970" y="103799"/>
                  </a:lnTo>
                  <a:cubicBezTo>
                    <a:pt x="37470" y="103799"/>
                    <a:pt x="37470" y="101652"/>
                    <a:pt x="37470" y="96202"/>
                  </a:cubicBezTo>
                  <a:lnTo>
                    <a:pt x="37470" y="471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63" name="Freeform: Shape 5462">
              <a:extLst>
                <a:ext uri="{FF2B5EF4-FFF2-40B4-BE49-F238E27FC236}">
                  <a16:creationId xmlns:a16="http://schemas.microsoft.com/office/drawing/2014/main" id="{AE5AB38E-59F9-A2AE-35E3-AE32A3E2872F}"/>
                </a:ext>
              </a:extLst>
            </p:cNvPr>
            <p:cNvSpPr/>
            <p:nvPr>
              <p:custDataLst>
                <p:tags r:id="rId20"/>
              </p:custDataLst>
            </p:nvPr>
          </p:nvSpPr>
          <p:spPr>
            <a:xfrm>
              <a:off x="10858527" y="6516423"/>
              <a:ext cx="27577" cy="70539"/>
            </a:xfrm>
            <a:custGeom>
              <a:avLst/>
              <a:gdLst>
                <a:gd name="connsiteX0" fmla="*/ 27764 w 27577"/>
                <a:gd name="connsiteY0" fmla="*/ 24858 h 70539"/>
                <a:gd name="connsiteX1" fmla="*/ 12678 w 27577"/>
                <a:gd name="connsiteY1" fmla="*/ 87 h 70539"/>
                <a:gd name="connsiteX2" fmla="*/ 186 w 27577"/>
                <a:gd name="connsiteY2" fmla="*/ 12591 h 70539"/>
                <a:gd name="connsiteX3" fmla="*/ 12678 w 27577"/>
                <a:gd name="connsiteY3" fmla="*/ 25094 h 70539"/>
                <a:gd name="connsiteX4" fmla="*/ 20928 w 27577"/>
                <a:gd name="connsiteY4" fmla="*/ 22027 h 70539"/>
                <a:gd name="connsiteX5" fmla="*/ 22107 w 27577"/>
                <a:gd name="connsiteY5" fmla="*/ 21319 h 70539"/>
                <a:gd name="connsiteX6" fmla="*/ 22578 w 27577"/>
                <a:gd name="connsiteY6" fmla="*/ 24858 h 70539"/>
                <a:gd name="connsiteX7" fmla="*/ 6550 w 27577"/>
                <a:gd name="connsiteY7" fmla="*/ 64256 h 70539"/>
                <a:gd name="connsiteX8" fmla="*/ 3957 w 27577"/>
                <a:gd name="connsiteY8" fmla="*/ 68031 h 70539"/>
                <a:gd name="connsiteX9" fmla="*/ 6314 w 27577"/>
                <a:gd name="connsiteY9" fmla="*/ 70626 h 70539"/>
                <a:gd name="connsiteX10" fmla="*/ 27764 w 27577"/>
                <a:gd name="connsiteY10" fmla="*/ 24858 h 7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577" h="70539">
                  <a:moveTo>
                    <a:pt x="27764" y="24858"/>
                  </a:moveTo>
                  <a:cubicBezTo>
                    <a:pt x="27764" y="9288"/>
                    <a:pt x="21871" y="87"/>
                    <a:pt x="12678" y="87"/>
                  </a:cubicBezTo>
                  <a:cubicBezTo>
                    <a:pt x="4900" y="87"/>
                    <a:pt x="186" y="5985"/>
                    <a:pt x="186" y="12591"/>
                  </a:cubicBezTo>
                  <a:cubicBezTo>
                    <a:pt x="186" y="18960"/>
                    <a:pt x="4900" y="25094"/>
                    <a:pt x="12678" y="25094"/>
                  </a:cubicBezTo>
                  <a:cubicBezTo>
                    <a:pt x="15507" y="25094"/>
                    <a:pt x="18571" y="24150"/>
                    <a:pt x="20928" y="22027"/>
                  </a:cubicBezTo>
                  <a:cubicBezTo>
                    <a:pt x="21635" y="21555"/>
                    <a:pt x="21871" y="21319"/>
                    <a:pt x="22107" y="21319"/>
                  </a:cubicBezTo>
                  <a:cubicBezTo>
                    <a:pt x="22342" y="21319"/>
                    <a:pt x="22578" y="21555"/>
                    <a:pt x="22578" y="24858"/>
                  </a:cubicBezTo>
                  <a:cubicBezTo>
                    <a:pt x="22578" y="42316"/>
                    <a:pt x="14328" y="56471"/>
                    <a:pt x="6550" y="64256"/>
                  </a:cubicBezTo>
                  <a:cubicBezTo>
                    <a:pt x="3957" y="66852"/>
                    <a:pt x="3957" y="67323"/>
                    <a:pt x="3957" y="68031"/>
                  </a:cubicBezTo>
                  <a:cubicBezTo>
                    <a:pt x="3957" y="69683"/>
                    <a:pt x="5136" y="70626"/>
                    <a:pt x="6314" y="70626"/>
                  </a:cubicBezTo>
                  <a:cubicBezTo>
                    <a:pt x="8907" y="70626"/>
                    <a:pt x="27764" y="52461"/>
                    <a:pt x="27764" y="2485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64" name="Freeform: Shape 5463">
              <a:extLst>
                <a:ext uri="{FF2B5EF4-FFF2-40B4-BE49-F238E27FC236}">
                  <a16:creationId xmlns:a16="http://schemas.microsoft.com/office/drawing/2014/main" id="{1BE6DE00-0FFB-2A9D-20C5-D866F5CA3BB3}"/>
                </a:ext>
              </a:extLst>
            </p:cNvPr>
            <p:cNvSpPr/>
            <p:nvPr>
              <p:custDataLst>
                <p:tags r:id="rId21"/>
              </p:custDataLst>
            </p:nvPr>
          </p:nvSpPr>
          <p:spPr>
            <a:xfrm>
              <a:off x="10949614" y="6437155"/>
              <a:ext cx="79197" cy="104275"/>
            </a:xfrm>
            <a:custGeom>
              <a:avLst/>
              <a:gdLst>
                <a:gd name="connsiteX0" fmla="*/ 32954 w 79197"/>
                <a:gd name="connsiteY0" fmla="*/ 26038 h 104275"/>
                <a:gd name="connsiteX1" fmla="*/ 32954 w 79197"/>
                <a:gd name="connsiteY1" fmla="*/ 87 h 104275"/>
                <a:gd name="connsiteX2" fmla="*/ 190 w 79197"/>
                <a:gd name="connsiteY2" fmla="*/ 2682 h 104275"/>
                <a:gd name="connsiteX3" fmla="*/ 190 w 79197"/>
                <a:gd name="connsiteY3" fmla="*/ 9995 h 104275"/>
                <a:gd name="connsiteX4" fmla="*/ 18575 w 79197"/>
                <a:gd name="connsiteY4" fmla="*/ 23207 h 104275"/>
                <a:gd name="connsiteX5" fmla="*/ 18575 w 79197"/>
                <a:gd name="connsiteY5" fmla="*/ 86433 h 104275"/>
                <a:gd name="connsiteX6" fmla="*/ 190 w 79197"/>
                <a:gd name="connsiteY6" fmla="*/ 97049 h 104275"/>
                <a:gd name="connsiteX7" fmla="*/ 190 w 79197"/>
                <a:gd name="connsiteY7" fmla="*/ 104363 h 104275"/>
                <a:gd name="connsiteX8" fmla="*/ 27061 w 79197"/>
                <a:gd name="connsiteY8" fmla="*/ 103655 h 104275"/>
                <a:gd name="connsiteX9" fmla="*/ 56996 w 79197"/>
                <a:gd name="connsiteY9" fmla="*/ 104363 h 104275"/>
                <a:gd name="connsiteX10" fmla="*/ 56996 w 79197"/>
                <a:gd name="connsiteY10" fmla="*/ 97049 h 104275"/>
                <a:gd name="connsiteX11" fmla="*/ 52046 w 79197"/>
                <a:gd name="connsiteY11" fmla="*/ 97049 h 104275"/>
                <a:gd name="connsiteX12" fmla="*/ 34132 w 79197"/>
                <a:gd name="connsiteY12" fmla="*/ 85961 h 104275"/>
                <a:gd name="connsiteX13" fmla="*/ 34132 w 79197"/>
                <a:gd name="connsiteY13" fmla="*/ 49630 h 104275"/>
                <a:gd name="connsiteX14" fmla="*/ 61946 w 79197"/>
                <a:gd name="connsiteY14" fmla="*/ 5277 h 104275"/>
                <a:gd name="connsiteX15" fmla="*/ 64538 w 79197"/>
                <a:gd name="connsiteY15" fmla="*/ 5513 h 104275"/>
                <a:gd name="connsiteX16" fmla="*/ 59117 w 79197"/>
                <a:gd name="connsiteY16" fmla="*/ 14714 h 104275"/>
                <a:gd name="connsiteX17" fmla="*/ 69252 w 79197"/>
                <a:gd name="connsiteY17" fmla="*/ 24858 h 104275"/>
                <a:gd name="connsiteX18" fmla="*/ 79388 w 79197"/>
                <a:gd name="connsiteY18" fmla="*/ 14478 h 104275"/>
                <a:gd name="connsiteX19" fmla="*/ 61946 w 79197"/>
                <a:gd name="connsiteY19" fmla="*/ 87 h 104275"/>
                <a:gd name="connsiteX20" fmla="*/ 32954 w 79197"/>
                <a:gd name="connsiteY20" fmla="*/ 26038 h 10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197" h="104275">
                  <a:moveTo>
                    <a:pt x="32954" y="26038"/>
                  </a:moveTo>
                  <a:lnTo>
                    <a:pt x="32954" y="87"/>
                  </a:lnTo>
                  <a:lnTo>
                    <a:pt x="190" y="2682"/>
                  </a:lnTo>
                  <a:lnTo>
                    <a:pt x="190" y="9995"/>
                  </a:lnTo>
                  <a:cubicBezTo>
                    <a:pt x="16690" y="9995"/>
                    <a:pt x="18575" y="11647"/>
                    <a:pt x="18575" y="23207"/>
                  </a:cubicBezTo>
                  <a:lnTo>
                    <a:pt x="18575" y="86433"/>
                  </a:lnTo>
                  <a:cubicBezTo>
                    <a:pt x="18575" y="97049"/>
                    <a:pt x="15983" y="97049"/>
                    <a:pt x="190" y="97049"/>
                  </a:cubicBezTo>
                  <a:lnTo>
                    <a:pt x="190" y="104363"/>
                  </a:lnTo>
                  <a:cubicBezTo>
                    <a:pt x="9383" y="104127"/>
                    <a:pt x="20461" y="103655"/>
                    <a:pt x="27061" y="103655"/>
                  </a:cubicBezTo>
                  <a:cubicBezTo>
                    <a:pt x="36489" y="103655"/>
                    <a:pt x="47567" y="103655"/>
                    <a:pt x="56996" y="104363"/>
                  </a:cubicBezTo>
                  <a:lnTo>
                    <a:pt x="56996" y="97049"/>
                  </a:lnTo>
                  <a:lnTo>
                    <a:pt x="52046" y="97049"/>
                  </a:lnTo>
                  <a:cubicBezTo>
                    <a:pt x="34603" y="97049"/>
                    <a:pt x="34132" y="94454"/>
                    <a:pt x="34132" y="85961"/>
                  </a:cubicBezTo>
                  <a:lnTo>
                    <a:pt x="34132" y="49630"/>
                  </a:lnTo>
                  <a:cubicBezTo>
                    <a:pt x="34132" y="26274"/>
                    <a:pt x="44032" y="5277"/>
                    <a:pt x="61946" y="5277"/>
                  </a:cubicBezTo>
                  <a:cubicBezTo>
                    <a:pt x="63595" y="5277"/>
                    <a:pt x="64067" y="5277"/>
                    <a:pt x="64538" y="5513"/>
                  </a:cubicBezTo>
                  <a:cubicBezTo>
                    <a:pt x="63831" y="5749"/>
                    <a:pt x="59117" y="8580"/>
                    <a:pt x="59117" y="14714"/>
                  </a:cubicBezTo>
                  <a:cubicBezTo>
                    <a:pt x="59117" y="21319"/>
                    <a:pt x="64067" y="24858"/>
                    <a:pt x="69252" y="24858"/>
                  </a:cubicBezTo>
                  <a:cubicBezTo>
                    <a:pt x="73495" y="24858"/>
                    <a:pt x="79388" y="22027"/>
                    <a:pt x="79388" y="14478"/>
                  </a:cubicBezTo>
                  <a:cubicBezTo>
                    <a:pt x="79388" y="6928"/>
                    <a:pt x="72081" y="87"/>
                    <a:pt x="61946" y="87"/>
                  </a:cubicBezTo>
                  <a:cubicBezTo>
                    <a:pt x="44739" y="87"/>
                    <a:pt x="36253" y="15893"/>
                    <a:pt x="32954" y="2603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65" name="Freeform: Shape 5464">
              <a:extLst>
                <a:ext uri="{FF2B5EF4-FFF2-40B4-BE49-F238E27FC236}">
                  <a16:creationId xmlns:a16="http://schemas.microsoft.com/office/drawing/2014/main" id="{2ED611F3-2F41-14CB-C249-B507A31F53A3}"/>
                </a:ext>
              </a:extLst>
            </p:cNvPr>
            <p:cNvSpPr/>
            <p:nvPr>
              <p:custDataLst>
                <p:tags r:id="rId22"/>
              </p:custDataLst>
            </p:nvPr>
          </p:nvSpPr>
          <p:spPr>
            <a:xfrm>
              <a:off x="11045233" y="6435739"/>
              <a:ext cx="106303" cy="108286"/>
            </a:xfrm>
            <a:custGeom>
              <a:avLst/>
              <a:gdLst>
                <a:gd name="connsiteX0" fmla="*/ 68785 w 106303"/>
                <a:gd name="connsiteY0" fmla="*/ 87848 h 108286"/>
                <a:gd name="connsiteX1" fmla="*/ 87170 w 106303"/>
                <a:gd name="connsiteY1" fmla="*/ 107194 h 108286"/>
                <a:gd name="connsiteX2" fmla="*/ 106498 w 106303"/>
                <a:gd name="connsiteY2" fmla="*/ 84781 h 108286"/>
                <a:gd name="connsiteX3" fmla="*/ 106498 w 106303"/>
                <a:gd name="connsiteY3" fmla="*/ 71570 h 108286"/>
                <a:gd name="connsiteX4" fmla="*/ 100605 w 106303"/>
                <a:gd name="connsiteY4" fmla="*/ 71570 h 108286"/>
                <a:gd name="connsiteX5" fmla="*/ 100605 w 106303"/>
                <a:gd name="connsiteY5" fmla="*/ 84781 h 108286"/>
                <a:gd name="connsiteX6" fmla="*/ 92120 w 106303"/>
                <a:gd name="connsiteY6" fmla="*/ 99880 h 108286"/>
                <a:gd name="connsiteX7" fmla="*/ 83399 w 106303"/>
                <a:gd name="connsiteY7" fmla="*/ 88084 h 108286"/>
                <a:gd name="connsiteX8" fmla="*/ 83399 w 106303"/>
                <a:gd name="connsiteY8" fmla="*/ 40901 h 108286"/>
                <a:gd name="connsiteX9" fmla="*/ 74913 w 106303"/>
                <a:gd name="connsiteY9" fmla="*/ 13062 h 108286"/>
                <a:gd name="connsiteX10" fmla="*/ 42621 w 106303"/>
                <a:gd name="connsiteY10" fmla="*/ 87 h 108286"/>
                <a:gd name="connsiteX11" fmla="*/ 7030 w 106303"/>
                <a:gd name="connsiteY11" fmla="*/ 26746 h 108286"/>
                <a:gd name="connsiteX12" fmla="*/ 17872 w 106303"/>
                <a:gd name="connsiteY12" fmla="*/ 37834 h 108286"/>
                <a:gd name="connsiteX13" fmla="*/ 28715 w 106303"/>
                <a:gd name="connsiteY13" fmla="*/ 26982 h 108286"/>
                <a:gd name="connsiteX14" fmla="*/ 16694 w 106303"/>
                <a:gd name="connsiteY14" fmla="*/ 16129 h 108286"/>
                <a:gd name="connsiteX15" fmla="*/ 42150 w 106303"/>
                <a:gd name="connsiteY15" fmla="*/ 5277 h 108286"/>
                <a:gd name="connsiteX16" fmla="*/ 67135 w 106303"/>
                <a:gd name="connsiteY16" fmla="*/ 35475 h 108286"/>
                <a:gd name="connsiteX17" fmla="*/ 67135 w 106303"/>
                <a:gd name="connsiteY17" fmla="*/ 44204 h 108286"/>
                <a:gd name="connsiteX18" fmla="*/ 23765 w 106303"/>
                <a:gd name="connsiteY18" fmla="*/ 52697 h 108286"/>
                <a:gd name="connsiteX19" fmla="*/ 194 w 106303"/>
                <a:gd name="connsiteY19" fmla="*/ 83366 h 108286"/>
                <a:gd name="connsiteX20" fmla="*/ 37907 w 106303"/>
                <a:gd name="connsiteY20" fmla="*/ 108373 h 108286"/>
                <a:gd name="connsiteX21" fmla="*/ 68785 w 106303"/>
                <a:gd name="connsiteY21" fmla="*/ 87848 h 108286"/>
                <a:gd name="connsiteX22" fmla="*/ 67135 w 106303"/>
                <a:gd name="connsiteY22" fmla="*/ 49158 h 108286"/>
                <a:gd name="connsiteX23" fmla="*/ 67135 w 106303"/>
                <a:gd name="connsiteY23" fmla="*/ 72750 h 108286"/>
                <a:gd name="connsiteX24" fmla="*/ 39557 w 106303"/>
                <a:gd name="connsiteY24" fmla="*/ 103183 h 108286"/>
                <a:gd name="connsiteX25" fmla="*/ 18344 w 106303"/>
                <a:gd name="connsiteY25" fmla="*/ 83130 h 108286"/>
                <a:gd name="connsiteX26" fmla="*/ 67135 w 106303"/>
                <a:gd name="connsiteY26" fmla="*/ 49158 h 108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6303" h="108286">
                  <a:moveTo>
                    <a:pt x="68785" y="87848"/>
                  </a:moveTo>
                  <a:cubicBezTo>
                    <a:pt x="69728" y="97285"/>
                    <a:pt x="76092" y="107194"/>
                    <a:pt x="87170" y="107194"/>
                  </a:cubicBezTo>
                  <a:cubicBezTo>
                    <a:pt x="92120" y="107194"/>
                    <a:pt x="106498" y="103891"/>
                    <a:pt x="106498" y="84781"/>
                  </a:cubicBezTo>
                  <a:lnTo>
                    <a:pt x="106498" y="71570"/>
                  </a:lnTo>
                  <a:lnTo>
                    <a:pt x="100605" y="71570"/>
                  </a:lnTo>
                  <a:lnTo>
                    <a:pt x="100605" y="84781"/>
                  </a:lnTo>
                  <a:cubicBezTo>
                    <a:pt x="100605" y="98465"/>
                    <a:pt x="94713" y="99880"/>
                    <a:pt x="92120" y="99880"/>
                  </a:cubicBezTo>
                  <a:cubicBezTo>
                    <a:pt x="84342" y="99880"/>
                    <a:pt x="83399" y="89264"/>
                    <a:pt x="83399" y="88084"/>
                  </a:cubicBezTo>
                  <a:lnTo>
                    <a:pt x="83399" y="40901"/>
                  </a:lnTo>
                  <a:cubicBezTo>
                    <a:pt x="83399" y="30992"/>
                    <a:pt x="83399" y="21791"/>
                    <a:pt x="74913" y="13062"/>
                  </a:cubicBezTo>
                  <a:cubicBezTo>
                    <a:pt x="65721" y="3862"/>
                    <a:pt x="53935" y="87"/>
                    <a:pt x="42621" y="87"/>
                  </a:cubicBezTo>
                  <a:cubicBezTo>
                    <a:pt x="23293" y="87"/>
                    <a:pt x="7030" y="11175"/>
                    <a:pt x="7030" y="26746"/>
                  </a:cubicBezTo>
                  <a:cubicBezTo>
                    <a:pt x="7030" y="33823"/>
                    <a:pt x="11744" y="37834"/>
                    <a:pt x="17872" y="37834"/>
                  </a:cubicBezTo>
                  <a:cubicBezTo>
                    <a:pt x="24472" y="37834"/>
                    <a:pt x="28715" y="33115"/>
                    <a:pt x="28715" y="26982"/>
                  </a:cubicBezTo>
                  <a:cubicBezTo>
                    <a:pt x="28715" y="24151"/>
                    <a:pt x="27536" y="16365"/>
                    <a:pt x="16694" y="16129"/>
                  </a:cubicBezTo>
                  <a:cubicBezTo>
                    <a:pt x="23058" y="7872"/>
                    <a:pt x="34607" y="5277"/>
                    <a:pt x="42150" y="5277"/>
                  </a:cubicBezTo>
                  <a:cubicBezTo>
                    <a:pt x="53700" y="5277"/>
                    <a:pt x="67135" y="14478"/>
                    <a:pt x="67135" y="35475"/>
                  </a:cubicBezTo>
                  <a:lnTo>
                    <a:pt x="67135" y="44204"/>
                  </a:lnTo>
                  <a:cubicBezTo>
                    <a:pt x="55114" y="44911"/>
                    <a:pt x="38614" y="45619"/>
                    <a:pt x="23765" y="52697"/>
                  </a:cubicBezTo>
                  <a:cubicBezTo>
                    <a:pt x="6087" y="60718"/>
                    <a:pt x="194" y="72985"/>
                    <a:pt x="194" y="83366"/>
                  </a:cubicBezTo>
                  <a:cubicBezTo>
                    <a:pt x="194" y="102475"/>
                    <a:pt x="23058" y="108373"/>
                    <a:pt x="37907" y="108373"/>
                  </a:cubicBezTo>
                  <a:cubicBezTo>
                    <a:pt x="53464" y="108373"/>
                    <a:pt x="64306" y="98936"/>
                    <a:pt x="68785" y="87848"/>
                  </a:cubicBezTo>
                  <a:close/>
                  <a:moveTo>
                    <a:pt x="67135" y="49158"/>
                  </a:moveTo>
                  <a:lnTo>
                    <a:pt x="67135" y="72750"/>
                  </a:lnTo>
                  <a:cubicBezTo>
                    <a:pt x="67135" y="95162"/>
                    <a:pt x="50164" y="103183"/>
                    <a:pt x="39557" y="103183"/>
                  </a:cubicBezTo>
                  <a:cubicBezTo>
                    <a:pt x="28008" y="103183"/>
                    <a:pt x="18344" y="94926"/>
                    <a:pt x="18344" y="83130"/>
                  </a:cubicBezTo>
                  <a:cubicBezTo>
                    <a:pt x="18344" y="70154"/>
                    <a:pt x="28243" y="50573"/>
                    <a:pt x="67135" y="4915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66" name="Freeform: Shape 5465">
              <a:extLst>
                <a:ext uri="{FF2B5EF4-FFF2-40B4-BE49-F238E27FC236}">
                  <a16:creationId xmlns:a16="http://schemas.microsoft.com/office/drawing/2014/main" id="{757C3AE1-A7E1-D0FF-2CBA-EA3110FBFC82}"/>
                </a:ext>
              </a:extLst>
            </p:cNvPr>
            <p:cNvSpPr/>
            <p:nvPr>
              <p:custDataLst>
                <p:tags r:id="rId23"/>
              </p:custDataLst>
            </p:nvPr>
          </p:nvSpPr>
          <p:spPr>
            <a:xfrm>
              <a:off x="11160730" y="6437155"/>
              <a:ext cx="118560" cy="104275"/>
            </a:xfrm>
            <a:custGeom>
              <a:avLst/>
              <a:gdLst>
                <a:gd name="connsiteX0" fmla="*/ 18584 w 118560"/>
                <a:gd name="connsiteY0" fmla="*/ 23207 h 104275"/>
                <a:gd name="connsiteX1" fmla="*/ 18584 w 118560"/>
                <a:gd name="connsiteY1" fmla="*/ 86433 h 104275"/>
                <a:gd name="connsiteX2" fmla="*/ 199 w 118560"/>
                <a:gd name="connsiteY2" fmla="*/ 97049 h 104275"/>
                <a:gd name="connsiteX3" fmla="*/ 199 w 118560"/>
                <a:gd name="connsiteY3" fmla="*/ 104363 h 104275"/>
                <a:gd name="connsiteX4" fmla="*/ 26834 w 118560"/>
                <a:gd name="connsiteY4" fmla="*/ 103655 h 104275"/>
                <a:gd name="connsiteX5" fmla="*/ 53233 w 118560"/>
                <a:gd name="connsiteY5" fmla="*/ 104363 h 104275"/>
                <a:gd name="connsiteX6" fmla="*/ 53233 w 118560"/>
                <a:gd name="connsiteY6" fmla="*/ 97049 h 104275"/>
                <a:gd name="connsiteX7" fmla="*/ 34848 w 118560"/>
                <a:gd name="connsiteY7" fmla="*/ 86433 h 104275"/>
                <a:gd name="connsiteX8" fmla="*/ 34848 w 118560"/>
                <a:gd name="connsiteY8" fmla="*/ 43024 h 104275"/>
                <a:gd name="connsiteX9" fmla="*/ 66669 w 118560"/>
                <a:gd name="connsiteY9" fmla="*/ 5277 h 104275"/>
                <a:gd name="connsiteX10" fmla="*/ 84111 w 118560"/>
                <a:gd name="connsiteY10" fmla="*/ 31464 h 104275"/>
                <a:gd name="connsiteX11" fmla="*/ 84111 w 118560"/>
                <a:gd name="connsiteY11" fmla="*/ 86433 h 104275"/>
                <a:gd name="connsiteX12" fmla="*/ 65726 w 118560"/>
                <a:gd name="connsiteY12" fmla="*/ 97049 h 104275"/>
                <a:gd name="connsiteX13" fmla="*/ 65726 w 118560"/>
                <a:gd name="connsiteY13" fmla="*/ 104363 h 104275"/>
                <a:gd name="connsiteX14" fmla="*/ 92361 w 118560"/>
                <a:gd name="connsiteY14" fmla="*/ 103655 h 104275"/>
                <a:gd name="connsiteX15" fmla="*/ 118760 w 118560"/>
                <a:gd name="connsiteY15" fmla="*/ 104363 h 104275"/>
                <a:gd name="connsiteX16" fmla="*/ 118760 w 118560"/>
                <a:gd name="connsiteY16" fmla="*/ 97049 h 104275"/>
                <a:gd name="connsiteX17" fmla="*/ 100375 w 118560"/>
                <a:gd name="connsiteY17" fmla="*/ 89972 h 104275"/>
                <a:gd name="connsiteX18" fmla="*/ 100375 w 118560"/>
                <a:gd name="connsiteY18" fmla="*/ 44911 h 104275"/>
                <a:gd name="connsiteX19" fmla="*/ 93068 w 118560"/>
                <a:gd name="connsiteY19" fmla="*/ 8816 h 104275"/>
                <a:gd name="connsiteX20" fmla="*/ 68318 w 118560"/>
                <a:gd name="connsiteY20" fmla="*/ 87 h 104275"/>
                <a:gd name="connsiteX21" fmla="*/ 33434 w 118560"/>
                <a:gd name="connsiteY21" fmla="*/ 24858 h 104275"/>
                <a:gd name="connsiteX22" fmla="*/ 33434 w 118560"/>
                <a:gd name="connsiteY22" fmla="*/ 87 h 104275"/>
                <a:gd name="connsiteX23" fmla="*/ 199 w 118560"/>
                <a:gd name="connsiteY23" fmla="*/ 2682 h 104275"/>
                <a:gd name="connsiteX24" fmla="*/ 199 w 118560"/>
                <a:gd name="connsiteY24" fmla="*/ 9995 h 104275"/>
                <a:gd name="connsiteX25" fmla="*/ 18584 w 118560"/>
                <a:gd name="connsiteY25" fmla="*/ 23207 h 10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8560" h="104275">
                  <a:moveTo>
                    <a:pt x="18584" y="23207"/>
                  </a:moveTo>
                  <a:lnTo>
                    <a:pt x="18584" y="86433"/>
                  </a:lnTo>
                  <a:cubicBezTo>
                    <a:pt x="18584" y="97049"/>
                    <a:pt x="15991" y="97049"/>
                    <a:pt x="199" y="97049"/>
                  </a:cubicBezTo>
                  <a:lnTo>
                    <a:pt x="199" y="104363"/>
                  </a:lnTo>
                  <a:cubicBezTo>
                    <a:pt x="8449" y="104127"/>
                    <a:pt x="20470" y="103655"/>
                    <a:pt x="26834" y="103655"/>
                  </a:cubicBezTo>
                  <a:cubicBezTo>
                    <a:pt x="32962" y="103655"/>
                    <a:pt x="45219" y="104127"/>
                    <a:pt x="53233" y="104363"/>
                  </a:cubicBezTo>
                  <a:lnTo>
                    <a:pt x="53233" y="97049"/>
                  </a:lnTo>
                  <a:cubicBezTo>
                    <a:pt x="37441" y="97049"/>
                    <a:pt x="34848" y="97049"/>
                    <a:pt x="34848" y="86433"/>
                  </a:cubicBezTo>
                  <a:lnTo>
                    <a:pt x="34848" y="43024"/>
                  </a:lnTo>
                  <a:cubicBezTo>
                    <a:pt x="34848" y="18488"/>
                    <a:pt x="51583" y="5277"/>
                    <a:pt x="66669" y="5277"/>
                  </a:cubicBezTo>
                  <a:cubicBezTo>
                    <a:pt x="81518" y="5277"/>
                    <a:pt x="84111" y="18017"/>
                    <a:pt x="84111" y="31464"/>
                  </a:cubicBezTo>
                  <a:lnTo>
                    <a:pt x="84111" y="86433"/>
                  </a:lnTo>
                  <a:cubicBezTo>
                    <a:pt x="84111" y="97049"/>
                    <a:pt x="81518" y="97049"/>
                    <a:pt x="65726" y="97049"/>
                  </a:cubicBezTo>
                  <a:lnTo>
                    <a:pt x="65726" y="104363"/>
                  </a:lnTo>
                  <a:cubicBezTo>
                    <a:pt x="73975" y="104127"/>
                    <a:pt x="85997" y="103655"/>
                    <a:pt x="92361" y="103655"/>
                  </a:cubicBezTo>
                  <a:cubicBezTo>
                    <a:pt x="98489" y="103655"/>
                    <a:pt x="110746" y="104127"/>
                    <a:pt x="118760" y="104363"/>
                  </a:cubicBezTo>
                  <a:lnTo>
                    <a:pt x="118760" y="97049"/>
                  </a:lnTo>
                  <a:cubicBezTo>
                    <a:pt x="106503" y="97049"/>
                    <a:pt x="100610" y="97049"/>
                    <a:pt x="100375" y="89972"/>
                  </a:cubicBezTo>
                  <a:lnTo>
                    <a:pt x="100375" y="44911"/>
                  </a:lnTo>
                  <a:cubicBezTo>
                    <a:pt x="100375" y="24622"/>
                    <a:pt x="100375" y="17309"/>
                    <a:pt x="93068" y="8816"/>
                  </a:cubicBezTo>
                  <a:cubicBezTo>
                    <a:pt x="89768" y="4805"/>
                    <a:pt x="81990" y="87"/>
                    <a:pt x="68318" y="87"/>
                  </a:cubicBezTo>
                  <a:cubicBezTo>
                    <a:pt x="51112" y="87"/>
                    <a:pt x="40034" y="10231"/>
                    <a:pt x="33434" y="24858"/>
                  </a:cubicBezTo>
                  <a:lnTo>
                    <a:pt x="33434" y="87"/>
                  </a:lnTo>
                  <a:lnTo>
                    <a:pt x="199" y="2682"/>
                  </a:lnTo>
                  <a:lnTo>
                    <a:pt x="199" y="9995"/>
                  </a:lnTo>
                  <a:cubicBezTo>
                    <a:pt x="16699" y="9995"/>
                    <a:pt x="18584" y="11647"/>
                    <a:pt x="18584" y="23207"/>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67" name="Freeform: Shape 5466">
              <a:extLst>
                <a:ext uri="{FF2B5EF4-FFF2-40B4-BE49-F238E27FC236}">
                  <a16:creationId xmlns:a16="http://schemas.microsoft.com/office/drawing/2014/main" id="{949B94BF-42BB-D082-978A-F215D1402C19}"/>
                </a:ext>
              </a:extLst>
            </p:cNvPr>
            <p:cNvSpPr/>
            <p:nvPr>
              <p:custDataLst>
                <p:tags r:id="rId24"/>
              </p:custDataLst>
            </p:nvPr>
          </p:nvSpPr>
          <p:spPr>
            <a:xfrm>
              <a:off x="11290736" y="6377703"/>
              <a:ext cx="113846" cy="163726"/>
            </a:xfrm>
            <a:custGeom>
              <a:avLst/>
              <a:gdLst>
                <a:gd name="connsiteX0" fmla="*/ 18590 w 113846"/>
                <a:gd name="connsiteY0" fmla="*/ 145884 h 163726"/>
                <a:gd name="connsiteX1" fmla="*/ 205 w 113846"/>
                <a:gd name="connsiteY1" fmla="*/ 156500 h 163726"/>
                <a:gd name="connsiteX2" fmla="*/ 205 w 113846"/>
                <a:gd name="connsiteY2" fmla="*/ 163814 h 163726"/>
                <a:gd name="connsiteX3" fmla="*/ 25897 w 113846"/>
                <a:gd name="connsiteY3" fmla="*/ 163106 h 163726"/>
                <a:gd name="connsiteX4" fmla="*/ 51825 w 113846"/>
                <a:gd name="connsiteY4" fmla="*/ 163814 h 163726"/>
                <a:gd name="connsiteX5" fmla="*/ 51825 w 113846"/>
                <a:gd name="connsiteY5" fmla="*/ 156500 h 163726"/>
                <a:gd name="connsiteX6" fmla="*/ 33439 w 113846"/>
                <a:gd name="connsiteY6" fmla="*/ 145884 h 163726"/>
                <a:gd name="connsiteX7" fmla="*/ 33439 w 113846"/>
                <a:gd name="connsiteY7" fmla="*/ 121584 h 163726"/>
                <a:gd name="connsiteX8" fmla="*/ 48525 w 113846"/>
                <a:gd name="connsiteY8" fmla="*/ 108609 h 163726"/>
                <a:gd name="connsiteX9" fmla="*/ 76574 w 113846"/>
                <a:gd name="connsiteY9" fmla="*/ 151074 h 163726"/>
                <a:gd name="connsiteX10" fmla="*/ 68088 w 113846"/>
                <a:gd name="connsiteY10" fmla="*/ 156500 h 163726"/>
                <a:gd name="connsiteX11" fmla="*/ 68088 w 113846"/>
                <a:gd name="connsiteY11" fmla="*/ 163814 h 163726"/>
                <a:gd name="connsiteX12" fmla="*/ 93545 w 113846"/>
                <a:gd name="connsiteY12" fmla="*/ 163106 h 163726"/>
                <a:gd name="connsiteX13" fmla="*/ 114051 w 113846"/>
                <a:gd name="connsiteY13" fmla="*/ 163814 h 163726"/>
                <a:gd name="connsiteX14" fmla="*/ 114051 w 113846"/>
                <a:gd name="connsiteY14" fmla="*/ 156500 h 163726"/>
                <a:gd name="connsiteX15" fmla="*/ 91188 w 113846"/>
                <a:gd name="connsiteY15" fmla="*/ 143997 h 163726"/>
                <a:gd name="connsiteX16" fmla="*/ 61253 w 113846"/>
                <a:gd name="connsiteY16" fmla="*/ 101767 h 163726"/>
                <a:gd name="connsiteX17" fmla="*/ 59839 w 113846"/>
                <a:gd name="connsiteY17" fmla="*/ 99172 h 163726"/>
                <a:gd name="connsiteX18" fmla="*/ 78931 w 113846"/>
                <a:gd name="connsiteY18" fmla="*/ 82186 h 163726"/>
                <a:gd name="connsiteX19" fmla="*/ 108630 w 113846"/>
                <a:gd name="connsiteY19" fmla="*/ 69447 h 163726"/>
                <a:gd name="connsiteX20" fmla="*/ 108630 w 113846"/>
                <a:gd name="connsiteY20" fmla="*/ 62133 h 163726"/>
                <a:gd name="connsiteX21" fmla="*/ 92130 w 113846"/>
                <a:gd name="connsiteY21" fmla="*/ 62841 h 163726"/>
                <a:gd name="connsiteX22" fmla="*/ 65731 w 113846"/>
                <a:gd name="connsiteY22" fmla="*/ 62133 h 163726"/>
                <a:gd name="connsiteX23" fmla="*/ 65731 w 113846"/>
                <a:gd name="connsiteY23" fmla="*/ 69447 h 163726"/>
                <a:gd name="connsiteX24" fmla="*/ 72567 w 113846"/>
                <a:gd name="connsiteY24" fmla="*/ 75345 h 163726"/>
                <a:gd name="connsiteX25" fmla="*/ 67381 w 113846"/>
                <a:gd name="connsiteY25" fmla="*/ 84545 h 163726"/>
                <a:gd name="connsiteX26" fmla="*/ 34146 w 113846"/>
                <a:gd name="connsiteY26" fmla="*/ 113327 h 163726"/>
                <a:gd name="connsiteX27" fmla="*/ 34146 w 113846"/>
                <a:gd name="connsiteY27" fmla="*/ 87 h 163726"/>
                <a:gd name="connsiteX28" fmla="*/ 205 w 113846"/>
                <a:gd name="connsiteY28" fmla="*/ 2682 h 163726"/>
                <a:gd name="connsiteX29" fmla="*/ 205 w 113846"/>
                <a:gd name="connsiteY29" fmla="*/ 9995 h 163726"/>
                <a:gd name="connsiteX30" fmla="*/ 18590 w 113846"/>
                <a:gd name="connsiteY30" fmla="*/ 23207 h 163726"/>
                <a:gd name="connsiteX31" fmla="*/ 18590 w 113846"/>
                <a:gd name="connsiteY31" fmla="*/ 145884 h 163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3846" h="163726">
                  <a:moveTo>
                    <a:pt x="18590" y="145884"/>
                  </a:moveTo>
                  <a:cubicBezTo>
                    <a:pt x="18590" y="156500"/>
                    <a:pt x="15997" y="156500"/>
                    <a:pt x="205" y="156500"/>
                  </a:cubicBezTo>
                  <a:lnTo>
                    <a:pt x="205" y="163814"/>
                  </a:lnTo>
                  <a:cubicBezTo>
                    <a:pt x="7983" y="163578"/>
                    <a:pt x="19061" y="163106"/>
                    <a:pt x="25897" y="163106"/>
                  </a:cubicBezTo>
                  <a:cubicBezTo>
                    <a:pt x="32968" y="163106"/>
                    <a:pt x="42396" y="163342"/>
                    <a:pt x="51825" y="163814"/>
                  </a:cubicBezTo>
                  <a:lnTo>
                    <a:pt x="51825" y="156500"/>
                  </a:lnTo>
                  <a:cubicBezTo>
                    <a:pt x="36032" y="156500"/>
                    <a:pt x="33439" y="156500"/>
                    <a:pt x="33439" y="145884"/>
                  </a:cubicBezTo>
                  <a:lnTo>
                    <a:pt x="33439" y="121584"/>
                  </a:lnTo>
                  <a:lnTo>
                    <a:pt x="48525" y="108609"/>
                  </a:lnTo>
                  <a:cubicBezTo>
                    <a:pt x="66674" y="133616"/>
                    <a:pt x="76574" y="146828"/>
                    <a:pt x="76574" y="151074"/>
                  </a:cubicBezTo>
                  <a:cubicBezTo>
                    <a:pt x="76574" y="155557"/>
                    <a:pt x="72567" y="156500"/>
                    <a:pt x="68088" y="156500"/>
                  </a:cubicBezTo>
                  <a:lnTo>
                    <a:pt x="68088" y="163814"/>
                  </a:lnTo>
                  <a:cubicBezTo>
                    <a:pt x="74688" y="163578"/>
                    <a:pt x="88595" y="163106"/>
                    <a:pt x="93545" y="163106"/>
                  </a:cubicBezTo>
                  <a:cubicBezTo>
                    <a:pt x="100380" y="163106"/>
                    <a:pt x="107216" y="163342"/>
                    <a:pt x="114051" y="163814"/>
                  </a:cubicBezTo>
                  <a:lnTo>
                    <a:pt x="114051" y="156500"/>
                  </a:lnTo>
                  <a:cubicBezTo>
                    <a:pt x="105330" y="156500"/>
                    <a:pt x="100144" y="156500"/>
                    <a:pt x="91188" y="143997"/>
                  </a:cubicBezTo>
                  <a:lnTo>
                    <a:pt x="61253" y="101767"/>
                  </a:lnTo>
                  <a:cubicBezTo>
                    <a:pt x="61017" y="101296"/>
                    <a:pt x="59839" y="99880"/>
                    <a:pt x="59839" y="99172"/>
                  </a:cubicBezTo>
                  <a:cubicBezTo>
                    <a:pt x="59839" y="98229"/>
                    <a:pt x="76574" y="84074"/>
                    <a:pt x="78931" y="82186"/>
                  </a:cubicBezTo>
                  <a:cubicBezTo>
                    <a:pt x="93780" y="70154"/>
                    <a:pt x="103680" y="69683"/>
                    <a:pt x="108630" y="69447"/>
                  </a:cubicBezTo>
                  <a:lnTo>
                    <a:pt x="108630" y="62133"/>
                  </a:lnTo>
                  <a:cubicBezTo>
                    <a:pt x="101794" y="62841"/>
                    <a:pt x="98730" y="62841"/>
                    <a:pt x="92130" y="62841"/>
                  </a:cubicBezTo>
                  <a:cubicBezTo>
                    <a:pt x="83645" y="62841"/>
                    <a:pt x="69031" y="62369"/>
                    <a:pt x="65731" y="62133"/>
                  </a:cubicBezTo>
                  <a:lnTo>
                    <a:pt x="65731" y="69447"/>
                  </a:lnTo>
                  <a:cubicBezTo>
                    <a:pt x="70210" y="69683"/>
                    <a:pt x="72567" y="72278"/>
                    <a:pt x="72567" y="75345"/>
                  </a:cubicBezTo>
                  <a:cubicBezTo>
                    <a:pt x="72567" y="80063"/>
                    <a:pt x="69267" y="82894"/>
                    <a:pt x="67381" y="84545"/>
                  </a:cubicBezTo>
                  <a:lnTo>
                    <a:pt x="34146" y="113327"/>
                  </a:lnTo>
                  <a:lnTo>
                    <a:pt x="34146" y="87"/>
                  </a:lnTo>
                  <a:lnTo>
                    <a:pt x="205" y="2682"/>
                  </a:lnTo>
                  <a:lnTo>
                    <a:pt x="205" y="9995"/>
                  </a:lnTo>
                  <a:cubicBezTo>
                    <a:pt x="16704" y="9995"/>
                    <a:pt x="18590" y="11647"/>
                    <a:pt x="18590" y="23207"/>
                  </a:cubicBezTo>
                  <a:lnTo>
                    <a:pt x="18590" y="14588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68" name="Freeform: Shape 5467">
              <a:extLst>
                <a:ext uri="{FF2B5EF4-FFF2-40B4-BE49-F238E27FC236}">
                  <a16:creationId xmlns:a16="http://schemas.microsoft.com/office/drawing/2014/main" id="{97D297D7-02B6-8FC5-9170-CCFAB3A04982}"/>
                </a:ext>
              </a:extLst>
            </p:cNvPr>
            <p:cNvSpPr/>
            <p:nvPr>
              <p:custDataLst>
                <p:tags r:id="rId25"/>
              </p:custDataLst>
            </p:nvPr>
          </p:nvSpPr>
          <p:spPr>
            <a:xfrm>
              <a:off x="11426522" y="6467163"/>
              <a:ext cx="60058" cy="109654"/>
            </a:xfrm>
            <a:custGeom>
              <a:avLst/>
              <a:gdLst>
                <a:gd name="connsiteX0" fmla="*/ 37499 w 60058"/>
                <a:gd name="connsiteY0" fmla="*/ 4712 h 109654"/>
                <a:gd name="connsiteX1" fmla="*/ 32549 w 60058"/>
                <a:gd name="connsiteY1" fmla="*/ 88 h 109654"/>
                <a:gd name="connsiteX2" fmla="*/ 210 w 60058"/>
                <a:gd name="connsiteY2" fmla="*/ 10657 h 109654"/>
                <a:gd name="connsiteX3" fmla="*/ 210 w 60058"/>
                <a:gd name="connsiteY3" fmla="*/ 16603 h 109654"/>
                <a:gd name="connsiteX4" fmla="*/ 24134 w 60058"/>
                <a:gd name="connsiteY4" fmla="*/ 11979 h 109654"/>
                <a:gd name="connsiteX5" fmla="*/ 24134 w 60058"/>
                <a:gd name="connsiteY5" fmla="*/ 96201 h 109654"/>
                <a:gd name="connsiteX6" fmla="*/ 7635 w 60058"/>
                <a:gd name="connsiteY6" fmla="*/ 103798 h 109654"/>
                <a:gd name="connsiteX7" fmla="*/ 1365 w 60058"/>
                <a:gd name="connsiteY7" fmla="*/ 103798 h 109654"/>
                <a:gd name="connsiteX8" fmla="*/ 1365 w 60058"/>
                <a:gd name="connsiteY8" fmla="*/ 109743 h 109654"/>
                <a:gd name="connsiteX9" fmla="*/ 30734 w 60058"/>
                <a:gd name="connsiteY9" fmla="*/ 109082 h 109654"/>
                <a:gd name="connsiteX10" fmla="*/ 60268 w 60058"/>
                <a:gd name="connsiteY10" fmla="*/ 109743 h 109654"/>
                <a:gd name="connsiteX11" fmla="*/ 60268 w 60058"/>
                <a:gd name="connsiteY11" fmla="*/ 103798 h 109654"/>
                <a:gd name="connsiteX12" fmla="*/ 53998 w 60058"/>
                <a:gd name="connsiteY12" fmla="*/ 103798 h 109654"/>
                <a:gd name="connsiteX13" fmla="*/ 37499 w 60058"/>
                <a:gd name="connsiteY13" fmla="*/ 96201 h 109654"/>
                <a:gd name="connsiteX14" fmla="*/ 37499 w 60058"/>
                <a:gd name="connsiteY14" fmla="*/ 4712 h 10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058" h="109654">
                  <a:moveTo>
                    <a:pt x="37499" y="4712"/>
                  </a:moveTo>
                  <a:cubicBezTo>
                    <a:pt x="37499" y="254"/>
                    <a:pt x="37169" y="88"/>
                    <a:pt x="32549" y="88"/>
                  </a:cubicBezTo>
                  <a:cubicBezTo>
                    <a:pt x="21989" y="10492"/>
                    <a:pt x="6975" y="10657"/>
                    <a:pt x="210" y="10657"/>
                  </a:cubicBezTo>
                  <a:lnTo>
                    <a:pt x="210" y="16603"/>
                  </a:lnTo>
                  <a:cubicBezTo>
                    <a:pt x="4170" y="16603"/>
                    <a:pt x="15059" y="16603"/>
                    <a:pt x="24134" y="11979"/>
                  </a:cubicBezTo>
                  <a:lnTo>
                    <a:pt x="24134" y="96201"/>
                  </a:lnTo>
                  <a:cubicBezTo>
                    <a:pt x="24134" y="101651"/>
                    <a:pt x="24134" y="103798"/>
                    <a:pt x="7635" y="103798"/>
                  </a:cubicBezTo>
                  <a:lnTo>
                    <a:pt x="1365" y="103798"/>
                  </a:lnTo>
                  <a:lnTo>
                    <a:pt x="1365" y="109743"/>
                  </a:lnTo>
                  <a:cubicBezTo>
                    <a:pt x="4335" y="109578"/>
                    <a:pt x="24629" y="109082"/>
                    <a:pt x="30734" y="109082"/>
                  </a:cubicBezTo>
                  <a:cubicBezTo>
                    <a:pt x="35849" y="109082"/>
                    <a:pt x="56638" y="109578"/>
                    <a:pt x="60268" y="109743"/>
                  </a:cubicBezTo>
                  <a:lnTo>
                    <a:pt x="60268" y="103798"/>
                  </a:lnTo>
                  <a:lnTo>
                    <a:pt x="53998" y="103798"/>
                  </a:lnTo>
                  <a:cubicBezTo>
                    <a:pt x="37499" y="103798"/>
                    <a:pt x="37499" y="101651"/>
                    <a:pt x="37499" y="96201"/>
                  </a:cubicBezTo>
                  <a:lnTo>
                    <a:pt x="37499" y="471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69" name="Freeform: Shape 5468">
              <a:extLst>
                <a:ext uri="{FF2B5EF4-FFF2-40B4-BE49-F238E27FC236}">
                  <a16:creationId xmlns:a16="http://schemas.microsoft.com/office/drawing/2014/main" id="{2F197D8A-B9A0-9F60-F978-A7CB0F92F98E}"/>
                </a:ext>
              </a:extLst>
            </p:cNvPr>
            <p:cNvSpPr/>
            <p:nvPr>
              <p:custDataLst>
                <p:tags r:id="rId26"/>
              </p:custDataLst>
            </p:nvPr>
          </p:nvSpPr>
          <p:spPr>
            <a:xfrm>
              <a:off x="11527714" y="6364492"/>
              <a:ext cx="54684" cy="235917"/>
            </a:xfrm>
            <a:custGeom>
              <a:avLst/>
              <a:gdLst>
                <a:gd name="connsiteX0" fmla="*/ 54898 w 54684"/>
                <a:gd name="connsiteY0" fmla="*/ 118046 h 235917"/>
                <a:gd name="connsiteX1" fmla="*/ 39342 w 54684"/>
                <a:gd name="connsiteY1" fmla="*/ 44439 h 235917"/>
                <a:gd name="connsiteX2" fmla="*/ 2571 w 54684"/>
                <a:gd name="connsiteY2" fmla="*/ 87 h 235917"/>
                <a:gd name="connsiteX3" fmla="*/ 214 w 54684"/>
                <a:gd name="connsiteY3" fmla="*/ 2446 h 235917"/>
                <a:gd name="connsiteX4" fmla="*/ 4693 w 54684"/>
                <a:gd name="connsiteY4" fmla="*/ 7872 h 235917"/>
                <a:gd name="connsiteX5" fmla="*/ 41227 w 54684"/>
                <a:gd name="connsiteY5" fmla="*/ 118046 h 235917"/>
                <a:gd name="connsiteX6" fmla="*/ 3279 w 54684"/>
                <a:gd name="connsiteY6" fmla="*/ 229635 h 235917"/>
                <a:gd name="connsiteX7" fmla="*/ 214 w 54684"/>
                <a:gd name="connsiteY7" fmla="*/ 233645 h 235917"/>
                <a:gd name="connsiteX8" fmla="*/ 2571 w 54684"/>
                <a:gd name="connsiteY8" fmla="*/ 236005 h 235917"/>
                <a:gd name="connsiteX9" fmla="*/ 40049 w 54684"/>
                <a:gd name="connsiteY9" fmla="*/ 190001 h 235917"/>
                <a:gd name="connsiteX10" fmla="*/ 54898 w 54684"/>
                <a:gd name="connsiteY10" fmla="*/ 118046 h 23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84" h="235917">
                  <a:moveTo>
                    <a:pt x="54898" y="118046"/>
                  </a:moveTo>
                  <a:cubicBezTo>
                    <a:pt x="54898" y="99644"/>
                    <a:pt x="52306" y="71098"/>
                    <a:pt x="39342" y="44439"/>
                  </a:cubicBezTo>
                  <a:cubicBezTo>
                    <a:pt x="25199" y="15422"/>
                    <a:pt x="4929" y="87"/>
                    <a:pt x="2571" y="87"/>
                  </a:cubicBezTo>
                  <a:cubicBezTo>
                    <a:pt x="1157" y="87"/>
                    <a:pt x="214" y="1031"/>
                    <a:pt x="214" y="2446"/>
                  </a:cubicBezTo>
                  <a:cubicBezTo>
                    <a:pt x="214" y="3154"/>
                    <a:pt x="214" y="3626"/>
                    <a:pt x="4693" y="7872"/>
                  </a:cubicBezTo>
                  <a:cubicBezTo>
                    <a:pt x="27792" y="31228"/>
                    <a:pt x="41227" y="68739"/>
                    <a:pt x="41227" y="118046"/>
                  </a:cubicBezTo>
                  <a:cubicBezTo>
                    <a:pt x="41227" y="158388"/>
                    <a:pt x="32506" y="199909"/>
                    <a:pt x="3279" y="229635"/>
                  </a:cubicBezTo>
                  <a:cubicBezTo>
                    <a:pt x="214" y="232466"/>
                    <a:pt x="214" y="232938"/>
                    <a:pt x="214" y="233645"/>
                  </a:cubicBezTo>
                  <a:cubicBezTo>
                    <a:pt x="214" y="235061"/>
                    <a:pt x="1157" y="236005"/>
                    <a:pt x="2571" y="236005"/>
                  </a:cubicBezTo>
                  <a:cubicBezTo>
                    <a:pt x="4929" y="236005"/>
                    <a:pt x="26142" y="219962"/>
                    <a:pt x="40049" y="190001"/>
                  </a:cubicBezTo>
                  <a:cubicBezTo>
                    <a:pt x="52070" y="164050"/>
                    <a:pt x="54898" y="137863"/>
                    <a:pt x="54898" y="11804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70" name="Freeform: Shape 5469">
              <a:extLst>
                <a:ext uri="{FF2B5EF4-FFF2-40B4-BE49-F238E27FC236}">
                  <a16:creationId xmlns:a16="http://schemas.microsoft.com/office/drawing/2014/main" id="{7F5ED437-82E7-5D1B-0125-C3D4748E6E65}"/>
                </a:ext>
              </a:extLst>
            </p:cNvPr>
            <p:cNvSpPr/>
            <p:nvPr>
              <p:custDataLst>
                <p:tags r:id="rId27"/>
              </p:custDataLst>
            </p:nvPr>
          </p:nvSpPr>
          <p:spPr>
            <a:xfrm>
              <a:off x="11684615" y="6454849"/>
              <a:ext cx="156745" cy="55204"/>
            </a:xfrm>
            <a:custGeom>
              <a:avLst/>
              <a:gdLst>
                <a:gd name="connsiteX0" fmla="*/ 148952 w 156745"/>
                <a:gd name="connsiteY0" fmla="*/ 9524 h 55204"/>
                <a:gd name="connsiteX1" fmla="*/ 156966 w 156745"/>
                <a:gd name="connsiteY1" fmla="*/ 4805 h 55204"/>
                <a:gd name="connsiteX2" fmla="*/ 149188 w 156745"/>
                <a:gd name="connsiteY2" fmla="*/ 87 h 55204"/>
                <a:gd name="connsiteX3" fmla="*/ 7999 w 156745"/>
                <a:gd name="connsiteY3" fmla="*/ 87 h 55204"/>
                <a:gd name="connsiteX4" fmla="*/ 221 w 156745"/>
                <a:gd name="connsiteY4" fmla="*/ 4805 h 55204"/>
                <a:gd name="connsiteX5" fmla="*/ 8235 w 156745"/>
                <a:gd name="connsiteY5" fmla="*/ 9524 h 55204"/>
                <a:gd name="connsiteX6" fmla="*/ 148952 w 156745"/>
                <a:gd name="connsiteY6" fmla="*/ 9524 h 55204"/>
                <a:gd name="connsiteX7" fmla="*/ 149188 w 156745"/>
                <a:gd name="connsiteY7" fmla="*/ 55292 h 55204"/>
                <a:gd name="connsiteX8" fmla="*/ 156966 w 156745"/>
                <a:gd name="connsiteY8" fmla="*/ 50573 h 55204"/>
                <a:gd name="connsiteX9" fmla="*/ 148952 w 156745"/>
                <a:gd name="connsiteY9" fmla="*/ 45855 h 55204"/>
                <a:gd name="connsiteX10" fmla="*/ 8235 w 156745"/>
                <a:gd name="connsiteY10" fmla="*/ 45855 h 55204"/>
                <a:gd name="connsiteX11" fmla="*/ 221 w 156745"/>
                <a:gd name="connsiteY11" fmla="*/ 50573 h 55204"/>
                <a:gd name="connsiteX12" fmla="*/ 7999 w 156745"/>
                <a:gd name="connsiteY12" fmla="*/ 55292 h 55204"/>
                <a:gd name="connsiteX13" fmla="*/ 149188 w 156745"/>
                <a:gd name="connsiteY13" fmla="*/ 55292 h 55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745" h="55204">
                  <a:moveTo>
                    <a:pt x="148952" y="9524"/>
                  </a:moveTo>
                  <a:cubicBezTo>
                    <a:pt x="152488" y="9524"/>
                    <a:pt x="156966" y="9524"/>
                    <a:pt x="156966" y="4805"/>
                  </a:cubicBezTo>
                  <a:cubicBezTo>
                    <a:pt x="156966" y="87"/>
                    <a:pt x="152488" y="87"/>
                    <a:pt x="149188" y="87"/>
                  </a:cubicBezTo>
                  <a:lnTo>
                    <a:pt x="7999" y="87"/>
                  </a:lnTo>
                  <a:cubicBezTo>
                    <a:pt x="4699" y="87"/>
                    <a:pt x="221" y="87"/>
                    <a:pt x="221" y="4805"/>
                  </a:cubicBezTo>
                  <a:cubicBezTo>
                    <a:pt x="221" y="9524"/>
                    <a:pt x="4699" y="9524"/>
                    <a:pt x="8235" y="9524"/>
                  </a:cubicBezTo>
                  <a:lnTo>
                    <a:pt x="148952" y="9524"/>
                  </a:lnTo>
                  <a:close/>
                  <a:moveTo>
                    <a:pt x="149188" y="55292"/>
                  </a:moveTo>
                  <a:cubicBezTo>
                    <a:pt x="152488" y="55292"/>
                    <a:pt x="156966" y="55292"/>
                    <a:pt x="156966" y="50573"/>
                  </a:cubicBezTo>
                  <a:cubicBezTo>
                    <a:pt x="156966" y="45855"/>
                    <a:pt x="152488" y="45855"/>
                    <a:pt x="148952" y="45855"/>
                  </a:cubicBezTo>
                  <a:lnTo>
                    <a:pt x="8235" y="45855"/>
                  </a:lnTo>
                  <a:cubicBezTo>
                    <a:pt x="4699" y="45855"/>
                    <a:pt x="221" y="45855"/>
                    <a:pt x="221" y="50573"/>
                  </a:cubicBezTo>
                  <a:cubicBezTo>
                    <a:pt x="221" y="55292"/>
                    <a:pt x="4699" y="55292"/>
                    <a:pt x="7999" y="55292"/>
                  </a:cubicBezTo>
                  <a:lnTo>
                    <a:pt x="149188" y="5529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71" name="Freeform: Shape 5470">
              <a:extLst>
                <a:ext uri="{FF2B5EF4-FFF2-40B4-BE49-F238E27FC236}">
                  <a16:creationId xmlns:a16="http://schemas.microsoft.com/office/drawing/2014/main" id="{06BC773D-AF1D-EFC3-FB9F-84894AAA94CF}"/>
                </a:ext>
              </a:extLst>
            </p:cNvPr>
            <p:cNvSpPr/>
            <p:nvPr>
              <p:custDataLst>
                <p:tags r:id="rId28"/>
              </p:custDataLst>
            </p:nvPr>
          </p:nvSpPr>
          <p:spPr>
            <a:xfrm>
              <a:off x="13568756" y="6224709"/>
              <a:ext cx="77783" cy="157121"/>
            </a:xfrm>
            <a:custGeom>
              <a:avLst/>
              <a:gdLst>
                <a:gd name="connsiteX0" fmla="*/ 48620 w 77783"/>
                <a:gd name="connsiteY0" fmla="*/ 6214 h 157121"/>
                <a:gd name="connsiteX1" fmla="*/ 43199 w 77783"/>
                <a:gd name="connsiteY1" fmla="*/ 80 h 157121"/>
                <a:gd name="connsiteX2" fmla="*/ 300 w 77783"/>
                <a:gd name="connsiteY2" fmla="*/ 15179 h 157121"/>
                <a:gd name="connsiteX3" fmla="*/ 300 w 77783"/>
                <a:gd name="connsiteY3" fmla="*/ 22492 h 157121"/>
                <a:gd name="connsiteX4" fmla="*/ 31178 w 77783"/>
                <a:gd name="connsiteY4" fmla="*/ 16358 h 157121"/>
                <a:gd name="connsiteX5" fmla="*/ 31178 w 77783"/>
                <a:gd name="connsiteY5" fmla="*/ 138564 h 157121"/>
                <a:gd name="connsiteX6" fmla="*/ 9257 w 77783"/>
                <a:gd name="connsiteY6" fmla="*/ 149888 h 157121"/>
                <a:gd name="connsiteX7" fmla="*/ 1715 w 77783"/>
                <a:gd name="connsiteY7" fmla="*/ 149888 h 157121"/>
                <a:gd name="connsiteX8" fmla="*/ 1715 w 77783"/>
                <a:gd name="connsiteY8" fmla="*/ 157201 h 157121"/>
                <a:gd name="connsiteX9" fmla="*/ 39899 w 77783"/>
                <a:gd name="connsiteY9" fmla="*/ 156494 h 157121"/>
                <a:gd name="connsiteX10" fmla="*/ 78084 w 77783"/>
                <a:gd name="connsiteY10" fmla="*/ 157201 h 157121"/>
                <a:gd name="connsiteX11" fmla="*/ 78084 w 77783"/>
                <a:gd name="connsiteY11" fmla="*/ 149888 h 157121"/>
                <a:gd name="connsiteX12" fmla="*/ 70541 w 77783"/>
                <a:gd name="connsiteY12" fmla="*/ 149888 h 157121"/>
                <a:gd name="connsiteX13" fmla="*/ 48620 w 77783"/>
                <a:gd name="connsiteY13" fmla="*/ 138564 h 157121"/>
                <a:gd name="connsiteX14" fmla="*/ 48620 w 77783"/>
                <a:gd name="connsiteY14" fmla="*/ 6214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83" h="157121">
                  <a:moveTo>
                    <a:pt x="48620" y="6214"/>
                  </a:moveTo>
                  <a:cubicBezTo>
                    <a:pt x="48620" y="552"/>
                    <a:pt x="48620" y="80"/>
                    <a:pt x="43199" y="80"/>
                  </a:cubicBezTo>
                  <a:cubicBezTo>
                    <a:pt x="28585" y="15179"/>
                    <a:pt x="7843" y="15179"/>
                    <a:pt x="300" y="15179"/>
                  </a:cubicBezTo>
                  <a:lnTo>
                    <a:pt x="300" y="22492"/>
                  </a:lnTo>
                  <a:cubicBezTo>
                    <a:pt x="5014" y="22492"/>
                    <a:pt x="18921" y="22492"/>
                    <a:pt x="31178" y="16358"/>
                  </a:cubicBezTo>
                  <a:lnTo>
                    <a:pt x="31178" y="138564"/>
                  </a:lnTo>
                  <a:cubicBezTo>
                    <a:pt x="31178" y="147057"/>
                    <a:pt x="30471" y="149888"/>
                    <a:pt x="9257" y="149888"/>
                  </a:cubicBezTo>
                  <a:lnTo>
                    <a:pt x="1715" y="149888"/>
                  </a:lnTo>
                  <a:lnTo>
                    <a:pt x="1715" y="157201"/>
                  </a:lnTo>
                  <a:cubicBezTo>
                    <a:pt x="9964" y="156494"/>
                    <a:pt x="30471" y="156494"/>
                    <a:pt x="39899" y="156494"/>
                  </a:cubicBezTo>
                  <a:cubicBezTo>
                    <a:pt x="49327" y="156494"/>
                    <a:pt x="69834" y="156494"/>
                    <a:pt x="78084" y="157201"/>
                  </a:cubicBezTo>
                  <a:lnTo>
                    <a:pt x="78084" y="149888"/>
                  </a:lnTo>
                  <a:lnTo>
                    <a:pt x="70541" y="149888"/>
                  </a:lnTo>
                  <a:cubicBezTo>
                    <a:pt x="49327" y="149888"/>
                    <a:pt x="48620" y="147293"/>
                    <a:pt x="48620" y="138564"/>
                  </a:cubicBezTo>
                  <a:lnTo>
                    <a:pt x="48620" y="621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72" name="Freeform: Shape 5471">
              <a:extLst>
                <a:ext uri="{FF2B5EF4-FFF2-40B4-BE49-F238E27FC236}">
                  <a16:creationId xmlns:a16="http://schemas.microsoft.com/office/drawing/2014/main" id="{4372BA69-48B5-24FE-7880-AAABB56AB59E}"/>
                </a:ext>
              </a:extLst>
            </p:cNvPr>
            <p:cNvSpPr/>
            <p:nvPr>
              <p:custDataLst>
                <p:tags r:id="rId29"/>
              </p:custDataLst>
            </p:nvPr>
          </p:nvSpPr>
          <p:spPr>
            <a:xfrm>
              <a:off x="11948501" y="6477733"/>
              <a:ext cx="3316407" cy="9436"/>
            </a:xfrm>
            <a:custGeom>
              <a:avLst/>
              <a:gdLst>
                <a:gd name="connsiteX0" fmla="*/ 0 w 3316407"/>
                <a:gd name="connsiteY0" fmla="*/ 0 h 9436"/>
                <a:gd name="connsiteX1" fmla="*/ 3316407 w 3316407"/>
                <a:gd name="connsiteY1" fmla="*/ 0 h 9436"/>
                <a:gd name="connsiteX2" fmla="*/ 3316407 w 3316407"/>
                <a:gd name="connsiteY2" fmla="*/ 9436 h 9436"/>
                <a:gd name="connsiteX3" fmla="*/ 0 w 3316407"/>
                <a:gd name="connsiteY3" fmla="*/ 9436 h 9436"/>
              </a:gdLst>
              <a:ahLst/>
              <a:cxnLst>
                <a:cxn ang="0">
                  <a:pos x="connsiteX0" y="connsiteY0"/>
                </a:cxn>
                <a:cxn ang="0">
                  <a:pos x="connsiteX1" y="connsiteY1"/>
                </a:cxn>
                <a:cxn ang="0">
                  <a:pos x="connsiteX2" y="connsiteY2"/>
                </a:cxn>
                <a:cxn ang="0">
                  <a:pos x="connsiteX3" y="connsiteY3"/>
                </a:cxn>
              </a:cxnLst>
              <a:rect l="l" t="t" r="r" b="b"/>
              <a:pathLst>
                <a:path w="3316407" h="9436">
                  <a:moveTo>
                    <a:pt x="0" y="0"/>
                  </a:moveTo>
                  <a:lnTo>
                    <a:pt x="3316407" y="0"/>
                  </a:lnTo>
                  <a:lnTo>
                    <a:pt x="3316407" y="9436"/>
                  </a:lnTo>
                  <a:lnTo>
                    <a:pt x="0" y="943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73" name="Freeform: Shape 5472">
              <a:extLst>
                <a:ext uri="{FF2B5EF4-FFF2-40B4-BE49-F238E27FC236}">
                  <a16:creationId xmlns:a16="http://schemas.microsoft.com/office/drawing/2014/main" id="{B4FDBBFC-FBA6-97D7-40C0-0B16AC00302E}"/>
                </a:ext>
              </a:extLst>
            </p:cNvPr>
            <p:cNvSpPr/>
            <p:nvPr>
              <p:custDataLst>
                <p:tags r:id="rId30"/>
              </p:custDataLst>
            </p:nvPr>
          </p:nvSpPr>
          <p:spPr>
            <a:xfrm>
              <a:off x="11969479" y="6550367"/>
              <a:ext cx="77783" cy="157121"/>
            </a:xfrm>
            <a:custGeom>
              <a:avLst/>
              <a:gdLst>
                <a:gd name="connsiteX0" fmla="*/ 48553 w 77783"/>
                <a:gd name="connsiteY0" fmla="*/ 6228 h 157121"/>
                <a:gd name="connsiteX1" fmla="*/ 43131 w 77783"/>
                <a:gd name="connsiteY1" fmla="*/ 94 h 157121"/>
                <a:gd name="connsiteX2" fmla="*/ 233 w 77783"/>
                <a:gd name="connsiteY2" fmla="*/ 15193 h 157121"/>
                <a:gd name="connsiteX3" fmla="*/ 233 w 77783"/>
                <a:gd name="connsiteY3" fmla="*/ 22506 h 157121"/>
                <a:gd name="connsiteX4" fmla="*/ 31110 w 77783"/>
                <a:gd name="connsiteY4" fmla="*/ 16372 h 157121"/>
                <a:gd name="connsiteX5" fmla="*/ 31110 w 77783"/>
                <a:gd name="connsiteY5" fmla="*/ 138578 h 157121"/>
                <a:gd name="connsiteX6" fmla="*/ 9190 w 77783"/>
                <a:gd name="connsiteY6" fmla="*/ 149902 h 157121"/>
                <a:gd name="connsiteX7" fmla="*/ 1647 w 77783"/>
                <a:gd name="connsiteY7" fmla="*/ 149902 h 157121"/>
                <a:gd name="connsiteX8" fmla="*/ 1647 w 77783"/>
                <a:gd name="connsiteY8" fmla="*/ 157215 h 157121"/>
                <a:gd name="connsiteX9" fmla="*/ 39832 w 77783"/>
                <a:gd name="connsiteY9" fmla="*/ 156507 h 157121"/>
                <a:gd name="connsiteX10" fmla="*/ 78016 w 77783"/>
                <a:gd name="connsiteY10" fmla="*/ 157215 h 157121"/>
                <a:gd name="connsiteX11" fmla="*/ 78016 w 77783"/>
                <a:gd name="connsiteY11" fmla="*/ 149902 h 157121"/>
                <a:gd name="connsiteX12" fmla="*/ 70473 w 77783"/>
                <a:gd name="connsiteY12" fmla="*/ 149902 h 157121"/>
                <a:gd name="connsiteX13" fmla="*/ 48553 w 77783"/>
                <a:gd name="connsiteY13" fmla="*/ 138578 h 157121"/>
                <a:gd name="connsiteX14" fmla="*/ 48553 w 77783"/>
                <a:gd name="connsiteY14" fmla="*/ 6228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83" h="157121">
                  <a:moveTo>
                    <a:pt x="48553" y="6228"/>
                  </a:moveTo>
                  <a:cubicBezTo>
                    <a:pt x="48553" y="566"/>
                    <a:pt x="48553" y="94"/>
                    <a:pt x="43131" y="94"/>
                  </a:cubicBezTo>
                  <a:cubicBezTo>
                    <a:pt x="28518" y="15193"/>
                    <a:pt x="7775" y="15193"/>
                    <a:pt x="233" y="15193"/>
                  </a:cubicBezTo>
                  <a:lnTo>
                    <a:pt x="233" y="22506"/>
                  </a:lnTo>
                  <a:cubicBezTo>
                    <a:pt x="4947" y="22506"/>
                    <a:pt x="18854" y="22506"/>
                    <a:pt x="31110" y="16372"/>
                  </a:cubicBezTo>
                  <a:lnTo>
                    <a:pt x="31110" y="138578"/>
                  </a:lnTo>
                  <a:cubicBezTo>
                    <a:pt x="31110" y="147071"/>
                    <a:pt x="30403" y="149902"/>
                    <a:pt x="9190" y="149902"/>
                  </a:cubicBezTo>
                  <a:lnTo>
                    <a:pt x="1647" y="149902"/>
                  </a:lnTo>
                  <a:lnTo>
                    <a:pt x="1647" y="157215"/>
                  </a:lnTo>
                  <a:cubicBezTo>
                    <a:pt x="9897" y="156507"/>
                    <a:pt x="30403" y="156507"/>
                    <a:pt x="39832" y="156507"/>
                  </a:cubicBezTo>
                  <a:cubicBezTo>
                    <a:pt x="49260" y="156507"/>
                    <a:pt x="69766" y="156507"/>
                    <a:pt x="78016" y="157215"/>
                  </a:cubicBezTo>
                  <a:lnTo>
                    <a:pt x="78016" y="149902"/>
                  </a:lnTo>
                  <a:lnTo>
                    <a:pt x="70473" y="149902"/>
                  </a:lnTo>
                  <a:cubicBezTo>
                    <a:pt x="49260" y="149902"/>
                    <a:pt x="48553" y="147307"/>
                    <a:pt x="48553" y="138578"/>
                  </a:cubicBezTo>
                  <a:lnTo>
                    <a:pt x="48553" y="622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74" name="Freeform: Shape 5473">
              <a:extLst>
                <a:ext uri="{FF2B5EF4-FFF2-40B4-BE49-F238E27FC236}">
                  <a16:creationId xmlns:a16="http://schemas.microsoft.com/office/drawing/2014/main" id="{0CF3469D-0205-140C-DE7C-89E9EFBC1CC0}"/>
                </a:ext>
              </a:extLst>
            </p:cNvPr>
            <p:cNvSpPr/>
            <p:nvPr>
              <p:custDataLst>
                <p:tags r:id="rId31"/>
              </p:custDataLst>
            </p:nvPr>
          </p:nvSpPr>
          <p:spPr>
            <a:xfrm>
              <a:off x="12131933" y="6569948"/>
              <a:ext cx="156745" cy="157121"/>
            </a:xfrm>
            <a:custGeom>
              <a:avLst/>
              <a:gdLst>
                <a:gd name="connsiteX0" fmla="*/ 83445 w 156745"/>
                <a:gd name="connsiteY0" fmla="*/ 83373 h 157121"/>
                <a:gd name="connsiteX1" fmla="*/ 149207 w 156745"/>
                <a:gd name="connsiteY1" fmla="*/ 83373 h 157121"/>
                <a:gd name="connsiteX2" fmla="*/ 156985 w 156745"/>
                <a:gd name="connsiteY2" fmla="*/ 78654 h 157121"/>
                <a:gd name="connsiteX3" fmla="*/ 149207 w 156745"/>
                <a:gd name="connsiteY3" fmla="*/ 73936 h 157121"/>
                <a:gd name="connsiteX4" fmla="*/ 83445 w 156745"/>
                <a:gd name="connsiteY4" fmla="*/ 73936 h 157121"/>
                <a:gd name="connsiteX5" fmla="*/ 83445 w 156745"/>
                <a:gd name="connsiteY5" fmla="*/ 7879 h 157121"/>
                <a:gd name="connsiteX6" fmla="*/ 78730 w 156745"/>
                <a:gd name="connsiteY6" fmla="*/ 94 h 157121"/>
                <a:gd name="connsiteX7" fmla="*/ 74016 w 156745"/>
                <a:gd name="connsiteY7" fmla="*/ 7879 h 157121"/>
                <a:gd name="connsiteX8" fmla="*/ 74016 w 156745"/>
                <a:gd name="connsiteY8" fmla="*/ 73936 h 157121"/>
                <a:gd name="connsiteX9" fmla="*/ 8018 w 156745"/>
                <a:gd name="connsiteY9" fmla="*/ 73936 h 157121"/>
                <a:gd name="connsiteX10" fmla="*/ 240 w 156745"/>
                <a:gd name="connsiteY10" fmla="*/ 78654 h 157121"/>
                <a:gd name="connsiteX11" fmla="*/ 8018 w 156745"/>
                <a:gd name="connsiteY11" fmla="*/ 83373 h 157121"/>
                <a:gd name="connsiteX12" fmla="*/ 74016 w 156745"/>
                <a:gd name="connsiteY12" fmla="*/ 83373 h 157121"/>
                <a:gd name="connsiteX13" fmla="*/ 74016 w 156745"/>
                <a:gd name="connsiteY13" fmla="*/ 149430 h 157121"/>
                <a:gd name="connsiteX14" fmla="*/ 78730 w 156745"/>
                <a:gd name="connsiteY14" fmla="*/ 157215 h 157121"/>
                <a:gd name="connsiteX15" fmla="*/ 83445 w 156745"/>
                <a:gd name="connsiteY15" fmla="*/ 149430 h 157121"/>
                <a:gd name="connsiteX16" fmla="*/ 83445 w 156745"/>
                <a:gd name="connsiteY16" fmla="*/ 83373 h 1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6745" h="157121">
                  <a:moveTo>
                    <a:pt x="83445" y="83373"/>
                  </a:moveTo>
                  <a:lnTo>
                    <a:pt x="149207" y="83373"/>
                  </a:lnTo>
                  <a:cubicBezTo>
                    <a:pt x="152507" y="83373"/>
                    <a:pt x="156985" y="83373"/>
                    <a:pt x="156985" y="78654"/>
                  </a:cubicBezTo>
                  <a:cubicBezTo>
                    <a:pt x="156985" y="73936"/>
                    <a:pt x="152507" y="73936"/>
                    <a:pt x="149207" y="73936"/>
                  </a:cubicBezTo>
                  <a:lnTo>
                    <a:pt x="83445" y="73936"/>
                  </a:lnTo>
                  <a:lnTo>
                    <a:pt x="83445" y="7879"/>
                  </a:lnTo>
                  <a:cubicBezTo>
                    <a:pt x="83445" y="4576"/>
                    <a:pt x="83445" y="94"/>
                    <a:pt x="78730" y="94"/>
                  </a:cubicBezTo>
                  <a:cubicBezTo>
                    <a:pt x="74016" y="94"/>
                    <a:pt x="74016" y="4576"/>
                    <a:pt x="74016" y="7879"/>
                  </a:cubicBezTo>
                  <a:lnTo>
                    <a:pt x="74016" y="73936"/>
                  </a:lnTo>
                  <a:lnTo>
                    <a:pt x="8018" y="73936"/>
                  </a:lnTo>
                  <a:cubicBezTo>
                    <a:pt x="4718" y="73936"/>
                    <a:pt x="240" y="73936"/>
                    <a:pt x="240" y="78654"/>
                  </a:cubicBezTo>
                  <a:cubicBezTo>
                    <a:pt x="240" y="83373"/>
                    <a:pt x="4718" y="83373"/>
                    <a:pt x="8018" y="83373"/>
                  </a:cubicBezTo>
                  <a:lnTo>
                    <a:pt x="74016" y="83373"/>
                  </a:lnTo>
                  <a:lnTo>
                    <a:pt x="74016" y="149430"/>
                  </a:lnTo>
                  <a:cubicBezTo>
                    <a:pt x="74016" y="152733"/>
                    <a:pt x="74016" y="157215"/>
                    <a:pt x="78730" y="157215"/>
                  </a:cubicBezTo>
                  <a:cubicBezTo>
                    <a:pt x="83445" y="157215"/>
                    <a:pt x="83445" y="152733"/>
                    <a:pt x="83445" y="149430"/>
                  </a:cubicBezTo>
                  <a:lnTo>
                    <a:pt x="83445" y="8337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75" name="Freeform: Shape 5474">
              <a:extLst>
                <a:ext uri="{FF2B5EF4-FFF2-40B4-BE49-F238E27FC236}">
                  <a16:creationId xmlns:a16="http://schemas.microsoft.com/office/drawing/2014/main" id="{76543183-231A-5025-AAA2-3668F20C044E}"/>
                </a:ext>
              </a:extLst>
            </p:cNvPr>
            <p:cNvSpPr/>
            <p:nvPr>
              <p:custDataLst>
                <p:tags r:id="rId32"/>
              </p:custDataLst>
            </p:nvPr>
          </p:nvSpPr>
          <p:spPr>
            <a:xfrm>
              <a:off x="12365282" y="6603213"/>
              <a:ext cx="90511" cy="106870"/>
            </a:xfrm>
            <a:custGeom>
              <a:avLst/>
              <a:gdLst>
                <a:gd name="connsiteX0" fmla="*/ 33485 w 90511"/>
                <a:gd name="connsiteY0" fmla="*/ 49873 h 106870"/>
                <a:gd name="connsiteX1" fmla="*/ 69548 w 90511"/>
                <a:gd name="connsiteY1" fmla="*/ 44446 h 106870"/>
                <a:gd name="connsiteX2" fmla="*/ 87226 w 90511"/>
                <a:gd name="connsiteY2" fmla="*/ 20147 h 106870"/>
                <a:gd name="connsiteX3" fmla="*/ 62005 w 90511"/>
                <a:gd name="connsiteY3" fmla="*/ 94 h 106870"/>
                <a:gd name="connsiteX4" fmla="*/ 250 w 90511"/>
                <a:gd name="connsiteY4" fmla="*/ 64264 h 106870"/>
                <a:gd name="connsiteX5" fmla="*/ 37256 w 90511"/>
                <a:gd name="connsiteY5" fmla="*/ 106965 h 106870"/>
                <a:gd name="connsiteX6" fmla="*/ 90761 w 90511"/>
                <a:gd name="connsiteY6" fmla="*/ 79126 h 106870"/>
                <a:gd name="connsiteX7" fmla="*/ 87933 w 90511"/>
                <a:gd name="connsiteY7" fmla="*/ 76059 h 106870"/>
                <a:gd name="connsiteX8" fmla="*/ 84869 w 90511"/>
                <a:gd name="connsiteY8" fmla="*/ 78419 h 106870"/>
                <a:gd name="connsiteX9" fmla="*/ 37727 w 90511"/>
                <a:gd name="connsiteY9" fmla="*/ 101774 h 106870"/>
                <a:gd name="connsiteX10" fmla="*/ 17221 w 90511"/>
                <a:gd name="connsiteY10" fmla="*/ 74408 h 106870"/>
                <a:gd name="connsiteX11" fmla="*/ 20992 w 90511"/>
                <a:gd name="connsiteY11" fmla="*/ 49873 h 106870"/>
                <a:gd name="connsiteX12" fmla="*/ 33485 w 90511"/>
                <a:gd name="connsiteY12" fmla="*/ 49873 h 106870"/>
                <a:gd name="connsiteX13" fmla="*/ 22406 w 90511"/>
                <a:gd name="connsiteY13" fmla="*/ 44682 h 106870"/>
                <a:gd name="connsiteX14" fmla="*/ 62005 w 90511"/>
                <a:gd name="connsiteY14" fmla="*/ 5284 h 106870"/>
                <a:gd name="connsiteX15" fmla="*/ 79447 w 90511"/>
                <a:gd name="connsiteY15" fmla="*/ 20147 h 106870"/>
                <a:gd name="connsiteX16" fmla="*/ 32070 w 90511"/>
                <a:gd name="connsiteY16" fmla="*/ 44682 h 106870"/>
                <a:gd name="connsiteX17" fmla="*/ 22406 w 90511"/>
                <a:gd name="connsiteY17" fmla="*/ 44682 h 1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511" h="106870">
                  <a:moveTo>
                    <a:pt x="33485" y="49873"/>
                  </a:moveTo>
                  <a:cubicBezTo>
                    <a:pt x="40320" y="49873"/>
                    <a:pt x="57762" y="49401"/>
                    <a:pt x="69548" y="44446"/>
                  </a:cubicBezTo>
                  <a:cubicBezTo>
                    <a:pt x="86047" y="37369"/>
                    <a:pt x="87226" y="23450"/>
                    <a:pt x="87226" y="20147"/>
                  </a:cubicBezTo>
                  <a:cubicBezTo>
                    <a:pt x="87226" y="9767"/>
                    <a:pt x="78269" y="94"/>
                    <a:pt x="62005" y="94"/>
                  </a:cubicBezTo>
                  <a:cubicBezTo>
                    <a:pt x="35842" y="94"/>
                    <a:pt x="250" y="22978"/>
                    <a:pt x="250" y="64264"/>
                  </a:cubicBezTo>
                  <a:cubicBezTo>
                    <a:pt x="250" y="88327"/>
                    <a:pt x="14157" y="106965"/>
                    <a:pt x="37256" y="106965"/>
                  </a:cubicBezTo>
                  <a:cubicBezTo>
                    <a:pt x="70962" y="106965"/>
                    <a:pt x="90761" y="81957"/>
                    <a:pt x="90761" y="79126"/>
                  </a:cubicBezTo>
                  <a:cubicBezTo>
                    <a:pt x="90761" y="77711"/>
                    <a:pt x="89347" y="76059"/>
                    <a:pt x="87933" y="76059"/>
                  </a:cubicBezTo>
                  <a:cubicBezTo>
                    <a:pt x="86754" y="76059"/>
                    <a:pt x="86283" y="76531"/>
                    <a:pt x="84869" y="78419"/>
                  </a:cubicBezTo>
                  <a:cubicBezTo>
                    <a:pt x="66248" y="101774"/>
                    <a:pt x="40556" y="101774"/>
                    <a:pt x="37727" y="101774"/>
                  </a:cubicBezTo>
                  <a:cubicBezTo>
                    <a:pt x="19342" y="101774"/>
                    <a:pt x="17221" y="81957"/>
                    <a:pt x="17221" y="74408"/>
                  </a:cubicBezTo>
                  <a:cubicBezTo>
                    <a:pt x="17221" y="71577"/>
                    <a:pt x="17457" y="64264"/>
                    <a:pt x="20992" y="49873"/>
                  </a:cubicBezTo>
                  <a:lnTo>
                    <a:pt x="33485" y="49873"/>
                  </a:lnTo>
                  <a:close/>
                  <a:moveTo>
                    <a:pt x="22406" y="44682"/>
                  </a:moveTo>
                  <a:cubicBezTo>
                    <a:pt x="31599" y="8823"/>
                    <a:pt x="55877" y="5284"/>
                    <a:pt x="62005" y="5284"/>
                  </a:cubicBezTo>
                  <a:cubicBezTo>
                    <a:pt x="73083" y="5284"/>
                    <a:pt x="79447" y="12126"/>
                    <a:pt x="79447" y="20147"/>
                  </a:cubicBezTo>
                  <a:cubicBezTo>
                    <a:pt x="79447" y="44682"/>
                    <a:pt x="41734" y="44682"/>
                    <a:pt x="32070" y="44682"/>
                  </a:cubicBezTo>
                  <a:lnTo>
                    <a:pt x="22406" y="4468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76" name="Freeform: Shape 5475">
              <a:extLst>
                <a:ext uri="{FF2B5EF4-FFF2-40B4-BE49-F238E27FC236}">
                  <a16:creationId xmlns:a16="http://schemas.microsoft.com/office/drawing/2014/main" id="{0C9B0171-2EB2-B259-6211-9B17D43B0F76}"/>
                </a:ext>
              </a:extLst>
            </p:cNvPr>
            <p:cNvSpPr/>
            <p:nvPr>
              <p:custDataLst>
                <p:tags r:id="rId33"/>
              </p:custDataLst>
            </p:nvPr>
          </p:nvSpPr>
          <p:spPr>
            <a:xfrm>
              <a:off x="12482011" y="6593920"/>
              <a:ext cx="111536" cy="8091"/>
            </a:xfrm>
            <a:custGeom>
              <a:avLst/>
              <a:gdLst>
                <a:gd name="connsiteX0" fmla="*/ 105191 w 111536"/>
                <a:gd name="connsiteY0" fmla="*/ 8183 h 8091"/>
                <a:gd name="connsiteX1" fmla="*/ 111791 w 111536"/>
                <a:gd name="connsiteY1" fmla="*/ 4220 h 8091"/>
                <a:gd name="connsiteX2" fmla="*/ 105191 w 111536"/>
                <a:gd name="connsiteY2" fmla="*/ 91 h 8091"/>
                <a:gd name="connsiteX3" fmla="*/ 6854 w 111536"/>
                <a:gd name="connsiteY3" fmla="*/ 91 h 8091"/>
                <a:gd name="connsiteX4" fmla="*/ 255 w 111536"/>
                <a:gd name="connsiteY4" fmla="*/ 4054 h 8091"/>
                <a:gd name="connsiteX5" fmla="*/ 6854 w 111536"/>
                <a:gd name="connsiteY5" fmla="*/ 8183 h 8091"/>
                <a:gd name="connsiteX6" fmla="*/ 105191 w 111536"/>
                <a:gd name="connsiteY6" fmla="*/ 8183 h 8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36" h="8091">
                  <a:moveTo>
                    <a:pt x="105191" y="8183"/>
                  </a:moveTo>
                  <a:cubicBezTo>
                    <a:pt x="107831" y="8183"/>
                    <a:pt x="111791" y="8183"/>
                    <a:pt x="111791" y="4220"/>
                  </a:cubicBezTo>
                  <a:cubicBezTo>
                    <a:pt x="111791" y="91"/>
                    <a:pt x="107996" y="91"/>
                    <a:pt x="105191" y="91"/>
                  </a:cubicBezTo>
                  <a:lnTo>
                    <a:pt x="6854" y="91"/>
                  </a:lnTo>
                  <a:cubicBezTo>
                    <a:pt x="4214" y="91"/>
                    <a:pt x="255" y="91"/>
                    <a:pt x="255" y="4054"/>
                  </a:cubicBezTo>
                  <a:cubicBezTo>
                    <a:pt x="255" y="8183"/>
                    <a:pt x="4049" y="8183"/>
                    <a:pt x="6854" y="8183"/>
                  </a:cubicBezTo>
                  <a:lnTo>
                    <a:pt x="105191" y="818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77" name="Freeform: Shape 5476">
              <a:extLst>
                <a:ext uri="{FF2B5EF4-FFF2-40B4-BE49-F238E27FC236}">
                  <a16:creationId xmlns:a16="http://schemas.microsoft.com/office/drawing/2014/main" id="{5A92A219-697B-13CB-5923-D859EC72EE2A}"/>
                </a:ext>
              </a:extLst>
            </p:cNvPr>
            <p:cNvSpPr/>
            <p:nvPr>
              <p:custDataLst>
                <p:tags r:id="rId34"/>
              </p:custDataLst>
            </p:nvPr>
          </p:nvSpPr>
          <p:spPr>
            <a:xfrm>
              <a:off x="12630483" y="6515477"/>
              <a:ext cx="42898" cy="164977"/>
            </a:xfrm>
            <a:custGeom>
              <a:avLst/>
              <a:gdLst>
                <a:gd name="connsiteX0" fmla="*/ 39860 w 42898"/>
                <a:gd name="connsiteY0" fmla="*/ 91 h 164977"/>
                <a:gd name="connsiteX1" fmla="*/ 261 w 42898"/>
                <a:gd name="connsiteY1" fmla="*/ 82497 h 164977"/>
                <a:gd name="connsiteX2" fmla="*/ 39860 w 42898"/>
                <a:gd name="connsiteY2" fmla="*/ 165068 h 164977"/>
                <a:gd name="connsiteX3" fmla="*/ 43159 w 42898"/>
                <a:gd name="connsiteY3" fmla="*/ 163087 h 164977"/>
                <a:gd name="connsiteX4" fmla="*/ 41509 w 42898"/>
                <a:gd name="connsiteY4" fmla="*/ 160609 h 164977"/>
                <a:gd name="connsiteX5" fmla="*/ 11480 w 42898"/>
                <a:gd name="connsiteY5" fmla="*/ 82662 h 164977"/>
                <a:gd name="connsiteX6" fmla="*/ 42004 w 42898"/>
                <a:gd name="connsiteY6" fmla="*/ 4054 h 164977"/>
                <a:gd name="connsiteX7" fmla="*/ 43159 w 42898"/>
                <a:gd name="connsiteY7" fmla="*/ 2073 h 164977"/>
                <a:gd name="connsiteX8" fmla="*/ 39860 w 42898"/>
                <a:gd name="connsiteY8" fmla="*/ 91 h 164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898" h="164977">
                  <a:moveTo>
                    <a:pt x="39860" y="91"/>
                  </a:moveTo>
                  <a:cubicBezTo>
                    <a:pt x="8510" y="22220"/>
                    <a:pt x="261" y="57230"/>
                    <a:pt x="261" y="82497"/>
                  </a:cubicBezTo>
                  <a:cubicBezTo>
                    <a:pt x="261" y="105782"/>
                    <a:pt x="7191" y="141948"/>
                    <a:pt x="39860" y="165068"/>
                  </a:cubicBezTo>
                  <a:cubicBezTo>
                    <a:pt x="41179" y="165068"/>
                    <a:pt x="43159" y="165068"/>
                    <a:pt x="43159" y="163087"/>
                  </a:cubicBezTo>
                  <a:cubicBezTo>
                    <a:pt x="43159" y="162096"/>
                    <a:pt x="42664" y="161765"/>
                    <a:pt x="41509" y="160609"/>
                  </a:cubicBezTo>
                  <a:cubicBezTo>
                    <a:pt x="19565" y="140792"/>
                    <a:pt x="11480" y="112718"/>
                    <a:pt x="11480" y="82662"/>
                  </a:cubicBezTo>
                  <a:cubicBezTo>
                    <a:pt x="11480" y="38074"/>
                    <a:pt x="28475" y="16275"/>
                    <a:pt x="42004" y="4054"/>
                  </a:cubicBezTo>
                  <a:cubicBezTo>
                    <a:pt x="42664" y="3394"/>
                    <a:pt x="43159" y="2898"/>
                    <a:pt x="43159" y="2073"/>
                  </a:cubicBezTo>
                  <a:cubicBezTo>
                    <a:pt x="43159" y="91"/>
                    <a:pt x="41179" y="91"/>
                    <a:pt x="39860" y="9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78" name="Freeform: Shape 5477">
              <a:extLst>
                <a:ext uri="{FF2B5EF4-FFF2-40B4-BE49-F238E27FC236}">
                  <a16:creationId xmlns:a16="http://schemas.microsoft.com/office/drawing/2014/main" id="{A256BDBA-C0C3-B374-B5AC-27278DDEFD94}"/>
                </a:ext>
              </a:extLst>
            </p:cNvPr>
            <p:cNvSpPr/>
            <p:nvPr>
              <p:custDataLst>
                <p:tags r:id="rId35"/>
              </p:custDataLst>
            </p:nvPr>
          </p:nvSpPr>
          <p:spPr>
            <a:xfrm>
              <a:off x="12693210" y="6522909"/>
              <a:ext cx="96399" cy="148463"/>
            </a:xfrm>
            <a:custGeom>
              <a:avLst/>
              <a:gdLst>
                <a:gd name="connsiteX0" fmla="*/ 96664 w 96399"/>
                <a:gd name="connsiteY0" fmla="*/ 23046 h 148463"/>
                <a:gd name="connsiteX1" fmla="*/ 69605 w 96399"/>
                <a:gd name="connsiteY1" fmla="*/ 91 h 148463"/>
                <a:gd name="connsiteX2" fmla="*/ 26211 w 96399"/>
                <a:gd name="connsiteY2" fmla="*/ 42533 h 148463"/>
                <a:gd name="connsiteX3" fmla="*/ 307 w 96399"/>
                <a:gd name="connsiteY3" fmla="*/ 146572 h 148463"/>
                <a:gd name="connsiteX4" fmla="*/ 2617 w 96399"/>
                <a:gd name="connsiteY4" fmla="*/ 148554 h 148463"/>
                <a:gd name="connsiteX5" fmla="*/ 5752 w 96399"/>
                <a:gd name="connsiteY5" fmla="*/ 147398 h 148463"/>
                <a:gd name="connsiteX6" fmla="*/ 16806 w 96399"/>
                <a:gd name="connsiteY6" fmla="*/ 103305 h 148463"/>
                <a:gd name="connsiteX7" fmla="*/ 41556 w 96399"/>
                <a:gd name="connsiteY7" fmla="*/ 118003 h 148463"/>
                <a:gd name="connsiteX8" fmla="*/ 90724 w 96399"/>
                <a:gd name="connsiteY8" fmla="*/ 76057 h 148463"/>
                <a:gd name="connsiteX9" fmla="*/ 77854 w 96399"/>
                <a:gd name="connsiteY9" fmla="*/ 50955 h 148463"/>
                <a:gd name="connsiteX10" fmla="*/ 96664 w 96399"/>
                <a:gd name="connsiteY10" fmla="*/ 23046 h 148463"/>
                <a:gd name="connsiteX11" fmla="*/ 63995 w 96399"/>
                <a:gd name="connsiteY11" fmla="*/ 50790 h 148463"/>
                <a:gd name="connsiteX12" fmla="*/ 55580 w 96399"/>
                <a:gd name="connsiteY12" fmla="*/ 51946 h 148463"/>
                <a:gd name="connsiteX13" fmla="*/ 47825 w 96399"/>
                <a:gd name="connsiteY13" fmla="*/ 51120 h 148463"/>
                <a:gd name="connsiteX14" fmla="*/ 55580 w 96399"/>
                <a:gd name="connsiteY14" fmla="*/ 49964 h 148463"/>
                <a:gd name="connsiteX15" fmla="*/ 63995 w 96399"/>
                <a:gd name="connsiteY15" fmla="*/ 50790 h 148463"/>
                <a:gd name="connsiteX16" fmla="*/ 85774 w 96399"/>
                <a:gd name="connsiteY16" fmla="*/ 20073 h 148463"/>
                <a:gd name="connsiteX17" fmla="*/ 71255 w 96399"/>
                <a:gd name="connsiteY17" fmla="*/ 47487 h 148463"/>
                <a:gd name="connsiteX18" fmla="*/ 55745 w 96399"/>
                <a:gd name="connsiteY18" fmla="*/ 45340 h 148463"/>
                <a:gd name="connsiteX19" fmla="*/ 41721 w 96399"/>
                <a:gd name="connsiteY19" fmla="*/ 51615 h 148463"/>
                <a:gd name="connsiteX20" fmla="*/ 55250 w 96399"/>
                <a:gd name="connsiteY20" fmla="*/ 56405 h 148463"/>
                <a:gd name="connsiteX21" fmla="*/ 70925 w 96399"/>
                <a:gd name="connsiteY21" fmla="*/ 54093 h 148463"/>
                <a:gd name="connsiteX22" fmla="*/ 78514 w 96399"/>
                <a:gd name="connsiteY22" fmla="*/ 71598 h 148463"/>
                <a:gd name="connsiteX23" fmla="*/ 42051 w 96399"/>
                <a:gd name="connsiteY23" fmla="*/ 113379 h 148463"/>
                <a:gd name="connsiteX24" fmla="*/ 20271 w 96399"/>
                <a:gd name="connsiteY24" fmla="*/ 92571 h 148463"/>
                <a:gd name="connsiteX25" fmla="*/ 20766 w 96399"/>
                <a:gd name="connsiteY25" fmla="*/ 87782 h 148463"/>
                <a:gd name="connsiteX26" fmla="*/ 31656 w 96399"/>
                <a:gd name="connsiteY26" fmla="*/ 43854 h 148463"/>
                <a:gd name="connsiteX27" fmla="*/ 69275 w 96399"/>
                <a:gd name="connsiteY27" fmla="*/ 4715 h 148463"/>
                <a:gd name="connsiteX28" fmla="*/ 85774 w 96399"/>
                <a:gd name="connsiteY28" fmla="*/ 20073 h 14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6399" h="148463">
                  <a:moveTo>
                    <a:pt x="96664" y="23046"/>
                  </a:moveTo>
                  <a:cubicBezTo>
                    <a:pt x="96664" y="8513"/>
                    <a:pt x="84124" y="91"/>
                    <a:pt x="69605" y="91"/>
                  </a:cubicBezTo>
                  <a:cubicBezTo>
                    <a:pt x="47000" y="91"/>
                    <a:pt x="30336" y="25853"/>
                    <a:pt x="26211" y="42533"/>
                  </a:cubicBezTo>
                  <a:lnTo>
                    <a:pt x="307" y="146572"/>
                  </a:lnTo>
                  <a:cubicBezTo>
                    <a:pt x="-23" y="147728"/>
                    <a:pt x="1627" y="148554"/>
                    <a:pt x="2617" y="148554"/>
                  </a:cubicBezTo>
                  <a:cubicBezTo>
                    <a:pt x="4102" y="148554"/>
                    <a:pt x="5422" y="148389"/>
                    <a:pt x="5752" y="147398"/>
                  </a:cubicBezTo>
                  <a:lnTo>
                    <a:pt x="16806" y="103305"/>
                  </a:lnTo>
                  <a:cubicBezTo>
                    <a:pt x="20271" y="110902"/>
                    <a:pt x="28191" y="118003"/>
                    <a:pt x="41556" y="118003"/>
                  </a:cubicBezTo>
                  <a:cubicBezTo>
                    <a:pt x="64655" y="118003"/>
                    <a:pt x="90724" y="101323"/>
                    <a:pt x="90724" y="76057"/>
                  </a:cubicBezTo>
                  <a:cubicBezTo>
                    <a:pt x="90724" y="66313"/>
                    <a:pt x="86269" y="56405"/>
                    <a:pt x="77854" y="50955"/>
                  </a:cubicBezTo>
                  <a:cubicBezTo>
                    <a:pt x="85939" y="45835"/>
                    <a:pt x="96664" y="36422"/>
                    <a:pt x="96664" y="23046"/>
                  </a:cubicBezTo>
                  <a:close/>
                  <a:moveTo>
                    <a:pt x="63995" y="50790"/>
                  </a:moveTo>
                  <a:cubicBezTo>
                    <a:pt x="61520" y="51285"/>
                    <a:pt x="60365" y="51946"/>
                    <a:pt x="55580" y="51946"/>
                  </a:cubicBezTo>
                  <a:cubicBezTo>
                    <a:pt x="52940" y="51946"/>
                    <a:pt x="48980" y="51781"/>
                    <a:pt x="47825" y="51120"/>
                  </a:cubicBezTo>
                  <a:cubicBezTo>
                    <a:pt x="49475" y="50129"/>
                    <a:pt x="54095" y="49964"/>
                    <a:pt x="55580" y="49964"/>
                  </a:cubicBezTo>
                  <a:cubicBezTo>
                    <a:pt x="58055" y="49964"/>
                    <a:pt x="61685" y="50129"/>
                    <a:pt x="63995" y="50790"/>
                  </a:cubicBezTo>
                  <a:close/>
                  <a:moveTo>
                    <a:pt x="85774" y="20073"/>
                  </a:moveTo>
                  <a:cubicBezTo>
                    <a:pt x="85774" y="28826"/>
                    <a:pt x="81484" y="41707"/>
                    <a:pt x="71255" y="47487"/>
                  </a:cubicBezTo>
                  <a:cubicBezTo>
                    <a:pt x="68120" y="46496"/>
                    <a:pt x="64985" y="45340"/>
                    <a:pt x="55745" y="45340"/>
                  </a:cubicBezTo>
                  <a:cubicBezTo>
                    <a:pt x="49970" y="45340"/>
                    <a:pt x="41721" y="45670"/>
                    <a:pt x="41721" y="51615"/>
                  </a:cubicBezTo>
                  <a:cubicBezTo>
                    <a:pt x="41721" y="55744"/>
                    <a:pt x="46835" y="56405"/>
                    <a:pt x="55250" y="56405"/>
                  </a:cubicBezTo>
                  <a:cubicBezTo>
                    <a:pt x="60860" y="56405"/>
                    <a:pt x="65810" y="55579"/>
                    <a:pt x="70925" y="54093"/>
                  </a:cubicBezTo>
                  <a:cubicBezTo>
                    <a:pt x="75874" y="57561"/>
                    <a:pt x="78514" y="64331"/>
                    <a:pt x="78514" y="71598"/>
                  </a:cubicBezTo>
                  <a:cubicBezTo>
                    <a:pt x="78514" y="95543"/>
                    <a:pt x="62180" y="113379"/>
                    <a:pt x="42051" y="113379"/>
                  </a:cubicBezTo>
                  <a:cubicBezTo>
                    <a:pt x="29346" y="113379"/>
                    <a:pt x="20271" y="105617"/>
                    <a:pt x="20271" y="92571"/>
                  </a:cubicBezTo>
                  <a:cubicBezTo>
                    <a:pt x="20271" y="90919"/>
                    <a:pt x="20436" y="89268"/>
                    <a:pt x="20766" y="87782"/>
                  </a:cubicBezTo>
                  <a:lnTo>
                    <a:pt x="31656" y="43854"/>
                  </a:lnTo>
                  <a:cubicBezTo>
                    <a:pt x="35616" y="28165"/>
                    <a:pt x="50135" y="4715"/>
                    <a:pt x="69275" y="4715"/>
                  </a:cubicBezTo>
                  <a:cubicBezTo>
                    <a:pt x="79009" y="4715"/>
                    <a:pt x="85774" y="10000"/>
                    <a:pt x="85774" y="2007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79" name="Freeform: Shape 5478">
              <a:extLst>
                <a:ext uri="{FF2B5EF4-FFF2-40B4-BE49-F238E27FC236}">
                  <a16:creationId xmlns:a16="http://schemas.microsoft.com/office/drawing/2014/main" id="{E152B6C1-1B79-6A7A-E142-545E209B5DDD}"/>
                </a:ext>
              </a:extLst>
            </p:cNvPr>
            <p:cNvSpPr/>
            <p:nvPr>
              <p:custDataLst>
                <p:tags r:id="rId36"/>
              </p:custDataLst>
            </p:nvPr>
          </p:nvSpPr>
          <p:spPr>
            <a:xfrm>
              <a:off x="12801358" y="6584365"/>
              <a:ext cx="61519" cy="81155"/>
            </a:xfrm>
            <a:custGeom>
              <a:avLst/>
              <a:gdLst>
                <a:gd name="connsiteX0" fmla="*/ 61788 w 61519"/>
                <a:gd name="connsiteY0" fmla="*/ 40906 h 81155"/>
                <a:gd name="connsiteX1" fmla="*/ 31028 w 61519"/>
                <a:gd name="connsiteY1" fmla="*/ 92 h 81155"/>
                <a:gd name="connsiteX2" fmla="*/ 268 w 61519"/>
                <a:gd name="connsiteY2" fmla="*/ 40906 h 81155"/>
                <a:gd name="connsiteX3" fmla="*/ 31028 w 61519"/>
                <a:gd name="connsiteY3" fmla="*/ 81248 h 81155"/>
                <a:gd name="connsiteX4" fmla="*/ 61788 w 61519"/>
                <a:gd name="connsiteY4" fmla="*/ 40906 h 81155"/>
                <a:gd name="connsiteX5" fmla="*/ 31028 w 61519"/>
                <a:gd name="connsiteY5" fmla="*/ 77355 h 81155"/>
                <a:gd name="connsiteX6" fmla="*/ 13822 w 61519"/>
                <a:gd name="connsiteY6" fmla="*/ 63908 h 81155"/>
                <a:gd name="connsiteX7" fmla="*/ 12054 w 61519"/>
                <a:gd name="connsiteY7" fmla="*/ 39490 h 81155"/>
                <a:gd name="connsiteX8" fmla="*/ 13939 w 61519"/>
                <a:gd name="connsiteY8" fmla="*/ 15899 h 81155"/>
                <a:gd name="connsiteX9" fmla="*/ 31028 w 61519"/>
                <a:gd name="connsiteY9" fmla="*/ 3985 h 81155"/>
                <a:gd name="connsiteX10" fmla="*/ 48353 w 61519"/>
                <a:gd name="connsiteY10" fmla="*/ 16724 h 81155"/>
                <a:gd name="connsiteX11" fmla="*/ 50003 w 61519"/>
                <a:gd name="connsiteY11" fmla="*/ 39490 h 81155"/>
                <a:gd name="connsiteX12" fmla="*/ 48235 w 61519"/>
                <a:gd name="connsiteY12" fmla="*/ 64144 h 81155"/>
                <a:gd name="connsiteX13" fmla="*/ 31028 w 61519"/>
                <a:gd name="connsiteY13" fmla="*/ 77355 h 8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519" h="81155">
                  <a:moveTo>
                    <a:pt x="61788" y="40906"/>
                  </a:moveTo>
                  <a:cubicBezTo>
                    <a:pt x="61788" y="32413"/>
                    <a:pt x="61788" y="92"/>
                    <a:pt x="31028" y="92"/>
                  </a:cubicBezTo>
                  <a:cubicBezTo>
                    <a:pt x="268" y="92"/>
                    <a:pt x="268" y="32413"/>
                    <a:pt x="268" y="40906"/>
                  </a:cubicBezTo>
                  <a:cubicBezTo>
                    <a:pt x="268" y="49517"/>
                    <a:pt x="268" y="81248"/>
                    <a:pt x="31028" y="81248"/>
                  </a:cubicBezTo>
                  <a:cubicBezTo>
                    <a:pt x="61788" y="81248"/>
                    <a:pt x="61788" y="49517"/>
                    <a:pt x="61788" y="40906"/>
                  </a:cubicBezTo>
                  <a:close/>
                  <a:moveTo>
                    <a:pt x="31028" y="77355"/>
                  </a:moveTo>
                  <a:cubicBezTo>
                    <a:pt x="26668" y="77355"/>
                    <a:pt x="16768" y="75822"/>
                    <a:pt x="13822" y="63908"/>
                  </a:cubicBezTo>
                  <a:cubicBezTo>
                    <a:pt x="12172" y="57538"/>
                    <a:pt x="12054" y="49163"/>
                    <a:pt x="12054" y="39490"/>
                  </a:cubicBezTo>
                  <a:cubicBezTo>
                    <a:pt x="12054" y="30761"/>
                    <a:pt x="12054" y="22622"/>
                    <a:pt x="13939" y="15899"/>
                  </a:cubicBezTo>
                  <a:cubicBezTo>
                    <a:pt x="16886" y="5990"/>
                    <a:pt x="25960" y="3985"/>
                    <a:pt x="31028" y="3985"/>
                  </a:cubicBezTo>
                  <a:cubicBezTo>
                    <a:pt x="39749" y="3985"/>
                    <a:pt x="45996" y="8467"/>
                    <a:pt x="48353" y="16724"/>
                  </a:cubicBezTo>
                  <a:cubicBezTo>
                    <a:pt x="50003" y="22740"/>
                    <a:pt x="50003" y="32531"/>
                    <a:pt x="50003" y="39490"/>
                  </a:cubicBezTo>
                  <a:cubicBezTo>
                    <a:pt x="50003" y="47511"/>
                    <a:pt x="50003" y="57066"/>
                    <a:pt x="48235" y="64144"/>
                  </a:cubicBezTo>
                  <a:cubicBezTo>
                    <a:pt x="45171" y="75586"/>
                    <a:pt x="35742" y="77355"/>
                    <a:pt x="31028" y="7735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80" name="Freeform: Shape 5479">
              <a:extLst>
                <a:ext uri="{FF2B5EF4-FFF2-40B4-BE49-F238E27FC236}">
                  <a16:creationId xmlns:a16="http://schemas.microsoft.com/office/drawing/2014/main" id="{8D38CC0B-5725-126B-C49E-50F8FDF3554C}"/>
                </a:ext>
              </a:extLst>
            </p:cNvPr>
            <p:cNvSpPr/>
            <p:nvPr>
              <p:custDataLst>
                <p:tags r:id="rId37"/>
              </p:custDataLst>
            </p:nvPr>
          </p:nvSpPr>
          <p:spPr>
            <a:xfrm>
              <a:off x="12895589" y="6537111"/>
              <a:ext cx="121436" cy="121709"/>
            </a:xfrm>
            <a:custGeom>
              <a:avLst/>
              <a:gdLst>
                <a:gd name="connsiteX0" fmla="*/ 65115 w 121436"/>
                <a:gd name="connsiteY0" fmla="*/ 64992 h 121709"/>
                <a:gd name="connsiteX1" fmla="*/ 115604 w 121436"/>
                <a:gd name="connsiteY1" fmla="*/ 64992 h 121709"/>
                <a:gd name="connsiteX2" fmla="*/ 121709 w 121436"/>
                <a:gd name="connsiteY2" fmla="*/ 61029 h 121709"/>
                <a:gd name="connsiteX3" fmla="*/ 115604 w 121436"/>
                <a:gd name="connsiteY3" fmla="*/ 56900 h 121709"/>
                <a:gd name="connsiteX4" fmla="*/ 65115 w 121436"/>
                <a:gd name="connsiteY4" fmla="*/ 56900 h 121709"/>
                <a:gd name="connsiteX5" fmla="*/ 65115 w 121436"/>
                <a:gd name="connsiteY5" fmla="*/ 6201 h 121709"/>
                <a:gd name="connsiteX6" fmla="*/ 61155 w 121436"/>
                <a:gd name="connsiteY6" fmla="*/ 91 h 121709"/>
                <a:gd name="connsiteX7" fmla="*/ 57031 w 121436"/>
                <a:gd name="connsiteY7" fmla="*/ 6201 h 121709"/>
                <a:gd name="connsiteX8" fmla="*/ 57031 w 121436"/>
                <a:gd name="connsiteY8" fmla="*/ 56900 h 121709"/>
                <a:gd name="connsiteX9" fmla="*/ 6377 w 121436"/>
                <a:gd name="connsiteY9" fmla="*/ 56900 h 121709"/>
                <a:gd name="connsiteX10" fmla="*/ 272 w 121436"/>
                <a:gd name="connsiteY10" fmla="*/ 60863 h 121709"/>
                <a:gd name="connsiteX11" fmla="*/ 6377 w 121436"/>
                <a:gd name="connsiteY11" fmla="*/ 64992 h 121709"/>
                <a:gd name="connsiteX12" fmla="*/ 57031 w 121436"/>
                <a:gd name="connsiteY12" fmla="*/ 64992 h 121709"/>
                <a:gd name="connsiteX13" fmla="*/ 57031 w 121436"/>
                <a:gd name="connsiteY13" fmla="*/ 115691 h 121709"/>
                <a:gd name="connsiteX14" fmla="*/ 60990 w 121436"/>
                <a:gd name="connsiteY14" fmla="*/ 121801 h 121709"/>
                <a:gd name="connsiteX15" fmla="*/ 65115 w 121436"/>
                <a:gd name="connsiteY15" fmla="*/ 115691 h 121709"/>
                <a:gd name="connsiteX16" fmla="*/ 65115 w 121436"/>
                <a:gd name="connsiteY16" fmla="*/ 64992 h 121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436" h="121709">
                  <a:moveTo>
                    <a:pt x="65115" y="64992"/>
                  </a:moveTo>
                  <a:lnTo>
                    <a:pt x="115604" y="64992"/>
                  </a:lnTo>
                  <a:cubicBezTo>
                    <a:pt x="117749" y="64992"/>
                    <a:pt x="121709" y="64992"/>
                    <a:pt x="121709" y="61029"/>
                  </a:cubicBezTo>
                  <a:cubicBezTo>
                    <a:pt x="121709" y="56900"/>
                    <a:pt x="117914" y="56900"/>
                    <a:pt x="115604" y="56900"/>
                  </a:cubicBezTo>
                  <a:lnTo>
                    <a:pt x="65115" y="56900"/>
                  </a:lnTo>
                  <a:lnTo>
                    <a:pt x="65115" y="6201"/>
                  </a:lnTo>
                  <a:cubicBezTo>
                    <a:pt x="65115" y="4054"/>
                    <a:pt x="65115" y="91"/>
                    <a:pt x="61155" y="91"/>
                  </a:cubicBezTo>
                  <a:cubicBezTo>
                    <a:pt x="57031" y="91"/>
                    <a:pt x="57031" y="3889"/>
                    <a:pt x="57031" y="6201"/>
                  </a:cubicBezTo>
                  <a:lnTo>
                    <a:pt x="57031" y="56900"/>
                  </a:lnTo>
                  <a:lnTo>
                    <a:pt x="6377" y="56900"/>
                  </a:lnTo>
                  <a:cubicBezTo>
                    <a:pt x="4232" y="56900"/>
                    <a:pt x="272" y="56900"/>
                    <a:pt x="272" y="60863"/>
                  </a:cubicBezTo>
                  <a:cubicBezTo>
                    <a:pt x="272" y="64992"/>
                    <a:pt x="4067" y="64992"/>
                    <a:pt x="6377" y="64992"/>
                  </a:cubicBezTo>
                  <a:lnTo>
                    <a:pt x="57031" y="64992"/>
                  </a:lnTo>
                  <a:lnTo>
                    <a:pt x="57031" y="115691"/>
                  </a:lnTo>
                  <a:cubicBezTo>
                    <a:pt x="57031" y="117838"/>
                    <a:pt x="57031" y="121801"/>
                    <a:pt x="60990" y="121801"/>
                  </a:cubicBezTo>
                  <a:cubicBezTo>
                    <a:pt x="65115" y="121801"/>
                    <a:pt x="65115" y="118003"/>
                    <a:pt x="65115" y="115691"/>
                  </a:cubicBezTo>
                  <a:lnTo>
                    <a:pt x="65115" y="6499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81" name="Freeform: Shape 5480">
              <a:extLst>
                <a:ext uri="{FF2B5EF4-FFF2-40B4-BE49-F238E27FC236}">
                  <a16:creationId xmlns:a16="http://schemas.microsoft.com/office/drawing/2014/main" id="{6CBC57D0-EA04-A2AA-EFCC-3932E62CE7BE}"/>
                </a:ext>
              </a:extLst>
            </p:cNvPr>
            <p:cNvSpPr/>
            <p:nvPr>
              <p:custDataLst>
                <p:tags r:id="rId38"/>
              </p:custDataLst>
            </p:nvPr>
          </p:nvSpPr>
          <p:spPr>
            <a:xfrm>
              <a:off x="13036780" y="6522909"/>
              <a:ext cx="96399" cy="148463"/>
            </a:xfrm>
            <a:custGeom>
              <a:avLst/>
              <a:gdLst>
                <a:gd name="connsiteX0" fmla="*/ 96678 w 96399"/>
                <a:gd name="connsiteY0" fmla="*/ 23046 h 148463"/>
                <a:gd name="connsiteX1" fmla="*/ 69619 w 96399"/>
                <a:gd name="connsiteY1" fmla="*/ 91 h 148463"/>
                <a:gd name="connsiteX2" fmla="*/ 26226 w 96399"/>
                <a:gd name="connsiteY2" fmla="*/ 42533 h 148463"/>
                <a:gd name="connsiteX3" fmla="*/ 321 w 96399"/>
                <a:gd name="connsiteY3" fmla="*/ 146572 h 148463"/>
                <a:gd name="connsiteX4" fmla="*/ 2631 w 96399"/>
                <a:gd name="connsiteY4" fmla="*/ 148554 h 148463"/>
                <a:gd name="connsiteX5" fmla="*/ 5766 w 96399"/>
                <a:gd name="connsiteY5" fmla="*/ 147398 h 148463"/>
                <a:gd name="connsiteX6" fmla="*/ 16821 w 96399"/>
                <a:gd name="connsiteY6" fmla="*/ 103305 h 148463"/>
                <a:gd name="connsiteX7" fmla="*/ 41570 w 96399"/>
                <a:gd name="connsiteY7" fmla="*/ 118003 h 148463"/>
                <a:gd name="connsiteX8" fmla="*/ 90739 w 96399"/>
                <a:gd name="connsiteY8" fmla="*/ 76057 h 148463"/>
                <a:gd name="connsiteX9" fmla="*/ 77869 w 96399"/>
                <a:gd name="connsiteY9" fmla="*/ 50955 h 148463"/>
                <a:gd name="connsiteX10" fmla="*/ 96678 w 96399"/>
                <a:gd name="connsiteY10" fmla="*/ 23046 h 148463"/>
                <a:gd name="connsiteX11" fmla="*/ 64009 w 96399"/>
                <a:gd name="connsiteY11" fmla="*/ 50790 h 148463"/>
                <a:gd name="connsiteX12" fmla="*/ 55595 w 96399"/>
                <a:gd name="connsiteY12" fmla="*/ 51946 h 148463"/>
                <a:gd name="connsiteX13" fmla="*/ 47840 w 96399"/>
                <a:gd name="connsiteY13" fmla="*/ 51120 h 148463"/>
                <a:gd name="connsiteX14" fmla="*/ 55595 w 96399"/>
                <a:gd name="connsiteY14" fmla="*/ 49964 h 148463"/>
                <a:gd name="connsiteX15" fmla="*/ 64009 w 96399"/>
                <a:gd name="connsiteY15" fmla="*/ 50790 h 148463"/>
                <a:gd name="connsiteX16" fmla="*/ 85789 w 96399"/>
                <a:gd name="connsiteY16" fmla="*/ 20073 h 148463"/>
                <a:gd name="connsiteX17" fmla="*/ 71269 w 96399"/>
                <a:gd name="connsiteY17" fmla="*/ 47487 h 148463"/>
                <a:gd name="connsiteX18" fmla="*/ 55760 w 96399"/>
                <a:gd name="connsiteY18" fmla="*/ 45340 h 148463"/>
                <a:gd name="connsiteX19" fmla="*/ 41735 w 96399"/>
                <a:gd name="connsiteY19" fmla="*/ 51615 h 148463"/>
                <a:gd name="connsiteX20" fmla="*/ 55265 w 96399"/>
                <a:gd name="connsiteY20" fmla="*/ 56405 h 148463"/>
                <a:gd name="connsiteX21" fmla="*/ 70939 w 96399"/>
                <a:gd name="connsiteY21" fmla="*/ 54093 h 148463"/>
                <a:gd name="connsiteX22" fmla="*/ 78529 w 96399"/>
                <a:gd name="connsiteY22" fmla="*/ 71598 h 148463"/>
                <a:gd name="connsiteX23" fmla="*/ 42065 w 96399"/>
                <a:gd name="connsiteY23" fmla="*/ 113379 h 148463"/>
                <a:gd name="connsiteX24" fmla="*/ 20286 w 96399"/>
                <a:gd name="connsiteY24" fmla="*/ 92571 h 148463"/>
                <a:gd name="connsiteX25" fmla="*/ 20781 w 96399"/>
                <a:gd name="connsiteY25" fmla="*/ 87782 h 148463"/>
                <a:gd name="connsiteX26" fmla="*/ 31670 w 96399"/>
                <a:gd name="connsiteY26" fmla="*/ 43854 h 148463"/>
                <a:gd name="connsiteX27" fmla="*/ 69289 w 96399"/>
                <a:gd name="connsiteY27" fmla="*/ 4715 h 148463"/>
                <a:gd name="connsiteX28" fmla="*/ 85789 w 96399"/>
                <a:gd name="connsiteY28" fmla="*/ 20073 h 14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6399" h="148463">
                  <a:moveTo>
                    <a:pt x="96678" y="23046"/>
                  </a:moveTo>
                  <a:cubicBezTo>
                    <a:pt x="96678" y="8513"/>
                    <a:pt x="84139" y="91"/>
                    <a:pt x="69619" y="91"/>
                  </a:cubicBezTo>
                  <a:cubicBezTo>
                    <a:pt x="47015" y="91"/>
                    <a:pt x="30350" y="25853"/>
                    <a:pt x="26226" y="42533"/>
                  </a:cubicBezTo>
                  <a:lnTo>
                    <a:pt x="321" y="146572"/>
                  </a:lnTo>
                  <a:cubicBezTo>
                    <a:pt x="-9" y="147728"/>
                    <a:pt x="1641" y="148554"/>
                    <a:pt x="2631" y="148554"/>
                  </a:cubicBezTo>
                  <a:cubicBezTo>
                    <a:pt x="4116" y="148554"/>
                    <a:pt x="5436" y="148389"/>
                    <a:pt x="5766" y="147398"/>
                  </a:cubicBezTo>
                  <a:lnTo>
                    <a:pt x="16821" y="103305"/>
                  </a:lnTo>
                  <a:cubicBezTo>
                    <a:pt x="20286" y="110902"/>
                    <a:pt x="28205" y="118003"/>
                    <a:pt x="41570" y="118003"/>
                  </a:cubicBezTo>
                  <a:cubicBezTo>
                    <a:pt x="64669" y="118003"/>
                    <a:pt x="90739" y="101323"/>
                    <a:pt x="90739" y="76057"/>
                  </a:cubicBezTo>
                  <a:cubicBezTo>
                    <a:pt x="90739" y="66313"/>
                    <a:pt x="86284" y="56405"/>
                    <a:pt x="77869" y="50955"/>
                  </a:cubicBezTo>
                  <a:cubicBezTo>
                    <a:pt x="85954" y="45835"/>
                    <a:pt x="96678" y="36422"/>
                    <a:pt x="96678" y="23046"/>
                  </a:cubicBezTo>
                  <a:close/>
                  <a:moveTo>
                    <a:pt x="64009" y="50790"/>
                  </a:moveTo>
                  <a:cubicBezTo>
                    <a:pt x="61534" y="51285"/>
                    <a:pt x="60379" y="51946"/>
                    <a:pt x="55595" y="51946"/>
                  </a:cubicBezTo>
                  <a:cubicBezTo>
                    <a:pt x="52955" y="51946"/>
                    <a:pt x="48995" y="51781"/>
                    <a:pt x="47840" y="51120"/>
                  </a:cubicBezTo>
                  <a:cubicBezTo>
                    <a:pt x="49490" y="50129"/>
                    <a:pt x="54110" y="49964"/>
                    <a:pt x="55595" y="49964"/>
                  </a:cubicBezTo>
                  <a:cubicBezTo>
                    <a:pt x="58070" y="49964"/>
                    <a:pt x="61699" y="50129"/>
                    <a:pt x="64009" y="50790"/>
                  </a:cubicBezTo>
                  <a:close/>
                  <a:moveTo>
                    <a:pt x="85789" y="20073"/>
                  </a:moveTo>
                  <a:cubicBezTo>
                    <a:pt x="85789" y="28826"/>
                    <a:pt x="81499" y="41707"/>
                    <a:pt x="71269" y="47487"/>
                  </a:cubicBezTo>
                  <a:cubicBezTo>
                    <a:pt x="68134" y="46496"/>
                    <a:pt x="64999" y="45340"/>
                    <a:pt x="55760" y="45340"/>
                  </a:cubicBezTo>
                  <a:cubicBezTo>
                    <a:pt x="49985" y="45340"/>
                    <a:pt x="41735" y="45670"/>
                    <a:pt x="41735" y="51615"/>
                  </a:cubicBezTo>
                  <a:cubicBezTo>
                    <a:pt x="41735" y="55744"/>
                    <a:pt x="46850" y="56405"/>
                    <a:pt x="55265" y="56405"/>
                  </a:cubicBezTo>
                  <a:cubicBezTo>
                    <a:pt x="60874" y="56405"/>
                    <a:pt x="65824" y="55579"/>
                    <a:pt x="70939" y="54093"/>
                  </a:cubicBezTo>
                  <a:cubicBezTo>
                    <a:pt x="75889" y="57561"/>
                    <a:pt x="78529" y="64331"/>
                    <a:pt x="78529" y="71598"/>
                  </a:cubicBezTo>
                  <a:cubicBezTo>
                    <a:pt x="78529" y="95543"/>
                    <a:pt x="62194" y="113379"/>
                    <a:pt x="42065" y="113379"/>
                  </a:cubicBezTo>
                  <a:cubicBezTo>
                    <a:pt x="29360" y="113379"/>
                    <a:pt x="20286" y="105617"/>
                    <a:pt x="20286" y="92571"/>
                  </a:cubicBezTo>
                  <a:cubicBezTo>
                    <a:pt x="20286" y="90919"/>
                    <a:pt x="20451" y="89268"/>
                    <a:pt x="20781" y="87782"/>
                  </a:cubicBezTo>
                  <a:lnTo>
                    <a:pt x="31670" y="43854"/>
                  </a:lnTo>
                  <a:cubicBezTo>
                    <a:pt x="35630" y="28165"/>
                    <a:pt x="50150" y="4715"/>
                    <a:pt x="69289" y="4715"/>
                  </a:cubicBezTo>
                  <a:cubicBezTo>
                    <a:pt x="79024" y="4715"/>
                    <a:pt x="85789" y="10000"/>
                    <a:pt x="85789" y="2007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82" name="Freeform: Shape 5481">
              <a:extLst>
                <a:ext uri="{FF2B5EF4-FFF2-40B4-BE49-F238E27FC236}">
                  <a16:creationId xmlns:a16="http://schemas.microsoft.com/office/drawing/2014/main" id="{6A1F7C0F-C39A-2677-37E5-D1D781493186}"/>
                </a:ext>
              </a:extLst>
            </p:cNvPr>
            <p:cNvSpPr/>
            <p:nvPr>
              <p:custDataLst>
                <p:tags r:id="rId39"/>
              </p:custDataLst>
            </p:nvPr>
          </p:nvSpPr>
          <p:spPr>
            <a:xfrm>
              <a:off x="13152471" y="6584365"/>
              <a:ext cx="48437" cy="78560"/>
            </a:xfrm>
            <a:custGeom>
              <a:avLst/>
              <a:gdLst>
                <a:gd name="connsiteX0" fmla="*/ 30336 w 48437"/>
                <a:gd name="connsiteY0" fmla="*/ 3631 h 78560"/>
                <a:gd name="connsiteX1" fmla="*/ 26093 w 48437"/>
                <a:gd name="connsiteY1" fmla="*/ 92 h 78560"/>
                <a:gd name="connsiteX2" fmla="*/ 2286 w 48437"/>
                <a:gd name="connsiteY2" fmla="*/ 7641 h 78560"/>
                <a:gd name="connsiteX3" fmla="*/ 283 w 48437"/>
                <a:gd name="connsiteY3" fmla="*/ 7641 h 78560"/>
                <a:gd name="connsiteX4" fmla="*/ 283 w 48437"/>
                <a:gd name="connsiteY4" fmla="*/ 12832 h 78560"/>
                <a:gd name="connsiteX5" fmla="*/ 2286 w 48437"/>
                <a:gd name="connsiteY5" fmla="*/ 12832 h 78560"/>
                <a:gd name="connsiteX6" fmla="*/ 19493 w 48437"/>
                <a:gd name="connsiteY6" fmla="*/ 9529 h 78560"/>
                <a:gd name="connsiteX7" fmla="*/ 19493 w 48437"/>
                <a:gd name="connsiteY7" fmla="*/ 68508 h 78560"/>
                <a:gd name="connsiteX8" fmla="*/ 7001 w 48437"/>
                <a:gd name="connsiteY8" fmla="*/ 73462 h 78560"/>
                <a:gd name="connsiteX9" fmla="*/ 1108 w 48437"/>
                <a:gd name="connsiteY9" fmla="*/ 73462 h 78560"/>
                <a:gd name="connsiteX10" fmla="*/ 1108 w 48437"/>
                <a:gd name="connsiteY10" fmla="*/ 78653 h 78560"/>
                <a:gd name="connsiteX11" fmla="*/ 24914 w 48437"/>
                <a:gd name="connsiteY11" fmla="*/ 78181 h 78560"/>
                <a:gd name="connsiteX12" fmla="*/ 48721 w 48437"/>
                <a:gd name="connsiteY12" fmla="*/ 78653 h 78560"/>
                <a:gd name="connsiteX13" fmla="*/ 48721 w 48437"/>
                <a:gd name="connsiteY13" fmla="*/ 73462 h 78560"/>
                <a:gd name="connsiteX14" fmla="*/ 42828 w 48437"/>
                <a:gd name="connsiteY14" fmla="*/ 73462 h 78560"/>
                <a:gd name="connsiteX15" fmla="*/ 30336 w 48437"/>
                <a:gd name="connsiteY15" fmla="*/ 68508 h 78560"/>
                <a:gd name="connsiteX16" fmla="*/ 30336 w 48437"/>
                <a:gd name="connsiteY16" fmla="*/ 3631 h 7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437" h="78560">
                  <a:moveTo>
                    <a:pt x="30336" y="3631"/>
                  </a:moveTo>
                  <a:cubicBezTo>
                    <a:pt x="30336" y="92"/>
                    <a:pt x="29982" y="92"/>
                    <a:pt x="26093" y="92"/>
                  </a:cubicBezTo>
                  <a:cubicBezTo>
                    <a:pt x="17725" y="7641"/>
                    <a:pt x="4643" y="7641"/>
                    <a:pt x="2286" y="7641"/>
                  </a:cubicBezTo>
                  <a:lnTo>
                    <a:pt x="283" y="7641"/>
                  </a:lnTo>
                  <a:lnTo>
                    <a:pt x="283" y="12832"/>
                  </a:lnTo>
                  <a:lnTo>
                    <a:pt x="2286" y="12832"/>
                  </a:lnTo>
                  <a:cubicBezTo>
                    <a:pt x="4997" y="12832"/>
                    <a:pt x="12658" y="12478"/>
                    <a:pt x="19493" y="9529"/>
                  </a:cubicBezTo>
                  <a:lnTo>
                    <a:pt x="19493" y="68508"/>
                  </a:lnTo>
                  <a:cubicBezTo>
                    <a:pt x="19493" y="72165"/>
                    <a:pt x="19493" y="73462"/>
                    <a:pt x="7001" y="73462"/>
                  </a:cubicBezTo>
                  <a:lnTo>
                    <a:pt x="1108" y="73462"/>
                  </a:lnTo>
                  <a:lnTo>
                    <a:pt x="1108" y="78653"/>
                  </a:lnTo>
                  <a:cubicBezTo>
                    <a:pt x="7590" y="78181"/>
                    <a:pt x="18079" y="78181"/>
                    <a:pt x="24914" y="78181"/>
                  </a:cubicBezTo>
                  <a:cubicBezTo>
                    <a:pt x="31750" y="78181"/>
                    <a:pt x="42239" y="78181"/>
                    <a:pt x="48721" y="78653"/>
                  </a:cubicBezTo>
                  <a:lnTo>
                    <a:pt x="48721" y="73462"/>
                  </a:lnTo>
                  <a:lnTo>
                    <a:pt x="42828" y="73462"/>
                  </a:lnTo>
                  <a:cubicBezTo>
                    <a:pt x="30336" y="73462"/>
                    <a:pt x="30336" y="72165"/>
                    <a:pt x="30336" y="68508"/>
                  </a:cubicBezTo>
                  <a:lnTo>
                    <a:pt x="30336" y="363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83" name="Freeform: Shape 5482">
              <a:extLst>
                <a:ext uri="{FF2B5EF4-FFF2-40B4-BE49-F238E27FC236}">
                  <a16:creationId xmlns:a16="http://schemas.microsoft.com/office/drawing/2014/main" id="{AEA66CC7-0B06-E134-DC4C-B9B01D409740}"/>
                </a:ext>
              </a:extLst>
            </p:cNvPr>
            <p:cNvSpPr/>
            <p:nvPr>
              <p:custDataLst>
                <p:tags r:id="rId40"/>
              </p:custDataLst>
            </p:nvPr>
          </p:nvSpPr>
          <p:spPr>
            <a:xfrm>
              <a:off x="13234705" y="6566506"/>
              <a:ext cx="81342" cy="106516"/>
            </a:xfrm>
            <a:custGeom>
              <a:avLst/>
              <a:gdLst>
                <a:gd name="connsiteX0" fmla="*/ 80969 w 81342"/>
                <a:gd name="connsiteY0" fmla="*/ 11981 h 106516"/>
                <a:gd name="connsiteX1" fmla="*/ 81629 w 81342"/>
                <a:gd name="connsiteY1" fmla="*/ 8513 h 106516"/>
                <a:gd name="connsiteX2" fmla="*/ 76020 w 81342"/>
                <a:gd name="connsiteY2" fmla="*/ 3229 h 106516"/>
                <a:gd name="connsiteX3" fmla="*/ 68430 w 81342"/>
                <a:gd name="connsiteY3" fmla="*/ 9504 h 106516"/>
                <a:gd name="connsiteX4" fmla="*/ 51435 w 81342"/>
                <a:gd name="connsiteY4" fmla="*/ 91 h 106516"/>
                <a:gd name="connsiteX5" fmla="*/ 9197 w 81342"/>
                <a:gd name="connsiteY5" fmla="*/ 45835 h 106516"/>
                <a:gd name="connsiteX6" fmla="*/ 34276 w 81342"/>
                <a:gd name="connsiteY6" fmla="*/ 72919 h 106516"/>
                <a:gd name="connsiteX7" fmla="*/ 54900 w 81342"/>
                <a:gd name="connsiteY7" fmla="*/ 64001 h 106516"/>
                <a:gd name="connsiteX8" fmla="*/ 51270 w 81342"/>
                <a:gd name="connsiteY8" fmla="*/ 78864 h 106516"/>
                <a:gd name="connsiteX9" fmla="*/ 42031 w 81342"/>
                <a:gd name="connsiteY9" fmla="*/ 95874 h 106516"/>
                <a:gd name="connsiteX10" fmla="*/ 23551 w 81342"/>
                <a:gd name="connsiteY10" fmla="*/ 101984 h 106516"/>
                <a:gd name="connsiteX11" fmla="*/ 10846 w 81342"/>
                <a:gd name="connsiteY11" fmla="*/ 100828 h 106516"/>
                <a:gd name="connsiteX12" fmla="*/ 16126 w 81342"/>
                <a:gd name="connsiteY12" fmla="*/ 92571 h 106516"/>
                <a:gd name="connsiteX13" fmla="*/ 9692 w 81342"/>
                <a:gd name="connsiteY13" fmla="*/ 86461 h 106516"/>
                <a:gd name="connsiteX14" fmla="*/ 287 w 81342"/>
                <a:gd name="connsiteY14" fmla="*/ 96534 h 106516"/>
                <a:gd name="connsiteX15" fmla="*/ 23716 w 81342"/>
                <a:gd name="connsiteY15" fmla="*/ 106608 h 106516"/>
                <a:gd name="connsiteX16" fmla="*/ 62985 w 81342"/>
                <a:gd name="connsiteY16" fmla="*/ 83983 h 106516"/>
                <a:gd name="connsiteX17" fmla="*/ 80969 w 81342"/>
                <a:gd name="connsiteY17" fmla="*/ 11981 h 106516"/>
                <a:gd name="connsiteX18" fmla="*/ 58200 w 81342"/>
                <a:gd name="connsiteY18" fmla="*/ 50955 h 106516"/>
                <a:gd name="connsiteX19" fmla="*/ 54735 w 81342"/>
                <a:gd name="connsiteY19" fmla="*/ 57065 h 106516"/>
                <a:gd name="connsiteX20" fmla="*/ 34771 w 81342"/>
                <a:gd name="connsiteY20" fmla="*/ 68295 h 106516"/>
                <a:gd name="connsiteX21" fmla="*/ 22396 w 81342"/>
                <a:gd name="connsiteY21" fmla="*/ 52606 h 106516"/>
                <a:gd name="connsiteX22" fmla="*/ 31141 w 81342"/>
                <a:gd name="connsiteY22" fmla="*/ 19578 h 106516"/>
                <a:gd name="connsiteX23" fmla="*/ 51435 w 81342"/>
                <a:gd name="connsiteY23" fmla="*/ 4715 h 106516"/>
                <a:gd name="connsiteX24" fmla="*/ 66120 w 81342"/>
                <a:gd name="connsiteY24" fmla="*/ 18752 h 106516"/>
                <a:gd name="connsiteX25" fmla="*/ 65625 w 81342"/>
                <a:gd name="connsiteY25" fmla="*/ 21229 h 106516"/>
                <a:gd name="connsiteX26" fmla="*/ 58200 w 81342"/>
                <a:gd name="connsiteY26" fmla="*/ 50955 h 10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342" h="106516">
                  <a:moveTo>
                    <a:pt x="80969" y="11981"/>
                  </a:moveTo>
                  <a:cubicBezTo>
                    <a:pt x="81629" y="9504"/>
                    <a:pt x="81629" y="8678"/>
                    <a:pt x="81629" y="8513"/>
                  </a:cubicBezTo>
                  <a:cubicBezTo>
                    <a:pt x="81629" y="4880"/>
                    <a:pt x="78659" y="3229"/>
                    <a:pt x="76020" y="3229"/>
                  </a:cubicBezTo>
                  <a:cubicBezTo>
                    <a:pt x="72225" y="3229"/>
                    <a:pt x="69090" y="6366"/>
                    <a:pt x="68430" y="9504"/>
                  </a:cubicBezTo>
                  <a:cubicBezTo>
                    <a:pt x="65625" y="5045"/>
                    <a:pt x="60015" y="91"/>
                    <a:pt x="51435" y="91"/>
                  </a:cubicBezTo>
                  <a:cubicBezTo>
                    <a:pt x="30811" y="91"/>
                    <a:pt x="9197" y="22220"/>
                    <a:pt x="9197" y="45835"/>
                  </a:cubicBezTo>
                  <a:cubicBezTo>
                    <a:pt x="9197" y="62845"/>
                    <a:pt x="20746" y="72919"/>
                    <a:pt x="34276" y="72919"/>
                  </a:cubicBezTo>
                  <a:cubicBezTo>
                    <a:pt x="41866" y="72919"/>
                    <a:pt x="49125" y="69121"/>
                    <a:pt x="54900" y="64001"/>
                  </a:cubicBezTo>
                  <a:lnTo>
                    <a:pt x="51270" y="78864"/>
                  </a:lnTo>
                  <a:cubicBezTo>
                    <a:pt x="49455" y="85800"/>
                    <a:pt x="48300" y="90259"/>
                    <a:pt x="42031" y="95874"/>
                  </a:cubicBezTo>
                  <a:cubicBezTo>
                    <a:pt x="34771" y="101984"/>
                    <a:pt x="27676" y="101984"/>
                    <a:pt x="23551" y="101984"/>
                  </a:cubicBezTo>
                  <a:cubicBezTo>
                    <a:pt x="15961" y="101984"/>
                    <a:pt x="13816" y="101488"/>
                    <a:pt x="10846" y="100828"/>
                  </a:cubicBezTo>
                  <a:cubicBezTo>
                    <a:pt x="14971" y="98846"/>
                    <a:pt x="16126" y="94883"/>
                    <a:pt x="16126" y="92571"/>
                  </a:cubicBezTo>
                  <a:cubicBezTo>
                    <a:pt x="16126" y="88607"/>
                    <a:pt x="12991" y="86461"/>
                    <a:pt x="9692" y="86461"/>
                  </a:cubicBezTo>
                  <a:cubicBezTo>
                    <a:pt x="5072" y="86461"/>
                    <a:pt x="287" y="90259"/>
                    <a:pt x="287" y="96534"/>
                  </a:cubicBezTo>
                  <a:cubicBezTo>
                    <a:pt x="287" y="106443"/>
                    <a:pt x="14476" y="106608"/>
                    <a:pt x="23716" y="106608"/>
                  </a:cubicBezTo>
                  <a:cubicBezTo>
                    <a:pt x="49620" y="106608"/>
                    <a:pt x="60675" y="93396"/>
                    <a:pt x="62985" y="83983"/>
                  </a:cubicBezTo>
                  <a:lnTo>
                    <a:pt x="80969" y="11981"/>
                  </a:lnTo>
                  <a:close/>
                  <a:moveTo>
                    <a:pt x="58200" y="50955"/>
                  </a:moveTo>
                  <a:cubicBezTo>
                    <a:pt x="57540" y="53432"/>
                    <a:pt x="57540" y="53762"/>
                    <a:pt x="54735" y="57065"/>
                  </a:cubicBezTo>
                  <a:cubicBezTo>
                    <a:pt x="48960" y="64001"/>
                    <a:pt x="41041" y="68295"/>
                    <a:pt x="34771" y="68295"/>
                  </a:cubicBezTo>
                  <a:cubicBezTo>
                    <a:pt x="26356" y="68295"/>
                    <a:pt x="22396" y="61194"/>
                    <a:pt x="22396" y="52606"/>
                  </a:cubicBezTo>
                  <a:cubicBezTo>
                    <a:pt x="22396" y="45340"/>
                    <a:pt x="26851" y="26844"/>
                    <a:pt x="31141" y="19578"/>
                  </a:cubicBezTo>
                  <a:cubicBezTo>
                    <a:pt x="38071" y="8018"/>
                    <a:pt x="45825" y="4715"/>
                    <a:pt x="51435" y="4715"/>
                  </a:cubicBezTo>
                  <a:cubicBezTo>
                    <a:pt x="62985" y="4715"/>
                    <a:pt x="66120" y="17101"/>
                    <a:pt x="66120" y="18752"/>
                  </a:cubicBezTo>
                  <a:cubicBezTo>
                    <a:pt x="66120" y="19082"/>
                    <a:pt x="66120" y="19413"/>
                    <a:pt x="65625" y="21229"/>
                  </a:cubicBezTo>
                  <a:lnTo>
                    <a:pt x="58200" y="509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84" name="Freeform: Shape 5483">
              <a:extLst>
                <a:ext uri="{FF2B5EF4-FFF2-40B4-BE49-F238E27FC236}">
                  <a16:creationId xmlns:a16="http://schemas.microsoft.com/office/drawing/2014/main" id="{30FAC564-A33C-DB9C-7C59-73F4DABDC48E}"/>
                </a:ext>
              </a:extLst>
            </p:cNvPr>
            <p:cNvSpPr/>
            <p:nvPr>
              <p:custDataLst>
                <p:tags r:id="rId41"/>
              </p:custDataLst>
            </p:nvPr>
          </p:nvSpPr>
          <p:spPr>
            <a:xfrm>
              <a:off x="13333241" y="6566506"/>
              <a:ext cx="76722" cy="74479"/>
            </a:xfrm>
            <a:custGeom>
              <a:avLst/>
              <a:gdLst>
                <a:gd name="connsiteX0" fmla="*/ 31310 w 76722"/>
                <a:gd name="connsiteY0" fmla="*/ 39560 h 74479"/>
                <a:gd name="connsiteX1" fmla="*/ 35600 w 76722"/>
                <a:gd name="connsiteY1" fmla="*/ 22881 h 74479"/>
                <a:gd name="connsiteX2" fmla="*/ 45995 w 76722"/>
                <a:gd name="connsiteY2" fmla="*/ 9339 h 74479"/>
                <a:gd name="connsiteX3" fmla="*/ 59359 w 76722"/>
                <a:gd name="connsiteY3" fmla="*/ 4715 h 74479"/>
                <a:gd name="connsiteX4" fmla="*/ 68434 w 76722"/>
                <a:gd name="connsiteY4" fmla="*/ 7027 h 74479"/>
                <a:gd name="connsiteX5" fmla="*/ 61174 w 76722"/>
                <a:gd name="connsiteY5" fmla="*/ 16110 h 74479"/>
                <a:gd name="connsiteX6" fmla="*/ 67774 w 76722"/>
                <a:gd name="connsiteY6" fmla="*/ 22220 h 74479"/>
                <a:gd name="connsiteX7" fmla="*/ 77014 w 76722"/>
                <a:gd name="connsiteY7" fmla="*/ 12146 h 74479"/>
                <a:gd name="connsiteX8" fmla="*/ 59524 w 76722"/>
                <a:gd name="connsiteY8" fmla="*/ 91 h 74479"/>
                <a:gd name="connsiteX9" fmla="*/ 36260 w 76722"/>
                <a:gd name="connsiteY9" fmla="*/ 11816 h 74479"/>
                <a:gd name="connsiteX10" fmla="*/ 19265 w 76722"/>
                <a:gd name="connsiteY10" fmla="*/ 91 h 74479"/>
                <a:gd name="connsiteX11" fmla="*/ 6396 w 76722"/>
                <a:gd name="connsiteY11" fmla="*/ 8513 h 74479"/>
                <a:gd name="connsiteX12" fmla="*/ 291 w 76722"/>
                <a:gd name="connsiteY12" fmla="*/ 25358 h 74479"/>
                <a:gd name="connsiteX13" fmla="*/ 3096 w 76722"/>
                <a:gd name="connsiteY13" fmla="*/ 27505 h 74479"/>
                <a:gd name="connsiteX14" fmla="*/ 6726 w 76722"/>
                <a:gd name="connsiteY14" fmla="*/ 22550 h 74479"/>
                <a:gd name="connsiteX15" fmla="*/ 18770 w 76722"/>
                <a:gd name="connsiteY15" fmla="*/ 4715 h 74479"/>
                <a:gd name="connsiteX16" fmla="*/ 24215 w 76722"/>
                <a:gd name="connsiteY16" fmla="*/ 12807 h 74479"/>
                <a:gd name="connsiteX17" fmla="*/ 21575 w 76722"/>
                <a:gd name="connsiteY17" fmla="*/ 26514 h 74479"/>
                <a:gd name="connsiteX18" fmla="*/ 17945 w 76722"/>
                <a:gd name="connsiteY18" fmla="*/ 41377 h 74479"/>
                <a:gd name="connsiteX19" fmla="*/ 12666 w 76722"/>
                <a:gd name="connsiteY19" fmla="*/ 62515 h 74479"/>
                <a:gd name="connsiteX20" fmla="*/ 11016 w 76722"/>
                <a:gd name="connsiteY20" fmla="*/ 69286 h 74479"/>
                <a:gd name="connsiteX21" fmla="*/ 16625 w 76722"/>
                <a:gd name="connsiteY21" fmla="*/ 74570 h 74479"/>
                <a:gd name="connsiteX22" fmla="*/ 23720 w 76722"/>
                <a:gd name="connsiteY22" fmla="*/ 69781 h 74479"/>
                <a:gd name="connsiteX23" fmla="*/ 26855 w 76722"/>
                <a:gd name="connsiteY23" fmla="*/ 57395 h 74479"/>
                <a:gd name="connsiteX24" fmla="*/ 31310 w 76722"/>
                <a:gd name="connsiteY24" fmla="*/ 39560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6722" h="74479">
                  <a:moveTo>
                    <a:pt x="31310" y="39560"/>
                  </a:moveTo>
                  <a:cubicBezTo>
                    <a:pt x="31475" y="38569"/>
                    <a:pt x="35270" y="23706"/>
                    <a:pt x="35600" y="22881"/>
                  </a:cubicBezTo>
                  <a:cubicBezTo>
                    <a:pt x="35930" y="21560"/>
                    <a:pt x="40715" y="13302"/>
                    <a:pt x="45995" y="9339"/>
                  </a:cubicBezTo>
                  <a:cubicBezTo>
                    <a:pt x="47809" y="8018"/>
                    <a:pt x="52264" y="4715"/>
                    <a:pt x="59359" y="4715"/>
                  </a:cubicBezTo>
                  <a:cubicBezTo>
                    <a:pt x="61009" y="4715"/>
                    <a:pt x="65134" y="4880"/>
                    <a:pt x="68434" y="7027"/>
                  </a:cubicBezTo>
                  <a:cubicBezTo>
                    <a:pt x="63154" y="8513"/>
                    <a:pt x="61174" y="13137"/>
                    <a:pt x="61174" y="16110"/>
                  </a:cubicBezTo>
                  <a:cubicBezTo>
                    <a:pt x="61174" y="19743"/>
                    <a:pt x="63979" y="22220"/>
                    <a:pt x="67774" y="22220"/>
                  </a:cubicBezTo>
                  <a:cubicBezTo>
                    <a:pt x="71569" y="22220"/>
                    <a:pt x="77014" y="19082"/>
                    <a:pt x="77014" y="12146"/>
                  </a:cubicBezTo>
                  <a:cubicBezTo>
                    <a:pt x="77014" y="3559"/>
                    <a:pt x="67939" y="91"/>
                    <a:pt x="59524" y="91"/>
                  </a:cubicBezTo>
                  <a:cubicBezTo>
                    <a:pt x="50944" y="91"/>
                    <a:pt x="43520" y="3559"/>
                    <a:pt x="36260" y="11816"/>
                  </a:cubicBezTo>
                  <a:cubicBezTo>
                    <a:pt x="33290" y="1742"/>
                    <a:pt x="23225" y="91"/>
                    <a:pt x="19265" y="91"/>
                  </a:cubicBezTo>
                  <a:cubicBezTo>
                    <a:pt x="13161" y="91"/>
                    <a:pt x="9036" y="3889"/>
                    <a:pt x="6396" y="8513"/>
                  </a:cubicBezTo>
                  <a:cubicBezTo>
                    <a:pt x="2601" y="14954"/>
                    <a:pt x="291" y="24532"/>
                    <a:pt x="291" y="25358"/>
                  </a:cubicBezTo>
                  <a:cubicBezTo>
                    <a:pt x="291" y="27505"/>
                    <a:pt x="2601" y="27505"/>
                    <a:pt x="3096" y="27505"/>
                  </a:cubicBezTo>
                  <a:cubicBezTo>
                    <a:pt x="5406" y="27505"/>
                    <a:pt x="5571" y="27009"/>
                    <a:pt x="6726" y="22550"/>
                  </a:cubicBezTo>
                  <a:cubicBezTo>
                    <a:pt x="9201" y="12477"/>
                    <a:pt x="12336" y="4715"/>
                    <a:pt x="18770" y="4715"/>
                  </a:cubicBezTo>
                  <a:cubicBezTo>
                    <a:pt x="23060" y="4715"/>
                    <a:pt x="24215" y="8348"/>
                    <a:pt x="24215" y="12807"/>
                  </a:cubicBezTo>
                  <a:cubicBezTo>
                    <a:pt x="24215" y="15945"/>
                    <a:pt x="22730" y="22055"/>
                    <a:pt x="21575" y="26514"/>
                  </a:cubicBezTo>
                  <a:cubicBezTo>
                    <a:pt x="20420" y="30973"/>
                    <a:pt x="18770" y="37743"/>
                    <a:pt x="17945" y="41377"/>
                  </a:cubicBezTo>
                  <a:lnTo>
                    <a:pt x="12666" y="62515"/>
                  </a:lnTo>
                  <a:cubicBezTo>
                    <a:pt x="12006" y="64662"/>
                    <a:pt x="11016" y="68790"/>
                    <a:pt x="11016" y="69286"/>
                  </a:cubicBezTo>
                  <a:cubicBezTo>
                    <a:pt x="11016" y="72919"/>
                    <a:pt x="13986" y="74570"/>
                    <a:pt x="16625" y="74570"/>
                  </a:cubicBezTo>
                  <a:cubicBezTo>
                    <a:pt x="19100" y="74570"/>
                    <a:pt x="22400" y="73084"/>
                    <a:pt x="23720" y="69781"/>
                  </a:cubicBezTo>
                  <a:cubicBezTo>
                    <a:pt x="24050" y="68790"/>
                    <a:pt x="25865" y="61524"/>
                    <a:pt x="26855" y="57395"/>
                  </a:cubicBezTo>
                  <a:lnTo>
                    <a:pt x="31310" y="3956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85" name="Freeform: Shape 5484">
              <a:extLst>
                <a:ext uri="{FF2B5EF4-FFF2-40B4-BE49-F238E27FC236}">
                  <a16:creationId xmlns:a16="http://schemas.microsoft.com/office/drawing/2014/main" id="{138A776A-F9B5-01DA-2C47-642CF34B3C12}"/>
                </a:ext>
              </a:extLst>
            </p:cNvPr>
            <p:cNvSpPr/>
            <p:nvPr>
              <p:custDataLst>
                <p:tags r:id="rId42"/>
              </p:custDataLst>
            </p:nvPr>
          </p:nvSpPr>
          <p:spPr>
            <a:xfrm>
              <a:off x="13429133" y="6566506"/>
              <a:ext cx="70617" cy="74479"/>
            </a:xfrm>
            <a:custGeom>
              <a:avLst/>
              <a:gdLst>
                <a:gd name="connsiteX0" fmla="*/ 26199 w 70617"/>
                <a:gd name="connsiteY0" fmla="*/ 35266 h 74479"/>
                <a:gd name="connsiteX1" fmla="*/ 52763 w 70617"/>
                <a:gd name="connsiteY1" fmla="*/ 31798 h 74479"/>
                <a:gd name="connsiteX2" fmla="*/ 67283 w 70617"/>
                <a:gd name="connsiteY2" fmla="*/ 14624 h 74479"/>
                <a:gd name="connsiteX3" fmla="*/ 46823 w 70617"/>
                <a:gd name="connsiteY3" fmla="*/ 91 h 74479"/>
                <a:gd name="connsiteX4" fmla="*/ 295 w 70617"/>
                <a:gd name="connsiteY4" fmla="*/ 43523 h 74479"/>
                <a:gd name="connsiteX5" fmla="*/ 29994 w 70617"/>
                <a:gd name="connsiteY5" fmla="*/ 74570 h 74479"/>
                <a:gd name="connsiteX6" fmla="*/ 70913 w 70617"/>
                <a:gd name="connsiteY6" fmla="*/ 55909 h 74479"/>
                <a:gd name="connsiteX7" fmla="*/ 68108 w 70617"/>
                <a:gd name="connsiteY7" fmla="*/ 53102 h 74479"/>
                <a:gd name="connsiteX8" fmla="*/ 65468 w 70617"/>
                <a:gd name="connsiteY8" fmla="*/ 54753 h 74479"/>
                <a:gd name="connsiteX9" fmla="*/ 30324 w 70617"/>
                <a:gd name="connsiteY9" fmla="*/ 69946 h 74479"/>
                <a:gd name="connsiteX10" fmla="*/ 13824 w 70617"/>
                <a:gd name="connsiteY10" fmla="*/ 49964 h 74479"/>
                <a:gd name="connsiteX11" fmla="*/ 15804 w 70617"/>
                <a:gd name="connsiteY11" fmla="*/ 35266 h 74479"/>
                <a:gd name="connsiteX12" fmla="*/ 26199 w 70617"/>
                <a:gd name="connsiteY12" fmla="*/ 35266 h 74479"/>
                <a:gd name="connsiteX13" fmla="*/ 17124 w 70617"/>
                <a:gd name="connsiteY13" fmla="*/ 30642 h 74479"/>
                <a:gd name="connsiteX14" fmla="*/ 46823 w 70617"/>
                <a:gd name="connsiteY14" fmla="*/ 4715 h 74479"/>
                <a:gd name="connsiteX15" fmla="*/ 60188 w 70617"/>
                <a:gd name="connsiteY15" fmla="*/ 14624 h 74479"/>
                <a:gd name="connsiteX16" fmla="*/ 25209 w 70617"/>
                <a:gd name="connsiteY16" fmla="*/ 30642 h 74479"/>
                <a:gd name="connsiteX17" fmla="*/ 17124 w 70617"/>
                <a:gd name="connsiteY17" fmla="*/ 30642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0617" h="74479">
                  <a:moveTo>
                    <a:pt x="26199" y="35266"/>
                  </a:moveTo>
                  <a:cubicBezTo>
                    <a:pt x="30819" y="35266"/>
                    <a:pt x="43854" y="34936"/>
                    <a:pt x="52763" y="31798"/>
                  </a:cubicBezTo>
                  <a:cubicBezTo>
                    <a:pt x="64973" y="27505"/>
                    <a:pt x="67283" y="19578"/>
                    <a:pt x="67283" y="14624"/>
                  </a:cubicBezTo>
                  <a:cubicBezTo>
                    <a:pt x="67283" y="5541"/>
                    <a:pt x="58208" y="91"/>
                    <a:pt x="46823" y="91"/>
                  </a:cubicBezTo>
                  <a:cubicBezTo>
                    <a:pt x="27024" y="91"/>
                    <a:pt x="295" y="15284"/>
                    <a:pt x="295" y="43523"/>
                  </a:cubicBezTo>
                  <a:cubicBezTo>
                    <a:pt x="295" y="60203"/>
                    <a:pt x="10690" y="74570"/>
                    <a:pt x="29994" y="74570"/>
                  </a:cubicBezTo>
                  <a:cubicBezTo>
                    <a:pt x="57878" y="74570"/>
                    <a:pt x="70913" y="58221"/>
                    <a:pt x="70913" y="55909"/>
                  </a:cubicBezTo>
                  <a:cubicBezTo>
                    <a:pt x="70913" y="54918"/>
                    <a:pt x="69428" y="53102"/>
                    <a:pt x="68108" y="53102"/>
                  </a:cubicBezTo>
                  <a:cubicBezTo>
                    <a:pt x="67118" y="53102"/>
                    <a:pt x="66788" y="53432"/>
                    <a:pt x="65468" y="54753"/>
                  </a:cubicBezTo>
                  <a:cubicBezTo>
                    <a:pt x="52598" y="69946"/>
                    <a:pt x="33294" y="69946"/>
                    <a:pt x="30324" y="69946"/>
                  </a:cubicBezTo>
                  <a:cubicBezTo>
                    <a:pt x="20424" y="69946"/>
                    <a:pt x="13824" y="63341"/>
                    <a:pt x="13824" y="49964"/>
                  </a:cubicBezTo>
                  <a:cubicBezTo>
                    <a:pt x="13824" y="47652"/>
                    <a:pt x="13824" y="44349"/>
                    <a:pt x="15804" y="35266"/>
                  </a:cubicBezTo>
                  <a:lnTo>
                    <a:pt x="26199" y="35266"/>
                  </a:lnTo>
                  <a:close/>
                  <a:moveTo>
                    <a:pt x="17124" y="30642"/>
                  </a:moveTo>
                  <a:cubicBezTo>
                    <a:pt x="23889" y="6697"/>
                    <a:pt x="42204" y="4715"/>
                    <a:pt x="46823" y="4715"/>
                  </a:cubicBezTo>
                  <a:cubicBezTo>
                    <a:pt x="54083" y="4715"/>
                    <a:pt x="60188" y="8348"/>
                    <a:pt x="60188" y="14624"/>
                  </a:cubicBezTo>
                  <a:cubicBezTo>
                    <a:pt x="60188" y="30642"/>
                    <a:pt x="32304" y="30642"/>
                    <a:pt x="25209" y="30642"/>
                  </a:cubicBezTo>
                  <a:lnTo>
                    <a:pt x="17124" y="3064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86" name="Freeform: Shape 5485">
              <a:extLst>
                <a:ext uri="{FF2B5EF4-FFF2-40B4-BE49-F238E27FC236}">
                  <a16:creationId xmlns:a16="http://schemas.microsoft.com/office/drawing/2014/main" id="{CBDBB872-F0A8-66E9-F3D1-9306CAE98B5B}"/>
                </a:ext>
              </a:extLst>
            </p:cNvPr>
            <p:cNvSpPr/>
            <p:nvPr>
              <p:custDataLst>
                <p:tags r:id="rId43"/>
              </p:custDataLst>
            </p:nvPr>
          </p:nvSpPr>
          <p:spPr>
            <a:xfrm>
              <a:off x="13524362" y="6584365"/>
              <a:ext cx="48437" cy="78560"/>
            </a:xfrm>
            <a:custGeom>
              <a:avLst/>
              <a:gdLst>
                <a:gd name="connsiteX0" fmla="*/ 30351 w 48437"/>
                <a:gd name="connsiteY0" fmla="*/ 3631 h 78560"/>
                <a:gd name="connsiteX1" fmla="*/ 26109 w 48437"/>
                <a:gd name="connsiteY1" fmla="*/ 92 h 78560"/>
                <a:gd name="connsiteX2" fmla="*/ 2302 w 48437"/>
                <a:gd name="connsiteY2" fmla="*/ 7641 h 78560"/>
                <a:gd name="connsiteX3" fmla="*/ 299 w 48437"/>
                <a:gd name="connsiteY3" fmla="*/ 7641 h 78560"/>
                <a:gd name="connsiteX4" fmla="*/ 299 w 48437"/>
                <a:gd name="connsiteY4" fmla="*/ 12832 h 78560"/>
                <a:gd name="connsiteX5" fmla="*/ 2302 w 48437"/>
                <a:gd name="connsiteY5" fmla="*/ 12832 h 78560"/>
                <a:gd name="connsiteX6" fmla="*/ 19509 w 48437"/>
                <a:gd name="connsiteY6" fmla="*/ 9529 h 78560"/>
                <a:gd name="connsiteX7" fmla="*/ 19509 w 48437"/>
                <a:gd name="connsiteY7" fmla="*/ 68508 h 78560"/>
                <a:gd name="connsiteX8" fmla="*/ 7016 w 48437"/>
                <a:gd name="connsiteY8" fmla="*/ 73462 h 78560"/>
                <a:gd name="connsiteX9" fmla="*/ 1124 w 48437"/>
                <a:gd name="connsiteY9" fmla="*/ 73462 h 78560"/>
                <a:gd name="connsiteX10" fmla="*/ 1124 w 48437"/>
                <a:gd name="connsiteY10" fmla="*/ 78653 h 78560"/>
                <a:gd name="connsiteX11" fmla="*/ 24930 w 48437"/>
                <a:gd name="connsiteY11" fmla="*/ 78181 h 78560"/>
                <a:gd name="connsiteX12" fmla="*/ 48736 w 48437"/>
                <a:gd name="connsiteY12" fmla="*/ 78653 h 78560"/>
                <a:gd name="connsiteX13" fmla="*/ 48736 w 48437"/>
                <a:gd name="connsiteY13" fmla="*/ 73462 h 78560"/>
                <a:gd name="connsiteX14" fmla="*/ 42844 w 48437"/>
                <a:gd name="connsiteY14" fmla="*/ 73462 h 78560"/>
                <a:gd name="connsiteX15" fmla="*/ 30351 w 48437"/>
                <a:gd name="connsiteY15" fmla="*/ 68508 h 78560"/>
                <a:gd name="connsiteX16" fmla="*/ 30351 w 48437"/>
                <a:gd name="connsiteY16" fmla="*/ 3631 h 7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437" h="78560">
                  <a:moveTo>
                    <a:pt x="30351" y="3631"/>
                  </a:moveTo>
                  <a:cubicBezTo>
                    <a:pt x="30351" y="92"/>
                    <a:pt x="29998" y="92"/>
                    <a:pt x="26109" y="92"/>
                  </a:cubicBezTo>
                  <a:cubicBezTo>
                    <a:pt x="17741" y="7641"/>
                    <a:pt x="4659" y="7641"/>
                    <a:pt x="2302" y="7641"/>
                  </a:cubicBezTo>
                  <a:lnTo>
                    <a:pt x="299" y="7641"/>
                  </a:lnTo>
                  <a:lnTo>
                    <a:pt x="299" y="12832"/>
                  </a:lnTo>
                  <a:lnTo>
                    <a:pt x="2302" y="12832"/>
                  </a:lnTo>
                  <a:cubicBezTo>
                    <a:pt x="5013" y="12832"/>
                    <a:pt x="12673" y="12478"/>
                    <a:pt x="19509" y="9529"/>
                  </a:cubicBezTo>
                  <a:lnTo>
                    <a:pt x="19509" y="68508"/>
                  </a:lnTo>
                  <a:cubicBezTo>
                    <a:pt x="19509" y="72165"/>
                    <a:pt x="19509" y="73462"/>
                    <a:pt x="7016" y="73462"/>
                  </a:cubicBezTo>
                  <a:lnTo>
                    <a:pt x="1124" y="73462"/>
                  </a:lnTo>
                  <a:lnTo>
                    <a:pt x="1124" y="78653"/>
                  </a:lnTo>
                  <a:cubicBezTo>
                    <a:pt x="7606" y="78181"/>
                    <a:pt x="18095" y="78181"/>
                    <a:pt x="24930" y="78181"/>
                  </a:cubicBezTo>
                  <a:cubicBezTo>
                    <a:pt x="31766" y="78181"/>
                    <a:pt x="42254" y="78181"/>
                    <a:pt x="48736" y="78653"/>
                  </a:cubicBezTo>
                  <a:lnTo>
                    <a:pt x="48736" y="73462"/>
                  </a:lnTo>
                  <a:lnTo>
                    <a:pt x="42844" y="73462"/>
                  </a:lnTo>
                  <a:cubicBezTo>
                    <a:pt x="30351" y="73462"/>
                    <a:pt x="30351" y="72165"/>
                    <a:pt x="30351" y="68508"/>
                  </a:cubicBezTo>
                  <a:lnTo>
                    <a:pt x="30351" y="363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87" name="Freeform: Shape 5486">
              <a:extLst>
                <a:ext uri="{FF2B5EF4-FFF2-40B4-BE49-F238E27FC236}">
                  <a16:creationId xmlns:a16="http://schemas.microsoft.com/office/drawing/2014/main" id="{A048120A-626A-056D-E709-58D9D6CC0744}"/>
                </a:ext>
              </a:extLst>
            </p:cNvPr>
            <p:cNvSpPr/>
            <p:nvPr>
              <p:custDataLst>
                <p:tags r:id="rId44"/>
              </p:custDataLst>
            </p:nvPr>
          </p:nvSpPr>
          <p:spPr>
            <a:xfrm>
              <a:off x="13611051" y="6537111"/>
              <a:ext cx="121436" cy="121709"/>
            </a:xfrm>
            <a:custGeom>
              <a:avLst/>
              <a:gdLst>
                <a:gd name="connsiteX0" fmla="*/ 65146 w 121436"/>
                <a:gd name="connsiteY0" fmla="*/ 64992 h 121709"/>
                <a:gd name="connsiteX1" fmla="*/ 115634 w 121436"/>
                <a:gd name="connsiteY1" fmla="*/ 64992 h 121709"/>
                <a:gd name="connsiteX2" fmla="*/ 121739 w 121436"/>
                <a:gd name="connsiteY2" fmla="*/ 61029 h 121709"/>
                <a:gd name="connsiteX3" fmla="*/ 115634 w 121436"/>
                <a:gd name="connsiteY3" fmla="*/ 56900 h 121709"/>
                <a:gd name="connsiteX4" fmla="*/ 65146 w 121436"/>
                <a:gd name="connsiteY4" fmla="*/ 56900 h 121709"/>
                <a:gd name="connsiteX5" fmla="*/ 65146 w 121436"/>
                <a:gd name="connsiteY5" fmla="*/ 6201 h 121709"/>
                <a:gd name="connsiteX6" fmla="*/ 61186 w 121436"/>
                <a:gd name="connsiteY6" fmla="*/ 91 h 121709"/>
                <a:gd name="connsiteX7" fmla="*/ 57061 w 121436"/>
                <a:gd name="connsiteY7" fmla="*/ 6201 h 121709"/>
                <a:gd name="connsiteX8" fmla="*/ 57061 w 121436"/>
                <a:gd name="connsiteY8" fmla="*/ 56900 h 121709"/>
                <a:gd name="connsiteX9" fmla="*/ 6407 w 121436"/>
                <a:gd name="connsiteY9" fmla="*/ 56900 h 121709"/>
                <a:gd name="connsiteX10" fmla="*/ 303 w 121436"/>
                <a:gd name="connsiteY10" fmla="*/ 60863 h 121709"/>
                <a:gd name="connsiteX11" fmla="*/ 6407 w 121436"/>
                <a:gd name="connsiteY11" fmla="*/ 64992 h 121709"/>
                <a:gd name="connsiteX12" fmla="*/ 57061 w 121436"/>
                <a:gd name="connsiteY12" fmla="*/ 64992 h 121709"/>
                <a:gd name="connsiteX13" fmla="*/ 57061 w 121436"/>
                <a:gd name="connsiteY13" fmla="*/ 115691 h 121709"/>
                <a:gd name="connsiteX14" fmla="*/ 61021 w 121436"/>
                <a:gd name="connsiteY14" fmla="*/ 121801 h 121709"/>
                <a:gd name="connsiteX15" fmla="*/ 65146 w 121436"/>
                <a:gd name="connsiteY15" fmla="*/ 115691 h 121709"/>
                <a:gd name="connsiteX16" fmla="*/ 65146 w 121436"/>
                <a:gd name="connsiteY16" fmla="*/ 64992 h 121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436" h="121709">
                  <a:moveTo>
                    <a:pt x="65146" y="64992"/>
                  </a:moveTo>
                  <a:lnTo>
                    <a:pt x="115634" y="64992"/>
                  </a:lnTo>
                  <a:cubicBezTo>
                    <a:pt x="117779" y="64992"/>
                    <a:pt x="121739" y="64992"/>
                    <a:pt x="121739" y="61029"/>
                  </a:cubicBezTo>
                  <a:cubicBezTo>
                    <a:pt x="121739" y="56900"/>
                    <a:pt x="117944" y="56900"/>
                    <a:pt x="115634" y="56900"/>
                  </a:cubicBezTo>
                  <a:lnTo>
                    <a:pt x="65146" y="56900"/>
                  </a:lnTo>
                  <a:lnTo>
                    <a:pt x="65146" y="6201"/>
                  </a:lnTo>
                  <a:cubicBezTo>
                    <a:pt x="65146" y="4054"/>
                    <a:pt x="65146" y="91"/>
                    <a:pt x="61186" y="91"/>
                  </a:cubicBezTo>
                  <a:cubicBezTo>
                    <a:pt x="57061" y="91"/>
                    <a:pt x="57061" y="3889"/>
                    <a:pt x="57061" y="6201"/>
                  </a:cubicBezTo>
                  <a:lnTo>
                    <a:pt x="57061" y="56900"/>
                  </a:lnTo>
                  <a:lnTo>
                    <a:pt x="6407" y="56900"/>
                  </a:lnTo>
                  <a:cubicBezTo>
                    <a:pt x="4262" y="56900"/>
                    <a:pt x="303" y="56900"/>
                    <a:pt x="303" y="60863"/>
                  </a:cubicBezTo>
                  <a:cubicBezTo>
                    <a:pt x="303" y="64992"/>
                    <a:pt x="4097" y="64992"/>
                    <a:pt x="6407" y="64992"/>
                  </a:cubicBezTo>
                  <a:lnTo>
                    <a:pt x="57061" y="64992"/>
                  </a:lnTo>
                  <a:lnTo>
                    <a:pt x="57061" y="115691"/>
                  </a:lnTo>
                  <a:cubicBezTo>
                    <a:pt x="57061" y="117838"/>
                    <a:pt x="57061" y="121801"/>
                    <a:pt x="61021" y="121801"/>
                  </a:cubicBezTo>
                  <a:cubicBezTo>
                    <a:pt x="65146" y="121801"/>
                    <a:pt x="65146" y="118003"/>
                    <a:pt x="65146" y="115691"/>
                  </a:cubicBezTo>
                  <a:lnTo>
                    <a:pt x="65146" y="6499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88" name="Freeform: Shape 5487">
              <a:extLst>
                <a:ext uri="{FF2B5EF4-FFF2-40B4-BE49-F238E27FC236}">
                  <a16:creationId xmlns:a16="http://schemas.microsoft.com/office/drawing/2014/main" id="{901A8A06-4AFF-B0AB-BFE1-ECA2EAD86304}"/>
                </a:ext>
              </a:extLst>
            </p:cNvPr>
            <p:cNvSpPr/>
            <p:nvPr>
              <p:custDataLst>
                <p:tags r:id="rId45"/>
              </p:custDataLst>
            </p:nvPr>
          </p:nvSpPr>
          <p:spPr>
            <a:xfrm>
              <a:off x="13752242" y="6522909"/>
              <a:ext cx="96399" cy="148463"/>
            </a:xfrm>
            <a:custGeom>
              <a:avLst/>
              <a:gdLst>
                <a:gd name="connsiteX0" fmla="*/ 96709 w 96399"/>
                <a:gd name="connsiteY0" fmla="*/ 23046 h 148463"/>
                <a:gd name="connsiteX1" fmla="*/ 69649 w 96399"/>
                <a:gd name="connsiteY1" fmla="*/ 91 h 148463"/>
                <a:gd name="connsiteX2" fmla="*/ 26256 w 96399"/>
                <a:gd name="connsiteY2" fmla="*/ 42533 h 148463"/>
                <a:gd name="connsiteX3" fmla="*/ 352 w 96399"/>
                <a:gd name="connsiteY3" fmla="*/ 146572 h 148463"/>
                <a:gd name="connsiteX4" fmla="*/ 2661 w 96399"/>
                <a:gd name="connsiteY4" fmla="*/ 148554 h 148463"/>
                <a:gd name="connsiteX5" fmla="*/ 5796 w 96399"/>
                <a:gd name="connsiteY5" fmla="*/ 147398 h 148463"/>
                <a:gd name="connsiteX6" fmla="*/ 16851 w 96399"/>
                <a:gd name="connsiteY6" fmla="*/ 103305 h 148463"/>
                <a:gd name="connsiteX7" fmla="*/ 41600 w 96399"/>
                <a:gd name="connsiteY7" fmla="*/ 118003 h 148463"/>
                <a:gd name="connsiteX8" fmla="*/ 90769 w 96399"/>
                <a:gd name="connsiteY8" fmla="*/ 76057 h 148463"/>
                <a:gd name="connsiteX9" fmla="*/ 77899 w 96399"/>
                <a:gd name="connsiteY9" fmla="*/ 50955 h 148463"/>
                <a:gd name="connsiteX10" fmla="*/ 96709 w 96399"/>
                <a:gd name="connsiteY10" fmla="*/ 23046 h 148463"/>
                <a:gd name="connsiteX11" fmla="*/ 64040 w 96399"/>
                <a:gd name="connsiteY11" fmla="*/ 50790 h 148463"/>
                <a:gd name="connsiteX12" fmla="*/ 55625 w 96399"/>
                <a:gd name="connsiteY12" fmla="*/ 51946 h 148463"/>
                <a:gd name="connsiteX13" fmla="*/ 47870 w 96399"/>
                <a:gd name="connsiteY13" fmla="*/ 51120 h 148463"/>
                <a:gd name="connsiteX14" fmla="*/ 55625 w 96399"/>
                <a:gd name="connsiteY14" fmla="*/ 49964 h 148463"/>
                <a:gd name="connsiteX15" fmla="*/ 64040 w 96399"/>
                <a:gd name="connsiteY15" fmla="*/ 50790 h 148463"/>
                <a:gd name="connsiteX16" fmla="*/ 85819 w 96399"/>
                <a:gd name="connsiteY16" fmla="*/ 20073 h 148463"/>
                <a:gd name="connsiteX17" fmla="*/ 71299 w 96399"/>
                <a:gd name="connsiteY17" fmla="*/ 47487 h 148463"/>
                <a:gd name="connsiteX18" fmla="*/ 55790 w 96399"/>
                <a:gd name="connsiteY18" fmla="*/ 45340 h 148463"/>
                <a:gd name="connsiteX19" fmla="*/ 41765 w 96399"/>
                <a:gd name="connsiteY19" fmla="*/ 51615 h 148463"/>
                <a:gd name="connsiteX20" fmla="*/ 55295 w 96399"/>
                <a:gd name="connsiteY20" fmla="*/ 56405 h 148463"/>
                <a:gd name="connsiteX21" fmla="*/ 70969 w 96399"/>
                <a:gd name="connsiteY21" fmla="*/ 54093 h 148463"/>
                <a:gd name="connsiteX22" fmla="*/ 78559 w 96399"/>
                <a:gd name="connsiteY22" fmla="*/ 71598 h 148463"/>
                <a:gd name="connsiteX23" fmla="*/ 42095 w 96399"/>
                <a:gd name="connsiteY23" fmla="*/ 113379 h 148463"/>
                <a:gd name="connsiteX24" fmla="*/ 20316 w 96399"/>
                <a:gd name="connsiteY24" fmla="*/ 92571 h 148463"/>
                <a:gd name="connsiteX25" fmla="*/ 20811 w 96399"/>
                <a:gd name="connsiteY25" fmla="*/ 87782 h 148463"/>
                <a:gd name="connsiteX26" fmla="*/ 31701 w 96399"/>
                <a:gd name="connsiteY26" fmla="*/ 43854 h 148463"/>
                <a:gd name="connsiteX27" fmla="*/ 69319 w 96399"/>
                <a:gd name="connsiteY27" fmla="*/ 4715 h 148463"/>
                <a:gd name="connsiteX28" fmla="*/ 85819 w 96399"/>
                <a:gd name="connsiteY28" fmla="*/ 20073 h 14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6399" h="148463">
                  <a:moveTo>
                    <a:pt x="96709" y="23046"/>
                  </a:moveTo>
                  <a:cubicBezTo>
                    <a:pt x="96709" y="8513"/>
                    <a:pt x="84169" y="91"/>
                    <a:pt x="69649" y="91"/>
                  </a:cubicBezTo>
                  <a:cubicBezTo>
                    <a:pt x="47045" y="91"/>
                    <a:pt x="30381" y="25853"/>
                    <a:pt x="26256" y="42533"/>
                  </a:cubicBezTo>
                  <a:lnTo>
                    <a:pt x="352" y="146572"/>
                  </a:lnTo>
                  <a:cubicBezTo>
                    <a:pt x="22" y="147728"/>
                    <a:pt x="1671" y="148554"/>
                    <a:pt x="2661" y="148554"/>
                  </a:cubicBezTo>
                  <a:cubicBezTo>
                    <a:pt x="4146" y="148554"/>
                    <a:pt x="5466" y="148389"/>
                    <a:pt x="5796" y="147398"/>
                  </a:cubicBezTo>
                  <a:lnTo>
                    <a:pt x="16851" y="103305"/>
                  </a:lnTo>
                  <a:cubicBezTo>
                    <a:pt x="20316" y="110902"/>
                    <a:pt x="28236" y="118003"/>
                    <a:pt x="41600" y="118003"/>
                  </a:cubicBezTo>
                  <a:cubicBezTo>
                    <a:pt x="64700" y="118003"/>
                    <a:pt x="90769" y="101323"/>
                    <a:pt x="90769" y="76057"/>
                  </a:cubicBezTo>
                  <a:cubicBezTo>
                    <a:pt x="90769" y="66313"/>
                    <a:pt x="86314" y="56405"/>
                    <a:pt x="77899" y="50955"/>
                  </a:cubicBezTo>
                  <a:cubicBezTo>
                    <a:pt x="85984" y="45835"/>
                    <a:pt x="96709" y="36422"/>
                    <a:pt x="96709" y="23046"/>
                  </a:cubicBezTo>
                  <a:close/>
                  <a:moveTo>
                    <a:pt x="64040" y="50790"/>
                  </a:moveTo>
                  <a:cubicBezTo>
                    <a:pt x="61565" y="51285"/>
                    <a:pt x="60410" y="51946"/>
                    <a:pt x="55625" y="51946"/>
                  </a:cubicBezTo>
                  <a:cubicBezTo>
                    <a:pt x="52985" y="51946"/>
                    <a:pt x="49025" y="51781"/>
                    <a:pt x="47870" y="51120"/>
                  </a:cubicBezTo>
                  <a:cubicBezTo>
                    <a:pt x="49520" y="50129"/>
                    <a:pt x="54140" y="49964"/>
                    <a:pt x="55625" y="49964"/>
                  </a:cubicBezTo>
                  <a:cubicBezTo>
                    <a:pt x="58100" y="49964"/>
                    <a:pt x="61730" y="50129"/>
                    <a:pt x="64040" y="50790"/>
                  </a:cubicBezTo>
                  <a:close/>
                  <a:moveTo>
                    <a:pt x="85819" y="20073"/>
                  </a:moveTo>
                  <a:cubicBezTo>
                    <a:pt x="85819" y="28826"/>
                    <a:pt x="81529" y="41707"/>
                    <a:pt x="71299" y="47487"/>
                  </a:cubicBezTo>
                  <a:cubicBezTo>
                    <a:pt x="68164" y="46496"/>
                    <a:pt x="65030" y="45340"/>
                    <a:pt x="55790" y="45340"/>
                  </a:cubicBezTo>
                  <a:cubicBezTo>
                    <a:pt x="50015" y="45340"/>
                    <a:pt x="41765" y="45670"/>
                    <a:pt x="41765" y="51615"/>
                  </a:cubicBezTo>
                  <a:cubicBezTo>
                    <a:pt x="41765" y="55744"/>
                    <a:pt x="46880" y="56405"/>
                    <a:pt x="55295" y="56405"/>
                  </a:cubicBezTo>
                  <a:cubicBezTo>
                    <a:pt x="60905" y="56405"/>
                    <a:pt x="65855" y="55579"/>
                    <a:pt x="70969" y="54093"/>
                  </a:cubicBezTo>
                  <a:cubicBezTo>
                    <a:pt x="75919" y="57561"/>
                    <a:pt x="78559" y="64331"/>
                    <a:pt x="78559" y="71598"/>
                  </a:cubicBezTo>
                  <a:cubicBezTo>
                    <a:pt x="78559" y="95543"/>
                    <a:pt x="62225" y="113379"/>
                    <a:pt x="42095" y="113379"/>
                  </a:cubicBezTo>
                  <a:cubicBezTo>
                    <a:pt x="29391" y="113379"/>
                    <a:pt x="20316" y="105617"/>
                    <a:pt x="20316" y="92571"/>
                  </a:cubicBezTo>
                  <a:cubicBezTo>
                    <a:pt x="20316" y="90919"/>
                    <a:pt x="20481" y="89268"/>
                    <a:pt x="20811" y="87782"/>
                  </a:cubicBezTo>
                  <a:lnTo>
                    <a:pt x="31701" y="43854"/>
                  </a:lnTo>
                  <a:cubicBezTo>
                    <a:pt x="35660" y="28165"/>
                    <a:pt x="50180" y="4715"/>
                    <a:pt x="69319" y="4715"/>
                  </a:cubicBezTo>
                  <a:cubicBezTo>
                    <a:pt x="79054" y="4715"/>
                    <a:pt x="85819" y="10000"/>
                    <a:pt x="85819" y="2007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89" name="Freeform: Shape 5488">
              <a:extLst>
                <a:ext uri="{FF2B5EF4-FFF2-40B4-BE49-F238E27FC236}">
                  <a16:creationId xmlns:a16="http://schemas.microsoft.com/office/drawing/2014/main" id="{AEE6A339-61D8-6547-878D-416AA96855B8}"/>
                </a:ext>
              </a:extLst>
            </p:cNvPr>
            <p:cNvSpPr/>
            <p:nvPr>
              <p:custDataLst>
                <p:tags r:id="rId46"/>
              </p:custDataLst>
            </p:nvPr>
          </p:nvSpPr>
          <p:spPr>
            <a:xfrm>
              <a:off x="13861804" y="6584365"/>
              <a:ext cx="58691" cy="78560"/>
            </a:xfrm>
            <a:custGeom>
              <a:avLst/>
              <a:gdLst>
                <a:gd name="connsiteX0" fmla="*/ 59004 w 58691"/>
                <a:gd name="connsiteY0" fmla="*/ 55887 h 78560"/>
                <a:gd name="connsiteX1" fmla="*/ 54054 w 58691"/>
                <a:gd name="connsiteY1" fmla="*/ 55887 h 78560"/>
                <a:gd name="connsiteX2" fmla="*/ 50637 w 58691"/>
                <a:gd name="connsiteY2" fmla="*/ 66621 h 78560"/>
                <a:gd name="connsiteX3" fmla="*/ 38026 w 58691"/>
                <a:gd name="connsiteY3" fmla="*/ 67329 h 78560"/>
                <a:gd name="connsiteX4" fmla="*/ 14927 w 58691"/>
                <a:gd name="connsiteY4" fmla="*/ 67329 h 78560"/>
                <a:gd name="connsiteX5" fmla="*/ 38498 w 58691"/>
                <a:gd name="connsiteY5" fmla="*/ 50225 h 78560"/>
                <a:gd name="connsiteX6" fmla="*/ 59004 w 58691"/>
                <a:gd name="connsiteY6" fmla="*/ 23566 h 78560"/>
                <a:gd name="connsiteX7" fmla="*/ 27891 w 58691"/>
                <a:gd name="connsiteY7" fmla="*/ 92 h 78560"/>
                <a:gd name="connsiteX8" fmla="*/ 313 w 58691"/>
                <a:gd name="connsiteY8" fmla="*/ 20853 h 78560"/>
                <a:gd name="connsiteX9" fmla="*/ 7149 w 58691"/>
                <a:gd name="connsiteY9" fmla="*/ 28048 h 78560"/>
                <a:gd name="connsiteX10" fmla="*/ 14102 w 58691"/>
                <a:gd name="connsiteY10" fmla="*/ 21089 h 78560"/>
                <a:gd name="connsiteX11" fmla="*/ 7384 w 58691"/>
                <a:gd name="connsiteY11" fmla="*/ 14129 h 78560"/>
                <a:gd name="connsiteX12" fmla="*/ 25416 w 58691"/>
                <a:gd name="connsiteY12" fmla="*/ 5282 h 78560"/>
                <a:gd name="connsiteX13" fmla="*/ 46394 w 58691"/>
                <a:gd name="connsiteY13" fmla="*/ 23684 h 78560"/>
                <a:gd name="connsiteX14" fmla="*/ 30484 w 58691"/>
                <a:gd name="connsiteY14" fmla="*/ 48809 h 78560"/>
                <a:gd name="connsiteX15" fmla="*/ 1727 w 58691"/>
                <a:gd name="connsiteY15" fmla="*/ 73226 h 78560"/>
                <a:gd name="connsiteX16" fmla="*/ 313 w 58691"/>
                <a:gd name="connsiteY16" fmla="*/ 75114 h 78560"/>
                <a:gd name="connsiteX17" fmla="*/ 313 w 58691"/>
                <a:gd name="connsiteY17" fmla="*/ 78653 h 78560"/>
                <a:gd name="connsiteX18" fmla="*/ 55115 w 58691"/>
                <a:gd name="connsiteY18" fmla="*/ 78653 h 78560"/>
                <a:gd name="connsiteX19" fmla="*/ 59004 w 58691"/>
                <a:gd name="connsiteY19" fmla="*/ 55887 h 7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691" h="78560">
                  <a:moveTo>
                    <a:pt x="59004" y="55887"/>
                  </a:moveTo>
                  <a:lnTo>
                    <a:pt x="54054" y="55887"/>
                  </a:lnTo>
                  <a:cubicBezTo>
                    <a:pt x="53701" y="58128"/>
                    <a:pt x="52522" y="65441"/>
                    <a:pt x="50637" y="66621"/>
                  </a:cubicBezTo>
                  <a:cubicBezTo>
                    <a:pt x="49694" y="67329"/>
                    <a:pt x="39794" y="67329"/>
                    <a:pt x="38026" y="67329"/>
                  </a:cubicBezTo>
                  <a:lnTo>
                    <a:pt x="14927" y="67329"/>
                  </a:lnTo>
                  <a:cubicBezTo>
                    <a:pt x="22705" y="61549"/>
                    <a:pt x="31426" y="54943"/>
                    <a:pt x="38498" y="50225"/>
                  </a:cubicBezTo>
                  <a:cubicBezTo>
                    <a:pt x="49105" y="42911"/>
                    <a:pt x="59004" y="36069"/>
                    <a:pt x="59004" y="23566"/>
                  </a:cubicBezTo>
                  <a:cubicBezTo>
                    <a:pt x="59004" y="8467"/>
                    <a:pt x="44744" y="92"/>
                    <a:pt x="27891" y="92"/>
                  </a:cubicBezTo>
                  <a:cubicBezTo>
                    <a:pt x="11981" y="92"/>
                    <a:pt x="313" y="9293"/>
                    <a:pt x="313" y="20853"/>
                  </a:cubicBezTo>
                  <a:cubicBezTo>
                    <a:pt x="313" y="26987"/>
                    <a:pt x="5499" y="28048"/>
                    <a:pt x="7149" y="28048"/>
                  </a:cubicBezTo>
                  <a:cubicBezTo>
                    <a:pt x="10331" y="28048"/>
                    <a:pt x="14102" y="25925"/>
                    <a:pt x="14102" y="21089"/>
                  </a:cubicBezTo>
                  <a:cubicBezTo>
                    <a:pt x="14102" y="16842"/>
                    <a:pt x="11038" y="14483"/>
                    <a:pt x="7384" y="14129"/>
                  </a:cubicBezTo>
                  <a:cubicBezTo>
                    <a:pt x="10684" y="8821"/>
                    <a:pt x="17520" y="5282"/>
                    <a:pt x="25416" y="5282"/>
                  </a:cubicBezTo>
                  <a:cubicBezTo>
                    <a:pt x="36848" y="5282"/>
                    <a:pt x="46394" y="12124"/>
                    <a:pt x="46394" y="23684"/>
                  </a:cubicBezTo>
                  <a:cubicBezTo>
                    <a:pt x="46394" y="33592"/>
                    <a:pt x="39558" y="41142"/>
                    <a:pt x="30484" y="48809"/>
                  </a:cubicBezTo>
                  <a:lnTo>
                    <a:pt x="1727" y="73226"/>
                  </a:lnTo>
                  <a:cubicBezTo>
                    <a:pt x="549" y="74288"/>
                    <a:pt x="431" y="74288"/>
                    <a:pt x="313" y="75114"/>
                  </a:cubicBezTo>
                  <a:lnTo>
                    <a:pt x="313" y="78653"/>
                  </a:lnTo>
                  <a:lnTo>
                    <a:pt x="55115" y="78653"/>
                  </a:lnTo>
                  <a:lnTo>
                    <a:pt x="59004" y="5588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0" name="Freeform: Shape 5489">
              <a:extLst>
                <a:ext uri="{FF2B5EF4-FFF2-40B4-BE49-F238E27FC236}">
                  <a16:creationId xmlns:a16="http://schemas.microsoft.com/office/drawing/2014/main" id="{7D6B291E-E197-CEE2-B8C8-7F9E8613506A}"/>
                </a:ext>
              </a:extLst>
            </p:cNvPr>
            <p:cNvSpPr/>
            <p:nvPr>
              <p:custDataLst>
                <p:tags r:id="rId47"/>
              </p:custDataLst>
            </p:nvPr>
          </p:nvSpPr>
          <p:spPr>
            <a:xfrm>
              <a:off x="13950167" y="6566506"/>
              <a:ext cx="81342" cy="106516"/>
            </a:xfrm>
            <a:custGeom>
              <a:avLst/>
              <a:gdLst>
                <a:gd name="connsiteX0" fmla="*/ 81000 w 81342"/>
                <a:gd name="connsiteY0" fmla="*/ 11981 h 106516"/>
                <a:gd name="connsiteX1" fmla="*/ 81660 w 81342"/>
                <a:gd name="connsiteY1" fmla="*/ 8513 h 106516"/>
                <a:gd name="connsiteX2" fmla="*/ 76050 w 81342"/>
                <a:gd name="connsiteY2" fmla="*/ 3229 h 106516"/>
                <a:gd name="connsiteX3" fmla="*/ 68460 w 81342"/>
                <a:gd name="connsiteY3" fmla="*/ 9504 h 106516"/>
                <a:gd name="connsiteX4" fmla="*/ 51465 w 81342"/>
                <a:gd name="connsiteY4" fmla="*/ 91 h 106516"/>
                <a:gd name="connsiteX5" fmla="*/ 9227 w 81342"/>
                <a:gd name="connsiteY5" fmla="*/ 45835 h 106516"/>
                <a:gd name="connsiteX6" fmla="*/ 34306 w 81342"/>
                <a:gd name="connsiteY6" fmla="*/ 72919 h 106516"/>
                <a:gd name="connsiteX7" fmla="*/ 54930 w 81342"/>
                <a:gd name="connsiteY7" fmla="*/ 64001 h 106516"/>
                <a:gd name="connsiteX8" fmla="*/ 51301 w 81342"/>
                <a:gd name="connsiteY8" fmla="*/ 78864 h 106516"/>
                <a:gd name="connsiteX9" fmla="*/ 42061 w 81342"/>
                <a:gd name="connsiteY9" fmla="*/ 95874 h 106516"/>
                <a:gd name="connsiteX10" fmla="*/ 23581 w 81342"/>
                <a:gd name="connsiteY10" fmla="*/ 101984 h 106516"/>
                <a:gd name="connsiteX11" fmla="*/ 10877 w 81342"/>
                <a:gd name="connsiteY11" fmla="*/ 100828 h 106516"/>
                <a:gd name="connsiteX12" fmla="*/ 16157 w 81342"/>
                <a:gd name="connsiteY12" fmla="*/ 92571 h 106516"/>
                <a:gd name="connsiteX13" fmla="*/ 9722 w 81342"/>
                <a:gd name="connsiteY13" fmla="*/ 86461 h 106516"/>
                <a:gd name="connsiteX14" fmla="*/ 317 w 81342"/>
                <a:gd name="connsiteY14" fmla="*/ 96534 h 106516"/>
                <a:gd name="connsiteX15" fmla="*/ 23746 w 81342"/>
                <a:gd name="connsiteY15" fmla="*/ 106608 h 106516"/>
                <a:gd name="connsiteX16" fmla="*/ 63015 w 81342"/>
                <a:gd name="connsiteY16" fmla="*/ 83983 h 106516"/>
                <a:gd name="connsiteX17" fmla="*/ 81000 w 81342"/>
                <a:gd name="connsiteY17" fmla="*/ 11981 h 106516"/>
                <a:gd name="connsiteX18" fmla="*/ 58230 w 81342"/>
                <a:gd name="connsiteY18" fmla="*/ 50955 h 106516"/>
                <a:gd name="connsiteX19" fmla="*/ 54765 w 81342"/>
                <a:gd name="connsiteY19" fmla="*/ 57065 h 106516"/>
                <a:gd name="connsiteX20" fmla="*/ 34801 w 81342"/>
                <a:gd name="connsiteY20" fmla="*/ 68295 h 106516"/>
                <a:gd name="connsiteX21" fmla="*/ 22426 w 81342"/>
                <a:gd name="connsiteY21" fmla="*/ 52606 h 106516"/>
                <a:gd name="connsiteX22" fmla="*/ 31171 w 81342"/>
                <a:gd name="connsiteY22" fmla="*/ 19578 h 106516"/>
                <a:gd name="connsiteX23" fmla="*/ 51465 w 81342"/>
                <a:gd name="connsiteY23" fmla="*/ 4715 h 106516"/>
                <a:gd name="connsiteX24" fmla="*/ 66150 w 81342"/>
                <a:gd name="connsiteY24" fmla="*/ 18752 h 106516"/>
                <a:gd name="connsiteX25" fmla="*/ 65655 w 81342"/>
                <a:gd name="connsiteY25" fmla="*/ 21229 h 106516"/>
                <a:gd name="connsiteX26" fmla="*/ 58230 w 81342"/>
                <a:gd name="connsiteY26" fmla="*/ 50955 h 10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342" h="106516">
                  <a:moveTo>
                    <a:pt x="81000" y="11981"/>
                  </a:moveTo>
                  <a:cubicBezTo>
                    <a:pt x="81660" y="9504"/>
                    <a:pt x="81660" y="8678"/>
                    <a:pt x="81660" y="8513"/>
                  </a:cubicBezTo>
                  <a:cubicBezTo>
                    <a:pt x="81660" y="4880"/>
                    <a:pt x="78690" y="3229"/>
                    <a:pt x="76050" y="3229"/>
                  </a:cubicBezTo>
                  <a:cubicBezTo>
                    <a:pt x="72255" y="3229"/>
                    <a:pt x="69120" y="6366"/>
                    <a:pt x="68460" y="9504"/>
                  </a:cubicBezTo>
                  <a:cubicBezTo>
                    <a:pt x="65655" y="5045"/>
                    <a:pt x="60045" y="91"/>
                    <a:pt x="51465" y="91"/>
                  </a:cubicBezTo>
                  <a:cubicBezTo>
                    <a:pt x="30841" y="91"/>
                    <a:pt x="9227" y="22220"/>
                    <a:pt x="9227" y="45835"/>
                  </a:cubicBezTo>
                  <a:cubicBezTo>
                    <a:pt x="9227" y="62845"/>
                    <a:pt x="20776" y="72919"/>
                    <a:pt x="34306" y="72919"/>
                  </a:cubicBezTo>
                  <a:cubicBezTo>
                    <a:pt x="41896" y="72919"/>
                    <a:pt x="49156" y="69121"/>
                    <a:pt x="54930" y="64001"/>
                  </a:cubicBezTo>
                  <a:lnTo>
                    <a:pt x="51301" y="78864"/>
                  </a:lnTo>
                  <a:cubicBezTo>
                    <a:pt x="49486" y="85800"/>
                    <a:pt x="48331" y="90259"/>
                    <a:pt x="42061" y="95874"/>
                  </a:cubicBezTo>
                  <a:cubicBezTo>
                    <a:pt x="34801" y="101984"/>
                    <a:pt x="27706" y="101984"/>
                    <a:pt x="23581" y="101984"/>
                  </a:cubicBezTo>
                  <a:cubicBezTo>
                    <a:pt x="15992" y="101984"/>
                    <a:pt x="13847" y="101488"/>
                    <a:pt x="10877" y="100828"/>
                  </a:cubicBezTo>
                  <a:cubicBezTo>
                    <a:pt x="15002" y="98846"/>
                    <a:pt x="16157" y="94883"/>
                    <a:pt x="16157" y="92571"/>
                  </a:cubicBezTo>
                  <a:cubicBezTo>
                    <a:pt x="16157" y="88607"/>
                    <a:pt x="13022" y="86461"/>
                    <a:pt x="9722" y="86461"/>
                  </a:cubicBezTo>
                  <a:cubicBezTo>
                    <a:pt x="5102" y="86461"/>
                    <a:pt x="317" y="90259"/>
                    <a:pt x="317" y="96534"/>
                  </a:cubicBezTo>
                  <a:cubicBezTo>
                    <a:pt x="317" y="106443"/>
                    <a:pt x="14507" y="106608"/>
                    <a:pt x="23746" y="106608"/>
                  </a:cubicBezTo>
                  <a:cubicBezTo>
                    <a:pt x="49651" y="106608"/>
                    <a:pt x="60705" y="93396"/>
                    <a:pt x="63015" y="83983"/>
                  </a:cubicBezTo>
                  <a:lnTo>
                    <a:pt x="81000" y="11981"/>
                  </a:lnTo>
                  <a:close/>
                  <a:moveTo>
                    <a:pt x="58230" y="50955"/>
                  </a:moveTo>
                  <a:cubicBezTo>
                    <a:pt x="57570" y="53432"/>
                    <a:pt x="57570" y="53762"/>
                    <a:pt x="54765" y="57065"/>
                  </a:cubicBezTo>
                  <a:cubicBezTo>
                    <a:pt x="48991" y="64001"/>
                    <a:pt x="41071" y="68295"/>
                    <a:pt x="34801" y="68295"/>
                  </a:cubicBezTo>
                  <a:cubicBezTo>
                    <a:pt x="26386" y="68295"/>
                    <a:pt x="22426" y="61194"/>
                    <a:pt x="22426" y="52606"/>
                  </a:cubicBezTo>
                  <a:cubicBezTo>
                    <a:pt x="22426" y="45340"/>
                    <a:pt x="26881" y="26844"/>
                    <a:pt x="31171" y="19578"/>
                  </a:cubicBezTo>
                  <a:cubicBezTo>
                    <a:pt x="38101" y="8018"/>
                    <a:pt x="45856" y="4715"/>
                    <a:pt x="51465" y="4715"/>
                  </a:cubicBezTo>
                  <a:cubicBezTo>
                    <a:pt x="63015" y="4715"/>
                    <a:pt x="66150" y="17101"/>
                    <a:pt x="66150" y="18752"/>
                  </a:cubicBezTo>
                  <a:cubicBezTo>
                    <a:pt x="66150" y="19082"/>
                    <a:pt x="66150" y="19413"/>
                    <a:pt x="65655" y="21229"/>
                  </a:cubicBezTo>
                  <a:lnTo>
                    <a:pt x="58230" y="509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1" name="Freeform: Shape 5490">
              <a:extLst>
                <a:ext uri="{FF2B5EF4-FFF2-40B4-BE49-F238E27FC236}">
                  <a16:creationId xmlns:a16="http://schemas.microsoft.com/office/drawing/2014/main" id="{06747D97-5160-1401-5964-7122FFD5C063}"/>
                </a:ext>
              </a:extLst>
            </p:cNvPr>
            <p:cNvSpPr/>
            <p:nvPr>
              <p:custDataLst>
                <p:tags r:id="rId48"/>
              </p:custDataLst>
            </p:nvPr>
          </p:nvSpPr>
          <p:spPr>
            <a:xfrm>
              <a:off x="14040783" y="6566506"/>
              <a:ext cx="92067" cy="104865"/>
            </a:xfrm>
            <a:custGeom>
              <a:avLst/>
              <a:gdLst>
                <a:gd name="connsiteX0" fmla="*/ 12861 w 92067"/>
                <a:gd name="connsiteY0" fmla="*/ 93066 h 104865"/>
                <a:gd name="connsiteX1" fmla="*/ 4776 w 92067"/>
                <a:gd name="connsiteY1" fmla="*/ 99011 h 104865"/>
                <a:gd name="connsiteX2" fmla="*/ 321 w 92067"/>
                <a:gd name="connsiteY2" fmla="*/ 102479 h 104865"/>
                <a:gd name="connsiteX3" fmla="*/ 2631 w 92067"/>
                <a:gd name="connsiteY3" fmla="*/ 104956 h 104865"/>
                <a:gd name="connsiteX4" fmla="*/ 16821 w 92067"/>
                <a:gd name="connsiteY4" fmla="*/ 104296 h 104865"/>
                <a:gd name="connsiteX5" fmla="*/ 34145 w 92067"/>
                <a:gd name="connsiteY5" fmla="*/ 104956 h 104865"/>
                <a:gd name="connsiteX6" fmla="*/ 37445 w 92067"/>
                <a:gd name="connsiteY6" fmla="*/ 101323 h 104865"/>
                <a:gd name="connsiteX7" fmla="*/ 33155 w 92067"/>
                <a:gd name="connsiteY7" fmla="*/ 99011 h 104865"/>
                <a:gd name="connsiteX8" fmla="*/ 25070 w 92067"/>
                <a:gd name="connsiteY8" fmla="*/ 97030 h 104865"/>
                <a:gd name="connsiteX9" fmla="*/ 26885 w 92067"/>
                <a:gd name="connsiteY9" fmla="*/ 89433 h 104865"/>
                <a:gd name="connsiteX10" fmla="*/ 32990 w 92067"/>
                <a:gd name="connsiteY10" fmla="*/ 64827 h 104865"/>
                <a:gd name="connsiteX11" fmla="*/ 49985 w 92067"/>
                <a:gd name="connsiteY11" fmla="*/ 74570 h 104865"/>
                <a:gd name="connsiteX12" fmla="*/ 92388 w 92067"/>
                <a:gd name="connsiteY12" fmla="*/ 27670 h 104865"/>
                <a:gd name="connsiteX13" fmla="*/ 67639 w 92067"/>
                <a:gd name="connsiteY13" fmla="*/ 91 h 104865"/>
                <a:gd name="connsiteX14" fmla="*/ 44210 w 92067"/>
                <a:gd name="connsiteY14" fmla="*/ 11651 h 104865"/>
                <a:gd name="connsiteX15" fmla="*/ 27215 w 92067"/>
                <a:gd name="connsiteY15" fmla="*/ 91 h 104865"/>
                <a:gd name="connsiteX16" fmla="*/ 14181 w 92067"/>
                <a:gd name="connsiteY16" fmla="*/ 8844 h 104865"/>
                <a:gd name="connsiteX17" fmla="*/ 8241 w 92067"/>
                <a:gd name="connsiteY17" fmla="*/ 25358 h 104865"/>
                <a:gd name="connsiteX18" fmla="*/ 11046 w 92067"/>
                <a:gd name="connsiteY18" fmla="*/ 27505 h 104865"/>
                <a:gd name="connsiteX19" fmla="*/ 14676 w 92067"/>
                <a:gd name="connsiteY19" fmla="*/ 22550 h 104865"/>
                <a:gd name="connsiteX20" fmla="*/ 26720 w 92067"/>
                <a:gd name="connsiteY20" fmla="*/ 4715 h 104865"/>
                <a:gd name="connsiteX21" fmla="*/ 32165 w 92067"/>
                <a:gd name="connsiteY21" fmla="*/ 12807 h 104865"/>
                <a:gd name="connsiteX22" fmla="*/ 31670 w 92067"/>
                <a:gd name="connsiteY22" fmla="*/ 17761 h 104865"/>
                <a:gd name="connsiteX23" fmla="*/ 12861 w 92067"/>
                <a:gd name="connsiteY23" fmla="*/ 93066 h 104865"/>
                <a:gd name="connsiteX24" fmla="*/ 44045 w 92067"/>
                <a:gd name="connsiteY24" fmla="*/ 19908 h 104865"/>
                <a:gd name="connsiteX25" fmla="*/ 67144 w 92067"/>
                <a:gd name="connsiteY25" fmla="*/ 4715 h 104865"/>
                <a:gd name="connsiteX26" fmla="*/ 79189 w 92067"/>
                <a:gd name="connsiteY26" fmla="*/ 20734 h 104865"/>
                <a:gd name="connsiteX27" fmla="*/ 70609 w 92067"/>
                <a:gd name="connsiteY27" fmla="*/ 53927 h 104865"/>
                <a:gd name="connsiteX28" fmla="*/ 49985 w 92067"/>
                <a:gd name="connsiteY28" fmla="*/ 69946 h 104865"/>
                <a:gd name="connsiteX29" fmla="*/ 35300 w 92067"/>
                <a:gd name="connsiteY29" fmla="*/ 55579 h 104865"/>
                <a:gd name="connsiteX30" fmla="*/ 35795 w 92067"/>
                <a:gd name="connsiteY30" fmla="*/ 53102 h 104865"/>
                <a:gd name="connsiteX31" fmla="*/ 44045 w 92067"/>
                <a:gd name="connsiteY31" fmla="*/ 19908 h 104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2067" h="104865">
                  <a:moveTo>
                    <a:pt x="12861" y="93066"/>
                  </a:moveTo>
                  <a:cubicBezTo>
                    <a:pt x="11706" y="97690"/>
                    <a:pt x="11376" y="99011"/>
                    <a:pt x="4776" y="99011"/>
                  </a:cubicBezTo>
                  <a:cubicBezTo>
                    <a:pt x="2631" y="99011"/>
                    <a:pt x="321" y="99011"/>
                    <a:pt x="321" y="102479"/>
                  </a:cubicBezTo>
                  <a:cubicBezTo>
                    <a:pt x="321" y="104296"/>
                    <a:pt x="1806" y="104956"/>
                    <a:pt x="2631" y="104956"/>
                  </a:cubicBezTo>
                  <a:cubicBezTo>
                    <a:pt x="6921" y="104956"/>
                    <a:pt x="12366" y="104296"/>
                    <a:pt x="16821" y="104296"/>
                  </a:cubicBezTo>
                  <a:cubicBezTo>
                    <a:pt x="22431" y="104296"/>
                    <a:pt x="28700" y="104956"/>
                    <a:pt x="34145" y="104956"/>
                  </a:cubicBezTo>
                  <a:cubicBezTo>
                    <a:pt x="35630" y="104956"/>
                    <a:pt x="37445" y="104461"/>
                    <a:pt x="37445" y="101323"/>
                  </a:cubicBezTo>
                  <a:cubicBezTo>
                    <a:pt x="37445" y="99011"/>
                    <a:pt x="35135" y="99011"/>
                    <a:pt x="33155" y="99011"/>
                  </a:cubicBezTo>
                  <a:cubicBezTo>
                    <a:pt x="29525" y="99011"/>
                    <a:pt x="25070" y="99011"/>
                    <a:pt x="25070" y="97030"/>
                  </a:cubicBezTo>
                  <a:cubicBezTo>
                    <a:pt x="25070" y="96204"/>
                    <a:pt x="26225" y="91910"/>
                    <a:pt x="26885" y="89433"/>
                  </a:cubicBezTo>
                  <a:cubicBezTo>
                    <a:pt x="28865" y="80681"/>
                    <a:pt x="31175" y="71763"/>
                    <a:pt x="32990" y="64827"/>
                  </a:cubicBezTo>
                  <a:cubicBezTo>
                    <a:pt x="34970" y="68130"/>
                    <a:pt x="40085" y="74570"/>
                    <a:pt x="49985" y="74570"/>
                  </a:cubicBezTo>
                  <a:cubicBezTo>
                    <a:pt x="70114" y="74570"/>
                    <a:pt x="92388" y="52276"/>
                    <a:pt x="92388" y="27670"/>
                  </a:cubicBezTo>
                  <a:cubicBezTo>
                    <a:pt x="92388" y="8348"/>
                    <a:pt x="79024" y="91"/>
                    <a:pt x="67639" y="91"/>
                  </a:cubicBezTo>
                  <a:cubicBezTo>
                    <a:pt x="57409" y="91"/>
                    <a:pt x="48665" y="7027"/>
                    <a:pt x="44210" y="11651"/>
                  </a:cubicBezTo>
                  <a:cubicBezTo>
                    <a:pt x="41405" y="2238"/>
                    <a:pt x="32165" y="91"/>
                    <a:pt x="27215" y="91"/>
                  </a:cubicBezTo>
                  <a:cubicBezTo>
                    <a:pt x="20781" y="91"/>
                    <a:pt x="16821" y="4385"/>
                    <a:pt x="14181" y="8844"/>
                  </a:cubicBezTo>
                  <a:cubicBezTo>
                    <a:pt x="10881" y="14458"/>
                    <a:pt x="8241" y="24367"/>
                    <a:pt x="8241" y="25358"/>
                  </a:cubicBezTo>
                  <a:cubicBezTo>
                    <a:pt x="8241" y="27505"/>
                    <a:pt x="10551" y="27505"/>
                    <a:pt x="11046" y="27505"/>
                  </a:cubicBezTo>
                  <a:cubicBezTo>
                    <a:pt x="13356" y="27505"/>
                    <a:pt x="13521" y="27009"/>
                    <a:pt x="14676" y="22550"/>
                  </a:cubicBezTo>
                  <a:cubicBezTo>
                    <a:pt x="17151" y="12972"/>
                    <a:pt x="20286" y="4715"/>
                    <a:pt x="26720" y="4715"/>
                  </a:cubicBezTo>
                  <a:cubicBezTo>
                    <a:pt x="31010" y="4715"/>
                    <a:pt x="32165" y="8348"/>
                    <a:pt x="32165" y="12807"/>
                  </a:cubicBezTo>
                  <a:cubicBezTo>
                    <a:pt x="32165" y="14624"/>
                    <a:pt x="31835" y="16770"/>
                    <a:pt x="31670" y="17761"/>
                  </a:cubicBezTo>
                  <a:lnTo>
                    <a:pt x="12861" y="93066"/>
                  </a:lnTo>
                  <a:close/>
                  <a:moveTo>
                    <a:pt x="44045" y="19908"/>
                  </a:moveTo>
                  <a:cubicBezTo>
                    <a:pt x="53615" y="7192"/>
                    <a:pt x="61864" y="4715"/>
                    <a:pt x="67144" y="4715"/>
                  </a:cubicBezTo>
                  <a:cubicBezTo>
                    <a:pt x="73579" y="4715"/>
                    <a:pt x="79189" y="9504"/>
                    <a:pt x="79189" y="20734"/>
                  </a:cubicBezTo>
                  <a:cubicBezTo>
                    <a:pt x="79189" y="27505"/>
                    <a:pt x="75559" y="44349"/>
                    <a:pt x="70609" y="53927"/>
                  </a:cubicBezTo>
                  <a:cubicBezTo>
                    <a:pt x="66484" y="62019"/>
                    <a:pt x="58399" y="69946"/>
                    <a:pt x="49985" y="69946"/>
                  </a:cubicBezTo>
                  <a:cubicBezTo>
                    <a:pt x="38270" y="69946"/>
                    <a:pt x="35300" y="57230"/>
                    <a:pt x="35300" y="55579"/>
                  </a:cubicBezTo>
                  <a:cubicBezTo>
                    <a:pt x="35300" y="54918"/>
                    <a:pt x="35630" y="53762"/>
                    <a:pt x="35795" y="53102"/>
                  </a:cubicBezTo>
                  <a:lnTo>
                    <a:pt x="44045" y="1990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2" name="Freeform: Shape 5491">
              <a:extLst>
                <a:ext uri="{FF2B5EF4-FFF2-40B4-BE49-F238E27FC236}">
                  <a16:creationId xmlns:a16="http://schemas.microsoft.com/office/drawing/2014/main" id="{60087B6A-8C34-3BB7-649C-021A142A1A51}"/>
                </a:ext>
              </a:extLst>
            </p:cNvPr>
            <p:cNvSpPr/>
            <p:nvPr>
              <p:custDataLst>
                <p:tags r:id="rId49"/>
              </p:custDataLst>
            </p:nvPr>
          </p:nvSpPr>
          <p:spPr>
            <a:xfrm>
              <a:off x="14148180" y="6566506"/>
              <a:ext cx="84147" cy="74479"/>
            </a:xfrm>
            <a:custGeom>
              <a:avLst/>
              <a:gdLst>
                <a:gd name="connsiteX0" fmla="*/ 59888 w 84147"/>
                <a:gd name="connsiteY0" fmla="*/ 9834 h 74479"/>
                <a:gd name="connsiteX1" fmla="*/ 42894 w 84147"/>
                <a:gd name="connsiteY1" fmla="*/ 91 h 74479"/>
                <a:gd name="connsiteX2" fmla="*/ 325 w 84147"/>
                <a:gd name="connsiteY2" fmla="*/ 47157 h 74479"/>
                <a:gd name="connsiteX3" fmla="*/ 25240 w 84147"/>
                <a:gd name="connsiteY3" fmla="*/ 74570 h 74479"/>
                <a:gd name="connsiteX4" fmla="*/ 48669 w 84147"/>
                <a:gd name="connsiteY4" fmla="*/ 63010 h 74479"/>
                <a:gd name="connsiteX5" fmla="*/ 65663 w 84147"/>
                <a:gd name="connsiteY5" fmla="*/ 74570 h 74479"/>
                <a:gd name="connsiteX6" fmla="*/ 78698 w 84147"/>
                <a:gd name="connsiteY6" fmla="*/ 65818 h 74479"/>
                <a:gd name="connsiteX7" fmla="*/ 84473 w 84147"/>
                <a:gd name="connsiteY7" fmla="*/ 49303 h 74479"/>
                <a:gd name="connsiteX8" fmla="*/ 81833 w 84147"/>
                <a:gd name="connsiteY8" fmla="*/ 47157 h 74479"/>
                <a:gd name="connsiteX9" fmla="*/ 78203 w 84147"/>
                <a:gd name="connsiteY9" fmla="*/ 52276 h 74479"/>
                <a:gd name="connsiteX10" fmla="*/ 66158 w 84147"/>
                <a:gd name="connsiteY10" fmla="*/ 69946 h 74479"/>
                <a:gd name="connsiteX11" fmla="*/ 60713 w 84147"/>
                <a:gd name="connsiteY11" fmla="*/ 61854 h 74479"/>
                <a:gd name="connsiteX12" fmla="*/ 63188 w 84147"/>
                <a:gd name="connsiteY12" fmla="*/ 48808 h 74479"/>
                <a:gd name="connsiteX13" fmla="*/ 66818 w 84147"/>
                <a:gd name="connsiteY13" fmla="*/ 33945 h 74479"/>
                <a:gd name="connsiteX14" fmla="*/ 70118 w 84147"/>
                <a:gd name="connsiteY14" fmla="*/ 21394 h 74479"/>
                <a:gd name="connsiteX15" fmla="*/ 73088 w 84147"/>
                <a:gd name="connsiteY15" fmla="*/ 8513 h 74479"/>
                <a:gd name="connsiteX16" fmla="*/ 67478 w 84147"/>
                <a:gd name="connsiteY16" fmla="*/ 3229 h 74479"/>
                <a:gd name="connsiteX17" fmla="*/ 59888 w 84147"/>
                <a:gd name="connsiteY17" fmla="*/ 9834 h 74479"/>
                <a:gd name="connsiteX18" fmla="*/ 49329 w 84147"/>
                <a:gd name="connsiteY18" fmla="*/ 52276 h 74479"/>
                <a:gd name="connsiteX19" fmla="*/ 40914 w 84147"/>
                <a:gd name="connsiteY19" fmla="*/ 63341 h 74479"/>
                <a:gd name="connsiteX20" fmla="*/ 25734 w 84147"/>
                <a:gd name="connsiteY20" fmla="*/ 69946 h 74479"/>
                <a:gd name="connsiteX21" fmla="*/ 13690 w 84147"/>
                <a:gd name="connsiteY21" fmla="*/ 53927 h 74479"/>
                <a:gd name="connsiteX22" fmla="*/ 22270 w 84147"/>
                <a:gd name="connsiteY22" fmla="*/ 20404 h 74479"/>
                <a:gd name="connsiteX23" fmla="*/ 42894 w 84147"/>
                <a:gd name="connsiteY23" fmla="*/ 4715 h 74479"/>
                <a:gd name="connsiteX24" fmla="*/ 57579 w 84147"/>
                <a:gd name="connsiteY24" fmla="*/ 19082 h 74479"/>
                <a:gd name="connsiteX25" fmla="*/ 57084 w 84147"/>
                <a:gd name="connsiteY25" fmla="*/ 21394 h 74479"/>
                <a:gd name="connsiteX26" fmla="*/ 49329 w 84147"/>
                <a:gd name="connsiteY26" fmla="*/ 52276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4147" h="74479">
                  <a:moveTo>
                    <a:pt x="59888" y="9834"/>
                  </a:moveTo>
                  <a:cubicBezTo>
                    <a:pt x="56424" y="4385"/>
                    <a:pt x="50814" y="91"/>
                    <a:pt x="42894" y="91"/>
                  </a:cubicBezTo>
                  <a:cubicBezTo>
                    <a:pt x="21775" y="91"/>
                    <a:pt x="325" y="23376"/>
                    <a:pt x="325" y="47157"/>
                  </a:cubicBezTo>
                  <a:cubicBezTo>
                    <a:pt x="325" y="63175"/>
                    <a:pt x="11050" y="74570"/>
                    <a:pt x="25240" y="74570"/>
                  </a:cubicBezTo>
                  <a:cubicBezTo>
                    <a:pt x="34149" y="74570"/>
                    <a:pt x="42069" y="69451"/>
                    <a:pt x="48669" y="63010"/>
                  </a:cubicBezTo>
                  <a:cubicBezTo>
                    <a:pt x="51804" y="72919"/>
                    <a:pt x="61373" y="74570"/>
                    <a:pt x="65663" y="74570"/>
                  </a:cubicBezTo>
                  <a:cubicBezTo>
                    <a:pt x="71603" y="74570"/>
                    <a:pt x="75728" y="70937"/>
                    <a:pt x="78698" y="65818"/>
                  </a:cubicBezTo>
                  <a:cubicBezTo>
                    <a:pt x="82328" y="59377"/>
                    <a:pt x="84473" y="49964"/>
                    <a:pt x="84473" y="49303"/>
                  </a:cubicBezTo>
                  <a:cubicBezTo>
                    <a:pt x="84473" y="47157"/>
                    <a:pt x="82328" y="47157"/>
                    <a:pt x="81833" y="47157"/>
                  </a:cubicBezTo>
                  <a:cubicBezTo>
                    <a:pt x="79523" y="47157"/>
                    <a:pt x="79358" y="47817"/>
                    <a:pt x="78203" y="52276"/>
                  </a:cubicBezTo>
                  <a:cubicBezTo>
                    <a:pt x="76223" y="60203"/>
                    <a:pt x="73088" y="69946"/>
                    <a:pt x="66158" y="69946"/>
                  </a:cubicBezTo>
                  <a:cubicBezTo>
                    <a:pt x="61868" y="69946"/>
                    <a:pt x="60713" y="66313"/>
                    <a:pt x="60713" y="61854"/>
                  </a:cubicBezTo>
                  <a:cubicBezTo>
                    <a:pt x="60713" y="59047"/>
                    <a:pt x="62033" y="53102"/>
                    <a:pt x="63188" y="48808"/>
                  </a:cubicBezTo>
                  <a:cubicBezTo>
                    <a:pt x="64343" y="44349"/>
                    <a:pt x="65993" y="37578"/>
                    <a:pt x="66818" y="33945"/>
                  </a:cubicBezTo>
                  <a:lnTo>
                    <a:pt x="70118" y="21394"/>
                  </a:lnTo>
                  <a:cubicBezTo>
                    <a:pt x="71108" y="17101"/>
                    <a:pt x="73088" y="9339"/>
                    <a:pt x="73088" y="8513"/>
                  </a:cubicBezTo>
                  <a:cubicBezTo>
                    <a:pt x="73088" y="4880"/>
                    <a:pt x="70118" y="3229"/>
                    <a:pt x="67478" y="3229"/>
                  </a:cubicBezTo>
                  <a:cubicBezTo>
                    <a:pt x="64673" y="3229"/>
                    <a:pt x="60878" y="5210"/>
                    <a:pt x="59888" y="9834"/>
                  </a:cubicBezTo>
                  <a:close/>
                  <a:moveTo>
                    <a:pt x="49329" y="52276"/>
                  </a:moveTo>
                  <a:cubicBezTo>
                    <a:pt x="48174" y="56900"/>
                    <a:pt x="44544" y="60203"/>
                    <a:pt x="40914" y="63341"/>
                  </a:cubicBezTo>
                  <a:cubicBezTo>
                    <a:pt x="39429" y="64662"/>
                    <a:pt x="32829" y="69946"/>
                    <a:pt x="25734" y="69946"/>
                  </a:cubicBezTo>
                  <a:cubicBezTo>
                    <a:pt x="19630" y="69946"/>
                    <a:pt x="13690" y="65653"/>
                    <a:pt x="13690" y="53927"/>
                  </a:cubicBezTo>
                  <a:cubicBezTo>
                    <a:pt x="13690" y="45175"/>
                    <a:pt x="18475" y="27009"/>
                    <a:pt x="22270" y="20404"/>
                  </a:cubicBezTo>
                  <a:cubicBezTo>
                    <a:pt x="29859" y="7192"/>
                    <a:pt x="38274" y="4715"/>
                    <a:pt x="42894" y="4715"/>
                  </a:cubicBezTo>
                  <a:cubicBezTo>
                    <a:pt x="54444" y="4715"/>
                    <a:pt x="57579" y="17266"/>
                    <a:pt x="57579" y="19082"/>
                  </a:cubicBezTo>
                  <a:cubicBezTo>
                    <a:pt x="57579" y="19743"/>
                    <a:pt x="57249" y="20899"/>
                    <a:pt x="57084" y="21394"/>
                  </a:cubicBezTo>
                  <a:lnTo>
                    <a:pt x="49329" y="5227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3" name="Freeform: Shape 5492">
              <a:extLst>
                <a:ext uri="{FF2B5EF4-FFF2-40B4-BE49-F238E27FC236}">
                  <a16:creationId xmlns:a16="http://schemas.microsoft.com/office/drawing/2014/main" id="{8D94F50C-E0A1-EBD1-B130-04CF69B66E5B}"/>
                </a:ext>
              </a:extLst>
            </p:cNvPr>
            <p:cNvSpPr/>
            <p:nvPr>
              <p:custDataLst>
                <p:tags r:id="rId50"/>
              </p:custDataLst>
            </p:nvPr>
          </p:nvSpPr>
          <p:spPr>
            <a:xfrm>
              <a:off x="14251081" y="6584365"/>
              <a:ext cx="58691" cy="78560"/>
            </a:xfrm>
            <a:custGeom>
              <a:avLst/>
              <a:gdLst>
                <a:gd name="connsiteX0" fmla="*/ 59021 w 58691"/>
                <a:gd name="connsiteY0" fmla="*/ 55887 h 78560"/>
                <a:gd name="connsiteX1" fmla="*/ 54071 w 58691"/>
                <a:gd name="connsiteY1" fmla="*/ 55887 h 78560"/>
                <a:gd name="connsiteX2" fmla="*/ 50653 w 58691"/>
                <a:gd name="connsiteY2" fmla="*/ 66621 h 78560"/>
                <a:gd name="connsiteX3" fmla="*/ 38043 w 58691"/>
                <a:gd name="connsiteY3" fmla="*/ 67329 h 78560"/>
                <a:gd name="connsiteX4" fmla="*/ 14943 w 58691"/>
                <a:gd name="connsiteY4" fmla="*/ 67329 h 78560"/>
                <a:gd name="connsiteX5" fmla="*/ 38514 w 58691"/>
                <a:gd name="connsiteY5" fmla="*/ 50225 h 78560"/>
                <a:gd name="connsiteX6" fmla="*/ 59021 w 58691"/>
                <a:gd name="connsiteY6" fmla="*/ 23566 h 78560"/>
                <a:gd name="connsiteX7" fmla="*/ 27907 w 58691"/>
                <a:gd name="connsiteY7" fmla="*/ 92 h 78560"/>
                <a:gd name="connsiteX8" fmla="*/ 330 w 58691"/>
                <a:gd name="connsiteY8" fmla="*/ 20853 h 78560"/>
                <a:gd name="connsiteX9" fmla="*/ 7165 w 58691"/>
                <a:gd name="connsiteY9" fmla="*/ 28048 h 78560"/>
                <a:gd name="connsiteX10" fmla="*/ 14118 w 58691"/>
                <a:gd name="connsiteY10" fmla="*/ 21089 h 78560"/>
                <a:gd name="connsiteX11" fmla="*/ 7401 w 58691"/>
                <a:gd name="connsiteY11" fmla="*/ 14129 h 78560"/>
                <a:gd name="connsiteX12" fmla="*/ 25432 w 58691"/>
                <a:gd name="connsiteY12" fmla="*/ 5282 h 78560"/>
                <a:gd name="connsiteX13" fmla="*/ 46410 w 58691"/>
                <a:gd name="connsiteY13" fmla="*/ 23684 h 78560"/>
                <a:gd name="connsiteX14" fmla="*/ 30500 w 58691"/>
                <a:gd name="connsiteY14" fmla="*/ 48809 h 78560"/>
                <a:gd name="connsiteX15" fmla="*/ 1744 w 58691"/>
                <a:gd name="connsiteY15" fmla="*/ 73226 h 78560"/>
                <a:gd name="connsiteX16" fmla="*/ 330 w 58691"/>
                <a:gd name="connsiteY16" fmla="*/ 75114 h 78560"/>
                <a:gd name="connsiteX17" fmla="*/ 330 w 58691"/>
                <a:gd name="connsiteY17" fmla="*/ 78653 h 78560"/>
                <a:gd name="connsiteX18" fmla="*/ 55132 w 58691"/>
                <a:gd name="connsiteY18" fmla="*/ 78653 h 78560"/>
                <a:gd name="connsiteX19" fmla="*/ 59021 w 58691"/>
                <a:gd name="connsiteY19" fmla="*/ 55887 h 7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691" h="78560">
                  <a:moveTo>
                    <a:pt x="59021" y="55887"/>
                  </a:moveTo>
                  <a:lnTo>
                    <a:pt x="54071" y="55887"/>
                  </a:lnTo>
                  <a:cubicBezTo>
                    <a:pt x="53717" y="58128"/>
                    <a:pt x="52539" y="65441"/>
                    <a:pt x="50653" y="66621"/>
                  </a:cubicBezTo>
                  <a:cubicBezTo>
                    <a:pt x="49710" y="67329"/>
                    <a:pt x="39811" y="67329"/>
                    <a:pt x="38043" y="67329"/>
                  </a:cubicBezTo>
                  <a:lnTo>
                    <a:pt x="14943" y="67329"/>
                  </a:lnTo>
                  <a:cubicBezTo>
                    <a:pt x="22722" y="61549"/>
                    <a:pt x="31443" y="54943"/>
                    <a:pt x="38514" y="50225"/>
                  </a:cubicBezTo>
                  <a:cubicBezTo>
                    <a:pt x="49121" y="42911"/>
                    <a:pt x="59021" y="36069"/>
                    <a:pt x="59021" y="23566"/>
                  </a:cubicBezTo>
                  <a:cubicBezTo>
                    <a:pt x="59021" y="8467"/>
                    <a:pt x="44760" y="92"/>
                    <a:pt x="27907" y="92"/>
                  </a:cubicBezTo>
                  <a:cubicBezTo>
                    <a:pt x="11997" y="92"/>
                    <a:pt x="330" y="9293"/>
                    <a:pt x="330" y="20853"/>
                  </a:cubicBezTo>
                  <a:cubicBezTo>
                    <a:pt x="330" y="26987"/>
                    <a:pt x="5515" y="28048"/>
                    <a:pt x="7165" y="28048"/>
                  </a:cubicBezTo>
                  <a:cubicBezTo>
                    <a:pt x="10347" y="28048"/>
                    <a:pt x="14118" y="25925"/>
                    <a:pt x="14118" y="21089"/>
                  </a:cubicBezTo>
                  <a:cubicBezTo>
                    <a:pt x="14118" y="16842"/>
                    <a:pt x="11054" y="14483"/>
                    <a:pt x="7401" y="14129"/>
                  </a:cubicBezTo>
                  <a:cubicBezTo>
                    <a:pt x="10701" y="8821"/>
                    <a:pt x="17536" y="5282"/>
                    <a:pt x="25432" y="5282"/>
                  </a:cubicBezTo>
                  <a:cubicBezTo>
                    <a:pt x="36864" y="5282"/>
                    <a:pt x="46410" y="12124"/>
                    <a:pt x="46410" y="23684"/>
                  </a:cubicBezTo>
                  <a:cubicBezTo>
                    <a:pt x="46410" y="33592"/>
                    <a:pt x="39575" y="41142"/>
                    <a:pt x="30500" y="48809"/>
                  </a:cubicBezTo>
                  <a:lnTo>
                    <a:pt x="1744" y="73226"/>
                  </a:lnTo>
                  <a:cubicBezTo>
                    <a:pt x="565" y="74288"/>
                    <a:pt x="447" y="74288"/>
                    <a:pt x="330" y="75114"/>
                  </a:cubicBezTo>
                  <a:lnTo>
                    <a:pt x="330" y="78653"/>
                  </a:lnTo>
                  <a:lnTo>
                    <a:pt x="55132" y="78653"/>
                  </a:lnTo>
                  <a:lnTo>
                    <a:pt x="59021" y="5588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4" name="Freeform: Shape 5493">
              <a:extLst>
                <a:ext uri="{FF2B5EF4-FFF2-40B4-BE49-F238E27FC236}">
                  <a16:creationId xmlns:a16="http://schemas.microsoft.com/office/drawing/2014/main" id="{FBB89124-21D7-C2CF-9B3B-EEB46E8C44CB}"/>
                </a:ext>
              </a:extLst>
            </p:cNvPr>
            <p:cNvSpPr/>
            <p:nvPr>
              <p:custDataLst>
                <p:tags r:id="rId51"/>
              </p:custDataLst>
            </p:nvPr>
          </p:nvSpPr>
          <p:spPr>
            <a:xfrm>
              <a:off x="14343899" y="6537111"/>
              <a:ext cx="121436" cy="121709"/>
            </a:xfrm>
            <a:custGeom>
              <a:avLst/>
              <a:gdLst>
                <a:gd name="connsiteX0" fmla="*/ 65177 w 121436"/>
                <a:gd name="connsiteY0" fmla="*/ 64992 h 121709"/>
                <a:gd name="connsiteX1" fmla="*/ 115665 w 121436"/>
                <a:gd name="connsiteY1" fmla="*/ 64992 h 121709"/>
                <a:gd name="connsiteX2" fmla="*/ 121770 w 121436"/>
                <a:gd name="connsiteY2" fmla="*/ 61029 h 121709"/>
                <a:gd name="connsiteX3" fmla="*/ 115665 w 121436"/>
                <a:gd name="connsiteY3" fmla="*/ 56900 h 121709"/>
                <a:gd name="connsiteX4" fmla="*/ 65177 w 121436"/>
                <a:gd name="connsiteY4" fmla="*/ 56900 h 121709"/>
                <a:gd name="connsiteX5" fmla="*/ 65177 w 121436"/>
                <a:gd name="connsiteY5" fmla="*/ 6201 h 121709"/>
                <a:gd name="connsiteX6" fmla="*/ 61217 w 121436"/>
                <a:gd name="connsiteY6" fmla="*/ 91 h 121709"/>
                <a:gd name="connsiteX7" fmla="*/ 57092 w 121436"/>
                <a:gd name="connsiteY7" fmla="*/ 6201 h 121709"/>
                <a:gd name="connsiteX8" fmla="*/ 57092 w 121436"/>
                <a:gd name="connsiteY8" fmla="*/ 56900 h 121709"/>
                <a:gd name="connsiteX9" fmla="*/ 6438 w 121436"/>
                <a:gd name="connsiteY9" fmla="*/ 56900 h 121709"/>
                <a:gd name="connsiteX10" fmla="*/ 333 w 121436"/>
                <a:gd name="connsiteY10" fmla="*/ 60863 h 121709"/>
                <a:gd name="connsiteX11" fmla="*/ 6438 w 121436"/>
                <a:gd name="connsiteY11" fmla="*/ 64992 h 121709"/>
                <a:gd name="connsiteX12" fmla="*/ 57092 w 121436"/>
                <a:gd name="connsiteY12" fmla="*/ 64992 h 121709"/>
                <a:gd name="connsiteX13" fmla="*/ 57092 w 121436"/>
                <a:gd name="connsiteY13" fmla="*/ 115691 h 121709"/>
                <a:gd name="connsiteX14" fmla="*/ 61052 w 121436"/>
                <a:gd name="connsiteY14" fmla="*/ 121801 h 121709"/>
                <a:gd name="connsiteX15" fmla="*/ 65177 w 121436"/>
                <a:gd name="connsiteY15" fmla="*/ 115691 h 121709"/>
                <a:gd name="connsiteX16" fmla="*/ 65177 w 121436"/>
                <a:gd name="connsiteY16" fmla="*/ 64992 h 121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436" h="121709">
                  <a:moveTo>
                    <a:pt x="65177" y="64992"/>
                  </a:moveTo>
                  <a:lnTo>
                    <a:pt x="115665" y="64992"/>
                  </a:lnTo>
                  <a:cubicBezTo>
                    <a:pt x="117810" y="64992"/>
                    <a:pt x="121770" y="64992"/>
                    <a:pt x="121770" y="61029"/>
                  </a:cubicBezTo>
                  <a:cubicBezTo>
                    <a:pt x="121770" y="56900"/>
                    <a:pt x="117975" y="56900"/>
                    <a:pt x="115665" y="56900"/>
                  </a:cubicBezTo>
                  <a:lnTo>
                    <a:pt x="65177" y="56900"/>
                  </a:lnTo>
                  <a:lnTo>
                    <a:pt x="65177" y="6201"/>
                  </a:lnTo>
                  <a:cubicBezTo>
                    <a:pt x="65177" y="4054"/>
                    <a:pt x="65177" y="91"/>
                    <a:pt x="61217" y="91"/>
                  </a:cubicBezTo>
                  <a:cubicBezTo>
                    <a:pt x="57092" y="91"/>
                    <a:pt x="57092" y="3889"/>
                    <a:pt x="57092" y="6201"/>
                  </a:cubicBezTo>
                  <a:lnTo>
                    <a:pt x="57092" y="56900"/>
                  </a:lnTo>
                  <a:lnTo>
                    <a:pt x="6438" y="56900"/>
                  </a:lnTo>
                  <a:cubicBezTo>
                    <a:pt x="4293" y="56900"/>
                    <a:pt x="333" y="56900"/>
                    <a:pt x="333" y="60863"/>
                  </a:cubicBezTo>
                  <a:cubicBezTo>
                    <a:pt x="333" y="64992"/>
                    <a:pt x="4128" y="64992"/>
                    <a:pt x="6438" y="64992"/>
                  </a:cubicBezTo>
                  <a:lnTo>
                    <a:pt x="57092" y="64992"/>
                  </a:lnTo>
                  <a:lnTo>
                    <a:pt x="57092" y="115691"/>
                  </a:lnTo>
                  <a:cubicBezTo>
                    <a:pt x="57092" y="117838"/>
                    <a:pt x="57092" y="121801"/>
                    <a:pt x="61052" y="121801"/>
                  </a:cubicBezTo>
                  <a:cubicBezTo>
                    <a:pt x="65177" y="121801"/>
                    <a:pt x="65177" y="118003"/>
                    <a:pt x="65177" y="115691"/>
                  </a:cubicBezTo>
                  <a:lnTo>
                    <a:pt x="65177" y="6499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5" name="Freeform: Shape 5494">
              <a:extLst>
                <a:ext uri="{FF2B5EF4-FFF2-40B4-BE49-F238E27FC236}">
                  <a16:creationId xmlns:a16="http://schemas.microsoft.com/office/drawing/2014/main" id="{1E549003-6178-4C54-F641-735A2C373B3D}"/>
                </a:ext>
              </a:extLst>
            </p:cNvPr>
            <p:cNvSpPr/>
            <p:nvPr>
              <p:custDataLst>
                <p:tags r:id="rId52"/>
              </p:custDataLst>
            </p:nvPr>
          </p:nvSpPr>
          <p:spPr>
            <a:xfrm>
              <a:off x="14485090" y="6522909"/>
              <a:ext cx="96399" cy="148463"/>
            </a:xfrm>
            <a:custGeom>
              <a:avLst/>
              <a:gdLst>
                <a:gd name="connsiteX0" fmla="*/ 96740 w 96399"/>
                <a:gd name="connsiteY0" fmla="*/ 23046 h 148463"/>
                <a:gd name="connsiteX1" fmla="*/ 69680 w 96399"/>
                <a:gd name="connsiteY1" fmla="*/ 91 h 148463"/>
                <a:gd name="connsiteX2" fmla="*/ 26287 w 96399"/>
                <a:gd name="connsiteY2" fmla="*/ 42533 h 148463"/>
                <a:gd name="connsiteX3" fmla="*/ 383 w 96399"/>
                <a:gd name="connsiteY3" fmla="*/ 146572 h 148463"/>
                <a:gd name="connsiteX4" fmla="*/ 2692 w 96399"/>
                <a:gd name="connsiteY4" fmla="*/ 148554 h 148463"/>
                <a:gd name="connsiteX5" fmla="*/ 5827 w 96399"/>
                <a:gd name="connsiteY5" fmla="*/ 147398 h 148463"/>
                <a:gd name="connsiteX6" fmla="*/ 16882 w 96399"/>
                <a:gd name="connsiteY6" fmla="*/ 103305 h 148463"/>
                <a:gd name="connsiteX7" fmla="*/ 41631 w 96399"/>
                <a:gd name="connsiteY7" fmla="*/ 118003 h 148463"/>
                <a:gd name="connsiteX8" fmla="*/ 90800 w 96399"/>
                <a:gd name="connsiteY8" fmla="*/ 76057 h 148463"/>
                <a:gd name="connsiteX9" fmla="*/ 77930 w 96399"/>
                <a:gd name="connsiteY9" fmla="*/ 50955 h 148463"/>
                <a:gd name="connsiteX10" fmla="*/ 96740 w 96399"/>
                <a:gd name="connsiteY10" fmla="*/ 23046 h 148463"/>
                <a:gd name="connsiteX11" fmla="*/ 64071 w 96399"/>
                <a:gd name="connsiteY11" fmla="*/ 50790 h 148463"/>
                <a:gd name="connsiteX12" fmla="*/ 55656 w 96399"/>
                <a:gd name="connsiteY12" fmla="*/ 51946 h 148463"/>
                <a:gd name="connsiteX13" fmla="*/ 47901 w 96399"/>
                <a:gd name="connsiteY13" fmla="*/ 51120 h 148463"/>
                <a:gd name="connsiteX14" fmla="*/ 55656 w 96399"/>
                <a:gd name="connsiteY14" fmla="*/ 49964 h 148463"/>
                <a:gd name="connsiteX15" fmla="*/ 64071 w 96399"/>
                <a:gd name="connsiteY15" fmla="*/ 50790 h 148463"/>
                <a:gd name="connsiteX16" fmla="*/ 85850 w 96399"/>
                <a:gd name="connsiteY16" fmla="*/ 20073 h 148463"/>
                <a:gd name="connsiteX17" fmla="*/ 71330 w 96399"/>
                <a:gd name="connsiteY17" fmla="*/ 47487 h 148463"/>
                <a:gd name="connsiteX18" fmla="*/ 55821 w 96399"/>
                <a:gd name="connsiteY18" fmla="*/ 45340 h 148463"/>
                <a:gd name="connsiteX19" fmla="*/ 41796 w 96399"/>
                <a:gd name="connsiteY19" fmla="*/ 51615 h 148463"/>
                <a:gd name="connsiteX20" fmla="*/ 55326 w 96399"/>
                <a:gd name="connsiteY20" fmla="*/ 56405 h 148463"/>
                <a:gd name="connsiteX21" fmla="*/ 71000 w 96399"/>
                <a:gd name="connsiteY21" fmla="*/ 54093 h 148463"/>
                <a:gd name="connsiteX22" fmla="*/ 78590 w 96399"/>
                <a:gd name="connsiteY22" fmla="*/ 71598 h 148463"/>
                <a:gd name="connsiteX23" fmla="*/ 42126 w 96399"/>
                <a:gd name="connsiteY23" fmla="*/ 113379 h 148463"/>
                <a:gd name="connsiteX24" fmla="*/ 20347 w 96399"/>
                <a:gd name="connsiteY24" fmla="*/ 92571 h 148463"/>
                <a:gd name="connsiteX25" fmla="*/ 20842 w 96399"/>
                <a:gd name="connsiteY25" fmla="*/ 87782 h 148463"/>
                <a:gd name="connsiteX26" fmla="*/ 31732 w 96399"/>
                <a:gd name="connsiteY26" fmla="*/ 43854 h 148463"/>
                <a:gd name="connsiteX27" fmla="*/ 69350 w 96399"/>
                <a:gd name="connsiteY27" fmla="*/ 4715 h 148463"/>
                <a:gd name="connsiteX28" fmla="*/ 85850 w 96399"/>
                <a:gd name="connsiteY28" fmla="*/ 20073 h 14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6399" h="148463">
                  <a:moveTo>
                    <a:pt x="96740" y="23046"/>
                  </a:moveTo>
                  <a:cubicBezTo>
                    <a:pt x="96740" y="8513"/>
                    <a:pt x="84200" y="91"/>
                    <a:pt x="69680" y="91"/>
                  </a:cubicBezTo>
                  <a:cubicBezTo>
                    <a:pt x="47076" y="91"/>
                    <a:pt x="30412" y="25853"/>
                    <a:pt x="26287" y="42533"/>
                  </a:cubicBezTo>
                  <a:lnTo>
                    <a:pt x="383" y="146572"/>
                  </a:lnTo>
                  <a:cubicBezTo>
                    <a:pt x="53" y="147728"/>
                    <a:pt x="1702" y="148554"/>
                    <a:pt x="2692" y="148554"/>
                  </a:cubicBezTo>
                  <a:cubicBezTo>
                    <a:pt x="4177" y="148554"/>
                    <a:pt x="5497" y="148389"/>
                    <a:pt x="5827" y="147398"/>
                  </a:cubicBezTo>
                  <a:lnTo>
                    <a:pt x="16882" y="103305"/>
                  </a:lnTo>
                  <a:cubicBezTo>
                    <a:pt x="20347" y="110902"/>
                    <a:pt x="28267" y="118003"/>
                    <a:pt x="41631" y="118003"/>
                  </a:cubicBezTo>
                  <a:cubicBezTo>
                    <a:pt x="64731" y="118003"/>
                    <a:pt x="90800" y="101323"/>
                    <a:pt x="90800" y="76057"/>
                  </a:cubicBezTo>
                  <a:cubicBezTo>
                    <a:pt x="90800" y="66313"/>
                    <a:pt x="86345" y="56405"/>
                    <a:pt x="77930" y="50955"/>
                  </a:cubicBezTo>
                  <a:cubicBezTo>
                    <a:pt x="86015" y="45835"/>
                    <a:pt x="96740" y="36422"/>
                    <a:pt x="96740" y="23046"/>
                  </a:cubicBezTo>
                  <a:close/>
                  <a:moveTo>
                    <a:pt x="64071" y="50790"/>
                  </a:moveTo>
                  <a:cubicBezTo>
                    <a:pt x="61596" y="51285"/>
                    <a:pt x="60441" y="51946"/>
                    <a:pt x="55656" y="51946"/>
                  </a:cubicBezTo>
                  <a:cubicBezTo>
                    <a:pt x="53016" y="51946"/>
                    <a:pt x="49056" y="51781"/>
                    <a:pt x="47901" y="51120"/>
                  </a:cubicBezTo>
                  <a:cubicBezTo>
                    <a:pt x="49551" y="50129"/>
                    <a:pt x="54171" y="49964"/>
                    <a:pt x="55656" y="49964"/>
                  </a:cubicBezTo>
                  <a:cubicBezTo>
                    <a:pt x="58131" y="49964"/>
                    <a:pt x="61761" y="50129"/>
                    <a:pt x="64071" y="50790"/>
                  </a:cubicBezTo>
                  <a:close/>
                  <a:moveTo>
                    <a:pt x="85850" y="20073"/>
                  </a:moveTo>
                  <a:cubicBezTo>
                    <a:pt x="85850" y="28826"/>
                    <a:pt x="81560" y="41707"/>
                    <a:pt x="71330" y="47487"/>
                  </a:cubicBezTo>
                  <a:cubicBezTo>
                    <a:pt x="68195" y="46496"/>
                    <a:pt x="65061" y="45340"/>
                    <a:pt x="55821" y="45340"/>
                  </a:cubicBezTo>
                  <a:cubicBezTo>
                    <a:pt x="50046" y="45340"/>
                    <a:pt x="41796" y="45670"/>
                    <a:pt x="41796" y="51615"/>
                  </a:cubicBezTo>
                  <a:cubicBezTo>
                    <a:pt x="41796" y="55744"/>
                    <a:pt x="46911" y="56405"/>
                    <a:pt x="55326" y="56405"/>
                  </a:cubicBezTo>
                  <a:cubicBezTo>
                    <a:pt x="60936" y="56405"/>
                    <a:pt x="65886" y="55579"/>
                    <a:pt x="71000" y="54093"/>
                  </a:cubicBezTo>
                  <a:cubicBezTo>
                    <a:pt x="75950" y="57561"/>
                    <a:pt x="78590" y="64331"/>
                    <a:pt x="78590" y="71598"/>
                  </a:cubicBezTo>
                  <a:cubicBezTo>
                    <a:pt x="78590" y="95543"/>
                    <a:pt x="62256" y="113379"/>
                    <a:pt x="42126" y="113379"/>
                  </a:cubicBezTo>
                  <a:cubicBezTo>
                    <a:pt x="29422" y="113379"/>
                    <a:pt x="20347" y="105617"/>
                    <a:pt x="20347" y="92571"/>
                  </a:cubicBezTo>
                  <a:cubicBezTo>
                    <a:pt x="20347" y="90919"/>
                    <a:pt x="20512" y="89268"/>
                    <a:pt x="20842" y="87782"/>
                  </a:cubicBezTo>
                  <a:lnTo>
                    <a:pt x="31732" y="43854"/>
                  </a:lnTo>
                  <a:cubicBezTo>
                    <a:pt x="35691" y="28165"/>
                    <a:pt x="50211" y="4715"/>
                    <a:pt x="69350" y="4715"/>
                  </a:cubicBezTo>
                  <a:cubicBezTo>
                    <a:pt x="79085" y="4715"/>
                    <a:pt x="85850" y="10000"/>
                    <a:pt x="85850" y="2007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6" name="Freeform: Shape 5495">
              <a:extLst>
                <a:ext uri="{FF2B5EF4-FFF2-40B4-BE49-F238E27FC236}">
                  <a16:creationId xmlns:a16="http://schemas.microsoft.com/office/drawing/2014/main" id="{ABC6FA6F-64B7-04DA-DCE9-2FEBB0FE7F00}"/>
                </a:ext>
              </a:extLst>
            </p:cNvPr>
            <p:cNvSpPr/>
            <p:nvPr>
              <p:custDataLst>
                <p:tags r:id="rId53"/>
              </p:custDataLst>
            </p:nvPr>
          </p:nvSpPr>
          <p:spPr>
            <a:xfrm>
              <a:off x="14593355" y="6584365"/>
              <a:ext cx="61283" cy="81155"/>
            </a:xfrm>
            <a:custGeom>
              <a:avLst/>
              <a:gdLst>
                <a:gd name="connsiteX0" fmla="*/ 29808 w 61283"/>
                <a:gd name="connsiteY0" fmla="*/ 39608 h 81155"/>
                <a:gd name="connsiteX1" fmla="*/ 47839 w 61283"/>
                <a:gd name="connsiteY1" fmla="*/ 58010 h 81155"/>
                <a:gd name="connsiteX2" fmla="*/ 29925 w 61283"/>
                <a:gd name="connsiteY2" fmla="*/ 76411 h 81155"/>
                <a:gd name="connsiteX3" fmla="*/ 8594 w 61283"/>
                <a:gd name="connsiteY3" fmla="*/ 70278 h 81155"/>
                <a:gd name="connsiteX4" fmla="*/ 14840 w 61283"/>
                <a:gd name="connsiteY4" fmla="*/ 63082 h 81155"/>
                <a:gd name="connsiteX5" fmla="*/ 7651 w 61283"/>
                <a:gd name="connsiteY5" fmla="*/ 55887 h 81155"/>
                <a:gd name="connsiteX6" fmla="*/ 344 w 61283"/>
                <a:gd name="connsiteY6" fmla="*/ 63318 h 81155"/>
                <a:gd name="connsiteX7" fmla="*/ 30279 w 61283"/>
                <a:gd name="connsiteY7" fmla="*/ 81248 h 81155"/>
                <a:gd name="connsiteX8" fmla="*/ 61628 w 61283"/>
                <a:gd name="connsiteY8" fmla="*/ 58128 h 81155"/>
                <a:gd name="connsiteX9" fmla="*/ 39589 w 61283"/>
                <a:gd name="connsiteY9" fmla="*/ 37131 h 81155"/>
                <a:gd name="connsiteX10" fmla="*/ 57503 w 61283"/>
                <a:gd name="connsiteY10" fmla="*/ 16960 h 81155"/>
                <a:gd name="connsiteX11" fmla="*/ 30632 w 61283"/>
                <a:gd name="connsiteY11" fmla="*/ 92 h 81155"/>
                <a:gd name="connsiteX12" fmla="*/ 4469 w 61283"/>
                <a:gd name="connsiteY12" fmla="*/ 16842 h 81155"/>
                <a:gd name="connsiteX13" fmla="*/ 11187 w 61283"/>
                <a:gd name="connsiteY13" fmla="*/ 23802 h 81155"/>
                <a:gd name="connsiteX14" fmla="*/ 17904 w 61283"/>
                <a:gd name="connsiteY14" fmla="*/ 17078 h 81155"/>
                <a:gd name="connsiteX15" fmla="*/ 12247 w 61283"/>
                <a:gd name="connsiteY15" fmla="*/ 10354 h 81155"/>
                <a:gd name="connsiteX16" fmla="*/ 30279 w 61283"/>
                <a:gd name="connsiteY16" fmla="*/ 4574 h 81155"/>
                <a:gd name="connsiteX17" fmla="*/ 45011 w 61283"/>
                <a:gd name="connsiteY17" fmla="*/ 16960 h 81155"/>
                <a:gd name="connsiteX18" fmla="*/ 28158 w 61283"/>
                <a:gd name="connsiteY18" fmla="*/ 35244 h 81155"/>
                <a:gd name="connsiteX19" fmla="*/ 21322 w 61283"/>
                <a:gd name="connsiteY19" fmla="*/ 35598 h 81155"/>
                <a:gd name="connsiteX20" fmla="*/ 18729 w 61283"/>
                <a:gd name="connsiteY20" fmla="*/ 37603 h 81155"/>
                <a:gd name="connsiteX21" fmla="*/ 22029 w 61283"/>
                <a:gd name="connsiteY21" fmla="*/ 39608 h 81155"/>
                <a:gd name="connsiteX22" fmla="*/ 29808 w 61283"/>
                <a:gd name="connsiteY22" fmla="*/ 39608 h 8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1283" h="81155">
                  <a:moveTo>
                    <a:pt x="29808" y="39608"/>
                  </a:moveTo>
                  <a:cubicBezTo>
                    <a:pt x="40650" y="39608"/>
                    <a:pt x="47839" y="46332"/>
                    <a:pt x="47839" y="58010"/>
                  </a:cubicBezTo>
                  <a:cubicBezTo>
                    <a:pt x="47839" y="70042"/>
                    <a:pt x="40414" y="76411"/>
                    <a:pt x="29925" y="76411"/>
                  </a:cubicBezTo>
                  <a:cubicBezTo>
                    <a:pt x="28629" y="76411"/>
                    <a:pt x="14604" y="76411"/>
                    <a:pt x="8594" y="70278"/>
                  </a:cubicBezTo>
                  <a:cubicBezTo>
                    <a:pt x="13426" y="69570"/>
                    <a:pt x="14840" y="65913"/>
                    <a:pt x="14840" y="63082"/>
                  </a:cubicBezTo>
                  <a:cubicBezTo>
                    <a:pt x="14840" y="58718"/>
                    <a:pt x="11540" y="55887"/>
                    <a:pt x="7651" y="55887"/>
                  </a:cubicBezTo>
                  <a:cubicBezTo>
                    <a:pt x="3880" y="55887"/>
                    <a:pt x="344" y="58364"/>
                    <a:pt x="344" y="63318"/>
                  </a:cubicBezTo>
                  <a:cubicBezTo>
                    <a:pt x="344" y="75586"/>
                    <a:pt x="14251" y="81248"/>
                    <a:pt x="30279" y="81248"/>
                  </a:cubicBezTo>
                  <a:cubicBezTo>
                    <a:pt x="49607" y="81248"/>
                    <a:pt x="61628" y="69570"/>
                    <a:pt x="61628" y="58128"/>
                  </a:cubicBezTo>
                  <a:cubicBezTo>
                    <a:pt x="61628" y="48455"/>
                    <a:pt x="53025" y="40198"/>
                    <a:pt x="39589" y="37131"/>
                  </a:cubicBezTo>
                  <a:cubicBezTo>
                    <a:pt x="53732" y="32531"/>
                    <a:pt x="57503" y="23566"/>
                    <a:pt x="57503" y="16960"/>
                  </a:cubicBezTo>
                  <a:cubicBezTo>
                    <a:pt x="57503" y="7287"/>
                    <a:pt x="45482" y="92"/>
                    <a:pt x="30632" y="92"/>
                  </a:cubicBezTo>
                  <a:cubicBezTo>
                    <a:pt x="16136" y="92"/>
                    <a:pt x="4469" y="6226"/>
                    <a:pt x="4469" y="16842"/>
                  </a:cubicBezTo>
                  <a:cubicBezTo>
                    <a:pt x="4469" y="22386"/>
                    <a:pt x="8947" y="23802"/>
                    <a:pt x="11187" y="23802"/>
                  </a:cubicBezTo>
                  <a:cubicBezTo>
                    <a:pt x="14604" y="23802"/>
                    <a:pt x="17904" y="21325"/>
                    <a:pt x="17904" y="17078"/>
                  </a:cubicBezTo>
                  <a:cubicBezTo>
                    <a:pt x="17904" y="14365"/>
                    <a:pt x="16490" y="11062"/>
                    <a:pt x="12247" y="10354"/>
                  </a:cubicBezTo>
                  <a:cubicBezTo>
                    <a:pt x="17315" y="4928"/>
                    <a:pt x="27804" y="4574"/>
                    <a:pt x="30279" y="4574"/>
                  </a:cubicBezTo>
                  <a:cubicBezTo>
                    <a:pt x="38882" y="4574"/>
                    <a:pt x="45011" y="8939"/>
                    <a:pt x="45011" y="16960"/>
                  </a:cubicBezTo>
                  <a:cubicBezTo>
                    <a:pt x="45011" y="23802"/>
                    <a:pt x="40532" y="34536"/>
                    <a:pt x="28158" y="35244"/>
                  </a:cubicBezTo>
                  <a:cubicBezTo>
                    <a:pt x="24858" y="35362"/>
                    <a:pt x="24386" y="35480"/>
                    <a:pt x="21322" y="35598"/>
                  </a:cubicBezTo>
                  <a:cubicBezTo>
                    <a:pt x="20026" y="35716"/>
                    <a:pt x="18729" y="35834"/>
                    <a:pt x="18729" y="37603"/>
                  </a:cubicBezTo>
                  <a:cubicBezTo>
                    <a:pt x="18729" y="39608"/>
                    <a:pt x="19908" y="39608"/>
                    <a:pt x="22029" y="39608"/>
                  </a:cubicBezTo>
                  <a:lnTo>
                    <a:pt x="29808" y="3960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7" name="Freeform: Shape 5496">
              <a:extLst>
                <a:ext uri="{FF2B5EF4-FFF2-40B4-BE49-F238E27FC236}">
                  <a16:creationId xmlns:a16="http://schemas.microsoft.com/office/drawing/2014/main" id="{1B1D9D70-5683-3FF7-DE85-573046962632}"/>
                </a:ext>
              </a:extLst>
            </p:cNvPr>
            <p:cNvSpPr/>
            <p:nvPr>
              <p:custDataLst>
                <p:tags r:id="rId54"/>
              </p:custDataLst>
            </p:nvPr>
          </p:nvSpPr>
          <p:spPr>
            <a:xfrm>
              <a:off x="14683674" y="6566506"/>
              <a:ext cx="76722" cy="74479"/>
            </a:xfrm>
            <a:custGeom>
              <a:avLst/>
              <a:gdLst>
                <a:gd name="connsiteX0" fmla="*/ 31367 w 76722"/>
                <a:gd name="connsiteY0" fmla="*/ 39560 h 74479"/>
                <a:gd name="connsiteX1" fmla="*/ 35657 w 76722"/>
                <a:gd name="connsiteY1" fmla="*/ 22881 h 74479"/>
                <a:gd name="connsiteX2" fmla="*/ 46052 w 76722"/>
                <a:gd name="connsiteY2" fmla="*/ 9339 h 74479"/>
                <a:gd name="connsiteX3" fmla="*/ 59416 w 76722"/>
                <a:gd name="connsiteY3" fmla="*/ 4715 h 74479"/>
                <a:gd name="connsiteX4" fmla="*/ 68491 w 76722"/>
                <a:gd name="connsiteY4" fmla="*/ 7027 h 74479"/>
                <a:gd name="connsiteX5" fmla="*/ 61231 w 76722"/>
                <a:gd name="connsiteY5" fmla="*/ 16110 h 74479"/>
                <a:gd name="connsiteX6" fmla="*/ 67831 w 76722"/>
                <a:gd name="connsiteY6" fmla="*/ 22220 h 74479"/>
                <a:gd name="connsiteX7" fmla="*/ 77071 w 76722"/>
                <a:gd name="connsiteY7" fmla="*/ 12146 h 74479"/>
                <a:gd name="connsiteX8" fmla="*/ 59581 w 76722"/>
                <a:gd name="connsiteY8" fmla="*/ 91 h 74479"/>
                <a:gd name="connsiteX9" fmla="*/ 36317 w 76722"/>
                <a:gd name="connsiteY9" fmla="*/ 11816 h 74479"/>
                <a:gd name="connsiteX10" fmla="*/ 19322 w 76722"/>
                <a:gd name="connsiteY10" fmla="*/ 91 h 74479"/>
                <a:gd name="connsiteX11" fmla="*/ 6453 w 76722"/>
                <a:gd name="connsiteY11" fmla="*/ 8513 h 74479"/>
                <a:gd name="connsiteX12" fmla="*/ 348 w 76722"/>
                <a:gd name="connsiteY12" fmla="*/ 25358 h 74479"/>
                <a:gd name="connsiteX13" fmla="*/ 3153 w 76722"/>
                <a:gd name="connsiteY13" fmla="*/ 27505 h 74479"/>
                <a:gd name="connsiteX14" fmla="*/ 6783 w 76722"/>
                <a:gd name="connsiteY14" fmla="*/ 22550 h 74479"/>
                <a:gd name="connsiteX15" fmla="*/ 18827 w 76722"/>
                <a:gd name="connsiteY15" fmla="*/ 4715 h 74479"/>
                <a:gd name="connsiteX16" fmla="*/ 24272 w 76722"/>
                <a:gd name="connsiteY16" fmla="*/ 12807 h 74479"/>
                <a:gd name="connsiteX17" fmla="*/ 21632 w 76722"/>
                <a:gd name="connsiteY17" fmla="*/ 26514 h 74479"/>
                <a:gd name="connsiteX18" fmla="*/ 18002 w 76722"/>
                <a:gd name="connsiteY18" fmla="*/ 41377 h 74479"/>
                <a:gd name="connsiteX19" fmla="*/ 12723 w 76722"/>
                <a:gd name="connsiteY19" fmla="*/ 62515 h 74479"/>
                <a:gd name="connsiteX20" fmla="*/ 11073 w 76722"/>
                <a:gd name="connsiteY20" fmla="*/ 69286 h 74479"/>
                <a:gd name="connsiteX21" fmla="*/ 16683 w 76722"/>
                <a:gd name="connsiteY21" fmla="*/ 74570 h 74479"/>
                <a:gd name="connsiteX22" fmla="*/ 23777 w 76722"/>
                <a:gd name="connsiteY22" fmla="*/ 69781 h 74479"/>
                <a:gd name="connsiteX23" fmla="*/ 26912 w 76722"/>
                <a:gd name="connsiteY23" fmla="*/ 57395 h 74479"/>
                <a:gd name="connsiteX24" fmla="*/ 31367 w 76722"/>
                <a:gd name="connsiteY24" fmla="*/ 39560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6722" h="74479">
                  <a:moveTo>
                    <a:pt x="31367" y="39560"/>
                  </a:moveTo>
                  <a:cubicBezTo>
                    <a:pt x="31532" y="38569"/>
                    <a:pt x="35327" y="23706"/>
                    <a:pt x="35657" y="22881"/>
                  </a:cubicBezTo>
                  <a:cubicBezTo>
                    <a:pt x="35987" y="21560"/>
                    <a:pt x="40772" y="13302"/>
                    <a:pt x="46052" y="9339"/>
                  </a:cubicBezTo>
                  <a:cubicBezTo>
                    <a:pt x="47867" y="8018"/>
                    <a:pt x="52321" y="4715"/>
                    <a:pt x="59416" y="4715"/>
                  </a:cubicBezTo>
                  <a:cubicBezTo>
                    <a:pt x="61066" y="4715"/>
                    <a:pt x="65191" y="4880"/>
                    <a:pt x="68491" y="7027"/>
                  </a:cubicBezTo>
                  <a:cubicBezTo>
                    <a:pt x="63211" y="8513"/>
                    <a:pt x="61231" y="13137"/>
                    <a:pt x="61231" y="16110"/>
                  </a:cubicBezTo>
                  <a:cubicBezTo>
                    <a:pt x="61231" y="19743"/>
                    <a:pt x="64036" y="22220"/>
                    <a:pt x="67831" y="22220"/>
                  </a:cubicBezTo>
                  <a:cubicBezTo>
                    <a:pt x="71626" y="22220"/>
                    <a:pt x="77071" y="19082"/>
                    <a:pt x="77071" y="12146"/>
                  </a:cubicBezTo>
                  <a:cubicBezTo>
                    <a:pt x="77071" y="3559"/>
                    <a:pt x="67996" y="91"/>
                    <a:pt x="59581" y="91"/>
                  </a:cubicBezTo>
                  <a:cubicBezTo>
                    <a:pt x="51001" y="91"/>
                    <a:pt x="43577" y="3559"/>
                    <a:pt x="36317" y="11816"/>
                  </a:cubicBezTo>
                  <a:cubicBezTo>
                    <a:pt x="33347" y="1742"/>
                    <a:pt x="23282" y="91"/>
                    <a:pt x="19322" y="91"/>
                  </a:cubicBezTo>
                  <a:cubicBezTo>
                    <a:pt x="13218" y="91"/>
                    <a:pt x="9093" y="3889"/>
                    <a:pt x="6453" y="8513"/>
                  </a:cubicBezTo>
                  <a:cubicBezTo>
                    <a:pt x="2658" y="14954"/>
                    <a:pt x="348" y="24532"/>
                    <a:pt x="348" y="25358"/>
                  </a:cubicBezTo>
                  <a:cubicBezTo>
                    <a:pt x="348" y="27505"/>
                    <a:pt x="2658" y="27505"/>
                    <a:pt x="3153" y="27505"/>
                  </a:cubicBezTo>
                  <a:cubicBezTo>
                    <a:pt x="5463" y="27505"/>
                    <a:pt x="5628" y="27009"/>
                    <a:pt x="6783" y="22550"/>
                  </a:cubicBezTo>
                  <a:cubicBezTo>
                    <a:pt x="9258" y="12477"/>
                    <a:pt x="12393" y="4715"/>
                    <a:pt x="18827" y="4715"/>
                  </a:cubicBezTo>
                  <a:cubicBezTo>
                    <a:pt x="23117" y="4715"/>
                    <a:pt x="24272" y="8348"/>
                    <a:pt x="24272" y="12807"/>
                  </a:cubicBezTo>
                  <a:cubicBezTo>
                    <a:pt x="24272" y="15945"/>
                    <a:pt x="22787" y="22055"/>
                    <a:pt x="21632" y="26514"/>
                  </a:cubicBezTo>
                  <a:cubicBezTo>
                    <a:pt x="20477" y="30973"/>
                    <a:pt x="18827" y="37743"/>
                    <a:pt x="18002" y="41377"/>
                  </a:cubicBezTo>
                  <a:lnTo>
                    <a:pt x="12723" y="62515"/>
                  </a:lnTo>
                  <a:cubicBezTo>
                    <a:pt x="12063" y="64662"/>
                    <a:pt x="11073" y="68790"/>
                    <a:pt x="11073" y="69286"/>
                  </a:cubicBezTo>
                  <a:cubicBezTo>
                    <a:pt x="11073" y="72919"/>
                    <a:pt x="14043" y="74570"/>
                    <a:pt x="16683" y="74570"/>
                  </a:cubicBezTo>
                  <a:cubicBezTo>
                    <a:pt x="19157" y="74570"/>
                    <a:pt x="22457" y="73084"/>
                    <a:pt x="23777" y="69781"/>
                  </a:cubicBezTo>
                  <a:cubicBezTo>
                    <a:pt x="24107" y="68790"/>
                    <a:pt x="25922" y="61524"/>
                    <a:pt x="26912" y="57395"/>
                  </a:cubicBezTo>
                  <a:lnTo>
                    <a:pt x="31367" y="3956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8" name="Freeform: Shape 5497">
              <a:extLst>
                <a:ext uri="{FF2B5EF4-FFF2-40B4-BE49-F238E27FC236}">
                  <a16:creationId xmlns:a16="http://schemas.microsoft.com/office/drawing/2014/main" id="{A02418CB-0CB5-7727-7C9F-4E08CDBD88AC}"/>
                </a:ext>
              </a:extLst>
            </p:cNvPr>
            <p:cNvSpPr/>
            <p:nvPr>
              <p:custDataLst>
                <p:tags r:id="rId55"/>
              </p:custDataLst>
            </p:nvPr>
          </p:nvSpPr>
          <p:spPr>
            <a:xfrm>
              <a:off x="14778576" y="6566506"/>
              <a:ext cx="84147" cy="74479"/>
            </a:xfrm>
            <a:custGeom>
              <a:avLst/>
              <a:gdLst>
                <a:gd name="connsiteX0" fmla="*/ 59915 w 84147"/>
                <a:gd name="connsiteY0" fmla="*/ 9834 h 74479"/>
                <a:gd name="connsiteX1" fmla="*/ 42921 w 84147"/>
                <a:gd name="connsiteY1" fmla="*/ 91 h 74479"/>
                <a:gd name="connsiteX2" fmla="*/ 352 w 84147"/>
                <a:gd name="connsiteY2" fmla="*/ 47157 h 74479"/>
                <a:gd name="connsiteX3" fmla="*/ 25266 w 84147"/>
                <a:gd name="connsiteY3" fmla="*/ 74570 h 74479"/>
                <a:gd name="connsiteX4" fmla="*/ 48695 w 84147"/>
                <a:gd name="connsiteY4" fmla="*/ 63010 h 74479"/>
                <a:gd name="connsiteX5" fmla="*/ 65690 w 84147"/>
                <a:gd name="connsiteY5" fmla="*/ 74570 h 74479"/>
                <a:gd name="connsiteX6" fmla="*/ 78725 w 84147"/>
                <a:gd name="connsiteY6" fmla="*/ 65818 h 74479"/>
                <a:gd name="connsiteX7" fmla="*/ 84499 w 84147"/>
                <a:gd name="connsiteY7" fmla="*/ 49303 h 74479"/>
                <a:gd name="connsiteX8" fmla="*/ 81859 w 84147"/>
                <a:gd name="connsiteY8" fmla="*/ 47157 h 74479"/>
                <a:gd name="connsiteX9" fmla="*/ 78230 w 84147"/>
                <a:gd name="connsiteY9" fmla="*/ 52276 h 74479"/>
                <a:gd name="connsiteX10" fmla="*/ 66185 w 84147"/>
                <a:gd name="connsiteY10" fmla="*/ 69946 h 74479"/>
                <a:gd name="connsiteX11" fmla="*/ 60740 w 84147"/>
                <a:gd name="connsiteY11" fmla="*/ 61854 h 74479"/>
                <a:gd name="connsiteX12" fmla="*/ 63215 w 84147"/>
                <a:gd name="connsiteY12" fmla="*/ 48808 h 74479"/>
                <a:gd name="connsiteX13" fmla="*/ 66845 w 84147"/>
                <a:gd name="connsiteY13" fmla="*/ 33945 h 74479"/>
                <a:gd name="connsiteX14" fmla="*/ 70145 w 84147"/>
                <a:gd name="connsiteY14" fmla="*/ 21394 h 74479"/>
                <a:gd name="connsiteX15" fmla="*/ 73115 w 84147"/>
                <a:gd name="connsiteY15" fmla="*/ 8513 h 74479"/>
                <a:gd name="connsiteX16" fmla="*/ 67505 w 84147"/>
                <a:gd name="connsiteY16" fmla="*/ 3229 h 74479"/>
                <a:gd name="connsiteX17" fmla="*/ 59915 w 84147"/>
                <a:gd name="connsiteY17" fmla="*/ 9834 h 74479"/>
                <a:gd name="connsiteX18" fmla="*/ 49355 w 84147"/>
                <a:gd name="connsiteY18" fmla="*/ 52276 h 74479"/>
                <a:gd name="connsiteX19" fmla="*/ 40941 w 84147"/>
                <a:gd name="connsiteY19" fmla="*/ 63341 h 74479"/>
                <a:gd name="connsiteX20" fmla="*/ 25761 w 84147"/>
                <a:gd name="connsiteY20" fmla="*/ 69946 h 74479"/>
                <a:gd name="connsiteX21" fmla="*/ 13716 w 84147"/>
                <a:gd name="connsiteY21" fmla="*/ 53927 h 74479"/>
                <a:gd name="connsiteX22" fmla="*/ 22296 w 84147"/>
                <a:gd name="connsiteY22" fmla="*/ 20404 h 74479"/>
                <a:gd name="connsiteX23" fmla="*/ 42921 w 84147"/>
                <a:gd name="connsiteY23" fmla="*/ 4715 h 74479"/>
                <a:gd name="connsiteX24" fmla="*/ 57605 w 84147"/>
                <a:gd name="connsiteY24" fmla="*/ 19082 h 74479"/>
                <a:gd name="connsiteX25" fmla="*/ 57110 w 84147"/>
                <a:gd name="connsiteY25" fmla="*/ 21394 h 74479"/>
                <a:gd name="connsiteX26" fmla="*/ 49355 w 84147"/>
                <a:gd name="connsiteY26" fmla="*/ 52276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4147" h="74479">
                  <a:moveTo>
                    <a:pt x="59915" y="9834"/>
                  </a:moveTo>
                  <a:cubicBezTo>
                    <a:pt x="56450" y="4385"/>
                    <a:pt x="50840" y="91"/>
                    <a:pt x="42921" y="91"/>
                  </a:cubicBezTo>
                  <a:cubicBezTo>
                    <a:pt x="21801" y="91"/>
                    <a:pt x="352" y="23376"/>
                    <a:pt x="352" y="47157"/>
                  </a:cubicBezTo>
                  <a:cubicBezTo>
                    <a:pt x="352" y="63175"/>
                    <a:pt x="11077" y="74570"/>
                    <a:pt x="25266" y="74570"/>
                  </a:cubicBezTo>
                  <a:cubicBezTo>
                    <a:pt x="34176" y="74570"/>
                    <a:pt x="42096" y="69451"/>
                    <a:pt x="48695" y="63010"/>
                  </a:cubicBezTo>
                  <a:cubicBezTo>
                    <a:pt x="51830" y="72919"/>
                    <a:pt x="61400" y="74570"/>
                    <a:pt x="65690" y="74570"/>
                  </a:cubicBezTo>
                  <a:cubicBezTo>
                    <a:pt x="71630" y="74570"/>
                    <a:pt x="75755" y="70937"/>
                    <a:pt x="78725" y="65818"/>
                  </a:cubicBezTo>
                  <a:cubicBezTo>
                    <a:pt x="82354" y="59377"/>
                    <a:pt x="84499" y="49964"/>
                    <a:pt x="84499" y="49303"/>
                  </a:cubicBezTo>
                  <a:cubicBezTo>
                    <a:pt x="84499" y="47157"/>
                    <a:pt x="82354" y="47157"/>
                    <a:pt x="81859" y="47157"/>
                  </a:cubicBezTo>
                  <a:cubicBezTo>
                    <a:pt x="79550" y="47157"/>
                    <a:pt x="79385" y="47817"/>
                    <a:pt x="78230" y="52276"/>
                  </a:cubicBezTo>
                  <a:cubicBezTo>
                    <a:pt x="76250" y="60203"/>
                    <a:pt x="73115" y="69946"/>
                    <a:pt x="66185" y="69946"/>
                  </a:cubicBezTo>
                  <a:cubicBezTo>
                    <a:pt x="61895" y="69946"/>
                    <a:pt x="60740" y="66313"/>
                    <a:pt x="60740" y="61854"/>
                  </a:cubicBezTo>
                  <a:cubicBezTo>
                    <a:pt x="60740" y="59047"/>
                    <a:pt x="62060" y="53102"/>
                    <a:pt x="63215" y="48808"/>
                  </a:cubicBezTo>
                  <a:cubicBezTo>
                    <a:pt x="64370" y="44349"/>
                    <a:pt x="66020" y="37578"/>
                    <a:pt x="66845" y="33945"/>
                  </a:cubicBezTo>
                  <a:lnTo>
                    <a:pt x="70145" y="21394"/>
                  </a:lnTo>
                  <a:cubicBezTo>
                    <a:pt x="71135" y="17101"/>
                    <a:pt x="73115" y="9339"/>
                    <a:pt x="73115" y="8513"/>
                  </a:cubicBezTo>
                  <a:cubicBezTo>
                    <a:pt x="73115" y="4880"/>
                    <a:pt x="70145" y="3229"/>
                    <a:pt x="67505" y="3229"/>
                  </a:cubicBezTo>
                  <a:cubicBezTo>
                    <a:pt x="64700" y="3229"/>
                    <a:pt x="60905" y="5210"/>
                    <a:pt x="59915" y="9834"/>
                  </a:cubicBezTo>
                  <a:close/>
                  <a:moveTo>
                    <a:pt x="49355" y="52276"/>
                  </a:moveTo>
                  <a:cubicBezTo>
                    <a:pt x="48200" y="56900"/>
                    <a:pt x="44571" y="60203"/>
                    <a:pt x="40941" y="63341"/>
                  </a:cubicBezTo>
                  <a:cubicBezTo>
                    <a:pt x="39456" y="64662"/>
                    <a:pt x="32856" y="69946"/>
                    <a:pt x="25761" y="69946"/>
                  </a:cubicBezTo>
                  <a:cubicBezTo>
                    <a:pt x="19656" y="69946"/>
                    <a:pt x="13716" y="65653"/>
                    <a:pt x="13716" y="53927"/>
                  </a:cubicBezTo>
                  <a:cubicBezTo>
                    <a:pt x="13716" y="45175"/>
                    <a:pt x="18501" y="27009"/>
                    <a:pt x="22296" y="20404"/>
                  </a:cubicBezTo>
                  <a:cubicBezTo>
                    <a:pt x="29886" y="7192"/>
                    <a:pt x="38301" y="4715"/>
                    <a:pt x="42921" y="4715"/>
                  </a:cubicBezTo>
                  <a:cubicBezTo>
                    <a:pt x="54470" y="4715"/>
                    <a:pt x="57605" y="17266"/>
                    <a:pt x="57605" y="19082"/>
                  </a:cubicBezTo>
                  <a:cubicBezTo>
                    <a:pt x="57605" y="19743"/>
                    <a:pt x="57275" y="20899"/>
                    <a:pt x="57110" y="21394"/>
                  </a:cubicBezTo>
                  <a:lnTo>
                    <a:pt x="49355" y="5227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99" name="Freeform: Shape 5498">
              <a:extLst>
                <a:ext uri="{FF2B5EF4-FFF2-40B4-BE49-F238E27FC236}">
                  <a16:creationId xmlns:a16="http://schemas.microsoft.com/office/drawing/2014/main" id="{935C8DD7-CC40-876D-6889-22514A909071}"/>
                </a:ext>
              </a:extLst>
            </p:cNvPr>
            <p:cNvSpPr/>
            <p:nvPr>
              <p:custDataLst>
                <p:tags r:id="rId56"/>
              </p:custDataLst>
            </p:nvPr>
          </p:nvSpPr>
          <p:spPr>
            <a:xfrm>
              <a:off x="14878508" y="6566506"/>
              <a:ext cx="100811" cy="74479"/>
            </a:xfrm>
            <a:custGeom>
              <a:avLst/>
              <a:gdLst>
                <a:gd name="connsiteX0" fmla="*/ 12731 w 100811"/>
                <a:gd name="connsiteY0" fmla="*/ 62515 h 74479"/>
                <a:gd name="connsiteX1" fmla="*/ 11081 w 100811"/>
                <a:gd name="connsiteY1" fmla="*/ 69286 h 74479"/>
                <a:gd name="connsiteX2" fmla="*/ 16691 w 100811"/>
                <a:gd name="connsiteY2" fmla="*/ 74570 h 74479"/>
                <a:gd name="connsiteX3" fmla="*/ 23126 w 100811"/>
                <a:gd name="connsiteY3" fmla="*/ 70937 h 74479"/>
                <a:gd name="connsiteX4" fmla="*/ 26095 w 100811"/>
                <a:gd name="connsiteY4" fmla="*/ 60698 h 74479"/>
                <a:gd name="connsiteX5" fmla="*/ 29725 w 100811"/>
                <a:gd name="connsiteY5" fmla="*/ 45835 h 74479"/>
                <a:gd name="connsiteX6" fmla="*/ 32530 w 100811"/>
                <a:gd name="connsiteY6" fmla="*/ 34771 h 74479"/>
                <a:gd name="connsiteX7" fmla="*/ 39460 w 100811"/>
                <a:gd name="connsiteY7" fmla="*/ 19908 h 74479"/>
                <a:gd name="connsiteX8" fmla="*/ 64209 w 100811"/>
                <a:gd name="connsiteY8" fmla="*/ 4715 h 74479"/>
                <a:gd name="connsiteX9" fmla="*/ 73944 w 100811"/>
                <a:gd name="connsiteY9" fmla="*/ 16275 h 74479"/>
                <a:gd name="connsiteX10" fmla="*/ 64209 w 100811"/>
                <a:gd name="connsiteY10" fmla="*/ 51450 h 74479"/>
                <a:gd name="connsiteX11" fmla="*/ 61734 w 100811"/>
                <a:gd name="connsiteY11" fmla="*/ 60368 h 74479"/>
                <a:gd name="connsiteX12" fmla="*/ 77409 w 100811"/>
                <a:gd name="connsiteY12" fmla="*/ 74570 h 74479"/>
                <a:gd name="connsiteX13" fmla="*/ 101168 w 100811"/>
                <a:gd name="connsiteY13" fmla="*/ 49303 h 74479"/>
                <a:gd name="connsiteX14" fmla="*/ 98528 w 100811"/>
                <a:gd name="connsiteY14" fmla="*/ 47157 h 74479"/>
                <a:gd name="connsiteX15" fmla="*/ 95393 w 100811"/>
                <a:gd name="connsiteY15" fmla="*/ 49964 h 74479"/>
                <a:gd name="connsiteX16" fmla="*/ 77904 w 100811"/>
                <a:gd name="connsiteY16" fmla="*/ 69946 h 74479"/>
                <a:gd name="connsiteX17" fmla="*/ 73779 w 100811"/>
                <a:gd name="connsiteY17" fmla="*/ 64166 h 74479"/>
                <a:gd name="connsiteX18" fmla="*/ 77574 w 100811"/>
                <a:gd name="connsiteY18" fmla="*/ 50790 h 74479"/>
                <a:gd name="connsiteX19" fmla="*/ 86319 w 100811"/>
                <a:gd name="connsiteY19" fmla="*/ 18917 h 74479"/>
                <a:gd name="connsiteX20" fmla="*/ 64869 w 100811"/>
                <a:gd name="connsiteY20" fmla="*/ 91 h 74479"/>
                <a:gd name="connsiteX21" fmla="*/ 36985 w 100811"/>
                <a:gd name="connsiteY21" fmla="*/ 15119 h 74479"/>
                <a:gd name="connsiteX22" fmla="*/ 19331 w 100811"/>
                <a:gd name="connsiteY22" fmla="*/ 91 h 74479"/>
                <a:gd name="connsiteX23" fmla="*/ 6296 w 100811"/>
                <a:gd name="connsiteY23" fmla="*/ 9009 h 74479"/>
                <a:gd name="connsiteX24" fmla="*/ 356 w 100811"/>
                <a:gd name="connsiteY24" fmla="*/ 25358 h 74479"/>
                <a:gd name="connsiteX25" fmla="*/ 3161 w 100811"/>
                <a:gd name="connsiteY25" fmla="*/ 27505 h 74479"/>
                <a:gd name="connsiteX26" fmla="*/ 6791 w 100811"/>
                <a:gd name="connsiteY26" fmla="*/ 22550 h 74479"/>
                <a:gd name="connsiteX27" fmla="*/ 18836 w 100811"/>
                <a:gd name="connsiteY27" fmla="*/ 4715 h 74479"/>
                <a:gd name="connsiteX28" fmla="*/ 24281 w 100811"/>
                <a:gd name="connsiteY28" fmla="*/ 12807 h 74479"/>
                <a:gd name="connsiteX29" fmla="*/ 21641 w 100811"/>
                <a:gd name="connsiteY29" fmla="*/ 26514 h 74479"/>
                <a:gd name="connsiteX30" fmla="*/ 18011 w 100811"/>
                <a:gd name="connsiteY30" fmla="*/ 41377 h 74479"/>
                <a:gd name="connsiteX31" fmla="*/ 12731 w 100811"/>
                <a:gd name="connsiteY31" fmla="*/ 62515 h 7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0811" h="74479">
                  <a:moveTo>
                    <a:pt x="12731" y="62515"/>
                  </a:moveTo>
                  <a:cubicBezTo>
                    <a:pt x="12071" y="64662"/>
                    <a:pt x="11081" y="68790"/>
                    <a:pt x="11081" y="69286"/>
                  </a:cubicBezTo>
                  <a:cubicBezTo>
                    <a:pt x="11081" y="72919"/>
                    <a:pt x="14051" y="74570"/>
                    <a:pt x="16691" y="74570"/>
                  </a:cubicBezTo>
                  <a:cubicBezTo>
                    <a:pt x="19661" y="74570"/>
                    <a:pt x="22301" y="72423"/>
                    <a:pt x="23126" y="70937"/>
                  </a:cubicBezTo>
                  <a:cubicBezTo>
                    <a:pt x="23951" y="69451"/>
                    <a:pt x="25270" y="64166"/>
                    <a:pt x="26095" y="60698"/>
                  </a:cubicBezTo>
                  <a:cubicBezTo>
                    <a:pt x="26920" y="57561"/>
                    <a:pt x="28735" y="49964"/>
                    <a:pt x="29725" y="45835"/>
                  </a:cubicBezTo>
                  <a:cubicBezTo>
                    <a:pt x="30715" y="42202"/>
                    <a:pt x="31705" y="38569"/>
                    <a:pt x="32530" y="34771"/>
                  </a:cubicBezTo>
                  <a:cubicBezTo>
                    <a:pt x="34345" y="28000"/>
                    <a:pt x="34675" y="26679"/>
                    <a:pt x="39460" y="19908"/>
                  </a:cubicBezTo>
                  <a:cubicBezTo>
                    <a:pt x="44080" y="13302"/>
                    <a:pt x="51835" y="4715"/>
                    <a:pt x="64209" y="4715"/>
                  </a:cubicBezTo>
                  <a:cubicBezTo>
                    <a:pt x="73779" y="4715"/>
                    <a:pt x="73944" y="13137"/>
                    <a:pt x="73944" y="16275"/>
                  </a:cubicBezTo>
                  <a:cubicBezTo>
                    <a:pt x="73944" y="26184"/>
                    <a:pt x="66849" y="44514"/>
                    <a:pt x="64209" y="51450"/>
                  </a:cubicBezTo>
                  <a:cubicBezTo>
                    <a:pt x="62394" y="56074"/>
                    <a:pt x="61734" y="57561"/>
                    <a:pt x="61734" y="60368"/>
                  </a:cubicBezTo>
                  <a:cubicBezTo>
                    <a:pt x="61734" y="69121"/>
                    <a:pt x="68994" y="74570"/>
                    <a:pt x="77409" y="74570"/>
                  </a:cubicBezTo>
                  <a:cubicBezTo>
                    <a:pt x="93908" y="74570"/>
                    <a:pt x="101168" y="51781"/>
                    <a:pt x="101168" y="49303"/>
                  </a:cubicBezTo>
                  <a:cubicBezTo>
                    <a:pt x="101168" y="47157"/>
                    <a:pt x="99023" y="47157"/>
                    <a:pt x="98528" y="47157"/>
                  </a:cubicBezTo>
                  <a:cubicBezTo>
                    <a:pt x="96218" y="47157"/>
                    <a:pt x="96053" y="48147"/>
                    <a:pt x="95393" y="49964"/>
                  </a:cubicBezTo>
                  <a:cubicBezTo>
                    <a:pt x="91598" y="63175"/>
                    <a:pt x="84504" y="69946"/>
                    <a:pt x="77904" y="69946"/>
                  </a:cubicBezTo>
                  <a:cubicBezTo>
                    <a:pt x="74439" y="69946"/>
                    <a:pt x="73779" y="67634"/>
                    <a:pt x="73779" y="64166"/>
                  </a:cubicBezTo>
                  <a:cubicBezTo>
                    <a:pt x="73779" y="60368"/>
                    <a:pt x="74604" y="58221"/>
                    <a:pt x="77574" y="50790"/>
                  </a:cubicBezTo>
                  <a:cubicBezTo>
                    <a:pt x="79554" y="45670"/>
                    <a:pt x="86319" y="28165"/>
                    <a:pt x="86319" y="18917"/>
                  </a:cubicBezTo>
                  <a:cubicBezTo>
                    <a:pt x="86319" y="2898"/>
                    <a:pt x="73614" y="91"/>
                    <a:pt x="64869" y="91"/>
                  </a:cubicBezTo>
                  <a:cubicBezTo>
                    <a:pt x="51175" y="91"/>
                    <a:pt x="41935" y="8513"/>
                    <a:pt x="36985" y="15119"/>
                  </a:cubicBezTo>
                  <a:cubicBezTo>
                    <a:pt x="35830" y="3724"/>
                    <a:pt x="26095" y="91"/>
                    <a:pt x="19331" y="91"/>
                  </a:cubicBezTo>
                  <a:cubicBezTo>
                    <a:pt x="12236" y="91"/>
                    <a:pt x="8441" y="5210"/>
                    <a:pt x="6296" y="9009"/>
                  </a:cubicBezTo>
                  <a:cubicBezTo>
                    <a:pt x="2666" y="15119"/>
                    <a:pt x="356" y="24532"/>
                    <a:pt x="356" y="25358"/>
                  </a:cubicBezTo>
                  <a:cubicBezTo>
                    <a:pt x="356" y="27505"/>
                    <a:pt x="2666" y="27505"/>
                    <a:pt x="3161" y="27505"/>
                  </a:cubicBezTo>
                  <a:cubicBezTo>
                    <a:pt x="5471" y="27505"/>
                    <a:pt x="5636" y="27009"/>
                    <a:pt x="6791" y="22550"/>
                  </a:cubicBezTo>
                  <a:cubicBezTo>
                    <a:pt x="9266" y="12807"/>
                    <a:pt x="12401" y="4715"/>
                    <a:pt x="18836" y="4715"/>
                  </a:cubicBezTo>
                  <a:cubicBezTo>
                    <a:pt x="23126" y="4715"/>
                    <a:pt x="24281" y="8348"/>
                    <a:pt x="24281" y="12807"/>
                  </a:cubicBezTo>
                  <a:cubicBezTo>
                    <a:pt x="24281" y="15945"/>
                    <a:pt x="22796" y="22055"/>
                    <a:pt x="21641" y="26514"/>
                  </a:cubicBezTo>
                  <a:cubicBezTo>
                    <a:pt x="20486" y="30973"/>
                    <a:pt x="18836" y="37743"/>
                    <a:pt x="18011" y="41377"/>
                  </a:cubicBezTo>
                  <a:lnTo>
                    <a:pt x="12731" y="625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00" name="Freeform: Shape 5499">
              <a:extLst>
                <a:ext uri="{FF2B5EF4-FFF2-40B4-BE49-F238E27FC236}">
                  <a16:creationId xmlns:a16="http://schemas.microsoft.com/office/drawing/2014/main" id="{00413965-8981-EF8F-BB98-7EBCA69E6ECF}"/>
                </a:ext>
              </a:extLst>
            </p:cNvPr>
            <p:cNvSpPr/>
            <p:nvPr>
              <p:custDataLst>
                <p:tags r:id="rId57"/>
              </p:custDataLst>
            </p:nvPr>
          </p:nvSpPr>
          <p:spPr>
            <a:xfrm>
              <a:off x="14999646" y="6524725"/>
              <a:ext cx="81177" cy="116260"/>
            </a:xfrm>
            <a:custGeom>
              <a:avLst/>
              <a:gdLst>
                <a:gd name="connsiteX0" fmla="*/ 39630 w 81177"/>
                <a:gd name="connsiteY0" fmla="*/ 5045 h 116260"/>
                <a:gd name="connsiteX1" fmla="*/ 40290 w 81177"/>
                <a:gd name="connsiteY1" fmla="*/ 2403 h 116260"/>
                <a:gd name="connsiteX2" fmla="*/ 37650 w 81177"/>
                <a:gd name="connsiteY2" fmla="*/ 91 h 116260"/>
                <a:gd name="connsiteX3" fmla="*/ 16531 w 81177"/>
                <a:gd name="connsiteY3" fmla="*/ 1742 h 116260"/>
                <a:gd name="connsiteX4" fmla="*/ 12901 w 81177"/>
                <a:gd name="connsiteY4" fmla="*/ 5541 h 116260"/>
                <a:gd name="connsiteX5" fmla="*/ 17191 w 81177"/>
                <a:gd name="connsiteY5" fmla="*/ 7853 h 116260"/>
                <a:gd name="connsiteX6" fmla="*/ 25110 w 81177"/>
                <a:gd name="connsiteY6" fmla="*/ 10330 h 116260"/>
                <a:gd name="connsiteX7" fmla="*/ 24450 w 81177"/>
                <a:gd name="connsiteY7" fmla="*/ 13963 h 116260"/>
                <a:gd name="connsiteX8" fmla="*/ 1186 w 81177"/>
                <a:gd name="connsiteY8" fmla="*/ 107434 h 116260"/>
                <a:gd name="connsiteX9" fmla="*/ 361 w 81177"/>
                <a:gd name="connsiteY9" fmla="*/ 111067 h 116260"/>
                <a:gd name="connsiteX10" fmla="*/ 5971 w 81177"/>
                <a:gd name="connsiteY10" fmla="*/ 116351 h 116260"/>
                <a:gd name="connsiteX11" fmla="*/ 13561 w 81177"/>
                <a:gd name="connsiteY11" fmla="*/ 109415 h 116260"/>
                <a:gd name="connsiteX12" fmla="*/ 21646 w 81177"/>
                <a:gd name="connsiteY12" fmla="*/ 77378 h 116260"/>
                <a:gd name="connsiteX13" fmla="*/ 42765 w 81177"/>
                <a:gd name="connsiteY13" fmla="*/ 90919 h 116260"/>
                <a:gd name="connsiteX14" fmla="*/ 42435 w 81177"/>
                <a:gd name="connsiteY14" fmla="*/ 94222 h 116260"/>
                <a:gd name="connsiteX15" fmla="*/ 41775 w 81177"/>
                <a:gd name="connsiteY15" fmla="*/ 99342 h 116260"/>
                <a:gd name="connsiteX16" fmla="*/ 59264 w 81177"/>
                <a:gd name="connsiteY16" fmla="*/ 116351 h 116260"/>
                <a:gd name="connsiteX17" fmla="*/ 80219 w 81177"/>
                <a:gd name="connsiteY17" fmla="*/ 91084 h 116260"/>
                <a:gd name="connsiteX18" fmla="*/ 77579 w 81177"/>
                <a:gd name="connsiteY18" fmla="*/ 88938 h 116260"/>
                <a:gd name="connsiteX19" fmla="*/ 74279 w 81177"/>
                <a:gd name="connsiteY19" fmla="*/ 92901 h 116260"/>
                <a:gd name="connsiteX20" fmla="*/ 59759 w 81177"/>
                <a:gd name="connsiteY20" fmla="*/ 111727 h 116260"/>
                <a:gd name="connsiteX21" fmla="*/ 53985 w 81177"/>
                <a:gd name="connsiteY21" fmla="*/ 103140 h 116260"/>
                <a:gd name="connsiteX22" fmla="*/ 54974 w 81177"/>
                <a:gd name="connsiteY22" fmla="*/ 95708 h 116260"/>
                <a:gd name="connsiteX23" fmla="*/ 55799 w 81177"/>
                <a:gd name="connsiteY23" fmla="*/ 90589 h 116260"/>
                <a:gd name="connsiteX24" fmla="*/ 29070 w 81177"/>
                <a:gd name="connsiteY24" fmla="*/ 73084 h 116260"/>
                <a:gd name="connsiteX25" fmla="*/ 42765 w 81177"/>
                <a:gd name="connsiteY25" fmla="*/ 62185 h 116260"/>
                <a:gd name="connsiteX26" fmla="*/ 68669 w 81177"/>
                <a:gd name="connsiteY26" fmla="*/ 46496 h 116260"/>
                <a:gd name="connsiteX27" fmla="*/ 74114 w 81177"/>
                <a:gd name="connsiteY27" fmla="*/ 48643 h 116260"/>
                <a:gd name="connsiteX28" fmla="*/ 65534 w 81177"/>
                <a:gd name="connsiteY28" fmla="*/ 57891 h 116260"/>
                <a:gd name="connsiteX29" fmla="*/ 72134 w 81177"/>
                <a:gd name="connsiteY29" fmla="*/ 64001 h 116260"/>
                <a:gd name="connsiteX30" fmla="*/ 81539 w 81177"/>
                <a:gd name="connsiteY30" fmla="*/ 53432 h 116260"/>
                <a:gd name="connsiteX31" fmla="*/ 68834 w 81177"/>
                <a:gd name="connsiteY31" fmla="*/ 41872 h 116260"/>
                <a:gd name="connsiteX32" fmla="*/ 42435 w 81177"/>
                <a:gd name="connsiteY32" fmla="*/ 56405 h 116260"/>
                <a:gd name="connsiteX33" fmla="*/ 23295 w 81177"/>
                <a:gd name="connsiteY33" fmla="*/ 70937 h 116260"/>
                <a:gd name="connsiteX34" fmla="*/ 39630 w 81177"/>
                <a:gd name="connsiteY34" fmla="*/ 5045 h 11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1177" h="116260">
                  <a:moveTo>
                    <a:pt x="39630" y="5045"/>
                  </a:moveTo>
                  <a:cubicBezTo>
                    <a:pt x="39795" y="4715"/>
                    <a:pt x="40290" y="2568"/>
                    <a:pt x="40290" y="2403"/>
                  </a:cubicBezTo>
                  <a:cubicBezTo>
                    <a:pt x="40290" y="1577"/>
                    <a:pt x="39630" y="91"/>
                    <a:pt x="37650" y="91"/>
                  </a:cubicBezTo>
                  <a:cubicBezTo>
                    <a:pt x="34350" y="91"/>
                    <a:pt x="20656" y="1412"/>
                    <a:pt x="16531" y="1742"/>
                  </a:cubicBezTo>
                  <a:cubicBezTo>
                    <a:pt x="15211" y="1908"/>
                    <a:pt x="12901" y="2073"/>
                    <a:pt x="12901" y="5541"/>
                  </a:cubicBezTo>
                  <a:cubicBezTo>
                    <a:pt x="12901" y="7853"/>
                    <a:pt x="15211" y="7853"/>
                    <a:pt x="17191" y="7853"/>
                  </a:cubicBezTo>
                  <a:cubicBezTo>
                    <a:pt x="25110" y="7853"/>
                    <a:pt x="25110" y="9009"/>
                    <a:pt x="25110" y="10330"/>
                  </a:cubicBezTo>
                  <a:cubicBezTo>
                    <a:pt x="25110" y="11486"/>
                    <a:pt x="24780" y="12477"/>
                    <a:pt x="24450" y="13963"/>
                  </a:cubicBezTo>
                  <a:lnTo>
                    <a:pt x="1186" y="107434"/>
                  </a:lnTo>
                  <a:cubicBezTo>
                    <a:pt x="361" y="110406"/>
                    <a:pt x="361" y="110736"/>
                    <a:pt x="361" y="111067"/>
                  </a:cubicBezTo>
                  <a:cubicBezTo>
                    <a:pt x="361" y="113544"/>
                    <a:pt x="2341" y="116351"/>
                    <a:pt x="5971" y="116351"/>
                  </a:cubicBezTo>
                  <a:cubicBezTo>
                    <a:pt x="10426" y="116351"/>
                    <a:pt x="12571" y="113048"/>
                    <a:pt x="13561" y="109415"/>
                  </a:cubicBezTo>
                  <a:cubicBezTo>
                    <a:pt x="13891" y="108755"/>
                    <a:pt x="20986" y="79690"/>
                    <a:pt x="21646" y="77378"/>
                  </a:cubicBezTo>
                  <a:cubicBezTo>
                    <a:pt x="33360" y="78534"/>
                    <a:pt x="42765" y="82332"/>
                    <a:pt x="42765" y="90919"/>
                  </a:cubicBezTo>
                  <a:cubicBezTo>
                    <a:pt x="42765" y="91745"/>
                    <a:pt x="42765" y="92571"/>
                    <a:pt x="42435" y="94222"/>
                  </a:cubicBezTo>
                  <a:cubicBezTo>
                    <a:pt x="41775" y="96699"/>
                    <a:pt x="41775" y="97525"/>
                    <a:pt x="41775" y="99342"/>
                  </a:cubicBezTo>
                  <a:cubicBezTo>
                    <a:pt x="41775" y="111067"/>
                    <a:pt x="51345" y="116351"/>
                    <a:pt x="59264" y="116351"/>
                  </a:cubicBezTo>
                  <a:cubicBezTo>
                    <a:pt x="75269" y="116351"/>
                    <a:pt x="80219" y="91250"/>
                    <a:pt x="80219" y="91084"/>
                  </a:cubicBezTo>
                  <a:cubicBezTo>
                    <a:pt x="80219" y="88938"/>
                    <a:pt x="78074" y="88938"/>
                    <a:pt x="77579" y="88938"/>
                  </a:cubicBezTo>
                  <a:cubicBezTo>
                    <a:pt x="75269" y="88938"/>
                    <a:pt x="75104" y="89763"/>
                    <a:pt x="74279" y="92901"/>
                  </a:cubicBezTo>
                  <a:cubicBezTo>
                    <a:pt x="72299" y="100002"/>
                    <a:pt x="67844" y="111727"/>
                    <a:pt x="59759" y="111727"/>
                  </a:cubicBezTo>
                  <a:cubicBezTo>
                    <a:pt x="55304" y="111727"/>
                    <a:pt x="53985" y="107599"/>
                    <a:pt x="53985" y="103140"/>
                  </a:cubicBezTo>
                  <a:cubicBezTo>
                    <a:pt x="53985" y="100332"/>
                    <a:pt x="53985" y="100002"/>
                    <a:pt x="54974" y="95708"/>
                  </a:cubicBezTo>
                  <a:cubicBezTo>
                    <a:pt x="55139" y="95213"/>
                    <a:pt x="55799" y="92406"/>
                    <a:pt x="55799" y="90589"/>
                  </a:cubicBezTo>
                  <a:cubicBezTo>
                    <a:pt x="55799" y="75891"/>
                    <a:pt x="36000" y="73579"/>
                    <a:pt x="29070" y="73084"/>
                  </a:cubicBezTo>
                  <a:cubicBezTo>
                    <a:pt x="33855" y="70111"/>
                    <a:pt x="39960" y="64662"/>
                    <a:pt x="42765" y="62185"/>
                  </a:cubicBezTo>
                  <a:cubicBezTo>
                    <a:pt x="51180" y="54258"/>
                    <a:pt x="59429" y="46496"/>
                    <a:pt x="68669" y="46496"/>
                  </a:cubicBezTo>
                  <a:cubicBezTo>
                    <a:pt x="70649" y="46496"/>
                    <a:pt x="72794" y="46991"/>
                    <a:pt x="74114" y="48643"/>
                  </a:cubicBezTo>
                  <a:cubicBezTo>
                    <a:pt x="67019" y="49799"/>
                    <a:pt x="65534" y="55414"/>
                    <a:pt x="65534" y="57891"/>
                  </a:cubicBezTo>
                  <a:cubicBezTo>
                    <a:pt x="65534" y="61524"/>
                    <a:pt x="68339" y="64001"/>
                    <a:pt x="72134" y="64001"/>
                  </a:cubicBezTo>
                  <a:cubicBezTo>
                    <a:pt x="76589" y="64001"/>
                    <a:pt x="81539" y="60368"/>
                    <a:pt x="81539" y="53432"/>
                  </a:cubicBezTo>
                  <a:cubicBezTo>
                    <a:pt x="81539" y="47982"/>
                    <a:pt x="77579" y="41872"/>
                    <a:pt x="68834" y="41872"/>
                  </a:cubicBezTo>
                  <a:cubicBezTo>
                    <a:pt x="59429" y="41872"/>
                    <a:pt x="50850" y="48643"/>
                    <a:pt x="42435" y="56405"/>
                  </a:cubicBezTo>
                  <a:cubicBezTo>
                    <a:pt x="35505" y="63010"/>
                    <a:pt x="30060" y="68130"/>
                    <a:pt x="23295" y="70937"/>
                  </a:cubicBezTo>
                  <a:lnTo>
                    <a:pt x="39630" y="504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01" name="Freeform: Shape 5500">
              <a:extLst>
                <a:ext uri="{FF2B5EF4-FFF2-40B4-BE49-F238E27FC236}">
                  <a16:creationId xmlns:a16="http://schemas.microsoft.com/office/drawing/2014/main" id="{A4DFA939-46D9-5AA6-3693-14EDA20EE18F}"/>
                </a:ext>
              </a:extLst>
            </p:cNvPr>
            <p:cNvSpPr/>
            <p:nvPr>
              <p:custDataLst>
                <p:tags r:id="rId58"/>
              </p:custDataLst>
            </p:nvPr>
          </p:nvSpPr>
          <p:spPr>
            <a:xfrm>
              <a:off x="15098199" y="6584365"/>
              <a:ext cx="58691" cy="78560"/>
            </a:xfrm>
            <a:custGeom>
              <a:avLst/>
              <a:gdLst>
                <a:gd name="connsiteX0" fmla="*/ 59056 w 58691"/>
                <a:gd name="connsiteY0" fmla="*/ 55887 h 78560"/>
                <a:gd name="connsiteX1" fmla="*/ 54107 w 58691"/>
                <a:gd name="connsiteY1" fmla="*/ 55887 h 78560"/>
                <a:gd name="connsiteX2" fmla="*/ 50689 w 58691"/>
                <a:gd name="connsiteY2" fmla="*/ 66621 h 78560"/>
                <a:gd name="connsiteX3" fmla="*/ 38079 w 58691"/>
                <a:gd name="connsiteY3" fmla="*/ 67329 h 78560"/>
                <a:gd name="connsiteX4" fmla="*/ 14979 w 58691"/>
                <a:gd name="connsiteY4" fmla="*/ 67329 h 78560"/>
                <a:gd name="connsiteX5" fmla="*/ 38550 w 58691"/>
                <a:gd name="connsiteY5" fmla="*/ 50225 h 78560"/>
                <a:gd name="connsiteX6" fmla="*/ 59056 w 58691"/>
                <a:gd name="connsiteY6" fmla="*/ 23566 h 78560"/>
                <a:gd name="connsiteX7" fmla="*/ 27943 w 58691"/>
                <a:gd name="connsiteY7" fmla="*/ 92 h 78560"/>
                <a:gd name="connsiteX8" fmla="*/ 365 w 58691"/>
                <a:gd name="connsiteY8" fmla="*/ 20853 h 78560"/>
                <a:gd name="connsiteX9" fmla="*/ 7201 w 58691"/>
                <a:gd name="connsiteY9" fmla="*/ 28048 h 78560"/>
                <a:gd name="connsiteX10" fmla="*/ 14154 w 58691"/>
                <a:gd name="connsiteY10" fmla="*/ 21089 h 78560"/>
                <a:gd name="connsiteX11" fmla="*/ 7437 w 58691"/>
                <a:gd name="connsiteY11" fmla="*/ 14129 h 78560"/>
                <a:gd name="connsiteX12" fmla="*/ 25468 w 58691"/>
                <a:gd name="connsiteY12" fmla="*/ 5282 h 78560"/>
                <a:gd name="connsiteX13" fmla="*/ 46446 w 58691"/>
                <a:gd name="connsiteY13" fmla="*/ 23684 h 78560"/>
                <a:gd name="connsiteX14" fmla="*/ 30536 w 58691"/>
                <a:gd name="connsiteY14" fmla="*/ 48809 h 78560"/>
                <a:gd name="connsiteX15" fmla="*/ 1780 w 58691"/>
                <a:gd name="connsiteY15" fmla="*/ 73226 h 78560"/>
                <a:gd name="connsiteX16" fmla="*/ 365 w 58691"/>
                <a:gd name="connsiteY16" fmla="*/ 75114 h 78560"/>
                <a:gd name="connsiteX17" fmla="*/ 365 w 58691"/>
                <a:gd name="connsiteY17" fmla="*/ 78653 h 78560"/>
                <a:gd name="connsiteX18" fmla="*/ 55167 w 58691"/>
                <a:gd name="connsiteY18" fmla="*/ 78653 h 78560"/>
                <a:gd name="connsiteX19" fmla="*/ 59056 w 58691"/>
                <a:gd name="connsiteY19" fmla="*/ 55887 h 7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691" h="78560">
                  <a:moveTo>
                    <a:pt x="59056" y="55887"/>
                  </a:moveTo>
                  <a:lnTo>
                    <a:pt x="54107" y="55887"/>
                  </a:lnTo>
                  <a:cubicBezTo>
                    <a:pt x="53753" y="58128"/>
                    <a:pt x="52575" y="65441"/>
                    <a:pt x="50689" y="66621"/>
                  </a:cubicBezTo>
                  <a:cubicBezTo>
                    <a:pt x="49746" y="67329"/>
                    <a:pt x="39846" y="67329"/>
                    <a:pt x="38079" y="67329"/>
                  </a:cubicBezTo>
                  <a:lnTo>
                    <a:pt x="14979" y="67329"/>
                  </a:lnTo>
                  <a:cubicBezTo>
                    <a:pt x="22758" y="61549"/>
                    <a:pt x="31479" y="54943"/>
                    <a:pt x="38550" y="50225"/>
                  </a:cubicBezTo>
                  <a:cubicBezTo>
                    <a:pt x="49157" y="42911"/>
                    <a:pt x="59056" y="36069"/>
                    <a:pt x="59056" y="23566"/>
                  </a:cubicBezTo>
                  <a:cubicBezTo>
                    <a:pt x="59056" y="8467"/>
                    <a:pt x="44796" y="92"/>
                    <a:pt x="27943" y="92"/>
                  </a:cubicBezTo>
                  <a:cubicBezTo>
                    <a:pt x="12033" y="92"/>
                    <a:pt x="365" y="9293"/>
                    <a:pt x="365" y="20853"/>
                  </a:cubicBezTo>
                  <a:cubicBezTo>
                    <a:pt x="365" y="26987"/>
                    <a:pt x="5551" y="28048"/>
                    <a:pt x="7201" y="28048"/>
                  </a:cubicBezTo>
                  <a:cubicBezTo>
                    <a:pt x="10383" y="28048"/>
                    <a:pt x="14154" y="25925"/>
                    <a:pt x="14154" y="21089"/>
                  </a:cubicBezTo>
                  <a:cubicBezTo>
                    <a:pt x="14154" y="16842"/>
                    <a:pt x="11090" y="14483"/>
                    <a:pt x="7437" y="14129"/>
                  </a:cubicBezTo>
                  <a:cubicBezTo>
                    <a:pt x="10737" y="8821"/>
                    <a:pt x="17572" y="5282"/>
                    <a:pt x="25468" y="5282"/>
                  </a:cubicBezTo>
                  <a:cubicBezTo>
                    <a:pt x="36900" y="5282"/>
                    <a:pt x="46446" y="12124"/>
                    <a:pt x="46446" y="23684"/>
                  </a:cubicBezTo>
                  <a:cubicBezTo>
                    <a:pt x="46446" y="33592"/>
                    <a:pt x="39611" y="41142"/>
                    <a:pt x="30536" y="48809"/>
                  </a:cubicBezTo>
                  <a:lnTo>
                    <a:pt x="1780" y="73226"/>
                  </a:lnTo>
                  <a:cubicBezTo>
                    <a:pt x="601" y="74288"/>
                    <a:pt x="483" y="74288"/>
                    <a:pt x="365" y="75114"/>
                  </a:cubicBezTo>
                  <a:lnTo>
                    <a:pt x="365" y="78653"/>
                  </a:lnTo>
                  <a:lnTo>
                    <a:pt x="55167" y="78653"/>
                  </a:lnTo>
                  <a:lnTo>
                    <a:pt x="59056" y="5588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02" name="Freeform: Shape 5501">
              <a:extLst>
                <a:ext uri="{FF2B5EF4-FFF2-40B4-BE49-F238E27FC236}">
                  <a16:creationId xmlns:a16="http://schemas.microsoft.com/office/drawing/2014/main" id="{27AC98B1-9858-371C-BA63-89DBB6A9B047}"/>
                </a:ext>
              </a:extLst>
            </p:cNvPr>
            <p:cNvSpPr/>
            <p:nvPr>
              <p:custDataLst>
                <p:tags r:id="rId59"/>
              </p:custDataLst>
            </p:nvPr>
          </p:nvSpPr>
          <p:spPr>
            <a:xfrm>
              <a:off x="15191182" y="6515477"/>
              <a:ext cx="42733" cy="164977"/>
            </a:xfrm>
            <a:custGeom>
              <a:avLst/>
              <a:gdLst>
                <a:gd name="connsiteX0" fmla="*/ 3504 w 42733"/>
                <a:gd name="connsiteY0" fmla="*/ 91 h 164977"/>
                <a:gd name="connsiteX1" fmla="*/ 369 w 42733"/>
                <a:gd name="connsiteY1" fmla="*/ 2073 h 164977"/>
                <a:gd name="connsiteX2" fmla="*/ 1854 w 42733"/>
                <a:gd name="connsiteY2" fmla="*/ 4550 h 164977"/>
                <a:gd name="connsiteX3" fmla="*/ 31883 w 42733"/>
                <a:gd name="connsiteY3" fmla="*/ 82497 h 164977"/>
                <a:gd name="connsiteX4" fmla="*/ 3339 w 42733"/>
                <a:gd name="connsiteY4" fmla="*/ 159288 h 164977"/>
                <a:gd name="connsiteX5" fmla="*/ 369 w 42733"/>
                <a:gd name="connsiteY5" fmla="*/ 163087 h 164977"/>
                <a:gd name="connsiteX6" fmla="*/ 2514 w 42733"/>
                <a:gd name="connsiteY6" fmla="*/ 165068 h 164977"/>
                <a:gd name="connsiteX7" fmla="*/ 31058 w 42733"/>
                <a:gd name="connsiteY7" fmla="*/ 133526 h 164977"/>
                <a:gd name="connsiteX8" fmla="*/ 43103 w 42733"/>
                <a:gd name="connsiteY8" fmla="*/ 82662 h 164977"/>
                <a:gd name="connsiteX9" fmla="*/ 3504 w 42733"/>
                <a:gd name="connsiteY9" fmla="*/ 91 h 164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733" h="164977">
                  <a:moveTo>
                    <a:pt x="3504" y="91"/>
                  </a:moveTo>
                  <a:cubicBezTo>
                    <a:pt x="2349" y="91"/>
                    <a:pt x="369" y="91"/>
                    <a:pt x="369" y="2073"/>
                  </a:cubicBezTo>
                  <a:cubicBezTo>
                    <a:pt x="369" y="2898"/>
                    <a:pt x="864" y="3394"/>
                    <a:pt x="1854" y="4550"/>
                  </a:cubicBezTo>
                  <a:cubicBezTo>
                    <a:pt x="16044" y="17596"/>
                    <a:pt x="31883" y="39890"/>
                    <a:pt x="31883" y="82497"/>
                  </a:cubicBezTo>
                  <a:cubicBezTo>
                    <a:pt x="31883" y="117012"/>
                    <a:pt x="21159" y="143104"/>
                    <a:pt x="3339" y="159288"/>
                  </a:cubicBezTo>
                  <a:cubicBezTo>
                    <a:pt x="534" y="162096"/>
                    <a:pt x="369" y="162261"/>
                    <a:pt x="369" y="163087"/>
                  </a:cubicBezTo>
                  <a:cubicBezTo>
                    <a:pt x="369" y="163912"/>
                    <a:pt x="864" y="165068"/>
                    <a:pt x="2514" y="165068"/>
                  </a:cubicBezTo>
                  <a:cubicBezTo>
                    <a:pt x="4494" y="165068"/>
                    <a:pt x="20169" y="154169"/>
                    <a:pt x="31058" y="133526"/>
                  </a:cubicBezTo>
                  <a:cubicBezTo>
                    <a:pt x="38318" y="119819"/>
                    <a:pt x="43103" y="101984"/>
                    <a:pt x="43103" y="82662"/>
                  </a:cubicBezTo>
                  <a:cubicBezTo>
                    <a:pt x="43103" y="59377"/>
                    <a:pt x="36173" y="23211"/>
                    <a:pt x="3504" y="9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cxnSp>
        <p:nvCxnSpPr>
          <p:cNvPr id="5543" name="Connector: Elbow 5542">
            <a:extLst>
              <a:ext uri="{FF2B5EF4-FFF2-40B4-BE49-F238E27FC236}">
                <a16:creationId xmlns:a16="http://schemas.microsoft.com/office/drawing/2014/main" id="{36569F4E-7124-C150-01FC-307F3AD012D5}"/>
              </a:ext>
            </a:extLst>
          </p:cNvPr>
          <p:cNvCxnSpPr>
            <a:cxnSpLocks/>
            <a:stCxn id="17" idx="4"/>
            <a:endCxn id="5546" idx="0"/>
          </p:cNvCxnSpPr>
          <p:nvPr/>
        </p:nvCxnSpPr>
        <p:spPr>
          <a:xfrm rot="16200000" flipH="1">
            <a:off x="4081609" y="2596738"/>
            <a:ext cx="882500" cy="3782700"/>
          </a:xfrm>
          <a:prstGeom prst="bentConnector3">
            <a:avLst>
              <a:gd name="adj1" fmla="val 50000"/>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546" name="Oval 5545">
            <a:extLst>
              <a:ext uri="{FF2B5EF4-FFF2-40B4-BE49-F238E27FC236}">
                <a16:creationId xmlns:a16="http://schemas.microsoft.com/office/drawing/2014/main" id="{BA873699-141A-61D6-7AC4-53BA5E53780A}"/>
              </a:ext>
            </a:extLst>
          </p:cNvPr>
          <p:cNvSpPr/>
          <p:nvPr/>
        </p:nvSpPr>
        <p:spPr>
          <a:xfrm>
            <a:off x="6272106" y="4929338"/>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547" name="Oval 5546">
            <a:extLst>
              <a:ext uri="{FF2B5EF4-FFF2-40B4-BE49-F238E27FC236}">
                <a16:creationId xmlns:a16="http://schemas.microsoft.com/office/drawing/2014/main" id="{A5128465-ABDA-7F2C-828F-3407BAB55F93}"/>
              </a:ext>
            </a:extLst>
          </p:cNvPr>
          <p:cNvSpPr/>
          <p:nvPr/>
        </p:nvSpPr>
        <p:spPr>
          <a:xfrm>
            <a:off x="6791090" y="5126036"/>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548" name="Oval 5547">
            <a:extLst>
              <a:ext uri="{FF2B5EF4-FFF2-40B4-BE49-F238E27FC236}">
                <a16:creationId xmlns:a16="http://schemas.microsoft.com/office/drawing/2014/main" id="{6DBF3634-EB7E-8D70-A0AC-44ACE95EA329}"/>
              </a:ext>
            </a:extLst>
          </p:cNvPr>
          <p:cNvSpPr/>
          <p:nvPr/>
        </p:nvSpPr>
        <p:spPr>
          <a:xfrm>
            <a:off x="7333735" y="5213544"/>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cxnSp>
        <p:nvCxnSpPr>
          <p:cNvPr id="5553" name="Connector: Elbow 5552">
            <a:extLst>
              <a:ext uri="{FF2B5EF4-FFF2-40B4-BE49-F238E27FC236}">
                <a16:creationId xmlns:a16="http://schemas.microsoft.com/office/drawing/2014/main" id="{C65B7F83-38B3-558C-E14C-07226816E2C8}"/>
              </a:ext>
            </a:extLst>
          </p:cNvPr>
          <p:cNvCxnSpPr>
            <a:cxnSpLocks/>
            <a:stCxn id="18" idx="4"/>
            <a:endCxn id="5547" idx="0"/>
          </p:cNvCxnSpPr>
          <p:nvPr/>
        </p:nvCxnSpPr>
        <p:spPr>
          <a:xfrm rot="16200000" flipH="1">
            <a:off x="4582428" y="2775271"/>
            <a:ext cx="1074392" cy="3627137"/>
          </a:xfrm>
          <a:prstGeom prst="bentConnector3">
            <a:avLst>
              <a:gd name="adj1" fmla="val 50000"/>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556" name="Connector: Elbow 5555">
            <a:extLst>
              <a:ext uri="{FF2B5EF4-FFF2-40B4-BE49-F238E27FC236}">
                <a16:creationId xmlns:a16="http://schemas.microsoft.com/office/drawing/2014/main" id="{C61D6DB5-6FA0-EE4A-2977-588219B54B6F}"/>
              </a:ext>
            </a:extLst>
          </p:cNvPr>
          <p:cNvCxnSpPr>
            <a:cxnSpLocks/>
            <a:stCxn id="20" idx="4"/>
            <a:endCxn id="5548" idx="0"/>
          </p:cNvCxnSpPr>
          <p:nvPr/>
        </p:nvCxnSpPr>
        <p:spPr>
          <a:xfrm rot="16200000" flipH="1">
            <a:off x="5144867" y="2882573"/>
            <a:ext cx="1166706" cy="3495235"/>
          </a:xfrm>
          <a:prstGeom prst="bentConnector3">
            <a:avLst>
              <a:gd name="adj1" fmla="val 50000"/>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 name="Título 1">
            <a:extLst>
              <a:ext uri="{FF2B5EF4-FFF2-40B4-BE49-F238E27FC236}">
                <a16:creationId xmlns:a16="http://schemas.microsoft.com/office/drawing/2014/main" id="{1DA0ADDC-4E3B-295D-C6CE-969C4151B310}"/>
              </a:ext>
            </a:extLst>
          </p:cNvPr>
          <p:cNvSpPr txBox="1">
            <a:spLocks/>
          </p:cNvSpPr>
          <p:nvPr/>
        </p:nvSpPr>
        <p:spPr>
          <a:xfrm>
            <a:off x="891589" y="501651"/>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The Logit Model</a:t>
            </a:r>
          </a:p>
        </p:txBody>
      </p:sp>
      <p:sp>
        <p:nvSpPr>
          <p:cNvPr id="7" name="TextBox 6">
            <a:extLst>
              <a:ext uri="{FF2B5EF4-FFF2-40B4-BE49-F238E27FC236}">
                <a16:creationId xmlns:a16="http://schemas.microsoft.com/office/drawing/2014/main" id="{F324D8BF-B89B-42D3-0103-0905427CDBB0}"/>
              </a:ext>
            </a:extLst>
          </p:cNvPr>
          <p:cNvSpPr txBox="1"/>
          <p:nvPr/>
        </p:nvSpPr>
        <p:spPr>
          <a:xfrm>
            <a:off x="891589" y="1148031"/>
            <a:ext cx="5204411"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A researcher is interested in how variables such as GRE score (Graduate Record Examination), GPA (Grade Point Average), and the prestige of the undergraduate institution </a:t>
            </a: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influence admission to postgraduate </a:t>
            </a:r>
            <a:r>
              <a:rPr kumimoji="0" lang="en-US" sz="1400" b="1" i="0" u="none" strike="noStrike" kern="1200" cap="none" spc="0" normalizeH="0" baseline="0" noProof="0" err="1">
                <a:ln>
                  <a:noFill/>
                </a:ln>
                <a:solidFill>
                  <a:prstClr val="black"/>
                </a:solidFill>
                <a:effectLst/>
                <a:highlight>
                  <a:srgbClr val="FFC000"/>
                </a:highlight>
                <a:uLnTx/>
                <a:uFillTx/>
                <a:latin typeface="Aptos" panose="020B0004020202020204"/>
                <a:ea typeface="+mn-ea"/>
                <a:cs typeface="+mn-cs"/>
              </a:rPr>
              <a:t>programmes</a:t>
            </a: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The response variable, admitted/not admitted, is binary.</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spTree>
    <p:extLst>
      <p:ext uri="{BB962C8B-B14F-4D97-AF65-F5344CB8AC3E}">
        <p14:creationId xmlns:p14="http://schemas.microsoft.com/office/powerpoint/2010/main" val="18762721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43"/>
                                        </p:tgtEl>
                                        <p:attrNameLst>
                                          <p:attrName>style.visibility</p:attrName>
                                        </p:attrNameLst>
                                      </p:cBhvr>
                                      <p:to>
                                        <p:strVal val="visible"/>
                                      </p:to>
                                    </p:set>
                                    <p:animEffect transition="in" filter="fade">
                                      <p:cBhvr>
                                        <p:cTn id="7" dur="500"/>
                                        <p:tgtEl>
                                          <p:spTgt spid="5543"/>
                                        </p:tgtEl>
                                      </p:cBhvr>
                                    </p:animEffect>
                                  </p:childTnLst>
                                </p:cTn>
                              </p:par>
                              <p:par>
                                <p:cTn id="8" presetID="10" presetClass="entr" presetSubtype="0" fill="hold" nodeType="withEffect">
                                  <p:stCondLst>
                                    <p:cond delay="0"/>
                                  </p:stCondLst>
                                  <p:childTnLst>
                                    <p:set>
                                      <p:cBhvr>
                                        <p:cTn id="9" dur="1" fill="hold">
                                          <p:stCondLst>
                                            <p:cond delay="0"/>
                                          </p:stCondLst>
                                        </p:cTn>
                                        <p:tgtEl>
                                          <p:spTgt spid="5553"/>
                                        </p:tgtEl>
                                        <p:attrNameLst>
                                          <p:attrName>style.visibility</p:attrName>
                                        </p:attrNameLst>
                                      </p:cBhvr>
                                      <p:to>
                                        <p:strVal val="visible"/>
                                      </p:to>
                                    </p:set>
                                    <p:animEffect transition="in" filter="fade">
                                      <p:cBhvr>
                                        <p:cTn id="10" dur="500"/>
                                        <p:tgtEl>
                                          <p:spTgt spid="5553"/>
                                        </p:tgtEl>
                                      </p:cBhvr>
                                    </p:animEffect>
                                  </p:childTnLst>
                                </p:cTn>
                              </p:par>
                              <p:par>
                                <p:cTn id="11" presetID="10" presetClass="entr" presetSubtype="0" fill="hold" nodeType="withEffect">
                                  <p:stCondLst>
                                    <p:cond delay="0"/>
                                  </p:stCondLst>
                                  <p:childTnLst>
                                    <p:set>
                                      <p:cBhvr>
                                        <p:cTn id="12" dur="1" fill="hold">
                                          <p:stCondLst>
                                            <p:cond delay="0"/>
                                          </p:stCondLst>
                                        </p:cTn>
                                        <p:tgtEl>
                                          <p:spTgt spid="5556"/>
                                        </p:tgtEl>
                                        <p:attrNameLst>
                                          <p:attrName>style.visibility</p:attrName>
                                        </p:attrNameLst>
                                      </p:cBhvr>
                                      <p:to>
                                        <p:strVal val="visible"/>
                                      </p:to>
                                    </p:set>
                                    <p:animEffect transition="in" filter="fade">
                                      <p:cBhvr>
                                        <p:cTn id="13" dur="500"/>
                                        <p:tgtEl>
                                          <p:spTgt spid="555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503"/>
                                        </p:tgtEl>
                                        <p:attrNameLst>
                                          <p:attrName>style.visibility</p:attrName>
                                        </p:attrNameLst>
                                      </p:cBhvr>
                                      <p:to>
                                        <p:strVal val="visible"/>
                                      </p:to>
                                    </p:set>
                                    <p:animEffect transition="in" filter="fade">
                                      <p:cBhvr>
                                        <p:cTn id="18" dur="500"/>
                                        <p:tgtEl>
                                          <p:spTgt spid="5503"/>
                                        </p:tgtEl>
                                      </p:cBhvr>
                                    </p:animEffect>
                                  </p:childTnLst>
                                </p:cTn>
                              </p:par>
                              <p:par>
                                <p:cTn id="19" presetID="10" presetClass="entr" presetSubtype="0" fill="hold" grpId="0" nodeType="withEffect" nodePh="1">
                                  <p:stCondLst>
                                    <p:cond delay="0"/>
                                  </p:stCondLst>
                                  <p:endCondLst>
                                    <p:cond evt="begin" delay="0">
                                      <p:tn val="19"/>
                                    </p:cond>
                                  </p:endCondLst>
                                  <p:childTnLst>
                                    <p:set>
                                      <p:cBhvr>
                                        <p:cTn id="20" dur="1" fill="hold">
                                          <p:stCondLst>
                                            <p:cond delay="0"/>
                                          </p:stCondLst>
                                        </p:cTn>
                                        <p:tgtEl>
                                          <p:spTgt spid="5546"/>
                                        </p:tgtEl>
                                        <p:attrNameLst>
                                          <p:attrName>style.visibility</p:attrName>
                                        </p:attrNameLst>
                                      </p:cBhvr>
                                      <p:to>
                                        <p:strVal val="visible"/>
                                      </p:to>
                                    </p:set>
                                    <p:animEffect transition="in" filter="fade">
                                      <p:cBhvr>
                                        <p:cTn id="21" dur="500"/>
                                        <p:tgtEl>
                                          <p:spTgt spid="5546"/>
                                        </p:tgtEl>
                                      </p:cBhvr>
                                    </p:animEffect>
                                  </p:childTnLst>
                                </p:cTn>
                              </p:par>
                              <p:par>
                                <p:cTn id="22" presetID="10" presetClass="entr" presetSubtype="0" fill="hold" grpId="0" nodeType="withEffect" nodePh="1">
                                  <p:stCondLst>
                                    <p:cond delay="0"/>
                                  </p:stCondLst>
                                  <p:endCondLst>
                                    <p:cond evt="begin" delay="0">
                                      <p:tn val="22"/>
                                    </p:cond>
                                  </p:endCondLst>
                                  <p:childTnLst>
                                    <p:set>
                                      <p:cBhvr>
                                        <p:cTn id="23" dur="1" fill="hold">
                                          <p:stCondLst>
                                            <p:cond delay="0"/>
                                          </p:stCondLst>
                                        </p:cTn>
                                        <p:tgtEl>
                                          <p:spTgt spid="5547"/>
                                        </p:tgtEl>
                                        <p:attrNameLst>
                                          <p:attrName>style.visibility</p:attrName>
                                        </p:attrNameLst>
                                      </p:cBhvr>
                                      <p:to>
                                        <p:strVal val="visible"/>
                                      </p:to>
                                    </p:set>
                                    <p:animEffect transition="in" filter="fade">
                                      <p:cBhvr>
                                        <p:cTn id="24" dur="500"/>
                                        <p:tgtEl>
                                          <p:spTgt spid="5547"/>
                                        </p:tgtEl>
                                      </p:cBhvr>
                                    </p:animEffect>
                                  </p:childTnLst>
                                </p:cTn>
                              </p:par>
                              <p:par>
                                <p:cTn id="25" presetID="10" presetClass="entr" presetSubtype="0" fill="hold" grpId="0" nodeType="withEffect" nodePh="1">
                                  <p:stCondLst>
                                    <p:cond delay="0"/>
                                  </p:stCondLst>
                                  <p:endCondLst>
                                    <p:cond evt="begin" delay="0">
                                      <p:tn val="25"/>
                                    </p:cond>
                                  </p:endCondLst>
                                  <p:childTnLst>
                                    <p:set>
                                      <p:cBhvr>
                                        <p:cTn id="26" dur="1" fill="hold">
                                          <p:stCondLst>
                                            <p:cond delay="0"/>
                                          </p:stCondLst>
                                        </p:cTn>
                                        <p:tgtEl>
                                          <p:spTgt spid="5548"/>
                                        </p:tgtEl>
                                        <p:attrNameLst>
                                          <p:attrName>style.visibility</p:attrName>
                                        </p:attrNameLst>
                                      </p:cBhvr>
                                      <p:to>
                                        <p:strVal val="visible"/>
                                      </p:to>
                                    </p:set>
                                    <p:animEffect transition="in" filter="fade">
                                      <p:cBhvr>
                                        <p:cTn id="27" dur="500"/>
                                        <p:tgtEl>
                                          <p:spTgt spid="554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367"/>
                                        </p:tgtEl>
                                        <p:attrNameLst>
                                          <p:attrName>style.visibility</p:attrName>
                                        </p:attrNameLst>
                                      </p:cBhvr>
                                      <p:to>
                                        <p:strVal val="visible"/>
                                      </p:to>
                                    </p:set>
                                    <p:animEffect transition="in" filter="fade">
                                      <p:cBhvr>
                                        <p:cTn id="32" dur="500"/>
                                        <p:tgtEl>
                                          <p:spTgt spid="5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46" grpId="0"/>
      <p:bldP spid="5547" grpId="0"/>
      <p:bldP spid="554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6293F-B6F2-BB35-F139-34EFC68B076D}"/>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71963337-B5A2-E87B-EC57-474D45A5B68A}"/>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A0D16EB1-80F4-C126-007E-E2B98B9C490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0" name="Date Placeholder 3 2">
            <a:extLst>
              <a:ext uri="{FF2B5EF4-FFF2-40B4-BE49-F238E27FC236}">
                <a16:creationId xmlns:a16="http://schemas.microsoft.com/office/drawing/2014/main" id="{4B438273-A5F4-1AED-DE25-4F75FEA94243}"/>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1F560F73-CDB4-9F33-1C20-E3D10338A3A1}"/>
              </a:ext>
            </a:extLst>
          </p:cNvPr>
          <p:cNvSpPr txBox="1"/>
          <p:nvPr/>
        </p:nvSpPr>
        <p:spPr>
          <a:xfrm>
            <a:off x="891589" y="1148031"/>
            <a:ext cx="429824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Before fitting the model, let us begin with an EDA using cross‑tabulations and sample statistics:</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3" name="Oval 22">
            <a:extLst>
              <a:ext uri="{FF2B5EF4-FFF2-40B4-BE49-F238E27FC236}">
                <a16:creationId xmlns:a16="http://schemas.microsoft.com/office/drawing/2014/main" id="{A7AF543E-B40C-9538-335D-56FCE57102BD}"/>
              </a:ext>
            </a:extLst>
          </p:cNvPr>
          <p:cNvSpPr/>
          <p:nvPr/>
        </p:nvSpPr>
        <p:spPr>
          <a:xfrm>
            <a:off x="5468069" y="1187705"/>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7" name="Oval 66">
            <a:extLst>
              <a:ext uri="{FF2B5EF4-FFF2-40B4-BE49-F238E27FC236}">
                <a16:creationId xmlns:a16="http://schemas.microsoft.com/office/drawing/2014/main" id="{02DC9F01-5BCD-70A1-4D27-B884601DB5E7}"/>
              </a:ext>
            </a:extLst>
          </p:cNvPr>
          <p:cNvSpPr/>
          <p:nvPr/>
        </p:nvSpPr>
        <p:spPr>
          <a:xfrm>
            <a:off x="5468069" y="1780636"/>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8" name="Oval 67">
            <a:extLst>
              <a:ext uri="{FF2B5EF4-FFF2-40B4-BE49-F238E27FC236}">
                <a16:creationId xmlns:a16="http://schemas.microsoft.com/office/drawing/2014/main" id="{D8A4D44C-0CDA-2A37-F948-CAC9E8126E06}"/>
              </a:ext>
            </a:extLst>
          </p:cNvPr>
          <p:cNvSpPr/>
          <p:nvPr/>
        </p:nvSpPr>
        <p:spPr>
          <a:xfrm>
            <a:off x="5468069" y="2400598"/>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9" name="Oval 68">
            <a:extLst>
              <a:ext uri="{FF2B5EF4-FFF2-40B4-BE49-F238E27FC236}">
                <a16:creationId xmlns:a16="http://schemas.microsoft.com/office/drawing/2014/main" id="{DFB4031E-C616-4704-3048-C2A664F0B2FC}"/>
              </a:ext>
            </a:extLst>
          </p:cNvPr>
          <p:cNvSpPr/>
          <p:nvPr/>
        </p:nvSpPr>
        <p:spPr>
          <a:xfrm>
            <a:off x="5468069" y="2932925"/>
            <a:ext cx="284206" cy="2842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3" name="Picture 2" descr="\documentclass{article}&#10;\usepackage{amsmath}&#10;\pagestyle{empty}&#10;\begin{document}&#10;&#10;\begin{table}[ht]&#10;\centering&#10;\begin{tabular}{lcccc}&#10;\hline&#10;Statistics &amp; admit &amp; gre &amp; gpa &amp; rank \\&#10;\hline&#10;Min      &amp; 0.0000 &amp; 220.0 &amp; 2.260 &amp; 1.000 \\&#10;1st quartile &amp; 0.0000 &amp; 520.0 &amp; 3.130 &amp; 2.000 \\&#10;Median     &amp; 0.0000 &amp; 580.0 &amp; 3.395 &amp; 2.000 \\&#10;Mean       &amp; 0.3175 &amp; 587.7 &amp; 3.390 &amp; 2.485 \\&#10;3th quartile &amp; 1.0000 &amp; 660.0 &amp; 3.670 &amp; 3.000 \\&#10;Max      &amp; 1.0000 &amp; 800.0 &amp; 4.000 &amp; 4.000 \\&#10;\hline&#10;\end{tabular}&#10;\end{table}&#10;&#10;&#10;\end{document}" title="IguanaTex Picture Display">
            <a:extLst>
              <a:ext uri="{FF2B5EF4-FFF2-40B4-BE49-F238E27FC236}">
                <a16:creationId xmlns:a16="http://schemas.microsoft.com/office/drawing/2014/main" id="{C54712D8-EBA8-E7CE-519B-472D18AFC52E}"/>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891589" y="2535242"/>
            <a:ext cx="3805918" cy="1563244"/>
          </a:xfrm>
          <a:prstGeom prst="rect">
            <a:avLst/>
          </a:prstGeom>
        </p:spPr>
      </p:pic>
      <p:sp>
        <p:nvSpPr>
          <p:cNvPr id="12" name="TextBox 11">
            <a:extLst>
              <a:ext uri="{FF2B5EF4-FFF2-40B4-BE49-F238E27FC236}">
                <a16:creationId xmlns:a16="http://schemas.microsoft.com/office/drawing/2014/main" id="{FFA67C44-F46D-8BA5-7F0D-FDB08E264608}"/>
              </a:ext>
            </a:extLst>
          </p:cNvPr>
          <p:cNvSpPr txBox="1"/>
          <p:nvPr/>
        </p:nvSpPr>
        <p:spPr>
          <a:xfrm>
            <a:off x="891589" y="2088985"/>
            <a:ext cx="3744051" cy="307777"/>
          </a:xfrm>
          <a:prstGeom prst="rect">
            <a:avLst/>
          </a:prstGeom>
          <a:noFill/>
        </p:spPr>
        <p:txBody>
          <a:bodyPr wrap="square">
            <a:spAutoFit/>
          </a:bodyPr>
          <a:lstStyle>
            <a:defPPr>
              <a:defRPr lang="en-US"/>
            </a:defPPr>
            <a:lvl1pPr>
              <a:buNone/>
              <a:defRPr sz="1400">
                <a:highlight>
                  <a:srgbClr val="FFC000"/>
                </a:highligh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Descriptive statistics of the sample</a:t>
            </a:r>
            <a:endParaRPr kumimoji="0" lang="en-GB" sz="1400" b="1" i="0" u="none" strike="noStrike" kern="1200" cap="none" spc="0" normalizeH="0" baseline="0" noProof="0">
              <a:ln>
                <a:noFill/>
              </a:ln>
              <a:solidFill>
                <a:prstClr val="black"/>
              </a:solidFill>
              <a:effectLst/>
              <a:uLnTx/>
              <a:uFillTx/>
              <a:latin typeface="Aptos" panose="020B0004020202020204"/>
              <a:ea typeface="+mn-ea"/>
              <a:cs typeface="+mn-cs"/>
            </a:endParaRPr>
          </a:p>
        </p:txBody>
      </p:sp>
      <p:pic>
        <p:nvPicPr>
          <p:cNvPr id="9" name="Picture 8" descr="\documentclass{article}&#10;\usepackage{amsmath}&#10;\pagestyle{empty}&#10;\begin{document}&#10;&#10;\begin{table}[ht]&#10;\centering&#10;\begin{tabular}{lcccc}&#10;\hline&#10;Admited &amp; Rank 1 &amp; Rank 2 &amp; Rank 3 &amp; Rank 4 \\&#10;\hline&#10;No       &amp; 28     &amp; 97     &amp; 93     &amp; 55     \\&#10;Sí       &amp; 33     &amp; 54     &amp; 28     &amp; 12     \\&#10;\hline&#10;\end{tabular}&#10;\end{table}&#10;&#10;&#10;\end{document}" title="IguanaTex Picture Display">
            <a:extLst>
              <a:ext uri="{FF2B5EF4-FFF2-40B4-BE49-F238E27FC236}">
                <a16:creationId xmlns:a16="http://schemas.microsoft.com/office/drawing/2014/main" id="{01A1B102-26A2-3AB2-93AE-D6080E3729A2}"/>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891587" y="5054369"/>
            <a:ext cx="3689532" cy="612609"/>
          </a:xfrm>
          <a:prstGeom prst="rect">
            <a:avLst/>
          </a:prstGeom>
        </p:spPr>
      </p:pic>
      <p:sp>
        <p:nvSpPr>
          <p:cNvPr id="16" name="TextBox 15">
            <a:extLst>
              <a:ext uri="{FF2B5EF4-FFF2-40B4-BE49-F238E27FC236}">
                <a16:creationId xmlns:a16="http://schemas.microsoft.com/office/drawing/2014/main" id="{3D1DCF44-FFCC-DEE0-B32F-32CCD21FB306}"/>
              </a:ext>
            </a:extLst>
          </p:cNvPr>
          <p:cNvSpPr txBox="1"/>
          <p:nvPr/>
        </p:nvSpPr>
        <p:spPr>
          <a:xfrm>
            <a:off x="891588" y="4368574"/>
            <a:ext cx="3744051" cy="523220"/>
          </a:xfrm>
          <a:prstGeom prst="rect">
            <a:avLst/>
          </a:prstGeom>
          <a:noFill/>
        </p:spPr>
        <p:txBody>
          <a:bodyPr wrap="square">
            <a:spAutoFit/>
          </a:bodyPr>
          <a:lstStyle>
            <a:defPPr>
              <a:defRPr lang="en-US"/>
            </a:defPPr>
            <a:lvl1pPr>
              <a:buNone/>
              <a:defRPr sz="1400">
                <a:highlight>
                  <a:srgbClr val="FFC000"/>
                </a:highligh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Cross‑tabulation between the dependent variable and university rank</a:t>
            </a:r>
            <a:endParaRPr kumimoji="0" lang="en-GB" sz="1400" b="1" i="0" u="none" strike="noStrike" kern="1200" cap="none" spc="0" normalizeH="0" baseline="0" noProof="0">
              <a:ln>
                <a:noFill/>
              </a:ln>
              <a:solidFill>
                <a:prstClr val="black"/>
              </a:solidFill>
              <a:effectLst/>
              <a:uLnTx/>
              <a:uFillTx/>
              <a:latin typeface="Aptos" panose="020B0004020202020204"/>
              <a:ea typeface="+mn-ea"/>
              <a:cs typeface="+mn-cs"/>
            </a:endParaRPr>
          </a:p>
        </p:txBody>
      </p:sp>
      <p:pic>
        <p:nvPicPr>
          <p:cNvPr id="24" name="Picture 23">
            <a:extLst>
              <a:ext uri="{FF2B5EF4-FFF2-40B4-BE49-F238E27FC236}">
                <a16:creationId xmlns:a16="http://schemas.microsoft.com/office/drawing/2014/main" id="{F46A2492-4E1B-CC56-069F-5886A767D361}"/>
              </a:ext>
            </a:extLst>
          </p:cNvPr>
          <p:cNvPicPr>
            <a:picLocks noChangeAspect="1"/>
          </p:cNvPicPr>
          <p:nvPr/>
        </p:nvPicPr>
        <p:blipFill>
          <a:blip r:embed="rId7"/>
          <a:srcRect t="7317"/>
          <a:stretch>
            <a:fillRect/>
          </a:stretch>
        </p:blipFill>
        <p:spPr>
          <a:xfrm>
            <a:off x="6104910" y="1581664"/>
            <a:ext cx="4572000" cy="2150934"/>
          </a:xfrm>
          <a:prstGeom prst="rect">
            <a:avLst/>
          </a:prstGeom>
        </p:spPr>
      </p:pic>
      <p:sp>
        <p:nvSpPr>
          <p:cNvPr id="25" name="TextBox 24">
            <a:extLst>
              <a:ext uri="{FF2B5EF4-FFF2-40B4-BE49-F238E27FC236}">
                <a16:creationId xmlns:a16="http://schemas.microsoft.com/office/drawing/2014/main" id="{C350AB5E-9D14-556A-2292-07CA59BCAF46}"/>
              </a:ext>
            </a:extLst>
          </p:cNvPr>
          <p:cNvSpPr txBox="1"/>
          <p:nvPr/>
        </p:nvSpPr>
        <p:spPr>
          <a:xfrm>
            <a:off x="5920741" y="1151853"/>
            <a:ext cx="4434220" cy="307777"/>
          </a:xfrm>
          <a:prstGeom prst="rect">
            <a:avLst/>
          </a:prstGeom>
          <a:noFill/>
        </p:spPr>
        <p:txBody>
          <a:bodyPr wrap="square">
            <a:spAutoFit/>
          </a:bodyPr>
          <a:lstStyle>
            <a:defPPr>
              <a:defRPr lang="en-US"/>
            </a:defPPr>
            <a:lvl1pPr>
              <a:buNone/>
              <a:defRPr sz="1400">
                <a:highlight>
                  <a:srgbClr val="FFC000"/>
                </a:highligh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Distribution of GRE scores by admission</a:t>
            </a:r>
            <a:endParaRPr kumimoji="0" lang="en-GB" sz="1400" b="1" i="0" u="none" strike="noStrike" kern="1200" cap="none" spc="0" normalizeH="0" baseline="0" noProof="0">
              <a:ln>
                <a:noFill/>
              </a:ln>
              <a:solidFill>
                <a:prstClr val="black"/>
              </a:solidFill>
              <a:effectLst/>
              <a:uLnTx/>
              <a:uFillTx/>
              <a:latin typeface="Aptos" panose="020B0004020202020204"/>
              <a:ea typeface="+mn-ea"/>
              <a:cs typeface="+mn-cs"/>
            </a:endParaRPr>
          </a:p>
        </p:txBody>
      </p:sp>
      <p:pic>
        <p:nvPicPr>
          <p:cNvPr id="27" name="Picture 26">
            <a:extLst>
              <a:ext uri="{FF2B5EF4-FFF2-40B4-BE49-F238E27FC236}">
                <a16:creationId xmlns:a16="http://schemas.microsoft.com/office/drawing/2014/main" id="{5D5E511C-9A25-D08D-9318-88FCB360B167}"/>
              </a:ext>
            </a:extLst>
          </p:cNvPr>
          <p:cNvPicPr>
            <a:picLocks noChangeAspect="1"/>
          </p:cNvPicPr>
          <p:nvPr/>
        </p:nvPicPr>
        <p:blipFill>
          <a:blip r:embed="rId8"/>
          <a:srcRect t="8988"/>
          <a:stretch>
            <a:fillRect/>
          </a:stretch>
        </p:blipFill>
        <p:spPr>
          <a:xfrm>
            <a:off x="6019714" y="4185058"/>
            <a:ext cx="4572000" cy="2112146"/>
          </a:xfrm>
          <a:prstGeom prst="rect">
            <a:avLst/>
          </a:prstGeom>
        </p:spPr>
      </p:pic>
      <p:sp>
        <p:nvSpPr>
          <p:cNvPr id="28" name="TextBox 27">
            <a:extLst>
              <a:ext uri="{FF2B5EF4-FFF2-40B4-BE49-F238E27FC236}">
                <a16:creationId xmlns:a16="http://schemas.microsoft.com/office/drawing/2014/main" id="{B0CD21D4-BC76-A58B-D22F-43305F7A1420}"/>
              </a:ext>
            </a:extLst>
          </p:cNvPr>
          <p:cNvSpPr txBox="1"/>
          <p:nvPr/>
        </p:nvSpPr>
        <p:spPr>
          <a:xfrm>
            <a:off x="6019714" y="3831198"/>
            <a:ext cx="4434220" cy="307777"/>
          </a:xfrm>
          <a:prstGeom prst="rect">
            <a:avLst/>
          </a:prstGeom>
          <a:noFill/>
        </p:spPr>
        <p:txBody>
          <a:bodyPr wrap="square">
            <a:spAutoFit/>
          </a:bodyPr>
          <a:lstStyle>
            <a:defPPr>
              <a:defRPr lang="en-US"/>
            </a:defPPr>
            <a:lvl1pPr>
              <a:buNone/>
              <a:defRPr sz="1400">
                <a:highlight>
                  <a:srgbClr val="FFC000"/>
                </a:highligh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Distribution of GPA scores by admission</a:t>
            </a:r>
            <a:endParaRPr kumimoji="0" lang="en-GB" sz="14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1" name="Título 1">
            <a:extLst>
              <a:ext uri="{FF2B5EF4-FFF2-40B4-BE49-F238E27FC236}">
                <a16:creationId xmlns:a16="http://schemas.microsoft.com/office/drawing/2014/main" id="{B669E1E8-BBC8-C970-47C2-EA332B209221}"/>
              </a:ext>
            </a:extLst>
          </p:cNvPr>
          <p:cNvSpPr txBox="1">
            <a:spLocks/>
          </p:cNvSpPr>
          <p:nvPr/>
        </p:nvSpPr>
        <p:spPr>
          <a:xfrm>
            <a:off x="891589" y="501651"/>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The Logit Model</a:t>
            </a:r>
          </a:p>
        </p:txBody>
      </p:sp>
    </p:spTree>
    <p:extLst>
      <p:ext uri="{BB962C8B-B14F-4D97-AF65-F5344CB8AC3E}">
        <p14:creationId xmlns:p14="http://schemas.microsoft.com/office/powerpoint/2010/main" val="37419685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par>
                                <p:cTn id="35" presetID="10"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6" grpId="0"/>
      <p:bldP spid="25" grpId="0"/>
      <p:bldP spid="2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30EBF-6C93-A109-63C8-9B3FF0066EB2}"/>
            </a:ext>
          </a:extLst>
        </p:cNvPr>
        <p:cNvGrpSpPr/>
        <p:nvPr/>
      </p:nvGrpSpPr>
      <p:grpSpPr>
        <a:xfrm>
          <a:off x="0" y="0"/>
          <a:ext cx="0" cy="0"/>
          <a:chOff x="0" y="0"/>
          <a:chExt cx="0" cy="0"/>
        </a:xfrm>
      </p:grpSpPr>
      <p:pic>
        <p:nvPicPr>
          <p:cNvPr id="82" name="Picture 81">
            <a:extLst>
              <a:ext uri="{FF2B5EF4-FFF2-40B4-BE49-F238E27FC236}">
                <a16:creationId xmlns:a16="http://schemas.microsoft.com/office/drawing/2014/main" id="{D1AE3123-E5D3-C55E-3A88-AD882936C045}"/>
              </a:ext>
            </a:extLst>
          </p:cNvPr>
          <p:cNvPicPr>
            <a:picLocks noChangeAspect="1"/>
          </p:cNvPicPr>
          <p:nvPr/>
        </p:nvPicPr>
        <p:blipFill>
          <a:blip r:embed="rId3"/>
          <a:stretch>
            <a:fillRect/>
          </a:stretch>
        </p:blipFill>
        <p:spPr>
          <a:xfrm>
            <a:off x="3704037" y="1944111"/>
            <a:ext cx="5042522" cy="3632872"/>
          </a:xfrm>
          <a:prstGeom prst="rect">
            <a:avLst/>
          </a:prstGeom>
          <a:effectLst>
            <a:outerShdw blurRad="50800" dist="38100" dir="5400000" algn="t" rotWithShape="0">
              <a:prstClr val="black">
                <a:alpha val="40000"/>
              </a:prstClr>
            </a:outerShdw>
          </a:effectLst>
        </p:spPr>
      </p:pic>
      <p:sp>
        <p:nvSpPr>
          <p:cNvPr id="5" name="Slide Number Placeholder 2">
            <a:extLst>
              <a:ext uri="{FF2B5EF4-FFF2-40B4-BE49-F238E27FC236}">
                <a16:creationId xmlns:a16="http://schemas.microsoft.com/office/drawing/2014/main" id="{86ABD992-51AE-8D74-1A44-C63B26B2529C}"/>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A95A7E79-6FCE-FD9E-49FD-DEC96E3AB3D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4FA39734-E3E6-871F-7338-68D4D1619550}"/>
              </a:ext>
            </a:extLst>
          </p:cNvPr>
          <p:cNvSpPr txBox="1">
            <a:spLocks/>
          </p:cNvSpPr>
          <p:nvPr/>
        </p:nvSpPr>
        <p:spPr>
          <a:xfrm>
            <a:off x="896087" y="518284"/>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The Logit Model</a:t>
            </a:r>
          </a:p>
        </p:txBody>
      </p:sp>
      <p:sp>
        <p:nvSpPr>
          <p:cNvPr id="10" name="Date Placeholder 3 2">
            <a:extLst>
              <a:ext uri="{FF2B5EF4-FFF2-40B4-BE49-F238E27FC236}">
                <a16:creationId xmlns:a16="http://schemas.microsoft.com/office/drawing/2014/main" id="{763902EB-C26D-9632-9DD4-095FE304EC89}"/>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A95C66D9-C58F-BF49-96F7-F66B143B4462}"/>
              </a:ext>
            </a:extLst>
          </p:cNvPr>
          <p:cNvSpPr txBox="1"/>
          <p:nvPr/>
        </p:nvSpPr>
        <p:spPr>
          <a:xfrm>
            <a:off x="896087" y="969309"/>
            <a:ext cx="4298249"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When estimating the model, we obtain:</a:t>
            </a:r>
            <a:endParaRPr kumimoji="0" lang="en-GB" sz="14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 name="TextBox 14">
            <a:extLst>
              <a:ext uri="{FF2B5EF4-FFF2-40B4-BE49-F238E27FC236}">
                <a16:creationId xmlns:a16="http://schemas.microsoft.com/office/drawing/2014/main" id="{03794653-B8A4-6B52-9A73-CCC67796EBFB}"/>
              </a:ext>
            </a:extLst>
          </p:cNvPr>
          <p:cNvSpPr txBox="1"/>
          <p:nvPr/>
        </p:nvSpPr>
        <p:spPr>
          <a:xfrm>
            <a:off x="5194336" y="1236131"/>
            <a:ext cx="1318054"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Dependent variable</a:t>
            </a:r>
          </a:p>
        </p:txBody>
      </p:sp>
      <p:cxnSp>
        <p:nvCxnSpPr>
          <p:cNvPr id="17" name="Connector: Elbow 16">
            <a:extLst>
              <a:ext uri="{FF2B5EF4-FFF2-40B4-BE49-F238E27FC236}">
                <a16:creationId xmlns:a16="http://schemas.microsoft.com/office/drawing/2014/main" id="{82B043A8-1FB9-84D2-42F6-0F67A0E18456}"/>
              </a:ext>
            </a:extLst>
          </p:cNvPr>
          <p:cNvCxnSpPr>
            <a:cxnSpLocks/>
            <a:endCxn id="15" idx="1"/>
          </p:cNvCxnSpPr>
          <p:nvPr/>
        </p:nvCxnSpPr>
        <p:spPr>
          <a:xfrm rot="5400000" flipH="1" flipV="1">
            <a:off x="4787098" y="1664060"/>
            <a:ext cx="619723" cy="194754"/>
          </a:xfrm>
          <a:prstGeom prst="bent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6" name="Left Brace 25">
            <a:extLst>
              <a:ext uri="{FF2B5EF4-FFF2-40B4-BE49-F238E27FC236}">
                <a16:creationId xmlns:a16="http://schemas.microsoft.com/office/drawing/2014/main" id="{BE608DF2-00F6-A804-DCBE-AAD1A071997F}"/>
              </a:ext>
            </a:extLst>
          </p:cNvPr>
          <p:cNvSpPr/>
          <p:nvPr/>
        </p:nvSpPr>
        <p:spPr>
          <a:xfrm rot="5400000">
            <a:off x="6204762" y="916095"/>
            <a:ext cx="442317" cy="1967437"/>
          </a:xfrm>
          <a:prstGeom prst="leftBrace">
            <a:avLst>
              <a:gd name="adj1" fmla="val 46839"/>
              <a:gd name="adj2" fmla="val 24703"/>
            </a:avLst>
          </a:prstGeom>
          <a:ln>
            <a:solidFill>
              <a:srgbClr val="FF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9" name="TextBox 28">
            <a:extLst>
              <a:ext uri="{FF2B5EF4-FFF2-40B4-BE49-F238E27FC236}">
                <a16:creationId xmlns:a16="http://schemas.microsoft.com/office/drawing/2014/main" id="{9A7321FD-B691-35F2-18B6-31498AE4D6EE}"/>
              </a:ext>
            </a:extLst>
          </p:cNvPr>
          <p:cNvSpPr txBox="1"/>
          <p:nvPr/>
        </p:nvSpPr>
        <p:spPr>
          <a:xfrm>
            <a:off x="6654493" y="1241681"/>
            <a:ext cx="1057473"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Independent variables</a:t>
            </a:r>
          </a:p>
        </p:txBody>
      </p:sp>
      <p:cxnSp>
        <p:nvCxnSpPr>
          <p:cNvPr id="30" name="Connector: Elbow 29">
            <a:extLst>
              <a:ext uri="{FF2B5EF4-FFF2-40B4-BE49-F238E27FC236}">
                <a16:creationId xmlns:a16="http://schemas.microsoft.com/office/drawing/2014/main" id="{C2E8F3A5-F3C5-8933-F0EF-C2646BA45A3D}"/>
              </a:ext>
            </a:extLst>
          </p:cNvPr>
          <p:cNvCxnSpPr>
            <a:cxnSpLocks/>
            <a:endCxn id="33" idx="1"/>
          </p:cNvCxnSpPr>
          <p:nvPr/>
        </p:nvCxnSpPr>
        <p:spPr>
          <a:xfrm rot="5400000" flipH="1" flipV="1">
            <a:off x="7858500" y="1590650"/>
            <a:ext cx="655735" cy="272228"/>
          </a:xfrm>
          <a:prstGeom prst="bent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A650F2DC-DC8B-1DE6-9C5A-FB369AB5569E}"/>
              </a:ext>
            </a:extLst>
          </p:cNvPr>
          <p:cNvSpPr txBox="1"/>
          <p:nvPr/>
        </p:nvSpPr>
        <p:spPr>
          <a:xfrm>
            <a:off x="8322481" y="1268091"/>
            <a:ext cx="2016162"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Link function</a:t>
            </a:r>
          </a:p>
        </p:txBody>
      </p:sp>
      <p:cxnSp>
        <p:nvCxnSpPr>
          <p:cNvPr id="43" name="Connector: Elbow 42">
            <a:extLst>
              <a:ext uri="{FF2B5EF4-FFF2-40B4-BE49-F238E27FC236}">
                <a16:creationId xmlns:a16="http://schemas.microsoft.com/office/drawing/2014/main" id="{855646E5-74E8-2369-321D-BE2622D0398E}"/>
              </a:ext>
            </a:extLst>
          </p:cNvPr>
          <p:cNvCxnSpPr>
            <a:cxnSpLocks/>
            <a:endCxn id="45" idx="3"/>
          </p:cNvCxnSpPr>
          <p:nvPr/>
        </p:nvCxnSpPr>
        <p:spPr>
          <a:xfrm rot="10800000" flipV="1">
            <a:off x="2898407" y="2362909"/>
            <a:ext cx="1136074" cy="184802"/>
          </a:xfrm>
          <a:prstGeom prst="bentConnector3">
            <a:avLst>
              <a:gd name="adj1" fmla="val 50000"/>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171ADAEA-BE63-9E8C-36E1-B73E4AF46BEC}"/>
              </a:ext>
            </a:extLst>
          </p:cNvPr>
          <p:cNvSpPr txBox="1"/>
          <p:nvPr/>
        </p:nvSpPr>
        <p:spPr>
          <a:xfrm>
            <a:off x="882245" y="2332267"/>
            <a:ext cx="2016162"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ptos" panose="020B0004020202020204"/>
                <a:ea typeface="+mn-ea"/>
                <a:cs typeface="+mn-cs"/>
              </a:rPr>
              <a:t>Reference to the table that contains the data records</a:t>
            </a: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50" name="Connector: Elbow 49">
            <a:extLst>
              <a:ext uri="{FF2B5EF4-FFF2-40B4-BE49-F238E27FC236}">
                <a16:creationId xmlns:a16="http://schemas.microsoft.com/office/drawing/2014/main" id="{AC64D0DC-46D3-7805-0876-0BF54AB3F8CA}"/>
              </a:ext>
            </a:extLst>
          </p:cNvPr>
          <p:cNvCxnSpPr>
            <a:cxnSpLocks/>
            <a:endCxn id="51" idx="3"/>
          </p:cNvCxnSpPr>
          <p:nvPr/>
        </p:nvCxnSpPr>
        <p:spPr>
          <a:xfrm rot="10800000">
            <a:off x="2481952" y="1816742"/>
            <a:ext cx="1256268" cy="379022"/>
          </a:xfrm>
          <a:prstGeom prst="bentConnector3">
            <a:avLst>
              <a:gd name="adj1" fmla="val 50000"/>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A1F2414B-5F73-2072-B7B9-2267CD15319E}"/>
              </a:ext>
            </a:extLst>
          </p:cNvPr>
          <p:cNvSpPr txBox="1"/>
          <p:nvPr/>
        </p:nvSpPr>
        <p:spPr>
          <a:xfrm>
            <a:off x="962629" y="1601298"/>
            <a:ext cx="1519323"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Generalised regression function</a:t>
            </a:r>
          </a:p>
        </p:txBody>
      </p:sp>
      <p:cxnSp>
        <p:nvCxnSpPr>
          <p:cNvPr id="54" name="Connector: Elbow 53">
            <a:extLst>
              <a:ext uri="{FF2B5EF4-FFF2-40B4-BE49-F238E27FC236}">
                <a16:creationId xmlns:a16="http://schemas.microsoft.com/office/drawing/2014/main" id="{FDF094F1-6EF3-2EA4-28C1-022C550C3AC6}"/>
              </a:ext>
            </a:extLst>
          </p:cNvPr>
          <p:cNvCxnSpPr>
            <a:cxnSpLocks/>
            <a:endCxn id="56" idx="1"/>
          </p:cNvCxnSpPr>
          <p:nvPr/>
        </p:nvCxnSpPr>
        <p:spPr>
          <a:xfrm flipV="1">
            <a:off x="7713456" y="2497629"/>
            <a:ext cx="1354189" cy="386222"/>
          </a:xfrm>
          <a:prstGeom prst="bentConnector3">
            <a:avLst>
              <a:gd name="adj1" fmla="val 50000"/>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C64D9A68-262E-D1C6-A2C9-728D52AA8604}"/>
              </a:ext>
            </a:extLst>
          </p:cNvPr>
          <p:cNvSpPr txBox="1"/>
          <p:nvPr/>
        </p:nvSpPr>
        <p:spPr>
          <a:xfrm>
            <a:off x="9067645" y="1858992"/>
            <a:ext cx="2627483" cy="1277273"/>
          </a:xfrm>
          <a:prstGeom prst="rect">
            <a:avLst/>
          </a:prstGeom>
          <a:noFill/>
        </p:spPr>
        <p:txBody>
          <a:bodyPr wrap="square">
            <a:spAutoFit/>
          </a:bodyPr>
          <a:lstStyle/>
          <a:p>
            <a:pPr lvl="0">
              <a:defRPr/>
            </a:pPr>
            <a:r>
              <a:rPr lang="en-US" sz="1100" b="1">
                <a:solidFill>
                  <a:prstClr val="black"/>
                </a:solidFill>
                <a:highlight>
                  <a:srgbClr val="FFC000"/>
                </a:highlight>
              </a:rPr>
              <a:t>Two‑tailed p‑values</a:t>
            </a:r>
            <a:r>
              <a:rPr lang="en-US" sz="1100">
                <a:solidFill>
                  <a:prstClr val="black"/>
                </a:solidFill>
              </a:rPr>
              <a:t>, which evaluate the alternative hypothesis that each coefficient is different from zero.</a:t>
            </a:r>
          </a:p>
          <a:p>
            <a:pPr marL="171450" lvl="0" indent="-171450">
              <a:buFont typeface="Arial" panose="020B0604020202020204" pitchFamily="34" charset="0"/>
              <a:buChar char="•"/>
              <a:defRPr/>
            </a:pPr>
            <a:r>
              <a:rPr lang="en-US" sz="1100">
                <a:solidFill>
                  <a:prstClr val="black"/>
                </a:solidFill>
              </a:rPr>
              <a:t>To reject the null hypothesis associated with a coefficient, the p‑value must be smaller than α (usually 0.05).</a:t>
            </a: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 name="TextBox 58">
            <a:extLst>
              <a:ext uri="{FF2B5EF4-FFF2-40B4-BE49-F238E27FC236}">
                <a16:creationId xmlns:a16="http://schemas.microsoft.com/office/drawing/2014/main" id="{44E68AD5-AF6D-FBCD-A96F-B7D6C7E7B269}"/>
              </a:ext>
            </a:extLst>
          </p:cNvPr>
          <p:cNvSpPr txBox="1"/>
          <p:nvPr/>
        </p:nvSpPr>
        <p:spPr>
          <a:xfrm>
            <a:off x="9135832" y="3127482"/>
            <a:ext cx="2627483" cy="1107996"/>
          </a:xfrm>
          <a:prstGeom prst="rect">
            <a:avLst/>
          </a:prstGeom>
          <a:noFill/>
        </p:spPr>
        <p:txBody>
          <a:bodyPr wrap="square">
            <a:spAutoFit/>
          </a:bodyPr>
          <a:lstStyle/>
          <a:p>
            <a:pPr lvl="0">
              <a:defRPr/>
            </a:pPr>
            <a:r>
              <a:rPr lang="en-US" sz="1100" b="1">
                <a:solidFill>
                  <a:prstClr val="black"/>
                </a:solidFill>
                <a:highlight>
                  <a:srgbClr val="FFC000"/>
                </a:highlight>
              </a:rPr>
              <a:t>Statistic for testing whether each coefficient is different from zero</a:t>
            </a:r>
            <a:r>
              <a:rPr lang="en-US" sz="1100" b="1">
                <a:solidFill>
                  <a:prstClr val="black"/>
                </a:solidFill>
              </a:rPr>
              <a:t>. </a:t>
            </a:r>
            <a:r>
              <a:rPr lang="en-US" sz="1100">
                <a:solidFill>
                  <a:prstClr val="black"/>
                </a:solidFill>
              </a:rPr>
              <a:t>To reject the null hypothesis, the value of the statistic must be greater than the critical value associated with α (1.96 if the significance level is 0.05).</a:t>
            </a:r>
            <a:endParaRPr kumimoji="0" lang="en-GB" sz="1100"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60" name="Connector: Elbow 59">
            <a:extLst>
              <a:ext uri="{FF2B5EF4-FFF2-40B4-BE49-F238E27FC236}">
                <a16:creationId xmlns:a16="http://schemas.microsoft.com/office/drawing/2014/main" id="{6B6615EF-5973-673B-67B8-2E5599C2B9A0}"/>
              </a:ext>
            </a:extLst>
          </p:cNvPr>
          <p:cNvCxnSpPr>
            <a:cxnSpLocks/>
            <a:endCxn id="59" idx="1"/>
          </p:cNvCxnSpPr>
          <p:nvPr/>
        </p:nvCxnSpPr>
        <p:spPr>
          <a:xfrm>
            <a:off x="6870790" y="2829547"/>
            <a:ext cx="2265042" cy="851933"/>
          </a:xfrm>
          <a:prstGeom prst="bentConnector3">
            <a:avLst>
              <a:gd name="adj1" fmla="val 50000"/>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6" name="Left Brace 75">
            <a:extLst>
              <a:ext uri="{FF2B5EF4-FFF2-40B4-BE49-F238E27FC236}">
                <a16:creationId xmlns:a16="http://schemas.microsoft.com/office/drawing/2014/main" id="{AA141186-5ABC-1B74-0F9C-64175A3C7F8F}"/>
              </a:ext>
            </a:extLst>
          </p:cNvPr>
          <p:cNvSpPr/>
          <p:nvPr/>
        </p:nvSpPr>
        <p:spPr>
          <a:xfrm>
            <a:off x="3459321" y="2923123"/>
            <a:ext cx="284206" cy="936572"/>
          </a:xfrm>
          <a:prstGeom prst="leftBrace">
            <a:avLst>
              <a:gd name="adj1" fmla="val 46839"/>
              <a:gd name="adj2" fmla="val 38747"/>
            </a:avLst>
          </a:prstGeom>
          <a:ln>
            <a:solidFill>
              <a:srgbClr val="FF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90" name="TextBox 89">
            <a:extLst>
              <a:ext uri="{FF2B5EF4-FFF2-40B4-BE49-F238E27FC236}">
                <a16:creationId xmlns:a16="http://schemas.microsoft.com/office/drawing/2014/main" id="{8485A3E6-BC87-1BB7-66D1-CE28FBE5346A}"/>
              </a:ext>
            </a:extLst>
          </p:cNvPr>
          <p:cNvSpPr txBox="1"/>
          <p:nvPr/>
        </p:nvSpPr>
        <p:spPr>
          <a:xfrm>
            <a:off x="842232" y="3001545"/>
            <a:ext cx="2627483" cy="127727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Estimated coefficients of the logit model</a:t>
            </a:r>
            <a:r>
              <a:rPr kumimoji="0" lang="en-US" sz="1100" b="0" i="0" u="none" strike="noStrike" kern="1200" cap="none" spc="0" normalizeH="0" baseline="0" noProof="0">
                <a:ln>
                  <a:noFill/>
                </a:ln>
                <a:solidFill>
                  <a:prstClr val="black"/>
                </a:solidFill>
                <a:effectLst/>
                <a:uLnTx/>
                <a:uFillTx/>
                <a:latin typeface="Aptos" panose="020B0004020202020204"/>
                <a:ea typeface="+mn-ea"/>
                <a:cs typeface="+mn-cs"/>
              </a:rPr>
              <a:t>. Their units are log‑odds and cannot be interpreted in the same way as OLS coefficients. To interpret them, one must: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panose="020B0004020202020204"/>
                <a:ea typeface="+mn-ea"/>
                <a:cs typeface="+mn-cs"/>
              </a:rPr>
              <a:t>compute odds ratios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ptos" panose="020B0004020202020204"/>
                <a:ea typeface="+mn-ea"/>
                <a:cs typeface="+mn-cs"/>
              </a:rPr>
              <a:t>evaluate predicted probabilities.</a:t>
            </a: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2" name="Connector: Elbow 1">
            <a:extLst>
              <a:ext uri="{FF2B5EF4-FFF2-40B4-BE49-F238E27FC236}">
                <a16:creationId xmlns:a16="http://schemas.microsoft.com/office/drawing/2014/main" id="{96B476E8-F073-7638-2B3B-F839AF5C485A}"/>
              </a:ext>
            </a:extLst>
          </p:cNvPr>
          <p:cNvCxnSpPr>
            <a:cxnSpLocks/>
            <a:endCxn id="7" idx="0"/>
          </p:cNvCxnSpPr>
          <p:nvPr/>
        </p:nvCxnSpPr>
        <p:spPr>
          <a:xfrm rot="10800000" flipV="1">
            <a:off x="2001023" y="4404909"/>
            <a:ext cx="1703014" cy="245861"/>
          </a:xfrm>
          <a:prstGeom prst="bent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9949F8F-E908-4D18-BAFE-AB6692ADC0A3}"/>
              </a:ext>
            </a:extLst>
          </p:cNvPr>
          <p:cNvSpPr txBox="1"/>
          <p:nvPr/>
        </p:nvSpPr>
        <p:spPr>
          <a:xfrm>
            <a:off x="882244" y="4650771"/>
            <a:ext cx="2237557" cy="127727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Deviance of the null model (without predictors)</a:t>
            </a:r>
            <a:r>
              <a:rPr kumimoji="0" lang="en-US" sz="1100" b="1" i="0" u="none" strike="noStrike" kern="1200" cap="none" spc="0" normalizeH="0" baseline="0" noProof="0">
                <a:ln>
                  <a:noFill/>
                </a:ln>
                <a:solidFill>
                  <a:prstClr val="black"/>
                </a:solidFill>
                <a:effectLst/>
                <a:uLnTx/>
                <a:uFillTx/>
                <a:latin typeface="Aptos" panose="020B0004020202020204"/>
                <a:ea typeface="+mn-ea"/>
                <a:cs typeface="+mn-cs"/>
              </a:rPr>
              <a:t>:</a:t>
            </a:r>
            <a:r>
              <a:rPr kumimoji="0" lang="en-US" sz="1100" i="0" u="none" strike="noStrike" kern="1200" cap="none" spc="0" normalizeH="0" baseline="0" noProof="0">
                <a:ln>
                  <a:noFill/>
                </a:ln>
                <a:solidFill>
                  <a:prstClr val="black"/>
                </a:solidFill>
                <a:effectLst/>
                <a:uLnTx/>
                <a:uFillTx/>
                <a:latin typeface="Aptos" panose="020B0004020202020204"/>
                <a:ea typeface="+mn-ea"/>
                <a:cs typeface="+mn-cs"/>
              </a:rPr>
              <a:t>indicates how well (or poorly) the model predicts the response variable without using the controls.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a:solidFill>
                <a:prstClr val="black"/>
              </a:solidFill>
              <a:latin typeface="Aptos" panose="020B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i="0" u="none" strike="noStrike" kern="1200" cap="none" spc="0" normalizeH="0" baseline="0" noProof="0">
                <a:ln>
                  <a:noFill/>
                </a:ln>
                <a:solidFill>
                  <a:prstClr val="black"/>
                </a:solidFill>
                <a:effectLst/>
                <a:uLnTx/>
                <a:uFillTx/>
                <a:latin typeface="Aptos" panose="020B0004020202020204"/>
                <a:ea typeface="+mn-ea"/>
                <a:cs typeface="+mn-cs"/>
              </a:rPr>
              <a:t>Higher values imply worse fit</a:t>
            </a:r>
            <a:endParaRPr kumimoji="0" lang="en-GB" sz="1100"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12" name="Connector: Elbow 11">
            <a:extLst>
              <a:ext uri="{FF2B5EF4-FFF2-40B4-BE49-F238E27FC236}">
                <a16:creationId xmlns:a16="http://schemas.microsoft.com/office/drawing/2014/main" id="{B925FA56-F370-82E4-4095-DBF8CD683A9F}"/>
              </a:ext>
            </a:extLst>
          </p:cNvPr>
          <p:cNvCxnSpPr>
            <a:cxnSpLocks/>
          </p:cNvCxnSpPr>
          <p:nvPr/>
        </p:nvCxnSpPr>
        <p:spPr>
          <a:xfrm rot="16200000" flipH="1">
            <a:off x="7466183" y="3498621"/>
            <a:ext cx="373378" cy="2829539"/>
          </a:xfrm>
          <a:prstGeom prst="bentConnector4">
            <a:avLst>
              <a:gd name="adj1" fmla="val -31440"/>
              <a:gd name="adj2" fmla="val 73036"/>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Elbow 21">
            <a:extLst>
              <a:ext uri="{FF2B5EF4-FFF2-40B4-BE49-F238E27FC236}">
                <a16:creationId xmlns:a16="http://schemas.microsoft.com/office/drawing/2014/main" id="{32784A3A-B308-3CAE-54EC-E5166137B6E9}"/>
              </a:ext>
            </a:extLst>
          </p:cNvPr>
          <p:cNvCxnSpPr>
            <a:cxnSpLocks/>
            <a:endCxn id="31" idx="1"/>
          </p:cNvCxnSpPr>
          <p:nvPr/>
        </p:nvCxnSpPr>
        <p:spPr>
          <a:xfrm rot="10800000" flipV="1">
            <a:off x="3571103" y="4932673"/>
            <a:ext cx="116420" cy="931689"/>
          </a:xfrm>
          <a:prstGeom prst="bentConnector3">
            <a:avLst>
              <a:gd name="adj1" fmla="val 296358"/>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5456C81B-1B38-BC0E-4D65-4A776A8C56E6}"/>
              </a:ext>
            </a:extLst>
          </p:cNvPr>
          <p:cNvSpPr txBox="1"/>
          <p:nvPr/>
        </p:nvSpPr>
        <p:spPr>
          <a:xfrm>
            <a:off x="3571103" y="5648919"/>
            <a:ext cx="1802774"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ptos" panose="020B0004020202020204"/>
                <a:ea typeface="+mn-ea"/>
                <a:cs typeface="+mn-cs"/>
              </a:rPr>
              <a:t>Deviance of the model with predictors</a:t>
            </a: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 name="TextBox 56">
            <a:extLst>
              <a:ext uri="{FF2B5EF4-FFF2-40B4-BE49-F238E27FC236}">
                <a16:creationId xmlns:a16="http://schemas.microsoft.com/office/drawing/2014/main" id="{E2E9E737-A9C1-6E98-11C6-E36AFCB68365}"/>
              </a:ext>
            </a:extLst>
          </p:cNvPr>
          <p:cNvSpPr txBox="1"/>
          <p:nvPr/>
        </p:nvSpPr>
        <p:spPr>
          <a:xfrm>
            <a:off x="5442202" y="5699051"/>
            <a:ext cx="3399478" cy="6001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AIC (Akaike Information Criterion): </a:t>
            </a:r>
            <a:r>
              <a:rPr kumimoji="0" lang="en-US" sz="1100" i="0" u="none" strike="noStrike" kern="1200" cap="none" spc="0" normalizeH="0" baseline="0" noProof="0">
                <a:ln>
                  <a:noFill/>
                </a:ln>
                <a:solidFill>
                  <a:prstClr val="black"/>
                </a:solidFill>
                <a:effectLst/>
                <a:uLnTx/>
                <a:uFillTx/>
                <a:latin typeface="Aptos" panose="020B0004020202020204"/>
                <a:ea typeface="+mn-ea"/>
                <a:cs typeface="+mn-cs"/>
              </a:rPr>
              <a:t>penalizes model complexity; lower AIC indicates a better balance between fit and parsimony.</a:t>
            </a:r>
            <a:endParaRPr kumimoji="0" lang="en-GB" sz="1100"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61" name="Connector: Elbow 60">
            <a:extLst>
              <a:ext uri="{FF2B5EF4-FFF2-40B4-BE49-F238E27FC236}">
                <a16:creationId xmlns:a16="http://schemas.microsoft.com/office/drawing/2014/main" id="{C7B2913E-FD83-9D0A-40A6-9BD4EBE4B1E8}"/>
              </a:ext>
            </a:extLst>
          </p:cNvPr>
          <p:cNvCxnSpPr>
            <a:cxnSpLocks/>
            <a:endCxn id="57" idx="0"/>
          </p:cNvCxnSpPr>
          <p:nvPr/>
        </p:nvCxnSpPr>
        <p:spPr>
          <a:xfrm>
            <a:off x="4819540" y="5126061"/>
            <a:ext cx="2322401" cy="572990"/>
          </a:xfrm>
          <a:prstGeom prst="bent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CAA5CC59-B396-9F32-4B70-DD646ADB5DA7}"/>
              </a:ext>
            </a:extLst>
          </p:cNvPr>
          <p:cNvSpPr txBox="1"/>
          <p:nvPr/>
        </p:nvSpPr>
        <p:spPr>
          <a:xfrm>
            <a:off x="9067644" y="4489871"/>
            <a:ext cx="2627483" cy="178510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Degrees of freedom of the model: </a:t>
            </a:r>
            <a:r>
              <a:rPr kumimoji="0" lang="en-US" sz="1100" i="0" u="none" strike="noStrike" kern="1200" cap="none" spc="0" normalizeH="0" baseline="0" noProof="0">
                <a:ln>
                  <a:noFill/>
                </a:ln>
                <a:solidFill>
                  <a:prstClr val="black"/>
                </a:solidFill>
                <a:effectLst/>
                <a:highlight>
                  <a:srgbClr val="FFFFFF"/>
                </a:highlight>
                <a:uLnTx/>
                <a:uFillTx/>
                <a:latin typeface="Aptos" panose="020B0004020202020204"/>
                <a:ea typeface="+mn-ea"/>
                <a:cs typeface="+mn-cs"/>
              </a:rPr>
              <a:t>equal to the number of observations minus the number of estimated parameters.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highlight>
                <a:srgbClr val="FFFFFF"/>
              </a:highlight>
              <a:latin typeface="Aptos" panose="020B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prstClr val="black"/>
                </a:solidFill>
                <a:effectLst/>
                <a:highlight>
                  <a:srgbClr val="FFFFFF"/>
                </a:highlight>
                <a:uLnTx/>
                <a:uFillTx/>
                <a:latin typeface="Aptos" panose="020B0004020202020204"/>
                <a:ea typeface="+mn-ea"/>
                <a:cs typeface="+mn-cs"/>
              </a:rPr>
              <a:t>Given 400 observations: the null model (no predictors) has 399 degrees of freedom, the model with controls has 396 degrees of freedom (400 minus the 4 parameters estimated).</a:t>
            </a:r>
            <a:endParaRPr kumimoji="0" lang="en-GB" sz="1100" i="0" u="none" strike="noStrike" kern="1200" cap="none" spc="0" normalizeH="0" baseline="0" noProof="0">
              <a:ln>
                <a:noFill/>
              </a:ln>
              <a:solidFill>
                <a:prstClr val="black"/>
              </a:solidFill>
              <a:effectLst/>
              <a:highlight>
                <a:srgbClr val="FFFFFF"/>
              </a:highlight>
              <a:uLnTx/>
              <a:uFillTx/>
              <a:latin typeface="Aptos" panose="020B0004020202020204"/>
              <a:ea typeface="+mn-ea"/>
              <a:cs typeface="+mn-cs"/>
            </a:endParaRPr>
          </a:p>
        </p:txBody>
      </p:sp>
    </p:spTree>
    <p:extLst>
      <p:ext uri="{BB962C8B-B14F-4D97-AF65-F5344CB8AC3E}">
        <p14:creationId xmlns:p14="http://schemas.microsoft.com/office/powerpoint/2010/main" val="21415933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500"/>
                                        <p:tgtEl>
                                          <p:spTgt spid="3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fade">
                                      <p:cBhvr>
                                        <p:cTn id="39" dur="500"/>
                                        <p:tgtEl>
                                          <p:spTgt spid="4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5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0"/>
                                        </p:tgtEl>
                                        <p:attrNameLst>
                                          <p:attrName>style.visibility</p:attrName>
                                        </p:attrNameLst>
                                      </p:cBhvr>
                                      <p:to>
                                        <p:strVal val="visible"/>
                                      </p:to>
                                    </p:set>
                                    <p:animEffect transition="in" filter="fade">
                                      <p:cBhvr>
                                        <p:cTn id="47" dur="500"/>
                                        <p:tgtEl>
                                          <p:spTgt spid="9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76"/>
                                        </p:tgtEl>
                                        <p:attrNameLst>
                                          <p:attrName>style.visibility</p:attrName>
                                        </p:attrNameLst>
                                      </p:cBhvr>
                                      <p:to>
                                        <p:strVal val="visible"/>
                                      </p:to>
                                    </p:set>
                                    <p:animEffect transition="in" filter="fade">
                                      <p:cBhvr>
                                        <p:cTn id="50" dur="500"/>
                                        <p:tgtEl>
                                          <p:spTgt spid="7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54"/>
                                        </p:tgtEl>
                                        <p:attrNameLst>
                                          <p:attrName>style.visibility</p:attrName>
                                        </p:attrNameLst>
                                      </p:cBhvr>
                                      <p:to>
                                        <p:strVal val="visible"/>
                                      </p:to>
                                    </p:set>
                                    <p:animEffect transition="in" filter="fade">
                                      <p:cBhvr>
                                        <p:cTn id="55" dur="500"/>
                                        <p:tgtEl>
                                          <p:spTgt spid="5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fade">
                                      <p:cBhvr>
                                        <p:cTn id="58" dur="500"/>
                                        <p:tgtEl>
                                          <p:spTgt spid="5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60"/>
                                        </p:tgtEl>
                                        <p:attrNameLst>
                                          <p:attrName>style.visibility</p:attrName>
                                        </p:attrNameLst>
                                      </p:cBhvr>
                                      <p:to>
                                        <p:strVal val="visible"/>
                                      </p:to>
                                    </p:set>
                                    <p:animEffect transition="in" filter="fade">
                                      <p:cBhvr>
                                        <p:cTn id="63" dur="500"/>
                                        <p:tgtEl>
                                          <p:spTgt spid="6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9"/>
                                        </p:tgtEl>
                                        <p:attrNameLst>
                                          <p:attrName>style.visibility</p:attrName>
                                        </p:attrNameLst>
                                      </p:cBhvr>
                                      <p:to>
                                        <p:strVal val="visible"/>
                                      </p:to>
                                    </p:set>
                                    <p:animEffect transition="in" filter="fade">
                                      <p:cBhvr>
                                        <p:cTn id="66" dur="500"/>
                                        <p:tgtEl>
                                          <p:spTgt spid="5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
                                        </p:tgtEl>
                                        <p:attrNameLst>
                                          <p:attrName>style.visibility</p:attrName>
                                        </p:attrNameLst>
                                      </p:cBhvr>
                                      <p:to>
                                        <p:strVal val="visible"/>
                                      </p:to>
                                    </p:set>
                                    <p:animEffect transition="in" filter="fade">
                                      <p:cBhvr>
                                        <p:cTn id="71" dur="500"/>
                                        <p:tgtEl>
                                          <p:spTgt spid="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7"/>
                                        </p:tgtEl>
                                        <p:attrNameLst>
                                          <p:attrName>style.visibility</p:attrName>
                                        </p:attrNameLst>
                                      </p:cBhvr>
                                      <p:to>
                                        <p:strVal val="visible"/>
                                      </p:to>
                                    </p:set>
                                    <p:animEffect transition="in" filter="fade">
                                      <p:cBhvr>
                                        <p:cTn id="74" dur="500"/>
                                        <p:tgtEl>
                                          <p:spTgt spid="7"/>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500"/>
                                        <p:tgtEl>
                                          <p:spTgt spid="2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500"/>
                                        <p:tgtEl>
                                          <p:spTgt spid="3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61"/>
                                        </p:tgtEl>
                                        <p:attrNameLst>
                                          <p:attrName>style.visibility</p:attrName>
                                        </p:attrNameLst>
                                      </p:cBhvr>
                                      <p:to>
                                        <p:strVal val="visible"/>
                                      </p:to>
                                    </p:set>
                                    <p:animEffect transition="in" filter="fade">
                                      <p:cBhvr>
                                        <p:cTn id="87" dur="500"/>
                                        <p:tgtEl>
                                          <p:spTgt spid="6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7"/>
                                        </p:tgtEl>
                                        <p:attrNameLst>
                                          <p:attrName>style.visibility</p:attrName>
                                        </p:attrNameLst>
                                      </p:cBhvr>
                                      <p:to>
                                        <p:strVal val="visible"/>
                                      </p:to>
                                    </p:set>
                                    <p:animEffect transition="in" filter="fade">
                                      <p:cBhvr>
                                        <p:cTn id="90" dur="500"/>
                                        <p:tgtEl>
                                          <p:spTgt spid="57"/>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12"/>
                                        </p:tgtEl>
                                        <p:attrNameLst>
                                          <p:attrName>style.visibility</p:attrName>
                                        </p:attrNameLst>
                                      </p:cBhvr>
                                      <p:to>
                                        <p:strVal val="visible"/>
                                      </p:to>
                                    </p:set>
                                    <p:animEffect transition="in" filter="fade">
                                      <p:cBhvr>
                                        <p:cTn id="95" dur="500"/>
                                        <p:tgtEl>
                                          <p:spTgt spid="12"/>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77"/>
                                        </p:tgtEl>
                                        <p:attrNameLst>
                                          <p:attrName>style.visibility</p:attrName>
                                        </p:attrNameLst>
                                      </p:cBhvr>
                                      <p:to>
                                        <p:strVal val="visible"/>
                                      </p:to>
                                    </p:set>
                                    <p:animEffect transition="in" filter="fade">
                                      <p:cBhvr>
                                        <p:cTn id="98"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6" grpId="0" animBg="1"/>
      <p:bldP spid="29" grpId="0"/>
      <p:bldP spid="33" grpId="0"/>
      <p:bldP spid="45" grpId="0"/>
      <p:bldP spid="51" grpId="0"/>
      <p:bldP spid="56" grpId="0"/>
      <p:bldP spid="59" grpId="0"/>
      <p:bldP spid="76" grpId="0" animBg="1"/>
      <p:bldP spid="90" grpId="0"/>
      <p:bldP spid="7" grpId="0"/>
      <p:bldP spid="31" grpId="0"/>
      <p:bldP spid="57" grpId="0"/>
      <p:bldP spid="7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CE3B2-FCA4-60CC-6B05-6DB15A23CC5B}"/>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07779AF-D701-7EB4-AC0A-E9D2E5CFAFD4}"/>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CE8D6E2B-1FA7-4B2B-114C-7CA67AB4ABE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1B820A9E-2062-C8CE-EE00-8E4A24C1528E}"/>
              </a:ext>
            </a:extLst>
          </p:cNvPr>
          <p:cNvSpPr txBox="1">
            <a:spLocks/>
          </p:cNvSpPr>
          <p:nvPr/>
        </p:nvSpPr>
        <p:spPr>
          <a:xfrm>
            <a:off x="896087" y="518284"/>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The Logit Model</a:t>
            </a:r>
          </a:p>
        </p:txBody>
      </p:sp>
      <p:sp>
        <p:nvSpPr>
          <p:cNvPr id="10" name="Date Placeholder 3 2">
            <a:extLst>
              <a:ext uri="{FF2B5EF4-FFF2-40B4-BE49-F238E27FC236}">
                <a16:creationId xmlns:a16="http://schemas.microsoft.com/office/drawing/2014/main" id="{5A257A4D-2CAA-3987-C362-047DE88E3907}"/>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pic>
        <p:nvPicPr>
          <p:cNvPr id="8" name="Picture 7" descr="\documentclass{article}&#10;\usepackage{amsmath}&#10;\pagestyle{empty}&#10;\begin{document}&#10;\begin{table}[ht]&#10;\centering&#10;\begin{tabular}{lrrrr}&#10;\hline&#10;\textbf{Variable} &amp; \textbf{Coeff} &amp; \textbf{Standard Error } &amp; \textbf{z} &amp; \textbf{P-value p} \\&#10;\hline&#10;Intercept     &amp; -3.990 &amp; 1.140 &amp; -3.500 &amp; $p &lt; 0.001^{***}$ \\&#10;GRE            &amp;  0.002 &amp; 0.001 &amp;  2.070 &amp; $p = 0.038^{*}$ \\&#10;GPA            &amp;  0.804 &amp; 0.332 &amp;  2.423 &amp; $p = 0.015^{*}$ \\&#10;Rank (2)       &amp; -0.675 &amp; 0.316 &amp; -2.134 &amp; $p = 0.033^{*}$ \\&#10;Rank (3)       &amp; -1.340 &amp; 0.345 &amp; -3.881 &amp; $p &lt; 0.001^{***}$ \\&#10;Rank (4)       &amp; -1.551 &amp; 0.418 &amp; -3.713 &amp; $p &lt; 0.001^{***}$ \\&#10;\hline&#10;\multicolumn{5}{l}{\scriptsize \textbf{Significance levels:} \quad $^{***} p &lt; 0.001$ \quad $^{**} p &lt; 0.01$ \quad $^{*} p &lt; 0.05$} \\&#10;\multicolumn{5}{l}{\scriptsize \textbf{Sample size:} 400 observations} \\&#10;\multicolumn{5}{l}{\scriptsize \textbf{Null deviations:} 499.98 \quad (gl = 399)} \\&#10;\multicolumn{5}{l}{\scriptsize \textbf{Residual deviations:} 458.52 \quad (gl = 394)} \\&#10;\multicolumn{5}{l}{\scriptsize \textbf{AIC:} 470.52} \\&#10;\multicolumn{5}{l}{\scriptsize \textbf{Fisher scoring iterations:} 4} \\&#10;\multicolumn{5}{l}{\scriptsize \textbf{Dispersion:} 1 (Binomial model)} \\&#10;\hline&#10;\end{tabular}&#10;\end{table}&#10;&#10;\end{document}" title="IguanaTex Picture Display">
            <a:extLst>
              <a:ext uri="{FF2B5EF4-FFF2-40B4-BE49-F238E27FC236}">
                <a16:creationId xmlns:a16="http://schemas.microsoft.com/office/drawing/2014/main" id="{3F107C56-4233-612A-B5A5-67D0EB4E1769}"/>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970693" y="1808428"/>
            <a:ext cx="3603388" cy="2105214"/>
          </a:xfrm>
          <a:prstGeom prst="rect">
            <a:avLst/>
          </a:prstGeom>
        </p:spPr>
      </p:pic>
      <p:sp>
        <p:nvSpPr>
          <p:cNvPr id="9" name="TextBox 8">
            <a:extLst>
              <a:ext uri="{FF2B5EF4-FFF2-40B4-BE49-F238E27FC236}">
                <a16:creationId xmlns:a16="http://schemas.microsoft.com/office/drawing/2014/main" id="{2B1CB392-B8DF-E59A-3572-01853084569B}"/>
              </a:ext>
            </a:extLst>
          </p:cNvPr>
          <p:cNvSpPr txBox="1"/>
          <p:nvPr/>
        </p:nvSpPr>
        <p:spPr>
          <a:xfrm>
            <a:off x="970693" y="1377541"/>
            <a:ext cx="2810940"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panose="020B0004020202020204"/>
                <a:ea typeface="+mn-ea"/>
                <a:cs typeface="+mn-cs"/>
              </a:rPr>
              <a:t>Results of the logistic regression regarding the probability of acceptance</a:t>
            </a:r>
            <a:endParaRPr kumimoji="0" lang="en-GB" sz="11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 name="TextBox 11">
            <a:extLst>
              <a:ext uri="{FF2B5EF4-FFF2-40B4-BE49-F238E27FC236}">
                <a16:creationId xmlns:a16="http://schemas.microsoft.com/office/drawing/2014/main" id="{FA1E8AC7-F074-9875-5CC6-4F35D0D4654E}"/>
              </a:ext>
            </a:extLst>
          </p:cNvPr>
          <p:cNvSpPr txBox="1"/>
          <p:nvPr/>
        </p:nvSpPr>
        <p:spPr>
          <a:xfrm>
            <a:off x="970694" y="4086973"/>
            <a:ext cx="4320498" cy="207749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100" i="0" u="none" strike="noStrike" kern="1200" cap="none" spc="0" normalizeH="0" baseline="0" noProof="0">
                <a:ln>
                  <a:noFill/>
                </a:ln>
                <a:solidFill>
                  <a:prstClr val="black"/>
                </a:solidFill>
                <a:effectLst/>
                <a:uLnTx/>
                <a:uFillTx/>
                <a:latin typeface="Aptos" panose="020B0004020202020204"/>
                <a:ea typeface="+mn-ea"/>
                <a:cs typeface="+mn-cs"/>
              </a:rPr>
              <a:t>For each additional unit in the GRE score,</a:t>
            </a:r>
            <a:r>
              <a:rPr kumimoji="0" lang="en-US" sz="1100"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 </a:t>
            </a:r>
            <a:r>
              <a:rPr kumimoji="0" lang="en-US" sz="11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the log‑odds of admission (versus non‑admission) increase by 0.002.</a:t>
            </a:r>
          </a:p>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100" i="0" u="none" strike="noStrike" kern="1200" cap="none" spc="0" normalizeH="0" baseline="0" noProof="0">
                <a:ln>
                  <a:noFill/>
                </a:ln>
                <a:solidFill>
                  <a:prstClr val="black"/>
                </a:solidFill>
                <a:effectLst/>
                <a:uLnTx/>
                <a:uFillTx/>
                <a:latin typeface="Aptos" panose="020B0004020202020204"/>
                <a:ea typeface="+mn-ea"/>
                <a:cs typeface="+mn-cs"/>
              </a:rPr>
              <a:t>For each additional unit in GPA, </a:t>
            </a:r>
            <a:r>
              <a:rPr kumimoji="0" lang="en-US" sz="11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the log‑odds of being admitted to postgraduate studies increase by 0.804.</a:t>
            </a:r>
          </a:p>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The indicator variables for institutional prestige have a slightly different interpretation.</a:t>
            </a:r>
          </a:p>
          <a:p>
            <a:pPr marL="742950" lvl="1" indent="-285750">
              <a:spcBef>
                <a:spcPts val="600"/>
              </a:spcBef>
              <a:spcAft>
                <a:spcPts val="600"/>
              </a:spcAft>
              <a:buFont typeface="Arial" panose="020B0604020202020204" pitchFamily="34" charset="0"/>
              <a:buChar char="•"/>
              <a:defRPr/>
            </a:pPr>
            <a:r>
              <a:rPr kumimoji="0" lang="en-US" sz="1100" i="0" u="none" strike="noStrike" kern="1200" cap="none" spc="0" normalizeH="0" baseline="0" noProof="0">
                <a:ln>
                  <a:noFill/>
                </a:ln>
                <a:solidFill>
                  <a:prstClr val="black"/>
                </a:solidFill>
                <a:effectLst/>
                <a:uLnTx/>
                <a:uFillTx/>
                <a:latin typeface="Aptos" panose="020B0004020202020204"/>
                <a:ea typeface="+mn-ea"/>
                <a:cs typeface="+mn-cs"/>
              </a:rPr>
              <a:t>For example, graduating from a Rank 2 institution, compared with a Rank 1 institution, reduces the log‑odds of admission by –0.675.</a:t>
            </a:r>
            <a:endParaRPr kumimoji="0" lang="en-GB" sz="1100"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13" name="Straight Connector 12">
            <a:extLst>
              <a:ext uri="{FF2B5EF4-FFF2-40B4-BE49-F238E27FC236}">
                <a16:creationId xmlns:a16="http://schemas.microsoft.com/office/drawing/2014/main" id="{DFD9C6A3-15C9-CBDF-F639-E928CF27BC5E}"/>
              </a:ext>
            </a:extLst>
          </p:cNvPr>
          <p:cNvCxnSpPr>
            <a:cxnSpLocks/>
          </p:cNvCxnSpPr>
          <p:nvPr/>
        </p:nvCxnSpPr>
        <p:spPr>
          <a:xfrm>
            <a:off x="5676900" y="1637395"/>
            <a:ext cx="0" cy="4552494"/>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25C35D8-D741-6B2E-4C8C-607C29F3FCAA}"/>
                  </a:ext>
                </a:extLst>
              </p:cNvPr>
              <p:cNvSpPr txBox="1"/>
              <p:nvPr/>
            </p:nvSpPr>
            <p:spPr>
              <a:xfrm>
                <a:off x="6180439" y="1599162"/>
                <a:ext cx="5302148" cy="50148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The derivative if the logistic function </a:t>
                </a:r>
                <a14:m>
                  <m:oMath xmlns:m="http://schemas.openxmlformats.org/officeDocument/2006/math">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𝑓</m:t>
                    </m:r>
                    <m:d>
                      <m:dPr>
                        <m:ctrl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d>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p>
                          <m:sSupPr>
                            <m:ctrl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p>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sup>
                        </m:sSup>
                      </m:den>
                    </m:f>
                  </m:oMath>
                </a14:m>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noProof="0">
                    <a:ln>
                      <a:noFill/>
                    </a:ln>
                    <a:solidFill>
                      <a:prstClr val="black"/>
                    </a:solidFill>
                    <a:effectLst/>
                    <a:uLnTx/>
                    <a:uFillTx/>
                    <a:latin typeface="Aptos" panose="020B0004020202020204"/>
                    <a:ea typeface="+mn-ea"/>
                    <a:cs typeface="+mn-cs"/>
                  </a:rPr>
                  <a:t> reaches its maximum at </a:t>
                </a:r>
                <a14:m>
                  <m:oMath xmlns:m="http://schemas.openxmlformats.org/officeDocument/2006/math">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m:t>
                    </m:r>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oMath>
                </a14:m>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where:</a:t>
                </a:r>
              </a:p>
            </p:txBody>
          </p:sp>
        </mc:Choice>
        <mc:Fallback xmlns="">
          <p:sp>
            <p:nvSpPr>
              <p:cNvPr id="15" name="TextBox 14">
                <a:extLst>
                  <a:ext uri="{FF2B5EF4-FFF2-40B4-BE49-F238E27FC236}">
                    <a16:creationId xmlns:a16="http://schemas.microsoft.com/office/drawing/2014/main" id="{425C35D8-D741-6B2E-4C8C-607C29F3FCAA}"/>
                  </a:ext>
                </a:extLst>
              </p:cNvPr>
              <p:cNvSpPr txBox="1">
                <a:spLocks noRot="1" noChangeAspect="1" noMove="1" noResize="1" noEditPoints="1" noAdjustHandles="1" noChangeArrowheads="1" noChangeShapeType="1" noTextEdit="1"/>
              </p:cNvSpPr>
              <p:nvPr/>
            </p:nvSpPr>
            <p:spPr>
              <a:xfrm>
                <a:off x="6180439" y="1599162"/>
                <a:ext cx="5302148" cy="501484"/>
              </a:xfrm>
              <a:prstGeom prst="rect">
                <a:avLst/>
              </a:prstGeom>
              <a:blipFill>
                <a:blip r:embed="rId7"/>
                <a:stretch>
                  <a:fillRect b="-6024"/>
                </a:stretch>
              </a:blipFill>
            </p:spPr>
            <p:txBody>
              <a:bodyPr/>
              <a:lstStyle/>
              <a:p>
                <a:r>
                  <a:rPr lang="en-US">
                    <a:noFill/>
                  </a:rPr>
                  <a:t> </a:t>
                </a:r>
              </a:p>
            </p:txBody>
          </p:sp>
        </mc:Fallback>
      </mc:AlternateContent>
      <p:pic>
        <p:nvPicPr>
          <p:cNvPr id="24" name="Picture 23">
            <a:extLst>
              <a:ext uri="{FF2B5EF4-FFF2-40B4-BE49-F238E27FC236}">
                <a16:creationId xmlns:a16="http://schemas.microsoft.com/office/drawing/2014/main" id="{8362C9D9-B3DC-1D5B-2A6B-425609DD1CF2}"/>
              </a:ext>
            </a:extLst>
          </p:cNvPr>
          <p:cNvPicPr>
            <a:picLocks noChangeAspect="1"/>
          </p:cNvPicPr>
          <p:nvPr/>
        </p:nvPicPr>
        <p:blipFill>
          <a:blip r:embed="rId8"/>
          <a:stretch>
            <a:fillRect/>
          </a:stretch>
        </p:blipFill>
        <p:spPr>
          <a:xfrm>
            <a:off x="7123372" y="4086973"/>
            <a:ext cx="3660252" cy="2214826"/>
          </a:xfrm>
          <a:prstGeom prst="rect">
            <a:avLst/>
          </a:prstGeom>
        </p:spPr>
      </p:pic>
      <p:pic>
        <p:nvPicPr>
          <p:cNvPr id="25" name="Picture 24" descr="\documentclass{article}&#10;\usepackage{amsmath}&#10;\pagestyle{empty}&#10;\begin{document}&#10;&#10;$$&#10;f'(0) = \frac{e^0}{(1 + e^0)^2} = \frac{1}{(1 + 1)^2} = \frac{1}{4} = 0.25&#10;$$&#10;\end{document}" title="IguanaTex Picture Display">
            <a:extLst>
              <a:ext uri="{FF2B5EF4-FFF2-40B4-BE49-F238E27FC236}">
                <a16:creationId xmlns:a16="http://schemas.microsoft.com/office/drawing/2014/main" id="{9B3F1D70-94F3-DC18-F151-F2A275E5FEAC}"/>
              </a:ext>
            </a:extLst>
          </p:cNvPr>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7721918" y="2233312"/>
            <a:ext cx="2463162" cy="340267"/>
          </a:xfrm>
          <a:prstGeom prst="rect">
            <a:avLst/>
          </a:prstGeom>
        </p:spPr>
      </p:pic>
      <p:sp>
        <p:nvSpPr>
          <p:cNvPr id="26" name="TextBox 25">
            <a:extLst>
              <a:ext uri="{FF2B5EF4-FFF2-40B4-BE49-F238E27FC236}">
                <a16:creationId xmlns:a16="http://schemas.microsoft.com/office/drawing/2014/main" id="{BEE167F5-0510-E4A3-B815-3C2AEF8B0B96}"/>
              </a:ext>
            </a:extLst>
          </p:cNvPr>
          <p:cNvSpPr txBox="1"/>
          <p:nvPr/>
        </p:nvSpPr>
        <p:spPr>
          <a:xfrm>
            <a:off x="6180436" y="2725899"/>
            <a:ext cx="5546123" cy="938719"/>
          </a:xfrm>
          <a:prstGeom prst="rect">
            <a:avLst/>
          </a:prstGeom>
          <a:noFill/>
        </p:spPr>
        <p:txBody>
          <a:bodyPr wrap="square">
            <a:spAutoFit/>
          </a:bodyPr>
          <a:lstStyle>
            <a:defPPr>
              <a:defRPr lang="en-US"/>
            </a:defPPr>
            <a:lvl1pPr>
              <a:buNone/>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ptos" panose="020B0004020202020204"/>
                <a:ea typeface="+mn-ea"/>
                <a:cs typeface="+mn-cs"/>
              </a:rPr>
              <a:t>This value represents the maximum change in probability resulting from a one‑unit change in the log‑odds, </a:t>
            </a:r>
            <a:r>
              <a:rPr kumimoji="0" lang="en-US" sz="11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occurring exactly at the inflection point of the logistic curve</a:t>
            </a:r>
            <a:r>
              <a:rPr kumimoji="0" lang="en-US" sz="1100" b="0" i="0" u="none" strike="noStrike" kern="1200" cap="none" spc="0" normalizeH="0" baseline="0" noProof="0">
                <a:ln>
                  <a:noFill/>
                </a:ln>
                <a:solidFill>
                  <a:prstClr val="black"/>
                </a:solidFill>
                <a:effectLst/>
                <a:uLnTx/>
                <a:uFillTx/>
                <a:latin typeface="Aptos" panose="020B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solidFill>
                <a:prstClr val="black"/>
              </a:solidFill>
              <a:latin typeface="Aptos" panose="020B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ptos" panose="020B0004020202020204"/>
                <a:ea typeface="+mn-ea"/>
                <a:cs typeface="+mn-cs"/>
              </a:rPr>
              <a:t>When the model is near the </a:t>
            </a:r>
            <a:r>
              <a:rPr kumimoji="0" lang="en-US" sz="1100" b="0" i="0" u="none" strike="noStrike" kern="1200" cap="none" spc="0" normalizeH="0" baseline="0" noProof="0" err="1">
                <a:ln>
                  <a:noFill/>
                </a:ln>
                <a:solidFill>
                  <a:prstClr val="black"/>
                </a:solidFill>
                <a:effectLst/>
                <a:uLnTx/>
                <a:uFillTx/>
                <a:latin typeface="Aptos" panose="020B0004020202020204"/>
                <a:ea typeface="+mn-ea"/>
                <a:cs typeface="+mn-cs"/>
              </a:rPr>
              <a:t>centre</a:t>
            </a:r>
            <a:r>
              <a:rPr kumimoji="0" lang="en-US" sz="1100" b="0" i="0" u="none" strike="noStrike" kern="1200" cap="none" spc="0" normalizeH="0" baseline="0" noProof="0">
                <a:ln>
                  <a:noFill/>
                </a:ln>
                <a:solidFill>
                  <a:prstClr val="black"/>
                </a:solidFill>
                <a:effectLst/>
                <a:uLnTx/>
                <a:uFillTx/>
                <a:latin typeface="Aptos" panose="020B0004020202020204"/>
                <a:ea typeface="+mn-ea"/>
                <a:cs typeface="+mn-cs"/>
              </a:rPr>
              <a:t> of the distribution (probability ≈ 0.5), the change in probability may be approximated as:</a:t>
            </a:r>
            <a:endParaRPr kumimoji="0" lang="en-GB" sz="1100" b="0" i="0" u="none" strike="noStrike" kern="1200" cap="none" spc="0" normalizeH="0" baseline="0" noProof="0">
              <a:ln>
                <a:noFill/>
              </a:ln>
              <a:solidFill>
                <a:prstClr val="black"/>
              </a:solidFill>
              <a:effectLst/>
              <a:uLnTx/>
              <a:uFillTx/>
              <a:latin typeface="Aptos" panose="020B0004020202020204"/>
              <a:ea typeface="+mn-ea"/>
              <a:cs typeface="+mn-cs"/>
            </a:endParaRPr>
          </a:p>
        </p:txBody>
      </p:sp>
      <p:pic>
        <p:nvPicPr>
          <p:cNvPr id="6" name="Picture 5" descr="\documentclass{article}&#10;\usepackage{amsmath}&#10;\pagestyle{empty}&#10;\begin{document}&#10;&#10;$$&#10;\Delta \text{probability} \approx \beta \times 0.25&#10;$$&#10;&#10;\end{document}" title="IguanaTex Picture Display">
            <a:extLst>
              <a:ext uri="{FF2B5EF4-FFF2-40B4-BE49-F238E27FC236}">
                <a16:creationId xmlns:a16="http://schemas.microsoft.com/office/drawing/2014/main" id="{1149AC9C-6679-A802-E377-66AD46725FC8}"/>
              </a:ext>
            </a:extLst>
          </p:cNvPr>
          <p:cNvPicPr>
            <a:picLocks noChangeAspect="1"/>
          </p:cNvPicPr>
          <p:nvPr>
            <p:custDataLst>
              <p:tags r:id="rId3"/>
            </p:custDataLst>
          </p:nvPr>
        </p:nvPicPr>
        <p:blipFill>
          <a:blip r:embed="rId10">
            <a:extLst>
              <a:ext uri="{28A0092B-C50C-407E-A947-70E740481C1C}">
                <a14:useLocalDpi xmlns:a14="http://schemas.microsoft.com/office/drawing/2010/main" val="0"/>
              </a:ext>
            </a:extLst>
          </a:blip>
          <a:stretch>
            <a:fillRect/>
          </a:stretch>
        </p:blipFill>
        <p:spPr>
          <a:xfrm>
            <a:off x="8070556" y="3756277"/>
            <a:ext cx="1674129" cy="147378"/>
          </a:xfrm>
          <a:prstGeom prst="rect">
            <a:avLst/>
          </a:prstGeom>
        </p:spPr>
      </p:pic>
    </p:spTree>
    <p:extLst>
      <p:ext uri="{BB962C8B-B14F-4D97-AF65-F5344CB8AC3E}">
        <p14:creationId xmlns:p14="http://schemas.microsoft.com/office/powerpoint/2010/main" val="27720595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animEffect transition="in" filter="fade">
                                      <p:cBhvr>
                                        <p:cTn id="15" dur="500"/>
                                        <p:tgtEl>
                                          <p:spTgt spid="1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xEl>
                                              <p:pRg st="1" end="1"/>
                                            </p:txEl>
                                          </p:spTgt>
                                        </p:tgtEl>
                                        <p:attrNameLst>
                                          <p:attrName>style.visibility</p:attrName>
                                        </p:attrNameLst>
                                      </p:cBhvr>
                                      <p:to>
                                        <p:strVal val="visible"/>
                                      </p:to>
                                    </p:set>
                                    <p:animEffect transition="in" filter="fade">
                                      <p:cBhvr>
                                        <p:cTn id="20" dur="500"/>
                                        <p:tgtEl>
                                          <p:spTgt spid="1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xEl>
                                              <p:pRg st="2" end="2"/>
                                            </p:txEl>
                                          </p:spTgt>
                                        </p:tgtEl>
                                        <p:attrNameLst>
                                          <p:attrName>style.visibility</p:attrName>
                                        </p:attrNameLst>
                                      </p:cBhvr>
                                      <p:to>
                                        <p:strVal val="visible"/>
                                      </p:to>
                                    </p:set>
                                    <p:animEffect transition="in" filter="fade">
                                      <p:cBhvr>
                                        <p:cTn id="25" dur="500"/>
                                        <p:tgtEl>
                                          <p:spTgt spid="12">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2">
                                            <p:txEl>
                                              <p:pRg st="3" end="3"/>
                                            </p:txEl>
                                          </p:spTgt>
                                        </p:tgtEl>
                                        <p:attrNameLst>
                                          <p:attrName>style.visibility</p:attrName>
                                        </p:attrNameLst>
                                      </p:cBhvr>
                                      <p:to>
                                        <p:strVal val="visible"/>
                                      </p:to>
                                    </p:set>
                                    <p:animEffect transition="in" filter="fade">
                                      <p:cBhvr>
                                        <p:cTn id="30" dur="500"/>
                                        <p:tgtEl>
                                          <p:spTgt spid="12">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500"/>
                                        <p:tgtEl>
                                          <p:spTgt spid="2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500"/>
                                        <p:tgtEl>
                                          <p:spTgt spid="6"/>
                                        </p:tgtEl>
                                      </p:cBhvr>
                                    </p:animEffect>
                                  </p:childTnLst>
                                </p:cTn>
                              </p:par>
                              <p:par>
                                <p:cTn id="56" presetID="10" presetClass="entr" presetSubtype="0" fill="hold"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P spid="2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F0F97-0D04-D7EE-F2A3-493F1BB5E0C1}"/>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69EC9D32-BCA9-BEA7-15C8-CC3665F03361}"/>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56E426B1-E5C2-0750-7258-E50643660F9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268F4EB5-5239-83F2-ACCF-3A32EC0AF98E}"/>
              </a:ext>
            </a:extLst>
          </p:cNvPr>
          <p:cNvSpPr txBox="1">
            <a:spLocks/>
          </p:cNvSpPr>
          <p:nvPr/>
        </p:nvSpPr>
        <p:spPr>
          <a:xfrm>
            <a:off x="896087" y="518284"/>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The Logit Model</a:t>
            </a:r>
          </a:p>
        </p:txBody>
      </p:sp>
      <p:sp>
        <p:nvSpPr>
          <p:cNvPr id="10" name="Date Placeholder 3 2">
            <a:extLst>
              <a:ext uri="{FF2B5EF4-FFF2-40B4-BE49-F238E27FC236}">
                <a16:creationId xmlns:a16="http://schemas.microsoft.com/office/drawing/2014/main" id="{2F9CF5C5-BC26-6D10-685B-6DD420E6F116}"/>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9" name="TextBox 8">
            <a:extLst>
              <a:ext uri="{FF2B5EF4-FFF2-40B4-BE49-F238E27FC236}">
                <a16:creationId xmlns:a16="http://schemas.microsoft.com/office/drawing/2014/main" id="{2CCA9233-EC0A-C77A-0720-788B6724B943}"/>
              </a:ext>
            </a:extLst>
          </p:cNvPr>
          <p:cNvSpPr txBox="1"/>
          <p:nvPr/>
        </p:nvSpPr>
        <p:spPr>
          <a:xfrm>
            <a:off x="970693" y="1377541"/>
            <a:ext cx="2810940"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panose="020B0004020202020204"/>
                <a:ea typeface="+mn-ea"/>
                <a:cs typeface="+mn-cs"/>
              </a:rPr>
              <a:t>Results of the logistic regression regarding the probability of acceptance</a:t>
            </a:r>
            <a:endParaRPr kumimoji="0" lang="en-GB" sz="11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2" name="TextBox 11">
            <a:extLst>
              <a:ext uri="{FF2B5EF4-FFF2-40B4-BE49-F238E27FC236}">
                <a16:creationId xmlns:a16="http://schemas.microsoft.com/office/drawing/2014/main" id="{7E177D88-826E-A870-18E0-4318889B2123}"/>
              </a:ext>
            </a:extLst>
          </p:cNvPr>
          <p:cNvSpPr txBox="1"/>
          <p:nvPr/>
        </p:nvSpPr>
        <p:spPr>
          <a:xfrm>
            <a:off x="970694" y="4086973"/>
            <a:ext cx="4320498" cy="207749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100" i="0" u="none" strike="noStrike" kern="1200" cap="none" spc="0" normalizeH="0" baseline="0" noProof="0">
                <a:ln>
                  <a:noFill/>
                </a:ln>
                <a:solidFill>
                  <a:prstClr val="black"/>
                </a:solidFill>
                <a:effectLst/>
                <a:uLnTx/>
                <a:uFillTx/>
                <a:latin typeface="Aptos" panose="020B0004020202020204"/>
                <a:ea typeface="+mn-ea"/>
                <a:cs typeface="+mn-cs"/>
              </a:rPr>
              <a:t>For each additional unit in the GRE score,</a:t>
            </a:r>
            <a:r>
              <a:rPr kumimoji="0" lang="en-US" sz="1100"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 </a:t>
            </a:r>
            <a:r>
              <a:rPr kumimoji="0" lang="en-US" sz="11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the log‑odds of admission (versus non‑admission) increase by 0.002.</a:t>
            </a:r>
          </a:p>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100" i="0" u="none" strike="noStrike" kern="1200" cap="none" spc="0" normalizeH="0" baseline="0" noProof="0">
                <a:ln>
                  <a:noFill/>
                </a:ln>
                <a:solidFill>
                  <a:prstClr val="black"/>
                </a:solidFill>
                <a:effectLst/>
                <a:uLnTx/>
                <a:uFillTx/>
                <a:latin typeface="Aptos" panose="020B0004020202020204"/>
                <a:ea typeface="+mn-ea"/>
                <a:cs typeface="+mn-cs"/>
              </a:rPr>
              <a:t>For each additional unit in GPA, </a:t>
            </a:r>
            <a:r>
              <a:rPr kumimoji="0" lang="en-US" sz="11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the log‑odds of being admitted to postgraduate studies increase by 0.804.</a:t>
            </a:r>
          </a:p>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The indicator variables for institutional prestige have a slightly different interpretation.</a:t>
            </a:r>
          </a:p>
          <a:p>
            <a:pPr marL="742950" lvl="1" indent="-285750">
              <a:spcBef>
                <a:spcPts val="600"/>
              </a:spcBef>
              <a:spcAft>
                <a:spcPts val="600"/>
              </a:spcAft>
              <a:buFont typeface="Arial" panose="020B0604020202020204" pitchFamily="34" charset="0"/>
              <a:buChar char="•"/>
              <a:defRPr/>
            </a:pPr>
            <a:r>
              <a:rPr kumimoji="0" lang="en-US" sz="1100" i="0" u="none" strike="noStrike" kern="1200" cap="none" spc="0" normalizeH="0" baseline="0" noProof="0">
                <a:ln>
                  <a:noFill/>
                </a:ln>
                <a:solidFill>
                  <a:prstClr val="black"/>
                </a:solidFill>
                <a:effectLst/>
                <a:uLnTx/>
                <a:uFillTx/>
                <a:latin typeface="Aptos" panose="020B0004020202020204"/>
                <a:ea typeface="+mn-ea"/>
                <a:cs typeface="+mn-cs"/>
              </a:rPr>
              <a:t>For example, graduating from a Rank 2 institution, compared with a Rank 1 institution, reduces the log‑odds of admission by –0.675.</a:t>
            </a:r>
            <a:endParaRPr kumimoji="0" lang="en-GB" sz="1100"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13" name="Straight Connector 12">
            <a:extLst>
              <a:ext uri="{FF2B5EF4-FFF2-40B4-BE49-F238E27FC236}">
                <a16:creationId xmlns:a16="http://schemas.microsoft.com/office/drawing/2014/main" id="{0C5BE811-5181-8E6A-91BF-7D507F5AD92D}"/>
              </a:ext>
            </a:extLst>
          </p:cNvPr>
          <p:cNvCxnSpPr>
            <a:cxnSpLocks/>
          </p:cNvCxnSpPr>
          <p:nvPr/>
        </p:nvCxnSpPr>
        <p:spPr>
          <a:xfrm>
            <a:off x="5676900" y="1637395"/>
            <a:ext cx="0" cy="4552494"/>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587B79B-567A-B215-0373-CCBA25E19862}"/>
                  </a:ext>
                </a:extLst>
              </p:cNvPr>
              <p:cNvSpPr txBox="1"/>
              <p:nvPr/>
            </p:nvSpPr>
            <p:spPr>
              <a:xfrm>
                <a:off x="6180439" y="1599162"/>
                <a:ext cx="5302148" cy="50148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The derivative if the logistic function </a:t>
                </a:r>
                <a14:m>
                  <m:oMath xmlns:m="http://schemas.openxmlformats.org/officeDocument/2006/math">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𝑓</m:t>
                    </m:r>
                    <m:d>
                      <m:dPr>
                        <m:ctrl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d>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Sup>
                          <m:sSupPr>
                            <m:ctrl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p>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sup>
                        </m:sSup>
                      </m:den>
                    </m:f>
                  </m:oMath>
                </a14:m>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GB" sz="1100" b="0" i="0" u="none" strike="noStrike" kern="1200" cap="none" spc="0" normalizeH="0" noProof="0">
                    <a:ln>
                      <a:noFill/>
                    </a:ln>
                    <a:solidFill>
                      <a:prstClr val="black"/>
                    </a:solidFill>
                    <a:effectLst/>
                    <a:uLnTx/>
                    <a:uFillTx/>
                    <a:latin typeface="Aptos" panose="020B0004020202020204"/>
                    <a:ea typeface="+mn-ea"/>
                    <a:cs typeface="+mn-cs"/>
                  </a:rPr>
                  <a:t> reachis its maximum at </a:t>
                </a:r>
                <a14:m>
                  <m:oMath xmlns:m="http://schemas.openxmlformats.org/officeDocument/2006/math">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0</m:t>
                    </m:r>
                  </m:oMath>
                </a14:m>
                <a:r>
                  <a:rPr kumimoji="0" lang="en-GB" sz="1100" b="0" i="0" u="none" strike="noStrike" kern="1200" cap="none" spc="0" normalizeH="0" baseline="0" noProof="0">
                    <a:ln>
                      <a:noFill/>
                    </a:ln>
                    <a:solidFill>
                      <a:prstClr val="black"/>
                    </a:solidFill>
                    <a:effectLst/>
                    <a:uLnTx/>
                    <a:uFillTx/>
                    <a:latin typeface="Aptos" panose="020B0004020202020204"/>
                    <a:ea typeface="+mn-ea"/>
                    <a:cs typeface="+mn-cs"/>
                  </a:rPr>
                  <a:t>, where:</a:t>
                </a:r>
              </a:p>
            </p:txBody>
          </p:sp>
        </mc:Choice>
        <mc:Fallback xmlns="">
          <p:sp>
            <p:nvSpPr>
              <p:cNvPr id="15" name="TextBox 14">
                <a:extLst>
                  <a:ext uri="{FF2B5EF4-FFF2-40B4-BE49-F238E27FC236}">
                    <a16:creationId xmlns:a16="http://schemas.microsoft.com/office/drawing/2014/main" id="{2587B79B-567A-B215-0373-CCBA25E19862}"/>
                  </a:ext>
                </a:extLst>
              </p:cNvPr>
              <p:cNvSpPr txBox="1">
                <a:spLocks noRot="1" noChangeAspect="1" noMove="1" noResize="1" noEditPoints="1" noAdjustHandles="1" noChangeArrowheads="1" noChangeShapeType="1" noTextEdit="1"/>
              </p:cNvSpPr>
              <p:nvPr/>
            </p:nvSpPr>
            <p:spPr>
              <a:xfrm>
                <a:off x="6180439" y="1599162"/>
                <a:ext cx="5302148" cy="501484"/>
              </a:xfrm>
              <a:prstGeom prst="rect">
                <a:avLst/>
              </a:prstGeom>
              <a:blipFill>
                <a:blip r:embed="rId6"/>
                <a:stretch>
                  <a:fillRect b="-6024"/>
                </a:stretch>
              </a:blipFill>
            </p:spPr>
            <p:txBody>
              <a:bodyPr/>
              <a:lstStyle/>
              <a:p>
                <a:r>
                  <a:rPr lang="en-US">
                    <a:noFill/>
                  </a:rPr>
                  <a:t> </a:t>
                </a:r>
              </a:p>
            </p:txBody>
          </p:sp>
        </mc:Fallback>
      </mc:AlternateContent>
      <p:pic>
        <p:nvPicPr>
          <p:cNvPr id="25" name="Picture 24" descr="\documentclass{article}&#10;\usepackage{amsmath}&#10;\pagestyle{empty}&#10;\begin{document}&#10;&#10;$$&#10;f'(0) = \frac{e^0}{(1 + e^0)^2} = \frac{1}{(1 + 1)^2} = \frac{1}{4} = 0.25&#10;$$&#10;\end{document}" title="IguanaTex Picture Display">
            <a:extLst>
              <a:ext uri="{FF2B5EF4-FFF2-40B4-BE49-F238E27FC236}">
                <a16:creationId xmlns:a16="http://schemas.microsoft.com/office/drawing/2014/main" id="{D2E5E96A-F7E3-7B3E-4A61-0C864ED6A5DB}"/>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7721918" y="2233312"/>
            <a:ext cx="2463162" cy="340267"/>
          </a:xfrm>
          <a:prstGeom prst="rect">
            <a:avLst/>
          </a:prstGeom>
        </p:spPr>
      </p:pic>
      <p:sp>
        <p:nvSpPr>
          <p:cNvPr id="26" name="TextBox 25">
            <a:extLst>
              <a:ext uri="{FF2B5EF4-FFF2-40B4-BE49-F238E27FC236}">
                <a16:creationId xmlns:a16="http://schemas.microsoft.com/office/drawing/2014/main" id="{339A1DA4-966C-8D55-5666-002A432E6C91}"/>
              </a:ext>
            </a:extLst>
          </p:cNvPr>
          <p:cNvSpPr txBox="1"/>
          <p:nvPr/>
        </p:nvSpPr>
        <p:spPr>
          <a:xfrm>
            <a:off x="6180437" y="2706170"/>
            <a:ext cx="5546123" cy="600164"/>
          </a:xfrm>
          <a:prstGeom prst="rect">
            <a:avLst/>
          </a:prstGeom>
          <a:noFill/>
        </p:spPr>
        <p:txBody>
          <a:bodyPr wrap="square">
            <a:spAutoFit/>
          </a:bodyPr>
          <a:lstStyle>
            <a:defPPr>
              <a:defRPr lang="en-US"/>
            </a:defPPr>
            <a:lvl1pPr>
              <a:buNone/>
              <a:defRPr sz="11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ptos" panose="020B0004020202020204"/>
                <a:ea typeface="+mn-ea"/>
                <a:cs typeface="+mn-cs"/>
              </a:rPr>
              <a:t>This value represents the maximum change in probability resulting from a one‑unit change in the log‑odds, </a:t>
            </a:r>
            <a:r>
              <a:rPr kumimoji="0" lang="en-US" sz="11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occurring exactly at the inflection point of the logistic curve</a:t>
            </a:r>
            <a:r>
              <a:rPr kumimoji="0" lang="en-US" sz="1100" b="0" i="0" u="none" strike="noStrike" kern="1200" cap="none" spc="0" normalizeH="0" baseline="0" noProof="0">
                <a:ln>
                  <a:noFill/>
                </a:ln>
                <a:solidFill>
                  <a:prstClr val="black"/>
                </a:solidFill>
                <a:effectLst/>
                <a:uLnTx/>
                <a:uFillTx/>
                <a:latin typeface="Aptos" panose="020B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solidFill>
                <a:prstClr val="black"/>
              </a:solidFill>
              <a:latin typeface="Aptos" panose="020B0004020202020204"/>
            </a:endParaRPr>
          </a:p>
        </p:txBody>
      </p:sp>
      <p:sp>
        <p:nvSpPr>
          <p:cNvPr id="7" name="TextBox 6">
            <a:extLst>
              <a:ext uri="{FF2B5EF4-FFF2-40B4-BE49-F238E27FC236}">
                <a16:creationId xmlns:a16="http://schemas.microsoft.com/office/drawing/2014/main" id="{26F1BABE-E7D2-06DD-D31B-7EBCCC0DE9FD}"/>
              </a:ext>
            </a:extLst>
          </p:cNvPr>
          <p:cNvSpPr txBox="1"/>
          <p:nvPr/>
        </p:nvSpPr>
        <p:spPr>
          <a:xfrm>
            <a:off x="6180438" y="4233167"/>
            <a:ext cx="5302150" cy="1785104"/>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100" b="0" i="0" u="none" strike="noStrike" cap="none" spc="0" normalizeH="0" baseline="0">
                <a:ln>
                  <a:noFill/>
                </a:ln>
                <a:solidFill>
                  <a:prstClr val="black"/>
                </a:solidFill>
                <a:effectLst/>
                <a:uLnTx/>
                <a:uFillTx/>
                <a:latin typeface="Aptos" panose="020B0004020202020204"/>
              </a:defRPr>
            </a:lvl1pPr>
          </a:lstStyle>
          <a:p>
            <a:pPr marL="171450" indent="-171450">
              <a:buFont typeface="Arial" panose="020B0604020202020204" pitchFamily="34" charset="0"/>
              <a:buChar char="•"/>
            </a:pPr>
            <a:r>
              <a:rPr lang="en-US" b="1">
                <a:highlight>
                  <a:srgbClr val="FFC000"/>
                </a:highlight>
              </a:rPr>
              <a:t>The marginal effect of GRE is small</a:t>
            </a:r>
            <a:r>
              <a:rPr lang="en-US"/>
              <a:t>: each additional GRE point increases the probability of admission by about 0.05% when the baseline probability is around 0.5</a:t>
            </a:r>
          </a:p>
          <a:p>
            <a:pPr marL="171450" indent="-171450">
              <a:buFont typeface="Arial" panose="020B0604020202020204" pitchFamily="34" charset="0"/>
              <a:buChar char="•"/>
            </a:pPr>
            <a:br>
              <a:rPr lang="en-US" b="1">
                <a:highlight>
                  <a:srgbClr val="FFC000"/>
                </a:highlight>
              </a:rPr>
            </a:br>
            <a:r>
              <a:rPr lang="en-US" b="1">
                <a:highlight>
                  <a:srgbClr val="FFC000"/>
                </a:highlight>
              </a:rPr>
              <a:t>GPA has a large effect</a:t>
            </a:r>
            <a:r>
              <a:rPr lang="en-US"/>
              <a:t>: a one‑unit increase in GPA raises the probability of admission by approximately 20 percentage points.</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b="1">
                <a:highlight>
                  <a:srgbClr val="FFC000"/>
                </a:highlight>
              </a:rPr>
              <a:t>Institutional prestige reduces admission chances</a:t>
            </a:r>
            <a:r>
              <a:rPr lang="en-US">
                <a:highlight>
                  <a:srgbClr val="FFC000"/>
                </a:highlight>
              </a:rPr>
              <a:t>: </a:t>
            </a:r>
            <a:r>
              <a:rPr lang="en-US"/>
              <a:t>moving from Rank 1 to Rank 4 decreases the probability of admission by nearly 39 percentage points, holding the other covariates constant.</a:t>
            </a:r>
            <a:endParaRPr lang="en-GB"/>
          </a:p>
        </p:txBody>
      </p:sp>
      <p:pic>
        <p:nvPicPr>
          <p:cNvPr id="6" name="Picture 5" descr="\documentclass{article}&#10;\usepackage{amsmath}&#10;\pagestyle{empty}&#10;\begin{document}&#10;&#10;$$&#10;\Delta \text{probability} \approx \beta \times 0.25&#10;$$&#10;&#10;\end{document}" title="IguanaTex Picture Display">
            <a:extLst>
              <a:ext uri="{FF2B5EF4-FFF2-40B4-BE49-F238E27FC236}">
                <a16:creationId xmlns:a16="http://schemas.microsoft.com/office/drawing/2014/main" id="{8D11EA98-54FC-F6F2-CCE0-7A1B679A4490}"/>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8070556" y="3756277"/>
            <a:ext cx="1674129" cy="147378"/>
          </a:xfrm>
          <a:prstGeom prst="rect">
            <a:avLst/>
          </a:prstGeom>
        </p:spPr>
      </p:pic>
      <p:pic>
        <p:nvPicPr>
          <p:cNvPr id="11" name="Picture 10" descr="\documentclass{article}&#10;\usepackage{amsmath}&#10;\pagestyle{empty}&#10;\begin{document}&#10;\begin{table}[ht]&#10;\centering&#10;\begin{tabular}{lrrrr}&#10;\hline&#10;\textbf{Variable} &amp; \textbf{Coeff} &amp; \textbf{Standard Error } &amp; \textbf{z} &amp; \textbf{P-value p} \\&#10;\hline&#10;Intercept     &amp; -3.990 &amp; 1.140 &amp; -3.500 &amp; $p &lt; 0.001^{***}$ \\&#10;GRE            &amp;  0.002 &amp; 0.001 &amp;  2.070 &amp; $p = 0.038^{*}$ \\&#10;GPA            &amp;  0.804 &amp; 0.332 &amp;  2.423 &amp; $p = 0.015^{*}$ \\&#10;Rank (2)       &amp; -0.675 &amp; 0.316 &amp; -2.134 &amp; $p = 0.033^{*}$ \\&#10;Rank (3)       &amp; -1.340 &amp; 0.345 &amp; -3.881 &amp; $p &lt; 0.001^{***}$ \\&#10;Rank (4)       &amp; -1.551 &amp; 0.418 &amp; -3.713 &amp; $p &lt; 0.001^{***}$ \\&#10;\hline&#10;\multicolumn{5}{l}{\scriptsize \textbf{Significance levels:} \quad $^{***} p &lt; 0.001$ \quad $^{**} p &lt; 0.01$ \quad $^{*} p &lt; 0.05$} \\&#10;\multicolumn{5}{l}{\scriptsize \textbf{Sample size:} 400 observations} \\&#10;\multicolumn{5}{l}{\scriptsize \textbf{Null deviations:} 499.98 \quad (gl = 399)} \\&#10;\multicolumn{5}{l}{\scriptsize \textbf{Residual deviations:} 458.52 \quad (gl = 394)} \\&#10;\multicolumn{5}{l}{\scriptsize \textbf{AIC:} 470.52} \\&#10;\multicolumn{5}{l}{\scriptsize \textbf{Fisher scoring iterations:} 4} \\&#10;\multicolumn{5}{l}{\scriptsize \textbf{Dispersion:} 1 (Binomial model)} \\&#10;\hline&#10;\end{tabular}&#10;\end{table}&#10;&#10;\end{document}" title="IguanaTex Picture Display">
            <a:extLst>
              <a:ext uri="{FF2B5EF4-FFF2-40B4-BE49-F238E27FC236}">
                <a16:creationId xmlns:a16="http://schemas.microsoft.com/office/drawing/2014/main" id="{5406ABD6-0D4B-7A09-290C-B5B4CF060B80}"/>
              </a:ext>
            </a:extLst>
          </p:cNvPr>
          <p:cNvPicPr>
            <a:picLocks noChangeAspect="1"/>
          </p:cNvPicPr>
          <p:nvPr>
            <p:custDataLst>
              <p:tags r:id="rId3"/>
            </p:custDataLst>
          </p:nvPr>
        </p:nvPicPr>
        <p:blipFill>
          <a:blip r:embed="rId9">
            <a:extLst>
              <a:ext uri="{28A0092B-C50C-407E-A947-70E740481C1C}">
                <a14:useLocalDpi xmlns:a14="http://schemas.microsoft.com/office/drawing/2010/main" val="0"/>
              </a:ext>
            </a:extLst>
          </a:blip>
          <a:stretch>
            <a:fillRect/>
          </a:stretch>
        </p:blipFill>
        <p:spPr>
          <a:xfrm>
            <a:off x="970693" y="1808428"/>
            <a:ext cx="3603388" cy="2105214"/>
          </a:xfrm>
          <a:prstGeom prst="rect">
            <a:avLst/>
          </a:prstGeom>
        </p:spPr>
      </p:pic>
    </p:spTree>
    <p:extLst>
      <p:ext uri="{BB962C8B-B14F-4D97-AF65-F5344CB8AC3E}">
        <p14:creationId xmlns:p14="http://schemas.microsoft.com/office/powerpoint/2010/main" val="2123169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D1BCE-4730-9812-7C6E-42A42736DFF1}"/>
            </a:ext>
          </a:extLst>
        </p:cNvPr>
        <p:cNvGrpSpPr/>
        <p:nvPr/>
      </p:nvGrpSpPr>
      <p:grpSpPr>
        <a:xfrm>
          <a:off x="0" y="0"/>
          <a:ext cx="0" cy="0"/>
          <a:chOff x="0" y="0"/>
          <a:chExt cx="0" cy="0"/>
        </a:xfrm>
      </p:grpSpPr>
      <p:sp>
        <p:nvSpPr>
          <p:cNvPr id="168" name="Freeform: Shape 167">
            <a:extLst>
              <a:ext uri="{FF2B5EF4-FFF2-40B4-BE49-F238E27FC236}">
                <a16:creationId xmlns:a16="http://schemas.microsoft.com/office/drawing/2014/main" id="{D2C31222-AE76-FC69-E276-B0D4EB9D43C5}"/>
              </a:ext>
            </a:extLst>
          </p:cNvPr>
          <p:cNvSpPr/>
          <p:nvPr/>
        </p:nvSpPr>
        <p:spPr>
          <a:xfrm>
            <a:off x="5867061" y="1206499"/>
            <a:ext cx="6336000" cy="5664249"/>
          </a:xfrm>
          <a:custGeom>
            <a:avLst/>
            <a:gdLst>
              <a:gd name="csX0" fmla="*/ 533119 w 5212353"/>
              <a:gd name="csY0" fmla="*/ 0 h 5664249"/>
              <a:gd name="csX1" fmla="*/ 5173103 w 5212353"/>
              <a:gd name="csY1" fmla="*/ 0 h 5664249"/>
              <a:gd name="csX2" fmla="*/ 5212353 w 5212353"/>
              <a:gd name="csY2" fmla="*/ 3957 h 5664249"/>
              <a:gd name="csX3" fmla="*/ 5212353 w 5212353"/>
              <a:gd name="csY3" fmla="*/ 5660293 h 5664249"/>
              <a:gd name="csX4" fmla="*/ 5173103 w 5212353"/>
              <a:gd name="csY4" fmla="*/ 5664249 h 5664249"/>
              <a:gd name="csX5" fmla="*/ 533119 w 5212353"/>
              <a:gd name="csY5" fmla="*/ 5664249 h 5664249"/>
              <a:gd name="csX6" fmla="*/ 0 w 5212353"/>
              <a:gd name="csY6" fmla="*/ 5131130 h 5664249"/>
              <a:gd name="csX7" fmla="*/ 0 w 5212353"/>
              <a:gd name="csY7" fmla="*/ 533119 h 5664249"/>
              <a:gd name="csX8" fmla="*/ 533119 w 5212353"/>
              <a:gd name="csY8" fmla="*/ 0 h 56642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212353" h="5664249">
                <a:moveTo>
                  <a:pt x="533119" y="0"/>
                </a:moveTo>
                <a:lnTo>
                  <a:pt x="5173103" y="0"/>
                </a:lnTo>
                <a:lnTo>
                  <a:pt x="5212353" y="3957"/>
                </a:lnTo>
                <a:lnTo>
                  <a:pt x="5212353" y="5660293"/>
                </a:lnTo>
                <a:lnTo>
                  <a:pt x="5173103" y="5664249"/>
                </a:lnTo>
                <a:lnTo>
                  <a:pt x="533119" y="5664249"/>
                </a:lnTo>
                <a:cubicBezTo>
                  <a:pt x="238686" y="5664249"/>
                  <a:pt x="0" y="5425563"/>
                  <a:pt x="0" y="5131130"/>
                </a:cubicBezTo>
                <a:lnTo>
                  <a:pt x="0" y="533119"/>
                </a:lnTo>
                <a:cubicBezTo>
                  <a:pt x="0" y="238686"/>
                  <a:pt x="238686" y="0"/>
                  <a:pt x="533119" y="0"/>
                </a:cubicBez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Slide Number Placeholder 2">
            <a:extLst>
              <a:ext uri="{FF2B5EF4-FFF2-40B4-BE49-F238E27FC236}">
                <a16:creationId xmlns:a16="http://schemas.microsoft.com/office/drawing/2014/main" id="{6234318F-C1EB-E8D7-C3D6-DC1C22242307}"/>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46EAA941-57D9-8741-705E-30718535ECF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CFB862C9-7DF0-18D4-02D9-BA6399791CDB}"/>
              </a:ext>
            </a:extLst>
          </p:cNvPr>
          <p:cNvSpPr txBox="1">
            <a:spLocks/>
          </p:cNvSpPr>
          <p:nvPr/>
        </p:nvSpPr>
        <p:spPr>
          <a:xfrm>
            <a:off x="896087" y="518284"/>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The Logit Model</a:t>
            </a:r>
          </a:p>
        </p:txBody>
      </p:sp>
      <p:sp>
        <p:nvSpPr>
          <p:cNvPr id="10" name="Date Placeholder 3 2">
            <a:extLst>
              <a:ext uri="{FF2B5EF4-FFF2-40B4-BE49-F238E27FC236}">
                <a16:creationId xmlns:a16="http://schemas.microsoft.com/office/drawing/2014/main" id="{33C900AF-8165-FFBA-B0FC-18EA31BE628B}"/>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2" name="TextBox 1">
            <a:extLst>
              <a:ext uri="{FF2B5EF4-FFF2-40B4-BE49-F238E27FC236}">
                <a16:creationId xmlns:a16="http://schemas.microsoft.com/office/drawing/2014/main" id="{412F8F63-CE92-207D-3E0A-AD741C317072}"/>
              </a:ext>
            </a:extLst>
          </p:cNvPr>
          <p:cNvSpPr txBox="1"/>
          <p:nvPr/>
        </p:nvSpPr>
        <p:spPr>
          <a:xfrm>
            <a:off x="896087" y="1193751"/>
            <a:ext cx="427281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To interpret the results, we can (and should) also apply the </a:t>
            </a:r>
            <a:r>
              <a:rPr kumimoji="0" lang="en-US" sz="12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exponential function to the estimated </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parameters to obtain the odds ratios (ORs):</a:t>
            </a: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TextBox 47">
            <a:extLst>
              <a:ext uri="{FF2B5EF4-FFF2-40B4-BE49-F238E27FC236}">
                <a16:creationId xmlns:a16="http://schemas.microsoft.com/office/drawing/2014/main" id="{E1647545-3BA3-E6FF-51FE-8C0DAE985861}"/>
              </a:ext>
            </a:extLst>
          </p:cNvPr>
          <p:cNvSpPr txBox="1"/>
          <p:nvPr/>
        </p:nvSpPr>
        <p:spPr>
          <a:xfrm>
            <a:off x="896086" y="4227087"/>
            <a:ext cx="389569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ptos" panose="020B0004020202020204"/>
                <a:ea typeface="+mn-ea"/>
                <a:cs typeface="+mn-cs"/>
              </a:rPr>
              <a:t>Results of the logistic regression regarding the probability of acceptance in terms of odds ratios (OR)</a:t>
            </a:r>
            <a:endParaRPr kumimoji="0" lang="en-GB" sz="1200" b="1"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49" name="Group 48" descr="\documentclass{article}&#10;\usepackage{amsmath}&#10;\pagestyle{empty}&#10;\begin{document}&#10;&#10;&#10;\[&#10;\frac{p}{1 - p} =  e^{(\mathbf{x}'\boldsymbol{\beta})} \longrightarrow e^ {(\mathbf{x}'\boldsymbol{\beta} + \beta_j)} =  e^ {(\mathbf{x}'\boldsymbol{\beta})} \cdot e^{(\beta_j)}&#10;\]&#10;&#10;&#10;\end{document}" title="IguanaTex Shape Display">
            <a:extLst>
              <a:ext uri="{FF2B5EF4-FFF2-40B4-BE49-F238E27FC236}">
                <a16:creationId xmlns:a16="http://schemas.microsoft.com/office/drawing/2014/main" id="{B9E4F25D-E87A-769C-B37F-418650C07A96}"/>
              </a:ext>
            </a:extLst>
          </p:cNvPr>
          <p:cNvGrpSpPr>
            <a:grpSpLocks noChangeAspect="1"/>
          </p:cNvGrpSpPr>
          <p:nvPr>
            <p:custDataLst>
              <p:tags r:id="rId1"/>
            </p:custDataLst>
          </p:nvPr>
        </p:nvGrpSpPr>
        <p:grpSpPr>
          <a:xfrm>
            <a:off x="990347" y="3623084"/>
            <a:ext cx="4114800" cy="435410"/>
            <a:chOff x="8927256" y="6662974"/>
            <a:chExt cx="3331771" cy="352553"/>
          </a:xfrm>
        </p:grpSpPr>
        <p:sp>
          <p:nvSpPr>
            <p:cNvPr id="50" name="Freeform: Shape 49">
              <a:extLst>
                <a:ext uri="{FF2B5EF4-FFF2-40B4-BE49-F238E27FC236}">
                  <a16:creationId xmlns:a16="http://schemas.microsoft.com/office/drawing/2014/main" id="{F7CF7CA1-7483-F1CB-39C2-2311B4AB4BFB}"/>
                </a:ext>
              </a:extLst>
            </p:cNvPr>
            <p:cNvSpPr/>
            <p:nvPr>
              <p:custDataLst>
                <p:tags r:id="rId67"/>
              </p:custDataLst>
            </p:nvPr>
          </p:nvSpPr>
          <p:spPr>
            <a:xfrm>
              <a:off x="9076866" y="6662974"/>
              <a:ext cx="94193" cy="112198"/>
            </a:xfrm>
            <a:custGeom>
              <a:avLst/>
              <a:gdLst>
                <a:gd name="connsiteX0" fmla="*/ 14045 w 94193"/>
                <a:gd name="connsiteY0" fmla="*/ 99565 h 112198"/>
                <a:gd name="connsiteX1" fmla="*/ 4300 w 94193"/>
                <a:gd name="connsiteY1" fmla="*/ 106798 h 112198"/>
                <a:gd name="connsiteX2" fmla="*/ 150 w 94193"/>
                <a:gd name="connsiteY2" fmla="*/ 110149 h 112198"/>
                <a:gd name="connsiteX3" fmla="*/ 2496 w 94193"/>
                <a:gd name="connsiteY3" fmla="*/ 112266 h 112198"/>
                <a:gd name="connsiteX4" fmla="*/ 17654 w 94193"/>
                <a:gd name="connsiteY4" fmla="*/ 111737 h 112198"/>
                <a:gd name="connsiteX5" fmla="*/ 35518 w 94193"/>
                <a:gd name="connsiteY5" fmla="*/ 112266 h 112198"/>
                <a:gd name="connsiteX6" fmla="*/ 38766 w 94193"/>
                <a:gd name="connsiteY6" fmla="*/ 108738 h 112198"/>
                <a:gd name="connsiteX7" fmla="*/ 34435 w 94193"/>
                <a:gd name="connsiteY7" fmla="*/ 106798 h 112198"/>
                <a:gd name="connsiteX8" fmla="*/ 25413 w 94193"/>
                <a:gd name="connsiteY8" fmla="*/ 103975 h 112198"/>
                <a:gd name="connsiteX9" fmla="*/ 34255 w 94193"/>
                <a:gd name="connsiteY9" fmla="*/ 68692 h 112198"/>
                <a:gd name="connsiteX10" fmla="*/ 50856 w 94193"/>
                <a:gd name="connsiteY10" fmla="*/ 79983 h 112198"/>
                <a:gd name="connsiteX11" fmla="*/ 94343 w 94193"/>
                <a:gd name="connsiteY11" fmla="*/ 28294 h 112198"/>
                <a:gd name="connsiteX12" fmla="*/ 70344 w 94193"/>
                <a:gd name="connsiteY12" fmla="*/ 68 h 112198"/>
                <a:gd name="connsiteX13" fmla="*/ 46705 w 94193"/>
                <a:gd name="connsiteY13" fmla="*/ 13299 h 112198"/>
                <a:gd name="connsiteX14" fmla="*/ 30465 w 94193"/>
                <a:gd name="connsiteY14" fmla="*/ 68 h 112198"/>
                <a:gd name="connsiteX15" fmla="*/ 17112 w 94193"/>
                <a:gd name="connsiteY15" fmla="*/ 10124 h 112198"/>
                <a:gd name="connsiteX16" fmla="*/ 11518 w 94193"/>
                <a:gd name="connsiteY16" fmla="*/ 27236 h 112198"/>
                <a:gd name="connsiteX17" fmla="*/ 13684 w 94193"/>
                <a:gd name="connsiteY17" fmla="*/ 29000 h 112198"/>
                <a:gd name="connsiteX18" fmla="*/ 16751 w 94193"/>
                <a:gd name="connsiteY18" fmla="*/ 24942 h 112198"/>
                <a:gd name="connsiteX19" fmla="*/ 29924 w 94193"/>
                <a:gd name="connsiteY19" fmla="*/ 3949 h 112198"/>
                <a:gd name="connsiteX20" fmla="*/ 35518 w 94193"/>
                <a:gd name="connsiteY20" fmla="*/ 12064 h 112198"/>
                <a:gd name="connsiteX21" fmla="*/ 34255 w 94193"/>
                <a:gd name="connsiteY21" fmla="*/ 21061 h 112198"/>
                <a:gd name="connsiteX22" fmla="*/ 14045 w 94193"/>
                <a:gd name="connsiteY22" fmla="*/ 99565 h 112198"/>
                <a:gd name="connsiteX23" fmla="*/ 45803 w 94193"/>
                <a:gd name="connsiteY23" fmla="*/ 23002 h 112198"/>
                <a:gd name="connsiteX24" fmla="*/ 55186 w 94193"/>
                <a:gd name="connsiteY24" fmla="*/ 10653 h 112198"/>
                <a:gd name="connsiteX25" fmla="*/ 69803 w 94193"/>
                <a:gd name="connsiteY25" fmla="*/ 3949 h 112198"/>
                <a:gd name="connsiteX26" fmla="*/ 81351 w 94193"/>
                <a:gd name="connsiteY26" fmla="*/ 20532 h 112198"/>
                <a:gd name="connsiteX27" fmla="*/ 72148 w 94193"/>
                <a:gd name="connsiteY27" fmla="*/ 57931 h 112198"/>
                <a:gd name="connsiteX28" fmla="*/ 50675 w 94193"/>
                <a:gd name="connsiteY28" fmla="*/ 76102 h 112198"/>
                <a:gd name="connsiteX29" fmla="*/ 36420 w 94193"/>
                <a:gd name="connsiteY29" fmla="*/ 60401 h 112198"/>
                <a:gd name="connsiteX30" fmla="*/ 36961 w 94193"/>
                <a:gd name="connsiteY30" fmla="*/ 57578 h 112198"/>
                <a:gd name="connsiteX31" fmla="*/ 45803 w 94193"/>
                <a:gd name="connsiteY31" fmla="*/ 23002 h 11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193" h="112198">
                  <a:moveTo>
                    <a:pt x="14045" y="99565"/>
                  </a:moveTo>
                  <a:cubicBezTo>
                    <a:pt x="12601" y="105563"/>
                    <a:pt x="12240" y="106798"/>
                    <a:pt x="4300" y="106798"/>
                  </a:cubicBezTo>
                  <a:cubicBezTo>
                    <a:pt x="2135" y="106798"/>
                    <a:pt x="150" y="106798"/>
                    <a:pt x="150" y="110149"/>
                  </a:cubicBezTo>
                  <a:cubicBezTo>
                    <a:pt x="150" y="111561"/>
                    <a:pt x="1052" y="112266"/>
                    <a:pt x="2496" y="112266"/>
                  </a:cubicBezTo>
                  <a:cubicBezTo>
                    <a:pt x="7368" y="112266"/>
                    <a:pt x="12601" y="111737"/>
                    <a:pt x="17654" y="111737"/>
                  </a:cubicBezTo>
                  <a:cubicBezTo>
                    <a:pt x="23608" y="111737"/>
                    <a:pt x="29743" y="112266"/>
                    <a:pt x="35518" y="112266"/>
                  </a:cubicBezTo>
                  <a:cubicBezTo>
                    <a:pt x="36420" y="112266"/>
                    <a:pt x="38766" y="112266"/>
                    <a:pt x="38766" y="108738"/>
                  </a:cubicBezTo>
                  <a:cubicBezTo>
                    <a:pt x="38766" y="106798"/>
                    <a:pt x="36961" y="106798"/>
                    <a:pt x="34435" y="106798"/>
                  </a:cubicBezTo>
                  <a:cubicBezTo>
                    <a:pt x="25413" y="106798"/>
                    <a:pt x="25413" y="105563"/>
                    <a:pt x="25413" y="103975"/>
                  </a:cubicBezTo>
                  <a:cubicBezTo>
                    <a:pt x="25413" y="101858"/>
                    <a:pt x="32991" y="73103"/>
                    <a:pt x="34255" y="68692"/>
                  </a:cubicBezTo>
                  <a:cubicBezTo>
                    <a:pt x="36600" y="73808"/>
                    <a:pt x="41653" y="79983"/>
                    <a:pt x="50856" y="79983"/>
                  </a:cubicBezTo>
                  <a:cubicBezTo>
                    <a:pt x="71788" y="79983"/>
                    <a:pt x="94343" y="54227"/>
                    <a:pt x="94343" y="28294"/>
                  </a:cubicBezTo>
                  <a:cubicBezTo>
                    <a:pt x="94343" y="11711"/>
                    <a:pt x="84058" y="68"/>
                    <a:pt x="70344" y="68"/>
                  </a:cubicBezTo>
                  <a:cubicBezTo>
                    <a:pt x="61322" y="68"/>
                    <a:pt x="52660" y="6419"/>
                    <a:pt x="46705" y="13299"/>
                  </a:cubicBezTo>
                  <a:cubicBezTo>
                    <a:pt x="44901" y="3773"/>
                    <a:pt x="37142" y="68"/>
                    <a:pt x="30465" y="68"/>
                  </a:cubicBezTo>
                  <a:cubicBezTo>
                    <a:pt x="22165" y="68"/>
                    <a:pt x="18736" y="6948"/>
                    <a:pt x="17112" y="10124"/>
                  </a:cubicBezTo>
                  <a:cubicBezTo>
                    <a:pt x="13864" y="16122"/>
                    <a:pt x="11518" y="26706"/>
                    <a:pt x="11518" y="27236"/>
                  </a:cubicBezTo>
                  <a:cubicBezTo>
                    <a:pt x="11518" y="29000"/>
                    <a:pt x="13323" y="29000"/>
                    <a:pt x="13684" y="29000"/>
                  </a:cubicBezTo>
                  <a:cubicBezTo>
                    <a:pt x="15488" y="29000"/>
                    <a:pt x="15669" y="28823"/>
                    <a:pt x="16751" y="24942"/>
                  </a:cubicBezTo>
                  <a:cubicBezTo>
                    <a:pt x="19819" y="12417"/>
                    <a:pt x="23428" y="3949"/>
                    <a:pt x="29924" y="3949"/>
                  </a:cubicBezTo>
                  <a:cubicBezTo>
                    <a:pt x="32991" y="3949"/>
                    <a:pt x="35518" y="5360"/>
                    <a:pt x="35518" y="12064"/>
                  </a:cubicBezTo>
                  <a:cubicBezTo>
                    <a:pt x="35518" y="16122"/>
                    <a:pt x="34976" y="18062"/>
                    <a:pt x="34255" y="21061"/>
                  </a:cubicBezTo>
                  <a:lnTo>
                    <a:pt x="14045" y="99565"/>
                  </a:lnTo>
                  <a:close/>
                  <a:moveTo>
                    <a:pt x="45803" y="23002"/>
                  </a:moveTo>
                  <a:cubicBezTo>
                    <a:pt x="47066" y="18238"/>
                    <a:pt x="51938" y="13299"/>
                    <a:pt x="55186" y="10653"/>
                  </a:cubicBezTo>
                  <a:cubicBezTo>
                    <a:pt x="61502" y="5184"/>
                    <a:pt x="66735" y="3949"/>
                    <a:pt x="69803" y="3949"/>
                  </a:cubicBezTo>
                  <a:cubicBezTo>
                    <a:pt x="77021" y="3949"/>
                    <a:pt x="81351" y="10124"/>
                    <a:pt x="81351" y="20532"/>
                  </a:cubicBezTo>
                  <a:cubicBezTo>
                    <a:pt x="81351" y="30940"/>
                    <a:pt x="75397" y="51228"/>
                    <a:pt x="72148" y="57931"/>
                  </a:cubicBezTo>
                  <a:cubicBezTo>
                    <a:pt x="66013" y="70280"/>
                    <a:pt x="57352" y="76102"/>
                    <a:pt x="50675" y="76102"/>
                  </a:cubicBezTo>
                  <a:cubicBezTo>
                    <a:pt x="38766" y="76102"/>
                    <a:pt x="36420" y="61460"/>
                    <a:pt x="36420" y="60401"/>
                  </a:cubicBezTo>
                  <a:cubicBezTo>
                    <a:pt x="36420" y="60048"/>
                    <a:pt x="36420" y="59695"/>
                    <a:pt x="36961" y="57578"/>
                  </a:cubicBezTo>
                  <a:lnTo>
                    <a:pt x="45803" y="230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 name="Freeform: Shape 50">
              <a:extLst>
                <a:ext uri="{FF2B5EF4-FFF2-40B4-BE49-F238E27FC236}">
                  <a16:creationId xmlns:a16="http://schemas.microsoft.com/office/drawing/2014/main" id="{41B347B0-DE9F-E422-DC69-1D894FF66422}"/>
                </a:ext>
              </a:extLst>
            </p:cNvPr>
            <p:cNvSpPr/>
            <p:nvPr>
              <p:custDataLst>
                <p:tags r:id="rId68"/>
              </p:custDataLst>
            </p:nvPr>
          </p:nvSpPr>
          <p:spPr>
            <a:xfrm>
              <a:off x="8927256" y="6812662"/>
              <a:ext cx="401555" cy="7056"/>
            </a:xfrm>
            <a:custGeom>
              <a:avLst/>
              <a:gdLst>
                <a:gd name="connsiteX0" fmla="*/ 0 w 401555"/>
                <a:gd name="connsiteY0" fmla="*/ 0 h 7056"/>
                <a:gd name="connsiteX1" fmla="*/ 401555 w 401555"/>
                <a:gd name="connsiteY1" fmla="*/ 0 h 7056"/>
                <a:gd name="connsiteX2" fmla="*/ 401555 w 401555"/>
                <a:gd name="connsiteY2" fmla="*/ 7056 h 7056"/>
                <a:gd name="connsiteX3" fmla="*/ 0 w 401555"/>
                <a:gd name="connsiteY3" fmla="*/ 7056 h 7056"/>
              </a:gdLst>
              <a:ahLst/>
              <a:cxnLst>
                <a:cxn ang="0">
                  <a:pos x="connsiteX0" y="connsiteY0"/>
                </a:cxn>
                <a:cxn ang="0">
                  <a:pos x="connsiteX1" y="connsiteY1"/>
                </a:cxn>
                <a:cxn ang="0">
                  <a:pos x="connsiteX2" y="connsiteY2"/>
                </a:cxn>
                <a:cxn ang="0">
                  <a:pos x="connsiteX3" y="connsiteY3"/>
                </a:cxn>
              </a:cxnLst>
              <a:rect l="l" t="t" r="r" b="b"/>
              <a:pathLst>
                <a:path w="401555" h="7056">
                  <a:moveTo>
                    <a:pt x="0" y="0"/>
                  </a:moveTo>
                  <a:lnTo>
                    <a:pt x="401555" y="0"/>
                  </a:lnTo>
                  <a:lnTo>
                    <a:pt x="401555" y="7056"/>
                  </a:lnTo>
                  <a:lnTo>
                    <a:pt x="0" y="70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 name="Freeform: Shape 51">
              <a:extLst>
                <a:ext uri="{FF2B5EF4-FFF2-40B4-BE49-F238E27FC236}">
                  <a16:creationId xmlns:a16="http://schemas.microsoft.com/office/drawing/2014/main" id="{B5CDDD4D-6117-E4A0-EB30-6A29D13F5725}"/>
                </a:ext>
              </a:extLst>
            </p:cNvPr>
            <p:cNvSpPr/>
            <p:nvPr>
              <p:custDataLst>
                <p:tags r:id="rId69"/>
              </p:custDataLst>
            </p:nvPr>
          </p:nvSpPr>
          <p:spPr>
            <a:xfrm>
              <a:off x="8943316" y="6863812"/>
              <a:ext cx="59547" cy="117490"/>
            </a:xfrm>
            <a:custGeom>
              <a:avLst/>
              <a:gdLst>
                <a:gd name="connsiteX0" fmla="*/ 37133 w 59547"/>
                <a:gd name="connsiteY0" fmla="*/ 4668 h 117490"/>
                <a:gd name="connsiteX1" fmla="*/ 32983 w 59547"/>
                <a:gd name="connsiteY1" fmla="*/ 82 h 117490"/>
                <a:gd name="connsiteX2" fmla="*/ 142 w 59547"/>
                <a:gd name="connsiteY2" fmla="*/ 11372 h 117490"/>
                <a:gd name="connsiteX3" fmla="*/ 142 w 59547"/>
                <a:gd name="connsiteY3" fmla="*/ 16841 h 117490"/>
                <a:gd name="connsiteX4" fmla="*/ 23780 w 59547"/>
                <a:gd name="connsiteY4" fmla="*/ 12254 h 117490"/>
                <a:gd name="connsiteX5" fmla="*/ 23780 w 59547"/>
                <a:gd name="connsiteY5" fmla="*/ 103636 h 117490"/>
                <a:gd name="connsiteX6" fmla="*/ 6999 w 59547"/>
                <a:gd name="connsiteY6" fmla="*/ 112103 h 117490"/>
                <a:gd name="connsiteX7" fmla="*/ 1224 w 59547"/>
                <a:gd name="connsiteY7" fmla="*/ 112103 h 117490"/>
                <a:gd name="connsiteX8" fmla="*/ 1224 w 59547"/>
                <a:gd name="connsiteY8" fmla="*/ 117572 h 117490"/>
                <a:gd name="connsiteX9" fmla="*/ 30457 w 59547"/>
                <a:gd name="connsiteY9" fmla="*/ 117043 h 117490"/>
                <a:gd name="connsiteX10" fmla="*/ 59689 w 59547"/>
                <a:gd name="connsiteY10" fmla="*/ 117572 h 117490"/>
                <a:gd name="connsiteX11" fmla="*/ 59689 w 59547"/>
                <a:gd name="connsiteY11" fmla="*/ 112103 h 117490"/>
                <a:gd name="connsiteX12" fmla="*/ 53915 w 59547"/>
                <a:gd name="connsiteY12" fmla="*/ 112103 h 117490"/>
                <a:gd name="connsiteX13" fmla="*/ 37133 w 59547"/>
                <a:gd name="connsiteY13" fmla="*/ 103636 h 117490"/>
                <a:gd name="connsiteX14" fmla="*/ 37133 w 59547"/>
                <a:gd name="connsiteY14" fmla="*/ 4668 h 117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547" h="117490">
                  <a:moveTo>
                    <a:pt x="37133" y="4668"/>
                  </a:moveTo>
                  <a:cubicBezTo>
                    <a:pt x="37133" y="434"/>
                    <a:pt x="37133" y="82"/>
                    <a:pt x="32983" y="82"/>
                  </a:cubicBezTo>
                  <a:cubicBezTo>
                    <a:pt x="21795" y="11372"/>
                    <a:pt x="5916" y="11372"/>
                    <a:pt x="142" y="11372"/>
                  </a:cubicBezTo>
                  <a:lnTo>
                    <a:pt x="142" y="16841"/>
                  </a:lnTo>
                  <a:cubicBezTo>
                    <a:pt x="3751" y="16841"/>
                    <a:pt x="14397" y="16841"/>
                    <a:pt x="23780" y="12254"/>
                  </a:cubicBezTo>
                  <a:lnTo>
                    <a:pt x="23780" y="103636"/>
                  </a:lnTo>
                  <a:cubicBezTo>
                    <a:pt x="23780" y="109987"/>
                    <a:pt x="23239" y="112103"/>
                    <a:pt x="6999" y="112103"/>
                  </a:cubicBezTo>
                  <a:lnTo>
                    <a:pt x="1224" y="112103"/>
                  </a:lnTo>
                  <a:lnTo>
                    <a:pt x="1224" y="117572"/>
                  </a:lnTo>
                  <a:cubicBezTo>
                    <a:pt x="7540" y="117043"/>
                    <a:pt x="23239" y="117043"/>
                    <a:pt x="30457" y="117043"/>
                  </a:cubicBezTo>
                  <a:cubicBezTo>
                    <a:pt x="37675" y="117043"/>
                    <a:pt x="53373" y="117043"/>
                    <a:pt x="59689" y="117572"/>
                  </a:cubicBezTo>
                  <a:lnTo>
                    <a:pt x="59689" y="112103"/>
                  </a:lnTo>
                  <a:lnTo>
                    <a:pt x="53915" y="112103"/>
                  </a:lnTo>
                  <a:cubicBezTo>
                    <a:pt x="37675" y="112103"/>
                    <a:pt x="37133" y="110163"/>
                    <a:pt x="37133" y="103636"/>
                  </a:cubicBezTo>
                  <a:lnTo>
                    <a:pt x="37133" y="466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 name="Freeform: Shape 52">
              <a:extLst>
                <a:ext uri="{FF2B5EF4-FFF2-40B4-BE49-F238E27FC236}">
                  <a16:creationId xmlns:a16="http://schemas.microsoft.com/office/drawing/2014/main" id="{3701E499-7515-83EA-E73D-8A34A026302F}"/>
                </a:ext>
              </a:extLst>
            </p:cNvPr>
            <p:cNvSpPr/>
            <p:nvPr>
              <p:custDataLst>
                <p:tags r:id="rId70"/>
              </p:custDataLst>
            </p:nvPr>
          </p:nvSpPr>
          <p:spPr>
            <a:xfrm>
              <a:off x="9072556" y="6933672"/>
              <a:ext cx="110253" cy="7056"/>
            </a:xfrm>
            <a:custGeom>
              <a:avLst/>
              <a:gdLst>
                <a:gd name="connsiteX0" fmla="*/ 104086 w 110253"/>
                <a:gd name="connsiteY0" fmla="*/ 7138 h 7056"/>
                <a:gd name="connsiteX1" fmla="*/ 110402 w 110253"/>
                <a:gd name="connsiteY1" fmla="*/ 3610 h 7056"/>
                <a:gd name="connsiteX2" fmla="*/ 104086 w 110253"/>
                <a:gd name="connsiteY2" fmla="*/ 82 h 7056"/>
                <a:gd name="connsiteX3" fmla="*/ 6464 w 110253"/>
                <a:gd name="connsiteY3" fmla="*/ 82 h 7056"/>
                <a:gd name="connsiteX4" fmla="*/ 149 w 110253"/>
                <a:gd name="connsiteY4" fmla="*/ 3610 h 7056"/>
                <a:gd name="connsiteX5" fmla="*/ 6464 w 110253"/>
                <a:gd name="connsiteY5" fmla="*/ 7138 h 7056"/>
                <a:gd name="connsiteX6" fmla="*/ 104086 w 110253"/>
                <a:gd name="connsiteY6" fmla="*/ 7138 h 7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253" h="7056">
                  <a:moveTo>
                    <a:pt x="104086" y="7138"/>
                  </a:moveTo>
                  <a:cubicBezTo>
                    <a:pt x="107154" y="7138"/>
                    <a:pt x="110402" y="7138"/>
                    <a:pt x="110402" y="3610"/>
                  </a:cubicBezTo>
                  <a:cubicBezTo>
                    <a:pt x="110402" y="82"/>
                    <a:pt x="107154" y="82"/>
                    <a:pt x="104086" y="82"/>
                  </a:cubicBezTo>
                  <a:lnTo>
                    <a:pt x="6464" y="82"/>
                  </a:lnTo>
                  <a:cubicBezTo>
                    <a:pt x="3397" y="82"/>
                    <a:pt x="149" y="82"/>
                    <a:pt x="149" y="3610"/>
                  </a:cubicBezTo>
                  <a:cubicBezTo>
                    <a:pt x="149" y="7138"/>
                    <a:pt x="3397" y="7138"/>
                    <a:pt x="6464" y="7138"/>
                  </a:cubicBezTo>
                  <a:lnTo>
                    <a:pt x="104086" y="713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 name="Freeform: Shape 53">
              <a:extLst>
                <a:ext uri="{FF2B5EF4-FFF2-40B4-BE49-F238E27FC236}">
                  <a16:creationId xmlns:a16="http://schemas.microsoft.com/office/drawing/2014/main" id="{6F9FE586-CC22-AD27-190B-E7B17606D277}"/>
                </a:ext>
              </a:extLst>
            </p:cNvPr>
            <p:cNvSpPr/>
            <p:nvPr>
              <p:custDataLst>
                <p:tags r:id="rId71"/>
              </p:custDataLst>
            </p:nvPr>
          </p:nvSpPr>
          <p:spPr>
            <a:xfrm>
              <a:off x="9232251" y="6903329"/>
              <a:ext cx="94193" cy="112198"/>
            </a:xfrm>
            <a:custGeom>
              <a:avLst/>
              <a:gdLst>
                <a:gd name="connsiteX0" fmla="*/ 14053 w 94193"/>
                <a:gd name="connsiteY0" fmla="*/ 99578 h 112198"/>
                <a:gd name="connsiteX1" fmla="*/ 4309 w 94193"/>
                <a:gd name="connsiteY1" fmla="*/ 106811 h 112198"/>
                <a:gd name="connsiteX2" fmla="*/ 159 w 94193"/>
                <a:gd name="connsiteY2" fmla="*/ 110163 h 112198"/>
                <a:gd name="connsiteX3" fmla="*/ 2505 w 94193"/>
                <a:gd name="connsiteY3" fmla="*/ 112280 h 112198"/>
                <a:gd name="connsiteX4" fmla="*/ 17662 w 94193"/>
                <a:gd name="connsiteY4" fmla="*/ 111751 h 112198"/>
                <a:gd name="connsiteX5" fmla="*/ 35526 w 94193"/>
                <a:gd name="connsiteY5" fmla="*/ 112280 h 112198"/>
                <a:gd name="connsiteX6" fmla="*/ 38774 w 94193"/>
                <a:gd name="connsiteY6" fmla="*/ 108752 h 112198"/>
                <a:gd name="connsiteX7" fmla="*/ 34444 w 94193"/>
                <a:gd name="connsiteY7" fmla="*/ 106811 h 112198"/>
                <a:gd name="connsiteX8" fmla="*/ 25421 w 94193"/>
                <a:gd name="connsiteY8" fmla="*/ 103988 h 112198"/>
                <a:gd name="connsiteX9" fmla="*/ 34263 w 94193"/>
                <a:gd name="connsiteY9" fmla="*/ 68706 h 112198"/>
                <a:gd name="connsiteX10" fmla="*/ 50864 w 94193"/>
                <a:gd name="connsiteY10" fmla="*/ 79996 h 112198"/>
                <a:gd name="connsiteX11" fmla="*/ 94352 w 94193"/>
                <a:gd name="connsiteY11" fmla="*/ 28308 h 112198"/>
                <a:gd name="connsiteX12" fmla="*/ 70353 w 94193"/>
                <a:gd name="connsiteY12" fmla="*/ 82 h 112198"/>
                <a:gd name="connsiteX13" fmla="*/ 46714 w 94193"/>
                <a:gd name="connsiteY13" fmla="*/ 13312 h 112198"/>
                <a:gd name="connsiteX14" fmla="*/ 30474 w 94193"/>
                <a:gd name="connsiteY14" fmla="*/ 82 h 112198"/>
                <a:gd name="connsiteX15" fmla="*/ 17121 w 94193"/>
                <a:gd name="connsiteY15" fmla="*/ 10137 h 112198"/>
                <a:gd name="connsiteX16" fmla="*/ 11527 w 94193"/>
                <a:gd name="connsiteY16" fmla="*/ 27249 h 112198"/>
                <a:gd name="connsiteX17" fmla="*/ 13692 w 94193"/>
                <a:gd name="connsiteY17" fmla="*/ 29013 h 112198"/>
                <a:gd name="connsiteX18" fmla="*/ 16760 w 94193"/>
                <a:gd name="connsiteY18" fmla="*/ 24956 h 112198"/>
                <a:gd name="connsiteX19" fmla="*/ 29932 w 94193"/>
                <a:gd name="connsiteY19" fmla="*/ 3963 h 112198"/>
                <a:gd name="connsiteX20" fmla="*/ 35526 w 94193"/>
                <a:gd name="connsiteY20" fmla="*/ 12078 h 112198"/>
                <a:gd name="connsiteX21" fmla="*/ 34263 w 94193"/>
                <a:gd name="connsiteY21" fmla="*/ 21075 h 112198"/>
                <a:gd name="connsiteX22" fmla="*/ 14053 w 94193"/>
                <a:gd name="connsiteY22" fmla="*/ 99578 h 112198"/>
                <a:gd name="connsiteX23" fmla="*/ 45812 w 94193"/>
                <a:gd name="connsiteY23" fmla="*/ 23015 h 112198"/>
                <a:gd name="connsiteX24" fmla="*/ 55195 w 94193"/>
                <a:gd name="connsiteY24" fmla="*/ 10666 h 112198"/>
                <a:gd name="connsiteX25" fmla="*/ 69811 w 94193"/>
                <a:gd name="connsiteY25" fmla="*/ 3963 h 112198"/>
                <a:gd name="connsiteX26" fmla="*/ 81360 w 94193"/>
                <a:gd name="connsiteY26" fmla="*/ 20545 h 112198"/>
                <a:gd name="connsiteX27" fmla="*/ 72157 w 94193"/>
                <a:gd name="connsiteY27" fmla="*/ 57945 h 112198"/>
                <a:gd name="connsiteX28" fmla="*/ 50684 w 94193"/>
                <a:gd name="connsiteY28" fmla="*/ 76115 h 112198"/>
                <a:gd name="connsiteX29" fmla="*/ 36429 w 94193"/>
                <a:gd name="connsiteY29" fmla="*/ 60415 h 112198"/>
                <a:gd name="connsiteX30" fmla="*/ 36970 w 94193"/>
                <a:gd name="connsiteY30" fmla="*/ 57592 h 112198"/>
                <a:gd name="connsiteX31" fmla="*/ 45812 w 94193"/>
                <a:gd name="connsiteY31" fmla="*/ 23015 h 11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193" h="112198">
                  <a:moveTo>
                    <a:pt x="14053" y="99578"/>
                  </a:moveTo>
                  <a:cubicBezTo>
                    <a:pt x="12610" y="105576"/>
                    <a:pt x="12249" y="106811"/>
                    <a:pt x="4309" y="106811"/>
                  </a:cubicBezTo>
                  <a:cubicBezTo>
                    <a:pt x="2144" y="106811"/>
                    <a:pt x="159" y="106811"/>
                    <a:pt x="159" y="110163"/>
                  </a:cubicBezTo>
                  <a:cubicBezTo>
                    <a:pt x="159" y="111574"/>
                    <a:pt x="1061" y="112280"/>
                    <a:pt x="2505" y="112280"/>
                  </a:cubicBezTo>
                  <a:cubicBezTo>
                    <a:pt x="7377" y="112280"/>
                    <a:pt x="12610" y="111751"/>
                    <a:pt x="17662" y="111751"/>
                  </a:cubicBezTo>
                  <a:cubicBezTo>
                    <a:pt x="23617" y="111751"/>
                    <a:pt x="29752" y="112280"/>
                    <a:pt x="35526" y="112280"/>
                  </a:cubicBezTo>
                  <a:cubicBezTo>
                    <a:pt x="36429" y="112280"/>
                    <a:pt x="38774" y="112280"/>
                    <a:pt x="38774" y="108752"/>
                  </a:cubicBezTo>
                  <a:cubicBezTo>
                    <a:pt x="38774" y="106811"/>
                    <a:pt x="36970" y="106811"/>
                    <a:pt x="34444" y="106811"/>
                  </a:cubicBezTo>
                  <a:cubicBezTo>
                    <a:pt x="25421" y="106811"/>
                    <a:pt x="25421" y="105576"/>
                    <a:pt x="25421" y="103988"/>
                  </a:cubicBezTo>
                  <a:cubicBezTo>
                    <a:pt x="25421" y="101872"/>
                    <a:pt x="33000" y="73116"/>
                    <a:pt x="34263" y="68706"/>
                  </a:cubicBezTo>
                  <a:cubicBezTo>
                    <a:pt x="36609" y="73822"/>
                    <a:pt x="41662" y="79996"/>
                    <a:pt x="50864" y="79996"/>
                  </a:cubicBezTo>
                  <a:cubicBezTo>
                    <a:pt x="71796" y="79996"/>
                    <a:pt x="94352" y="54240"/>
                    <a:pt x="94352" y="28308"/>
                  </a:cubicBezTo>
                  <a:cubicBezTo>
                    <a:pt x="94352" y="11725"/>
                    <a:pt x="84067" y="82"/>
                    <a:pt x="70353" y="82"/>
                  </a:cubicBezTo>
                  <a:cubicBezTo>
                    <a:pt x="61330" y="82"/>
                    <a:pt x="52669" y="6432"/>
                    <a:pt x="46714" y="13312"/>
                  </a:cubicBezTo>
                  <a:cubicBezTo>
                    <a:pt x="44910" y="3786"/>
                    <a:pt x="37150" y="82"/>
                    <a:pt x="30474" y="82"/>
                  </a:cubicBezTo>
                  <a:cubicBezTo>
                    <a:pt x="22173" y="82"/>
                    <a:pt x="18745" y="6962"/>
                    <a:pt x="17121" y="10137"/>
                  </a:cubicBezTo>
                  <a:cubicBezTo>
                    <a:pt x="13873" y="16135"/>
                    <a:pt x="11527" y="26720"/>
                    <a:pt x="11527" y="27249"/>
                  </a:cubicBezTo>
                  <a:cubicBezTo>
                    <a:pt x="11527" y="29013"/>
                    <a:pt x="13331" y="29013"/>
                    <a:pt x="13692" y="29013"/>
                  </a:cubicBezTo>
                  <a:cubicBezTo>
                    <a:pt x="15497" y="29013"/>
                    <a:pt x="15677" y="28837"/>
                    <a:pt x="16760" y="24956"/>
                  </a:cubicBezTo>
                  <a:cubicBezTo>
                    <a:pt x="19827" y="12430"/>
                    <a:pt x="23436" y="3963"/>
                    <a:pt x="29932" y="3963"/>
                  </a:cubicBezTo>
                  <a:cubicBezTo>
                    <a:pt x="33000" y="3963"/>
                    <a:pt x="35526" y="5374"/>
                    <a:pt x="35526" y="12078"/>
                  </a:cubicBezTo>
                  <a:cubicBezTo>
                    <a:pt x="35526" y="16135"/>
                    <a:pt x="34985" y="18076"/>
                    <a:pt x="34263" y="21075"/>
                  </a:cubicBezTo>
                  <a:lnTo>
                    <a:pt x="14053" y="99578"/>
                  </a:lnTo>
                  <a:close/>
                  <a:moveTo>
                    <a:pt x="45812" y="23015"/>
                  </a:moveTo>
                  <a:cubicBezTo>
                    <a:pt x="47075" y="18252"/>
                    <a:pt x="51947" y="13312"/>
                    <a:pt x="55195" y="10666"/>
                  </a:cubicBezTo>
                  <a:cubicBezTo>
                    <a:pt x="61511" y="5198"/>
                    <a:pt x="66744" y="3963"/>
                    <a:pt x="69811" y="3963"/>
                  </a:cubicBezTo>
                  <a:cubicBezTo>
                    <a:pt x="77029" y="3963"/>
                    <a:pt x="81360" y="10137"/>
                    <a:pt x="81360" y="20545"/>
                  </a:cubicBezTo>
                  <a:cubicBezTo>
                    <a:pt x="81360" y="30954"/>
                    <a:pt x="75405" y="51241"/>
                    <a:pt x="72157" y="57945"/>
                  </a:cubicBezTo>
                  <a:cubicBezTo>
                    <a:pt x="66022" y="70294"/>
                    <a:pt x="57360" y="76115"/>
                    <a:pt x="50684" y="76115"/>
                  </a:cubicBezTo>
                  <a:cubicBezTo>
                    <a:pt x="38774" y="76115"/>
                    <a:pt x="36429" y="61473"/>
                    <a:pt x="36429" y="60415"/>
                  </a:cubicBezTo>
                  <a:cubicBezTo>
                    <a:pt x="36429" y="60062"/>
                    <a:pt x="36429" y="59709"/>
                    <a:pt x="36970" y="57592"/>
                  </a:cubicBezTo>
                  <a:lnTo>
                    <a:pt x="45812" y="23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 name="Freeform: Shape 54">
              <a:extLst>
                <a:ext uri="{FF2B5EF4-FFF2-40B4-BE49-F238E27FC236}">
                  <a16:creationId xmlns:a16="http://schemas.microsoft.com/office/drawing/2014/main" id="{066A470D-5BC5-8BAE-CF03-3E386A7BFC7C}"/>
                </a:ext>
              </a:extLst>
            </p:cNvPr>
            <p:cNvSpPr/>
            <p:nvPr>
              <p:custDataLst>
                <p:tags r:id="rId72"/>
              </p:custDataLst>
            </p:nvPr>
          </p:nvSpPr>
          <p:spPr>
            <a:xfrm>
              <a:off x="9410694" y="6795550"/>
              <a:ext cx="119997" cy="41280"/>
            </a:xfrm>
            <a:custGeom>
              <a:avLst/>
              <a:gdLst>
                <a:gd name="connsiteX0" fmla="*/ 114030 w 119997"/>
                <a:gd name="connsiteY0" fmla="*/ 7131 h 41280"/>
                <a:gd name="connsiteX1" fmla="*/ 120165 w 119997"/>
                <a:gd name="connsiteY1" fmla="*/ 3603 h 41280"/>
                <a:gd name="connsiteX2" fmla="*/ 114210 w 119997"/>
                <a:gd name="connsiteY2" fmla="*/ 75 h 41280"/>
                <a:gd name="connsiteX3" fmla="*/ 6122 w 119997"/>
                <a:gd name="connsiteY3" fmla="*/ 75 h 41280"/>
                <a:gd name="connsiteX4" fmla="*/ 168 w 119997"/>
                <a:gd name="connsiteY4" fmla="*/ 3603 h 41280"/>
                <a:gd name="connsiteX5" fmla="*/ 6303 w 119997"/>
                <a:gd name="connsiteY5" fmla="*/ 7131 h 41280"/>
                <a:gd name="connsiteX6" fmla="*/ 114030 w 119997"/>
                <a:gd name="connsiteY6" fmla="*/ 7131 h 41280"/>
                <a:gd name="connsiteX7" fmla="*/ 114210 w 119997"/>
                <a:gd name="connsiteY7" fmla="*/ 41355 h 41280"/>
                <a:gd name="connsiteX8" fmla="*/ 120165 w 119997"/>
                <a:gd name="connsiteY8" fmla="*/ 37827 h 41280"/>
                <a:gd name="connsiteX9" fmla="*/ 114030 w 119997"/>
                <a:gd name="connsiteY9" fmla="*/ 34299 h 41280"/>
                <a:gd name="connsiteX10" fmla="*/ 6303 w 119997"/>
                <a:gd name="connsiteY10" fmla="*/ 34299 h 41280"/>
                <a:gd name="connsiteX11" fmla="*/ 168 w 119997"/>
                <a:gd name="connsiteY11" fmla="*/ 37827 h 41280"/>
                <a:gd name="connsiteX12" fmla="*/ 6122 w 119997"/>
                <a:gd name="connsiteY12" fmla="*/ 41355 h 41280"/>
                <a:gd name="connsiteX13" fmla="*/ 114210 w 119997"/>
                <a:gd name="connsiteY13" fmla="*/ 41355 h 4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9997" h="41280">
                  <a:moveTo>
                    <a:pt x="114030" y="7131"/>
                  </a:moveTo>
                  <a:cubicBezTo>
                    <a:pt x="116736" y="7131"/>
                    <a:pt x="120165" y="7131"/>
                    <a:pt x="120165" y="3603"/>
                  </a:cubicBezTo>
                  <a:cubicBezTo>
                    <a:pt x="120165" y="75"/>
                    <a:pt x="116736" y="75"/>
                    <a:pt x="114210" y="75"/>
                  </a:cubicBezTo>
                  <a:lnTo>
                    <a:pt x="6122" y="75"/>
                  </a:lnTo>
                  <a:cubicBezTo>
                    <a:pt x="3596" y="75"/>
                    <a:pt x="168" y="75"/>
                    <a:pt x="168" y="3603"/>
                  </a:cubicBezTo>
                  <a:cubicBezTo>
                    <a:pt x="168" y="7131"/>
                    <a:pt x="3596" y="7131"/>
                    <a:pt x="6303" y="7131"/>
                  </a:cubicBezTo>
                  <a:lnTo>
                    <a:pt x="114030" y="7131"/>
                  </a:lnTo>
                  <a:close/>
                  <a:moveTo>
                    <a:pt x="114210" y="41355"/>
                  </a:moveTo>
                  <a:cubicBezTo>
                    <a:pt x="116736" y="41355"/>
                    <a:pt x="120165" y="41355"/>
                    <a:pt x="120165" y="37827"/>
                  </a:cubicBezTo>
                  <a:cubicBezTo>
                    <a:pt x="120165" y="34299"/>
                    <a:pt x="116736" y="34299"/>
                    <a:pt x="114030" y="34299"/>
                  </a:cubicBezTo>
                  <a:lnTo>
                    <a:pt x="6303" y="34299"/>
                  </a:lnTo>
                  <a:cubicBezTo>
                    <a:pt x="3596" y="34299"/>
                    <a:pt x="168" y="34299"/>
                    <a:pt x="168" y="37827"/>
                  </a:cubicBezTo>
                  <a:cubicBezTo>
                    <a:pt x="168" y="41355"/>
                    <a:pt x="3596" y="41355"/>
                    <a:pt x="6122" y="41355"/>
                  </a:cubicBezTo>
                  <a:lnTo>
                    <a:pt x="114210" y="413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 name="Freeform: Shape 55">
              <a:extLst>
                <a:ext uri="{FF2B5EF4-FFF2-40B4-BE49-F238E27FC236}">
                  <a16:creationId xmlns:a16="http://schemas.microsoft.com/office/drawing/2014/main" id="{890D5B02-8BBF-269A-CDE0-2347A9F822EF}"/>
                </a:ext>
              </a:extLst>
            </p:cNvPr>
            <p:cNvSpPr/>
            <p:nvPr>
              <p:custDataLst>
                <p:tags r:id="rId73"/>
              </p:custDataLst>
            </p:nvPr>
          </p:nvSpPr>
          <p:spPr>
            <a:xfrm>
              <a:off x="9599360" y="6782319"/>
              <a:ext cx="69291" cy="79914"/>
            </a:xfrm>
            <a:custGeom>
              <a:avLst/>
              <a:gdLst>
                <a:gd name="connsiteX0" fmla="*/ 25621 w 69291"/>
                <a:gd name="connsiteY0" fmla="*/ 37298 h 79914"/>
                <a:gd name="connsiteX1" fmla="*/ 53230 w 69291"/>
                <a:gd name="connsiteY1" fmla="*/ 33240 h 79914"/>
                <a:gd name="connsiteX2" fmla="*/ 66763 w 69291"/>
                <a:gd name="connsiteY2" fmla="*/ 15070 h 79914"/>
                <a:gd name="connsiteX3" fmla="*/ 47455 w 69291"/>
                <a:gd name="connsiteY3" fmla="*/ 75 h 79914"/>
                <a:gd name="connsiteX4" fmla="*/ 178 w 69291"/>
                <a:gd name="connsiteY4" fmla="*/ 48059 h 79914"/>
                <a:gd name="connsiteX5" fmla="*/ 28508 w 69291"/>
                <a:gd name="connsiteY5" fmla="*/ 79990 h 79914"/>
                <a:gd name="connsiteX6" fmla="*/ 69470 w 69291"/>
                <a:gd name="connsiteY6" fmla="*/ 59173 h 79914"/>
                <a:gd name="connsiteX7" fmla="*/ 67305 w 69291"/>
                <a:gd name="connsiteY7" fmla="*/ 56880 h 79914"/>
                <a:gd name="connsiteX8" fmla="*/ 64959 w 69291"/>
                <a:gd name="connsiteY8" fmla="*/ 58644 h 79914"/>
                <a:gd name="connsiteX9" fmla="*/ 28869 w 69291"/>
                <a:gd name="connsiteY9" fmla="*/ 76108 h 79914"/>
                <a:gd name="connsiteX10" fmla="*/ 13170 w 69291"/>
                <a:gd name="connsiteY10" fmla="*/ 55645 h 79914"/>
                <a:gd name="connsiteX11" fmla="*/ 16058 w 69291"/>
                <a:gd name="connsiteY11" fmla="*/ 37298 h 79914"/>
                <a:gd name="connsiteX12" fmla="*/ 25621 w 69291"/>
                <a:gd name="connsiteY12" fmla="*/ 37298 h 79914"/>
                <a:gd name="connsiteX13" fmla="*/ 17140 w 69291"/>
                <a:gd name="connsiteY13" fmla="*/ 33417 h 79914"/>
                <a:gd name="connsiteX14" fmla="*/ 47455 w 69291"/>
                <a:gd name="connsiteY14" fmla="*/ 3956 h 79914"/>
                <a:gd name="connsiteX15" fmla="*/ 60808 w 69291"/>
                <a:gd name="connsiteY15" fmla="*/ 15070 h 79914"/>
                <a:gd name="connsiteX16" fmla="*/ 24539 w 69291"/>
                <a:gd name="connsiteY16" fmla="*/ 33417 h 79914"/>
                <a:gd name="connsiteX17" fmla="*/ 17140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621" y="37298"/>
                  </a:moveTo>
                  <a:cubicBezTo>
                    <a:pt x="30854" y="37298"/>
                    <a:pt x="44207" y="36945"/>
                    <a:pt x="53230" y="33240"/>
                  </a:cubicBezTo>
                  <a:cubicBezTo>
                    <a:pt x="65861" y="27948"/>
                    <a:pt x="66763" y="17540"/>
                    <a:pt x="66763" y="15070"/>
                  </a:cubicBezTo>
                  <a:cubicBezTo>
                    <a:pt x="66763" y="7308"/>
                    <a:pt x="59906" y="75"/>
                    <a:pt x="47455" y="75"/>
                  </a:cubicBezTo>
                  <a:cubicBezTo>
                    <a:pt x="27426" y="75"/>
                    <a:pt x="178" y="17187"/>
                    <a:pt x="178" y="48059"/>
                  </a:cubicBezTo>
                  <a:cubicBezTo>
                    <a:pt x="178" y="66053"/>
                    <a:pt x="10825" y="79990"/>
                    <a:pt x="28508" y="79990"/>
                  </a:cubicBezTo>
                  <a:cubicBezTo>
                    <a:pt x="54312" y="79990"/>
                    <a:pt x="69470" y="61290"/>
                    <a:pt x="69470" y="59173"/>
                  </a:cubicBezTo>
                  <a:cubicBezTo>
                    <a:pt x="69470" y="58114"/>
                    <a:pt x="68387" y="56880"/>
                    <a:pt x="67305" y="56880"/>
                  </a:cubicBezTo>
                  <a:cubicBezTo>
                    <a:pt x="66402" y="56880"/>
                    <a:pt x="66041" y="57232"/>
                    <a:pt x="64959" y="58644"/>
                  </a:cubicBezTo>
                  <a:cubicBezTo>
                    <a:pt x="50703" y="76108"/>
                    <a:pt x="31035" y="76108"/>
                    <a:pt x="28869" y="76108"/>
                  </a:cubicBezTo>
                  <a:cubicBezTo>
                    <a:pt x="14794" y="76108"/>
                    <a:pt x="13170" y="61290"/>
                    <a:pt x="13170" y="55645"/>
                  </a:cubicBezTo>
                  <a:cubicBezTo>
                    <a:pt x="13170" y="53528"/>
                    <a:pt x="13351" y="48059"/>
                    <a:pt x="16058" y="37298"/>
                  </a:cubicBezTo>
                  <a:lnTo>
                    <a:pt x="25621" y="37298"/>
                  </a:lnTo>
                  <a:close/>
                  <a:moveTo>
                    <a:pt x="17140" y="33417"/>
                  </a:moveTo>
                  <a:cubicBezTo>
                    <a:pt x="24178" y="6602"/>
                    <a:pt x="42764" y="3956"/>
                    <a:pt x="47455" y="3956"/>
                  </a:cubicBezTo>
                  <a:cubicBezTo>
                    <a:pt x="55936" y="3956"/>
                    <a:pt x="60808" y="9072"/>
                    <a:pt x="60808" y="15070"/>
                  </a:cubicBezTo>
                  <a:cubicBezTo>
                    <a:pt x="60808" y="33417"/>
                    <a:pt x="31937" y="33417"/>
                    <a:pt x="24539" y="33417"/>
                  </a:cubicBezTo>
                  <a:lnTo>
                    <a:pt x="17140"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 name="Freeform: Shape 56">
              <a:extLst>
                <a:ext uri="{FF2B5EF4-FFF2-40B4-BE49-F238E27FC236}">
                  <a16:creationId xmlns:a16="http://schemas.microsoft.com/office/drawing/2014/main" id="{A0C8E82F-C7C2-D588-2BAD-8178EF8250F8}"/>
                </a:ext>
              </a:extLst>
            </p:cNvPr>
            <p:cNvSpPr/>
            <p:nvPr>
              <p:custDataLst>
                <p:tags r:id="rId74"/>
              </p:custDataLst>
            </p:nvPr>
          </p:nvSpPr>
          <p:spPr>
            <a:xfrm>
              <a:off x="9689606" y="6694837"/>
              <a:ext cx="32841" cy="123365"/>
            </a:xfrm>
            <a:custGeom>
              <a:avLst/>
              <a:gdLst>
                <a:gd name="connsiteX0" fmla="*/ 30498 w 32841"/>
                <a:gd name="connsiteY0" fmla="*/ 71 h 123365"/>
                <a:gd name="connsiteX1" fmla="*/ 183 w 32841"/>
                <a:gd name="connsiteY1" fmla="*/ 61691 h 123365"/>
                <a:gd name="connsiteX2" fmla="*/ 30498 w 32841"/>
                <a:gd name="connsiteY2" fmla="*/ 123436 h 123365"/>
                <a:gd name="connsiteX3" fmla="*/ 33024 w 32841"/>
                <a:gd name="connsiteY3" fmla="*/ 121954 h 123365"/>
                <a:gd name="connsiteX4" fmla="*/ 31761 w 32841"/>
                <a:gd name="connsiteY4" fmla="*/ 120102 h 123365"/>
                <a:gd name="connsiteX5" fmla="*/ 8772 w 32841"/>
                <a:gd name="connsiteY5" fmla="*/ 61815 h 123365"/>
                <a:gd name="connsiteX6" fmla="*/ 32140 w 32841"/>
                <a:gd name="connsiteY6" fmla="*/ 3034 h 123365"/>
                <a:gd name="connsiteX7" fmla="*/ 33024 w 32841"/>
                <a:gd name="connsiteY7" fmla="*/ 1552 h 123365"/>
                <a:gd name="connsiteX8" fmla="*/ 30498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498" y="71"/>
                  </a:moveTo>
                  <a:cubicBezTo>
                    <a:pt x="6499" y="16618"/>
                    <a:pt x="183" y="42798"/>
                    <a:pt x="183" y="61691"/>
                  </a:cubicBezTo>
                  <a:cubicBezTo>
                    <a:pt x="183" y="79103"/>
                    <a:pt x="5488" y="106147"/>
                    <a:pt x="30498" y="123436"/>
                  </a:cubicBezTo>
                  <a:cubicBezTo>
                    <a:pt x="31508" y="123436"/>
                    <a:pt x="33024" y="123436"/>
                    <a:pt x="33024" y="121954"/>
                  </a:cubicBezTo>
                  <a:cubicBezTo>
                    <a:pt x="33024" y="121213"/>
                    <a:pt x="32645" y="120966"/>
                    <a:pt x="31761" y="120102"/>
                  </a:cubicBezTo>
                  <a:cubicBezTo>
                    <a:pt x="14961" y="105283"/>
                    <a:pt x="8772" y="84290"/>
                    <a:pt x="8772" y="61815"/>
                  </a:cubicBezTo>
                  <a:cubicBezTo>
                    <a:pt x="8772" y="28473"/>
                    <a:pt x="21782" y="12172"/>
                    <a:pt x="32140" y="3034"/>
                  </a:cubicBezTo>
                  <a:cubicBezTo>
                    <a:pt x="32645" y="2540"/>
                    <a:pt x="33024" y="2170"/>
                    <a:pt x="33024" y="1552"/>
                  </a:cubicBezTo>
                  <a:cubicBezTo>
                    <a:pt x="33024" y="71"/>
                    <a:pt x="31508" y="71"/>
                    <a:pt x="30498"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8" name="Freeform: Shape 57">
              <a:extLst>
                <a:ext uri="{FF2B5EF4-FFF2-40B4-BE49-F238E27FC236}">
                  <a16:creationId xmlns:a16="http://schemas.microsoft.com/office/drawing/2014/main" id="{32D3E0FA-984F-6340-F8F4-7EBE4D5529ED}"/>
                </a:ext>
              </a:extLst>
            </p:cNvPr>
            <p:cNvSpPr/>
            <p:nvPr>
              <p:custDataLst>
                <p:tags r:id="rId75"/>
              </p:custDataLst>
            </p:nvPr>
          </p:nvSpPr>
          <p:spPr>
            <a:xfrm>
              <a:off x="9735891" y="6732625"/>
              <a:ext cx="77429" cy="54828"/>
            </a:xfrm>
            <a:custGeom>
              <a:avLst/>
              <a:gdLst>
                <a:gd name="connsiteX0" fmla="*/ 45659 w 77429"/>
                <a:gd name="connsiteY0" fmla="*/ 25015 h 54828"/>
                <a:gd name="connsiteX1" fmla="*/ 63090 w 77429"/>
                <a:gd name="connsiteY1" fmla="*/ 7850 h 54828"/>
                <a:gd name="connsiteX2" fmla="*/ 74837 w 77429"/>
                <a:gd name="connsiteY2" fmla="*/ 6986 h 54828"/>
                <a:gd name="connsiteX3" fmla="*/ 74837 w 77429"/>
                <a:gd name="connsiteY3" fmla="*/ 71 h 54828"/>
                <a:gd name="connsiteX4" fmla="*/ 62585 w 77429"/>
                <a:gd name="connsiteY4" fmla="*/ 565 h 54828"/>
                <a:gd name="connsiteX5" fmla="*/ 48564 w 77429"/>
                <a:gd name="connsiteY5" fmla="*/ 71 h 54828"/>
                <a:gd name="connsiteX6" fmla="*/ 48564 w 77429"/>
                <a:gd name="connsiteY6" fmla="*/ 6986 h 54828"/>
                <a:gd name="connsiteX7" fmla="*/ 51974 w 77429"/>
                <a:gd name="connsiteY7" fmla="*/ 7727 h 54828"/>
                <a:gd name="connsiteX8" fmla="*/ 40101 w 77429"/>
                <a:gd name="connsiteY8" fmla="*/ 19458 h 54828"/>
                <a:gd name="connsiteX9" fmla="*/ 27848 w 77429"/>
                <a:gd name="connsiteY9" fmla="*/ 6986 h 54828"/>
                <a:gd name="connsiteX10" fmla="*/ 31259 w 77429"/>
                <a:gd name="connsiteY10" fmla="*/ 6986 h 54828"/>
                <a:gd name="connsiteX11" fmla="*/ 31259 w 77429"/>
                <a:gd name="connsiteY11" fmla="*/ 71 h 54828"/>
                <a:gd name="connsiteX12" fmla="*/ 15217 w 77429"/>
                <a:gd name="connsiteY12" fmla="*/ 565 h 54828"/>
                <a:gd name="connsiteX13" fmla="*/ 944 w 77429"/>
                <a:gd name="connsiteY13" fmla="*/ 71 h 54828"/>
                <a:gd name="connsiteX14" fmla="*/ 944 w 77429"/>
                <a:gd name="connsiteY14" fmla="*/ 6986 h 54828"/>
                <a:gd name="connsiteX15" fmla="*/ 10417 w 77429"/>
                <a:gd name="connsiteY15" fmla="*/ 6986 h 54828"/>
                <a:gd name="connsiteX16" fmla="*/ 31133 w 77429"/>
                <a:gd name="connsiteY16" fmla="*/ 28103 h 54828"/>
                <a:gd name="connsiteX17" fmla="*/ 12944 w 77429"/>
                <a:gd name="connsiteY17" fmla="*/ 46008 h 54828"/>
                <a:gd name="connsiteX18" fmla="*/ 7260 w 77429"/>
                <a:gd name="connsiteY18" fmla="*/ 47861 h 54828"/>
                <a:gd name="connsiteX19" fmla="*/ 186 w 77429"/>
                <a:gd name="connsiteY19" fmla="*/ 47984 h 54828"/>
                <a:gd name="connsiteX20" fmla="*/ 186 w 77429"/>
                <a:gd name="connsiteY20" fmla="*/ 54900 h 54828"/>
                <a:gd name="connsiteX21" fmla="*/ 12438 w 77429"/>
                <a:gd name="connsiteY21" fmla="*/ 54406 h 54828"/>
                <a:gd name="connsiteX22" fmla="*/ 26459 w 77429"/>
                <a:gd name="connsiteY22" fmla="*/ 54900 h 54828"/>
                <a:gd name="connsiteX23" fmla="*/ 26459 w 77429"/>
                <a:gd name="connsiteY23" fmla="*/ 47984 h 54828"/>
                <a:gd name="connsiteX24" fmla="*/ 23049 w 77429"/>
                <a:gd name="connsiteY24" fmla="*/ 47120 h 54828"/>
                <a:gd name="connsiteX25" fmla="*/ 36690 w 77429"/>
                <a:gd name="connsiteY25" fmla="*/ 33783 h 54828"/>
                <a:gd name="connsiteX26" fmla="*/ 50711 w 77429"/>
                <a:gd name="connsiteY26" fmla="*/ 47984 h 54828"/>
                <a:gd name="connsiteX27" fmla="*/ 47427 w 77429"/>
                <a:gd name="connsiteY27" fmla="*/ 47984 h 54828"/>
                <a:gd name="connsiteX28" fmla="*/ 47427 w 77429"/>
                <a:gd name="connsiteY28" fmla="*/ 54900 h 54828"/>
                <a:gd name="connsiteX29" fmla="*/ 63469 w 77429"/>
                <a:gd name="connsiteY29" fmla="*/ 54406 h 54828"/>
                <a:gd name="connsiteX30" fmla="*/ 77616 w 77429"/>
                <a:gd name="connsiteY30" fmla="*/ 54900 h 54828"/>
                <a:gd name="connsiteX31" fmla="*/ 77616 w 77429"/>
                <a:gd name="connsiteY31" fmla="*/ 47984 h 54828"/>
                <a:gd name="connsiteX32" fmla="*/ 68269 w 77429"/>
                <a:gd name="connsiteY32" fmla="*/ 47984 h 54828"/>
                <a:gd name="connsiteX33" fmla="*/ 45659 w 77429"/>
                <a:gd name="connsiteY33" fmla="*/ 25015 h 5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429" h="54828">
                  <a:moveTo>
                    <a:pt x="45659" y="25015"/>
                  </a:moveTo>
                  <a:lnTo>
                    <a:pt x="63090" y="7850"/>
                  </a:lnTo>
                  <a:cubicBezTo>
                    <a:pt x="66121" y="6986"/>
                    <a:pt x="69405" y="6986"/>
                    <a:pt x="74837" y="6986"/>
                  </a:cubicBezTo>
                  <a:lnTo>
                    <a:pt x="74837" y="71"/>
                  </a:lnTo>
                  <a:cubicBezTo>
                    <a:pt x="70795" y="441"/>
                    <a:pt x="66627" y="565"/>
                    <a:pt x="62585" y="565"/>
                  </a:cubicBezTo>
                  <a:cubicBezTo>
                    <a:pt x="58290" y="565"/>
                    <a:pt x="49574" y="194"/>
                    <a:pt x="48564" y="71"/>
                  </a:cubicBezTo>
                  <a:lnTo>
                    <a:pt x="48564" y="6986"/>
                  </a:lnTo>
                  <a:cubicBezTo>
                    <a:pt x="50206" y="6986"/>
                    <a:pt x="51090" y="7233"/>
                    <a:pt x="51974" y="7727"/>
                  </a:cubicBezTo>
                  <a:lnTo>
                    <a:pt x="40101" y="19458"/>
                  </a:lnTo>
                  <a:lnTo>
                    <a:pt x="27848" y="6986"/>
                  </a:lnTo>
                  <a:lnTo>
                    <a:pt x="31259" y="6986"/>
                  </a:lnTo>
                  <a:lnTo>
                    <a:pt x="31259" y="71"/>
                  </a:lnTo>
                  <a:cubicBezTo>
                    <a:pt x="30501" y="71"/>
                    <a:pt x="20522" y="565"/>
                    <a:pt x="15217" y="565"/>
                  </a:cubicBezTo>
                  <a:cubicBezTo>
                    <a:pt x="10417" y="565"/>
                    <a:pt x="5744" y="441"/>
                    <a:pt x="944" y="71"/>
                  </a:cubicBezTo>
                  <a:lnTo>
                    <a:pt x="944" y="6986"/>
                  </a:lnTo>
                  <a:lnTo>
                    <a:pt x="10417" y="6986"/>
                  </a:lnTo>
                  <a:lnTo>
                    <a:pt x="31133" y="28103"/>
                  </a:lnTo>
                  <a:lnTo>
                    <a:pt x="12944" y="46008"/>
                  </a:lnTo>
                  <a:cubicBezTo>
                    <a:pt x="11302" y="47490"/>
                    <a:pt x="11175" y="47614"/>
                    <a:pt x="7260" y="47861"/>
                  </a:cubicBezTo>
                  <a:cubicBezTo>
                    <a:pt x="5239" y="47984"/>
                    <a:pt x="818" y="47984"/>
                    <a:pt x="186" y="47984"/>
                  </a:cubicBezTo>
                  <a:lnTo>
                    <a:pt x="186" y="54900"/>
                  </a:lnTo>
                  <a:cubicBezTo>
                    <a:pt x="4228" y="54529"/>
                    <a:pt x="8396" y="54406"/>
                    <a:pt x="12438" y="54406"/>
                  </a:cubicBezTo>
                  <a:cubicBezTo>
                    <a:pt x="15849" y="54406"/>
                    <a:pt x="24817" y="54776"/>
                    <a:pt x="26459" y="54900"/>
                  </a:cubicBezTo>
                  <a:lnTo>
                    <a:pt x="26459" y="47984"/>
                  </a:lnTo>
                  <a:cubicBezTo>
                    <a:pt x="24438" y="47984"/>
                    <a:pt x="23933" y="47737"/>
                    <a:pt x="23049" y="47120"/>
                  </a:cubicBezTo>
                  <a:lnTo>
                    <a:pt x="36690" y="33783"/>
                  </a:lnTo>
                  <a:lnTo>
                    <a:pt x="50711" y="47984"/>
                  </a:lnTo>
                  <a:lnTo>
                    <a:pt x="47427" y="47984"/>
                  </a:lnTo>
                  <a:lnTo>
                    <a:pt x="47427" y="54900"/>
                  </a:lnTo>
                  <a:cubicBezTo>
                    <a:pt x="47553" y="54900"/>
                    <a:pt x="57658" y="54406"/>
                    <a:pt x="63469" y="54406"/>
                  </a:cubicBezTo>
                  <a:cubicBezTo>
                    <a:pt x="68142" y="54406"/>
                    <a:pt x="72942" y="54529"/>
                    <a:pt x="77616" y="54900"/>
                  </a:cubicBezTo>
                  <a:lnTo>
                    <a:pt x="77616" y="47984"/>
                  </a:lnTo>
                  <a:lnTo>
                    <a:pt x="68269" y="47984"/>
                  </a:lnTo>
                  <a:lnTo>
                    <a:pt x="45659" y="25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 name="Freeform: Shape 58">
              <a:extLst>
                <a:ext uri="{FF2B5EF4-FFF2-40B4-BE49-F238E27FC236}">
                  <a16:creationId xmlns:a16="http://schemas.microsoft.com/office/drawing/2014/main" id="{678A9FB5-0203-3BF0-F5A4-EB9A944B6AA0}"/>
                </a:ext>
              </a:extLst>
            </p:cNvPr>
            <p:cNvSpPr/>
            <p:nvPr>
              <p:custDataLst>
                <p:tags r:id="rId76"/>
              </p:custDataLst>
            </p:nvPr>
          </p:nvSpPr>
          <p:spPr>
            <a:xfrm>
              <a:off x="9826100" y="6684909"/>
              <a:ext cx="24991" cy="45955"/>
            </a:xfrm>
            <a:custGeom>
              <a:avLst/>
              <a:gdLst>
                <a:gd name="connsiteX0" fmla="*/ 24280 w 24991"/>
                <a:gd name="connsiteY0" fmla="*/ 8359 h 45955"/>
                <a:gd name="connsiteX1" fmla="*/ 25183 w 24991"/>
                <a:gd name="connsiteY1" fmla="*/ 5272 h 45955"/>
                <a:gd name="connsiteX2" fmla="*/ 19589 w 24991"/>
                <a:gd name="connsiteY2" fmla="*/ 68 h 45955"/>
                <a:gd name="connsiteX3" fmla="*/ 14446 w 24991"/>
                <a:gd name="connsiteY3" fmla="*/ 4125 h 45955"/>
                <a:gd name="connsiteX4" fmla="*/ 552 w 24991"/>
                <a:gd name="connsiteY4" fmla="*/ 42318 h 45955"/>
                <a:gd name="connsiteX5" fmla="*/ 191 w 24991"/>
                <a:gd name="connsiteY5" fmla="*/ 43730 h 45955"/>
                <a:gd name="connsiteX6" fmla="*/ 4070 w 24991"/>
                <a:gd name="connsiteY6" fmla="*/ 46023 h 45955"/>
                <a:gd name="connsiteX7" fmla="*/ 5604 w 24991"/>
                <a:gd name="connsiteY7" fmla="*/ 44524 h 45955"/>
                <a:gd name="connsiteX8" fmla="*/ 24280 w 24991"/>
                <a:gd name="connsiteY8" fmla="*/ 8359 h 4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91" h="45955">
                  <a:moveTo>
                    <a:pt x="24280" y="8359"/>
                  </a:moveTo>
                  <a:cubicBezTo>
                    <a:pt x="24371" y="8271"/>
                    <a:pt x="25183" y="6595"/>
                    <a:pt x="25183" y="5272"/>
                  </a:cubicBezTo>
                  <a:cubicBezTo>
                    <a:pt x="25183" y="2096"/>
                    <a:pt x="22295" y="68"/>
                    <a:pt x="19589" y="68"/>
                  </a:cubicBezTo>
                  <a:cubicBezTo>
                    <a:pt x="15890" y="68"/>
                    <a:pt x="14897" y="2802"/>
                    <a:pt x="14446" y="4125"/>
                  </a:cubicBezTo>
                  <a:lnTo>
                    <a:pt x="552" y="42318"/>
                  </a:lnTo>
                  <a:cubicBezTo>
                    <a:pt x="191" y="43377"/>
                    <a:pt x="191" y="43641"/>
                    <a:pt x="191" y="43730"/>
                  </a:cubicBezTo>
                  <a:cubicBezTo>
                    <a:pt x="191" y="45141"/>
                    <a:pt x="3980" y="46023"/>
                    <a:pt x="4070" y="46023"/>
                  </a:cubicBezTo>
                  <a:cubicBezTo>
                    <a:pt x="4882" y="46023"/>
                    <a:pt x="5063" y="45582"/>
                    <a:pt x="5604" y="44524"/>
                  </a:cubicBezTo>
                  <a:lnTo>
                    <a:pt x="24280" y="83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 name="Freeform: Shape 59">
              <a:extLst>
                <a:ext uri="{FF2B5EF4-FFF2-40B4-BE49-F238E27FC236}">
                  <a16:creationId xmlns:a16="http://schemas.microsoft.com/office/drawing/2014/main" id="{DA3E7890-9C87-03F0-7B5A-9A5422852017}"/>
                </a:ext>
              </a:extLst>
            </p:cNvPr>
            <p:cNvSpPr/>
            <p:nvPr>
              <p:custDataLst>
                <p:tags r:id="rId77"/>
              </p:custDataLst>
            </p:nvPr>
          </p:nvSpPr>
          <p:spPr>
            <a:xfrm>
              <a:off x="9869170" y="6700765"/>
              <a:ext cx="88292" cy="110645"/>
            </a:xfrm>
            <a:custGeom>
              <a:avLst/>
              <a:gdLst>
                <a:gd name="connsiteX0" fmla="*/ 8404 w 88292"/>
                <a:gd name="connsiteY0" fmla="*/ 108000 h 110645"/>
                <a:gd name="connsiteX1" fmla="*/ 16109 w 88292"/>
                <a:gd name="connsiteY1" fmla="*/ 77498 h 110645"/>
                <a:gd name="connsiteX2" fmla="*/ 44782 w 88292"/>
                <a:gd name="connsiteY2" fmla="*/ 88365 h 110645"/>
                <a:gd name="connsiteX3" fmla="*/ 87476 w 88292"/>
                <a:gd name="connsiteY3" fmla="*/ 54035 h 110645"/>
                <a:gd name="connsiteX4" fmla="*/ 78886 w 88292"/>
                <a:gd name="connsiteY4" fmla="*/ 37241 h 110645"/>
                <a:gd name="connsiteX5" fmla="*/ 88486 w 88292"/>
                <a:gd name="connsiteY5" fmla="*/ 17606 h 110645"/>
                <a:gd name="connsiteX6" fmla="*/ 66002 w 88292"/>
                <a:gd name="connsiteY6" fmla="*/ 71 h 110645"/>
                <a:gd name="connsiteX7" fmla="*/ 19772 w 88292"/>
                <a:gd name="connsiteY7" fmla="*/ 31684 h 110645"/>
                <a:gd name="connsiteX8" fmla="*/ 699 w 88292"/>
                <a:gd name="connsiteY8" fmla="*/ 106394 h 110645"/>
                <a:gd name="connsiteX9" fmla="*/ 193 w 88292"/>
                <a:gd name="connsiteY9" fmla="*/ 108494 h 110645"/>
                <a:gd name="connsiteX10" fmla="*/ 4235 w 88292"/>
                <a:gd name="connsiteY10" fmla="*/ 110717 h 110645"/>
                <a:gd name="connsiteX11" fmla="*/ 8404 w 88292"/>
                <a:gd name="connsiteY11" fmla="*/ 108000 h 110645"/>
                <a:gd name="connsiteX12" fmla="*/ 47940 w 88292"/>
                <a:gd name="connsiteY12" fmla="*/ 38846 h 110645"/>
                <a:gd name="connsiteX13" fmla="*/ 56403 w 88292"/>
                <a:gd name="connsiteY13" fmla="*/ 37611 h 110645"/>
                <a:gd name="connsiteX14" fmla="*/ 62339 w 88292"/>
                <a:gd name="connsiteY14" fmla="*/ 38105 h 110645"/>
                <a:gd name="connsiteX15" fmla="*/ 54634 w 88292"/>
                <a:gd name="connsiteY15" fmla="*/ 39587 h 110645"/>
                <a:gd name="connsiteX16" fmla="*/ 47940 w 88292"/>
                <a:gd name="connsiteY16" fmla="*/ 38846 h 110645"/>
                <a:gd name="connsiteX17" fmla="*/ 68402 w 88292"/>
                <a:gd name="connsiteY17" fmla="*/ 32919 h 110645"/>
                <a:gd name="connsiteX18" fmla="*/ 56782 w 88292"/>
                <a:gd name="connsiteY18" fmla="*/ 31931 h 110645"/>
                <a:gd name="connsiteX19" fmla="*/ 39856 w 88292"/>
                <a:gd name="connsiteY19" fmla="*/ 39340 h 110645"/>
                <a:gd name="connsiteX20" fmla="*/ 54382 w 88292"/>
                <a:gd name="connsiteY20" fmla="*/ 45267 h 110645"/>
                <a:gd name="connsiteX21" fmla="*/ 69918 w 88292"/>
                <a:gd name="connsiteY21" fmla="*/ 42674 h 110645"/>
                <a:gd name="connsiteX22" fmla="*/ 71434 w 88292"/>
                <a:gd name="connsiteY22" fmla="*/ 49219 h 110645"/>
                <a:gd name="connsiteX23" fmla="*/ 63981 w 88292"/>
                <a:gd name="connsiteY23" fmla="*/ 73670 h 110645"/>
                <a:gd name="connsiteX24" fmla="*/ 44656 w 88292"/>
                <a:gd name="connsiteY24" fmla="*/ 82685 h 110645"/>
                <a:gd name="connsiteX25" fmla="*/ 19898 w 88292"/>
                <a:gd name="connsiteY25" fmla="*/ 65149 h 110645"/>
                <a:gd name="connsiteX26" fmla="*/ 22172 w 88292"/>
                <a:gd name="connsiteY26" fmla="*/ 54159 h 110645"/>
                <a:gd name="connsiteX27" fmla="*/ 27098 w 88292"/>
                <a:gd name="connsiteY27" fmla="*/ 34524 h 110645"/>
                <a:gd name="connsiteX28" fmla="*/ 40487 w 88292"/>
                <a:gd name="connsiteY28" fmla="*/ 14395 h 110645"/>
                <a:gd name="connsiteX29" fmla="*/ 65371 w 88292"/>
                <a:gd name="connsiteY29" fmla="*/ 5751 h 110645"/>
                <a:gd name="connsiteX30" fmla="*/ 73960 w 88292"/>
                <a:gd name="connsiteY30" fmla="*/ 13160 h 110645"/>
                <a:gd name="connsiteX31" fmla="*/ 68402 w 88292"/>
                <a:gd name="connsiteY31" fmla="*/ 32919 h 1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292" h="110645">
                  <a:moveTo>
                    <a:pt x="8404" y="108000"/>
                  </a:moveTo>
                  <a:lnTo>
                    <a:pt x="16109" y="77498"/>
                  </a:lnTo>
                  <a:cubicBezTo>
                    <a:pt x="18509" y="80585"/>
                    <a:pt x="26972" y="88365"/>
                    <a:pt x="44782" y="88365"/>
                  </a:cubicBezTo>
                  <a:cubicBezTo>
                    <a:pt x="73076" y="88365"/>
                    <a:pt x="87476" y="69595"/>
                    <a:pt x="87476" y="54035"/>
                  </a:cubicBezTo>
                  <a:cubicBezTo>
                    <a:pt x="87476" y="46873"/>
                    <a:pt x="84570" y="41192"/>
                    <a:pt x="78886" y="37241"/>
                  </a:cubicBezTo>
                  <a:cubicBezTo>
                    <a:pt x="84444" y="32795"/>
                    <a:pt x="88486" y="24892"/>
                    <a:pt x="88486" y="17606"/>
                  </a:cubicBezTo>
                  <a:cubicBezTo>
                    <a:pt x="88486" y="7603"/>
                    <a:pt x="81160" y="71"/>
                    <a:pt x="66002" y="71"/>
                  </a:cubicBezTo>
                  <a:cubicBezTo>
                    <a:pt x="47308" y="71"/>
                    <a:pt x="24824" y="11679"/>
                    <a:pt x="19772" y="31684"/>
                  </a:cubicBezTo>
                  <a:lnTo>
                    <a:pt x="699" y="106394"/>
                  </a:lnTo>
                  <a:cubicBezTo>
                    <a:pt x="193" y="108123"/>
                    <a:pt x="193" y="108370"/>
                    <a:pt x="193" y="108494"/>
                  </a:cubicBezTo>
                  <a:cubicBezTo>
                    <a:pt x="193" y="110717"/>
                    <a:pt x="2341" y="110717"/>
                    <a:pt x="4235" y="110717"/>
                  </a:cubicBezTo>
                  <a:cubicBezTo>
                    <a:pt x="6762" y="110717"/>
                    <a:pt x="7772" y="110717"/>
                    <a:pt x="8404" y="108000"/>
                  </a:cubicBezTo>
                  <a:close/>
                  <a:moveTo>
                    <a:pt x="47940" y="38846"/>
                  </a:moveTo>
                  <a:cubicBezTo>
                    <a:pt x="49582" y="38105"/>
                    <a:pt x="50719" y="37611"/>
                    <a:pt x="56403" y="37611"/>
                  </a:cubicBezTo>
                  <a:cubicBezTo>
                    <a:pt x="58424" y="37611"/>
                    <a:pt x="60066" y="37611"/>
                    <a:pt x="62339" y="38105"/>
                  </a:cubicBezTo>
                  <a:cubicBezTo>
                    <a:pt x="59560" y="39587"/>
                    <a:pt x="56908" y="39587"/>
                    <a:pt x="54634" y="39587"/>
                  </a:cubicBezTo>
                  <a:cubicBezTo>
                    <a:pt x="50845" y="39587"/>
                    <a:pt x="50466" y="39463"/>
                    <a:pt x="47940" y="38846"/>
                  </a:cubicBezTo>
                  <a:close/>
                  <a:moveTo>
                    <a:pt x="68402" y="32919"/>
                  </a:moveTo>
                  <a:cubicBezTo>
                    <a:pt x="63602" y="31931"/>
                    <a:pt x="59308" y="31931"/>
                    <a:pt x="56782" y="31931"/>
                  </a:cubicBezTo>
                  <a:cubicBezTo>
                    <a:pt x="51350" y="31931"/>
                    <a:pt x="39856" y="31931"/>
                    <a:pt x="39856" y="39340"/>
                  </a:cubicBezTo>
                  <a:cubicBezTo>
                    <a:pt x="39856" y="45144"/>
                    <a:pt x="48192" y="45267"/>
                    <a:pt x="54382" y="45267"/>
                  </a:cubicBezTo>
                  <a:cubicBezTo>
                    <a:pt x="58045" y="45267"/>
                    <a:pt x="63224" y="45267"/>
                    <a:pt x="69918" y="42674"/>
                  </a:cubicBezTo>
                  <a:cubicBezTo>
                    <a:pt x="71055" y="44403"/>
                    <a:pt x="71434" y="46996"/>
                    <a:pt x="71434" y="49219"/>
                  </a:cubicBezTo>
                  <a:cubicBezTo>
                    <a:pt x="71434" y="53541"/>
                    <a:pt x="68781" y="67125"/>
                    <a:pt x="63981" y="73670"/>
                  </a:cubicBezTo>
                  <a:cubicBezTo>
                    <a:pt x="59434" y="79721"/>
                    <a:pt x="52487" y="82685"/>
                    <a:pt x="44656" y="82685"/>
                  </a:cubicBezTo>
                  <a:cubicBezTo>
                    <a:pt x="33919" y="82685"/>
                    <a:pt x="19898" y="77868"/>
                    <a:pt x="19898" y="65149"/>
                  </a:cubicBezTo>
                  <a:cubicBezTo>
                    <a:pt x="19898" y="62803"/>
                    <a:pt x="21161" y="57740"/>
                    <a:pt x="22172" y="54159"/>
                  </a:cubicBezTo>
                  <a:cubicBezTo>
                    <a:pt x="22803" y="51442"/>
                    <a:pt x="26845" y="35635"/>
                    <a:pt x="27098" y="34524"/>
                  </a:cubicBezTo>
                  <a:cubicBezTo>
                    <a:pt x="28235" y="30202"/>
                    <a:pt x="30382" y="21805"/>
                    <a:pt x="40487" y="14395"/>
                  </a:cubicBezTo>
                  <a:cubicBezTo>
                    <a:pt x="50845" y="6739"/>
                    <a:pt x="60824" y="5751"/>
                    <a:pt x="65371" y="5751"/>
                  </a:cubicBezTo>
                  <a:cubicBezTo>
                    <a:pt x="73960" y="5751"/>
                    <a:pt x="73960" y="11185"/>
                    <a:pt x="73960" y="13160"/>
                  </a:cubicBezTo>
                  <a:cubicBezTo>
                    <a:pt x="73960" y="16124"/>
                    <a:pt x="71687" y="27362"/>
                    <a:pt x="68402" y="3291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 name="Freeform: Shape 60">
              <a:extLst>
                <a:ext uri="{FF2B5EF4-FFF2-40B4-BE49-F238E27FC236}">
                  <a16:creationId xmlns:a16="http://schemas.microsoft.com/office/drawing/2014/main" id="{E3AAF291-B722-42EC-5394-AD6F5026AE28}"/>
                </a:ext>
              </a:extLst>
            </p:cNvPr>
            <p:cNvSpPr/>
            <p:nvPr>
              <p:custDataLst>
                <p:tags r:id="rId78"/>
              </p:custDataLst>
            </p:nvPr>
          </p:nvSpPr>
          <p:spPr>
            <a:xfrm>
              <a:off x="9972865" y="6694837"/>
              <a:ext cx="32715" cy="123365"/>
            </a:xfrm>
            <a:custGeom>
              <a:avLst/>
              <a:gdLst>
                <a:gd name="connsiteX0" fmla="*/ 2599 w 32715"/>
                <a:gd name="connsiteY0" fmla="*/ 71 h 123365"/>
                <a:gd name="connsiteX1" fmla="*/ 199 w 32715"/>
                <a:gd name="connsiteY1" fmla="*/ 1552 h 123365"/>
                <a:gd name="connsiteX2" fmla="*/ 1336 w 32715"/>
                <a:gd name="connsiteY2" fmla="*/ 3405 h 123365"/>
                <a:gd name="connsiteX3" fmla="*/ 24325 w 32715"/>
                <a:gd name="connsiteY3" fmla="*/ 61691 h 123365"/>
                <a:gd name="connsiteX4" fmla="*/ 2472 w 32715"/>
                <a:gd name="connsiteY4" fmla="*/ 119114 h 123365"/>
                <a:gd name="connsiteX5" fmla="*/ 199 w 32715"/>
                <a:gd name="connsiteY5" fmla="*/ 121954 h 123365"/>
                <a:gd name="connsiteX6" fmla="*/ 1841 w 32715"/>
                <a:gd name="connsiteY6" fmla="*/ 123436 h 123365"/>
                <a:gd name="connsiteX7" fmla="*/ 23693 w 32715"/>
                <a:gd name="connsiteY7" fmla="*/ 99849 h 123365"/>
                <a:gd name="connsiteX8" fmla="*/ 32914 w 32715"/>
                <a:gd name="connsiteY8" fmla="*/ 61815 h 123365"/>
                <a:gd name="connsiteX9" fmla="*/ 2599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599" y="71"/>
                  </a:moveTo>
                  <a:cubicBezTo>
                    <a:pt x="1715" y="71"/>
                    <a:pt x="199" y="71"/>
                    <a:pt x="199" y="1552"/>
                  </a:cubicBezTo>
                  <a:cubicBezTo>
                    <a:pt x="199" y="2170"/>
                    <a:pt x="578" y="2540"/>
                    <a:pt x="1336" y="3405"/>
                  </a:cubicBezTo>
                  <a:cubicBezTo>
                    <a:pt x="12199" y="13160"/>
                    <a:pt x="24325" y="29831"/>
                    <a:pt x="24325" y="61691"/>
                  </a:cubicBezTo>
                  <a:cubicBezTo>
                    <a:pt x="24325" y="87501"/>
                    <a:pt x="16114" y="107012"/>
                    <a:pt x="2472" y="119114"/>
                  </a:cubicBezTo>
                  <a:cubicBezTo>
                    <a:pt x="325" y="121213"/>
                    <a:pt x="199" y="121337"/>
                    <a:pt x="199" y="121954"/>
                  </a:cubicBezTo>
                  <a:cubicBezTo>
                    <a:pt x="199" y="122571"/>
                    <a:pt x="578" y="123436"/>
                    <a:pt x="1841" y="123436"/>
                  </a:cubicBezTo>
                  <a:cubicBezTo>
                    <a:pt x="3357" y="123436"/>
                    <a:pt x="15356" y="115286"/>
                    <a:pt x="23693" y="99849"/>
                  </a:cubicBezTo>
                  <a:cubicBezTo>
                    <a:pt x="29251" y="89600"/>
                    <a:pt x="32914" y="76263"/>
                    <a:pt x="32914" y="61815"/>
                  </a:cubicBezTo>
                  <a:cubicBezTo>
                    <a:pt x="32914" y="44403"/>
                    <a:pt x="27609" y="17359"/>
                    <a:pt x="2599"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 name="Freeform: Shape 61">
              <a:extLst>
                <a:ext uri="{FF2B5EF4-FFF2-40B4-BE49-F238E27FC236}">
                  <a16:creationId xmlns:a16="http://schemas.microsoft.com/office/drawing/2014/main" id="{B0811D23-2D54-4DCB-D2BD-3E2959FFC169}"/>
                </a:ext>
              </a:extLst>
            </p:cNvPr>
            <p:cNvSpPr/>
            <p:nvPr>
              <p:custDataLst>
                <p:tags r:id="rId79"/>
              </p:custDataLst>
            </p:nvPr>
          </p:nvSpPr>
          <p:spPr>
            <a:xfrm>
              <a:off x="10094409" y="6812662"/>
              <a:ext cx="110253" cy="7056"/>
            </a:xfrm>
            <a:custGeom>
              <a:avLst/>
              <a:gdLst>
                <a:gd name="connsiteX0" fmla="*/ 104143 w 110253"/>
                <a:gd name="connsiteY0" fmla="*/ 7131 h 7056"/>
                <a:gd name="connsiteX1" fmla="*/ 110458 w 110253"/>
                <a:gd name="connsiteY1" fmla="*/ 3603 h 7056"/>
                <a:gd name="connsiteX2" fmla="*/ 104143 w 110253"/>
                <a:gd name="connsiteY2" fmla="*/ 75 h 7056"/>
                <a:gd name="connsiteX3" fmla="*/ 6521 w 110253"/>
                <a:gd name="connsiteY3" fmla="*/ 75 h 7056"/>
                <a:gd name="connsiteX4" fmla="*/ 205 w 110253"/>
                <a:gd name="connsiteY4" fmla="*/ 3603 h 7056"/>
                <a:gd name="connsiteX5" fmla="*/ 6521 w 110253"/>
                <a:gd name="connsiteY5" fmla="*/ 7131 h 7056"/>
                <a:gd name="connsiteX6" fmla="*/ 104143 w 110253"/>
                <a:gd name="connsiteY6" fmla="*/ 7131 h 7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253" h="7056">
                  <a:moveTo>
                    <a:pt x="104143" y="7131"/>
                  </a:moveTo>
                  <a:cubicBezTo>
                    <a:pt x="107210" y="7131"/>
                    <a:pt x="110458" y="7131"/>
                    <a:pt x="110458" y="3603"/>
                  </a:cubicBezTo>
                  <a:cubicBezTo>
                    <a:pt x="110458" y="75"/>
                    <a:pt x="107210" y="75"/>
                    <a:pt x="104143" y="75"/>
                  </a:cubicBezTo>
                  <a:lnTo>
                    <a:pt x="6521" y="75"/>
                  </a:lnTo>
                  <a:cubicBezTo>
                    <a:pt x="3453" y="75"/>
                    <a:pt x="205" y="75"/>
                    <a:pt x="205" y="3603"/>
                  </a:cubicBezTo>
                  <a:cubicBezTo>
                    <a:pt x="205" y="7131"/>
                    <a:pt x="3453" y="7131"/>
                    <a:pt x="6521" y="7131"/>
                  </a:cubicBezTo>
                  <a:lnTo>
                    <a:pt x="104143" y="713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 name="Freeform: Shape 62">
              <a:extLst>
                <a:ext uri="{FF2B5EF4-FFF2-40B4-BE49-F238E27FC236}">
                  <a16:creationId xmlns:a16="http://schemas.microsoft.com/office/drawing/2014/main" id="{970D1CC2-CF7C-2504-EF0D-46C65C15A078}"/>
                </a:ext>
              </a:extLst>
            </p:cNvPr>
            <p:cNvSpPr/>
            <p:nvPr>
              <p:custDataLst>
                <p:tags r:id="rId80"/>
              </p:custDataLst>
            </p:nvPr>
          </p:nvSpPr>
          <p:spPr>
            <a:xfrm>
              <a:off x="10199631" y="6770146"/>
              <a:ext cx="160236" cy="92087"/>
            </a:xfrm>
            <a:custGeom>
              <a:avLst/>
              <a:gdLst>
                <a:gd name="connsiteX0" fmla="*/ 140779 w 160236"/>
                <a:gd name="connsiteY0" fmla="*/ 49647 h 92087"/>
                <a:gd name="connsiteX1" fmla="*/ 124539 w 160236"/>
                <a:gd name="connsiteY1" fmla="*/ 66582 h 92087"/>
                <a:gd name="connsiteX2" fmla="*/ 114976 w 160236"/>
                <a:gd name="connsiteY2" fmla="*/ 90045 h 92087"/>
                <a:gd name="connsiteX3" fmla="*/ 118584 w 160236"/>
                <a:gd name="connsiteY3" fmla="*/ 92162 h 92087"/>
                <a:gd name="connsiteX4" fmla="*/ 122554 w 160236"/>
                <a:gd name="connsiteY4" fmla="*/ 88634 h 92087"/>
                <a:gd name="connsiteX5" fmla="*/ 157741 w 160236"/>
                <a:gd name="connsiteY5" fmla="*/ 48412 h 92087"/>
                <a:gd name="connsiteX6" fmla="*/ 160448 w 160236"/>
                <a:gd name="connsiteY6" fmla="*/ 46118 h 92087"/>
                <a:gd name="connsiteX7" fmla="*/ 159005 w 160236"/>
                <a:gd name="connsiteY7" fmla="*/ 44178 h 92087"/>
                <a:gd name="connsiteX8" fmla="*/ 122374 w 160236"/>
                <a:gd name="connsiteY8" fmla="*/ 2721 h 92087"/>
                <a:gd name="connsiteX9" fmla="*/ 118584 w 160236"/>
                <a:gd name="connsiteY9" fmla="*/ 75 h 92087"/>
                <a:gd name="connsiteX10" fmla="*/ 114976 w 160236"/>
                <a:gd name="connsiteY10" fmla="*/ 2192 h 92087"/>
                <a:gd name="connsiteX11" fmla="*/ 124178 w 160236"/>
                <a:gd name="connsiteY11" fmla="*/ 25478 h 92087"/>
                <a:gd name="connsiteX12" fmla="*/ 140779 w 160236"/>
                <a:gd name="connsiteY12" fmla="*/ 42590 h 92087"/>
                <a:gd name="connsiteX13" fmla="*/ 6707 w 160236"/>
                <a:gd name="connsiteY13" fmla="*/ 42590 h 92087"/>
                <a:gd name="connsiteX14" fmla="*/ 211 w 160236"/>
                <a:gd name="connsiteY14" fmla="*/ 46118 h 92087"/>
                <a:gd name="connsiteX15" fmla="*/ 6707 w 160236"/>
                <a:gd name="connsiteY15" fmla="*/ 49647 h 92087"/>
                <a:gd name="connsiteX16" fmla="*/ 140779 w 160236"/>
                <a:gd name="connsiteY16" fmla="*/ 49647 h 92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236" h="92087">
                  <a:moveTo>
                    <a:pt x="140779" y="49647"/>
                  </a:moveTo>
                  <a:cubicBezTo>
                    <a:pt x="130855" y="57056"/>
                    <a:pt x="125983" y="64289"/>
                    <a:pt x="124539" y="66582"/>
                  </a:cubicBezTo>
                  <a:cubicBezTo>
                    <a:pt x="116419" y="78755"/>
                    <a:pt x="114976" y="89869"/>
                    <a:pt x="114976" y="90045"/>
                  </a:cubicBezTo>
                  <a:cubicBezTo>
                    <a:pt x="114976" y="92162"/>
                    <a:pt x="117141" y="92162"/>
                    <a:pt x="118584" y="92162"/>
                  </a:cubicBezTo>
                  <a:cubicBezTo>
                    <a:pt x="121652" y="92162"/>
                    <a:pt x="121833" y="91809"/>
                    <a:pt x="122554" y="88634"/>
                  </a:cubicBezTo>
                  <a:cubicBezTo>
                    <a:pt x="126705" y="71345"/>
                    <a:pt x="137351" y="56527"/>
                    <a:pt x="157741" y="48412"/>
                  </a:cubicBezTo>
                  <a:cubicBezTo>
                    <a:pt x="159907" y="47706"/>
                    <a:pt x="160448" y="47353"/>
                    <a:pt x="160448" y="46118"/>
                  </a:cubicBezTo>
                  <a:cubicBezTo>
                    <a:pt x="160448" y="44883"/>
                    <a:pt x="159365" y="44354"/>
                    <a:pt x="159005" y="44178"/>
                  </a:cubicBezTo>
                  <a:cubicBezTo>
                    <a:pt x="151065" y="41179"/>
                    <a:pt x="129231" y="32358"/>
                    <a:pt x="122374" y="2721"/>
                  </a:cubicBezTo>
                  <a:cubicBezTo>
                    <a:pt x="121833" y="604"/>
                    <a:pt x="121652" y="75"/>
                    <a:pt x="118584" y="75"/>
                  </a:cubicBezTo>
                  <a:cubicBezTo>
                    <a:pt x="117141" y="75"/>
                    <a:pt x="114976" y="75"/>
                    <a:pt x="114976" y="2192"/>
                  </a:cubicBezTo>
                  <a:cubicBezTo>
                    <a:pt x="114976" y="2544"/>
                    <a:pt x="116600" y="13658"/>
                    <a:pt x="124178" y="25478"/>
                  </a:cubicBezTo>
                  <a:cubicBezTo>
                    <a:pt x="127787" y="30770"/>
                    <a:pt x="133020" y="36945"/>
                    <a:pt x="140779" y="42590"/>
                  </a:cubicBezTo>
                  <a:lnTo>
                    <a:pt x="6707" y="42590"/>
                  </a:lnTo>
                  <a:cubicBezTo>
                    <a:pt x="3459" y="42590"/>
                    <a:pt x="211" y="42590"/>
                    <a:pt x="211" y="46118"/>
                  </a:cubicBezTo>
                  <a:cubicBezTo>
                    <a:pt x="211" y="49647"/>
                    <a:pt x="3459" y="49647"/>
                    <a:pt x="6707" y="49647"/>
                  </a:cubicBezTo>
                  <a:lnTo>
                    <a:pt x="140779" y="4964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 name="Freeform: Shape 63">
              <a:extLst>
                <a:ext uri="{FF2B5EF4-FFF2-40B4-BE49-F238E27FC236}">
                  <a16:creationId xmlns:a16="http://schemas.microsoft.com/office/drawing/2014/main" id="{1346FFD8-F109-211C-BF9A-A840AAD24D7F}"/>
                </a:ext>
              </a:extLst>
            </p:cNvPr>
            <p:cNvSpPr/>
            <p:nvPr>
              <p:custDataLst>
                <p:tags r:id="rId81"/>
              </p:custDataLst>
            </p:nvPr>
          </p:nvSpPr>
          <p:spPr>
            <a:xfrm>
              <a:off x="10428577" y="6782319"/>
              <a:ext cx="69291" cy="79914"/>
            </a:xfrm>
            <a:custGeom>
              <a:avLst/>
              <a:gdLst>
                <a:gd name="connsiteX0" fmla="*/ 25667 w 69291"/>
                <a:gd name="connsiteY0" fmla="*/ 37298 h 79914"/>
                <a:gd name="connsiteX1" fmla="*/ 53275 w 69291"/>
                <a:gd name="connsiteY1" fmla="*/ 33240 h 79914"/>
                <a:gd name="connsiteX2" fmla="*/ 66809 w 69291"/>
                <a:gd name="connsiteY2" fmla="*/ 15070 h 79914"/>
                <a:gd name="connsiteX3" fmla="*/ 47501 w 69291"/>
                <a:gd name="connsiteY3" fmla="*/ 75 h 79914"/>
                <a:gd name="connsiteX4" fmla="*/ 224 w 69291"/>
                <a:gd name="connsiteY4" fmla="*/ 48059 h 79914"/>
                <a:gd name="connsiteX5" fmla="*/ 28554 w 69291"/>
                <a:gd name="connsiteY5" fmla="*/ 79990 h 79914"/>
                <a:gd name="connsiteX6" fmla="*/ 69516 w 69291"/>
                <a:gd name="connsiteY6" fmla="*/ 59173 h 79914"/>
                <a:gd name="connsiteX7" fmla="*/ 67350 w 69291"/>
                <a:gd name="connsiteY7" fmla="*/ 56880 h 79914"/>
                <a:gd name="connsiteX8" fmla="*/ 65004 w 69291"/>
                <a:gd name="connsiteY8" fmla="*/ 58644 h 79914"/>
                <a:gd name="connsiteX9" fmla="*/ 28915 w 69291"/>
                <a:gd name="connsiteY9" fmla="*/ 76108 h 79914"/>
                <a:gd name="connsiteX10" fmla="*/ 13216 w 69291"/>
                <a:gd name="connsiteY10" fmla="*/ 55645 h 79914"/>
                <a:gd name="connsiteX11" fmla="*/ 16103 w 69291"/>
                <a:gd name="connsiteY11" fmla="*/ 37298 h 79914"/>
                <a:gd name="connsiteX12" fmla="*/ 25667 w 69291"/>
                <a:gd name="connsiteY12" fmla="*/ 37298 h 79914"/>
                <a:gd name="connsiteX13" fmla="*/ 17186 w 69291"/>
                <a:gd name="connsiteY13" fmla="*/ 33417 h 79914"/>
                <a:gd name="connsiteX14" fmla="*/ 47501 w 69291"/>
                <a:gd name="connsiteY14" fmla="*/ 3956 h 79914"/>
                <a:gd name="connsiteX15" fmla="*/ 60854 w 69291"/>
                <a:gd name="connsiteY15" fmla="*/ 15070 h 79914"/>
                <a:gd name="connsiteX16" fmla="*/ 24584 w 69291"/>
                <a:gd name="connsiteY16" fmla="*/ 33417 h 79914"/>
                <a:gd name="connsiteX17" fmla="*/ 17186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667" y="37298"/>
                  </a:moveTo>
                  <a:cubicBezTo>
                    <a:pt x="30900" y="37298"/>
                    <a:pt x="44253" y="36945"/>
                    <a:pt x="53275" y="33240"/>
                  </a:cubicBezTo>
                  <a:cubicBezTo>
                    <a:pt x="65907" y="27948"/>
                    <a:pt x="66809" y="17540"/>
                    <a:pt x="66809" y="15070"/>
                  </a:cubicBezTo>
                  <a:cubicBezTo>
                    <a:pt x="66809" y="7308"/>
                    <a:pt x="59952" y="75"/>
                    <a:pt x="47501" y="75"/>
                  </a:cubicBezTo>
                  <a:cubicBezTo>
                    <a:pt x="27472" y="75"/>
                    <a:pt x="224" y="17187"/>
                    <a:pt x="224" y="48059"/>
                  </a:cubicBezTo>
                  <a:cubicBezTo>
                    <a:pt x="224" y="66053"/>
                    <a:pt x="10870" y="79990"/>
                    <a:pt x="28554" y="79990"/>
                  </a:cubicBezTo>
                  <a:cubicBezTo>
                    <a:pt x="54358" y="79990"/>
                    <a:pt x="69516" y="61290"/>
                    <a:pt x="69516" y="59173"/>
                  </a:cubicBezTo>
                  <a:cubicBezTo>
                    <a:pt x="69516" y="58114"/>
                    <a:pt x="68433" y="56880"/>
                    <a:pt x="67350" y="56880"/>
                  </a:cubicBezTo>
                  <a:cubicBezTo>
                    <a:pt x="66448" y="56880"/>
                    <a:pt x="66087" y="57232"/>
                    <a:pt x="65004" y="58644"/>
                  </a:cubicBezTo>
                  <a:cubicBezTo>
                    <a:pt x="50749" y="76108"/>
                    <a:pt x="31080" y="76108"/>
                    <a:pt x="28915" y="76108"/>
                  </a:cubicBezTo>
                  <a:cubicBezTo>
                    <a:pt x="14840" y="76108"/>
                    <a:pt x="13216" y="61290"/>
                    <a:pt x="13216" y="55645"/>
                  </a:cubicBezTo>
                  <a:cubicBezTo>
                    <a:pt x="13216" y="53528"/>
                    <a:pt x="13397" y="48059"/>
                    <a:pt x="16103" y="37298"/>
                  </a:cubicBezTo>
                  <a:lnTo>
                    <a:pt x="25667" y="37298"/>
                  </a:lnTo>
                  <a:close/>
                  <a:moveTo>
                    <a:pt x="17186" y="33417"/>
                  </a:moveTo>
                  <a:cubicBezTo>
                    <a:pt x="24223" y="6602"/>
                    <a:pt x="42810" y="3956"/>
                    <a:pt x="47501" y="3956"/>
                  </a:cubicBezTo>
                  <a:cubicBezTo>
                    <a:pt x="55982" y="3956"/>
                    <a:pt x="60854" y="9072"/>
                    <a:pt x="60854" y="15070"/>
                  </a:cubicBezTo>
                  <a:cubicBezTo>
                    <a:pt x="60854" y="33417"/>
                    <a:pt x="31983" y="33417"/>
                    <a:pt x="24584" y="33417"/>
                  </a:cubicBezTo>
                  <a:lnTo>
                    <a:pt x="17186"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5" name="Freeform: Shape 64">
              <a:extLst>
                <a:ext uri="{FF2B5EF4-FFF2-40B4-BE49-F238E27FC236}">
                  <a16:creationId xmlns:a16="http://schemas.microsoft.com/office/drawing/2014/main" id="{54FC2F13-D347-4CAD-B277-38734BDEAFB8}"/>
                </a:ext>
              </a:extLst>
            </p:cNvPr>
            <p:cNvSpPr/>
            <p:nvPr>
              <p:custDataLst>
                <p:tags r:id="rId82"/>
              </p:custDataLst>
            </p:nvPr>
          </p:nvSpPr>
          <p:spPr>
            <a:xfrm>
              <a:off x="10518823" y="6694837"/>
              <a:ext cx="32841" cy="123365"/>
            </a:xfrm>
            <a:custGeom>
              <a:avLst/>
              <a:gdLst>
                <a:gd name="connsiteX0" fmla="*/ 30544 w 32841"/>
                <a:gd name="connsiteY0" fmla="*/ 71 h 123365"/>
                <a:gd name="connsiteX1" fmla="*/ 229 w 32841"/>
                <a:gd name="connsiteY1" fmla="*/ 61691 h 123365"/>
                <a:gd name="connsiteX2" fmla="*/ 30544 w 32841"/>
                <a:gd name="connsiteY2" fmla="*/ 123436 h 123365"/>
                <a:gd name="connsiteX3" fmla="*/ 33070 w 32841"/>
                <a:gd name="connsiteY3" fmla="*/ 121954 h 123365"/>
                <a:gd name="connsiteX4" fmla="*/ 31807 w 32841"/>
                <a:gd name="connsiteY4" fmla="*/ 120102 h 123365"/>
                <a:gd name="connsiteX5" fmla="*/ 8818 w 32841"/>
                <a:gd name="connsiteY5" fmla="*/ 61815 h 123365"/>
                <a:gd name="connsiteX6" fmla="*/ 32186 w 32841"/>
                <a:gd name="connsiteY6" fmla="*/ 3034 h 123365"/>
                <a:gd name="connsiteX7" fmla="*/ 33070 w 32841"/>
                <a:gd name="connsiteY7" fmla="*/ 1552 h 123365"/>
                <a:gd name="connsiteX8" fmla="*/ 30544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544" y="71"/>
                  </a:moveTo>
                  <a:cubicBezTo>
                    <a:pt x="6544" y="16618"/>
                    <a:pt x="229" y="42798"/>
                    <a:pt x="229" y="61691"/>
                  </a:cubicBezTo>
                  <a:cubicBezTo>
                    <a:pt x="229" y="79103"/>
                    <a:pt x="5534" y="106147"/>
                    <a:pt x="30544" y="123436"/>
                  </a:cubicBezTo>
                  <a:cubicBezTo>
                    <a:pt x="31554" y="123436"/>
                    <a:pt x="33070" y="123436"/>
                    <a:pt x="33070" y="121954"/>
                  </a:cubicBezTo>
                  <a:cubicBezTo>
                    <a:pt x="33070" y="121213"/>
                    <a:pt x="32691" y="120966"/>
                    <a:pt x="31807" y="120102"/>
                  </a:cubicBezTo>
                  <a:cubicBezTo>
                    <a:pt x="15007" y="105283"/>
                    <a:pt x="8818" y="84290"/>
                    <a:pt x="8818" y="61815"/>
                  </a:cubicBezTo>
                  <a:cubicBezTo>
                    <a:pt x="8818" y="28473"/>
                    <a:pt x="21828" y="12172"/>
                    <a:pt x="32186" y="3034"/>
                  </a:cubicBezTo>
                  <a:cubicBezTo>
                    <a:pt x="32691" y="2540"/>
                    <a:pt x="33070" y="2170"/>
                    <a:pt x="33070" y="1552"/>
                  </a:cubicBezTo>
                  <a:cubicBezTo>
                    <a:pt x="33070" y="71"/>
                    <a:pt x="31554" y="71"/>
                    <a:pt x="30544"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 name="Freeform: Shape 65">
              <a:extLst>
                <a:ext uri="{FF2B5EF4-FFF2-40B4-BE49-F238E27FC236}">
                  <a16:creationId xmlns:a16="http://schemas.microsoft.com/office/drawing/2014/main" id="{CF3B6F80-746B-38B1-A97B-B4CF52BCB3B3}"/>
                </a:ext>
              </a:extLst>
            </p:cNvPr>
            <p:cNvSpPr/>
            <p:nvPr>
              <p:custDataLst>
                <p:tags r:id="rId83"/>
              </p:custDataLst>
            </p:nvPr>
          </p:nvSpPr>
          <p:spPr>
            <a:xfrm>
              <a:off x="10565108" y="6732625"/>
              <a:ext cx="77429" cy="54828"/>
            </a:xfrm>
            <a:custGeom>
              <a:avLst/>
              <a:gdLst>
                <a:gd name="connsiteX0" fmla="*/ 45704 w 77429"/>
                <a:gd name="connsiteY0" fmla="*/ 25015 h 54828"/>
                <a:gd name="connsiteX1" fmla="*/ 63136 w 77429"/>
                <a:gd name="connsiteY1" fmla="*/ 7850 h 54828"/>
                <a:gd name="connsiteX2" fmla="*/ 74883 w 77429"/>
                <a:gd name="connsiteY2" fmla="*/ 6986 h 54828"/>
                <a:gd name="connsiteX3" fmla="*/ 74883 w 77429"/>
                <a:gd name="connsiteY3" fmla="*/ 71 h 54828"/>
                <a:gd name="connsiteX4" fmla="*/ 62630 w 77429"/>
                <a:gd name="connsiteY4" fmla="*/ 565 h 54828"/>
                <a:gd name="connsiteX5" fmla="*/ 48610 w 77429"/>
                <a:gd name="connsiteY5" fmla="*/ 71 h 54828"/>
                <a:gd name="connsiteX6" fmla="*/ 48610 w 77429"/>
                <a:gd name="connsiteY6" fmla="*/ 6986 h 54828"/>
                <a:gd name="connsiteX7" fmla="*/ 52020 w 77429"/>
                <a:gd name="connsiteY7" fmla="*/ 7727 h 54828"/>
                <a:gd name="connsiteX8" fmla="*/ 40147 w 77429"/>
                <a:gd name="connsiteY8" fmla="*/ 19458 h 54828"/>
                <a:gd name="connsiteX9" fmla="*/ 27894 w 77429"/>
                <a:gd name="connsiteY9" fmla="*/ 6986 h 54828"/>
                <a:gd name="connsiteX10" fmla="*/ 31305 w 77429"/>
                <a:gd name="connsiteY10" fmla="*/ 6986 h 54828"/>
                <a:gd name="connsiteX11" fmla="*/ 31305 w 77429"/>
                <a:gd name="connsiteY11" fmla="*/ 71 h 54828"/>
                <a:gd name="connsiteX12" fmla="*/ 15263 w 77429"/>
                <a:gd name="connsiteY12" fmla="*/ 565 h 54828"/>
                <a:gd name="connsiteX13" fmla="*/ 990 w 77429"/>
                <a:gd name="connsiteY13" fmla="*/ 71 h 54828"/>
                <a:gd name="connsiteX14" fmla="*/ 990 w 77429"/>
                <a:gd name="connsiteY14" fmla="*/ 6986 h 54828"/>
                <a:gd name="connsiteX15" fmla="*/ 10463 w 77429"/>
                <a:gd name="connsiteY15" fmla="*/ 6986 h 54828"/>
                <a:gd name="connsiteX16" fmla="*/ 31178 w 77429"/>
                <a:gd name="connsiteY16" fmla="*/ 28103 h 54828"/>
                <a:gd name="connsiteX17" fmla="*/ 12989 w 77429"/>
                <a:gd name="connsiteY17" fmla="*/ 46008 h 54828"/>
                <a:gd name="connsiteX18" fmla="*/ 7305 w 77429"/>
                <a:gd name="connsiteY18" fmla="*/ 47861 h 54828"/>
                <a:gd name="connsiteX19" fmla="*/ 232 w 77429"/>
                <a:gd name="connsiteY19" fmla="*/ 47984 h 54828"/>
                <a:gd name="connsiteX20" fmla="*/ 232 w 77429"/>
                <a:gd name="connsiteY20" fmla="*/ 54900 h 54828"/>
                <a:gd name="connsiteX21" fmla="*/ 12484 w 77429"/>
                <a:gd name="connsiteY21" fmla="*/ 54406 h 54828"/>
                <a:gd name="connsiteX22" fmla="*/ 26505 w 77429"/>
                <a:gd name="connsiteY22" fmla="*/ 54900 h 54828"/>
                <a:gd name="connsiteX23" fmla="*/ 26505 w 77429"/>
                <a:gd name="connsiteY23" fmla="*/ 47984 h 54828"/>
                <a:gd name="connsiteX24" fmla="*/ 23094 w 77429"/>
                <a:gd name="connsiteY24" fmla="*/ 47120 h 54828"/>
                <a:gd name="connsiteX25" fmla="*/ 36736 w 77429"/>
                <a:gd name="connsiteY25" fmla="*/ 33783 h 54828"/>
                <a:gd name="connsiteX26" fmla="*/ 50757 w 77429"/>
                <a:gd name="connsiteY26" fmla="*/ 47984 h 54828"/>
                <a:gd name="connsiteX27" fmla="*/ 47473 w 77429"/>
                <a:gd name="connsiteY27" fmla="*/ 47984 h 54828"/>
                <a:gd name="connsiteX28" fmla="*/ 47473 w 77429"/>
                <a:gd name="connsiteY28" fmla="*/ 54900 h 54828"/>
                <a:gd name="connsiteX29" fmla="*/ 63515 w 77429"/>
                <a:gd name="connsiteY29" fmla="*/ 54406 h 54828"/>
                <a:gd name="connsiteX30" fmla="*/ 77662 w 77429"/>
                <a:gd name="connsiteY30" fmla="*/ 54900 h 54828"/>
                <a:gd name="connsiteX31" fmla="*/ 77662 w 77429"/>
                <a:gd name="connsiteY31" fmla="*/ 47984 h 54828"/>
                <a:gd name="connsiteX32" fmla="*/ 68314 w 77429"/>
                <a:gd name="connsiteY32" fmla="*/ 47984 h 54828"/>
                <a:gd name="connsiteX33" fmla="*/ 45704 w 77429"/>
                <a:gd name="connsiteY33" fmla="*/ 25015 h 5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429" h="54828">
                  <a:moveTo>
                    <a:pt x="45704" y="25015"/>
                  </a:moveTo>
                  <a:lnTo>
                    <a:pt x="63136" y="7850"/>
                  </a:lnTo>
                  <a:cubicBezTo>
                    <a:pt x="66167" y="6986"/>
                    <a:pt x="69451" y="6986"/>
                    <a:pt x="74883" y="6986"/>
                  </a:cubicBezTo>
                  <a:lnTo>
                    <a:pt x="74883" y="71"/>
                  </a:lnTo>
                  <a:cubicBezTo>
                    <a:pt x="70841" y="441"/>
                    <a:pt x="66672" y="565"/>
                    <a:pt x="62630" y="565"/>
                  </a:cubicBezTo>
                  <a:cubicBezTo>
                    <a:pt x="58336" y="565"/>
                    <a:pt x="49620" y="194"/>
                    <a:pt x="48610" y="71"/>
                  </a:cubicBezTo>
                  <a:lnTo>
                    <a:pt x="48610" y="6986"/>
                  </a:lnTo>
                  <a:cubicBezTo>
                    <a:pt x="50252" y="6986"/>
                    <a:pt x="51136" y="7233"/>
                    <a:pt x="52020" y="7727"/>
                  </a:cubicBezTo>
                  <a:lnTo>
                    <a:pt x="40147" y="19458"/>
                  </a:lnTo>
                  <a:lnTo>
                    <a:pt x="27894" y="6986"/>
                  </a:lnTo>
                  <a:lnTo>
                    <a:pt x="31305" y="6986"/>
                  </a:lnTo>
                  <a:lnTo>
                    <a:pt x="31305" y="71"/>
                  </a:lnTo>
                  <a:cubicBezTo>
                    <a:pt x="30547" y="71"/>
                    <a:pt x="20568" y="565"/>
                    <a:pt x="15263" y="565"/>
                  </a:cubicBezTo>
                  <a:cubicBezTo>
                    <a:pt x="10463" y="565"/>
                    <a:pt x="5790" y="441"/>
                    <a:pt x="990" y="71"/>
                  </a:cubicBezTo>
                  <a:lnTo>
                    <a:pt x="990" y="6986"/>
                  </a:lnTo>
                  <a:lnTo>
                    <a:pt x="10463" y="6986"/>
                  </a:lnTo>
                  <a:lnTo>
                    <a:pt x="31178" y="28103"/>
                  </a:lnTo>
                  <a:lnTo>
                    <a:pt x="12989" y="46008"/>
                  </a:lnTo>
                  <a:cubicBezTo>
                    <a:pt x="11347" y="47490"/>
                    <a:pt x="11221" y="47614"/>
                    <a:pt x="7305" y="47861"/>
                  </a:cubicBezTo>
                  <a:cubicBezTo>
                    <a:pt x="5284" y="47984"/>
                    <a:pt x="863" y="47984"/>
                    <a:pt x="232" y="47984"/>
                  </a:cubicBezTo>
                  <a:lnTo>
                    <a:pt x="232" y="54900"/>
                  </a:lnTo>
                  <a:cubicBezTo>
                    <a:pt x="4274" y="54529"/>
                    <a:pt x="8442" y="54406"/>
                    <a:pt x="12484" y="54406"/>
                  </a:cubicBezTo>
                  <a:cubicBezTo>
                    <a:pt x="15895" y="54406"/>
                    <a:pt x="24863" y="54776"/>
                    <a:pt x="26505" y="54900"/>
                  </a:cubicBezTo>
                  <a:lnTo>
                    <a:pt x="26505" y="47984"/>
                  </a:lnTo>
                  <a:cubicBezTo>
                    <a:pt x="24484" y="47984"/>
                    <a:pt x="23979" y="47737"/>
                    <a:pt x="23094" y="47120"/>
                  </a:cubicBezTo>
                  <a:lnTo>
                    <a:pt x="36736" y="33783"/>
                  </a:lnTo>
                  <a:lnTo>
                    <a:pt x="50757" y="47984"/>
                  </a:lnTo>
                  <a:lnTo>
                    <a:pt x="47473" y="47984"/>
                  </a:lnTo>
                  <a:lnTo>
                    <a:pt x="47473" y="54900"/>
                  </a:lnTo>
                  <a:cubicBezTo>
                    <a:pt x="47599" y="54900"/>
                    <a:pt x="57704" y="54406"/>
                    <a:pt x="63515" y="54406"/>
                  </a:cubicBezTo>
                  <a:cubicBezTo>
                    <a:pt x="68188" y="54406"/>
                    <a:pt x="72988" y="54529"/>
                    <a:pt x="77662" y="54900"/>
                  </a:cubicBezTo>
                  <a:lnTo>
                    <a:pt x="77662" y="47984"/>
                  </a:lnTo>
                  <a:lnTo>
                    <a:pt x="68314" y="47984"/>
                  </a:lnTo>
                  <a:lnTo>
                    <a:pt x="45704" y="25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7" name="Freeform: Shape 66">
              <a:extLst>
                <a:ext uri="{FF2B5EF4-FFF2-40B4-BE49-F238E27FC236}">
                  <a16:creationId xmlns:a16="http://schemas.microsoft.com/office/drawing/2014/main" id="{ACA45434-778E-4347-2ABC-3A6E2456A454}"/>
                </a:ext>
              </a:extLst>
            </p:cNvPr>
            <p:cNvSpPr/>
            <p:nvPr>
              <p:custDataLst>
                <p:tags r:id="rId84"/>
              </p:custDataLst>
            </p:nvPr>
          </p:nvSpPr>
          <p:spPr>
            <a:xfrm>
              <a:off x="10655316" y="6684909"/>
              <a:ext cx="24991" cy="45955"/>
            </a:xfrm>
            <a:custGeom>
              <a:avLst/>
              <a:gdLst>
                <a:gd name="connsiteX0" fmla="*/ 24326 w 24991"/>
                <a:gd name="connsiteY0" fmla="*/ 8359 h 45955"/>
                <a:gd name="connsiteX1" fmla="*/ 25228 w 24991"/>
                <a:gd name="connsiteY1" fmla="*/ 5272 h 45955"/>
                <a:gd name="connsiteX2" fmla="*/ 19635 w 24991"/>
                <a:gd name="connsiteY2" fmla="*/ 68 h 45955"/>
                <a:gd name="connsiteX3" fmla="*/ 14492 w 24991"/>
                <a:gd name="connsiteY3" fmla="*/ 4125 h 45955"/>
                <a:gd name="connsiteX4" fmla="*/ 597 w 24991"/>
                <a:gd name="connsiteY4" fmla="*/ 42318 h 45955"/>
                <a:gd name="connsiteX5" fmla="*/ 237 w 24991"/>
                <a:gd name="connsiteY5" fmla="*/ 43730 h 45955"/>
                <a:gd name="connsiteX6" fmla="*/ 4116 w 24991"/>
                <a:gd name="connsiteY6" fmla="*/ 46023 h 45955"/>
                <a:gd name="connsiteX7" fmla="*/ 5650 w 24991"/>
                <a:gd name="connsiteY7" fmla="*/ 44524 h 45955"/>
                <a:gd name="connsiteX8" fmla="*/ 24326 w 24991"/>
                <a:gd name="connsiteY8" fmla="*/ 8359 h 4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91" h="45955">
                  <a:moveTo>
                    <a:pt x="24326" y="8359"/>
                  </a:moveTo>
                  <a:cubicBezTo>
                    <a:pt x="24416" y="8271"/>
                    <a:pt x="25228" y="6595"/>
                    <a:pt x="25228" y="5272"/>
                  </a:cubicBezTo>
                  <a:cubicBezTo>
                    <a:pt x="25228" y="2096"/>
                    <a:pt x="22341" y="68"/>
                    <a:pt x="19635" y="68"/>
                  </a:cubicBezTo>
                  <a:cubicBezTo>
                    <a:pt x="15935" y="68"/>
                    <a:pt x="14943" y="2802"/>
                    <a:pt x="14492" y="4125"/>
                  </a:cubicBezTo>
                  <a:lnTo>
                    <a:pt x="597" y="42318"/>
                  </a:lnTo>
                  <a:cubicBezTo>
                    <a:pt x="237" y="43377"/>
                    <a:pt x="237" y="43641"/>
                    <a:pt x="237" y="43730"/>
                  </a:cubicBezTo>
                  <a:cubicBezTo>
                    <a:pt x="237" y="45141"/>
                    <a:pt x="4026" y="46023"/>
                    <a:pt x="4116" y="46023"/>
                  </a:cubicBezTo>
                  <a:cubicBezTo>
                    <a:pt x="4928" y="46023"/>
                    <a:pt x="5109" y="45582"/>
                    <a:pt x="5650" y="44524"/>
                  </a:cubicBezTo>
                  <a:lnTo>
                    <a:pt x="24326" y="83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8" name="Freeform: Shape 67">
              <a:extLst>
                <a:ext uri="{FF2B5EF4-FFF2-40B4-BE49-F238E27FC236}">
                  <a16:creationId xmlns:a16="http://schemas.microsoft.com/office/drawing/2014/main" id="{667643AE-A10B-09DB-DEB3-7D3B7F627AC4}"/>
                </a:ext>
              </a:extLst>
            </p:cNvPr>
            <p:cNvSpPr/>
            <p:nvPr>
              <p:custDataLst>
                <p:tags r:id="rId85"/>
              </p:custDataLst>
            </p:nvPr>
          </p:nvSpPr>
          <p:spPr>
            <a:xfrm>
              <a:off x="10698387" y="6700765"/>
              <a:ext cx="88292" cy="110645"/>
            </a:xfrm>
            <a:custGeom>
              <a:avLst/>
              <a:gdLst>
                <a:gd name="connsiteX0" fmla="*/ 8450 w 88292"/>
                <a:gd name="connsiteY0" fmla="*/ 108000 h 110645"/>
                <a:gd name="connsiteX1" fmla="*/ 16155 w 88292"/>
                <a:gd name="connsiteY1" fmla="*/ 77498 h 110645"/>
                <a:gd name="connsiteX2" fmla="*/ 44828 w 88292"/>
                <a:gd name="connsiteY2" fmla="*/ 88365 h 110645"/>
                <a:gd name="connsiteX3" fmla="*/ 87521 w 88292"/>
                <a:gd name="connsiteY3" fmla="*/ 54035 h 110645"/>
                <a:gd name="connsiteX4" fmla="*/ 78932 w 88292"/>
                <a:gd name="connsiteY4" fmla="*/ 37241 h 110645"/>
                <a:gd name="connsiteX5" fmla="*/ 88532 w 88292"/>
                <a:gd name="connsiteY5" fmla="*/ 17606 h 110645"/>
                <a:gd name="connsiteX6" fmla="*/ 66048 w 88292"/>
                <a:gd name="connsiteY6" fmla="*/ 71 h 110645"/>
                <a:gd name="connsiteX7" fmla="*/ 19818 w 88292"/>
                <a:gd name="connsiteY7" fmla="*/ 31684 h 110645"/>
                <a:gd name="connsiteX8" fmla="*/ 744 w 88292"/>
                <a:gd name="connsiteY8" fmla="*/ 106394 h 110645"/>
                <a:gd name="connsiteX9" fmla="*/ 239 w 88292"/>
                <a:gd name="connsiteY9" fmla="*/ 108494 h 110645"/>
                <a:gd name="connsiteX10" fmla="*/ 4281 w 88292"/>
                <a:gd name="connsiteY10" fmla="*/ 110717 h 110645"/>
                <a:gd name="connsiteX11" fmla="*/ 8450 w 88292"/>
                <a:gd name="connsiteY11" fmla="*/ 108000 h 110645"/>
                <a:gd name="connsiteX12" fmla="*/ 47985 w 88292"/>
                <a:gd name="connsiteY12" fmla="*/ 38846 h 110645"/>
                <a:gd name="connsiteX13" fmla="*/ 56448 w 88292"/>
                <a:gd name="connsiteY13" fmla="*/ 37611 h 110645"/>
                <a:gd name="connsiteX14" fmla="*/ 62385 w 88292"/>
                <a:gd name="connsiteY14" fmla="*/ 38105 h 110645"/>
                <a:gd name="connsiteX15" fmla="*/ 54680 w 88292"/>
                <a:gd name="connsiteY15" fmla="*/ 39587 h 110645"/>
                <a:gd name="connsiteX16" fmla="*/ 47985 w 88292"/>
                <a:gd name="connsiteY16" fmla="*/ 38846 h 110645"/>
                <a:gd name="connsiteX17" fmla="*/ 68448 w 88292"/>
                <a:gd name="connsiteY17" fmla="*/ 32919 h 110645"/>
                <a:gd name="connsiteX18" fmla="*/ 56827 w 88292"/>
                <a:gd name="connsiteY18" fmla="*/ 31931 h 110645"/>
                <a:gd name="connsiteX19" fmla="*/ 39901 w 88292"/>
                <a:gd name="connsiteY19" fmla="*/ 39340 h 110645"/>
                <a:gd name="connsiteX20" fmla="*/ 54427 w 88292"/>
                <a:gd name="connsiteY20" fmla="*/ 45267 h 110645"/>
                <a:gd name="connsiteX21" fmla="*/ 69964 w 88292"/>
                <a:gd name="connsiteY21" fmla="*/ 42674 h 110645"/>
                <a:gd name="connsiteX22" fmla="*/ 71480 w 88292"/>
                <a:gd name="connsiteY22" fmla="*/ 49219 h 110645"/>
                <a:gd name="connsiteX23" fmla="*/ 64027 w 88292"/>
                <a:gd name="connsiteY23" fmla="*/ 73670 h 110645"/>
                <a:gd name="connsiteX24" fmla="*/ 44701 w 88292"/>
                <a:gd name="connsiteY24" fmla="*/ 82685 h 110645"/>
                <a:gd name="connsiteX25" fmla="*/ 19944 w 88292"/>
                <a:gd name="connsiteY25" fmla="*/ 65149 h 110645"/>
                <a:gd name="connsiteX26" fmla="*/ 22218 w 88292"/>
                <a:gd name="connsiteY26" fmla="*/ 54159 h 110645"/>
                <a:gd name="connsiteX27" fmla="*/ 27144 w 88292"/>
                <a:gd name="connsiteY27" fmla="*/ 34524 h 110645"/>
                <a:gd name="connsiteX28" fmla="*/ 40533 w 88292"/>
                <a:gd name="connsiteY28" fmla="*/ 14395 h 110645"/>
                <a:gd name="connsiteX29" fmla="*/ 65417 w 88292"/>
                <a:gd name="connsiteY29" fmla="*/ 5751 h 110645"/>
                <a:gd name="connsiteX30" fmla="*/ 74006 w 88292"/>
                <a:gd name="connsiteY30" fmla="*/ 13160 h 110645"/>
                <a:gd name="connsiteX31" fmla="*/ 68448 w 88292"/>
                <a:gd name="connsiteY31" fmla="*/ 32919 h 1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292" h="110645">
                  <a:moveTo>
                    <a:pt x="8450" y="108000"/>
                  </a:moveTo>
                  <a:lnTo>
                    <a:pt x="16155" y="77498"/>
                  </a:lnTo>
                  <a:cubicBezTo>
                    <a:pt x="18555" y="80585"/>
                    <a:pt x="27018" y="88365"/>
                    <a:pt x="44828" y="88365"/>
                  </a:cubicBezTo>
                  <a:cubicBezTo>
                    <a:pt x="73122" y="88365"/>
                    <a:pt x="87521" y="69595"/>
                    <a:pt x="87521" y="54035"/>
                  </a:cubicBezTo>
                  <a:cubicBezTo>
                    <a:pt x="87521" y="46873"/>
                    <a:pt x="84616" y="41192"/>
                    <a:pt x="78932" y="37241"/>
                  </a:cubicBezTo>
                  <a:cubicBezTo>
                    <a:pt x="84490" y="32795"/>
                    <a:pt x="88532" y="24892"/>
                    <a:pt x="88532" y="17606"/>
                  </a:cubicBezTo>
                  <a:cubicBezTo>
                    <a:pt x="88532" y="7603"/>
                    <a:pt x="81206" y="71"/>
                    <a:pt x="66048" y="71"/>
                  </a:cubicBezTo>
                  <a:cubicBezTo>
                    <a:pt x="47354" y="71"/>
                    <a:pt x="24870" y="11679"/>
                    <a:pt x="19818" y="31684"/>
                  </a:cubicBezTo>
                  <a:lnTo>
                    <a:pt x="744" y="106394"/>
                  </a:lnTo>
                  <a:cubicBezTo>
                    <a:pt x="239" y="108123"/>
                    <a:pt x="239" y="108370"/>
                    <a:pt x="239" y="108494"/>
                  </a:cubicBezTo>
                  <a:cubicBezTo>
                    <a:pt x="239" y="110717"/>
                    <a:pt x="2387" y="110717"/>
                    <a:pt x="4281" y="110717"/>
                  </a:cubicBezTo>
                  <a:cubicBezTo>
                    <a:pt x="6807" y="110717"/>
                    <a:pt x="7818" y="110717"/>
                    <a:pt x="8450" y="108000"/>
                  </a:cubicBezTo>
                  <a:close/>
                  <a:moveTo>
                    <a:pt x="47985" y="38846"/>
                  </a:moveTo>
                  <a:cubicBezTo>
                    <a:pt x="49628" y="38105"/>
                    <a:pt x="50764" y="37611"/>
                    <a:pt x="56448" y="37611"/>
                  </a:cubicBezTo>
                  <a:cubicBezTo>
                    <a:pt x="58469" y="37611"/>
                    <a:pt x="60112" y="37611"/>
                    <a:pt x="62385" y="38105"/>
                  </a:cubicBezTo>
                  <a:cubicBezTo>
                    <a:pt x="59606" y="39587"/>
                    <a:pt x="56954" y="39587"/>
                    <a:pt x="54680" y="39587"/>
                  </a:cubicBezTo>
                  <a:cubicBezTo>
                    <a:pt x="50891" y="39587"/>
                    <a:pt x="50512" y="39463"/>
                    <a:pt x="47985" y="38846"/>
                  </a:cubicBezTo>
                  <a:close/>
                  <a:moveTo>
                    <a:pt x="68448" y="32919"/>
                  </a:moveTo>
                  <a:cubicBezTo>
                    <a:pt x="63648" y="31931"/>
                    <a:pt x="59354" y="31931"/>
                    <a:pt x="56827" y="31931"/>
                  </a:cubicBezTo>
                  <a:cubicBezTo>
                    <a:pt x="51396" y="31931"/>
                    <a:pt x="39901" y="31931"/>
                    <a:pt x="39901" y="39340"/>
                  </a:cubicBezTo>
                  <a:cubicBezTo>
                    <a:pt x="39901" y="45144"/>
                    <a:pt x="48238" y="45267"/>
                    <a:pt x="54427" y="45267"/>
                  </a:cubicBezTo>
                  <a:cubicBezTo>
                    <a:pt x="58090" y="45267"/>
                    <a:pt x="63269" y="45267"/>
                    <a:pt x="69964" y="42674"/>
                  </a:cubicBezTo>
                  <a:cubicBezTo>
                    <a:pt x="71101" y="44403"/>
                    <a:pt x="71480" y="46996"/>
                    <a:pt x="71480" y="49219"/>
                  </a:cubicBezTo>
                  <a:cubicBezTo>
                    <a:pt x="71480" y="53541"/>
                    <a:pt x="68827" y="67125"/>
                    <a:pt x="64027" y="73670"/>
                  </a:cubicBezTo>
                  <a:cubicBezTo>
                    <a:pt x="59480" y="79721"/>
                    <a:pt x="52533" y="82685"/>
                    <a:pt x="44701" y="82685"/>
                  </a:cubicBezTo>
                  <a:cubicBezTo>
                    <a:pt x="33965" y="82685"/>
                    <a:pt x="19944" y="77868"/>
                    <a:pt x="19944" y="65149"/>
                  </a:cubicBezTo>
                  <a:cubicBezTo>
                    <a:pt x="19944" y="62803"/>
                    <a:pt x="21207" y="57740"/>
                    <a:pt x="22218" y="54159"/>
                  </a:cubicBezTo>
                  <a:cubicBezTo>
                    <a:pt x="22849" y="51442"/>
                    <a:pt x="26891" y="35635"/>
                    <a:pt x="27144" y="34524"/>
                  </a:cubicBezTo>
                  <a:cubicBezTo>
                    <a:pt x="28281" y="30202"/>
                    <a:pt x="30428" y="21805"/>
                    <a:pt x="40533" y="14395"/>
                  </a:cubicBezTo>
                  <a:cubicBezTo>
                    <a:pt x="50891" y="6739"/>
                    <a:pt x="60869" y="5751"/>
                    <a:pt x="65417" y="5751"/>
                  </a:cubicBezTo>
                  <a:cubicBezTo>
                    <a:pt x="74006" y="5751"/>
                    <a:pt x="74006" y="11185"/>
                    <a:pt x="74006" y="13160"/>
                  </a:cubicBezTo>
                  <a:cubicBezTo>
                    <a:pt x="74006" y="16124"/>
                    <a:pt x="71732" y="27362"/>
                    <a:pt x="68448" y="3291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9" name="Freeform: Shape 68">
              <a:extLst>
                <a:ext uri="{FF2B5EF4-FFF2-40B4-BE49-F238E27FC236}">
                  <a16:creationId xmlns:a16="http://schemas.microsoft.com/office/drawing/2014/main" id="{6CB7CB2C-C453-AD76-D296-0DA5094129C8}"/>
                </a:ext>
              </a:extLst>
            </p:cNvPr>
            <p:cNvSpPr/>
            <p:nvPr>
              <p:custDataLst>
                <p:tags r:id="rId86"/>
              </p:custDataLst>
            </p:nvPr>
          </p:nvSpPr>
          <p:spPr>
            <a:xfrm>
              <a:off x="10801955" y="6711014"/>
              <a:ext cx="92966" cy="91011"/>
            </a:xfrm>
            <a:custGeom>
              <a:avLst/>
              <a:gdLst>
                <a:gd name="connsiteX0" fmla="*/ 49886 w 92966"/>
                <a:gd name="connsiteY0" fmla="*/ 48602 h 91011"/>
                <a:gd name="connsiteX1" fmla="*/ 88537 w 92966"/>
                <a:gd name="connsiteY1" fmla="*/ 48602 h 91011"/>
                <a:gd name="connsiteX2" fmla="*/ 93211 w 92966"/>
                <a:gd name="connsiteY2" fmla="*/ 45638 h 91011"/>
                <a:gd name="connsiteX3" fmla="*/ 88537 w 92966"/>
                <a:gd name="connsiteY3" fmla="*/ 42551 h 91011"/>
                <a:gd name="connsiteX4" fmla="*/ 49886 w 92966"/>
                <a:gd name="connsiteY4" fmla="*/ 42551 h 91011"/>
                <a:gd name="connsiteX5" fmla="*/ 49886 w 92966"/>
                <a:gd name="connsiteY5" fmla="*/ 4640 h 91011"/>
                <a:gd name="connsiteX6" fmla="*/ 46854 w 92966"/>
                <a:gd name="connsiteY6" fmla="*/ 71 h 91011"/>
                <a:gd name="connsiteX7" fmla="*/ 43696 w 92966"/>
                <a:gd name="connsiteY7" fmla="*/ 4640 h 91011"/>
                <a:gd name="connsiteX8" fmla="*/ 43696 w 92966"/>
                <a:gd name="connsiteY8" fmla="*/ 42551 h 91011"/>
                <a:gd name="connsiteX9" fmla="*/ 4918 w 92966"/>
                <a:gd name="connsiteY9" fmla="*/ 42551 h 91011"/>
                <a:gd name="connsiteX10" fmla="*/ 245 w 92966"/>
                <a:gd name="connsiteY10" fmla="*/ 45514 h 91011"/>
                <a:gd name="connsiteX11" fmla="*/ 4918 w 92966"/>
                <a:gd name="connsiteY11" fmla="*/ 48602 h 91011"/>
                <a:gd name="connsiteX12" fmla="*/ 43696 w 92966"/>
                <a:gd name="connsiteY12" fmla="*/ 48602 h 91011"/>
                <a:gd name="connsiteX13" fmla="*/ 43696 w 92966"/>
                <a:gd name="connsiteY13" fmla="*/ 86513 h 91011"/>
                <a:gd name="connsiteX14" fmla="*/ 46728 w 92966"/>
                <a:gd name="connsiteY14" fmla="*/ 91082 h 91011"/>
                <a:gd name="connsiteX15" fmla="*/ 49886 w 92966"/>
                <a:gd name="connsiteY15" fmla="*/ 86513 h 91011"/>
                <a:gd name="connsiteX16" fmla="*/ 49886 w 92966"/>
                <a:gd name="connsiteY16" fmla="*/ 48602 h 91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966" h="91011">
                  <a:moveTo>
                    <a:pt x="49886" y="48602"/>
                  </a:moveTo>
                  <a:lnTo>
                    <a:pt x="88537" y="48602"/>
                  </a:lnTo>
                  <a:cubicBezTo>
                    <a:pt x="90179" y="48602"/>
                    <a:pt x="93211" y="48602"/>
                    <a:pt x="93211" y="45638"/>
                  </a:cubicBezTo>
                  <a:cubicBezTo>
                    <a:pt x="93211" y="42551"/>
                    <a:pt x="90306" y="42551"/>
                    <a:pt x="88537" y="42551"/>
                  </a:cubicBezTo>
                  <a:lnTo>
                    <a:pt x="49886" y="42551"/>
                  </a:lnTo>
                  <a:lnTo>
                    <a:pt x="49886" y="4640"/>
                  </a:lnTo>
                  <a:cubicBezTo>
                    <a:pt x="49886" y="3034"/>
                    <a:pt x="49886" y="71"/>
                    <a:pt x="46854" y="71"/>
                  </a:cubicBezTo>
                  <a:cubicBezTo>
                    <a:pt x="43696" y="71"/>
                    <a:pt x="43696" y="2911"/>
                    <a:pt x="43696" y="4640"/>
                  </a:cubicBezTo>
                  <a:lnTo>
                    <a:pt x="43696" y="42551"/>
                  </a:lnTo>
                  <a:lnTo>
                    <a:pt x="4918" y="42551"/>
                  </a:lnTo>
                  <a:cubicBezTo>
                    <a:pt x="3276" y="42551"/>
                    <a:pt x="245" y="42551"/>
                    <a:pt x="245" y="45514"/>
                  </a:cubicBezTo>
                  <a:cubicBezTo>
                    <a:pt x="245" y="48602"/>
                    <a:pt x="3150" y="48602"/>
                    <a:pt x="4918" y="48602"/>
                  </a:cubicBezTo>
                  <a:lnTo>
                    <a:pt x="43696" y="48602"/>
                  </a:lnTo>
                  <a:lnTo>
                    <a:pt x="43696" y="86513"/>
                  </a:lnTo>
                  <a:cubicBezTo>
                    <a:pt x="43696" y="88118"/>
                    <a:pt x="43696" y="91082"/>
                    <a:pt x="46728" y="91082"/>
                  </a:cubicBezTo>
                  <a:cubicBezTo>
                    <a:pt x="49886" y="91082"/>
                    <a:pt x="49886" y="88242"/>
                    <a:pt x="49886" y="86513"/>
                  </a:cubicBezTo>
                  <a:lnTo>
                    <a:pt x="49886" y="486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0" name="Freeform: Shape 69">
              <a:extLst>
                <a:ext uri="{FF2B5EF4-FFF2-40B4-BE49-F238E27FC236}">
                  <a16:creationId xmlns:a16="http://schemas.microsoft.com/office/drawing/2014/main" id="{A7EAB4E2-C6B1-F71B-332C-5E622CC24B41}"/>
                </a:ext>
              </a:extLst>
            </p:cNvPr>
            <p:cNvSpPr/>
            <p:nvPr>
              <p:custDataLst>
                <p:tags r:id="rId87"/>
              </p:custDataLst>
            </p:nvPr>
          </p:nvSpPr>
          <p:spPr>
            <a:xfrm>
              <a:off x="10910045" y="6700394"/>
              <a:ext cx="73799" cy="111016"/>
            </a:xfrm>
            <a:custGeom>
              <a:avLst/>
              <a:gdLst>
                <a:gd name="connsiteX0" fmla="*/ 74050 w 73799"/>
                <a:gd name="connsiteY0" fmla="*/ 17236 h 111016"/>
                <a:gd name="connsiteX1" fmla="*/ 53335 w 73799"/>
                <a:gd name="connsiteY1" fmla="*/ 71 h 111016"/>
                <a:gd name="connsiteX2" fmla="*/ 20115 w 73799"/>
                <a:gd name="connsiteY2" fmla="*/ 31807 h 111016"/>
                <a:gd name="connsiteX3" fmla="*/ 284 w 73799"/>
                <a:gd name="connsiteY3" fmla="*/ 109605 h 111016"/>
                <a:gd name="connsiteX4" fmla="*/ 2052 w 73799"/>
                <a:gd name="connsiteY4" fmla="*/ 111087 h 111016"/>
                <a:gd name="connsiteX5" fmla="*/ 4452 w 73799"/>
                <a:gd name="connsiteY5" fmla="*/ 110223 h 111016"/>
                <a:gd name="connsiteX6" fmla="*/ 12915 w 73799"/>
                <a:gd name="connsiteY6" fmla="*/ 77251 h 111016"/>
                <a:gd name="connsiteX7" fmla="*/ 31862 w 73799"/>
                <a:gd name="connsiteY7" fmla="*/ 88242 h 111016"/>
                <a:gd name="connsiteX8" fmla="*/ 69503 w 73799"/>
                <a:gd name="connsiteY8" fmla="*/ 56875 h 111016"/>
                <a:gd name="connsiteX9" fmla="*/ 59651 w 73799"/>
                <a:gd name="connsiteY9" fmla="*/ 38105 h 111016"/>
                <a:gd name="connsiteX10" fmla="*/ 74050 w 73799"/>
                <a:gd name="connsiteY10" fmla="*/ 17236 h 111016"/>
                <a:gd name="connsiteX11" fmla="*/ 49040 w 73799"/>
                <a:gd name="connsiteY11" fmla="*/ 37982 h 111016"/>
                <a:gd name="connsiteX12" fmla="*/ 42598 w 73799"/>
                <a:gd name="connsiteY12" fmla="*/ 38846 h 111016"/>
                <a:gd name="connsiteX13" fmla="*/ 36662 w 73799"/>
                <a:gd name="connsiteY13" fmla="*/ 38229 h 111016"/>
                <a:gd name="connsiteX14" fmla="*/ 42598 w 73799"/>
                <a:gd name="connsiteY14" fmla="*/ 37364 h 111016"/>
                <a:gd name="connsiteX15" fmla="*/ 49040 w 73799"/>
                <a:gd name="connsiteY15" fmla="*/ 37982 h 111016"/>
                <a:gd name="connsiteX16" fmla="*/ 65714 w 73799"/>
                <a:gd name="connsiteY16" fmla="*/ 15013 h 111016"/>
                <a:gd name="connsiteX17" fmla="*/ 54598 w 73799"/>
                <a:gd name="connsiteY17" fmla="*/ 35512 h 111016"/>
                <a:gd name="connsiteX18" fmla="*/ 42725 w 73799"/>
                <a:gd name="connsiteY18" fmla="*/ 33907 h 111016"/>
                <a:gd name="connsiteX19" fmla="*/ 31988 w 73799"/>
                <a:gd name="connsiteY19" fmla="*/ 38599 h 111016"/>
                <a:gd name="connsiteX20" fmla="*/ 42346 w 73799"/>
                <a:gd name="connsiteY20" fmla="*/ 42180 h 111016"/>
                <a:gd name="connsiteX21" fmla="*/ 54345 w 73799"/>
                <a:gd name="connsiteY21" fmla="*/ 40451 h 111016"/>
                <a:gd name="connsiteX22" fmla="*/ 60156 w 73799"/>
                <a:gd name="connsiteY22" fmla="*/ 53541 h 111016"/>
                <a:gd name="connsiteX23" fmla="*/ 32241 w 73799"/>
                <a:gd name="connsiteY23" fmla="*/ 84784 h 111016"/>
                <a:gd name="connsiteX24" fmla="*/ 15567 w 73799"/>
                <a:gd name="connsiteY24" fmla="*/ 69224 h 111016"/>
                <a:gd name="connsiteX25" fmla="*/ 15946 w 73799"/>
                <a:gd name="connsiteY25" fmla="*/ 65643 h 111016"/>
                <a:gd name="connsiteX26" fmla="*/ 24283 w 73799"/>
                <a:gd name="connsiteY26" fmla="*/ 32795 h 111016"/>
                <a:gd name="connsiteX27" fmla="*/ 53082 w 73799"/>
                <a:gd name="connsiteY27" fmla="*/ 3528 h 111016"/>
                <a:gd name="connsiteX28" fmla="*/ 65714 w 73799"/>
                <a:gd name="connsiteY28" fmla="*/ 15013 h 11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3799" h="111016">
                  <a:moveTo>
                    <a:pt x="74050" y="17236"/>
                  </a:moveTo>
                  <a:cubicBezTo>
                    <a:pt x="74050" y="6369"/>
                    <a:pt x="64450" y="71"/>
                    <a:pt x="53335" y="71"/>
                  </a:cubicBezTo>
                  <a:cubicBezTo>
                    <a:pt x="36030" y="71"/>
                    <a:pt x="23273" y="19335"/>
                    <a:pt x="20115" y="31807"/>
                  </a:cubicBezTo>
                  <a:lnTo>
                    <a:pt x="284" y="109605"/>
                  </a:lnTo>
                  <a:cubicBezTo>
                    <a:pt x="31" y="110470"/>
                    <a:pt x="1294" y="111087"/>
                    <a:pt x="2052" y="111087"/>
                  </a:cubicBezTo>
                  <a:cubicBezTo>
                    <a:pt x="3189" y="111087"/>
                    <a:pt x="4199" y="110963"/>
                    <a:pt x="4452" y="110223"/>
                  </a:cubicBezTo>
                  <a:lnTo>
                    <a:pt x="12915" y="77251"/>
                  </a:lnTo>
                  <a:cubicBezTo>
                    <a:pt x="15567" y="82932"/>
                    <a:pt x="21630" y="88242"/>
                    <a:pt x="31862" y="88242"/>
                  </a:cubicBezTo>
                  <a:cubicBezTo>
                    <a:pt x="49546" y="88242"/>
                    <a:pt x="69503" y="75769"/>
                    <a:pt x="69503" y="56875"/>
                  </a:cubicBezTo>
                  <a:cubicBezTo>
                    <a:pt x="69503" y="49590"/>
                    <a:pt x="66093" y="42180"/>
                    <a:pt x="59651" y="38105"/>
                  </a:cubicBezTo>
                  <a:cubicBezTo>
                    <a:pt x="65840" y="34277"/>
                    <a:pt x="74050" y="27238"/>
                    <a:pt x="74050" y="17236"/>
                  </a:cubicBezTo>
                  <a:close/>
                  <a:moveTo>
                    <a:pt x="49040" y="37982"/>
                  </a:moveTo>
                  <a:cubicBezTo>
                    <a:pt x="47146" y="38352"/>
                    <a:pt x="46261" y="38846"/>
                    <a:pt x="42598" y="38846"/>
                  </a:cubicBezTo>
                  <a:cubicBezTo>
                    <a:pt x="40577" y="38846"/>
                    <a:pt x="37546" y="38723"/>
                    <a:pt x="36662" y="38229"/>
                  </a:cubicBezTo>
                  <a:cubicBezTo>
                    <a:pt x="37925" y="37488"/>
                    <a:pt x="41462" y="37364"/>
                    <a:pt x="42598" y="37364"/>
                  </a:cubicBezTo>
                  <a:cubicBezTo>
                    <a:pt x="44493" y="37364"/>
                    <a:pt x="47272" y="37488"/>
                    <a:pt x="49040" y="37982"/>
                  </a:cubicBezTo>
                  <a:close/>
                  <a:moveTo>
                    <a:pt x="65714" y="15013"/>
                  </a:moveTo>
                  <a:cubicBezTo>
                    <a:pt x="65714" y="21558"/>
                    <a:pt x="62429" y="31190"/>
                    <a:pt x="54598" y="35512"/>
                  </a:cubicBezTo>
                  <a:cubicBezTo>
                    <a:pt x="52198" y="34771"/>
                    <a:pt x="49798" y="33907"/>
                    <a:pt x="42725" y="33907"/>
                  </a:cubicBezTo>
                  <a:cubicBezTo>
                    <a:pt x="38304" y="33907"/>
                    <a:pt x="31988" y="34153"/>
                    <a:pt x="31988" y="38599"/>
                  </a:cubicBezTo>
                  <a:cubicBezTo>
                    <a:pt x="31988" y="41686"/>
                    <a:pt x="35904" y="42180"/>
                    <a:pt x="42346" y="42180"/>
                  </a:cubicBezTo>
                  <a:cubicBezTo>
                    <a:pt x="46640" y="42180"/>
                    <a:pt x="50430" y="41563"/>
                    <a:pt x="54345" y="40451"/>
                  </a:cubicBezTo>
                  <a:cubicBezTo>
                    <a:pt x="58135" y="43045"/>
                    <a:pt x="60156" y="48108"/>
                    <a:pt x="60156" y="53541"/>
                  </a:cubicBezTo>
                  <a:cubicBezTo>
                    <a:pt x="60156" y="71447"/>
                    <a:pt x="47651" y="84784"/>
                    <a:pt x="32241" y="84784"/>
                  </a:cubicBezTo>
                  <a:cubicBezTo>
                    <a:pt x="22515" y="84784"/>
                    <a:pt x="15567" y="78980"/>
                    <a:pt x="15567" y="69224"/>
                  </a:cubicBezTo>
                  <a:cubicBezTo>
                    <a:pt x="15567" y="67989"/>
                    <a:pt x="15694" y="66755"/>
                    <a:pt x="15946" y="65643"/>
                  </a:cubicBezTo>
                  <a:lnTo>
                    <a:pt x="24283" y="32795"/>
                  </a:lnTo>
                  <a:cubicBezTo>
                    <a:pt x="27315" y="21064"/>
                    <a:pt x="38430" y="3528"/>
                    <a:pt x="53082" y="3528"/>
                  </a:cubicBezTo>
                  <a:cubicBezTo>
                    <a:pt x="60535" y="3528"/>
                    <a:pt x="65714" y="7480"/>
                    <a:pt x="65714" y="1501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1" name="Freeform: Shape 70">
              <a:extLst>
                <a:ext uri="{FF2B5EF4-FFF2-40B4-BE49-F238E27FC236}">
                  <a16:creationId xmlns:a16="http://schemas.microsoft.com/office/drawing/2014/main" id="{D302FEC9-626C-2C56-0EC4-E45CC1A0BBFE}"/>
                </a:ext>
              </a:extLst>
            </p:cNvPr>
            <p:cNvSpPr/>
            <p:nvPr>
              <p:custDataLst>
                <p:tags r:id="rId88"/>
              </p:custDataLst>
            </p:nvPr>
          </p:nvSpPr>
          <p:spPr>
            <a:xfrm>
              <a:off x="10989049" y="6746261"/>
              <a:ext cx="42675" cy="76915"/>
            </a:xfrm>
            <a:custGeom>
              <a:avLst/>
              <a:gdLst>
                <a:gd name="connsiteX0" fmla="*/ 42931 w 42675"/>
                <a:gd name="connsiteY0" fmla="*/ 3864 h 76915"/>
                <a:gd name="connsiteX1" fmla="*/ 38961 w 42675"/>
                <a:gd name="connsiteY1" fmla="*/ 72 h 76915"/>
                <a:gd name="connsiteX2" fmla="*/ 33367 w 42675"/>
                <a:gd name="connsiteY2" fmla="*/ 5364 h 76915"/>
                <a:gd name="connsiteX3" fmla="*/ 37337 w 42675"/>
                <a:gd name="connsiteY3" fmla="*/ 9157 h 76915"/>
                <a:gd name="connsiteX4" fmla="*/ 42931 w 42675"/>
                <a:gd name="connsiteY4" fmla="*/ 3864 h 76915"/>
                <a:gd name="connsiteX5" fmla="*/ 23262 w 42675"/>
                <a:gd name="connsiteY5" fmla="*/ 62874 h 76915"/>
                <a:gd name="connsiteX6" fmla="*/ 10360 w 42675"/>
                <a:gd name="connsiteY6" fmla="*/ 73988 h 76915"/>
                <a:gd name="connsiteX7" fmla="*/ 7112 w 42675"/>
                <a:gd name="connsiteY7" fmla="*/ 73547 h 76915"/>
                <a:gd name="connsiteX8" fmla="*/ 9909 w 42675"/>
                <a:gd name="connsiteY8" fmla="*/ 68872 h 76915"/>
                <a:gd name="connsiteX9" fmla="*/ 5849 w 42675"/>
                <a:gd name="connsiteY9" fmla="*/ 65256 h 76915"/>
                <a:gd name="connsiteX10" fmla="*/ 255 w 42675"/>
                <a:gd name="connsiteY10" fmla="*/ 70901 h 76915"/>
                <a:gd name="connsiteX11" fmla="*/ 10450 w 42675"/>
                <a:gd name="connsiteY11" fmla="*/ 76987 h 76915"/>
                <a:gd name="connsiteX12" fmla="*/ 31112 w 42675"/>
                <a:gd name="connsiteY12" fmla="*/ 62963 h 76915"/>
                <a:gd name="connsiteX13" fmla="*/ 39232 w 42675"/>
                <a:gd name="connsiteY13" fmla="*/ 31385 h 76915"/>
                <a:gd name="connsiteX14" fmla="*/ 39683 w 42675"/>
                <a:gd name="connsiteY14" fmla="*/ 28474 h 76915"/>
                <a:gd name="connsiteX15" fmla="*/ 28585 w 42675"/>
                <a:gd name="connsiteY15" fmla="*/ 19918 h 76915"/>
                <a:gd name="connsiteX16" fmla="*/ 10992 w 42675"/>
                <a:gd name="connsiteY16" fmla="*/ 33590 h 76915"/>
                <a:gd name="connsiteX17" fmla="*/ 12887 w 42675"/>
                <a:gd name="connsiteY17" fmla="*/ 34825 h 76915"/>
                <a:gd name="connsiteX18" fmla="*/ 14871 w 42675"/>
                <a:gd name="connsiteY18" fmla="*/ 33590 h 76915"/>
                <a:gd name="connsiteX19" fmla="*/ 28225 w 42675"/>
                <a:gd name="connsiteY19" fmla="*/ 22917 h 76915"/>
                <a:gd name="connsiteX20" fmla="*/ 32014 w 42675"/>
                <a:gd name="connsiteY20" fmla="*/ 27592 h 76915"/>
                <a:gd name="connsiteX21" fmla="*/ 31743 w 42675"/>
                <a:gd name="connsiteY21" fmla="*/ 29885 h 76915"/>
                <a:gd name="connsiteX22" fmla="*/ 23262 w 42675"/>
                <a:gd name="connsiteY22" fmla="*/ 62874 h 7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675" h="76915">
                  <a:moveTo>
                    <a:pt x="42931" y="3864"/>
                  </a:moveTo>
                  <a:cubicBezTo>
                    <a:pt x="42931" y="1836"/>
                    <a:pt x="41397" y="72"/>
                    <a:pt x="38961" y="72"/>
                  </a:cubicBezTo>
                  <a:cubicBezTo>
                    <a:pt x="36164" y="72"/>
                    <a:pt x="33367" y="2718"/>
                    <a:pt x="33367" y="5364"/>
                  </a:cubicBezTo>
                  <a:cubicBezTo>
                    <a:pt x="33367" y="7481"/>
                    <a:pt x="35081" y="9157"/>
                    <a:pt x="37337" y="9157"/>
                  </a:cubicBezTo>
                  <a:cubicBezTo>
                    <a:pt x="40405" y="9157"/>
                    <a:pt x="42931" y="6334"/>
                    <a:pt x="42931" y="3864"/>
                  </a:cubicBezTo>
                  <a:close/>
                  <a:moveTo>
                    <a:pt x="23262" y="62874"/>
                  </a:moveTo>
                  <a:cubicBezTo>
                    <a:pt x="21548" y="69578"/>
                    <a:pt x="15864" y="73988"/>
                    <a:pt x="10360" y="73988"/>
                  </a:cubicBezTo>
                  <a:cubicBezTo>
                    <a:pt x="8826" y="73988"/>
                    <a:pt x="7834" y="73724"/>
                    <a:pt x="7112" y="73547"/>
                  </a:cubicBezTo>
                  <a:cubicBezTo>
                    <a:pt x="9278" y="72313"/>
                    <a:pt x="9909" y="70019"/>
                    <a:pt x="9909" y="68872"/>
                  </a:cubicBezTo>
                  <a:cubicBezTo>
                    <a:pt x="9909" y="67373"/>
                    <a:pt x="8826" y="65256"/>
                    <a:pt x="5849" y="65256"/>
                  </a:cubicBezTo>
                  <a:cubicBezTo>
                    <a:pt x="2781" y="65256"/>
                    <a:pt x="255" y="67990"/>
                    <a:pt x="255" y="70901"/>
                  </a:cubicBezTo>
                  <a:cubicBezTo>
                    <a:pt x="255" y="74694"/>
                    <a:pt x="4315" y="76987"/>
                    <a:pt x="10450" y="76987"/>
                  </a:cubicBezTo>
                  <a:cubicBezTo>
                    <a:pt x="16586" y="76987"/>
                    <a:pt x="28315" y="73900"/>
                    <a:pt x="31112" y="62963"/>
                  </a:cubicBezTo>
                  <a:lnTo>
                    <a:pt x="39232" y="31385"/>
                  </a:lnTo>
                  <a:cubicBezTo>
                    <a:pt x="39412" y="30503"/>
                    <a:pt x="39683" y="29709"/>
                    <a:pt x="39683" y="28474"/>
                  </a:cubicBezTo>
                  <a:cubicBezTo>
                    <a:pt x="39683" y="23446"/>
                    <a:pt x="34901" y="19918"/>
                    <a:pt x="28585" y="19918"/>
                  </a:cubicBezTo>
                  <a:cubicBezTo>
                    <a:pt x="17668" y="19918"/>
                    <a:pt x="10992" y="31826"/>
                    <a:pt x="10992" y="33590"/>
                  </a:cubicBezTo>
                  <a:cubicBezTo>
                    <a:pt x="10992" y="34825"/>
                    <a:pt x="12435" y="34825"/>
                    <a:pt x="12887" y="34825"/>
                  </a:cubicBezTo>
                  <a:cubicBezTo>
                    <a:pt x="14240" y="34825"/>
                    <a:pt x="14420" y="34472"/>
                    <a:pt x="14871" y="33590"/>
                  </a:cubicBezTo>
                  <a:cubicBezTo>
                    <a:pt x="19022" y="24946"/>
                    <a:pt x="25157" y="22917"/>
                    <a:pt x="28225" y="22917"/>
                  </a:cubicBezTo>
                  <a:cubicBezTo>
                    <a:pt x="31833" y="22917"/>
                    <a:pt x="32014" y="26092"/>
                    <a:pt x="32014" y="27592"/>
                  </a:cubicBezTo>
                  <a:cubicBezTo>
                    <a:pt x="32014" y="28827"/>
                    <a:pt x="31924" y="29180"/>
                    <a:pt x="31743" y="29885"/>
                  </a:cubicBezTo>
                  <a:lnTo>
                    <a:pt x="23262" y="6287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2" name="Freeform: Shape 71">
              <a:extLst>
                <a:ext uri="{FF2B5EF4-FFF2-40B4-BE49-F238E27FC236}">
                  <a16:creationId xmlns:a16="http://schemas.microsoft.com/office/drawing/2014/main" id="{48CCA173-0CCE-7287-5B7E-896EC89129C8}"/>
                </a:ext>
              </a:extLst>
            </p:cNvPr>
            <p:cNvSpPr/>
            <p:nvPr>
              <p:custDataLst>
                <p:tags r:id="rId89"/>
              </p:custDataLst>
            </p:nvPr>
          </p:nvSpPr>
          <p:spPr>
            <a:xfrm>
              <a:off x="11062091" y="6694837"/>
              <a:ext cx="32715" cy="123365"/>
            </a:xfrm>
            <a:custGeom>
              <a:avLst/>
              <a:gdLst>
                <a:gd name="connsiteX0" fmla="*/ 2659 w 32715"/>
                <a:gd name="connsiteY0" fmla="*/ 71 h 123365"/>
                <a:gd name="connsiteX1" fmla="*/ 259 w 32715"/>
                <a:gd name="connsiteY1" fmla="*/ 1552 h 123365"/>
                <a:gd name="connsiteX2" fmla="*/ 1396 w 32715"/>
                <a:gd name="connsiteY2" fmla="*/ 3405 h 123365"/>
                <a:gd name="connsiteX3" fmla="*/ 24385 w 32715"/>
                <a:gd name="connsiteY3" fmla="*/ 61691 h 123365"/>
                <a:gd name="connsiteX4" fmla="*/ 2533 w 32715"/>
                <a:gd name="connsiteY4" fmla="*/ 119114 h 123365"/>
                <a:gd name="connsiteX5" fmla="*/ 259 w 32715"/>
                <a:gd name="connsiteY5" fmla="*/ 121954 h 123365"/>
                <a:gd name="connsiteX6" fmla="*/ 1901 w 32715"/>
                <a:gd name="connsiteY6" fmla="*/ 123436 h 123365"/>
                <a:gd name="connsiteX7" fmla="*/ 23753 w 32715"/>
                <a:gd name="connsiteY7" fmla="*/ 99849 h 123365"/>
                <a:gd name="connsiteX8" fmla="*/ 32974 w 32715"/>
                <a:gd name="connsiteY8" fmla="*/ 61815 h 123365"/>
                <a:gd name="connsiteX9" fmla="*/ 2659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659" y="71"/>
                  </a:moveTo>
                  <a:cubicBezTo>
                    <a:pt x="1775" y="71"/>
                    <a:pt x="259" y="71"/>
                    <a:pt x="259" y="1552"/>
                  </a:cubicBezTo>
                  <a:cubicBezTo>
                    <a:pt x="259" y="2170"/>
                    <a:pt x="638" y="2540"/>
                    <a:pt x="1396" y="3405"/>
                  </a:cubicBezTo>
                  <a:cubicBezTo>
                    <a:pt x="12259" y="13160"/>
                    <a:pt x="24385" y="29831"/>
                    <a:pt x="24385" y="61691"/>
                  </a:cubicBezTo>
                  <a:cubicBezTo>
                    <a:pt x="24385" y="87501"/>
                    <a:pt x="16174" y="107012"/>
                    <a:pt x="2533" y="119114"/>
                  </a:cubicBezTo>
                  <a:cubicBezTo>
                    <a:pt x="385" y="121213"/>
                    <a:pt x="259" y="121337"/>
                    <a:pt x="259" y="121954"/>
                  </a:cubicBezTo>
                  <a:cubicBezTo>
                    <a:pt x="259" y="122571"/>
                    <a:pt x="638" y="123436"/>
                    <a:pt x="1901" y="123436"/>
                  </a:cubicBezTo>
                  <a:cubicBezTo>
                    <a:pt x="3417" y="123436"/>
                    <a:pt x="15417" y="115286"/>
                    <a:pt x="23753" y="99849"/>
                  </a:cubicBezTo>
                  <a:cubicBezTo>
                    <a:pt x="29311" y="89600"/>
                    <a:pt x="32974" y="76263"/>
                    <a:pt x="32974" y="61815"/>
                  </a:cubicBezTo>
                  <a:cubicBezTo>
                    <a:pt x="32974" y="44403"/>
                    <a:pt x="27669" y="17359"/>
                    <a:pt x="2659"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3" name="Freeform: Shape 72">
              <a:extLst>
                <a:ext uri="{FF2B5EF4-FFF2-40B4-BE49-F238E27FC236}">
                  <a16:creationId xmlns:a16="http://schemas.microsoft.com/office/drawing/2014/main" id="{9929A983-A7C8-46DF-8CF9-D72DC9D429D5}"/>
                </a:ext>
              </a:extLst>
            </p:cNvPr>
            <p:cNvSpPr/>
            <p:nvPr>
              <p:custDataLst>
                <p:tags r:id="rId90"/>
              </p:custDataLst>
            </p:nvPr>
          </p:nvSpPr>
          <p:spPr>
            <a:xfrm>
              <a:off x="11178763" y="6795550"/>
              <a:ext cx="119997" cy="41280"/>
            </a:xfrm>
            <a:custGeom>
              <a:avLst/>
              <a:gdLst>
                <a:gd name="connsiteX0" fmla="*/ 114127 w 119997"/>
                <a:gd name="connsiteY0" fmla="*/ 7131 h 41280"/>
                <a:gd name="connsiteX1" fmla="*/ 120263 w 119997"/>
                <a:gd name="connsiteY1" fmla="*/ 3603 h 41280"/>
                <a:gd name="connsiteX2" fmla="*/ 114308 w 119997"/>
                <a:gd name="connsiteY2" fmla="*/ 75 h 41280"/>
                <a:gd name="connsiteX3" fmla="*/ 6220 w 119997"/>
                <a:gd name="connsiteY3" fmla="*/ 75 h 41280"/>
                <a:gd name="connsiteX4" fmla="*/ 265 w 119997"/>
                <a:gd name="connsiteY4" fmla="*/ 3603 h 41280"/>
                <a:gd name="connsiteX5" fmla="*/ 6401 w 119997"/>
                <a:gd name="connsiteY5" fmla="*/ 7131 h 41280"/>
                <a:gd name="connsiteX6" fmla="*/ 114127 w 119997"/>
                <a:gd name="connsiteY6" fmla="*/ 7131 h 41280"/>
                <a:gd name="connsiteX7" fmla="*/ 114308 w 119997"/>
                <a:gd name="connsiteY7" fmla="*/ 41355 h 41280"/>
                <a:gd name="connsiteX8" fmla="*/ 120263 w 119997"/>
                <a:gd name="connsiteY8" fmla="*/ 37827 h 41280"/>
                <a:gd name="connsiteX9" fmla="*/ 114127 w 119997"/>
                <a:gd name="connsiteY9" fmla="*/ 34299 h 41280"/>
                <a:gd name="connsiteX10" fmla="*/ 6401 w 119997"/>
                <a:gd name="connsiteY10" fmla="*/ 34299 h 41280"/>
                <a:gd name="connsiteX11" fmla="*/ 265 w 119997"/>
                <a:gd name="connsiteY11" fmla="*/ 37827 h 41280"/>
                <a:gd name="connsiteX12" fmla="*/ 6220 w 119997"/>
                <a:gd name="connsiteY12" fmla="*/ 41355 h 41280"/>
                <a:gd name="connsiteX13" fmla="*/ 114308 w 119997"/>
                <a:gd name="connsiteY13" fmla="*/ 41355 h 4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9997" h="41280">
                  <a:moveTo>
                    <a:pt x="114127" y="7131"/>
                  </a:moveTo>
                  <a:cubicBezTo>
                    <a:pt x="116834" y="7131"/>
                    <a:pt x="120263" y="7131"/>
                    <a:pt x="120263" y="3603"/>
                  </a:cubicBezTo>
                  <a:cubicBezTo>
                    <a:pt x="120263" y="75"/>
                    <a:pt x="116834" y="75"/>
                    <a:pt x="114308" y="75"/>
                  </a:cubicBezTo>
                  <a:lnTo>
                    <a:pt x="6220" y="75"/>
                  </a:lnTo>
                  <a:cubicBezTo>
                    <a:pt x="3694" y="75"/>
                    <a:pt x="265" y="75"/>
                    <a:pt x="265" y="3603"/>
                  </a:cubicBezTo>
                  <a:cubicBezTo>
                    <a:pt x="265" y="7131"/>
                    <a:pt x="3694" y="7131"/>
                    <a:pt x="6401" y="7131"/>
                  </a:cubicBezTo>
                  <a:lnTo>
                    <a:pt x="114127" y="7131"/>
                  </a:lnTo>
                  <a:close/>
                  <a:moveTo>
                    <a:pt x="114308" y="41355"/>
                  </a:moveTo>
                  <a:cubicBezTo>
                    <a:pt x="116834" y="41355"/>
                    <a:pt x="120263" y="41355"/>
                    <a:pt x="120263" y="37827"/>
                  </a:cubicBezTo>
                  <a:cubicBezTo>
                    <a:pt x="120263" y="34299"/>
                    <a:pt x="116834" y="34299"/>
                    <a:pt x="114127" y="34299"/>
                  </a:cubicBezTo>
                  <a:lnTo>
                    <a:pt x="6401" y="34299"/>
                  </a:lnTo>
                  <a:cubicBezTo>
                    <a:pt x="3694" y="34299"/>
                    <a:pt x="265" y="34299"/>
                    <a:pt x="265" y="37827"/>
                  </a:cubicBezTo>
                  <a:cubicBezTo>
                    <a:pt x="265" y="41355"/>
                    <a:pt x="3694" y="41355"/>
                    <a:pt x="6220" y="41355"/>
                  </a:cubicBezTo>
                  <a:lnTo>
                    <a:pt x="114308" y="413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4" name="Freeform: Shape 73">
              <a:extLst>
                <a:ext uri="{FF2B5EF4-FFF2-40B4-BE49-F238E27FC236}">
                  <a16:creationId xmlns:a16="http://schemas.microsoft.com/office/drawing/2014/main" id="{E2E8DEC2-672C-966A-814C-69E7DE146091}"/>
                </a:ext>
              </a:extLst>
            </p:cNvPr>
            <p:cNvSpPr/>
            <p:nvPr>
              <p:custDataLst>
                <p:tags r:id="rId91"/>
              </p:custDataLst>
            </p:nvPr>
          </p:nvSpPr>
          <p:spPr>
            <a:xfrm>
              <a:off x="11367429" y="6782319"/>
              <a:ext cx="69291" cy="79914"/>
            </a:xfrm>
            <a:custGeom>
              <a:avLst/>
              <a:gdLst>
                <a:gd name="connsiteX0" fmla="*/ 25719 w 69291"/>
                <a:gd name="connsiteY0" fmla="*/ 37298 h 79914"/>
                <a:gd name="connsiteX1" fmla="*/ 53327 w 69291"/>
                <a:gd name="connsiteY1" fmla="*/ 33240 h 79914"/>
                <a:gd name="connsiteX2" fmla="*/ 66861 w 69291"/>
                <a:gd name="connsiteY2" fmla="*/ 15070 h 79914"/>
                <a:gd name="connsiteX3" fmla="*/ 47553 w 69291"/>
                <a:gd name="connsiteY3" fmla="*/ 75 h 79914"/>
                <a:gd name="connsiteX4" fmla="*/ 276 w 69291"/>
                <a:gd name="connsiteY4" fmla="*/ 48059 h 79914"/>
                <a:gd name="connsiteX5" fmla="*/ 28606 w 69291"/>
                <a:gd name="connsiteY5" fmla="*/ 79990 h 79914"/>
                <a:gd name="connsiteX6" fmla="*/ 69567 w 69291"/>
                <a:gd name="connsiteY6" fmla="*/ 59173 h 79914"/>
                <a:gd name="connsiteX7" fmla="*/ 67402 w 69291"/>
                <a:gd name="connsiteY7" fmla="*/ 56880 h 79914"/>
                <a:gd name="connsiteX8" fmla="*/ 65056 w 69291"/>
                <a:gd name="connsiteY8" fmla="*/ 58644 h 79914"/>
                <a:gd name="connsiteX9" fmla="*/ 28967 w 69291"/>
                <a:gd name="connsiteY9" fmla="*/ 76108 h 79914"/>
                <a:gd name="connsiteX10" fmla="*/ 13268 w 69291"/>
                <a:gd name="connsiteY10" fmla="*/ 55645 h 79914"/>
                <a:gd name="connsiteX11" fmla="*/ 16155 w 69291"/>
                <a:gd name="connsiteY11" fmla="*/ 37298 h 79914"/>
                <a:gd name="connsiteX12" fmla="*/ 25719 w 69291"/>
                <a:gd name="connsiteY12" fmla="*/ 37298 h 79914"/>
                <a:gd name="connsiteX13" fmla="*/ 17238 w 69291"/>
                <a:gd name="connsiteY13" fmla="*/ 33417 h 79914"/>
                <a:gd name="connsiteX14" fmla="*/ 47553 w 69291"/>
                <a:gd name="connsiteY14" fmla="*/ 3956 h 79914"/>
                <a:gd name="connsiteX15" fmla="*/ 60906 w 69291"/>
                <a:gd name="connsiteY15" fmla="*/ 15070 h 79914"/>
                <a:gd name="connsiteX16" fmla="*/ 24636 w 69291"/>
                <a:gd name="connsiteY16" fmla="*/ 33417 h 79914"/>
                <a:gd name="connsiteX17" fmla="*/ 17238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719" y="37298"/>
                  </a:moveTo>
                  <a:cubicBezTo>
                    <a:pt x="30952" y="37298"/>
                    <a:pt x="44305" y="36945"/>
                    <a:pt x="53327" y="33240"/>
                  </a:cubicBezTo>
                  <a:cubicBezTo>
                    <a:pt x="65959" y="27948"/>
                    <a:pt x="66861" y="17540"/>
                    <a:pt x="66861" y="15070"/>
                  </a:cubicBezTo>
                  <a:cubicBezTo>
                    <a:pt x="66861" y="7308"/>
                    <a:pt x="60004" y="75"/>
                    <a:pt x="47553" y="75"/>
                  </a:cubicBezTo>
                  <a:cubicBezTo>
                    <a:pt x="27523" y="75"/>
                    <a:pt x="276" y="17187"/>
                    <a:pt x="276" y="48059"/>
                  </a:cubicBezTo>
                  <a:cubicBezTo>
                    <a:pt x="276" y="66053"/>
                    <a:pt x="10922" y="79990"/>
                    <a:pt x="28606" y="79990"/>
                  </a:cubicBezTo>
                  <a:cubicBezTo>
                    <a:pt x="54410" y="79990"/>
                    <a:pt x="69567" y="61290"/>
                    <a:pt x="69567" y="59173"/>
                  </a:cubicBezTo>
                  <a:cubicBezTo>
                    <a:pt x="69567" y="58114"/>
                    <a:pt x="68485" y="56880"/>
                    <a:pt x="67402" y="56880"/>
                  </a:cubicBezTo>
                  <a:cubicBezTo>
                    <a:pt x="66500" y="56880"/>
                    <a:pt x="66139" y="57232"/>
                    <a:pt x="65056" y="58644"/>
                  </a:cubicBezTo>
                  <a:cubicBezTo>
                    <a:pt x="50801" y="76108"/>
                    <a:pt x="31132" y="76108"/>
                    <a:pt x="28967" y="76108"/>
                  </a:cubicBezTo>
                  <a:cubicBezTo>
                    <a:pt x="14892" y="76108"/>
                    <a:pt x="13268" y="61290"/>
                    <a:pt x="13268" y="55645"/>
                  </a:cubicBezTo>
                  <a:cubicBezTo>
                    <a:pt x="13268" y="53528"/>
                    <a:pt x="13448" y="48059"/>
                    <a:pt x="16155" y="37298"/>
                  </a:cubicBezTo>
                  <a:lnTo>
                    <a:pt x="25719" y="37298"/>
                  </a:lnTo>
                  <a:close/>
                  <a:moveTo>
                    <a:pt x="17238" y="33417"/>
                  </a:moveTo>
                  <a:cubicBezTo>
                    <a:pt x="24275" y="6602"/>
                    <a:pt x="42861" y="3956"/>
                    <a:pt x="47553" y="3956"/>
                  </a:cubicBezTo>
                  <a:cubicBezTo>
                    <a:pt x="56034" y="3956"/>
                    <a:pt x="60906" y="9072"/>
                    <a:pt x="60906" y="15070"/>
                  </a:cubicBezTo>
                  <a:cubicBezTo>
                    <a:pt x="60906" y="33417"/>
                    <a:pt x="32035" y="33417"/>
                    <a:pt x="24636" y="33417"/>
                  </a:cubicBezTo>
                  <a:lnTo>
                    <a:pt x="17238"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5" name="Freeform: Shape 74">
              <a:extLst>
                <a:ext uri="{FF2B5EF4-FFF2-40B4-BE49-F238E27FC236}">
                  <a16:creationId xmlns:a16="http://schemas.microsoft.com/office/drawing/2014/main" id="{87416455-5F41-7FDB-5FD4-EF3714CCEF56}"/>
                </a:ext>
              </a:extLst>
            </p:cNvPr>
            <p:cNvSpPr/>
            <p:nvPr>
              <p:custDataLst>
                <p:tags r:id="rId92"/>
              </p:custDataLst>
            </p:nvPr>
          </p:nvSpPr>
          <p:spPr>
            <a:xfrm>
              <a:off x="11457675" y="6694837"/>
              <a:ext cx="32841" cy="123365"/>
            </a:xfrm>
            <a:custGeom>
              <a:avLst/>
              <a:gdLst>
                <a:gd name="connsiteX0" fmla="*/ 30596 w 32841"/>
                <a:gd name="connsiteY0" fmla="*/ 71 h 123365"/>
                <a:gd name="connsiteX1" fmla="*/ 280 w 32841"/>
                <a:gd name="connsiteY1" fmla="*/ 61691 h 123365"/>
                <a:gd name="connsiteX2" fmla="*/ 30596 w 32841"/>
                <a:gd name="connsiteY2" fmla="*/ 123436 h 123365"/>
                <a:gd name="connsiteX3" fmla="*/ 33122 w 32841"/>
                <a:gd name="connsiteY3" fmla="*/ 121954 h 123365"/>
                <a:gd name="connsiteX4" fmla="*/ 31859 w 32841"/>
                <a:gd name="connsiteY4" fmla="*/ 120102 h 123365"/>
                <a:gd name="connsiteX5" fmla="*/ 8870 w 32841"/>
                <a:gd name="connsiteY5" fmla="*/ 61815 h 123365"/>
                <a:gd name="connsiteX6" fmla="*/ 32238 w 32841"/>
                <a:gd name="connsiteY6" fmla="*/ 3034 h 123365"/>
                <a:gd name="connsiteX7" fmla="*/ 33122 w 32841"/>
                <a:gd name="connsiteY7" fmla="*/ 1552 h 123365"/>
                <a:gd name="connsiteX8" fmla="*/ 30596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596" y="71"/>
                  </a:moveTo>
                  <a:cubicBezTo>
                    <a:pt x="6596" y="16618"/>
                    <a:pt x="280" y="42798"/>
                    <a:pt x="280" y="61691"/>
                  </a:cubicBezTo>
                  <a:cubicBezTo>
                    <a:pt x="280" y="79103"/>
                    <a:pt x="5586" y="106147"/>
                    <a:pt x="30596" y="123436"/>
                  </a:cubicBezTo>
                  <a:cubicBezTo>
                    <a:pt x="31606" y="123436"/>
                    <a:pt x="33122" y="123436"/>
                    <a:pt x="33122" y="121954"/>
                  </a:cubicBezTo>
                  <a:cubicBezTo>
                    <a:pt x="33122" y="121213"/>
                    <a:pt x="32743" y="120966"/>
                    <a:pt x="31859" y="120102"/>
                  </a:cubicBezTo>
                  <a:cubicBezTo>
                    <a:pt x="15059" y="105283"/>
                    <a:pt x="8870" y="84290"/>
                    <a:pt x="8870" y="61815"/>
                  </a:cubicBezTo>
                  <a:cubicBezTo>
                    <a:pt x="8870" y="28473"/>
                    <a:pt x="21880" y="12172"/>
                    <a:pt x="32238" y="3034"/>
                  </a:cubicBezTo>
                  <a:cubicBezTo>
                    <a:pt x="32743" y="2540"/>
                    <a:pt x="33122" y="2170"/>
                    <a:pt x="33122" y="1552"/>
                  </a:cubicBezTo>
                  <a:cubicBezTo>
                    <a:pt x="33122" y="71"/>
                    <a:pt x="31606" y="71"/>
                    <a:pt x="30596"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6" name="Freeform: Shape 75">
              <a:extLst>
                <a:ext uri="{FF2B5EF4-FFF2-40B4-BE49-F238E27FC236}">
                  <a16:creationId xmlns:a16="http://schemas.microsoft.com/office/drawing/2014/main" id="{2A74C2ED-843B-0C28-B146-3F91C99B5F50}"/>
                </a:ext>
              </a:extLst>
            </p:cNvPr>
            <p:cNvSpPr/>
            <p:nvPr>
              <p:custDataLst>
                <p:tags r:id="rId93"/>
              </p:custDataLst>
            </p:nvPr>
          </p:nvSpPr>
          <p:spPr>
            <a:xfrm>
              <a:off x="11503960" y="6732625"/>
              <a:ext cx="77429" cy="54828"/>
            </a:xfrm>
            <a:custGeom>
              <a:avLst/>
              <a:gdLst>
                <a:gd name="connsiteX0" fmla="*/ 45756 w 77429"/>
                <a:gd name="connsiteY0" fmla="*/ 25015 h 54828"/>
                <a:gd name="connsiteX1" fmla="*/ 63187 w 77429"/>
                <a:gd name="connsiteY1" fmla="*/ 7850 h 54828"/>
                <a:gd name="connsiteX2" fmla="*/ 74934 w 77429"/>
                <a:gd name="connsiteY2" fmla="*/ 6986 h 54828"/>
                <a:gd name="connsiteX3" fmla="*/ 74934 w 77429"/>
                <a:gd name="connsiteY3" fmla="*/ 71 h 54828"/>
                <a:gd name="connsiteX4" fmla="*/ 62682 w 77429"/>
                <a:gd name="connsiteY4" fmla="*/ 565 h 54828"/>
                <a:gd name="connsiteX5" fmla="*/ 48661 w 77429"/>
                <a:gd name="connsiteY5" fmla="*/ 71 h 54828"/>
                <a:gd name="connsiteX6" fmla="*/ 48661 w 77429"/>
                <a:gd name="connsiteY6" fmla="*/ 6986 h 54828"/>
                <a:gd name="connsiteX7" fmla="*/ 52072 w 77429"/>
                <a:gd name="connsiteY7" fmla="*/ 7727 h 54828"/>
                <a:gd name="connsiteX8" fmla="*/ 40198 w 77429"/>
                <a:gd name="connsiteY8" fmla="*/ 19458 h 54828"/>
                <a:gd name="connsiteX9" fmla="*/ 27946 w 77429"/>
                <a:gd name="connsiteY9" fmla="*/ 6986 h 54828"/>
                <a:gd name="connsiteX10" fmla="*/ 31357 w 77429"/>
                <a:gd name="connsiteY10" fmla="*/ 6986 h 54828"/>
                <a:gd name="connsiteX11" fmla="*/ 31357 w 77429"/>
                <a:gd name="connsiteY11" fmla="*/ 71 h 54828"/>
                <a:gd name="connsiteX12" fmla="*/ 15315 w 77429"/>
                <a:gd name="connsiteY12" fmla="*/ 565 h 54828"/>
                <a:gd name="connsiteX13" fmla="*/ 1041 w 77429"/>
                <a:gd name="connsiteY13" fmla="*/ 71 h 54828"/>
                <a:gd name="connsiteX14" fmla="*/ 1041 w 77429"/>
                <a:gd name="connsiteY14" fmla="*/ 6986 h 54828"/>
                <a:gd name="connsiteX15" fmla="*/ 10515 w 77429"/>
                <a:gd name="connsiteY15" fmla="*/ 6986 h 54828"/>
                <a:gd name="connsiteX16" fmla="*/ 31230 w 77429"/>
                <a:gd name="connsiteY16" fmla="*/ 28103 h 54828"/>
                <a:gd name="connsiteX17" fmla="*/ 13041 w 77429"/>
                <a:gd name="connsiteY17" fmla="*/ 46008 h 54828"/>
                <a:gd name="connsiteX18" fmla="*/ 7357 w 77429"/>
                <a:gd name="connsiteY18" fmla="*/ 47861 h 54828"/>
                <a:gd name="connsiteX19" fmla="*/ 284 w 77429"/>
                <a:gd name="connsiteY19" fmla="*/ 47984 h 54828"/>
                <a:gd name="connsiteX20" fmla="*/ 284 w 77429"/>
                <a:gd name="connsiteY20" fmla="*/ 54900 h 54828"/>
                <a:gd name="connsiteX21" fmla="*/ 12536 w 77429"/>
                <a:gd name="connsiteY21" fmla="*/ 54406 h 54828"/>
                <a:gd name="connsiteX22" fmla="*/ 26557 w 77429"/>
                <a:gd name="connsiteY22" fmla="*/ 54900 h 54828"/>
                <a:gd name="connsiteX23" fmla="*/ 26557 w 77429"/>
                <a:gd name="connsiteY23" fmla="*/ 47984 h 54828"/>
                <a:gd name="connsiteX24" fmla="*/ 23146 w 77429"/>
                <a:gd name="connsiteY24" fmla="*/ 47120 h 54828"/>
                <a:gd name="connsiteX25" fmla="*/ 36788 w 77429"/>
                <a:gd name="connsiteY25" fmla="*/ 33783 h 54828"/>
                <a:gd name="connsiteX26" fmla="*/ 50809 w 77429"/>
                <a:gd name="connsiteY26" fmla="*/ 47984 h 54828"/>
                <a:gd name="connsiteX27" fmla="*/ 47525 w 77429"/>
                <a:gd name="connsiteY27" fmla="*/ 47984 h 54828"/>
                <a:gd name="connsiteX28" fmla="*/ 47525 w 77429"/>
                <a:gd name="connsiteY28" fmla="*/ 54900 h 54828"/>
                <a:gd name="connsiteX29" fmla="*/ 63566 w 77429"/>
                <a:gd name="connsiteY29" fmla="*/ 54406 h 54828"/>
                <a:gd name="connsiteX30" fmla="*/ 77713 w 77429"/>
                <a:gd name="connsiteY30" fmla="*/ 54900 h 54828"/>
                <a:gd name="connsiteX31" fmla="*/ 77713 w 77429"/>
                <a:gd name="connsiteY31" fmla="*/ 47984 h 54828"/>
                <a:gd name="connsiteX32" fmla="*/ 68366 w 77429"/>
                <a:gd name="connsiteY32" fmla="*/ 47984 h 54828"/>
                <a:gd name="connsiteX33" fmla="*/ 45756 w 77429"/>
                <a:gd name="connsiteY33" fmla="*/ 25015 h 5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429" h="54828">
                  <a:moveTo>
                    <a:pt x="45756" y="25015"/>
                  </a:moveTo>
                  <a:lnTo>
                    <a:pt x="63187" y="7850"/>
                  </a:lnTo>
                  <a:cubicBezTo>
                    <a:pt x="66219" y="6986"/>
                    <a:pt x="69503" y="6986"/>
                    <a:pt x="74934" y="6986"/>
                  </a:cubicBezTo>
                  <a:lnTo>
                    <a:pt x="74934" y="71"/>
                  </a:lnTo>
                  <a:cubicBezTo>
                    <a:pt x="70892" y="441"/>
                    <a:pt x="66724" y="565"/>
                    <a:pt x="62682" y="565"/>
                  </a:cubicBezTo>
                  <a:cubicBezTo>
                    <a:pt x="58388" y="565"/>
                    <a:pt x="49672" y="194"/>
                    <a:pt x="48661" y="71"/>
                  </a:cubicBezTo>
                  <a:lnTo>
                    <a:pt x="48661" y="6986"/>
                  </a:lnTo>
                  <a:cubicBezTo>
                    <a:pt x="50303" y="6986"/>
                    <a:pt x="51188" y="7233"/>
                    <a:pt x="52072" y="7727"/>
                  </a:cubicBezTo>
                  <a:lnTo>
                    <a:pt x="40198" y="19458"/>
                  </a:lnTo>
                  <a:lnTo>
                    <a:pt x="27946" y="6986"/>
                  </a:lnTo>
                  <a:lnTo>
                    <a:pt x="31357" y="6986"/>
                  </a:lnTo>
                  <a:lnTo>
                    <a:pt x="31357" y="71"/>
                  </a:lnTo>
                  <a:cubicBezTo>
                    <a:pt x="30599" y="71"/>
                    <a:pt x="20620" y="565"/>
                    <a:pt x="15315" y="565"/>
                  </a:cubicBezTo>
                  <a:cubicBezTo>
                    <a:pt x="10515" y="565"/>
                    <a:pt x="5841" y="441"/>
                    <a:pt x="1041" y="71"/>
                  </a:cubicBezTo>
                  <a:lnTo>
                    <a:pt x="1041" y="6986"/>
                  </a:lnTo>
                  <a:lnTo>
                    <a:pt x="10515" y="6986"/>
                  </a:lnTo>
                  <a:lnTo>
                    <a:pt x="31230" y="28103"/>
                  </a:lnTo>
                  <a:lnTo>
                    <a:pt x="13041" y="46008"/>
                  </a:lnTo>
                  <a:cubicBezTo>
                    <a:pt x="11399" y="47490"/>
                    <a:pt x="11273" y="47614"/>
                    <a:pt x="7357" y="47861"/>
                  </a:cubicBezTo>
                  <a:cubicBezTo>
                    <a:pt x="5336" y="47984"/>
                    <a:pt x="915" y="47984"/>
                    <a:pt x="284" y="47984"/>
                  </a:cubicBezTo>
                  <a:lnTo>
                    <a:pt x="284" y="54900"/>
                  </a:lnTo>
                  <a:cubicBezTo>
                    <a:pt x="4326" y="54529"/>
                    <a:pt x="8494" y="54406"/>
                    <a:pt x="12536" y="54406"/>
                  </a:cubicBezTo>
                  <a:cubicBezTo>
                    <a:pt x="15946" y="54406"/>
                    <a:pt x="24915" y="54776"/>
                    <a:pt x="26557" y="54900"/>
                  </a:cubicBezTo>
                  <a:lnTo>
                    <a:pt x="26557" y="47984"/>
                  </a:lnTo>
                  <a:cubicBezTo>
                    <a:pt x="24536" y="47984"/>
                    <a:pt x="24030" y="47737"/>
                    <a:pt x="23146" y="47120"/>
                  </a:cubicBezTo>
                  <a:lnTo>
                    <a:pt x="36788" y="33783"/>
                  </a:lnTo>
                  <a:lnTo>
                    <a:pt x="50809" y="47984"/>
                  </a:lnTo>
                  <a:lnTo>
                    <a:pt x="47525" y="47984"/>
                  </a:lnTo>
                  <a:lnTo>
                    <a:pt x="47525" y="54900"/>
                  </a:lnTo>
                  <a:cubicBezTo>
                    <a:pt x="47651" y="54900"/>
                    <a:pt x="57756" y="54406"/>
                    <a:pt x="63566" y="54406"/>
                  </a:cubicBezTo>
                  <a:cubicBezTo>
                    <a:pt x="68240" y="54406"/>
                    <a:pt x="73040" y="54529"/>
                    <a:pt x="77713" y="54900"/>
                  </a:cubicBezTo>
                  <a:lnTo>
                    <a:pt x="77713" y="47984"/>
                  </a:lnTo>
                  <a:lnTo>
                    <a:pt x="68366" y="47984"/>
                  </a:lnTo>
                  <a:lnTo>
                    <a:pt x="45756" y="25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7" name="Freeform: Shape 76">
              <a:extLst>
                <a:ext uri="{FF2B5EF4-FFF2-40B4-BE49-F238E27FC236}">
                  <a16:creationId xmlns:a16="http://schemas.microsoft.com/office/drawing/2014/main" id="{1744D04E-9684-3010-3B46-9ABE5C58DA26}"/>
                </a:ext>
              </a:extLst>
            </p:cNvPr>
            <p:cNvSpPr/>
            <p:nvPr>
              <p:custDataLst>
                <p:tags r:id="rId94"/>
              </p:custDataLst>
            </p:nvPr>
          </p:nvSpPr>
          <p:spPr>
            <a:xfrm>
              <a:off x="11594169" y="6684909"/>
              <a:ext cx="24991" cy="45955"/>
            </a:xfrm>
            <a:custGeom>
              <a:avLst/>
              <a:gdLst>
                <a:gd name="connsiteX0" fmla="*/ 24378 w 24991"/>
                <a:gd name="connsiteY0" fmla="*/ 8359 h 45955"/>
                <a:gd name="connsiteX1" fmla="*/ 25280 w 24991"/>
                <a:gd name="connsiteY1" fmla="*/ 5272 h 45955"/>
                <a:gd name="connsiteX2" fmla="*/ 19686 w 24991"/>
                <a:gd name="connsiteY2" fmla="*/ 68 h 45955"/>
                <a:gd name="connsiteX3" fmla="*/ 14544 w 24991"/>
                <a:gd name="connsiteY3" fmla="*/ 4125 h 45955"/>
                <a:gd name="connsiteX4" fmla="*/ 649 w 24991"/>
                <a:gd name="connsiteY4" fmla="*/ 42318 h 45955"/>
                <a:gd name="connsiteX5" fmla="*/ 288 w 24991"/>
                <a:gd name="connsiteY5" fmla="*/ 43730 h 45955"/>
                <a:gd name="connsiteX6" fmla="*/ 4168 w 24991"/>
                <a:gd name="connsiteY6" fmla="*/ 46023 h 45955"/>
                <a:gd name="connsiteX7" fmla="*/ 5702 w 24991"/>
                <a:gd name="connsiteY7" fmla="*/ 44524 h 45955"/>
                <a:gd name="connsiteX8" fmla="*/ 24378 w 24991"/>
                <a:gd name="connsiteY8" fmla="*/ 8359 h 4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91" h="45955">
                  <a:moveTo>
                    <a:pt x="24378" y="8359"/>
                  </a:moveTo>
                  <a:cubicBezTo>
                    <a:pt x="24468" y="8271"/>
                    <a:pt x="25280" y="6595"/>
                    <a:pt x="25280" y="5272"/>
                  </a:cubicBezTo>
                  <a:cubicBezTo>
                    <a:pt x="25280" y="2096"/>
                    <a:pt x="22393" y="68"/>
                    <a:pt x="19686" y="68"/>
                  </a:cubicBezTo>
                  <a:cubicBezTo>
                    <a:pt x="15987" y="68"/>
                    <a:pt x="14995" y="2802"/>
                    <a:pt x="14544" y="4125"/>
                  </a:cubicBezTo>
                  <a:lnTo>
                    <a:pt x="649" y="42318"/>
                  </a:lnTo>
                  <a:cubicBezTo>
                    <a:pt x="288" y="43377"/>
                    <a:pt x="288" y="43641"/>
                    <a:pt x="288" y="43730"/>
                  </a:cubicBezTo>
                  <a:cubicBezTo>
                    <a:pt x="288" y="45141"/>
                    <a:pt x="4078" y="46023"/>
                    <a:pt x="4168" y="46023"/>
                  </a:cubicBezTo>
                  <a:cubicBezTo>
                    <a:pt x="4980" y="46023"/>
                    <a:pt x="5160" y="45582"/>
                    <a:pt x="5702" y="44524"/>
                  </a:cubicBezTo>
                  <a:lnTo>
                    <a:pt x="24378" y="83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8" name="Freeform: Shape 77">
              <a:extLst>
                <a:ext uri="{FF2B5EF4-FFF2-40B4-BE49-F238E27FC236}">
                  <a16:creationId xmlns:a16="http://schemas.microsoft.com/office/drawing/2014/main" id="{F9F3D4A8-29EC-E471-1889-EA496C9B9798}"/>
                </a:ext>
              </a:extLst>
            </p:cNvPr>
            <p:cNvSpPr/>
            <p:nvPr>
              <p:custDataLst>
                <p:tags r:id="rId95"/>
              </p:custDataLst>
            </p:nvPr>
          </p:nvSpPr>
          <p:spPr>
            <a:xfrm>
              <a:off x="11637239" y="6700765"/>
              <a:ext cx="88292" cy="110645"/>
            </a:xfrm>
            <a:custGeom>
              <a:avLst/>
              <a:gdLst>
                <a:gd name="connsiteX0" fmla="*/ 8501 w 88292"/>
                <a:gd name="connsiteY0" fmla="*/ 108000 h 110645"/>
                <a:gd name="connsiteX1" fmla="*/ 16206 w 88292"/>
                <a:gd name="connsiteY1" fmla="*/ 77498 h 110645"/>
                <a:gd name="connsiteX2" fmla="*/ 44879 w 88292"/>
                <a:gd name="connsiteY2" fmla="*/ 88365 h 110645"/>
                <a:gd name="connsiteX3" fmla="*/ 87573 w 88292"/>
                <a:gd name="connsiteY3" fmla="*/ 54035 h 110645"/>
                <a:gd name="connsiteX4" fmla="*/ 78984 w 88292"/>
                <a:gd name="connsiteY4" fmla="*/ 37241 h 110645"/>
                <a:gd name="connsiteX5" fmla="*/ 88584 w 88292"/>
                <a:gd name="connsiteY5" fmla="*/ 17606 h 110645"/>
                <a:gd name="connsiteX6" fmla="*/ 66100 w 88292"/>
                <a:gd name="connsiteY6" fmla="*/ 71 h 110645"/>
                <a:gd name="connsiteX7" fmla="*/ 19870 w 88292"/>
                <a:gd name="connsiteY7" fmla="*/ 31684 h 110645"/>
                <a:gd name="connsiteX8" fmla="*/ 796 w 88292"/>
                <a:gd name="connsiteY8" fmla="*/ 106394 h 110645"/>
                <a:gd name="connsiteX9" fmla="*/ 291 w 88292"/>
                <a:gd name="connsiteY9" fmla="*/ 108494 h 110645"/>
                <a:gd name="connsiteX10" fmla="*/ 4333 w 88292"/>
                <a:gd name="connsiteY10" fmla="*/ 110717 h 110645"/>
                <a:gd name="connsiteX11" fmla="*/ 8501 w 88292"/>
                <a:gd name="connsiteY11" fmla="*/ 108000 h 110645"/>
                <a:gd name="connsiteX12" fmla="*/ 48037 w 88292"/>
                <a:gd name="connsiteY12" fmla="*/ 38846 h 110645"/>
                <a:gd name="connsiteX13" fmla="*/ 56500 w 88292"/>
                <a:gd name="connsiteY13" fmla="*/ 37611 h 110645"/>
                <a:gd name="connsiteX14" fmla="*/ 62437 w 88292"/>
                <a:gd name="connsiteY14" fmla="*/ 38105 h 110645"/>
                <a:gd name="connsiteX15" fmla="*/ 54732 w 88292"/>
                <a:gd name="connsiteY15" fmla="*/ 39587 h 110645"/>
                <a:gd name="connsiteX16" fmla="*/ 48037 w 88292"/>
                <a:gd name="connsiteY16" fmla="*/ 38846 h 110645"/>
                <a:gd name="connsiteX17" fmla="*/ 68500 w 88292"/>
                <a:gd name="connsiteY17" fmla="*/ 32919 h 110645"/>
                <a:gd name="connsiteX18" fmla="*/ 56879 w 88292"/>
                <a:gd name="connsiteY18" fmla="*/ 31931 h 110645"/>
                <a:gd name="connsiteX19" fmla="*/ 39953 w 88292"/>
                <a:gd name="connsiteY19" fmla="*/ 39340 h 110645"/>
                <a:gd name="connsiteX20" fmla="*/ 54479 w 88292"/>
                <a:gd name="connsiteY20" fmla="*/ 45267 h 110645"/>
                <a:gd name="connsiteX21" fmla="*/ 70016 w 88292"/>
                <a:gd name="connsiteY21" fmla="*/ 42674 h 110645"/>
                <a:gd name="connsiteX22" fmla="*/ 71531 w 88292"/>
                <a:gd name="connsiteY22" fmla="*/ 49219 h 110645"/>
                <a:gd name="connsiteX23" fmla="*/ 64079 w 88292"/>
                <a:gd name="connsiteY23" fmla="*/ 73670 h 110645"/>
                <a:gd name="connsiteX24" fmla="*/ 44753 w 88292"/>
                <a:gd name="connsiteY24" fmla="*/ 82685 h 110645"/>
                <a:gd name="connsiteX25" fmla="*/ 19996 w 88292"/>
                <a:gd name="connsiteY25" fmla="*/ 65149 h 110645"/>
                <a:gd name="connsiteX26" fmla="*/ 22269 w 88292"/>
                <a:gd name="connsiteY26" fmla="*/ 54159 h 110645"/>
                <a:gd name="connsiteX27" fmla="*/ 27196 w 88292"/>
                <a:gd name="connsiteY27" fmla="*/ 34524 h 110645"/>
                <a:gd name="connsiteX28" fmla="*/ 40585 w 88292"/>
                <a:gd name="connsiteY28" fmla="*/ 14395 h 110645"/>
                <a:gd name="connsiteX29" fmla="*/ 65468 w 88292"/>
                <a:gd name="connsiteY29" fmla="*/ 5751 h 110645"/>
                <a:gd name="connsiteX30" fmla="*/ 74058 w 88292"/>
                <a:gd name="connsiteY30" fmla="*/ 13160 h 110645"/>
                <a:gd name="connsiteX31" fmla="*/ 68500 w 88292"/>
                <a:gd name="connsiteY31" fmla="*/ 32919 h 1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292" h="110645">
                  <a:moveTo>
                    <a:pt x="8501" y="108000"/>
                  </a:moveTo>
                  <a:lnTo>
                    <a:pt x="16206" y="77498"/>
                  </a:lnTo>
                  <a:cubicBezTo>
                    <a:pt x="18606" y="80585"/>
                    <a:pt x="27069" y="88365"/>
                    <a:pt x="44879" y="88365"/>
                  </a:cubicBezTo>
                  <a:cubicBezTo>
                    <a:pt x="73174" y="88365"/>
                    <a:pt x="87573" y="69595"/>
                    <a:pt x="87573" y="54035"/>
                  </a:cubicBezTo>
                  <a:cubicBezTo>
                    <a:pt x="87573" y="46873"/>
                    <a:pt x="84668" y="41192"/>
                    <a:pt x="78984" y="37241"/>
                  </a:cubicBezTo>
                  <a:cubicBezTo>
                    <a:pt x="84542" y="32795"/>
                    <a:pt x="88584" y="24892"/>
                    <a:pt x="88584" y="17606"/>
                  </a:cubicBezTo>
                  <a:cubicBezTo>
                    <a:pt x="88584" y="7603"/>
                    <a:pt x="81258" y="71"/>
                    <a:pt x="66100" y="71"/>
                  </a:cubicBezTo>
                  <a:cubicBezTo>
                    <a:pt x="47406" y="71"/>
                    <a:pt x="24922" y="11679"/>
                    <a:pt x="19870" y="31684"/>
                  </a:cubicBezTo>
                  <a:lnTo>
                    <a:pt x="796" y="106394"/>
                  </a:lnTo>
                  <a:cubicBezTo>
                    <a:pt x="291" y="108123"/>
                    <a:pt x="291" y="108370"/>
                    <a:pt x="291" y="108494"/>
                  </a:cubicBezTo>
                  <a:cubicBezTo>
                    <a:pt x="291" y="110717"/>
                    <a:pt x="2438" y="110717"/>
                    <a:pt x="4333" y="110717"/>
                  </a:cubicBezTo>
                  <a:cubicBezTo>
                    <a:pt x="6859" y="110717"/>
                    <a:pt x="7870" y="110717"/>
                    <a:pt x="8501" y="108000"/>
                  </a:cubicBezTo>
                  <a:close/>
                  <a:moveTo>
                    <a:pt x="48037" y="38846"/>
                  </a:moveTo>
                  <a:cubicBezTo>
                    <a:pt x="49679" y="38105"/>
                    <a:pt x="50816" y="37611"/>
                    <a:pt x="56500" y="37611"/>
                  </a:cubicBezTo>
                  <a:cubicBezTo>
                    <a:pt x="58521" y="37611"/>
                    <a:pt x="60163" y="37611"/>
                    <a:pt x="62437" y="38105"/>
                  </a:cubicBezTo>
                  <a:cubicBezTo>
                    <a:pt x="59658" y="39587"/>
                    <a:pt x="57006" y="39587"/>
                    <a:pt x="54732" y="39587"/>
                  </a:cubicBezTo>
                  <a:cubicBezTo>
                    <a:pt x="50943" y="39587"/>
                    <a:pt x="50564" y="39463"/>
                    <a:pt x="48037" y="38846"/>
                  </a:cubicBezTo>
                  <a:close/>
                  <a:moveTo>
                    <a:pt x="68500" y="32919"/>
                  </a:moveTo>
                  <a:cubicBezTo>
                    <a:pt x="63700" y="31931"/>
                    <a:pt x="59405" y="31931"/>
                    <a:pt x="56879" y="31931"/>
                  </a:cubicBezTo>
                  <a:cubicBezTo>
                    <a:pt x="51448" y="31931"/>
                    <a:pt x="39953" y="31931"/>
                    <a:pt x="39953" y="39340"/>
                  </a:cubicBezTo>
                  <a:cubicBezTo>
                    <a:pt x="39953" y="45144"/>
                    <a:pt x="48290" y="45267"/>
                    <a:pt x="54479" y="45267"/>
                  </a:cubicBezTo>
                  <a:cubicBezTo>
                    <a:pt x="58142" y="45267"/>
                    <a:pt x="63321" y="45267"/>
                    <a:pt x="70016" y="42674"/>
                  </a:cubicBezTo>
                  <a:cubicBezTo>
                    <a:pt x="71153" y="44403"/>
                    <a:pt x="71531" y="46996"/>
                    <a:pt x="71531" y="49219"/>
                  </a:cubicBezTo>
                  <a:cubicBezTo>
                    <a:pt x="71531" y="53541"/>
                    <a:pt x="68879" y="67125"/>
                    <a:pt x="64079" y="73670"/>
                  </a:cubicBezTo>
                  <a:cubicBezTo>
                    <a:pt x="59532" y="79721"/>
                    <a:pt x="52585" y="82685"/>
                    <a:pt x="44753" y="82685"/>
                  </a:cubicBezTo>
                  <a:cubicBezTo>
                    <a:pt x="34017" y="82685"/>
                    <a:pt x="19996" y="77868"/>
                    <a:pt x="19996" y="65149"/>
                  </a:cubicBezTo>
                  <a:cubicBezTo>
                    <a:pt x="19996" y="62803"/>
                    <a:pt x="21259" y="57740"/>
                    <a:pt x="22269" y="54159"/>
                  </a:cubicBezTo>
                  <a:cubicBezTo>
                    <a:pt x="22901" y="51442"/>
                    <a:pt x="26943" y="35635"/>
                    <a:pt x="27196" y="34524"/>
                  </a:cubicBezTo>
                  <a:cubicBezTo>
                    <a:pt x="28333" y="30202"/>
                    <a:pt x="30480" y="21805"/>
                    <a:pt x="40585" y="14395"/>
                  </a:cubicBezTo>
                  <a:cubicBezTo>
                    <a:pt x="50943" y="6739"/>
                    <a:pt x="60921" y="5751"/>
                    <a:pt x="65468" y="5751"/>
                  </a:cubicBezTo>
                  <a:cubicBezTo>
                    <a:pt x="74058" y="5751"/>
                    <a:pt x="74058" y="11185"/>
                    <a:pt x="74058" y="13160"/>
                  </a:cubicBezTo>
                  <a:cubicBezTo>
                    <a:pt x="74058" y="16124"/>
                    <a:pt x="71784" y="27362"/>
                    <a:pt x="68500" y="3291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9" name="Freeform: Shape 78">
              <a:extLst>
                <a:ext uri="{FF2B5EF4-FFF2-40B4-BE49-F238E27FC236}">
                  <a16:creationId xmlns:a16="http://schemas.microsoft.com/office/drawing/2014/main" id="{A7F3EA3D-53BA-7536-016D-5FB251ECECE2}"/>
                </a:ext>
              </a:extLst>
            </p:cNvPr>
            <p:cNvSpPr/>
            <p:nvPr>
              <p:custDataLst>
                <p:tags r:id="rId96"/>
              </p:custDataLst>
            </p:nvPr>
          </p:nvSpPr>
          <p:spPr>
            <a:xfrm>
              <a:off x="11740934" y="6694837"/>
              <a:ext cx="32715" cy="123365"/>
            </a:xfrm>
            <a:custGeom>
              <a:avLst/>
              <a:gdLst>
                <a:gd name="connsiteX0" fmla="*/ 2696 w 32715"/>
                <a:gd name="connsiteY0" fmla="*/ 71 h 123365"/>
                <a:gd name="connsiteX1" fmla="*/ 296 w 32715"/>
                <a:gd name="connsiteY1" fmla="*/ 1552 h 123365"/>
                <a:gd name="connsiteX2" fmla="*/ 1433 w 32715"/>
                <a:gd name="connsiteY2" fmla="*/ 3405 h 123365"/>
                <a:gd name="connsiteX3" fmla="*/ 24422 w 32715"/>
                <a:gd name="connsiteY3" fmla="*/ 61691 h 123365"/>
                <a:gd name="connsiteX4" fmla="*/ 2570 w 32715"/>
                <a:gd name="connsiteY4" fmla="*/ 119114 h 123365"/>
                <a:gd name="connsiteX5" fmla="*/ 296 w 32715"/>
                <a:gd name="connsiteY5" fmla="*/ 121954 h 123365"/>
                <a:gd name="connsiteX6" fmla="*/ 1939 w 32715"/>
                <a:gd name="connsiteY6" fmla="*/ 123436 h 123365"/>
                <a:gd name="connsiteX7" fmla="*/ 23791 w 32715"/>
                <a:gd name="connsiteY7" fmla="*/ 99849 h 123365"/>
                <a:gd name="connsiteX8" fmla="*/ 33011 w 32715"/>
                <a:gd name="connsiteY8" fmla="*/ 61815 h 123365"/>
                <a:gd name="connsiteX9" fmla="*/ 2696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696" y="71"/>
                  </a:moveTo>
                  <a:cubicBezTo>
                    <a:pt x="1812" y="71"/>
                    <a:pt x="296" y="71"/>
                    <a:pt x="296" y="1552"/>
                  </a:cubicBezTo>
                  <a:cubicBezTo>
                    <a:pt x="296" y="2170"/>
                    <a:pt x="675" y="2540"/>
                    <a:pt x="1433" y="3405"/>
                  </a:cubicBezTo>
                  <a:cubicBezTo>
                    <a:pt x="12296" y="13160"/>
                    <a:pt x="24422" y="29831"/>
                    <a:pt x="24422" y="61691"/>
                  </a:cubicBezTo>
                  <a:cubicBezTo>
                    <a:pt x="24422" y="87501"/>
                    <a:pt x="16212" y="107012"/>
                    <a:pt x="2570" y="119114"/>
                  </a:cubicBezTo>
                  <a:cubicBezTo>
                    <a:pt x="423" y="121213"/>
                    <a:pt x="296" y="121337"/>
                    <a:pt x="296" y="121954"/>
                  </a:cubicBezTo>
                  <a:cubicBezTo>
                    <a:pt x="296" y="122571"/>
                    <a:pt x="675" y="123436"/>
                    <a:pt x="1939" y="123436"/>
                  </a:cubicBezTo>
                  <a:cubicBezTo>
                    <a:pt x="3454" y="123436"/>
                    <a:pt x="15454" y="115286"/>
                    <a:pt x="23791" y="99849"/>
                  </a:cubicBezTo>
                  <a:cubicBezTo>
                    <a:pt x="29348" y="89600"/>
                    <a:pt x="33011" y="76263"/>
                    <a:pt x="33011" y="61815"/>
                  </a:cubicBezTo>
                  <a:cubicBezTo>
                    <a:pt x="33011" y="44403"/>
                    <a:pt x="27706" y="17359"/>
                    <a:pt x="2696"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0" name="Freeform: Shape 79">
              <a:extLst>
                <a:ext uri="{FF2B5EF4-FFF2-40B4-BE49-F238E27FC236}">
                  <a16:creationId xmlns:a16="http://schemas.microsoft.com/office/drawing/2014/main" id="{D9C1D77F-DFBD-17C5-5FB7-3B39FE0B29EF}"/>
                </a:ext>
              </a:extLst>
            </p:cNvPr>
            <p:cNvSpPr/>
            <p:nvPr>
              <p:custDataLst>
                <p:tags r:id="rId97"/>
              </p:custDataLst>
            </p:nvPr>
          </p:nvSpPr>
          <p:spPr>
            <a:xfrm>
              <a:off x="11852995" y="6806840"/>
              <a:ext cx="19127" cy="18699"/>
            </a:xfrm>
            <a:custGeom>
              <a:avLst/>
              <a:gdLst>
                <a:gd name="connsiteX0" fmla="*/ 19430 w 19127"/>
                <a:gd name="connsiteY0" fmla="*/ 9425 h 18699"/>
                <a:gd name="connsiteX1" fmla="*/ 9866 w 19127"/>
                <a:gd name="connsiteY1" fmla="*/ 75 h 18699"/>
                <a:gd name="connsiteX2" fmla="*/ 302 w 19127"/>
                <a:gd name="connsiteY2" fmla="*/ 9425 h 18699"/>
                <a:gd name="connsiteX3" fmla="*/ 9866 w 19127"/>
                <a:gd name="connsiteY3" fmla="*/ 18774 h 18699"/>
                <a:gd name="connsiteX4" fmla="*/ 19430 w 19127"/>
                <a:gd name="connsiteY4" fmla="*/ 9425 h 18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 h="18699">
                  <a:moveTo>
                    <a:pt x="19430" y="9425"/>
                  </a:moveTo>
                  <a:cubicBezTo>
                    <a:pt x="19430" y="4309"/>
                    <a:pt x="15099" y="75"/>
                    <a:pt x="9866" y="75"/>
                  </a:cubicBezTo>
                  <a:cubicBezTo>
                    <a:pt x="4633" y="75"/>
                    <a:pt x="302" y="4309"/>
                    <a:pt x="302" y="9425"/>
                  </a:cubicBezTo>
                  <a:cubicBezTo>
                    <a:pt x="302" y="14541"/>
                    <a:pt x="4633" y="18774"/>
                    <a:pt x="9866" y="18774"/>
                  </a:cubicBezTo>
                  <a:cubicBezTo>
                    <a:pt x="15099" y="18774"/>
                    <a:pt x="19430" y="14541"/>
                    <a:pt x="19430" y="942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1" name="Freeform: Shape 80">
              <a:extLst>
                <a:ext uri="{FF2B5EF4-FFF2-40B4-BE49-F238E27FC236}">
                  <a16:creationId xmlns:a16="http://schemas.microsoft.com/office/drawing/2014/main" id="{4A56DF65-21C8-C914-FA53-C71E4C36D73C}"/>
                </a:ext>
              </a:extLst>
            </p:cNvPr>
            <p:cNvSpPr/>
            <p:nvPr>
              <p:custDataLst>
                <p:tags r:id="rId98"/>
              </p:custDataLst>
            </p:nvPr>
          </p:nvSpPr>
          <p:spPr>
            <a:xfrm>
              <a:off x="11935999" y="6782319"/>
              <a:ext cx="69291" cy="79914"/>
            </a:xfrm>
            <a:custGeom>
              <a:avLst/>
              <a:gdLst>
                <a:gd name="connsiteX0" fmla="*/ 25750 w 69291"/>
                <a:gd name="connsiteY0" fmla="*/ 37298 h 79914"/>
                <a:gd name="connsiteX1" fmla="*/ 53359 w 69291"/>
                <a:gd name="connsiteY1" fmla="*/ 33240 h 79914"/>
                <a:gd name="connsiteX2" fmla="*/ 66892 w 69291"/>
                <a:gd name="connsiteY2" fmla="*/ 15070 h 79914"/>
                <a:gd name="connsiteX3" fmla="*/ 47584 w 69291"/>
                <a:gd name="connsiteY3" fmla="*/ 75 h 79914"/>
                <a:gd name="connsiteX4" fmla="*/ 307 w 69291"/>
                <a:gd name="connsiteY4" fmla="*/ 48059 h 79914"/>
                <a:gd name="connsiteX5" fmla="*/ 28637 w 69291"/>
                <a:gd name="connsiteY5" fmla="*/ 79990 h 79914"/>
                <a:gd name="connsiteX6" fmla="*/ 69599 w 69291"/>
                <a:gd name="connsiteY6" fmla="*/ 59173 h 79914"/>
                <a:gd name="connsiteX7" fmla="*/ 67434 w 69291"/>
                <a:gd name="connsiteY7" fmla="*/ 56880 h 79914"/>
                <a:gd name="connsiteX8" fmla="*/ 65088 w 69291"/>
                <a:gd name="connsiteY8" fmla="*/ 58644 h 79914"/>
                <a:gd name="connsiteX9" fmla="*/ 28998 w 69291"/>
                <a:gd name="connsiteY9" fmla="*/ 76108 h 79914"/>
                <a:gd name="connsiteX10" fmla="*/ 13299 w 69291"/>
                <a:gd name="connsiteY10" fmla="*/ 55645 h 79914"/>
                <a:gd name="connsiteX11" fmla="*/ 16187 w 69291"/>
                <a:gd name="connsiteY11" fmla="*/ 37298 h 79914"/>
                <a:gd name="connsiteX12" fmla="*/ 25750 w 69291"/>
                <a:gd name="connsiteY12" fmla="*/ 37298 h 79914"/>
                <a:gd name="connsiteX13" fmla="*/ 17269 w 69291"/>
                <a:gd name="connsiteY13" fmla="*/ 33417 h 79914"/>
                <a:gd name="connsiteX14" fmla="*/ 47584 w 69291"/>
                <a:gd name="connsiteY14" fmla="*/ 3956 h 79914"/>
                <a:gd name="connsiteX15" fmla="*/ 60937 w 69291"/>
                <a:gd name="connsiteY15" fmla="*/ 15070 h 79914"/>
                <a:gd name="connsiteX16" fmla="*/ 24668 w 69291"/>
                <a:gd name="connsiteY16" fmla="*/ 33417 h 79914"/>
                <a:gd name="connsiteX17" fmla="*/ 17269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750" y="37298"/>
                  </a:moveTo>
                  <a:cubicBezTo>
                    <a:pt x="30983" y="37298"/>
                    <a:pt x="44336" y="36945"/>
                    <a:pt x="53359" y="33240"/>
                  </a:cubicBezTo>
                  <a:cubicBezTo>
                    <a:pt x="65990" y="27948"/>
                    <a:pt x="66892" y="17540"/>
                    <a:pt x="66892" y="15070"/>
                  </a:cubicBezTo>
                  <a:cubicBezTo>
                    <a:pt x="66892" y="7308"/>
                    <a:pt x="60035" y="75"/>
                    <a:pt x="47584" y="75"/>
                  </a:cubicBezTo>
                  <a:cubicBezTo>
                    <a:pt x="27555" y="75"/>
                    <a:pt x="307" y="17187"/>
                    <a:pt x="307" y="48059"/>
                  </a:cubicBezTo>
                  <a:cubicBezTo>
                    <a:pt x="307" y="66053"/>
                    <a:pt x="10954" y="79990"/>
                    <a:pt x="28637" y="79990"/>
                  </a:cubicBezTo>
                  <a:cubicBezTo>
                    <a:pt x="54441" y="79990"/>
                    <a:pt x="69599" y="61290"/>
                    <a:pt x="69599" y="59173"/>
                  </a:cubicBezTo>
                  <a:cubicBezTo>
                    <a:pt x="69599" y="58114"/>
                    <a:pt x="68516" y="56880"/>
                    <a:pt x="67434" y="56880"/>
                  </a:cubicBezTo>
                  <a:cubicBezTo>
                    <a:pt x="66531" y="56880"/>
                    <a:pt x="66170" y="57232"/>
                    <a:pt x="65088" y="58644"/>
                  </a:cubicBezTo>
                  <a:cubicBezTo>
                    <a:pt x="50832" y="76108"/>
                    <a:pt x="31164" y="76108"/>
                    <a:pt x="28998" y="76108"/>
                  </a:cubicBezTo>
                  <a:cubicBezTo>
                    <a:pt x="14923" y="76108"/>
                    <a:pt x="13299" y="61290"/>
                    <a:pt x="13299" y="55645"/>
                  </a:cubicBezTo>
                  <a:cubicBezTo>
                    <a:pt x="13299" y="53528"/>
                    <a:pt x="13480" y="48059"/>
                    <a:pt x="16187" y="37298"/>
                  </a:cubicBezTo>
                  <a:lnTo>
                    <a:pt x="25750" y="37298"/>
                  </a:lnTo>
                  <a:close/>
                  <a:moveTo>
                    <a:pt x="17269" y="33417"/>
                  </a:moveTo>
                  <a:cubicBezTo>
                    <a:pt x="24307" y="6602"/>
                    <a:pt x="42893" y="3956"/>
                    <a:pt x="47584" y="3956"/>
                  </a:cubicBezTo>
                  <a:cubicBezTo>
                    <a:pt x="56065" y="3956"/>
                    <a:pt x="60937" y="9072"/>
                    <a:pt x="60937" y="15070"/>
                  </a:cubicBezTo>
                  <a:cubicBezTo>
                    <a:pt x="60937" y="33417"/>
                    <a:pt x="32066" y="33417"/>
                    <a:pt x="24668" y="33417"/>
                  </a:cubicBezTo>
                  <a:lnTo>
                    <a:pt x="17269"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2" name="Freeform: Shape 81">
              <a:extLst>
                <a:ext uri="{FF2B5EF4-FFF2-40B4-BE49-F238E27FC236}">
                  <a16:creationId xmlns:a16="http://schemas.microsoft.com/office/drawing/2014/main" id="{FC50F960-5E8F-781E-B57F-05F76FE83744}"/>
                </a:ext>
              </a:extLst>
            </p:cNvPr>
            <p:cNvSpPr/>
            <p:nvPr>
              <p:custDataLst>
                <p:tags r:id="rId99"/>
              </p:custDataLst>
            </p:nvPr>
          </p:nvSpPr>
          <p:spPr>
            <a:xfrm>
              <a:off x="12026246" y="6694837"/>
              <a:ext cx="32841" cy="123365"/>
            </a:xfrm>
            <a:custGeom>
              <a:avLst/>
              <a:gdLst>
                <a:gd name="connsiteX0" fmla="*/ 30627 w 32841"/>
                <a:gd name="connsiteY0" fmla="*/ 71 h 123365"/>
                <a:gd name="connsiteX1" fmla="*/ 312 w 32841"/>
                <a:gd name="connsiteY1" fmla="*/ 61691 h 123365"/>
                <a:gd name="connsiteX2" fmla="*/ 30627 w 32841"/>
                <a:gd name="connsiteY2" fmla="*/ 123436 h 123365"/>
                <a:gd name="connsiteX3" fmla="*/ 33153 w 32841"/>
                <a:gd name="connsiteY3" fmla="*/ 121954 h 123365"/>
                <a:gd name="connsiteX4" fmla="*/ 31890 w 32841"/>
                <a:gd name="connsiteY4" fmla="*/ 120102 h 123365"/>
                <a:gd name="connsiteX5" fmla="*/ 8901 w 32841"/>
                <a:gd name="connsiteY5" fmla="*/ 61815 h 123365"/>
                <a:gd name="connsiteX6" fmla="*/ 32269 w 32841"/>
                <a:gd name="connsiteY6" fmla="*/ 3034 h 123365"/>
                <a:gd name="connsiteX7" fmla="*/ 33153 w 32841"/>
                <a:gd name="connsiteY7" fmla="*/ 1552 h 123365"/>
                <a:gd name="connsiteX8" fmla="*/ 30627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627" y="71"/>
                  </a:moveTo>
                  <a:cubicBezTo>
                    <a:pt x="6628" y="16618"/>
                    <a:pt x="312" y="42798"/>
                    <a:pt x="312" y="61691"/>
                  </a:cubicBezTo>
                  <a:cubicBezTo>
                    <a:pt x="312" y="79103"/>
                    <a:pt x="5617" y="106147"/>
                    <a:pt x="30627" y="123436"/>
                  </a:cubicBezTo>
                  <a:cubicBezTo>
                    <a:pt x="31637" y="123436"/>
                    <a:pt x="33153" y="123436"/>
                    <a:pt x="33153" y="121954"/>
                  </a:cubicBezTo>
                  <a:cubicBezTo>
                    <a:pt x="33153" y="121213"/>
                    <a:pt x="32774" y="120966"/>
                    <a:pt x="31890" y="120102"/>
                  </a:cubicBezTo>
                  <a:cubicBezTo>
                    <a:pt x="15090" y="105283"/>
                    <a:pt x="8901" y="84290"/>
                    <a:pt x="8901" y="61815"/>
                  </a:cubicBezTo>
                  <a:cubicBezTo>
                    <a:pt x="8901" y="28473"/>
                    <a:pt x="21911" y="12172"/>
                    <a:pt x="32269" y="3034"/>
                  </a:cubicBezTo>
                  <a:cubicBezTo>
                    <a:pt x="32774" y="2540"/>
                    <a:pt x="33153" y="2170"/>
                    <a:pt x="33153" y="1552"/>
                  </a:cubicBezTo>
                  <a:cubicBezTo>
                    <a:pt x="33153" y="71"/>
                    <a:pt x="31637" y="71"/>
                    <a:pt x="30627"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3" name="Freeform: Shape 82">
              <a:extLst>
                <a:ext uri="{FF2B5EF4-FFF2-40B4-BE49-F238E27FC236}">
                  <a16:creationId xmlns:a16="http://schemas.microsoft.com/office/drawing/2014/main" id="{BD0C1EFD-34F9-9F36-0E43-3D615C477990}"/>
                </a:ext>
              </a:extLst>
            </p:cNvPr>
            <p:cNvSpPr/>
            <p:nvPr>
              <p:custDataLst>
                <p:tags r:id="rId100"/>
              </p:custDataLst>
            </p:nvPr>
          </p:nvSpPr>
          <p:spPr>
            <a:xfrm>
              <a:off x="12074266" y="6700394"/>
              <a:ext cx="73799" cy="111016"/>
            </a:xfrm>
            <a:custGeom>
              <a:avLst/>
              <a:gdLst>
                <a:gd name="connsiteX0" fmla="*/ 74115 w 73799"/>
                <a:gd name="connsiteY0" fmla="*/ 17236 h 111016"/>
                <a:gd name="connsiteX1" fmla="*/ 53399 w 73799"/>
                <a:gd name="connsiteY1" fmla="*/ 71 h 111016"/>
                <a:gd name="connsiteX2" fmla="*/ 20179 w 73799"/>
                <a:gd name="connsiteY2" fmla="*/ 31807 h 111016"/>
                <a:gd name="connsiteX3" fmla="*/ 348 w 73799"/>
                <a:gd name="connsiteY3" fmla="*/ 109605 h 111016"/>
                <a:gd name="connsiteX4" fmla="*/ 2116 w 73799"/>
                <a:gd name="connsiteY4" fmla="*/ 111087 h 111016"/>
                <a:gd name="connsiteX5" fmla="*/ 4516 w 73799"/>
                <a:gd name="connsiteY5" fmla="*/ 110223 h 111016"/>
                <a:gd name="connsiteX6" fmla="*/ 12979 w 73799"/>
                <a:gd name="connsiteY6" fmla="*/ 77251 h 111016"/>
                <a:gd name="connsiteX7" fmla="*/ 31926 w 73799"/>
                <a:gd name="connsiteY7" fmla="*/ 88242 h 111016"/>
                <a:gd name="connsiteX8" fmla="*/ 69567 w 73799"/>
                <a:gd name="connsiteY8" fmla="*/ 56875 h 111016"/>
                <a:gd name="connsiteX9" fmla="*/ 59715 w 73799"/>
                <a:gd name="connsiteY9" fmla="*/ 38105 h 111016"/>
                <a:gd name="connsiteX10" fmla="*/ 74115 w 73799"/>
                <a:gd name="connsiteY10" fmla="*/ 17236 h 111016"/>
                <a:gd name="connsiteX11" fmla="*/ 49105 w 73799"/>
                <a:gd name="connsiteY11" fmla="*/ 37982 h 111016"/>
                <a:gd name="connsiteX12" fmla="*/ 42663 w 73799"/>
                <a:gd name="connsiteY12" fmla="*/ 38846 h 111016"/>
                <a:gd name="connsiteX13" fmla="*/ 36726 w 73799"/>
                <a:gd name="connsiteY13" fmla="*/ 38229 h 111016"/>
                <a:gd name="connsiteX14" fmla="*/ 42663 w 73799"/>
                <a:gd name="connsiteY14" fmla="*/ 37364 h 111016"/>
                <a:gd name="connsiteX15" fmla="*/ 49105 w 73799"/>
                <a:gd name="connsiteY15" fmla="*/ 37982 h 111016"/>
                <a:gd name="connsiteX16" fmla="*/ 65778 w 73799"/>
                <a:gd name="connsiteY16" fmla="*/ 15013 h 111016"/>
                <a:gd name="connsiteX17" fmla="*/ 54662 w 73799"/>
                <a:gd name="connsiteY17" fmla="*/ 35512 h 111016"/>
                <a:gd name="connsiteX18" fmla="*/ 42789 w 73799"/>
                <a:gd name="connsiteY18" fmla="*/ 33907 h 111016"/>
                <a:gd name="connsiteX19" fmla="*/ 32052 w 73799"/>
                <a:gd name="connsiteY19" fmla="*/ 38599 h 111016"/>
                <a:gd name="connsiteX20" fmla="*/ 42410 w 73799"/>
                <a:gd name="connsiteY20" fmla="*/ 42180 h 111016"/>
                <a:gd name="connsiteX21" fmla="*/ 54410 w 73799"/>
                <a:gd name="connsiteY21" fmla="*/ 40451 h 111016"/>
                <a:gd name="connsiteX22" fmla="*/ 60220 w 73799"/>
                <a:gd name="connsiteY22" fmla="*/ 53541 h 111016"/>
                <a:gd name="connsiteX23" fmla="*/ 32305 w 73799"/>
                <a:gd name="connsiteY23" fmla="*/ 84784 h 111016"/>
                <a:gd name="connsiteX24" fmla="*/ 15632 w 73799"/>
                <a:gd name="connsiteY24" fmla="*/ 69224 h 111016"/>
                <a:gd name="connsiteX25" fmla="*/ 16011 w 73799"/>
                <a:gd name="connsiteY25" fmla="*/ 65643 h 111016"/>
                <a:gd name="connsiteX26" fmla="*/ 24347 w 73799"/>
                <a:gd name="connsiteY26" fmla="*/ 32795 h 111016"/>
                <a:gd name="connsiteX27" fmla="*/ 53147 w 73799"/>
                <a:gd name="connsiteY27" fmla="*/ 3528 h 111016"/>
                <a:gd name="connsiteX28" fmla="*/ 65778 w 73799"/>
                <a:gd name="connsiteY28" fmla="*/ 15013 h 11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3799" h="111016">
                  <a:moveTo>
                    <a:pt x="74115" y="17236"/>
                  </a:moveTo>
                  <a:cubicBezTo>
                    <a:pt x="74115" y="6369"/>
                    <a:pt x="64515" y="71"/>
                    <a:pt x="53399" y="71"/>
                  </a:cubicBezTo>
                  <a:cubicBezTo>
                    <a:pt x="36094" y="71"/>
                    <a:pt x="23337" y="19335"/>
                    <a:pt x="20179" y="31807"/>
                  </a:cubicBezTo>
                  <a:lnTo>
                    <a:pt x="348" y="109605"/>
                  </a:lnTo>
                  <a:cubicBezTo>
                    <a:pt x="95" y="110470"/>
                    <a:pt x="1358" y="111087"/>
                    <a:pt x="2116" y="111087"/>
                  </a:cubicBezTo>
                  <a:cubicBezTo>
                    <a:pt x="3253" y="111087"/>
                    <a:pt x="4264" y="110963"/>
                    <a:pt x="4516" y="110223"/>
                  </a:cubicBezTo>
                  <a:lnTo>
                    <a:pt x="12979" y="77251"/>
                  </a:lnTo>
                  <a:cubicBezTo>
                    <a:pt x="15632" y="82932"/>
                    <a:pt x="21695" y="88242"/>
                    <a:pt x="31926" y="88242"/>
                  </a:cubicBezTo>
                  <a:cubicBezTo>
                    <a:pt x="49610" y="88242"/>
                    <a:pt x="69567" y="75769"/>
                    <a:pt x="69567" y="56875"/>
                  </a:cubicBezTo>
                  <a:cubicBezTo>
                    <a:pt x="69567" y="49590"/>
                    <a:pt x="66157" y="42180"/>
                    <a:pt x="59715" y="38105"/>
                  </a:cubicBezTo>
                  <a:cubicBezTo>
                    <a:pt x="65904" y="34277"/>
                    <a:pt x="74115" y="27238"/>
                    <a:pt x="74115" y="17236"/>
                  </a:cubicBezTo>
                  <a:close/>
                  <a:moveTo>
                    <a:pt x="49105" y="37982"/>
                  </a:moveTo>
                  <a:cubicBezTo>
                    <a:pt x="47210" y="38352"/>
                    <a:pt x="46326" y="38846"/>
                    <a:pt x="42663" y="38846"/>
                  </a:cubicBezTo>
                  <a:cubicBezTo>
                    <a:pt x="40642" y="38846"/>
                    <a:pt x="37610" y="38723"/>
                    <a:pt x="36726" y="38229"/>
                  </a:cubicBezTo>
                  <a:cubicBezTo>
                    <a:pt x="37989" y="37488"/>
                    <a:pt x="41526" y="37364"/>
                    <a:pt x="42663" y="37364"/>
                  </a:cubicBezTo>
                  <a:cubicBezTo>
                    <a:pt x="44557" y="37364"/>
                    <a:pt x="47336" y="37488"/>
                    <a:pt x="49105" y="37982"/>
                  </a:cubicBezTo>
                  <a:close/>
                  <a:moveTo>
                    <a:pt x="65778" y="15013"/>
                  </a:moveTo>
                  <a:cubicBezTo>
                    <a:pt x="65778" y="21558"/>
                    <a:pt x="62494" y="31190"/>
                    <a:pt x="54662" y="35512"/>
                  </a:cubicBezTo>
                  <a:cubicBezTo>
                    <a:pt x="52262" y="34771"/>
                    <a:pt x="49862" y="33907"/>
                    <a:pt x="42789" y="33907"/>
                  </a:cubicBezTo>
                  <a:cubicBezTo>
                    <a:pt x="38368" y="33907"/>
                    <a:pt x="32052" y="34153"/>
                    <a:pt x="32052" y="38599"/>
                  </a:cubicBezTo>
                  <a:cubicBezTo>
                    <a:pt x="32052" y="41686"/>
                    <a:pt x="35968" y="42180"/>
                    <a:pt x="42410" y="42180"/>
                  </a:cubicBezTo>
                  <a:cubicBezTo>
                    <a:pt x="46705" y="42180"/>
                    <a:pt x="50494" y="41563"/>
                    <a:pt x="54410" y="40451"/>
                  </a:cubicBezTo>
                  <a:cubicBezTo>
                    <a:pt x="58199" y="43045"/>
                    <a:pt x="60220" y="48108"/>
                    <a:pt x="60220" y="53541"/>
                  </a:cubicBezTo>
                  <a:cubicBezTo>
                    <a:pt x="60220" y="71447"/>
                    <a:pt x="47715" y="84784"/>
                    <a:pt x="32305" y="84784"/>
                  </a:cubicBezTo>
                  <a:cubicBezTo>
                    <a:pt x="22579" y="84784"/>
                    <a:pt x="15632" y="78980"/>
                    <a:pt x="15632" y="69224"/>
                  </a:cubicBezTo>
                  <a:cubicBezTo>
                    <a:pt x="15632" y="67989"/>
                    <a:pt x="15758" y="66755"/>
                    <a:pt x="16011" y="65643"/>
                  </a:cubicBezTo>
                  <a:lnTo>
                    <a:pt x="24347" y="32795"/>
                  </a:lnTo>
                  <a:cubicBezTo>
                    <a:pt x="27379" y="21064"/>
                    <a:pt x="38494" y="3528"/>
                    <a:pt x="53147" y="3528"/>
                  </a:cubicBezTo>
                  <a:cubicBezTo>
                    <a:pt x="60599" y="3528"/>
                    <a:pt x="65778" y="7480"/>
                    <a:pt x="65778" y="1501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4" name="Freeform: Shape 83">
              <a:extLst>
                <a:ext uri="{FF2B5EF4-FFF2-40B4-BE49-F238E27FC236}">
                  <a16:creationId xmlns:a16="http://schemas.microsoft.com/office/drawing/2014/main" id="{53D024AB-3461-2F91-1077-718DCA29B26D}"/>
                </a:ext>
              </a:extLst>
            </p:cNvPr>
            <p:cNvSpPr/>
            <p:nvPr>
              <p:custDataLst>
                <p:tags r:id="rId101"/>
              </p:custDataLst>
            </p:nvPr>
          </p:nvSpPr>
          <p:spPr>
            <a:xfrm>
              <a:off x="12153270" y="6746261"/>
              <a:ext cx="42675" cy="76915"/>
            </a:xfrm>
            <a:custGeom>
              <a:avLst/>
              <a:gdLst>
                <a:gd name="connsiteX0" fmla="*/ 42995 w 42675"/>
                <a:gd name="connsiteY0" fmla="*/ 3864 h 76915"/>
                <a:gd name="connsiteX1" fmla="*/ 39025 w 42675"/>
                <a:gd name="connsiteY1" fmla="*/ 72 h 76915"/>
                <a:gd name="connsiteX2" fmla="*/ 33432 w 42675"/>
                <a:gd name="connsiteY2" fmla="*/ 5364 h 76915"/>
                <a:gd name="connsiteX3" fmla="*/ 37401 w 42675"/>
                <a:gd name="connsiteY3" fmla="*/ 9157 h 76915"/>
                <a:gd name="connsiteX4" fmla="*/ 42995 w 42675"/>
                <a:gd name="connsiteY4" fmla="*/ 3864 h 76915"/>
                <a:gd name="connsiteX5" fmla="*/ 23326 w 42675"/>
                <a:gd name="connsiteY5" fmla="*/ 62874 h 76915"/>
                <a:gd name="connsiteX6" fmla="*/ 10425 w 42675"/>
                <a:gd name="connsiteY6" fmla="*/ 73988 h 76915"/>
                <a:gd name="connsiteX7" fmla="*/ 7176 w 42675"/>
                <a:gd name="connsiteY7" fmla="*/ 73547 h 76915"/>
                <a:gd name="connsiteX8" fmla="*/ 9973 w 42675"/>
                <a:gd name="connsiteY8" fmla="*/ 68872 h 76915"/>
                <a:gd name="connsiteX9" fmla="*/ 5913 w 42675"/>
                <a:gd name="connsiteY9" fmla="*/ 65256 h 76915"/>
                <a:gd name="connsiteX10" fmla="*/ 320 w 42675"/>
                <a:gd name="connsiteY10" fmla="*/ 70901 h 76915"/>
                <a:gd name="connsiteX11" fmla="*/ 10515 w 42675"/>
                <a:gd name="connsiteY11" fmla="*/ 76987 h 76915"/>
                <a:gd name="connsiteX12" fmla="*/ 31176 w 42675"/>
                <a:gd name="connsiteY12" fmla="*/ 62963 h 76915"/>
                <a:gd name="connsiteX13" fmla="*/ 39296 w 42675"/>
                <a:gd name="connsiteY13" fmla="*/ 31385 h 76915"/>
                <a:gd name="connsiteX14" fmla="*/ 39747 w 42675"/>
                <a:gd name="connsiteY14" fmla="*/ 28474 h 76915"/>
                <a:gd name="connsiteX15" fmla="*/ 28650 w 42675"/>
                <a:gd name="connsiteY15" fmla="*/ 19918 h 76915"/>
                <a:gd name="connsiteX16" fmla="*/ 11056 w 42675"/>
                <a:gd name="connsiteY16" fmla="*/ 33590 h 76915"/>
                <a:gd name="connsiteX17" fmla="*/ 12951 w 42675"/>
                <a:gd name="connsiteY17" fmla="*/ 34825 h 76915"/>
                <a:gd name="connsiteX18" fmla="*/ 14936 w 42675"/>
                <a:gd name="connsiteY18" fmla="*/ 33590 h 76915"/>
                <a:gd name="connsiteX19" fmla="*/ 28289 w 42675"/>
                <a:gd name="connsiteY19" fmla="*/ 22917 h 76915"/>
                <a:gd name="connsiteX20" fmla="*/ 32078 w 42675"/>
                <a:gd name="connsiteY20" fmla="*/ 27592 h 76915"/>
                <a:gd name="connsiteX21" fmla="*/ 31808 w 42675"/>
                <a:gd name="connsiteY21" fmla="*/ 29885 h 76915"/>
                <a:gd name="connsiteX22" fmla="*/ 23326 w 42675"/>
                <a:gd name="connsiteY22" fmla="*/ 62874 h 7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675" h="76915">
                  <a:moveTo>
                    <a:pt x="42995" y="3864"/>
                  </a:moveTo>
                  <a:cubicBezTo>
                    <a:pt x="42995" y="1836"/>
                    <a:pt x="41461" y="72"/>
                    <a:pt x="39025" y="72"/>
                  </a:cubicBezTo>
                  <a:cubicBezTo>
                    <a:pt x="36228" y="72"/>
                    <a:pt x="33432" y="2718"/>
                    <a:pt x="33432" y="5364"/>
                  </a:cubicBezTo>
                  <a:cubicBezTo>
                    <a:pt x="33432" y="7481"/>
                    <a:pt x="35146" y="9157"/>
                    <a:pt x="37401" y="9157"/>
                  </a:cubicBezTo>
                  <a:cubicBezTo>
                    <a:pt x="40469" y="9157"/>
                    <a:pt x="42995" y="6334"/>
                    <a:pt x="42995" y="3864"/>
                  </a:cubicBezTo>
                  <a:close/>
                  <a:moveTo>
                    <a:pt x="23326" y="62874"/>
                  </a:moveTo>
                  <a:cubicBezTo>
                    <a:pt x="21612" y="69578"/>
                    <a:pt x="15928" y="73988"/>
                    <a:pt x="10425" y="73988"/>
                  </a:cubicBezTo>
                  <a:cubicBezTo>
                    <a:pt x="8891" y="73988"/>
                    <a:pt x="7898" y="73724"/>
                    <a:pt x="7176" y="73547"/>
                  </a:cubicBezTo>
                  <a:cubicBezTo>
                    <a:pt x="9342" y="72313"/>
                    <a:pt x="9973" y="70019"/>
                    <a:pt x="9973" y="68872"/>
                  </a:cubicBezTo>
                  <a:cubicBezTo>
                    <a:pt x="9973" y="67373"/>
                    <a:pt x="8891" y="65256"/>
                    <a:pt x="5913" y="65256"/>
                  </a:cubicBezTo>
                  <a:cubicBezTo>
                    <a:pt x="2846" y="65256"/>
                    <a:pt x="320" y="67990"/>
                    <a:pt x="320" y="70901"/>
                  </a:cubicBezTo>
                  <a:cubicBezTo>
                    <a:pt x="320" y="74694"/>
                    <a:pt x="4380" y="76987"/>
                    <a:pt x="10515" y="76987"/>
                  </a:cubicBezTo>
                  <a:cubicBezTo>
                    <a:pt x="16650" y="76987"/>
                    <a:pt x="28379" y="73900"/>
                    <a:pt x="31176" y="62963"/>
                  </a:cubicBezTo>
                  <a:lnTo>
                    <a:pt x="39296" y="31385"/>
                  </a:lnTo>
                  <a:cubicBezTo>
                    <a:pt x="39476" y="30503"/>
                    <a:pt x="39747" y="29709"/>
                    <a:pt x="39747" y="28474"/>
                  </a:cubicBezTo>
                  <a:cubicBezTo>
                    <a:pt x="39747" y="23446"/>
                    <a:pt x="34965" y="19918"/>
                    <a:pt x="28650" y="19918"/>
                  </a:cubicBezTo>
                  <a:cubicBezTo>
                    <a:pt x="17733" y="19918"/>
                    <a:pt x="11056" y="31826"/>
                    <a:pt x="11056" y="33590"/>
                  </a:cubicBezTo>
                  <a:cubicBezTo>
                    <a:pt x="11056" y="34825"/>
                    <a:pt x="12500" y="34825"/>
                    <a:pt x="12951" y="34825"/>
                  </a:cubicBezTo>
                  <a:cubicBezTo>
                    <a:pt x="14304" y="34825"/>
                    <a:pt x="14485" y="34472"/>
                    <a:pt x="14936" y="33590"/>
                  </a:cubicBezTo>
                  <a:cubicBezTo>
                    <a:pt x="19086" y="24946"/>
                    <a:pt x="25221" y="22917"/>
                    <a:pt x="28289" y="22917"/>
                  </a:cubicBezTo>
                  <a:cubicBezTo>
                    <a:pt x="31898" y="22917"/>
                    <a:pt x="32078" y="26092"/>
                    <a:pt x="32078" y="27592"/>
                  </a:cubicBezTo>
                  <a:cubicBezTo>
                    <a:pt x="32078" y="28827"/>
                    <a:pt x="31988" y="29180"/>
                    <a:pt x="31808" y="29885"/>
                  </a:cubicBezTo>
                  <a:lnTo>
                    <a:pt x="23326" y="6287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5" name="Freeform: Shape 84">
              <a:extLst>
                <a:ext uri="{FF2B5EF4-FFF2-40B4-BE49-F238E27FC236}">
                  <a16:creationId xmlns:a16="http://schemas.microsoft.com/office/drawing/2014/main" id="{2C1F8A15-1E55-1883-C433-511ADC65E57F}"/>
                </a:ext>
              </a:extLst>
            </p:cNvPr>
            <p:cNvSpPr/>
            <p:nvPr>
              <p:custDataLst>
                <p:tags r:id="rId102"/>
              </p:custDataLst>
            </p:nvPr>
          </p:nvSpPr>
          <p:spPr>
            <a:xfrm>
              <a:off x="12226312" y="6694837"/>
              <a:ext cx="32715" cy="123365"/>
            </a:xfrm>
            <a:custGeom>
              <a:avLst/>
              <a:gdLst>
                <a:gd name="connsiteX0" fmla="*/ 2723 w 32715"/>
                <a:gd name="connsiteY0" fmla="*/ 71 h 123365"/>
                <a:gd name="connsiteX1" fmla="*/ 323 w 32715"/>
                <a:gd name="connsiteY1" fmla="*/ 1552 h 123365"/>
                <a:gd name="connsiteX2" fmla="*/ 1460 w 32715"/>
                <a:gd name="connsiteY2" fmla="*/ 3405 h 123365"/>
                <a:gd name="connsiteX3" fmla="*/ 24449 w 32715"/>
                <a:gd name="connsiteY3" fmla="*/ 61691 h 123365"/>
                <a:gd name="connsiteX4" fmla="*/ 2597 w 32715"/>
                <a:gd name="connsiteY4" fmla="*/ 119114 h 123365"/>
                <a:gd name="connsiteX5" fmla="*/ 323 w 32715"/>
                <a:gd name="connsiteY5" fmla="*/ 121954 h 123365"/>
                <a:gd name="connsiteX6" fmla="*/ 1965 w 32715"/>
                <a:gd name="connsiteY6" fmla="*/ 123436 h 123365"/>
                <a:gd name="connsiteX7" fmla="*/ 23817 w 32715"/>
                <a:gd name="connsiteY7" fmla="*/ 99849 h 123365"/>
                <a:gd name="connsiteX8" fmla="*/ 33038 w 32715"/>
                <a:gd name="connsiteY8" fmla="*/ 61815 h 123365"/>
                <a:gd name="connsiteX9" fmla="*/ 2723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723" y="71"/>
                  </a:moveTo>
                  <a:cubicBezTo>
                    <a:pt x="1839" y="71"/>
                    <a:pt x="323" y="71"/>
                    <a:pt x="323" y="1552"/>
                  </a:cubicBezTo>
                  <a:cubicBezTo>
                    <a:pt x="323" y="2170"/>
                    <a:pt x="702" y="2540"/>
                    <a:pt x="1460" y="3405"/>
                  </a:cubicBezTo>
                  <a:cubicBezTo>
                    <a:pt x="12323" y="13160"/>
                    <a:pt x="24449" y="29831"/>
                    <a:pt x="24449" y="61691"/>
                  </a:cubicBezTo>
                  <a:cubicBezTo>
                    <a:pt x="24449" y="87501"/>
                    <a:pt x="16239" y="107012"/>
                    <a:pt x="2597" y="119114"/>
                  </a:cubicBezTo>
                  <a:cubicBezTo>
                    <a:pt x="450" y="121213"/>
                    <a:pt x="323" y="121337"/>
                    <a:pt x="323" y="121954"/>
                  </a:cubicBezTo>
                  <a:cubicBezTo>
                    <a:pt x="323" y="122571"/>
                    <a:pt x="702" y="123436"/>
                    <a:pt x="1965" y="123436"/>
                  </a:cubicBezTo>
                  <a:cubicBezTo>
                    <a:pt x="3481" y="123436"/>
                    <a:pt x="15481" y="115286"/>
                    <a:pt x="23817" y="99849"/>
                  </a:cubicBezTo>
                  <a:cubicBezTo>
                    <a:pt x="29375" y="89600"/>
                    <a:pt x="33038" y="76263"/>
                    <a:pt x="33038" y="61815"/>
                  </a:cubicBezTo>
                  <a:cubicBezTo>
                    <a:pt x="33038" y="44403"/>
                    <a:pt x="27733" y="17359"/>
                    <a:pt x="2723"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82DA3C15-90B8-D345-A8C6-FF6AB1080E9F}"/>
                  </a:ext>
                </a:extLst>
              </p:cNvPr>
              <p:cNvSpPr txBox="1"/>
              <p:nvPr/>
            </p:nvSpPr>
            <p:spPr>
              <a:xfrm>
                <a:off x="880469" y="2570564"/>
                <a:ext cx="4288431" cy="845873"/>
              </a:xfrm>
              <a:prstGeom prst="rect">
                <a:avLst/>
              </a:prstGeom>
              <a:noFill/>
            </p:spPr>
            <p:txBody>
              <a:bodyPr wrap="square">
                <a:spAutoFit/>
              </a:bodyPr>
              <a:lstStyle/>
              <a:p>
                <a:pPr lvl="0">
                  <a:defRPr/>
                </a:pPr>
                <a:r>
                  <a:rPr lang="en-US" sz="1200">
                    <a:solidFill>
                      <a:prstClr val="black"/>
                    </a:solidFill>
                  </a:rPr>
                  <a:t>However, we are not only interested in the exponents themselves, </a:t>
                </a:r>
                <a:r>
                  <a:rPr lang="en-US" sz="1200" b="1">
                    <a:solidFill>
                      <a:prstClr val="black"/>
                    </a:solidFill>
                    <a:highlight>
                      <a:srgbClr val="FFC000"/>
                    </a:highlight>
                  </a:rPr>
                  <a:t>but in the multiplicative effect on the odds of a one‑unit change in the predictor</a:t>
                </a:r>
                <a:r>
                  <a:rPr lang="en-US" sz="1200">
                    <a:solidFill>
                      <a:prstClr val="black"/>
                    </a:solidFill>
                  </a:rPr>
                  <a:t> </a:t>
                </a:r>
                <a14:m>
                  <m:oMath xmlns:m="http://schemas.openxmlformats.org/officeDocument/2006/math">
                    <m:sSub>
                      <m:sSubPr>
                        <m:ctrlPr>
                          <a:rPr lang="en-US" sz="1200" i="1" dirty="0" smtClean="0">
                            <a:solidFill>
                              <a:prstClr val="black"/>
                            </a:solidFill>
                            <a:latin typeface="Cambria Math" panose="02040503050406030204" pitchFamily="18" charset="0"/>
                          </a:rPr>
                        </m:ctrlPr>
                      </m:sSubPr>
                      <m:e>
                        <m:r>
                          <a:rPr lang="en-US" sz="1200" i="1" dirty="0" smtClean="0">
                            <a:solidFill>
                              <a:prstClr val="black"/>
                            </a:solidFill>
                            <a:latin typeface="Cambria Math" panose="02040503050406030204" pitchFamily="18" charset="0"/>
                          </a:rPr>
                          <m:t>𝑥</m:t>
                        </m:r>
                      </m:e>
                      <m:sub>
                        <m:r>
                          <a:rPr lang="en-US" sz="1200" i="1" dirty="0" smtClean="0">
                            <a:solidFill>
                              <a:prstClr val="black"/>
                            </a:solidFill>
                            <a:latin typeface="Cambria Math" panose="02040503050406030204" pitchFamily="18" charset="0"/>
                          </a:rPr>
                          <m:t>𝑗</m:t>
                        </m:r>
                      </m:sub>
                    </m:sSub>
                  </m:oMath>
                </a14:m>
                <a:r>
                  <a:rPr lang="en-US" sz="1200">
                    <a:solidFill>
                      <a:prstClr val="black"/>
                    </a:solidFill>
                  </a:rPr>
                  <a:t>​, holding all other variables constant.</a:t>
                </a: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mc:Choice>
        <mc:Fallback xmlns="">
          <p:sp>
            <p:nvSpPr>
              <p:cNvPr id="86" name="TextBox 85">
                <a:extLst>
                  <a:ext uri="{FF2B5EF4-FFF2-40B4-BE49-F238E27FC236}">
                    <a16:creationId xmlns:a16="http://schemas.microsoft.com/office/drawing/2014/main" id="{82DA3C15-90B8-D345-A8C6-FF6AB1080E9F}"/>
                  </a:ext>
                </a:extLst>
              </p:cNvPr>
              <p:cNvSpPr txBox="1">
                <a:spLocks noRot="1" noChangeAspect="1" noMove="1" noResize="1" noEditPoints="1" noAdjustHandles="1" noChangeArrowheads="1" noChangeShapeType="1" noTextEdit="1"/>
              </p:cNvSpPr>
              <p:nvPr/>
            </p:nvSpPr>
            <p:spPr>
              <a:xfrm>
                <a:off x="880469" y="2570564"/>
                <a:ext cx="4288431" cy="845873"/>
              </a:xfrm>
              <a:prstGeom prst="rect">
                <a:avLst/>
              </a:prstGeom>
              <a:blipFill>
                <a:blip r:embed="rId105"/>
                <a:stretch>
                  <a:fillRect t="-725" r="-426"/>
                </a:stretch>
              </a:blipFill>
            </p:spPr>
            <p:txBody>
              <a:bodyPr/>
              <a:lstStyle/>
              <a:p>
                <a:r>
                  <a:rPr lang="en-US">
                    <a:noFill/>
                  </a:rPr>
                  <a:t> </a:t>
                </a:r>
              </a:p>
            </p:txBody>
          </p:sp>
        </mc:Fallback>
      </mc:AlternateContent>
      <p:sp>
        <p:nvSpPr>
          <p:cNvPr id="88" name="Oval 87">
            <a:extLst>
              <a:ext uri="{FF2B5EF4-FFF2-40B4-BE49-F238E27FC236}">
                <a16:creationId xmlns:a16="http://schemas.microsoft.com/office/drawing/2014/main" id="{CF123A3E-DAAE-0433-6449-D72F3B3B68AB}"/>
              </a:ext>
            </a:extLst>
          </p:cNvPr>
          <p:cNvSpPr/>
          <p:nvPr/>
        </p:nvSpPr>
        <p:spPr>
          <a:xfrm>
            <a:off x="3954262" y="3505161"/>
            <a:ext cx="619263" cy="61926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6" name="Picture 5" descr="\documentclass{article}&#10;\usepackage{amsmath}&#10;\pagestyle{empty}&#10;\begin{document}&#10;&#10;\begin{table}[ht]&#10;\centering&#10;\begin{tabular}{lccc}&#10;\hline&#10;\textbf{Variable} &amp; \textbf{OR} &amp; \textbf{Lower limit} &amp; \textbf{Upper limit} \\&#10;\hline&#10;Intercept   &amp; 0.0185 &amp; 0.0019 &amp; 0.1665 \\&#10;GRE          &amp; 1.0023 &amp; 1.0001 &amp; 1.0044 \\&#10;GPA          &amp; 2.2345 &amp; 1.1739 &amp; 4.3238 \\&#10;Rank (2)     &amp; 0.5089 &amp; 0.2723 &amp; 0.9448 \\&#10;Rank (3)     &amp; 0.2618 &amp; 0.1316 &amp; 0.5115 \\&#10;Rank (4)     &amp; 0.2119 &amp; 0.0907 &amp; 0.4707 \\&#10;\hline&#10;\end{tabular}&#10;\end{table}&#10;&#10;\end{document}" title="IguanaTex Picture Display">
            <a:extLst>
              <a:ext uri="{FF2B5EF4-FFF2-40B4-BE49-F238E27FC236}">
                <a16:creationId xmlns:a16="http://schemas.microsoft.com/office/drawing/2014/main" id="{6639F4D5-487E-7086-3E2C-A4C0CA6CE23C}"/>
              </a:ext>
            </a:extLst>
          </p:cNvPr>
          <p:cNvPicPr>
            <a:picLocks noChangeAspect="1"/>
          </p:cNvPicPr>
          <p:nvPr>
            <p:custDataLst>
              <p:tags r:id="rId2"/>
            </p:custDataLst>
          </p:nvPr>
        </p:nvPicPr>
        <p:blipFill>
          <a:blip r:embed="rId106">
            <a:extLst>
              <a:ext uri="{28A0092B-C50C-407E-A947-70E740481C1C}">
                <a14:useLocalDpi xmlns:a14="http://schemas.microsoft.com/office/drawing/2010/main" val="0"/>
              </a:ext>
            </a:extLst>
          </a:blip>
          <a:stretch>
            <a:fillRect/>
          </a:stretch>
        </p:blipFill>
        <p:spPr>
          <a:xfrm>
            <a:off x="953234" y="4851450"/>
            <a:ext cx="3200143" cy="1161971"/>
          </a:xfrm>
          <a:prstGeom prst="rect">
            <a:avLst/>
          </a:prstGeom>
        </p:spPr>
      </p:pic>
      <p:grpSp>
        <p:nvGrpSpPr>
          <p:cNvPr id="164" name="Group 163" descr="\documentclass{article}&#10;\usepackage{amsmath}&#10;\pagestyle{empty}&#10;\begin{document}&#10;&#10;&#10;\[&#10;  \frac{p}{1 - p} = e^{(\mathbf{x}'\boldsymbol{\beta})}&#10;\]&#10;&#10;\end{document}" title="IguanaTex Shape Display">
            <a:extLst>
              <a:ext uri="{FF2B5EF4-FFF2-40B4-BE49-F238E27FC236}">
                <a16:creationId xmlns:a16="http://schemas.microsoft.com/office/drawing/2014/main" id="{F269D970-62F8-F80B-BF08-ED771E931C65}"/>
              </a:ext>
            </a:extLst>
          </p:cNvPr>
          <p:cNvGrpSpPr>
            <a:grpSpLocks noChangeAspect="1"/>
          </p:cNvGrpSpPr>
          <p:nvPr>
            <p:custDataLst>
              <p:tags r:id="rId3"/>
            </p:custDataLst>
          </p:nvPr>
        </p:nvGrpSpPr>
        <p:grpSpPr>
          <a:xfrm>
            <a:off x="990600" y="1957160"/>
            <a:ext cx="1449816" cy="484588"/>
            <a:chOff x="8663528" y="-17545713"/>
            <a:chExt cx="1655950" cy="553486"/>
          </a:xfrm>
        </p:grpSpPr>
        <p:sp>
          <p:nvSpPr>
            <p:cNvPr id="152" name="Freeform: Shape 151">
              <a:extLst>
                <a:ext uri="{FF2B5EF4-FFF2-40B4-BE49-F238E27FC236}">
                  <a16:creationId xmlns:a16="http://schemas.microsoft.com/office/drawing/2014/main" id="{FA9D3411-0C01-B42C-FC46-D56A0392A458}"/>
                </a:ext>
              </a:extLst>
            </p:cNvPr>
            <p:cNvSpPr/>
            <p:nvPr>
              <p:custDataLst>
                <p:tags r:id="rId55"/>
              </p:custDataLst>
            </p:nvPr>
          </p:nvSpPr>
          <p:spPr>
            <a:xfrm flipV="1">
              <a:off x="8893234" y="-17545713"/>
              <a:ext cx="144631" cy="176124"/>
            </a:xfrm>
            <a:custGeom>
              <a:avLst/>
              <a:gdLst>
                <a:gd name="csX0" fmla="*/ 21331 w 144631"/>
                <a:gd name="csY0" fmla="*/ 18533 h 176124"/>
                <a:gd name="csX1" fmla="*/ 6372 w 144631"/>
                <a:gd name="csY1" fmla="*/ 7178 h 176124"/>
                <a:gd name="csX2" fmla="*/ 0 w 144631"/>
                <a:gd name="csY2" fmla="*/ 1921 h 176124"/>
                <a:gd name="csX3" fmla="*/ 3598 w 144631"/>
                <a:gd name="csY3" fmla="*/ -1406 h 176124"/>
                <a:gd name="csX4" fmla="*/ 26876 w 144631"/>
                <a:gd name="csY4" fmla="*/ -571 h 176124"/>
                <a:gd name="csX5" fmla="*/ 54310 w 144631"/>
                <a:gd name="csY5" fmla="*/ -1406 h 176124"/>
                <a:gd name="csX6" fmla="*/ 59290 w 144631"/>
                <a:gd name="csY6" fmla="*/ 4137 h 176124"/>
                <a:gd name="csX7" fmla="*/ 52641 w 144631"/>
                <a:gd name="csY7" fmla="*/ 7178 h 176124"/>
                <a:gd name="csX8" fmla="*/ 38794 w 144631"/>
                <a:gd name="csY8" fmla="*/ 11608 h 176124"/>
                <a:gd name="csX9" fmla="*/ 52371 w 144631"/>
                <a:gd name="csY9" fmla="*/ 66992 h 176124"/>
                <a:gd name="csX10" fmla="*/ 77857 w 144631"/>
                <a:gd name="csY10" fmla="*/ 49269 h 176124"/>
                <a:gd name="csX11" fmla="*/ 144631 w 144631"/>
                <a:gd name="csY11" fmla="*/ 130411 h 176124"/>
                <a:gd name="csX12" fmla="*/ 107784 w 144631"/>
                <a:gd name="csY12" fmla="*/ 174718 h 176124"/>
                <a:gd name="csX13" fmla="*/ 71485 w 144631"/>
                <a:gd name="csY13" fmla="*/ 153946 h 176124"/>
                <a:gd name="csX14" fmla="*/ 46547 w 144631"/>
                <a:gd name="csY14" fmla="*/ 174718 h 176124"/>
                <a:gd name="csX15" fmla="*/ 26042 w 144631"/>
                <a:gd name="csY15" fmla="*/ 158933 h 176124"/>
                <a:gd name="csX16" fmla="*/ 17454 w 144631"/>
                <a:gd name="csY16" fmla="*/ 132071 h 176124"/>
                <a:gd name="csX17" fmla="*/ 20783 w 144631"/>
                <a:gd name="csY17" fmla="*/ 129309 h 176124"/>
                <a:gd name="csX18" fmla="*/ 25495 w 144631"/>
                <a:gd name="csY18" fmla="*/ 135677 h 176124"/>
                <a:gd name="csX19" fmla="*/ 45713 w 144631"/>
                <a:gd name="csY19" fmla="*/ 168628 h 176124"/>
                <a:gd name="csX20" fmla="*/ 54310 w 144631"/>
                <a:gd name="csY20" fmla="*/ 155892 h 176124"/>
                <a:gd name="csX21" fmla="*/ 52371 w 144631"/>
                <a:gd name="csY21" fmla="*/ 141766 h 176124"/>
                <a:gd name="csX22" fmla="*/ 21331 w 144631"/>
                <a:gd name="csY22" fmla="*/ 18533 h 176124"/>
                <a:gd name="csX23" fmla="*/ 70104 w 144631"/>
                <a:gd name="csY23" fmla="*/ 138717 h 176124"/>
                <a:gd name="csX24" fmla="*/ 84506 w 144631"/>
                <a:gd name="csY24" fmla="*/ 158108 h 176124"/>
                <a:gd name="csX25" fmla="*/ 106950 w 144631"/>
                <a:gd name="csY25" fmla="*/ 168628 h 176124"/>
                <a:gd name="csX26" fmla="*/ 124682 w 144631"/>
                <a:gd name="csY26" fmla="*/ 142600 h 176124"/>
                <a:gd name="csX27" fmla="*/ 110548 w 144631"/>
                <a:gd name="csY27" fmla="*/ 83890 h 176124"/>
                <a:gd name="csX28" fmla="*/ 77579 w 144631"/>
                <a:gd name="csY28" fmla="*/ 55369 h 176124"/>
                <a:gd name="csX29" fmla="*/ 55692 w 144631"/>
                <a:gd name="csY29" fmla="*/ 80015 h 176124"/>
                <a:gd name="csX30" fmla="*/ 56526 w 144631"/>
                <a:gd name="csY30" fmla="*/ 84445 h 176124"/>
                <a:gd name="csX31" fmla="*/ 70104 w 144631"/>
                <a:gd name="csY31" fmla="*/ 138717 h 1761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44631" h="176124">
                  <a:moveTo>
                    <a:pt x="21331" y="18533"/>
                  </a:moveTo>
                  <a:cubicBezTo>
                    <a:pt x="19115" y="9116"/>
                    <a:pt x="18567" y="7178"/>
                    <a:pt x="6372" y="7178"/>
                  </a:cubicBezTo>
                  <a:cubicBezTo>
                    <a:pt x="3051" y="7178"/>
                    <a:pt x="0" y="7178"/>
                    <a:pt x="0" y="1921"/>
                  </a:cubicBezTo>
                  <a:cubicBezTo>
                    <a:pt x="0" y="-293"/>
                    <a:pt x="1382" y="-1406"/>
                    <a:pt x="3598" y="-1406"/>
                  </a:cubicBezTo>
                  <a:cubicBezTo>
                    <a:pt x="11083" y="-1406"/>
                    <a:pt x="19115" y="-571"/>
                    <a:pt x="26876" y="-571"/>
                  </a:cubicBezTo>
                  <a:cubicBezTo>
                    <a:pt x="36021" y="-571"/>
                    <a:pt x="45443" y="-1406"/>
                    <a:pt x="54310" y="-1406"/>
                  </a:cubicBezTo>
                  <a:cubicBezTo>
                    <a:pt x="55692" y="-1406"/>
                    <a:pt x="59290" y="-1406"/>
                    <a:pt x="59290" y="4137"/>
                  </a:cubicBezTo>
                  <a:cubicBezTo>
                    <a:pt x="59290" y="7178"/>
                    <a:pt x="56526" y="7178"/>
                    <a:pt x="52641" y="7178"/>
                  </a:cubicBezTo>
                  <a:cubicBezTo>
                    <a:pt x="38794" y="7178"/>
                    <a:pt x="38794" y="9116"/>
                    <a:pt x="38794" y="11608"/>
                  </a:cubicBezTo>
                  <a:cubicBezTo>
                    <a:pt x="38794" y="14936"/>
                    <a:pt x="50424" y="60077"/>
                    <a:pt x="52371" y="66992"/>
                  </a:cubicBezTo>
                  <a:cubicBezTo>
                    <a:pt x="55970" y="58964"/>
                    <a:pt x="63724" y="49269"/>
                    <a:pt x="77857" y="49269"/>
                  </a:cubicBezTo>
                  <a:cubicBezTo>
                    <a:pt x="110001" y="49269"/>
                    <a:pt x="144631" y="89702"/>
                    <a:pt x="144631" y="130411"/>
                  </a:cubicBezTo>
                  <a:cubicBezTo>
                    <a:pt x="144631" y="156440"/>
                    <a:pt x="128837" y="174718"/>
                    <a:pt x="107784" y="174718"/>
                  </a:cubicBezTo>
                  <a:cubicBezTo>
                    <a:pt x="93928" y="174718"/>
                    <a:pt x="80629" y="164755"/>
                    <a:pt x="71485" y="153946"/>
                  </a:cubicBezTo>
                  <a:cubicBezTo>
                    <a:pt x="68712" y="168907"/>
                    <a:pt x="56805" y="174718"/>
                    <a:pt x="46547" y="174718"/>
                  </a:cubicBezTo>
                  <a:cubicBezTo>
                    <a:pt x="33804" y="174718"/>
                    <a:pt x="28537" y="163920"/>
                    <a:pt x="26042" y="158933"/>
                  </a:cubicBezTo>
                  <a:cubicBezTo>
                    <a:pt x="21062" y="149516"/>
                    <a:pt x="17454" y="132906"/>
                    <a:pt x="17454" y="132071"/>
                  </a:cubicBezTo>
                  <a:cubicBezTo>
                    <a:pt x="17454" y="129309"/>
                    <a:pt x="20227" y="129309"/>
                    <a:pt x="20783" y="129309"/>
                  </a:cubicBezTo>
                  <a:cubicBezTo>
                    <a:pt x="23547" y="129309"/>
                    <a:pt x="23826" y="129578"/>
                    <a:pt x="25495" y="135677"/>
                  </a:cubicBezTo>
                  <a:cubicBezTo>
                    <a:pt x="30197" y="155336"/>
                    <a:pt x="35743" y="168628"/>
                    <a:pt x="45713" y="168628"/>
                  </a:cubicBezTo>
                  <a:cubicBezTo>
                    <a:pt x="50424" y="168628"/>
                    <a:pt x="54310" y="166412"/>
                    <a:pt x="54310" y="155892"/>
                  </a:cubicBezTo>
                  <a:cubicBezTo>
                    <a:pt x="54310" y="149516"/>
                    <a:pt x="53475" y="146475"/>
                    <a:pt x="52371" y="141766"/>
                  </a:cubicBezTo>
                  <a:lnTo>
                    <a:pt x="21331" y="18533"/>
                  </a:lnTo>
                  <a:close/>
                  <a:moveTo>
                    <a:pt x="70104" y="138717"/>
                  </a:moveTo>
                  <a:cubicBezTo>
                    <a:pt x="72041" y="146197"/>
                    <a:pt x="79517" y="153946"/>
                    <a:pt x="84506" y="158108"/>
                  </a:cubicBezTo>
                  <a:cubicBezTo>
                    <a:pt x="94207" y="166691"/>
                    <a:pt x="102239" y="168628"/>
                    <a:pt x="106950" y="168628"/>
                  </a:cubicBezTo>
                  <a:cubicBezTo>
                    <a:pt x="118032" y="168628"/>
                    <a:pt x="124682" y="158933"/>
                    <a:pt x="124682" y="142600"/>
                  </a:cubicBezTo>
                  <a:cubicBezTo>
                    <a:pt x="124682" y="126259"/>
                    <a:pt x="115538" y="94410"/>
                    <a:pt x="110548" y="83890"/>
                  </a:cubicBezTo>
                  <a:cubicBezTo>
                    <a:pt x="101135" y="64508"/>
                    <a:pt x="87835" y="55369"/>
                    <a:pt x="77579" y="55369"/>
                  </a:cubicBezTo>
                  <a:cubicBezTo>
                    <a:pt x="59290" y="55369"/>
                    <a:pt x="55692" y="78347"/>
                    <a:pt x="55692" y="80015"/>
                  </a:cubicBezTo>
                  <a:cubicBezTo>
                    <a:pt x="55692" y="80563"/>
                    <a:pt x="55692" y="81118"/>
                    <a:pt x="56526" y="84445"/>
                  </a:cubicBezTo>
                  <a:lnTo>
                    <a:pt x="70104" y="138717"/>
                  </a:lnTo>
                  <a:close/>
                </a:path>
              </a:pathLst>
            </a:custGeom>
            <a:solidFill>
              <a:srgbClr val="000000"/>
            </a:solidFill>
            <a:ln w="27807" cap="flat">
              <a:noFill/>
              <a:prstDash val="solid"/>
              <a:miter/>
            </a:ln>
          </p:spPr>
          <p:txBody>
            <a:bodyPr/>
            <a:lstStyle/>
            <a:p>
              <a:endParaRPr lang="en-GB"/>
            </a:p>
          </p:txBody>
        </p:sp>
        <p:sp>
          <p:nvSpPr>
            <p:cNvPr id="153" name="Freeform: Shape 152">
              <a:extLst>
                <a:ext uri="{FF2B5EF4-FFF2-40B4-BE49-F238E27FC236}">
                  <a16:creationId xmlns:a16="http://schemas.microsoft.com/office/drawing/2014/main" id="{CF9AAB94-8542-9EBC-5C93-F10B045F2127}"/>
                </a:ext>
              </a:extLst>
            </p:cNvPr>
            <p:cNvSpPr/>
            <p:nvPr>
              <p:custDataLst>
                <p:tags r:id="rId56"/>
              </p:custDataLst>
            </p:nvPr>
          </p:nvSpPr>
          <p:spPr>
            <a:xfrm flipV="1">
              <a:off x="8663528" y="-17305164"/>
              <a:ext cx="616608" cy="27800"/>
            </a:xfrm>
            <a:custGeom>
              <a:avLst/>
              <a:gdLst>
                <a:gd name="csX0" fmla="*/ 0 w 616608"/>
                <a:gd name="csY0" fmla="*/ -1395 h 27800"/>
                <a:gd name="csX1" fmla="*/ 616609 w 616608"/>
                <a:gd name="csY1" fmla="*/ -1395 h 27800"/>
              </a:gdLst>
              <a:ahLst/>
              <a:cxnLst>
                <a:cxn ang="0">
                  <a:pos x="csX0" y="csY0"/>
                </a:cxn>
                <a:cxn ang="0">
                  <a:pos x="csX1" y="csY1"/>
                </a:cxn>
              </a:cxnLst>
              <a:rect l="l" t="t" r="r" b="b"/>
              <a:pathLst>
                <a:path w="616608" h="27800">
                  <a:moveTo>
                    <a:pt x="0" y="-1395"/>
                  </a:moveTo>
                  <a:lnTo>
                    <a:pt x="616609" y="-1395"/>
                  </a:lnTo>
                </a:path>
              </a:pathLst>
            </a:custGeom>
            <a:noFill/>
            <a:ln w="11081" cap="flat">
              <a:solidFill>
                <a:srgbClr val="000000"/>
              </a:solidFill>
              <a:prstDash val="solid"/>
              <a:miter/>
            </a:ln>
          </p:spPr>
          <p:txBody>
            <a:bodyPr/>
            <a:lstStyle/>
            <a:p>
              <a:endParaRPr lang="en-GB"/>
            </a:p>
          </p:txBody>
        </p:sp>
        <p:sp>
          <p:nvSpPr>
            <p:cNvPr id="154" name="Freeform: Shape 153">
              <a:extLst>
                <a:ext uri="{FF2B5EF4-FFF2-40B4-BE49-F238E27FC236}">
                  <a16:creationId xmlns:a16="http://schemas.microsoft.com/office/drawing/2014/main" id="{67F3BDCC-1738-1FA1-AB61-16BC0FACC3CE}"/>
                </a:ext>
              </a:extLst>
            </p:cNvPr>
            <p:cNvSpPr/>
            <p:nvPr>
              <p:custDataLst>
                <p:tags r:id="rId57"/>
              </p:custDataLst>
            </p:nvPr>
          </p:nvSpPr>
          <p:spPr>
            <a:xfrm flipV="1">
              <a:off x="8688134" y="-17230380"/>
              <a:ext cx="91433" cy="184428"/>
            </a:xfrm>
            <a:custGeom>
              <a:avLst/>
              <a:gdLst>
                <a:gd name="csX0" fmla="*/ 56804 w 91433"/>
                <a:gd name="csY0" fmla="*/ 175853 h 184428"/>
                <a:gd name="csX1" fmla="*/ 50424 w 91433"/>
                <a:gd name="csY1" fmla="*/ 183045 h 184428"/>
                <a:gd name="csX2" fmla="*/ 0 w 91433"/>
                <a:gd name="csY2" fmla="*/ 165324 h 184428"/>
                <a:gd name="csX3" fmla="*/ 0 w 91433"/>
                <a:gd name="csY3" fmla="*/ 156740 h 184428"/>
                <a:gd name="csX4" fmla="*/ 36299 w 91433"/>
                <a:gd name="csY4" fmla="*/ 163943 h 184428"/>
                <a:gd name="csX5" fmla="*/ 36299 w 91433"/>
                <a:gd name="csY5" fmla="*/ 20492 h 184428"/>
                <a:gd name="csX6" fmla="*/ 10526 w 91433"/>
                <a:gd name="csY6" fmla="*/ 7201 h 184428"/>
                <a:gd name="csX7" fmla="*/ 1660 w 91433"/>
                <a:gd name="csY7" fmla="*/ 7201 h 184428"/>
                <a:gd name="csX8" fmla="*/ 1660 w 91433"/>
                <a:gd name="csY8" fmla="*/ -1383 h 184428"/>
                <a:gd name="csX9" fmla="*/ 46547 w 91433"/>
                <a:gd name="csY9" fmla="*/ -548 h 184428"/>
                <a:gd name="csX10" fmla="*/ 91434 w 91433"/>
                <a:gd name="csY10" fmla="*/ -1383 h 184428"/>
                <a:gd name="csX11" fmla="*/ 91434 w 91433"/>
                <a:gd name="csY11" fmla="*/ 7201 h 184428"/>
                <a:gd name="csX12" fmla="*/ 82568 w 91433"/>
                <a:gd name="csY12" fmla="*/ 7201 h 184428"/>
                <a:gd name="csX13" fmla="*/ 56804 w 91433"/>
                <a:gd name="csY13" fmla="*/ 20492 h 184428"/>
                <a:gd name="csX14" fmla="*/ 56804 w 91433"/>
                <a:gd name="csY14" fmla="*/ 175853 h 1844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1433" h="184428">
                  <a:moveTo>
                    <a:pt x="56804" y="175853"/>
                  </a:moveTo>
                  <a:cubicBezTo>
                    <a:pt x="56804" y="182499"/>
                    <a:pt x="56804" y="183045"/>
                    <a:pt x="50424" y="183045"/>
                  </a:cubicBezTo>
                  <a:cubicBezTo>
                    <a:pt x="33248" y="165324"/>
                    <a:pt x="8866" y="165324"/>
                    <a:pt x="0" y="165324"/>
                  </a:cubicBezTo>
                  <a:lnTo>
                    <a:pt x="0" y="156740"/>
                  </a:lnTo>
                  <a:cubicBezTo>
                    <a:pt x="5537" y="156740"/>
                    <a:pt x="21887" y="156740"/>
                    <a:pt x="36299" y="163943"/>
                  </a:cubicBezTo>
                  <a:lnTo>
                    <a:pt x="36299" y="20492"/>
                  </a:lnTo>
                  <a:cubicBezTo>
                    <a:pt x="36299" y="10528"/>
                    <a:pt x="35464" y="7201"/>
                    <a:pt x="10526" y="7201"/>
                  </a:cubicBezTo>
                  <a:lnTo>
                    <a:pt x="1660" y="7201"/>
                  </a:lnTo>
                  <a:lnTo>
                    <a:pt x="1660" y="-1383"/>
                  </a:lnTo>
                  <a:cubicBezTo>
                    <a:pt x="11361" y="-548"/>
                    <a:pt x="35464" y="-548"/>
                    <a:pt x="46547" y="-548"/>
                  </a:cubicBezTo>
                  <a:cubicBezTo>
                    <a:pt x="57630" y="-548"/>
                    <a:pt x="81734" y="-548"/>
                    <a:pt x="91434" y="-1383"/>
                  </a:cubicBezTo>
                  <a:lnTo>
                    <a:pt x="91434" y="7201"/>
                  </a:lnTo>
                  <a:lnTo>
                    <a:pt x="82568" y="7201"/>
                  </a:lnTo>
                  <a:cubicBezTo>
                    <a:pt x="57630" y="7201"/>
                    <a:pt x="56804" y="10250"/>
                    <a:pt x="56804" y="20492"/>
                  </a:cubicBezTo>
                  <a:lnTo>
                    <a:pt x="56804" y="175853"/>
                  </a:lnTo>
                  <a:close/>
                </a:path>
              </a:pathLst>
            </a:custGeom>
            <a:solidFill>
              <a:srgbClr val="000000"/>
            </a:solidFill>
            <a:ln w="27807" cap="flat">
              <a:noFill/>
              <a:prstDash val="solid"/>
              <a:miter/>
            </a:ln>
          </p:spPr>
          <p:txBody>
            <a:bodyPr/>
            <a:lstStyle/>
            <a:p>
              <a:endParaRPr lang="en-GB"/>
            </a:p>
          </p:txBody>
        </p:sp>
        <p:sp>
          <p:nvSpPr>
            <p:cNvPr id="155" name="Freeform: Shape 154">
              <a:extLst>
                <a:ext uri="{FF2B5EF4-FFF2-40B4-BE49-F238E27FC236}">
                  <a16:creationId xmlns:a16="http://schemas.microsoft.com/office/drawing/2014/main" id="{FEEB2E0F-9106-73F7-AC7E-EA3FA78A753D}"/>
                </a:ext>
              </a:extLst>
            </p:cNvPr>
            <p:cNvSpPr/>
            <p:nvPr>
              <p:custDataLst>
                <p:tags r:id="rId58"/>
              </p:custDataLst>
            </p:nvPr>
          </p:nvSpPr>
          <p:spPr>
            <a:xfrm flipV="1">
              <a:off x="8886602" y="-17120717"/>
              <a:ext cx="169291" cy="11076"/>
            </a:xfrm>
            <a:custGeom>
              <a:avLst/>
              <a:gdLst>
                <a:gd name="csX0" fmla="*/ 159591 w 169291"/>
                <a:gd name="csY0" fmla="*/ -1382 h 11076"/>
                <a:gd name="csX1" fmla="*/ 169291 w 169291"/>
                <a:gd name="csY1" fmla="*/ 4160 h 11076"/>
                <a:gd name="csX2" fmla="*/ 159591 w 169291"/>
                <a:gd name="csY2" fmla="*/ 9695 h 11076"/>
                <a:gd name="csX3" fmla="*/ 9692 w 169291"/>
                <a:gd name="csY3" fmla="*/ 9695 h 11076"/>
                <a:gd name="csX4" fmla="*/ 0 w 169291"/>
                <a:gd name="csY4" fmla="*/ 4160 h 11076"/>
                <a:gd name="csX5" fmla="*/ 9692 w 169291"/>
                <a:gd name="csY5" fmla="*/ -1382 h 11076"/>
                <a:gd name="csX6" fmla="*/ 159591 w 169291"/>
                <a:gd name="csY6" fmla="*/ -1382 h 110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291" h="11076">
                  <a:moveTo>
                    <a:pt x="159591" y="-1382"/>
                  </a:moveTo>
                  <a:cubicBezTo>
                    <a:pt x="164302" y="-1382"/>
                    <a:pt x="169291" y="-1382"/>
                    <a:pt x="169291" y="4160"/>
                  </a:cubicBezTo>
                  <a:cubicBezTo>
                    <a:pt x="169291" y="9695"/>
                    <a:pt x="164302" y="9695"/>
                    <a:pt x="159591" y="9695"/>
                  </a:cubicBezTo>
                  <a:lnTo>
                    <a:pt x="9692" y="9695"/>
                  </a:lnTo>
                  <a:cubicBezTo>
                    <a:pt x="4981" y="9695"/>
                    <a:pt x="0" y="9695"/>
                    <a:pt x="0" y="4160"/>
                  </a:cubicBezTo>
                  <a:cubicBezTo>
                    <a:pt x="0" y="-1382"/>
                    <a:pt x="4981" y="-1382"/>
                    <a:pt x="9692" y="-1382"/>
                  </a:cubicBezTo>
                  <a:lnTo>
                    <a:pt x="159591" y="-1382"/>
                  </a:lnTo>
                  <a:close/>
                </a:path>
              </a:pathLst>
            </a:custGeom>
            <a:solidFill>
              <a:srgbClr val="000000"/>
            </a:solidFill>
            <a:ln w="27807" cap="flat">
              <a:noFill/>
              <a:prstDash val="solid"/>
              <a:miter/>
            </a:ln>
          </p:spPr>
          <p:txBody>
            <a:bodyPr/>
            <a:lstStyle/>
            <a:p>
              <a:endParaRPr lang="en-GB"/>
            </a:p>
          </p:txBody>
        </p:sp>
        <p:sp>
          <p:nvSpPr>
            <p:cNvPr id="156" name="Freeform: Shape 155">
              <a:extLst>
                <a:ext uri="{FF2B5EF4-FFF2-40B4-BE49-F238E27FC236}">
                  <a16:creationId xmlns:a16="http://schemas.microsoft.com/office/drawing/2014/main" id="{3DBC03EE-D003-4CB8-6634-EF4E36AACDF3}"/>
                </a:ext>
              </a:extLst>
            </p:cNvPr>
            <p:cNvSpPr/>
            <p:nvPr>
              <p:custDataLst>
                <p:tags r:id="rId59"/>
              </p:custDataLst>
            </p:nvPr>
          </p:nvSpPr>
          <p:spPr>
            <a:xfrm flipV="1">
              <a:off x="9131861" y="-17168351"/>
              <a:ext cx="144631" cy="176124"/>
            </a:xfrm>
            <a:custGeom>
              <a:avLst/>
              <a:gdLst>
                <a:gd name="csX0" fmla="*/ 21331 w 144631"/>
                <a:gd name="csY0" fmla="*/ 18558 h 176124"/>
                <a:gd name="csX1" fmla="*/ 6372 w 144631"/>
                <a:gd name="csY1" fmla="*/ 7205 h 176124"/>
                <a:gd name="csX2" fmla="*/ 0 w 144631"/>
                <a:gd name="csY2" fmla="*/ 1948 h 176124"/>
                <a:gd name="csX3" fmla="*/ 3599 w 144631"/>
                <a:gd name="csY3" fmla="*/ -1379 h 176124"/>
                <a:gd name="csX4" fmla="*/ 26876 w 144631"/>
                <a:gd name="csY4" fmla="*/ -546 h 176124"/>
                <a:gd name="csX5" fmla="*/ 54310 w 144631"/>
                <a:gd name="csY5" fmla="*/ -1379 h 176124"/>
                <a:gd name="csX6" fmla="*/ 59290 w 144631"/>
                <a:gd name="csY6" fmla="*/ 4163 h 176124"/>
                <a:gd name="csX7" fmla="*/ 52641 w 144631"/>
                <a:gd name="csY7" fmla="*/ 7205 h 176124"/>
                <a:gd name="csX8" fmla="*/ 38794 w 144631"/>
                <a:gd name="csY8" fmla="*/ 11635 h 176124"/>
                <a:gd name="csX9" fmla="*/ 52371 w 144631"/>
                <a:gd name="csY9" fmla="*/ 67019 h 176124"/>
                <a:gd name="csX10" fmla="*/ 77857 w 144631"/>
                <a:gd name="csY10" fmla="*/ 49296 h 176124"/>
                <a:gd name="csX11" fmla="*/ 144631 w 144631"/>
                <a:gd name="csY11" fmla="*/ 130439 h 176124"/>
                <a:gd name="csX12" fmla="*/ 107784 w 144631"/>
                <a:gd name="csY12" fmla="*/ 174745 h 176124"/>
                <a:gd name="csX13" fmla="*/ 71485 w 144631"/>
                <a:gd name="csY13" fmla="*/ 153973 h 176124"/>
                <a:gd name="csX14" fmla="*/ 46547 w 144631"/>
                <a:gd name="csY14" fmla="*/ 174745 h 176124"/>
                <a:gd name="csX15" fmla="*/ 26042 w 144631"/>
                <a:gd name="csY15" fmla="*/ 158960 h 176124"/>
                <a:gd name="csX16" fmla="*/ 17454 w 144631"/>
                <a:gd name="csY16" fmla="*/ 132098 h 176124"/>
                <a:gd name="csX17" fmla="*/ 20783 w 144631"/>
                <a:gd name="csY17" fmla="*/ 129334 h 176124"/>
                <a:gd name="csX18" fmla="*/ 25495 w 144631"/>
                <a:gd name="csY18" fmla="*/ 135702 h 176124"/>
                <a:gd name="csX19" fmla="*/ 45713 w 144631"/>
                <a:gd name="csY19" fmla="*/ 168656 h 176124"/>
                <a:gd name="csX20" fmla="*/ 54310 w 144631"/>
                <a:gd name="csY20" fmla="*/ 155919 h 176124"/>
                <a:gd name="csX21" fmla="*/ 52371 w 144631"/>
                <a:gd name="csY21" fmla="*/ 141794 h 176124"/>
                <a:gd name="csX22" fmla="*/ 21331 w 144631"/>
                <a:gd name="csY22" fmla="*/ 18558 h 176124"/>
                <a:gd name="csX23" fmla="*/ 70104 w 144631"/>
                <a:gd name="csY23" fmla="*/ 138743 h 176124"/>
                <a:gd name="csX24" fmla="*/ 84507 w 144631"/>
                <a:gd name="csY24" fmla="*/ 158134 h 176124"/>
                <a:gd name="csX25" fmla="*/ 106950 w 144631"/>
                <a:gd name="csY25" fmla="*/ 168656 h 176124"/>
                <a:gd name="csX26" fmla="*/ 124682 w 144631"/>
                <a:gd name="csY26" fmla="*/ 142627 h 176124"/>
                <a:gd name="csX27" fmla="*/ 110549 w 144631"/>
                <a:gd name="csY27" fmla="*/ 83916 h 176124"/>
                <a:gd name="csX28" fmla="*/ 77579 w 144631"/>
                <a:gd name="csY28" fmla="*/ 55394 h 176124"/>
                <a:gd name="csX29" fmla="*/ 55692 w 144631"/>
                <a:gd name="csY29" fmla="*/ 80042 h 176124"/>
                <a:gd name="csX30" fmla="*/ 56526 w 144631"/>
                <a:gd name="csY30" fmla="*/ 84472 h 176124"/>
                <a:gd name="csX31" fmla="*/ 70104 w 144631"/>
                <a:gd name="csY31" fmla="*/ 138743 h 1761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44631" h="176124">
                  <a:moveTo>
                    <a:pt x="21331" y="18558"/>
                  </a:moveTo>
                  <a:cubicBezTo>
                    <a:pt x="19115" y="9141"/>
                    <a:pt x="18567" y="7205"/>
                    <a:pt x="6372" y="7205"/>
                  </a:cubicBezTo>
                  <a:cubicBezTo>
                    <a:pt x="3051" y="7205"/>
                    <a:pt x="0" y="7205"/>
                    <a:pt x="0" y="1948"/>
                  </a:cubicBezTo>
                  <a:cubicBezTo>
                    <a:pt x="0" y="-268"/>
                    <a:pt x="1382" y="-1379"/>
                    <a:pt x="3599" y="-1379"/>
                  </a:cubicBezTo>
                  <a:cubicBezTo>
                    <a:pt x="11083" y="-1379"/>
                    <a:pt x="19115" y="-546"/>
                    <a:pt x="26876" y="-546"/>
                  </a:cubicBezTo>
                  <a:cubicBezTo>
                    <a:pt x="36021" y="-546"/>
                    <a:pt x="45443" y="-1379"/>
                    <a:pt x="54310" y="-1379"/>
                  </a:cubicBezTo>
                  <a:cubicBezTo>
                    <a:pt x="55692" y="-1379"/>
                    <a:pt x="59290" y="-1379"/>
                    <a:pt x="59290" y="4163"/>
                  </a:cubicBezTo>
                  <a:cubicBezTo>
                    <a:pt x="59290" y="7205"/>
                    <a:pt x="56526" y="7205"/>
                    <a:pt x="52641" y="7205"/>
                  </a:cubicBezTo>
                  <a:cubicBezTo>
                    <a:pt x="38794" y="7205"/>
                    <a:pt x="38794" y="9141"/>
                    <a:pt x="38794" y="11635"/>
                  </a:cubicBezTo>
                  <a:cubicBezTo>
                    <a:pt x="38794" y="14963"/>
                    <a:pt x="50424" y="60103"/>
                    <a:pt x="52371" y="67019"/>
                  </a:cubicBezTo>
                  <a:cubicBezTo>
                    <a:pt x="55970" y="58991"/>
                    <a:pt x="63724" y="49296"/>
                    <a:pt x="77857" y="49296"/>
                  </a:cubicBezTo>
                  <a:cubicBezTo>
                    <a:pt x="110001" y="49296"/>
                    <a:pt x="144631" y="89727"/>
                    <a:pt x="144631" y="130439"/>
                  </a:cubicBezTo>
                  <a:cubicBezTo>
                    <a:pt x="144631" y="156466"/>
                    <a:pt x="128837" y="174745"/>
                    <a:pt x="107784" y="174745"/>
                  </a:cubicBezTo>
                  <a:cubicBezTo>
                    <a:pt x="93929" y="174745"/>
                    <a:pt x="80629" y="164780"/>
                    <a:pt x="71485" y="153973"/>
                  </a:cubicBezTo>
                  <a:cubicBezTo>
                    <a:pt x="68712" y="168932"/>
                    <a:pt x="56805" y="174745"/>
                    <a:pt x="46547" y="174745"/>
                  </a:cubicBezTo>
                  <a:cubicBezTo>
                    <a:pt x="33805" y="174745"/>
                    <a:pt x="28537" y="163945"/>
                    <a:pt x="26042" y="158960"/>
                  </a:cubicBezTo>
                  <a:cubicBezTo>
                    <a:pt x="21062" y="149543"/>
                    <a:pt x="17454" y="132931"/>
                    <a:pt x="17454" y="132098"/>
                  </a:cubicBezTo>
                  <a:cubicBezTo>
                    <a:pt x="17454" y="129334"/>
                    <a:pt x="20227" y="129334"/>
                    <a:pt x="20783" y="129334"/>
                  </a:cubicBezTo>
                  <a:cubicBezTo>
                    <a:pt x="23547" y="129334"/>
                    <a:pt x="23826" y="129604"/>
                    <a:pt x="25495" y="135702"/>
                  </a:cubicBezTo>
                  <a:cubicBezTo>
                    <a:pt x="30197" y="155363"/>
                    <a:pt x="35743" y="168656"/>
                    <a:pt x="45713" y="168656"/>
                  </a:cubicBezTo>
                  <a:cubicBezTo>
                    <a:pt x="50424" y="168656"/>
                    <a:pt x="54310" y="166440"/>
                    <a:pt x="54310" y="155919"/>
                  </a:cubicBezTo>
                  <a:cubicBezTo>
                    <a:pt x="54310" y="149543"/>
                    <a:pt x="53475" y="146502"/>
                    <a:pt x="52371" y="141794"/>
                  </a:cubicBezTo>
                  <a:lnTo>
                    <a:pt x="21331" y="18558"/>
                  </a:lnTo>
                  <a:close/>
                  <a:moveTo>
                    <a:pt x="70104" y="138743"/>
                  </a:moveTo>
                  <a:cubicBezTo>
                    <a:pt x="72041" y="146224"/>
                    <a:pt x="79517" y="153973"/>
                    <a:pt x="84507" y="158134"/>
                  </a:cubicBezTo>
                  <a:cubicBezTo>
                    <a:pt x="94207" y="166718"/>
                    <a:pt x="102239" y="168656"/>
                    <a:pt x="106950" y="168656"/>
                  </a:cubicBezTo>
                  <a:cubicBezTo>
                    <a:pt x="118032" y="168656"/>
                    <a:pt x="124682" y="158960"/>
                    <a:pt x="124682" y="142627"/>
                  </a:cubicBezTo>
                  <a:cubicBezTo>
                    <a:pt x="124682" y="126285"/>
                    <a:pt x="115538" y="94436"/>
                    <a:pt x="110549" y="83916"/>
                  </a:cubicBezTo>
                  <a:cubicBezTo>
                    <a:pt x="101135" y="64533"/>
                    <a:pt x="87835" y="55394"/>
                    <a:pt x="77579" y="55394"/>
                  </a:cubicBezTo>
                  <a:cubicBezTo>
                    <a:pt x="59290" y="55394"/>
                    <a:pt x="55692" y="78374"/>
                    <a:pt x="55692" y="80042"/>
                  </a:cubicBezTo>
                  <a:cubicBezTo>
                    <a:pt x="55692" y="80588"/>
                    <a:pt x="55692" y="81145"/>
                    <a:pt x="56526" y="84472"/>
                  </a:cubicBezTo>
                  <a:lnTo>
                    <a:pt x="70104" y="138743"/>
                  </a:lnTo>
                  <a:close/>
                </a:path>
              </a:pathLst>
            </a:custGeom>
            <a:solidFill>
              <a:srgbClr val="000000"/>
            </a:solidFill>
            <a:ln w="27807" cap="flat">
              <a:noFill/>
              <a:prstDash val="solid"/>
              <a:miter/>
            </a:ln>
          </p:spPr>
          <p:txBody>
            <a:bodyPr/>
            <a:lstStyle/>
            <a:p>
              <a:endParaRPr lang="en-GB"/>
            </a:p>
          </p:txBody>
        </p:sp>
        <p:sp>
          <p:nvSpPr>
            <p:cNvPr id="157" name="Freeform: Shape 156">
              <a:extLst>
                <a:ext uri="{FF2B5EF4-FFF2-40B4-BE49-F238E27FC236}">
                  <a16:creationId xmlns:a16="http://schemas.microsoft.com/office/drawing/2014/main" id="{48A53F8B-6D29-BE03-B1E7-A6FF3C49630D}"/>
                </a:ext>
              </a:extLst>
            </p:cNvPr>
            <p:cNvSpPr/>
            <p:nvPr>
              <p:custDataLst>
                <p:tags r:id="rId60"/>
              </p:custDataLst>
            </p:nvPr>
          </p:nvSpPr>
          <p:spPr>
            <a:xfrm flipV="1">
              <a:off x="9405886" y="-17337568"/>
              <a:ext cx="184259" cy="64802"/>
            </a:xfrm>
            <a:custGeom>
              <a:avLst/>
              <a:gdLst>
                <a:gd name="csX0" fmla="*/ 174837 w 184259"/>
                <a:gd name="csY0" fmla="*/ 52331 h 64802"/>
                <a:gd name="csX1" fmla="*/ 184259 w 184259"/>
                <a:gd name="csY1" fmla="*/ 57872 h 64802"/>
                <a:gd name="csX2" fmla="*/ 175114 w 184259"/>
                <a:gd name="csY2" fmla="*/ 63407 h 64802"/>
                <a:gd name="csX3" fmla="*/ 9145 w 184259"/>
                <a:gd name="csY3" fmla="*/ 63407 h 64802"/>
                <a:gd name="csX4" fmla="*/ 0 w 184259"/>
                <a:gd name="csY4" fmla="*/ 57872 h 64802"/>
                <a:gd name="csX5" fmla="*/ 9422 w 184259"/>
                <a:gd name="csY5" fmla="*/ 52331 h 64802"/>
                <a:gd name="csX6" fmla="*/ 174837 w 184259"/>
                <a:gd name="csY6" fmla="*/ 52331 h 64802"/>
                <a:gd name="csX7" fmla="*/ 175114 w 184259"/>
                <a:gd name="csY7" fmla="*/ -1395 h 64802"/>
                <a:gd name="csX8" fmla="*/ 184259 w 184259"/>
                <a:gd name="csY8" fmla="*/ 4148 h 64802"/>
                <a:gd name="csX9" fmla="*/ 174837 w 184259"/>
                <a:gd name="csY9" fmla="*/ 9692 h 64802"/>
                <a:gd name="csX10" fmla="*/ 9422 w 184259"/>
                <a:gd name="csY10" fmla="*/ 9692 h 64802"/>
                <a:gd name="csX11" fmla="*/ 0 w 184259"/>
                <a:gd name="csY11" fmla="*/ 4148 h 64802"/>
                <a:gd name="csX12" fmla="*/ 9145 w 184259"/>
                <a:gd name="csY12" fmla="*/ -1395 h 64802"/>
                <a:gd name="csX13" fmla="*/ 175114 w 184259"/>
                <a:gd name="csY13" fmla="*/ -1395 h 6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4259" h="64802">
                  <a:moveTo>
                    <a:pt x="174837" y="52331"/>
                  </a:moveTo>
                  <a:cubicBezTo>
                    <a:pt x="178991" y="52331"/>
                    <a:pt x="184259" y="52331"/>
                    <a:pt x="184259" y="57872"/>
                  </a:cubicBezTo>
                  <a:cubicBezTo>
                    <a:pt x="184259" y="63407"/>
                    <a:pt x="178991" y="63407"/>
                    <a:pt x="175114" y="63407"/>
                  </a:cubicBezTo>
                  <a:lnTo>
                    <a:pt x="9145" y="63407"/>
                  </a:lnTo>
                  <a:cubicBezTo>
                    <a:pt x="5268" y="63407"/>
                    <a:pt x="0" y="63407"/>
                    <a:pt x="0" y="57872"/>
                  </a:cubicBezTo>
                  <a:cubicBezTo>
                    <a:pt x="0" y="52331"/>
                    <a:pt x="5268" y="52331"/>
                    <a:pt x="9422" y="52331"/>
                  </a:cubicBezTo>
                  <a:lnTo>
                    <a:pt x="174837" y="52331"/>
                  </a:lnTo>
                  <a:close/>
                  <a:moveTo>
                    <a:pt x="175114" y="-1395"/>
                  </a:moveTo>
                  <a:cubicBezTo>
                    <a:pt x="178991" y="-1395"/>
                    <a:pt x="184259" y="-1395"/>
                    <a:pt x="184259" y="4148"/>
                  </a:cubicBezTo>
                  <a:cubicBezTo>
                    <a:pt x="184259" y="9692"/>
                    <a:pt x="178991" y="9692"/>
                    <a:pt x="174837" y="9692"/>
                  </a:cubicBezTo>
                  <a:lnTo>
                    <a:pt x="9422" y="9692"/>
                  </a:lnTo>
                  <a:cubicBezTo>
                    <a:pt x="5268" y="9692"/>
                    <a:pt x="0" y="9692"/>
                    <a:pt x="0" y="4148"/>
                  </a:cubicBezTo>
                  <a:cubicBezTo>
                    <a:pt x="0" y="-1395"/>
                    <a:pt x="5268" y="-1395"/>
                    <a:pt x="9145" y="-1395"/>
                  </a:cubicBezTo>
                  <a:lnTo>
                    <a:pt x="175114" y="-1395"/>
                  </a:lnTo>
                  <a:close/>
                </a:path>
              </a:pathLst>
            </a:custGeom>
            <a:solidFill>
              <a:srgbClr val="000000"/>
            </a:solidFill>
            <a:ln w="27807" cap="flat">
              <a:noFill/>
              <a:prstDash val="solid"/>
              <a:miter/>
            </a:ln>
          </p:spPr>
          <p:txBody>
            <a:bodyPr/>
            <a:lstStyle/>
            <a:p>
              <a:endParaRPr lang="en-GB"/>
            </a:p>
          </p:txBody>
        </p:sp>
        <p:sp>
          <p:nvSpPr>
            <p:cNvPr id="158" name="Freeform: Shape 157">
              <a:extLst>
                <a:ext uri="{FF2B5EF4-FFF2-40B4-BE49-F238E27FC236}">
                  <a16:creationId xmlns:a16="http://schemas.microsoft.com/office/drawing/2014/main" id="{9DE1EAA5-E72B-D89D-538A-FFC8DC6D0886}"/>
                </a:ext>
              </a:extLst>
            </p:cNvPr>
            <p:cNvSpPr/>
            <p:nvPr>
              <p:custDataLst>
                <p:tags r:id="rId61"/>
              </p:custDataLst>
            </p:nvPr>
          </p:nvSpPr>
          <p:spPr>
            <a:xfrm flipV="1">
              <a:off x="9695618" y="-17358340"/>
              <a:ext cx="106401" cy="125449"/>
            </a:xfrm>
            <a:custGeom>
              <a:avLst/>
              <a:gdLst>
                <a:gd name="csX0" fmla="*/ 39072 w 106401"/>
                <a:gd name="csY0" fmla="*/ 65621 h 125449"/>
                <a:gd name="csX1" fmla="*/ 81464 w 106401"/>
                <a:gd name="csY1" fmla="*/ 71989 h 125449"/>
                <a:gd name="csX2" fmla="*/ 102238 w 106401"/>
                <a:gd name="csY2" fmla="*/ 100520 h 125449"/>
                <a:gd name="csX3" fmla="*/ 72597 w 106401"/>
                <a:gd name="csY3" fmla="*/ 124055 h 125449"/>
                <a:gd name="csX4" fmla="*/ 0 w 106401"/>
                <a:gd name="csY4" fmla="*/ 48732 h 125449"/>
                <a:gd name="csX5" fmla="*/ 43505 w 106401"/>
                <a:gd name="csY5" fmla="*/ -1395 h 125449"/>
                <a:gd name="csX6" fmla="*/ 106401 w 106401"/>
                <a:gd name="csY6" fmla="*/ 31287 h 125449"/>
                <a:gd name="csX7" fmla="*/ 103072 w 106401"/>
                <a:gd name="csY7" fmla="*/ 34885 h 125449"/>
                <a:gd name="csX8" fmla="*/ 99474 w 106401"/>
                <a:gd name="csY8" fmla="*/ 32114 h 125449"/>
                <a:gd name="csX9" fmla="*/ 44061 w 106401"/>
                <a:gd name="csY9" fmla="*/ 4704 h 125449"/>
                <a:gd name="csX10" fmla="*/ 19949 w 106401"/>
                <a:gd name="csY10" fmla="*/ 36822 h 125449"/>
                <a:gd name="csX11" fmla="*/ 24382 w 106401"/>
                <a:gd name="csY11" fmla="*/ 65621 h 125449"/>
                <a:gd name="csX12" fmla="*/ 39072 w 106401"/>
                <a:gd name="csY12" fmla="*/ 65621 h 125449"/>
                <a:gd name="csX13" fmla="*/ 26051 w 106401"/>
                <a:gd name="csY13" fmla="*/ 71721 h 125449"/>
                <a:gd name="csX14" fmla="*/ 72597 w 106401"/>
                <a:gd name="csY14" fmla="*/ 117963 h 125449"/>
                <a:gd name="csX15" fmla="*/ 93102 w 106401"/>
                <a:gd name="csY15" fmla="*/ 100520 h 125449"/>
                <a:gd name="csX16" fmla="*/ 37412 w 106401"/>
                <a:gd name="csY16" fmla="*/ 71721 h 125449"/>
                <a:gd name="csX17" fmla="*/ 26051 w 106401"/>
                <a:gd name="csY17" fmla="*/ 71721 h 125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06401" h="125449">
                  <a:moveTo>
                    <a:pt x="39072" y="65621"/>
                  </a:moveTo>
                  <a:cubicBezTo>
                    <a:pt x="47103" y="65621"/>
                    <a:pt x="67608" y="66177"/>
                    <a:pt x="81464" y="71989"/>
                  </a:cubicBezTo>
                  <a:cubicBezTo>
                    <a:pt x="100857" y="80303"/>
                    <a:pt x="102238" y="96636"/>
                    <a:pt x="102238" y="100520"/>
                  </a:cubicBezTo>
                  <a:cubicBezTo>
                    <a:pt x="102238" y="112700"/>
                    <a:pt x="91712" y="124055"/>
                    <a:pt x="72597" y="124055"/>
                  </a:cubicBezTo>
                  <a:cubicBezTo>
                    <a:pt x="41844" y="124055"/>
                    <a:pt x="0" y="97193"/>
                    <a:pt x="0" y="48732"/>
                  </a:cubicBezTo>
                  <a:cubicBezTo>
                    <a:pt x="0" y="20489"/>
                    <a:pt x="16350" y="-1395"/>
                    <a:pt x="43505" y="-1395"/>
                  </a:cubicBezTo>
                  <a:cubicBezTo>
                    <a:pt x="83124" y="-1395"/>
                    <a:pt x="106401" y="27960"/>
                    <a:pt x="106401" y="31287"/>
                  </a:cubicBezTo>
                  <a:cubicBezTo>
                    <a:pt x="106401" y="32947"/>
                    <a:pt x="104733" y="34885"/>
                    <a:pt x="103072" y="34885"/>
                  </a:cubicBezTo>
                  <a:cubicBezTo>
                    <a:pt x="101691" y="34885"/>
                    <a:pt x="101134" y="34328"/>
                    <a:pt x="99474" y="32114"/>
                  </a:cubicBezTo>
                  <a:cubicBezTo>
                    <a:pt x="77587" y="4704"/>
                    <a:pt x="47381" y="4704"/>
                    <a:pt x="44061" y="4704"/>
                  </a:cubicBezTo>
                  <a:cubicBezTo>
                    <a:pt x="22443" y="4704"/>
                    <a:pt x="19949" y="27960"/>
                    <a:pt x="19949" y="36822"/>
                  </a:cubicBezTo>
                  <a:cubicBezTo>
                    <a:pt x="19949" y="40150"/>
                    <a:pt x="20227" y="48732"/>
                    <a:pt x="24382" y="65621"/>
                  </a:cubicBezTo>
                  <a:lnTo>
                    <a:pt x="39072" y="65621"/>
                  </a:lnTo>
                  <a:close/>
                  <a:moveTo>
                    <a:pt x="26051" y="71721"/>
                  </a:moveTo>
                  <a:cubicBezTo>
                    <a:pt x="36855" y="113811"/>
                    <a:pt x="65392" y="117963"/>
                    <a:pt x="72597" y="117963"/>
                  </a:cubicBezTo>
                  <a:cubicBezTo>
                    <a:pt x="85619" y="117963"/>
                    <a:pt x="93102" y="109927"/>
                    <a:pt x="93102" y="100520"/>
                  </a:cubicBezTo>
                  <a:cubicBezTo>
                    <a:pt x="93102" y="71721"/>
                    <a:pt x="48763" y="71721"/>
                    <a:pt x="37412" y="71721"/>
                  </a:cubicBezTo>
                  <a:lnTo>
                    <a:pt x="26051" y="71721"/>
                  </a:lnTo>
                  <a:close/>
                </a:path>
              </a:pathLst>
            </a:custGeom>
            <a:solidFill>
              <a:srgbClr val="000000"/>
            </a:solidFill>
            <a:ln w="27807" cap="flat">
              <a:noFill/>
              <a:prstDash val="solid"/>
              <a:miter/>
            </a:ln>
          </p:spPr>
          <p:txBody>
            <a:bodyPr/>
            <a:lstStyle/>
            <a:p>
              <a:endParaRPr lang="en-GB"/>
            </a:p>
          </p:txBody>
        </p:sp>
        <p:sp>
          <p:nvSpPr>
            <p:cNvPr id="159" name="Freeform: Shape 158">
              <a:extLst>
                <a:ext uri="{FF2B5EF4-FFF2-40B4-BE49-F238E27FC236}">
                  <a16:creationId xmlns:a16="http://schemas.microsoft.com/office/drawing/2014/main" id="{39354AD4-3E58-0C6F-B8C0-19B241C0C341}"/>
                </a:ext>
              </a:extLst>
            </p:cNvPr>
            <p:cNvSpPr/>
            <p:nvPr>
              <p:custDataLst>
                <p:tags r:id="rId62"/>
              </p:custDataLst>
            </p:nvPr>
          </p:nvSpPr>
          <p:spPr>
            <a:xfrm flipV="1">
              <a:off x="9834222" y="-17495741"/>
              <a:ext cx="50441" cy="193715"/>
            </a:xfrm>
            <a:custGeom>
              <a:avLst/>
              <a:gdLst>
                <a:gd name="csX0" fmla="*/ 46565 w 50441"/>
                <a:gd name="csY0" fmla="*/ 192313 h 193715"/>
                <a:gd name="csX1" fmla="*/ 0 w 50441"/>
                <a:gd name="csY1" fmla="*/ 95551 h 193715"/>
                <a:gd name="csX2" fmla="*/ 46565 w 50441"/>
                <a:gd name="csY2" fmla="*/ -1402 h 193715"/>
                <a:gd name="csX3" fmla="*/ 50441 w 50441"/>
                <a:gd name="csY3" fmla="*/ 926 h 193715"/>
                <a:gd name="csX4" fmla="*/ 48504 w 50441"/>
                <a:gd name="csY4" fmla="*/ 3836 h 193715"/>
                <a:gd name="csX5" fmla="*/ 13195 w 50441"/>
                <a:gd name="csY5" fmla="*/ 95360 h 193715"/>
                <a:gd name="csX6" fmla="*/ 49085 w 50441"/>
                <a:gd name="csY6" fmla="*/ 187657 h 193715"/>
                <a:gd name="csX7" fmla="*/ 50441 w 50441"/>
                <a:gd name="csY7" fmla="*/ 189985 h 193715"/>
                <a:gd name="csX8" fmla="*/ 46565 w 50441"/>
                <a:gd name="csY8" fmla="*/ 192313 h 193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0441" h="193715">
                  <a:moveTo>
                    <a:pt x="46565" y="192313"/>
                  </a:moveTo>
                  <a:cubicBezTo>
                    <a:pt x="9701" y="166328"/>
                    <a:pt x="0" y="125220"/>
                    <a:pt x="0" y="95551"/>
                  </a:cubicBezTo>
                  <a:cubicBezTo>
                    <a:pt x="0" y="68211"/>
                    <a:pt x="8145" y="25745"/>
                    <a:pt x="46565" y="-1402"/>
                  </a:cubicBezTo>
                  <a:cubicBezTo>
                    <a:pt x="48111" y="-1402"/>
                    <a:pt x="50441" y="-1402"/>
                    <a:pt x="50441" y="926"/>
                  </a:cubicBezTo>
                  <a:cubicBezTo>
                    <a:pt x="50441" y="2090"/>
                    <a:pt x="49859" y="2480"/>
                    <a:pt x="48504" y="3836"/>
                  </a:cubicBezTo>
                  <a:cubicBezTo>
                    <a:pt x="22696" y="27101"/>
                    <a:pt x="13195" y="60071"/>
                    <a:pt x="13195" y="95360"/>
                  </a:cubicBezTo>
                  <a:cubicBezTo>
                    <a:pt x="13195" y="147711"/>
                    <a:pt x="33178" y="173314"/>
                    <a:pt x="49085" y="187657"/>
                  </a:cubicBezTo>
                  <a:cubicBezTo>
                    <a:pt x="49859" y="188439"/>
                    <a:pt x="50441" y="189021"/>
                    <a:pt x="50441" y="189985"/>
                  </a:cubicBezTo>
                  <a:cubicBezTo>
                    <a:pt x="50441" y="192313"/>
                    <a:pt x="48111" y="192313"/>
                    <a:pt x="46565" y="192313"/>
                  </a:cubicBezTo>
                  <a:close/>
                </a:path>
              </a:pathLst>
            </a:custGeom>
            <a:solidFill>
              <a:srgbClr val="000000"/>
            </a:solidFill>
            <a:ln w="27807" cap="flat">
              <a:noFill/>
              <a:prstDash val="solid"/>
              <a:miter/>
            </a:ln>
          </p:spPr>
          <p:txBody>
            <a:bodyPr/>
            <a:lstStyle/>
            <a:p>
              <a:endParaRPr lang="en-GB"/>
            </a:p>
          </p:txBody>
        </p:sp>
        <p:sp>
          <p:nvSpPr>
            <p:cNvPr id="160" name="Freeform: Shape 159">
              <a:extLst>
                <a:ext uri="{FF2B5EF4-FFF2-40B4-BE49-F238E27FC236}">
                  <a16:creationId xmlns:a16="http://schemas.microsoft.com/office/drawing/2014/main" id="{8706ADD6-6A1A-E321-FAD4-0488AA618F0B}"/>
                </a:ext>
              </a:extLst>
            </p:cNvPr>
            <p:cNvSpPr/>
            <p:nvPr>
              <p:custDataLst>
                <p:tags r:id="rId63"/>
              </p:custDataLst>
            </p:nvPr>
          </p:nvSpPr>
          <p:spPr>
            <a:xfrm flipV="1">
              <a:off x="9905287" y="-17436405"/>
              <a:ext cx="118927" cy="86095"/>
            </a:xfrm>
            <a:custGeom>
              <a:avLst/>
              <a:gdLst>
                <a:gd name="csX0" fmla="*/ 69842 w 118927"/>
                <a:gd name="csY0" fmla="*/ 45522 h 86095"/>
                <a:gd name="csX1" fmla="*/ 96623 w 118927"/>
                <a:gd name="csY1" fmla="*/ 72479 h 86095"/>
                <a:gd name="csX2" fmla="*/ 114659 w 118927"/>
                <a:gd name="csY2" fmla="*/ 73835 h 86095"/>
                <a:gd name="csX3" fmla="*/ 114659 w 118927"/>
                <a:gd name="csY3" fmla="*/ 84694 h 86095"/>
                <a:gd name="csX4" fmla="*/ 95841 w 118927"/>
                <a:gd name="csY4" fmla="*/ 83920 h 86095"/>
                <a:gd name="csX5" fmla="*/ 74310 w 118927"/>
                <a:gd name="csY5" fmla="*/ 84694 h 86095"/>
                <a:gd name="csX6" fmla="*/ 74310 w 118927"/>
                <a:gd name="csY6" fmla="*/ 73835 h 86095"/>
                <a:gd name="csX7" fmla="*/ 79543 w 118927"/>
                <a:gd name="csY7" fmla="*/ 72671 h 86095"/>
                <a:gd name="csX8" fmla="*/ 61306 w 118927"/>
                <a:gd name="csY8" fmla="*/ 54252 h 86095"/>
                <a:gd name="csX9" fmla="*/ 42488 w 118927"/>
                <a:gd name="csY9" fmla="*/ 73835 h 86095"/>
                <a:gd name="csX10" fmla="*/ 47729 w 118927"/>
                <a:gd name="csY10" fmla="*/ 73835 h 86095"/>
                <a:gd name="csX11" fmla="*/ 47729 w 118927"/>
                <a:gd name="csY11" fmla="*/ 84694 h 86095"/>
                <a:gd name="csX12" fmla="*/ 23086 w 118927"/>
                <a:gd name="csY12" fmla="*/ 83920 h 86095"/>
                <a:gd name="csX13" fmla="*/ 1165 w 118927"/>
                <a:gd name="csY13" fmla="*/ 84694 h 86095"/>
                <a:gd name="csX14" fmla="*/ 1165 w 118927"/>
                <a:gd name="csY14" fmla="*/ 73835 h 86095"/>
                <a:gd name="csX15" fmla="*/ 15715 w 118927"/>
                <a:gd name="csY15" fmla="*/ 73835 h 86095"/>
                <a:gd name="csX16" fmla="*/ 47538 w 118927"/>
                <a:gd name="csY16" fmla="*/ 40674 h 86095"/>
                <a:gd name="csX17" fmla="*/ 19601 w 118927"/>
                <a:gd name="csY17" fmla="*/ 12560 h 86095"/>
                <a:gd name="csX18" fmla="*/ 10865 w 118927"/>
                <a:gd name="csY18" fmla="*/ 9650 h 86095"/>
                <a:gd name="csX19" fmla="*/ 0 w 118927"/>
                <a:gd name="csY19" fmla="*/ 9458 h 86095"/>
                <a:gd name="csX20" fmla="*/ 0 w 118927"/>
                <a:gd name="csY20" fmla="*/ -1402 h 86095"/>
                <a:gd name="csX21" fmla="*/ 18818 w 118927"/>
                <a:gd name="csY21" fmla="*/ -628 h 86095"/>
                <a:gd name="csX22" fmla="*/ 40358 w 118927"/>
                <a:gd name="csY22" fmla="*/ -1402 h 86095"/>
                <a:gd name="csX23" fmla="*/ 40358 w 118927"/>
                <a:gd name="csY23" fmla="*/ 9458 h 86095"/>
                <a:gd name="csX24" fmla="*/ 35116 w 118927"/>
                <a:gd name="csY24" fmla="*/ 10814 h 86095"/>
                <a:gd name="csX25" fmla="*/ 56074 w 118927"/>
                <a:gd name="csY25" fmla="*/ 31761 h 86095"/>
                <a:gd name="csX26" fmla="*/ 77604 w 118927"/>
                <a:gd name="csY26" fmla="*/ 9458 h 86095"/>
                <a:gd name="csX27" fmla="*/ 72563 w 118927"/>
                <a:gd name="csY27" fmla="*/ 9458 h 86095"/>
                <a:gd name="csX28" fmla="*/ 72563 w 118927"/>
                <a:gd name="csY28" fmla="*/ -1402 h 86095"/>
                <a:gd name="csX29" fmla="*/ 97205 w 118927"/>
                <a:gd name="csY29" fmla="*/ -628 h 86095"/>
                <a:gd name="csX30" fmla="*/ 118927 w 118927"/>
                <a:gd name="csY30" fmla="*/ -1402 h 86095"/>
                <a:gd name="csX31" fmla="*/ 118927 w 118927"/>
                <a:gd name="csY31" fmla="*/ 9458 h 86095"/>
                <a:gd name="csX32" fmla="*/ 104576 w 118927"/>
                <a:gd name="csY32" fmla="*/ 9458 h 86095"/>
                <a:gd name="csX33" fmla="*/ 69842 w 118927"/>
                <a:gd name="csY33" fmla="*/ 45522 h 86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18927" h="86095">
                  <a:moveTo>
                    <a:pt x="69842" y="45522"/>
                  </a:moveTo>
                  <a:lnTo>
                    <a:pt x="96623" y="72479"/>
                  </a:lnTo>
                  <a:cubicBezTo>
                    <a:pt x="101273" y="73835"/>
                    <a:pt x="106323" y="73835"/>
                    <a:pt x="114659" y="73835"/>
                  </a:cubicBezTo>
                  <a:lnTo>
                    <a:pt x="114659" y="84694"/>
                  </a:lnTo>
                  <a:cubicBezTo>
                    <a:pt x="108453" y="84112"/>
                    <a:pt x="102055" y="83920"/>
                    <a:pt x="95841" y="83920"/>
                  </a:cubicBezTo>
                  <a:cubicBezTo>
                    <a:pt x="89243" y="83920"/>
                    <a:pt x="75857" y="84502"/>
                    <a:pt x="74310" y="84694"/>
                  </a:cubicBezTo>
                  <a:lnTo>
                    <a:pt x="74310" y="73835"/>
                  </a:lnTo>
                  <a:cubicBezTo>
                    <a:pt x="76831" y="73835"/>
                    <a:pt x="78186" y="73451"/>
                    <a:pt x="79543" y="72671"/>
                  </a:cubicBezTo>
                  <a:lnTo>
                    <a:pt x="61306" y="54252"/>
                  </a:lnTo>
                  <a:lnTo>
                    <a:pt x="42488" y="73835"/>
                  </a:lnTo>
                  <a:lnTo>
                    <a:pt x="47729" y="73835"/>
                  </a:lnTo>
                  <a:lnTo>
                    <a:pt x="47729" y="84694"/>
                  </a:lnTo>
                  <a:cubicBezTo>
                    <a:pt x="46564" y="84694"/>
                    <a:pt x="31240" y="83920"/>
                    <a:pt x="23086" y="83920"/>
                  </a:cubicBezTo>
                  <a:cubicBezTo>
                    <a:pt x="15715" y="83920"/>
                    <a:pt x="8535" y="84112"/>
                    <a:pt x="1165" y="84694"/>
                  </a:cubicBezTo>
                  <a:lnTo>
                    <a:pt x="1165" y="73835"/>
                  </a:lnTo>
                  <a:lnTo>
                    <a:pt x="15715" y="73835"/>
                  </a:lnTo>
                  <a:lnTo>
                    <a:pt x="47538" y="40674"/>
                  </a:lnTo>
                  <a:lnTo>
                    <a:pt x="19601" y="12560"/>
                  </a:lnTo>
                  <a:cubicBezTo>
                    <a:pt x="17071" y="10232"/>
                    <a:pt x="16880" y="10040"/>
                    <a:pt x="10865" y="9650"/>
                  </a:cubicBezTo>
                  <a:cubicBezTo>
                    <a:pt x="7762" y="9458"/>
                    <a:pt x="973" y="9458"/>
                    <a:pt x="0" y="9458"/>
                  </a:cubicBezTo>
                  <a:lnTo>
                    <a:pt x="0" y="-1402"/>
                  </a:lnTo>
                  <a:cubicBezTo>
                    <a:pt x="6206" y="-820"/>
                    <a:pt x="12612" y="-628"/>
                    <a:pt x="18818" y="-628"/>
                  </a:cubicBezTo>
                  <a:cubicBezTo>
                    <a:pt x="24060" y="-628"/>
                    <a:pt x="37837" y="-1210"/>
                    <a:pt x="40358" y="-1402"/>
                  </a:cubicBezTo>
                  <a:lnTo>
                    <a:pt x="40358" y="9458"/>
                  </a:lnTo>
                  <a:cubicBezTo>
                    <a:pt x="37255" y="9458"/>
                    <a:pt x="36473" y="9850"/>
                    <a:pt x="35116" y="10814"/>
                  </a:cubicBezTo>
                  <a:lnTo>
                    <a:pt x="56074" y="31761"/>
                  </a:lnTo>
                  <a:lnTo>
                    <a:pt x="77604" y="9458"/>
                  </a:lnTo>
                  <a:lnTo>
                    <a:pt x="72563" y="9458"/>
                  </a:lnTo>
                  <a:lnTo>
                    <a:pt x="72563" y="-1402"/>
                  </a:lnTo>
                  <a:cubicBezTo>
                    <a:pt x="72754" y="-1402"/>
                    <a:pt x="88278" y="-628"/>
                    <a:pt x="97205" y="-628"/>
                  </a:cubicBezTo>
                  <a:cubicBezTo>
                    <a:pt x="104377" y="-628"/>
                    <a:pt x="111756" y="-820"/>
                    <a:pt x="118927" y="-1402"/>
                  </a:cubicBezTo>
                  <a:lnTo>
                    <a:pt x="118927" y="9458"/>
                  </a:lnTo>
                  <a:lnTo>
                    <a:pt x="104576" y="9458"/>
                  </a:lnTo>
                  <a:lnTo>
                    <a:pt x="69842" y="45522"/>
                  </a:lnTo>
                  <a:close/>
                </a:path>
              </a:pathLst>
            </a:custGeom>
            <a:solidFill>
              <a:srgbClr val="000000"/>
            </a:solidFill>
            <a:ln w="27807" cap="flat">
              <a:noFill/>
              <a:prstDash val="solid"/>
              <a:miter/>
            </a:ln>
          </p:spPr>
          <p:txBody>
            <a:bodyPr/>
            <a:lstStyle/>
            <a:p>
              <a:endParaRPr lang="en-GB"/>
            </a:p>
          </p:txBody>
        </p:sp>
        <p:sp>
          <p:nvSpPr>
            <p:cNvPr id="161" name="Freeform: Shape 160">
              <a:extLst>
                <a:ext uri="{FF2B5EF4-FFF2-40B4-BE49-F238E27FC236}">
                  <a16:creationId xmlns:a16="http://schemas.microsoft.com/office/drawing/2014/main" id="{17A9A282-E612-09B0-6DCF-4263E9A2158B}"/>
                </a:ext>
              </a:extLst>
            </p:cNvPr>
            <p:cNvSpPr/>
            <p:nvPr>
              <p:custDataLst>
                <p:tags r:id="rId64"/>
              </p:custDataLst>
            </p:nvPr>
          </p:nvSpPr>
          <p:spPr>
            <a:xfrm flipV="1">
              <a:off x="10043845" y="-17511300"/>
              <a:ext cx="38385" cy="72158"/>
            </a:xfrm>
            <a:custGeom>
              <a:avLst/>
              <a:gdLst>
                <a:gd name="csX0" fmla="*/ 36995 w 38385"/>
                <a:gd name="csY0" fmla="*/ 57729 h 72158"/>
                <a:gd name="csX1" fmla="*/ 38385 w 38385"/>
                <a:gd name="csY1" fmla="*/ 62577 h 72158"/>
                <a:gd name="csX2" fmla="*/ 29788 w 38385"/>
                <a:gd name="csY2" fmla="*/ 70751 h 72158"/>
                <a:gd name="csX3" fmla="*/ 21895 w 38385"/>
                <a:gd name="csY3" fmla="*/ 64384 h 72158"/>
                <a:gd name="csX4" fmla="*/ 548 w 38385"/>
                <a:gd name="csY4" fmla="*/ 4404 h 72158"/>
                <a:gd name="csX5" fmla="*/ 0 w 38385"/>
                <a:gd name="csY5" fmla="*/ 2188 h 72158"/>
                <a:gd name="csX6" fmla="*/ 5954 w 38385"/>
                <a:gd name="csY6" fmla="*/ -1408 h 72158"/>
                <a:gd name="csX7" fmla="*/ 8309 w 38385"/>
                <a:gd name="csY7" fmla="*/ 946 h 72158"/>
                <a:gd name="csX8" fmla="*/ 36995 w 38385"/>
                <a:gd name="csY8" fmla="*/ 57729 h 721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385" h="72158">
                  <a:moveTo>
                    <a:pt x="36995" y="57729"/>
                  </a:moveTo>
                  <a:cubicBezTo>
                    <a:pt x="37133" y="57867"/>
                    <a:pt x="38385" y="60500"/>
                    <a:pt x="38385" y="62577"/>
                  </a:cubicBezTo>
                  <a:cubicBezTo>
                    <a:pt x="38385" y="67562"/>
                    <a:pt x="33952" y="70751"/>
                    <a:pt x="29788" y="70751"/>
                  </a:cubicBezTo>
                  <a:cubicBezTo>
                    <a:pt x="24113" y="70751"/>
                    <a:pt x="22583" y="66459"/>
                    <a:pt x="21895" y="64384"/>
                  </a:cubicBezTo>
                  <a:lnTo>
                    <a:pt x="548" y="4404"/>
                  </a:lnTo>
                  <a:cubicBezTo>
                    <a:pt x="0" y="2745"/>
                    <a:pt x="0" y="2327"/>
                    <a:pt x="0" y="2188"/>
                  </a:cubicBezTo>
                  <a:cubicBezTo>
                    <a:pt x="0" y="-26"/>
                    <a:pt x="5816" y="-1408"/>
                    <a:pt x="5954" y="-1408"/>
                  </a:cubicBezTo>
                  <a:cubicBezTo>
                    <a:pt x="7206" y="-1408"/>
                    <a:pt x="7484" y="-714"/>
                    <a:pt x="8309" y="946"/>
                  </a:cubicBezTo>
                  <a:lnTo>
                    <a:pt x="36995" y="57729"/>
                  </a:lnTo>
                  <a:close/>
                </a:path>
              </a:pathLst>
            </a:custGeom>
            <a:solidFill>
              <a:srgbClr val="000000"/>
            </a:solidFill>
            <a:ln w="27807" cap="flat">
              <a:noFill/>
              <a:prstDash val="solid"/>
              <a:miter/>
            </a:ln>
          </p:spPr>
          <p:txBody>
            <a:bodyPr/>
            <a:lstStyle/>
            <a:p>
              <a:endParaRPr lang="en-GB"/>
            </a:p>
          </p:txBody>
        </p:sp>
        <p:sp>
          <p:nvSpPr>
            <p:cNvPr id="162" name="Freeform: Shape 161">
              <a:extLst>
                <a:ext uri="{FF2B5EF4-FFF2-40B4-BE49-F238E27FC236}">
                  <a16:creationId xmlns:a16="http://schemas.microsoft.com/office/drawing/2014/main" id="{1A75BC39-912B-65B9-180C-D4801C52ADC6}"/>
                </a:ext>
              </a:extLst>
            </p:cNvPr>
            <p:cNvSpPr/>
            <p:nvPr>
              <p:custDataLst>
                <p:tags r:id="rId65"/>
              </p:custDataLst>
            </p:nvPr>
          </p:nvSpPr>
          <p:spPr>
            <a:xfrm flipV="1">
              <a:off x="10109967" y="-17486437"/>
              <a:ext cx="135607" cy="173743"/>
            </a:xfrm>
            <a:custGeom>
              <a:avLst/>
              <a:gdLst>
                <a:gd name="csX0" fmla="*/ 12612 w 135607"/>
                <a:gd name="csY0" fmla="*/ 2864 h 173743"/>
                <a:gd name="csX1" fmla="*/ 24442 w 135607"/>
                <a:gd name="csY1" fmla="*/ 50758 h 173743"/>
                <a:gd name="csX2" fmla="*/ 68486 w 135607"/>
                <a:gd name="csY2" fmla="*/ 33696 h 173743"/>
                <a:gd name="csX3" fmla="*/ 134060 w 135607"/>
                <a:gd name="csY3" fmla="*/ 87602 h 173743"/>
                <a:gd name="csX4" fmla="*/ 120866 w 135607"/>
                <a:gd name="csY4" fmla="*/ 113969 h 173743"/>
                <a:gd name="csX5" fmla="*/ 135608 w 135607"/>
                <a:gd name="csY5" fmla="*/ 144801 h 173743"/>
                <a:gd name="csX6" fmla="*/ 101073 w 135607"/>
                <a:gd name="csY6" fmla="*/ 172342 h 173743"/>
                <a:gd name="csX7" fmla="*/ 30066 w 135607"/>
                <a:gd name="csY7" fmla="*/ 122700 h 173743"/>
                <a:gd name="csX8" fmla="*/ 773 w 135607"/>
                <a:gd name="csY8" fmla="*/ 5383 h 173743"/>
                <a:gd name="csX9" fmla="*/ 0 w 135607"/>
                <a:gd name="csY9" fmla="*/ 2090 h 173743"/>
                <a:gd name="csX10" fmla="*/ 6206 w 135607"/>
                <a:gd name="csY10" fmla="*/ -1402 h 173743"/>
                <a:gd name="csX11" fmla="*/ 12612 w 135607"/>
                <a:gd name="csY11" fmla="*/ 2864 h 173743"/>
                <a:gd name="csX12" fmla="*/ 73336 w 135607"/>
                <a:gd name="csY12" fmla="*/ 111450 h 173743"/>
                <a:gd name="csX13" fmla="*/ 86331 w 135607"/>
                <a:gd name="csY13" fmla="*/ 113387 h 173743"/>
                <a:gd name="csX14" fmla="*/ 95449 w 135607"/>
                <a:gd name="csY14" fmla="*/ 112614 h 173743"/>
                <a:gd name="csX15" fmla="*/ 83619 w 135607"/>
                <a:gd name="csY15" fmla="*/ 110286 h 173743"/>
                <a:gd name="csX16" fmla="*/ 73336 w 135607"/>
                <a:gd name="csY16" fmla="*/ 111450 h 173743"/>
                <a:gd name="csX17" fmla="*/ 104767 w 135607"/>
                <a:gd name="csY17" fmla="*/ 120762 h 173743"/>
                <a:gd name="csX18" fmla="*/ 86913 w 135607"/>
                <a:gd name="csY18" fmla="*/ 122310 h 173743"/>
                <a:gd name="csX19" fmla="*/ 60916 w 135607"/>
                <a:gd name="csY19" fmla="*/ 110677 h 173743"/>
                <a:gd name="csX20" fmla="*/ 83228 w 135607"/>
                <a:gd name="csY20" fmla="*/ 101371 h 173743"/>
                <a:gd name="csX21" fmla="*/ 107088 w 135607"/>
                <a:gd name="csY21" fmla="*/ 105439 h 173743"/>
                <a:gd name="csX22" fmla="*/ 109418 w 135607"/>
                <a:gd name="csY22" fmla="*/ 95161 h 173743"/>
                <a:gd name="csX23" fmla="*/ 97970 w 135607"/>
                <a:gd name="csY23" fmla="*/ 56769 h 173743"/>
                <a:gd name="csX24" fmla="*/ 68286 w 135607"/>
                <a:gd name="csY24" fmla="*/ 42618 h 173743"/>
                <a:gd name="csX25" fmla="*/ 30266 w 135607"/>
                <a:gd name="csY25" fmla="*/ 70149 h 173743"/>
                <a:gd name="csX26" fmla="*/ 33751 w 135607"/>
                <a:gd name="csY26" fmla="*/ 87402 h 173743"/>
                <a:gd name="csX27" fmla="*/ 41322 w 135607"/>
                <a:gd name="csY27" fmla="*/ 118234 h 173743"/>
                <a:gd name="csX28" fmla="*/ 61888 w 135607"/>
                <a:gd name="csY28" fmla="*/ 149849 h 173743"/>
                <a:gd name="csX29" fmla="*/ 100109 w 135607"/>
                <a:gd name="csY29" fmla="*/ 163420 h 173743"/>
                <a:gd name="csX30" fmla="*/ 113303 w 135607"/>
                <a:gd name="csY30" fmla="*/ 151787 h 173743"/>
                <a:gd name="csX31" fmla="*/ 104767 w 135607"/>
                <a:gd name="csY31" fmla="*/ 120762 h 1737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35607" h="173743">
                  <a:moveTo>
                    <a:pt x="12612" y="2864"/>
                  </a:moveTo>
                  <a:lnTo>
                    <a:pt x="24442" y="50758"/>
                  </a:lnTo>
                  <a:cubicBezTo>
                    <a:pt x="28128" y="45910"/>
                    <a:pt x="41131" y="33696"/>
                    <a:pt x="68486" y="33696"/>
                  </a:cubicBezTo>
                  <a:cubicBezTo>
                    <a:pt x="111938" y="33696"/>
                    <a:pt x="134060" y="63165"/>
                    <a:pt x="134060" y="87602"/>
                  </a:cubicBezTo>
                  <a:cubicBezTo>
                    <a:pt x="134060" y="98845"/>
                    <a:pt x="129593" y="107767"/>
                    <a:pt x="120866" y="113969"/>
                  </a:cubicBezTo>
                  <a:cubicBezTo>
                    <a:pt x="129401" y="120954"/>
                    <a:pt x="135608" y="133360"/>
                    <a:pt x="135608" y="144801"/>
                  </a:cubicBezTo>
                  <a:cubicBezTo>
                    <a:pt x="135608" y="160508"/>
                    <a:pt x="124360" y="172342"/>
                    <a:pt x="101073" y="172342"/>
                  </a:cubicBezTo>
                  <a:cubicBezTo>
                    <a:pt x="72363" y="172342"/>
                    <a:pt x="37828" y="154115"/>
                    <a:pt x="30066" y="122700"/>
                  </a:cubicBezTo>
                  <a:lnTo>
                    <a:pt x="773" y="5383"/>
                  </a:lnTo>
                  <a:cubicBezTo>
                    <a:pt x="0" y="2672"/>
                    <a:pt x="0" y="2282"/>
                    <a:pt x="0" y="2090"/>
                  </a:cubicBezTo>
                  <a:cubicBezTo>
                    <a:pt x="0" y="-1402"/>
                    <a:pt x="3294" y="-1402"/>
                    <a:pt x="6206" y="-1402"/>
                  </a:cubicBezTo>
                  <a:cubicBezTo>
                    <a:pt x="10083" y="-1402"/>
                    <a:pt x="11639" y="-1402"/>
                    <a:pt x="12612" y="2864"/>
                  </a:cubicBezTo>
                  <a:close/>
                  <a:moveTo>
                    <a:pt x="73336" y="111450"/>
                  </a:moveTo>
                  <a:cubicBezTo>
                    <a:pt x="75857" y="112614"/>
                    <a:pt x="77604" y="113387"/>
                    <a:pt x="86331" y="113387"/>
                  </a:cubicBezTo>
                  <a:cubicBezTo>
                    <a:pt x="89434" y="113387"/>
                    <a:pt x="91955" y="113387"/>
                    <a:pt x="95449" y="112614"/>
                  </a:cubicBezTo>
                  <a:cubicBezTo>
                    <a:pt x="91181" y="110286"/>
                    <a:pt x="87105" y="110286"/>
                    <a:pt x="83619" y="110286"/>
                  </a:cubicBezTo>
                  <a:cubicBezTo>
                    <a:pt x="77795" y="110286"/>
                    <a:pt x="77213" y="110485"/>
                    <a:pt x="73336" y="111450"/>
                  </a:cubicBezTo>
                  <a:close/>
                  <a:moveTo>
                    <a:pt x="104767" y="120762"/>
                  </a:moveTo>
                  <a:cubicBezTo>
                    <a:pt x="97388" y="122310"/>
                    <a:pt x="90790" y="122310"/>
                    <a:pt x="86913" y="122310"/>
                  </a:cubicBezTo>
                  <a:cubicBezTo>
                    <a:pt x="78569" y="122310"/>
                    <a:pt x="60916" y="122310"/>
                    <a:pt x="60916" y="110677"/>
                  </a:cubicBezTo>
                  <a:cubicBezTo>
                    <a:pt x="60916" y="101563"/>
                    <a:pt x="73719" y="101371"/>
                    <a:pt x="83228" y="101371"/>
                  </a:cubicBezTo>
                  <a:cubicBezTo>
                    <a:pt x="88852" y="101371"/>
                    <a:pt x="96805" y="101371"/>
                    <a:pt x="107088" y="105439"/>
                  </a:cubicBezTo>
                  <a:cubicBezTo>
                    <a:pt x="108836" y="102727"/>
                    <a:pt x="109418" y="98653"/>
                    <a:pt x="109418" y="95161"/>
                  </a:cubicBezTo>
                  <a:cubicBezTo>
                    <a:pt x="109418" y="88376"/>
                    <a:pt x="105341" y="67047"/>
                    <a:pt x="97970" y="56769"/>
                  </a:cubicBezTo>
                  <a:cubicBezTo>
                    <a:pt x="90990" y="47266"/>
                    <a:pt x="80316" y="42618"/>
                    <a:pt x="68286" y="42618"/>
                  </a:cubicBezTo>
                  <a:cubicBezTo>
                    <a:pt x="51797" y="42618"/>
                    <a:pt x="30266" y="50176"/>
                    <a:pt x="30266" y="70149"/>
                  </a:cubicBezTo>
                  <a:cubicBezTo>
                    <a:pt x="30266" y="73832"/>
                    <a:pt x="32205" y="81782"/>
                    <a:pt x="33751" y="87402"/>
                  </a:cubicBezTo>
                  <a:cubicBezTo>
                    <a:pt x="34725" y="91676"/>
                    <a:pt x="40932" y="116488"/>
                    <a:pt x="41322" y="118234"/>
                  </a:cubicBezTo>
                  <a:cubicBezTo>
                    <a:pt x="43070" y="125028"/>
                    <a:pt x="46364" y="138207"/>
                    <a:pt x="61888" y="149849"/>
                  </a:cubicBezTo>
                  <a:cubicBezTo>
                    <a:pt x="77795" y="161864"/>
                    <a:pt x="93120" y="163420"/>
                    <a:pt x="100109" y="163420"/>
                  </a:cubicBezTo>
                  <a:cubicBezTo>
                    <a:pt x="113303" y="163420"/>
                    <a:pt x="113303" y="154889"/>
                    <a:pt x="113303" y="151787"/>
                  </a:cubicBezTo>
                  <a:cubicBezTo>
                    <a:pt x="113303" y="147129"/>
                    <a:pt x="109809" y="129486"/>
                    <a:pt x="104767" y="120762"/>
                  </a:cubicBezTo>
                  <a:close/>
                </a:path>
              </a:pathLst>
            </a:custGeom>
            <a:solidFill>
              <a:srgbClr val="000000"/>
            </a:solidFill>
            <a:ln w="27807" cap="flat">
              <a:noFill/>
              <a:prstDash val="solid"/>
              <a:miter/>
            </a:ln>
          </p:spPr>
          <p:txBody>
            <a:bodyPr/>
            <a:lstStyle/>
            <a:p>
              <a:endParaRPr lang="en-GB"/>
            </a:p>
          </p:txBody>
        </p:sp>
        <p:sp>
          <p:nvSpPr>
            <p:cNvPr id="163" name="Freeform: Shape 162">
              <a:extLst>
                <a:ext uri="{FF2B5EF4-FFF2-40B4-BE49-F238E27FC236}">
                  <a16:creationId xmlns:a16="http://schemas.microsoft.com/office/drawing/2014/main" id="{2E952BD6-C205-960D-5FD0-84520442C71C}"/>
                </a:ext>
              </a:extLst>
            </p:cNvPr>
            <p:cNvSpPr/>
            <p:nvPr>
              <p:custDataLst>
                <p:tags r:id="rId66"/>
              </p:custDataLst>
            </p:nvPr>
          </p:nvSpPr>
          <p:spPr>
            <a:xfrm flipV="1">
              <a:off x="10269229" y="-17495741"/>
              <a:ext cx="50249" cy="193715"/>
            </a:xfrm>
            <a:custGeom>
              <a:avLst/>
              <a:gdLst>
                <a:gd name="csX0" fmla="*/ 3685 w 50249"/>
                <a:gd name="csY0" fmla="*/ 192313 h 193715"/>
                <a:gd name="csX1" fmla="*/ 0 w 50249"/>
                <a:gd name="csY1" fmla="*/ 189985 h 193715"/>
                <a:gd name="csX2" fmla="*/ 1747 w 50249"/>
                <a:gd name="csY2" fmla="*/ 187075 h 193715"/>
                <a:gd name="csX3" fmla="*/ 37055 w 50249"/>
                <a:gd name="csY3" fmla="*/ 95551 h 193715"/>
                <a:gd name="csX4" fmla="*/ 3485 w 50249"/>
                <a:gd name="csY4" fmla="*/ 5390 h 193715"/>
                <a:gd name="csX5" fmla="*/ 0 w 50249"/>
                <a:gd name="csY5" fmla="*/ 926 h 193715"/>
                <a:gd name="csX6" fmla="*/ 2520 w 50249"/>
                <a:gd name="csY6" fmla="*/ -1402 h 193715"/>
                <a:gd name="csX7" fmla="*/ 36081 w 50249"/>
                <a:gd name="csY7" fmla="*/ 35632 h 193715"/>
                <a:gd name="csX8" fmla="*/ 50250 w 50249"/>
                <a:gd name="csY8" fmla="*/ 95360 h 193715"/>
                <a:gd name="csX9" fmla="*/ 3685 w 50249"/>
                <a:gd name="csY9" fmla="*/ 192313 h 193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0249" h="193715">
                  <a:moveTo>
                    <a:pt x="3685" y="192313"/>
                  </a:moveTo>
                  <a:cubicBezTo>
                    <a:pt x="2329" y="192313"/>
                    <a:pt x="0" y="192313"/>
                    <a:pt x="0" y="189985"/>
                  </a:cubicBezTo>
                  <a:cubicBezTo>
                    <a:pt x="0" y="189021"/>
                    <a:pt x="582" y="188439"/>
                    <a:pt x="1747" y="187075"/>
                  </a:cubicBezTo>
                  <a:cubicBezTo>
                    <a:pt x="18427" y="171758"/>
                    <a:pt x="37055" y="145583"/>
                    <a:pt x="37055" y="95551"/>
                  </a:cubicBezTo>
                  <a:cubicBezTo>
                    <a:pt x="37055" y="55023"/>
                    <a:pt x="24443" y="24391"/>
                    <a:pt x="3485" y="5390"/>
                  </a:cubicBezTo>
                  <a:cubicBezTo>
                    <a:pt x="191" y="2090"/>
                    <a:pt x="0" y="1898"/>
                    <a:pt x="0" y="926"/>
                  </a:cubicBezTo>
                  <a:cubicBezTo>
                    <a:pt x="0" y="-40"/>
                    <a:pt x="582" y="-1402"/>
                    <a:pt x="2520" y="-1402"/>
                  </a:cubicBezTo>
                  <a:cubicBezTo>
                    <a:pt x="4850" y="-1402"/>
                    <a:pt x="23277" y="11394"/>
                    <a:pt x="36081" y="35632"/>
                  </a:cubicBezTo>
                  <a:cubicBezTo>
                    <a:pt x="44618" y="51730"/>
                    <a:pt x="50250" y="72677"/>
                    <a:pt x="50250" y="95360"/>
                  </a:cubicBezTo>
                  <a:cubicBezTo>
                    <a:pt x="50250" y="122700"/>
                    <a:pt x="42096" y="165164"/>
                    <a:pt x="3685" y="192313"/>
                  </a:cubicBezTo>
                  <a:close/>
                </a:path>
              </a:pathLst>
            </a:custGeom>
            <a:solidFill>
              <a:srgbClr val="000000"/>
            </a:solidFill>
            <a:ln w="27807" cap="flat">
              <a:noFill/>
              <a:prstDash val="solid"/>
              <a:miter/>
            </a:ln>
          </p:spPr>
          <p:txBody>
            <a:bodyPr/>
            <a:lstStyle/>
            <a:p>
              <a:endParaRPr lang="en-GB"/>
            </a:p>
          </p:txBody>
        </p:sp>
      </p:grpSp>
      <p:sp>
        <p:nvSpPr>
          <p:cNvPr id="170" name="Rectangle: Rounded Corners 169">
            <a:extLst>
              <a:ext uri="{FF2B5EF4-FFF2-40B4-BE49-F238E27FC236}">
                <a16:creationId xmlns:a16="http://schemas.microsoft.com/office/drawing/2014/main" id="{7ED2890C-5336-745C-7489-8BF3C26E089F}"/>
              </a:ext>
            </a:extLst>
          </p:cNvPr>
          <p:cNvSpPr/>
          <p:nvPr/>
        </p:nvSpPr>
        <p:spPr>
          <a:xfrm>
            <a:off x="5867061" y="1206499"/>
            <a:ext cx="2279626" cy="595213"/>
          </a:xfrm>
          <a:prstGeom prst="roundRect">
            <a:avLst>
              <a:gd name="adj" fmla="val 17766"/>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CO" b="1">
                <a:solidFill>
                  <a:schemeClr val="tx1"/>
                </a:solidFill>
                <a:highlight>
                  <a:srgbClr val="FFC000"/>
                </a:highlight>
              </a:rPr>
              <a:t>GRE</a:t>
            </a:r>
            <a:endParaRPr lang="en-GB" b="1">
              <a:solidFill>
                <a:schemeClr val="tx1"/>
              </a:solidFill>
              <a:highlight>
                <a:srgbClr val="FFC000"/>
              </a:highlight>
            </a:endParaRPr>
          </a:p>
        </p:txBody>
      </p:sp>
      <p:sp>
        <p:nvSpPr>
          <p:cNvPr id="171" name="TextBox 170">
            <a:extLst>
              <a:ext uri="{FF2B5EF4-FFF2-40B4-BE49-F238E27FC236}">
                <a16:creationId xmlns:a16="http://schemas.microsoft.com/office/drawing/2014/main" id="{7F020470-D9AF-E1FC-D137-01E3B2648CB0}"/>
              </a:ext>
            </a:extLst>
          </p:cNvPr>
          <p:cNvSpPr txBox="1"/>
          <p:nvPr/>
        </p:nvSpPr>
        <p:spPr>
          <a:xfrm>
            <a:off x="6010072" y="1860436"/>
            <a:ext cx="59367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FF0000"/>
                </a:solidFill>
                <a:effectLst/>
                <a:uLnTx/>
                <a:uFillTx/>
                <a:latin typeface="Aptos Black" panose="020B0004020202020204" pitchFamily="34" charset="0"/>
                <a:ea typeface="+mn-ea"/>
                <a:cs typeface="+mn-cs"/>
              </a:rPr>
              <a:t>1.</a:t>
            </a:r>
            <a:endParaRPr kumimoji="0" lang="en-GB" sz="2400" b="1" i="0" u="none" strike="noStrike" kern="1200" cap="none" spc="0" normalizeH="0" baseline="0" noProof="0">
              <a:ln>
                <a:noFill/>
              </a:ln>
              <a:solidFill>
                <a:srgbClr val="FF0000"/>
              </a:solidFill>
              <a:effectLst/>
              <a:uLnTx/>
              <a:uFillTx/>
              <a:latin typeface="Aptos Black" panose="020B0004020202020204" pitchFamily="34" charset="0"/>
              <a:ea typeface="+mn-ea"/>
              <a:cs typeface="+mn-cs"/>
            </a:endParaRPr>
          </a:p>
        </p:txBody>
      </p:sp>
      <p:sp>
        <p:nvSpPr>
          <p:cNvPr id="172" name="TextBox 171">
            <a:extLst>
              <a:ext uri="{FF2B5EF4-FFF2-40B4-BE49-F238E27FC236}">
                <a16:creationId xmlns:a16="http://schemas.microsoft.com/office/drawing/2014/main" id="{07A9EF01-7F0D-6BFC-F00D-632D6333D0C0}"/>
              </a:ext>
            </a:extLst>
          </p:cNvPr>
          <p:cNvSpPr txBox="1"/>
          <p:nvPr/>
        </p:nvSpPr>
        <p:spPr>
          <a:xfrm>
            <a:off x="6426240" y="1917993"/>
            <a:ext cx="121306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Aptos" panose="020B0004020202020204"/>
                <a:ea typeface="+mn-ea"/>
                <a:cs typeface="+mn-cs"/>
              </a:rPr>
              <a:t>Odds ratio</a:t>
            </a:r>
            <a:endParaRPr kumimoji="0" lang="en-GB" sz="16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4" name="TextBox 173">
            <a:extLst>
              <a:ext uri="{FF2B5EF4-FFF2-40B4-BE49-F238E27FC236}">
                <a16:creationId xmlns:a16="http://schemas.microsoft.com/office/drawing/2014/main" id="{C5305629-FD7D-9135-44B5-67B74E90ED98}"/>
              </a:ext>
            </a:extLst>
          </p:cNvPr>
          <p:cNvSpPr txBox="1"/>
          <p:nvPr/>
        </p:nvSpPr>
        <p:spPr>
          <a:xfrm>
            <a:off x="6399526" y="2322101"/>
            <a:ext cx="5419078" cy="646331"/>
          </a:xfrm>
          <a:prstGeom prst="rect">
            <a:avLst/>
          </a:prstGeom>
          <a:noFill/>
        </p:spPr>
        <p:txBody>
          <a:bodyPr wrap="square">
            <a:spAutoFit/>
          </a:bodyPr>
          <a:lstStyle/>
          <a:p>
            <a:r>
              <a:rPr lang="en-US" sz="1200"/>
              <a:t>The estimated coefficient for GRE is β = 0.0023, </a:t>
            </a:r>
            <a:r>
              <a:rPr lang="en-US" sz="1200" b="1"/>
              <a:t>meaning that for each additional point in the GRE score, the log‑odds of being admitted increase by 0.0023 units</a:t>
            </a:r>
            <a:r>
              <a:rPr lang="en-US" sz="1200"/>
              <a:t>. This translates into an </a:t>
            </a:r>
            <a:r>
              <a:rPr lang="en-US" sz="1200" b="1">
                <a:highlight>
                  <a:srgbClr val="FFC000"/>
                </a:highlight>
              </a:rPr>
              <a:t>odds ratio of:</a:t>
            </a:r>
            <a:endParaRPr lang="en-GB" sz="1200" b="1">
              <a:highlight>
                <a:srgbClr val="FFC000"/>
              </a:highlight>
            </a:endParaRPr>
          </a:p>
        </p:txBody>
      </p:sp>
      <p:grpSp>
        <p:nvGrpSpPr>
          <p:cNvPr id="327" name="Group 326">
            <a:extLst>
              <a:ext uri="{FF2B5EF4-FFF2-40B4-BE49-F238E27FC236}">
                <a16:creationId xmlns:a16="http://schemas.microsoft.com/office/drawing/2014/main" id="{D87D916B-85F8-14EC-BBC9-3A30675D4360}"/>
              </a:ext>
            </a:extLst>
          </p:cNvPr>
          <p:cNvGrpSpPr/>
          <p:nvPr/>
        </p:nvGrpSpPr>
        <p:grpSpPr>
          <a:xfrm>
            <a:off x="6495056" y="3074885"/>
            <a:ext cx="2468880" cy="731520"/>
            <a:chOff x="6477000" y="2951071"/>
            <a:chExt cx="2468880" cy="731520"/>
          </a:xfrm>
        </p:grpSpPr>
        <p:grpSp>
          <p:nvGrpSpPr>
            <p:cNvPr id="246" name="Group 245" descr="\documentclass{article}&#10;\usepackage{amsmath}&#10;\pagestyle{empty}&#10;\begin{document}&#10;&#10;&#10;\[&#10;e^{0.0023} \approx 1.0023&#10;\]&#10;&#10;\end{document}" title="IguanaTex Shape Display">
              <a:extLst>
                <a:ext uri="{FF2B5EF4-FFF2-40B4-BE49-F238E27FC236}">
                  <a16:creationId xmlns:a16="http://schemas.microsoft.com/office/drawing/2014/main" id="{141F567C-03DD-9B54-F615-E4ED6A89CA80}"/>
                </a:ext>
              </a:extLst>
            </p:cNvPr>
            <p:cNvGrpSpPr>
              <a:grpSpLocks noChangeAspect="1"/>
            </p:cNvGrpSpPr>
            <p:nvPr>
              <p:custDataLst>
                <p:tags r:id="rId34"/>
              </p:custDataLst>
            </p:nvPr>
          </p:nvGrpSpPr>
          <p:grpSpPr>
            <a:xfrm>
              <a:off x="6547115" y="3070285"/>
              <a:ext cx="1245941" cy="165552"/>
              <a:chOff x="13988114" y="-13602553"/>
              <a:chExt cx="1642080" cy="218188"/>
            </a:xfrm>
          </p:grpSpPr>
          <p:sp>
            <p:nvSpPr>
              <p:cNvPr id="238" name="Freeform: Shape 237">
                <a:extLst>
                  <a:ext uri="{FF2B5EF4-FFF2-40B4-BE49-F238E27FC236}">
                    <a16:creationId xmlns:a16="http://schemas.microsoft.com/office/drawing/2014/main" id="{50C9A5AA-4FAA-3FF5-5AB7-B8C191719DDA}"/>
                  </a:ext>
                </a:extLst>
              </p:cNvPr>
              <p:cNvSpPr/>
              <p:nvPr>
                <p:custDataLst>
                  <p:tags r:id="rId47"/>
                </p:custDataLst>
              </p:nvPr>
            </p:nvSpPr>
            <p:spPr>
              <a:xfrm flipV="1">
                <a:off x="13988114" y="-13496860"/>
                <a:ext cx="93157" cy="109833"/>
              </a:xfrm>
              <a:custGeom>
                <a:avLst/>
                <a:gdLst>
                  <a:gd name="csX0" fmla="*/ 34208 w 93157"/>
                  <a:gd name="csY0" fmla="*/ 57278 h 109833"/>
                  <a:gd name="csX1" fmla="*/ 71323 w 93157"/>
                  <a:gd name="csY1" fmla="*/ 62854 h 109833"/>
                  <a:gd name="csX2" fmla="*/ 89512 w 93157"/>
                  <a:gd name="csY2" fmla="*/ 87834 h 109833"/>
                  <a:gd name="csX3" fmla="*/ 63560 w 93157"/>
                  <a:gd name="csY3" fmla="*/ 108439 h 109833"/>
                  <a:gd name="csX4" fmla="*/ 0 w 93157"/>
                  <a:gd name="csY4" fmla="*/ 42492 h 109833"/>
                  <a:gd name="csX5" fmla="*/ 38089 w 93157"/>
                  <a:gd name="csY5" fmla="*/ -1395 h 109833"/>
                  <a:gd name="csX6" fmla="*/ 93157 w 93157"/>
                  <a:gd name="csY6" fmla="*/ 27219 h 109833"/>
                  <a:gd name="csX7" fmla="*/ 90242 w 93157"/>
                  <a:gd name="csY7" fmla="*/ 30369 h 109833"/>
                  <a:gd name="csX8" fmla="*/ 87091 w 93157"/>
                  <a:gd name="csY8" fmla="*/ 27943 h 109833"/>
                  <a:gd name="csX9" fmla="*/ 38576 w 93157"/>
                  <a:gd name="csY9" fmla="*/ 3945 h 109833"/>
                  <a:gd name="csX10" fmla="*/ 17466 w 93157"/>
                  <a:gd name="csY10" fmla="*/ 32065 h 109833"/>
                  <a:gd name="csX11" fmla="*/ 21347 w 93157"/>
                  <a:gd name="csY11" fmla="*/ 57278 h 109833"/>
                  <a:gd name="csX12" fmla="*/ 34208 w 93157"/>
                  <a:gd name="csY12" fmla="*/ 57278 h 109833"/>
                  <a:gd name="csX13" fmla="*/ 22808 w 93157"/>
                  <a:gd name="csY13" fmla="*/ 62619 h 109833"/>
                  <a:gd name="csX14" fmla="*/ 63560 w 93157"/>
                  <a:gd name="csY14" fmla="*/ 103106 h 109833"/>
                  <a:gd name="csX15" fmla="*/ 81514 w 93157"/>
                  <a:gd name="csY15" fmla="*/ 87834 h 109833"/>
                  <a:gd name="csX16" fmla="*/ 32755 w 93157"/>
                  <a:gd name="csY16" fmla="*/ 62619 h 109833"/>
                  <a:gd name="csX17" fmla="*/ 22808 w 93157"/>
                  <a:gd name="csY17" fmla="*/ 62619 h 1098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3157" h="109833">
                    <a:moveTo>
                      <a:pt x="34208" y="57278"/>
                    </a:moveTo>
                    <a:cubicBezTo>
                      <a:pt x="41240" y="57278"/>
                      <a:pt x="59193" y="57766"/>
                      <a:pt x="71323" y="62854"/>
                    </a:cubicBezTo>
                    <a:cubicBezTo>
                      <a:pt x="88302" y="70133"/>
                      <a:pt x="89512" y="84433"/>
                      <a:pt x="89512" y="87834"/>
                    </a:cubicBezTo>
                    <a:cubicBezTo>
                      <a:pt x="89512" y="98497"/>
                      <a:pt x="80296" y="108439"/>
                      <a:pt x="63560" y="108439"/>
                    </a:cubicBezTo>
                    <a:cubicBezTo>
                      <a:pt x="36635" y="108439"/>
                      <a:pt x="0" y="84921"/>
                      <a:pt x="0" y="42492"/>
                    </a:cubicBezTo>
                    <a:cubicBezTo>
                      <a:pt x="0" y="17765"/>
                      <a:pt x="14315" y="-1395"/>
                      <a:pt x="38089" y="-1395"/>
                    </a:cubicBezTo>
                    <a:cubicBezTo>
                      <a:pt x="72777" y="-1395"/>
                      <a:pt x="93157" y="24306"/>
                      <a:pt x="93157" y="27219"/>
                    </a:cubicBezTo>
                    <a:cubicBezTo>
                      <a:pt x="93157" y="28672"/>
                      <a:pt x="91696" y="30369"/>
                      <a:pt x="90242" y="30369"/>
                    </a:cubicBezTo>
                    <a:cubicBezTo>
                      <a:pt x="89033" y="30369"/>
                      <a:pt x="88545" y="29881"/>
                      <a:pt x="87091" y="27943"/>
                    </a:cubicBezTo>
                    <a:cubicBezTo>
                      <a:pt x="67929" y="3945"/>
                      <a:pt x="41483" y="3945"/>
                      <a:pt x="38576" y="3945"/>
                    </a:cubicBezTo>
                    <a:cubicBezTo>
                      <a:pt x="19650" y="3945"/>
                      <a:pt x="17466" y="24306"/>
                      <a:pt x="17466" y="32065"/>
                    </a:cubicBezTo>
                    <a:cubicBezTo>
                      <a:pt x="17466" y="34978"/>
                      <a:pt x="17709" y="42492"/>
                      <a:pt x="21347" y="57278"/>
                    </a:cubicBezTo>
                    <a:lnTo>
                      <a:pt x="34208" y="57278"/>
                    </a:lnTo>
                    <a:close/>
                    <a:moveTo>
                      <a:pt x="22808" y="62619"/>
                    </a:moveTo>
                    <a:cubicBezTo>
                      <a:pt x="32268" y="99471"/>
                      <a:pt x="57252" y="103106"/>
                      <a:pt x="63560" y="103106"/>
                    </a:cubicBezTo>
                    <a:cubicBezTo>
                      <a:pt x="74961" y="103106"/>
                      <a:pt x="81514" y="96070"/>
                      <a:pt x="81514" y="87834"/>
                    </a:cubicBezTo>
                    <a:cubicBezTo>
                      <a:pt x="81514" y="62619"/>
                      <a:pt x="42693" y="62619"/>
                      <a:pt x="32755" y="62619"/>
                    </a:cubicBezTo>
                    <a:lnTo>
                      <a:pt x="22808" y="62619"/>
                    </a:lnTo>
                    <a:close/>
                  </a:path>
                </a:pathLst>
              </a:custGeom>
              <a:solidFill>
                <a:srgbClr val="000000"/>
              </a:solidFill>
              <a:ln w="27807" cap="flat">
                <a:noFill/>
                <a:prstDash val="solid"/>
                <a:miter/>
              </a:ln>
            </p:spPr>
            <p:txBody>
              <a:bodyPr/>
              <a:lstStyle/>
              <a:p>
                <a:endParaRPr lang="en-GB"/>
              </a:p>
            </p:txBody>
          </p:sp>
          <p:sp>
            <p:nvSpPr>
              <p:cNvPr id="239" name="Freeform: Shape 238">
                <a:extLst>
                  <a:ext uri="{FF2B5EF4-FFF2-40B4-BE49-F238E27FC236}">
                    <a16:creationId xmlns:a16="http://schemas.microsoft.com/office/drawing/2014/main" id="{1488518D-8AD9-A38F-9AE1-6951D14C6E37}"/>
                  </a:ext>
                </a:extLst>
              </p:cNvPr>
              <p:cNvSpPr/>
              <p:nvPr>
                <p:custDataLst>
                  <p:tags r:id="rId48"/>
                </p:custDataLst>
              </p:nvPr>
            </p:nvSpPr>
            <p:spPr>
              <a:xfrm flipV="1">
                <a:off x="14098742" y="-13602553"/>
                <a:ext cx="78812" cy="116116"/>
              </a:xfrm>
              <a:custGeom>
                <a:avLst/>
                <a:gdLst>
                  <a:gd name="csX0" fmla="*/ 78812 w 78812"/>
                  <a:gd name="csY0" fmla="*/ 56145 h 116116"/>
                  <a:gd name="csX1" fmla="*/ 68790 w 78812"/>
                  <a:gd name="csY1" fmla="*/ 100117 h 116116"/>
                  <a:gd name="csX2" fmla="*/ 39406 w 78812"/>
                  <a:gd name="csY2" fmla="*/ 114713 h 116116"/>
                  <a:gd name="csX3" fmla="*/ 0 w 78812"/>
                  <a:gd name="csY3" fmla="*/ 56145 h 116116"/>
                  <a:gd name="csX4" fmla="*/ 39406 w 78812"/>
                  <a:gd name="csY4" fmla="*/ -1403 h 116116"/>
                  <a:gd name="csX5" fmla="*/ 78812 w 78812"/>
                  <a:gd name="csY5" fmla="*/ 56145 h 116116"/>
                  <a:gd name="csX6" fmla="*/ 39406 w 78812"/>
                  <a:gd name="csY6" fmla="*/ 3351 h 116116"/>
                  <a:gd name="csX7" fmla="*/ 17831 w 78812"/>
                  <a:gd name="csY7" fmla="*/ 21849 h 116116"/>
                  <a:gd name="csX8" fmla="*/ 15457 w 78812"/>
                  <a:gd name="csY8" fmla="*/ 58352 h 116116"/>
                  <a:gd name="csX9" fmla="*/ 18006 w 78812"/>
                  <a:gd name="csY9" fmla="*/ 92989 h 116116"/>
                  <a:gd name="csX10" fmla="*/ 39406 w 78812"/>
                  <a:gd name="csY10" fmla="*/ 109967 h 116116"/>
                  <a:gd name="csX11" fmla="*/ 60472 w 78812"/>
                  <a:gd name="csY11" fmla="*/ 94511 h 116116"/>
                  <a:gd name="csX12" fmla="*/ 63355 w 78812"/>
                  <a:gd name="csY12" fmla="*/ 58352 h 116116"/>
                  <a:gd name="csX13" fmla="*/ 61149 w 78812"/>
                  <a:gd name="csY13" fmla="*/ 22534 h 116116"/>
                  <a:gd name="csX14" fmla="*/ 39406 w 78812"/>
                  <a:gd name="csY14" fmla="*/ 3351 h 1161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78812" h="116116">
                    <a:moveTo>
                      <a:pt x="78812" y="56145"/>
                    </a:moveTo>
                    <a:cubicBezTo>
                      <a:pt x="78812" y="74818"/>
                      <a:pt x="76605" y="88236"/>
                      <a:pt x="68790" y="100117"/>
                    </a:cubicBezTo>
                    <a:cubicBezTo>
                      <a:pt x="63523" y="107928"/>
                      <a:pt x="52991" y="114713"/>
                      <a:pt x="39406" y="114713"/>
                    </a:cubicBezTo>
                    <a:cubicBezTo>
                      <a:pt x="0" y="114713"/>
                      <a:pt x="0" y="68369"/>
                      <a:pt x="0" y="56145"/>
                    </a:cubicBezTo>
                    <a:cubicBezTo>
                      <a:pt x="0" y="43922"/>
                      <a:pt x="0" y="-1403"/>
                      <a:pt x="39406" y="-1403"/>
                    </a:cubicBezTo>
                    <a:cubicBezTo>
                      <a:pt x="78812" y="-1403"/>
                      <a:pt x="78812" y="43922"/>
                      <a:pt x="78812" y="56145"/>
                    </a:cubicBezTo>
                    <a:close/>
                    <a:moveTo>
                      <a:pt x="39406" y="3351"/>
                    </a:moveTo>
                    <a:cubicBezTo>
                      <a:pt x="31591" y="3351"/>
                      <a:pt x="21233" y="7929"/>
                      <a:pt x="17831" y="21849"/>
                    </a:cubicBezTo>
                    <a:cubicBezTo>
                      <a:pt x="15457" y="31867"/>
                      <a:pt x="15457" y="45794"/>
                      <a:pt x="15457" y="58352"/>
                    </a:cubicBezTo>
                    <a:cubicBezTo>
                      <a:pt x="15457" y="70749"/>
                      <a:pt x="15457" y="83650"/>
                      <a:pt x="18006" y="92989"/>
                    </a:cubicBezTo>
                    <a:cubicBezTo>
                      <a:pt x="21568" y="106400"/>
                      <a:pt x="32443" y="109967"/>
                      <a:pt x="39406" y="109967"/>
                    </a:cubicBezTo>
                    <a:cubicBezTo>
                      <a:pt x="48576" y="109967"/>
                      <a:pt x="57412" y="104362"/>
                      <a:pt x="60472" y="94511"/>
                    </a:cubicBezTo>
                    <a:cubicBezTo>
                      <a:pt x="63188" y="85346"/>
                      <a:pt x="63355" y="73123"/>
                      <a:pt x="63355" y="58352"/>
                    </a:cubicBezTo>
                    <a:cubicBezTo>
                      <a:pt x="63355" y="45794"/>
                      <a:pt x="63355" y="33227"/>
                      <a:pt x="61149" y="22534"/>
                    </a:cubicBezTo>
                    <a:cubicBezTo>
                      <a:pt x="57747" y="7086"/>
                      <a:pt x="46203" y="3351"/>
                      <a:pt x="39406" y="3351"/>
                    </a:cubicBezTo>
                    <a:close/>
                  </a:path>
                </a:pathLst>
              </a:custGeom>
              <a:solidFill>
                <a:srgbClr val="000000"/>
              </a:solidFill>
              <a:ln w="27807" cap="flat">
                <a:noFill/>
                <a:prstDash val="solid"/>
                <a:miter/>
              </a:ln>
            </p:spPr>
            <p:txBody>
              <a:bodyPr/>
              <a:lstStyle/>
              <a:p>
                <a:endParaRPr lang="en-GB"/>
              </a:p>
            </p:txBody>
          </p:sp>
          <p:sp>
            <p:nvSpPr>
              <p:cNvPr id="240" name="Freeform: Shape 239">
                <a:extLst>
                  <a:ext uri="{FF2B5EF4-FFF2-40B4-BE49-F238E27FC236}">
                    <a16:creationId xmlns:a16="http://schemas.microsoft.com/office/drawing/2014/main" id="{449E992F-EB39-3113-FDC2-05AF6713282A}"/>
                  </a:ext>
                </a:extLst>
              </p:cNvPr>
              <p:cNvSpPr/>
              <p:nvPr>
                <p:custDataLst>
                  <p:tags r:id="rId49"/>
                </p:custDataLst>
              </p:nvPr>
            </p:nvSpPr>
            <p:spPr>
              <a:xfrm flipV="1">
                <a:off x="14205660" y="-13509353"/>
                <a:ext cx="19535" cy="19525"/>
              </a:xfrm>
              <a:custGeom>
                <a:avLst/>
                <a:gdLst>
                  <a:gd name="csX0" fmla="*/ 19535 w 19535"/>
                  <a:gd name="csY0" fmla="*/ 8276 h 19525"/>
                  <a:gd name="csX1" fmla="*/ 9848 w 19535"/>
                  <a:gd name="csY1" fmla="*/ 18126 h 19525"/>
                  <a:gd name="csX2" fmla="*/ 0 w 19535"/>
                  <a:gd name="csY2" fmla="*/ 8452 h 19525"/>
                  <a:gd name="csX3" fmla="*/ 9680 w 19535"/>
                  <a:gd name="csY3" fmla="*/ -1399 h 19525"/>
                  <a:gd name="csX4" fmla="*/ 19535 w 19535"/>
                  <a:gd name="csY4" fmla="*/ 8276 h 19525"/>
                </a:gdLst>
                <a:ahLst/>
                <a:cxnLst>
                  <a:cxn ang="0">
                    <a:pos x="csX0" y="csY0"/>
                  </a:cxn>
                  <a:cxn ang="0">
                    <a:pos x="csX1" y="csY1"/>
                  </a:cxn>
                  <a:cxn ang="0">
                    <a:pos x="csX2" y="csY2"/>
                  </a:cxn>
                  <a:cxn ang="0">
                    <a:pos x="csX3" y="csY3"/>
                  </a:cxn>
                  <a:cxn ang="0">
                    <a:pos x="csX4" y="csY4"/>
                  </a:cxn>
                </a:cxnLst>
                <a:rect l="l" t="t" r="r" b="b"/>
                <a:pathLst>
                  <a:path w="19535" h="19525">
                    <a:moveTo>
                      <a:pt x="19535" y="8276"/>
                    </a:moveTo>
                    <a:cubicBezTo>
                      <a:pt x="19535" y="14392"/>
                      <a:pt x="14437" y="18126"/>
                      <a:pt x="9848" y="18126"/>
                    </a:cubicBezTo>
                    <a:cubicBezTo>
                      <a:pt x="4247" y="18126"/>
                      <a:pt x="0" y="13540"/>
                      <a:pt x="0" y="8452"/>
                    </a:cubicBezTo>
                    <a:cubicBezTo>
                      <a:pt x="0" y="2335"/>
                      <a:pt x="5092" y="-1399"/>
                      <a:pt x="9680" y="-1399"/>
                    </a:cubicBezTo>
                    <a:cubicBezTo>
                      <a:pt x="15289" y="-1399"/>
                      <a:pt x="19535" y="3188"/>
                      <a:pt x="19535" y="8276"/>
                    </a:cubicBezTo>
                    <a:close/>
                  </a:path>
                </a:pathLst>
              </a:custGeom>
              <a:solidFill>
                <a:srgbClr val="000000"/>
              </a:solidFill>
              <a:ln w="27807" cap="flat">
                <a:noFill/>
                <a:prstDash val="solid"/>
                <a:miter/>
              </a:ln>
            </p:spPr>
            <p:txBody>
              <a:bodyPr/>
              <a:lstStyle/>
              <a:p>
                <a:endParaRPr lang="en-GB"/>
              </a:p>
            </p:txBody>
          </p:sp>
          <p:sp>
            <p:nvSpPr>
              <p:cNvPr id="241" name="Freeform: Shape 240">
                <a:extLst>
                  <a:ext uri="{FF2B5EF4-FFF2-40B4-BE49-F238E27FC236}">
                    <a16:creationId xmlns:a16="http://schemas.microsoft.com/office/drawing/2014/main" id="{CCA8A7BE-88E3-F9BD-48CF-716B669081AB}"/>
                  </a:ext>
                </a:extLst>
              </p:cNvPr>
              <p:cNvSpPr/>
              <p:nvPr>
                <p:custDataLst>
                  <p:tags r:id="rId50"/>
                </p:custDataLst>
              </p:nvPr>
            </p:nvSpPr>
            <p:spPr>
              <a:xfrm flipV="1">
                <a:off x="14253090" y="-13602553"/>
                <a:ext cx="368367" cy="116116"/>
              </a:xfrm>
              <a:custGeom>
                <a:avLst/>
                <a:gdLst>
                  <a:gd name="csX0" fmla="*/ 78811 w 368367"/>
                  <a:gd name="csY0" fmla="*/ 56145 h 116116"/>
                  <a:gd name="csX1" fmla="*/ 68789 w 368367"/>
                  <a:gd name="csY1" fmla="*/ 100117 h 116116"/>
                  <a:gd name="csX2" fmla="*/ 39406 w 368367"/>
                  <a:gd name="csY2" fmla="*/ 114713 h 116116"/>
                  <a:gd name="csX3" fmla="*/ 0 w 368367"/>
                  <a:gd name="csY3" fmla="*/ 56145 h 116116"/>
                  <a:gd name="csX4" fmla="*/ 39406 w 368367"/>
                  <a:gd name="csY4" fmla="*/ -1403 h 116116"/>
                  <a:gd name="csX5" fmla="*/ 78811 w 368367"/>
                  <a:gd name="csY5" fmla="*/ 56145 h 116116"/>
                  <a:gd name="csX6" fmla="*/ 39406 w 368367"/>
                  <a:gd name="csY6" fmla="*/ 3351 h 116116"/>
                  <a:gd name="csX7" fmla="*/ 17831 w 368367"/>
                  <a:gd name="csY7" fmla="*/ 21849 h 116116"/>
                  <a:gd name="csX8" fmla="*/ 15456 w 368367"/>
                  <a:gd name="csY8" fmla="*/ 58352 h 116116"/>
                  <a:gd name="csX9" fmla="*/ 18006 w 368367"/>
                  <a:gd name="csY9" fmla="*/ 92989 h 116116"/>
                  <a:gd name="csX10" fmla="*/ 39406 w 368367"/>
                  <a:gd name="csY10" fmla="*/ 109967 h 116116"/>
                  <a:gd name="csX11" fmla="*/ 60471 w 368367"/>
                  <a:gd name="csY11" fmla="*/ 94511 h 116116"/>
                  <a:gd name="csX12" fmla="*/ 63355 w 368367"/>
                  <a:gd name="csY12" fmla="*/ 58352 h 116116"/>
                  <a:gd name="csX13" fmla="*/ 61148 w 368367"/>
                  <a:gd name="csY13" fmla="*/ 22534 h 116116"/>
                  <a:gd name="csX14" fmla="*/ 39406 w 368367"/>
                  <a:gd name="csY14" fmla="*/ 3351 h 116116"/>
                  <a:gd name="csX15" fmla="*/ 175445 w 368367"/>
                  <a:gd name="csY15" fmla="*/ 56145 h 116116"/>
                  <a:gd name="csX16" fmla="*/ 165422 w 368367"/>
                  <a:gd name="csY16" fmla="*/ 100117 h 116116"/>
                  <a:gd name="csX17" fmla="*/ 136038 w 368367"/>
                  <a:gd name="csY17" fmla="*/ 114713 h 116116"/>
                  <a:gd name="csX18" fmla="*/ 96633 w 368367"/>
                  <a:gd name="csY18" fmla="*/ 56145 h 116116"/>
                  <a:gd name="csX19" fmla="*/ 136038 w 368367"/>
                  <a:gd name="csY19" fmla="*/ -1403 h 116116"/>
                  <a:gd name="csX20" fmla="*/ 175445 w 368367"/>
                  <a:gd name="csY20" fmla="*/ 56145 h 116116"/>
                  <a:gd name="csX21" fmla="*/ 136038 w 368367"/>
                  <a:gd name="csY21" fmla="*/ 3351 h 116116"/>
                  <a:gd name="csX22" fmla="*/ 114464 w 368367"/>
                  <a:gd name="csY22" fmla="*/ 21849 h 116116"/>
                  <a:gd name="csX23" fmla="*/ 112089 w 368367"/>
                  <a:gd name="csY23" fmla="*/ 58352 h 116116"/>
                  <a:gd name="csX24" fmla="*/ 114638 w 368367"/>
                  <a:gd name="csY24" fmla="*/ 92989 h 116116"/>
                  <a:gd name="csX25" fmla="*/ 136038 w 368367"/>
                  <a:gd name="csY25" fmla="*/ 109967 h 116116"/>
                  <a:gd name="csX26" fmla="*/ 157104 w 368367"/>
                  <a:gd name="csY26" fmla="*/ 94511 h 116116"/>
                  <a:gd name="csX27" fmla="*/ 159988 w 368367"/>
                  <a:gd name="csY27" fmla="*/ 58352 h 116116"/>
                  <a:gd name="csX28" fmla="*/ 157781 w 368367"/>
                  <a:gd name="csY28" fmla="*/ 22534 h 116116"/>
                  <a:gd name="csX29" fmla="*/ 136038 w 368367"/>
                  <a:gd name="csY29" fmla="*/ 3351 h 116116"/>
                  <a:gd name="csX30" fmla="*/ 270214 w 368367"/>
                  <a:gd name="csY30" fmla="*/ 32886 h 116116"/>
                  <a:gd name="csX31" fmla="*/ 264437 w 368367"/>
                  <a:gd name="csY31" fmla="*/ 32886 h 116116"/>
                  <a:gd name="csX32" fmla="*/ 260015 w 368367"/>
                  <a:gd name="csY32" fmla="*/ 17437 h 116116"/>
                  <a:gd name="csX33" fmla="*/ 243204 w 368367"/>
                  <a:gd name="csY33" fmla="*/ 16418 h 116116"/>
                  <a:gd name="csX34" fmla="*/ 211949 w 368367"/>
                  <a:gd name="csY34" fmla="*/ 16418 h 116116"/>
                  <a:gd name="csX35" fmla="*/ 245922 w 368367"/>
                  <a:gd name="csY35" fmla="*/ 44941 h 116116"/>
                  <a:gd name="csX36" fmla="*/ 270214 w 368367"/>
                  <a:gd name="csY36" fmla="*/ 81611 h 116116"/>
                  <a:gd name="csX37" fmla="*/ 230465 w 368367"/>
                  <a:gd name="csY37" fmla="*/ 114713 h 116116"/>
                  <a:gd name="csX38" fmla="*/ 195131 w 368367"/>
                  <a:gd name="csY38" fmla="*/ 84327 h 116116"/>
                  <a:gd name="csX39" fmla="*/ 204133 w 368367"/>
                  <a:gd name="csY39" fmla="*/ 74818 h 116116"/>
                  <a:gd name="csX40" fmla="*/ 213136 w 368367"/>
                  <a:gd name="csY40" fmla="*/ 83816 h 116116"/>
                  <a:gd name="csX41" fmla="*/ 203113 w 368367"/>
                  <a:gd name="csY41" fmla="*/ 92814 h 116116"/>
                  <a:gd name="csX42" fmla="*/ 227915 w 368367"/>
                  <a:gd name="csY42" fmla="*/ 108606 h 116116"/>
                  <a:gd name="csX43" fmla="*/ 253736 w 368367"/>
                  <a:gd name="csY43" fmla="*/ 81611 h 116116"/>
                  <a:gd name="csX44" fmla="*/ 237764 w 368367"/>
                  <a:gd name="csY44" fmla="*/ 49018 h 116116"/>
                  <a:gd name="csX45" fmla="*/ 196828 w 368367"/>
                  <a:gd name="csY45" fmla="*/ 8607 h 116116"/>
                  <a:gd name="csX46" fmla="*/ 195131 w 368367"/>
                  <a:gd name="csY46" fmla="*/ 1989 h 116116"/>
                  <a:gd name="csX47" fmla="*/ 265114 w 368367"/>
                  <a:gd name="csY47" fmla="*/ 1989 h 116116"/>
                  <a:gd name="csX48" fmla="*/ 270214 w 368367"/>
                  <a:gd name="csY48" fmla="*/ 32886 h 116116"/>
                  <a:gd name="csX49" fmla="*/ 327433 w 368367"/>
                  <a:gd name="csY49" fmla="*/ 58693 h 116116"/>
                  <a:gd name="csX50" fmla="*/ 350196 w 368367"/>
                  <a:gd name="csY50" fmla="*/ 31357 h 116116"/>
                  <a:gd name="csX51" fmla="*/ 328117 w 368367"/>
                  <a:gd name="csY51" fmla="*/ 4028 h 116116"/>
                  <a:gd name="csX52" fmla="*/ 299237 w 368367"/>
                  <a:gd name="csY52" fmla="*/ 15908 h 116116"/>
                  <a:gd name="csX53" fmla="*/ 309093 w 368367"/>
                  <a:gd name="csY53" fmla="*/ 25416 h 116116"/>
                  <a:gd name="csX54" fmla="*/ 299747 w 368367"/>
                  <a:gd name="csY54" fmla="*/ 34756 h 116116"/>
                  <a:gd name="csX55" fmla="*/ 290234 w 368367"/>
                  <a:gd name="csY55" fmla="*/ 24907 h 116116"/>
                  <a:gd name="csX56" fmla="*/ 328454 w 368367"/>
                  <a:gd name="csY56" fmla="*/ -1403 h 116116"/>
                  <a:gd name="csX57" fmla="*/ 368367 w 368367"/>
                  <a:gd name="csY57" fmla="*/ 31357 h 116116"/>
                  <a:gd name="csX58" fmla="*/ 338818 w 368367"/>
                  <a:gd name="csY58" fmla="*/ 61751 h 116116"/>
                  <a:gd name="csX59" fmla="*/ 363110 w 368367"/>
                  <a:gd name="csY59" fmla="*/ 91285 h 116116"/>
                  <a:gd name="csX60" fmla="*/ 328794 w 368367"/>
                  <a:gd name="csY60" fmla="*/ 114713 h 116116"/>
                  <a:gd name="csX61" fmla="*/ 295499 w 368367"/>
                  <a:gd name="csY61" fmla="*/ 91970 h 116116"/>
                  <a:gd name="csX62" fmla="*/ 304337 w 368367"/>
                  <a:gd name="csY62" fmla="*/ 82972 h 116116"/>
                  <a:gd name="csX63" fmla="*/ 312997 w 368367"/>
                  <a:gd name="csY63" fmla="*/ 91629 h 116116"/>
                  <a:gd name="csX64" fmla="*/ 304337 w 368367"/>
                  <a:gd name="csY64" fmla="*/ 100459 h 116116"/>
                  <a:gd name="csX65" fmla="*/ 328285 w 368367"/>
                  <a:gd name="csY65" fmla="*/ 109791 h 116116"/>
                  <a:gd name="csX66" fmla="*/ 346633 w 368367"/>
                  <a:gd name="csY66" fmla="*/ 91285 h 116116"/>
                  <a:gd name="csX67" fmla="*/ 339839 w 368367"/>
                  <a:gd name="csY67" fmla="*/ 71083 h 116116"/>
                  <a:gd name="csX68" fmla="*/ 320979 w 368367"/>
                  <a:gd name="csY68" fmla="*/ 63781 h 116116"/>
                  <a:gd name="csX69" fmla="*/ 315546 w 368367"/>
                  <a:gd name="csY69" fmla="*/ 63279 h 116116"/>
                  <a:gd name="csX70" fmla="*/ 313849 w 368367"/>
                  <a:gd name="csY70" fmla="*/ 61066 h 116116"/>
                  <a:gd name="csX71" fmla="*/ 318262 w 368367"/>
                  <a:gd name="csY71" fmla="*/ 58693 h 116116"/>
                  <a:gd name="csX72" fmla="*/ 327433 w 368367"/>
                  <a:gd name="csY72" fmla="*/ 58693 h 1161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368367" h="116116">
                    <a:moveTo>
                      <a:pt x="78811" y="56145"/>
                    </a:moveTo>
                    <a:cubicBezTo>
                      <a:pt x="78811" y="74818"/>
                      <a:pt x="76605" y="88236"/>
                      <a:pt x="68789" y="100117"/>
                    </a:cubicBezTo>
                    <a:cubicBezTo>
                      <a:pt x="63523" y="107928"/>
                      <a:pt x="52990" y="114713"/>
                      <a:pt x="39406" y="114713"/>
                    </a:cubicBezTo>
                    <a:cubicBezTo>
                      <a:pt x="0" y="114713"/>
                      <a:pt x="0" y="68369"/>
                      <a:pt x="0" y="56145"/>
                    </a:cubicBezTo>
                    <a:cubicBezTo>
                      <a:pt x="0" y="43922"/>
                      <a:pt x="0" y="-1403"/>
                      <a:pt x="39406" y="-1403"/>
                    </a:cubicBezTo>
                    <a:cubicBezTo>
                      <a:pt x="78811" y="-1403"/>
                      <a:pt x="78811" y="43922"/>
                      <a:pt x="78811" y="56145"/>
                    </a:cubicBezTo>
                    <a:close/>
                    <a:moveTo>
                      <a:pt x="39406" y="3351"/>
                    </a:moveTo>
                    <a:cubicBezTo>
                      <a:pt x="31590" y="3351"/>
                      <a:pt x="21232" y="7929"/>
                      <a:pt x="17831" y="21849"/>
                    </a:cubicBezTo>
                    <a:cubicBezTo>
                      <a:pt x="15456" y="31867"/>
                      <a:pt x="15456" y="45794"/>
                      <a:pt x="15456" y="58352"/>
                    </a:cubicBezTo>
                    <a:cubicBezTo>
                      <a:pt x="15456" y="70749"/>
                      <a:pt x="15456" y="83650"/>
                      <a:pt x="18006" y="92989"/>
                    </a:cubicBezTo>
                    <a:cubicBezTo>
                      <a:pt x="21567" y="106400"/>
                      <a:pt x="32442" y="109967"/>
                      <a:pt x="39406" y="109967"/>
                    </a:cubicBezTo>
                    <a:cubicBezTo>
                      <a:pt x="48576" y="109967"/>
                      <a:pt x="57411" y="104362"/>
                      <a:pt x="60471" y="94511"/>
                    </a:cubicBezTo>
                    <a:cubicBezTo>
                      <a:pt x="63187" y="85346"/>
                      <a:pt x="63355" y="73123"/>
                      <a:pt x="63355" y="58352"/>
                    </a:cubicBezTo>
                    <a:cubicBezTo>
                      <a:pt x="63355" y="45794"/>
                      <a:pt x="63355" y="33227"/>
                      <a:pt x="61148" y="22534"/>
                    </a:cubicBezTo>
                    <a:cubicBezTo>
                      <a:pt x="57747" y="7086"/>
                      <a:pt x="46202" y="3351"/>
                      <a:pt x="39406" y="3351"/>
                    </a:cubicBezTo>
                    <a:close/>
                    <a:moveTo>
                      <a:pt x="175445" y="56145"/>
                    </a:moveTo>
                    <a:cubicBezTo>
                      <a:pt x="175445" y="74818"/>
                      <a:pt x="173237" y="88236"/>
                      <a:pt x="165422" y="100117"/>
                    </a:cubicBezTo>
                    <a:cubicBezTo>
                      <a:pt x="160156" y="107928"/>
                      <a:pt x="149623" y="114713"/>
                      <a:pt x="136038" y="114713"/>
                    </a:cubicBezTo>
                    <a:cubicBezTo>
                      <a:pt x="96633" y="114713"/>
                      <a:pt x="96633" y="68369"/>
                      <a:pt x="96633" y="56145"/>
                    </a:cubicBezTo>
                    <a:cubicBezTo>
                      <a:pt x="96633" y="43922"/>
                      <a:pt x="96633" y="-1403"/>
                      <a:pt x="136038" y="-1403"/>
                    </a:cubicBezTo>
                    <a:cubicBezTo>
                      <a:pt x="175445" y="-1403"/>
                      <a:pt x="175445" y="43922"/>
                      <a:pt x="175445" y="56145"/>
                    </a:cubicBezTo>
                    <a:close/>
                    <a:moveTo>
                      <a:pt x="136038" y="3351"/>
                    </a:moveTo>
                    <a:cubicBezTo>
                      <a:pt x="128223" y="3351"/>
                      <a:pt x="117865" y="7929"/>
                      <a:pt x="114464" y="21849"/>
                    </a:cubicBezTo>
                    <a:cubicBezTo>
                      <a:pt x="112089" y="31867"/>
                      <a:pt x="112089" y="45794"/>
                      <a:pt x="112089" y="58352"/>
                    </a:cubicBezTo>
                    <a:cubicBezTo>
                      <a:pt x="112089" y="70749"/>
                      <a:pt x="112089" y="83650"/>
                      <a:pt x="114638" y="92989"/>
                    </a:cubicBezTo>
                    <a:cubicBezTo>
                      <a:pt x="118200" y="106400"/>
                      <a:pt x="129076" y="109967"/>
                      <a:pt x="136038" y="109967"/>
                    </a:cubicBezTo>
                    <a:cubicBezTo>
                      <a:pt x="145209" y="109967"/>
                      <a:pt x="154044" y="104362"/>
                      <a:pt x="157104" y="94511"/>
                    </a:cubicBezTo>
                    <a:cubicBezTo>
                      <a:pt x="159820" y="85346"/>
                      <a:pt x="159988" y="73123"/>
                      <a:pt x="159988" y="58352"/>
                    </a:cubicBezTo>
                    <a:cubicBezTo>
                      <a:pt x="159988" y="45794"/>
                      <a:pt x="159988" y="33227"/>
                      <a:pt x="157781" y="22534"/>
                    </a:cubicBezTo>
                    <a:cubicBezTo>
                      <a:pt x="154380" y="7086"/>
                      <a:pt x="142835" y="3351"/>
                      <a:pt x="136038" y="3351"/>
                    </a:cubicBezTo>
                    <a:close/>
                    <a:moveTo>
                      <a:pt x="270214" y="32886"/>
                    </a:moveTo>
                    <a:lnTo>
                      <a:pt x="264437" y="32886"/>
                    </a:lnTo>
                    <a:cubicBezTo>
                      <a:pt x="263928" y="29151"/>
                      <a:pt x="262231" y="19134"/>
                      <a:pt x="260015" y="17437"/>
                    </a:cubicBezTo>
                    <a:cubicBezTo>
                      <a:pt x="258661" y="16418"/>
                      <a:pt x="245579" y="16418"/>
                      <a:pt x="243204" y="16418"/>
                    </a:cubicBezTo>
                    <a:lnTo>
                      <a:pt x="211949" y="16418"/>
                    </a:lnTo>
                    <a:cubicBezTo>
                      <a:pt x="229780" y="32208"/>
                      <a:pt x="235730" y="36962"/>
                      <a:pt x="245922" y="44941"/>
                    </a:cubicBezTo>
                    <a:cubicBezTo>
                      <a:pt x="258493" y="54958"/>
                      <a:pt x="270214" y="65485"/>
                      <a:pt x="270214" y="81611"/>
                    </a:cubicBezTo>
                    <a:cubicBezTo>
                      <a:pt x="270214" y="102155"/>
                      <a:pt x="252207" y="114713"/>
                      <a:pt x="230465" y="114713"/>
                    </a:cubicBezTo>
                    <a:cubicBezTo>
                      <a:pt x="209399" y="114713"/>
                      <a:pt x="195131" y="99949"/>
                      <a:pt x="195131" y="84327"/>
                    </a:cubicBezTo>
                    <a:cubicBezTo>
                      <a:pt x="195131" y="75670"/>
                      <a:pt x="202436" y="74818"/>
                      <a:pt x="204133" y="74818"/>
                    </a:cubicBezTo>
                    <a:cubicBezTo>
                      <a:pt x="208212" y="74818"/>
                      <a:pt x="213136" y="77709"/>
                      <a:pt x="213136" y="83816"/>
                    </a:cubicBezTo>
                    <a:cubicBezTo>
                      <a:pt x="213136" y="86875"/>
                      <a:pt x="211949" y="92814"/>
                      <a:pt x="203113" y="92814"/>
                    </a:cubicBezTo>
                    <a:cubicBezTo>
                      <a:pt x="208380" y="104871"/>
                      <a:pt x="219932" y="108606"/>
                      <a:pt x="227915" y="108606"/>
                    </a:cubicBezTo>
                    <a:cubicBezTo>
                      <a:pt x="244901" y="108606"/>
                      <a:pt x="253736" y="95363"/>
                      <a:pt x="253736" y="81611"/>
                    </a:cubicBezTo>
                    <a:cubicBezTo>
                      <a:pt x="253736" y="66840"/>
                      <a:pt x="243204" y="55126"/>
                      <a:pt x="237764" y="49018"/>
                    </a:cubicBezTo>
                    <a:lnTo>
                      <a:pt x="196828" y="8607"/>
                    </a:lnTo>
                    <a:cubicBezTo>
                      <a:pt x="195131" y="7086"/>
                      <a:pt x="195131" y="6742"/>
                      <a:pt x="195131" y="1989"/>
                    </a:cubicBezTo>
                    <a:lnTo>
                      <a:pt x="265114" y="1989"/>
                    </a:lnTo>
                    <a:lnTo>
                      <a:pt x="270214" y="32886"/>
                    </a:lnTo>
                    <a:close/>
                    <a:moveTo>
                      <a:pt x="327433" y="58693"/>
                    </a:moveTo>
                    <a:cubicBezTo>
                      <a:pt x="340684" y="58693"/>
                      <a:pt x="350196" y="49527"/>
                      <a:pt x="350196" y="31357"/>
                    </a:cubicBezTo>
                    <a:cubicBezTo>
                      <a:pt x="350196" y="10311"/>
                      <a:pt x="337966" y="4028"/>
                      <a:pt x="328117" y="4028"/>
                    </a:cubicBezTo>
                    <a:cubicBezTo>
                      <a:pt x="321323" y="4028"/>
                      <a:pt x="306375" y="5891"/>
                      <a:pt x="299237" y="15908"/>
                    </a:cubicBezTo>
                    <a:cubicBezTo>
                      <a:pt x="307220" y="16250"/>
                      <a:pt x="309093" y="21849"/>
                      <a:pt x="309093" y="25416"/>
                    </a:cubicBezTo>
                    <a:cubicBezTo>
                      <a:pt x="309093" y="30847"/>
                      <a:pt x="305014" y="34756"/>
                      <a:pt x="299747" y="34756"/>
                    </a:cubicBezTo>
                    <a:cubicBezTo>
                      <a:pt x="294990" y="34756"/>
                      <a:pt x="290234" y="31867"/>
                      <a:pt x="290234" y="24907"/>
                    </a:cubicBezTo>
                    <a:cubicBezTo>
                      <a:pt x="290234" y="8948"/>
                      <a:pt x="307905" y="-1403"/>
                      <a:pt x="328454" y="-1403"/>
                    </a:cubicBezTo>
                    <a:cubicBezTo>
                      <a:pt x="352069" y="-1403"/>
                      <a:pt x="368367" y="14380"/>
                      <a:pt x="368367" y="31357"/>
                    </a:cubicBezTo>
                    <a:cubicBezTo>
                      <a:pt x="368367" y="44600"/>
                      <a:pt x="357501" y="57842"/>
                      <a:pt x="338818" y="61751"/>
                    </a:cubicBezTo>
                    <a:cubicBezTo>
                      <a:pt x="356649" y="68201"/>
                      <a:pt x="363110" y="80934"/>
                      <a:pt x="363110" y="91285"/>
                    </a:cubicBezTo>
                    <a:cubicBezTo>
                      <a:pt x="363110" y="104703"/>
                      <a:pt x="347646" y="114713"/>
                      <a:pt x="328794" y="114713"/>
                    </a:cubicBezTo>
                    <a:cubicBezTo>
                      <a:pt x="309938" y="114713"/>
                      <a:pt x="295499" y="105547"/>
                      <a:pt x="295499" y="91970"/>
                    </a:cubicBezTo>
                    <a:cubicBezTo>
                      <a:pt x="295499" y="86197"/>
                      <a:pt x="299237" y="82972"/>
                      <a:pt x="304337" y="82972"/>
                    </a:cubicBezTo>
                    <a:cubicBezTo>
                      <a:pt x="309602" y="82972"/>
                      <a:pt x="312997" y="86875"/>
                      <a:pt x="312997" y="91629"/>
                    </a:cubicBezTo>
                    <a:cubicBezTo>
                      <a:pt x="312997" y="96549"/>
                      <a:pt x="309602" y="100117"/>
                      <a:pt x="304337" y="100459"/>
                    </a:cubicBezTo>
                    <a:cubicBezTo>
                      <a:pt x="310279" y="107928"/>
                      <a:pt x="322000" y="109791"/>
                      <a:pt x="328285" y="109791"/>
                    </a:cubicBezTo>
                    <a:cubicBezTo>
                      <a:pt x="335925" y="109791"/>
                      <a:pt x="346633" y="106057"/>
                      <a:pt x="346633" y="91285"/>
                    </a:cubicBezTo>
                    <a:cubicBezTo>
                      <a:pt x="346633" y="84159"/>
                      <a:pt x="344251" y="76348"/>
                      <a:pt x="339839" y="71083"/>
                    </a:cubicBezTo>
                    <a:cubicBezTo>
                      <a:pt x="334230" y="64634"/>
                      <a:pt x="329471" y="64291"/>
                      <a:pt x="320979" y="63781"/>
                    </a:cubicBezTo>
                    <a:cubicBezTo>
                      <a:pt x="316732" y="63447"/>
                      <a:pt x="316398" y="63447"/>
                      <a:pt x="315546" y="63279"/>
                    </a:cubicBezTo>
                    <a:cubicBezTo>
                      <a:pt x="315203" y="63279"/>
                      <a:pt x="313849" y="62938"/>
                      <a:pt x="313849" y="61066"/>
                    </a:cubicBezTo>
                    <a:cubicBezTo>
                      <a:pt x="313849" y="58693"/>
                      <a:pt x="315378" y="58693"/>
                      <a:pt x="318262" y="58693"/>
                    </a:cubicBezTo>
                    <a:lnTo>
                      <a:pt x="327433" y="58693"/>
                    </a:lnTo>
                    <a:close/>
                  </a:path>
                </a:pathLst>
              </a:custGeom>
              <a:solidFill>
                <a:srgbClr val="000000"/>
              </a:solidFill>
              <a:ln w="27807" cap="flat">
                <a:noFill/>
                <a:prstDash val="solid"/>
                <a:miter/>
              </a:ln>
            </p:spPr>
            <p:txBody>
              <a:bodyPr/>
              <a:lstStyle/>
              <a:p>
                <a:endParaRPr lang="en-GB"/>
              </a:p>
            </p:txBody>
          </p:sp>
          <p:sp>
            <p:nvSpPr>
              <p:cNvPr id="242" name="Freeform: Shape 241">
                <a:extLst>
                  <a:ext uri="{FF2B5EF4-FFF2-40B4-BE49-F238E27FC236}">
                    <a16:creationId xmlns:a16="http://schemas.microsoft.com/office/drawing/2014/main" id="{FEB5A515-100D-7F9A-08CC-DDF814C2C9EC}"/>
                  </a:ext>
                </a:extLst>
              </p:cNvPr>
              <p:cNvSpPr/>
              <p:nvPr>
                <p:custDataLst>
                  <p:tags r:id="rId51"/>
                </p:custDataLst>
              </p:nvPr>
            </p:nvSpPr>
            <p:spPr>
              <a:xfrm flipV="1">
                <a:off x="14723953" y="-13506800"/>
                <a:ext cx="161801" cy="103527"/>
              </a:xfrm>
              <a:custGeom>
                <a:avLst/>
                <a:gdLst>
                  <a:gd name="csX0" fmla="*/ 161801 w 161801"/>
                  <a:gd name="csY0" fmla="*/ 94618 h 103527"/>
                  <a:gd name="csX1" fmla="*/ 158407 w 161801"/>
                  <a:gd name="csY1" fmla="*/ 101889 h 103527"/>
                  <a:gd name="csX2" fmla="*/ 155013 w 161801"/>
                  <a:gd name="csY2" fmla="*/ 95347 h 103527"/>
                  <a:gd name="csX3" fmla="*/ 121292 w 161801"/>
                  <a:gd name="csY3" fmla="*/ 68673 h 103527"/>
                  <a:gd name="csX4" fmla="*/ 82480 w 161801"/>
                  <a:gd name="csY4" fmla="*/ 84676 h 103527"/>
                  <a:gd name="csX5" fmla="*/ 40509 w 161801"/>
                  <a:gd name="csY5" fmla="*/ 102132 h 103527"/>
                  <a:gd name="csX6" fmla="*/ 0 w 161801"/>
                  <a:gd name="csY6" fmla="*/ 62611 h 103527"/>
                  <a:gd name="csX7" fmla="*/ 3394 w 161801"/>
                  <a:gd name="csY7" fmla="*/ 55339 h 103527"/>
                  <a:gd name="csX8" fmla="*/ 6796 w 161801"/>
                  <a:gd name="csY8" fmla="*/ 60914 h 103527"/>
                  <a:gd name="csX9" fmla="*/ 40509 w 161801"/>
                  <a:gd name="csY9" fmla="*/ 88555 h 103527"/>
                  <a:gd name="csX10" fmla="*/ 79329 w 161801"/>
                  <a:gd name="csY10" fmla="*/ 72552 h 103527"/>
                  <a:gd name="csX11" fmla="*/ 121292 w 161801"/>
                  <a:gd name="csY11" fmla="*/ 55095 h 103527"/>
                  <a:gd name="csX12" fmla="*/ 161801 w 161801"/>
                  <a:gd name="csY12" fmla="*/ 94618 h 103527"/>
                  <a:gd name="csX13" fmla="*/ 161801 w 161801"/>
                  <a:gd name="csY13" fmla="*/ 37883 h 103527"/>
                  <a:gd name="csX14" fmla="*/ 158407 w 161801"/>
                  <a:gd name="csY14" fmla="*/ 45397 h 103527"/>
                  <a:gd name="csX15" fmla="*/ 155013 w 161801"/>
                  <a:gd name="csY15" fmla="*/ 38849 h 103527"/>
                  <a:gd name="csX16" fmla="*/ 121292 w 161801"/>
                  <a:gd name="csY16" fmla="*/ 12181 h 103527"/>
                  <a:gd name="csX17" fmla="*/ 82480 w 161801"/>
                  <a:gd name="csY17" fmla="*/ 28185 h 103527"/>
                  <a:gd name="csX18" fmla="*/ 40509 w 161801"/>
                  <a:gd name="csY18" fmla="*/ 45641 h 103527"/>
                  <a:gd name="csX19" fmla="*/ 0 w 161801"/>
                  <a:gd name="csY19" fmla="*/ 6120 h 103527"/>
                  <a:gd name="csX20" fmla="*/ 3394 w 161801"/>
                  <a:gd name="csY20" fmla="*/ -1152 h 103527"/>
                  <a:gd name="csX21" fmla="*/ 6796 w 161801"/>
                  <a:gd name="csY21" fmla="*/ 4423 h 103527"/>
                  <a:gd name="csX22" fmla="*/ 40509 w 161801"/>
                  <a:gd name="csY22" fmla="*/ 32064 h 103527"/>
                  <a:gd name="csX23" fmla="*/ 79329 w 161801"/>
                  <a:gd name="csY23" fmla="*/ 16061 h 103527"/>
                  <a:gd name="csX24" fmla="*/ 121292 w 161801"/>
                  <a:gd name="csY24" fmla="*/ -1396 h 103527"/>
                  <a:gd name="csX25" fmla="*/ 161801 w 161801"/>
                  <a:gd name="csY25" fmla="*/ 37883 h 10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61801" h="103527">
                    <a:moveTo>
                      <a:pt x="161801" y="94618"/>
                    </a:moveTo>
                    <a:cubicBezTo>
                      <a:pt x="161801" y="99706"/>
                      <a:pt x="160104" y="101889"/>
                      <a:pt x="158407" y="101889"/>
                    </a:cubicBezTo>
                    <a:cubicBezTo>
                      <a:pt x="157441" y="101889"/>
                      <a:pt x="155257" y="100922"/>
                      <a:pt x="155013" y="95347"/>
                    </a:cubicBezTo>
                    <a:cubicBezTo>
                      <a:pt x="154038" y="78613"/>
                      <a:pt x="137060" y="68673"/>
                      <a:pt x="121292" y="68673"/>
                    </a:cubicBezTo>
                    <a:cubicBezTo>
                      <a:pt x="107221" y="68673"/>
                      <a:pt x="95098" y="76187"/>
                      <a:pt x="82480" y="84676"/>
                    </a:cubicBezTo>
                    <a:cubicBezTo>
                      <a:pt x="69383" y="93408"/>
                      <a:pt x="56277" y="102132"/>
                      <a:pt x="40509" y="102132"/>
                    </a:cubicBezTo>
                    <a:cubicBezTo>
                      <a:pt x="17952" y="102132"/>
                      <a:pt x="0" y="84920"/>
                      <a:pt x="0" y="62611"/>
                    </a:cubicBezTo>
                    <a:cubicBezTo>
                      <a:pt x="0" y="57279"/>
                      <a:pt x="1940" y="55339"/>
                      <a:pt x="3394" y="55339"/>
                    </a:cubicBezTo>
                    <a:cubicBezTo>
                      <a:pt x="5821" y="55339"/>
                      <a:pt x="6796" y="59948"/>
                      <a:pt x="6796" y="60914"/>
                    </a:cubicBezTo>
                    <a:cubicBezTo>
                      <a:pt x="8006" y="81283"/>
                      <a:pt x="27899" y="88555"/>
                      <a:pt x="40509" y="88555"/>
                    </a:cubicBezTo>
                    <a:cubicBezTo>
                      <a:pt x="54581" y="88555"/>
                      <a:pt x="66711" y="81041"/>
                      <a:pt x="79329" y="72552"/>
                    </a:cubicBezTo>
                    <a:cubicBezTo>
                      <a:pt x="92426" y="63827"/>
                      <a:pt x="105523" y="55095"/>
                      <a:pt x="121292" y="55095"/>
                    </a:cubicBezTo>
                    <a:cubicBezTo>
                      <a:pt x="143856" y="55095"/>
                      <a:pt x="161801" y="72309"/>
                      <a:pt x="161801" y="94618"/>
                    </a:cubicBezTo>
                    <a:close/>
                    <a:moveTo>
                      <a:pt x="161801" y="37883"/>
                    </a:moveTo>
                    <a:cubicBezTo>
                      <a:pt x="161801" y="44911"/>
                      <a:pt x="158894" y="45397"/>
                      <a:pt x="158407" y="45397"/>
                    </a:cubicBezTo>
                    <a:cubicBezTo>
                      <a:pt x="157441" y="45397"/>
                      <a:pt x="155257" y="44188"/>
                      <a:pt x="155013" y="38849"/>
                    </a:cubicBezTo>
                    <a:cubicBezTo>
                      <a:pt x="154038" y="22123"/>
                      <a:pt x="137060" y="12181"/>
                      <a:pt x="121292" y="12181"/>
                    </a:cubicBezTo>
                    <a:cubicBezTo>
                      <a:pt x="107221" y="12181"/>
                      <a:pt x="95098" y="19697"/>
                      <a:pt x="82480" y="28185"/>
                    </a:cubicBezTo>
                    <a:cubicBezTo>
                      <a:pt x="69383" y="36909"/>
                      <a:pt x="56277" y="45641"/>
                      <a:pt x="40509" y="45641"/>
                    </a:cubicBezTo>
                    <a:cubicBezTo>
                      <a:pt x="17952" y="45641"/>
                      <a:pt x="0" y="28429"/>
                      <a:pt x="0" y="6120"/>
                    </a:cubicBezTo>
                    <a:cubicBezTo>
                      <a:pt x="0" y="788"/>
                      <a:pt x="1940" y="-1152"/>
                      <a:pt x="3394" y="-1152"/>
                    </a:cubicBezTo>
                    <a:cubicBezTo>
                      <a:pt x="5821" y="-1152"/>
                      <a:pt x="6796" y="3458"/>
                      <a:pt x="6796" y="4423"/>
                    </a:cubicBezTo>
                    <a:cubicBezTo>
                      <a:pt x="8006" y="24792"/>
                      <a:pt x="27899" y="32064"/>
                      <a:pt x="40509" y="32064"/>
                    </a:cubicBezTo>
                    <a:cubicBezTo>
                      <a:pt x="54581" y="32064"/>
                      <a:pt x="66711" y="24549"/>
                      <a:pt x="79329" y="16061"/>
                    </a:cubicBezTo>
                    <a:cubicBezTo>
                      <a:pt x="92426" y="7337"/>
                      <a:pt x="105523" y="-1396"/>
                      <a:pt x="121292" y="-1396"/>
                    </a:cubicBezTo>
                    <a:cubicBezTo>
                      <a:pt x="144335" y="-1396"/>
                      <a:pt x="161801" y="16547"/>
                      <a:pt x="161801" y="37883"/>
                    </a:cubicBezTo>
                    <a:close/>
                  </a:path>
                </a:pathLst>
              </a:custGeom>
              <a:solidFill>
                <a:srgbClr val="000000"/>
              </a:solidFill>
              <a:ln w="27807" cap="flat">
                <a:noFill/>
                <a:prstDash val="solid"/>
                <a:miter/>
              </a:ln>
            </p:spPr>
            <p:txBody>
              <a:bodyPr/>
              <a:lstStyle/>
              <a:p>
                <a:endParaRPr lang="en-GB"/>
              </a:p>
            </p:txBody>
          </p:sp>
          <p:sp>
            <p:nvSpPr>
              <p:cNvPr id="243" name="Freeform: Shape 242">
                <a:extLst>
                  <a:ext uri="{FF2B5EF4-FFF2-40B4-BE49-F238E27FC236}">
                    <a16:creationId xmlns:a16="http://schemas.microsoft.com/office/drawing/2014/main" id="{F65985F3-A05B-EC16-A0A3-F9E3AB3C57BC}"/>
                  </a:ext>
                </a:extLst>
              </p:cNvPr>
              <p:cNvSpPr/>
              <p:nvPr>
                <p:custDataLst>
                  <p:tags r:id="rId52"/>
                </p:custDataLst>
              </p:nvPr>
            </p:nvSpPr>
            <p:spPr>
              <a:xfrm flipV="1">
                <a:off x="14988296" y="-13551167"/>
                <a:ext cx="80051" cy="161470"/>
              </a:xfrm>
              <a:custGeom>
                <a:avLst/>
                <a:gdLst>
                  <a:gd name="csX0" fmla="*/ 49733 w 80051"/>
                  <a:gd name="csY0" fmla="*/ 153777 h 161470"/>
                  <a:gd name="csX1" fmla="*/ 44147 w 80051"/>
                  <a:gd name="csY1" fmla="*/ 160074 h 161470"/>
                  <a:gd name="csX2" fmla="*/ 0 w 80051"/>
                  <a:gd name="csY2" fmla="*/ 144559 h 161470"/>
                  <a:gd name="csX3" fmla="*/ 0 w 80051"/>
                  <a:gd name="csY3" fmla="*/ 137043 h 161470"/>
                  <a:gd name="csX4" fmla="*/ 31780 w 80051"/>
                  <a:gd name="csY4" fmla="*/ 143348 h 161470"/>
                  <a:gd name="csX5" fmla="*/ 31780 w 80051"/>
                  <a:gd name="csY5" fmla="*/ 17755 h 161470"/>
                  <a:gd name="csX6" fmla="*/ 9216 w 80051"/>
                  <a:gd name="csY6" fmla="*/ 6117 h 161470"/>
                  <a:gd name="csX7" fmla="*/ 1454 w 80051"/>
                  <a:gd name="csY7" fmla="*/ 6117 h 161470"/>
                  <a:gd name="csX8" fmla="*/ 1454 w 80051"/>
                  <a:gd name="csY8" fmla="*/ -1397 h 161470"/>
                  <a:gd name="csX9" fmla="*/ 40753 w 80051"/>
                  <a:gd name="csY9" fmla="*/ -668 h 161470"/>
                  <a:gd name="csX10" fmla="*/ 80052 w 80051"/>
                  <a:gd name="csY10" fmla="*/ -1397 h 161470"/>
                  <a:gd name="csX11" fmla="*/ 80052 w 80051"/>
                  <a:gd name="csY11" fmla="*/ 6117 h 161470"/>
                  <a:gd name="csX12" fmla="*/ 72290 w 80051"/>
                  <a:gd name="csY12" fmla="*/ 6117 h 161470"/>
                  <a:gd name="csX13" fmla="*/ 49733 w 80051"/>
                  <a:gd name="csY13" fmla="*/ 17755 h 161470"/>
                  <a:gd name="csX14" fmla="*/ 49733 w 80051"/>
                  <a:gd name="csY14" fmla="*/ 153777 h 1614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0051" h="161470">
                    <a:moveTo>
                      <a:pt x="49733" y="153777"/>
                    </a:moveTo>
                    <a:cubicBezTo>
                      <a:pt x="49733" y="159596"/>
                      <a:pt x="49733" y="160074"/>
                      <a:pt x="44147" y="160074"/>
                    </a:cubicBezTo>
                    <a:cubicBezTo>
                      <a:pt x="29109" y="144559"/>
                      <a:pt x="7763" y="144559"/>
                      <a:pt x="0" y="144559"/>
                    </a:cubicBezTo>
                    <a:lnTo>
                      <a:pt x="0" y="137043"/>
                    </a:lnTo>
                    <a:cubicBezTo>
                      <a:pt x="4848" y="137043"/>
                      <a:pt x="19162" y="137043"/>
                      <a:pt x="31780" y="143348"/>
                    </a:cubicBezTo>
                    <a:lnTo>
                      <a:pt x="31780" y="17755"/>
                    </a:lnTo>
                    <a:cubicBezTo>
                      <a:pt x="31780" y="9030"/>
                      <a:pt x="31050" y="6117"/>
                      <a:pt x="9216" y="6117"/>
                    </a:cubicBezTo>
                    <a:lnTo>
                      <a:pt x="1454" y="6117"/>
                    </a:lnTo>
                    <a:lnTo>
                      <a:pt x="1454" y="-1397"/>
                    </a:lnTo>
                    <a:cubicBezTo>
                      <a:pt x="9946" y="-668"/>
                      <a:pt x="31050" y="-668"/>
                      <a:pt x="40753" y="-668"/>
                    </a:cubicBezTo>
                    <a:cubicBezTo>
                      <a:pt x="50456" y="-668"/>
                      <a:pt x="71559" y="-668"/>
                      <a:pt x="80052" y="-1397"/>
                    </a:cubicBezTo>
                    <a:lnTo>
                      <a:pt x="80052" y="6117"/>
                    </a:lnTo>
                    <a:lnTo>
                      <a:pt x="72290" y="6117"/>
                    </a:lnTo>
                    <a:cubicBezTo>
                      <a:pt x="50456" y="6117"/>
                      <a:pt x="49733" y="8788"/>
                      <a:pt x="49733" y="17755"/>
                    </a:cubicBezTo>
                    <a:lnTo>
                      <a:pt x="49733" y="153777"/>
                    </a:lnTo>
                    <a:close/>
                  </a:path>
                </a:pathLst>
              </a:custGeom>
              <a:solidFill>
                <a:srgbClr val="000000"/>
              </a:solidFill>
              <a:ln w="27807" cap="flat">
                <a:noFill/>
                <a:prstDash val="solid"/>
                <a:miter/>
              </a:ln>
            </p:spPr>
            <p:txBody>
              <a:bodyPr/>
              <a:lstStyle/>
              <a:p>
                <a:endParaRPr lang="en-GB"/>
              </a:p>
            </p:txBody>
          </p:sp>
          <p:sp>
            <p:nvSpPr>
              <p:cNvPr id="244" name="Freeform: Shape 243">
                <a:extLst>
                  <a:ext uri="{FF2B5EF4-FFF2-40B4-BE49-F238E27FC236}">
                    <a16:creationId xmlns:a16="http://schemas.microsoft.com/office/drawing/2014/main" id="{A362DDBF-543D-90DB-CA49-F13A7F1D9F1B}"/>
                  </a:ext>
                </a:extLst>
              </p:cNvPr>
              <p:cNvSpPr/>
              <p:nvPr>
                <p:custDataLst>
                  <p:tags r:id="rId53"/>
                </p:custDataLst>
              </p:nvPr>
            </p:nvSpPr>
            <p:spPr>
              <a:xfrm flipV="1">
                <a:off x="15108890" y="-13415396"/>
                <a:ext cx="25715" cy="25700"/>
              </a:xfrm>
              <a:custGeom>
                <a:avLst/>
                <a:gdLst>
                  <a:gd name="csX0" fmla="*/ 25715 w 25715"/>
                  <a:gd name="csY0" fmla="*/ 11456 h 25700"/>
                  <a:gd name="csX1" fmla="*/ 12861 w 25715"/>
                  <a:gd name="csY1" fmla="*/ 24309 h 25700"/>
                  <a:gd name="csX2" fmla="*/ 0 w 25715"/>
                  <a:gd name="csY2" fmla="*/ 11456 h 25700"/>
                  <a:gd name="csX3" fmla="*/ 12861 w 25715"/>
                  <a:gd name="csY3" fmla="*/ -1391 h 25700"/>
                  <a:gd name="csX4" fmla="*/ 25715 w 25715"/>
                  <a:gd name="csY4" fmla="*/ 11456 h 25700"/>
                </a:gdLst>
                <a:ahLst/>
                <a:cxnLst>
                  <a:cxn ang="0">
                    <a:pos x="csX0" y="csY0"/>
                  </a:cxn>
                  <a:cxn ang="0">
                    <a:pos x="csX1" y="csY1"/>
                  </a:cxn>
                  <a:cxn ang="0">
                    <a:pos x="csX2" y="csY2"/>
                  </a:cxn>
                  <a:cxn ang="0">
                    <a:pos x="csX3" y="csY3"/>
                  </a:cxn>
                  <a:cxn ang="0">
                    <a:pos x="csX4" y="csY4"/>
                  </a:cxn>
                </a:cxnLst>
                <a:rect l="l" t="t" r="r" b="b"/>
                <a:pathLst>
                  <a:path w="25715" h="25700">
                    <a:moveTo>
                      <a:pt x="25715" y="11456"/>
                    </a:moveTo>
                    <a:cubicBezTo>
                      <a:pt x="25715" y="18492"/>
                      <a:pt x="19893" y="24309"/>
                      <a:pt x="12861" y="24309"/>
                    </a:cubicBezTo>
                    <a:cubicBezTo>
                      <a:pt x="5821" y="24309"/>
                      <a:pt x="0" y="18492"/>
                      <a:pt x="0" y="11456"/>
                    </a:cubicBezTo>
                    <a:cubicBezTo>
                      <a:pt x="0" y="4428"/>
                      <a:pt x="5821" y="-1391"/>
                      <a:pt x="12861" y="-1391"/>
                    </a:cubicBezTo>
                    <a:cubicBezTo>
                      <a:pt x="19893" y="-1391"/>
                      <a:pt x="25715" y="4428"/>
                      <a:pt x="25715" y="11456"/>
                    </a:cubicBezTo>
                    <a:close/>
                  </a:path>
                </a:pathLst>
              </a:custGeom>
              <a:solidFill>
                <a:srgbClr val="000000"/>
              </a:solidFill>
              <a:ln w="27807" cap="flat">
                <a:noFill/>
                <a:prstDash val="solid"/>
                <a:miter/>
              </a:ln>
            </p:spPr>
            <p:txBody>
              <a:bodyPr/>
              <a:lstStyle/>
              <a:p>
                <a:endParaRPr lang="en-GB"/>
              </a:p>
            </p:txBody>
          </p:sp>
          <p:sp>
            <p:nvSpPr>
              <p:cNvPr id="245" name="Freeform: Shape 244">
                <a:extLst>
                  <a:ext uri="{FF2B5EF4-FFF2-40B4-BE49-F238E27FC236}">
                    <a16:creationId xmlns:a16="http://schemas.microsoft.com/office/drawing/2014/main" id="{B53841A0-1B8E-CF27-9984-8FEC14A6A9DE}"/>
                  </a:ext>
                </a:extLst>
              </p:cNvPr>
              <p:cNvSpPr/>
              <p:nvPr>
                <p:custDataLst>
                  <p:tags r:id="rId54"/>
                </p:custDataLst>
              </p:nvPr>
            </p:nvSpPr>
            <p:spPr>
              <a:xfrm flipV="1">
                <a:off x="15164873" y="-13551167"/>
                <a:ext cx="465321" cy="166802"/>
              </a:xfrm>
              <a:custGeom>
                <a:avLst/>
                <a:gdLst>
                  <a:gd name="csX0" fmla="*/ 102130 w 465321"/>
                  <a:gd name="csY0" fmla="*/ 81518 h 166802"/>
                  <a:gd name="csX1" fmla="*/ 92427 w 465321"/>
                  <a:gd name="csY1" fmla="*/ 138253 h 166802"/>
                  <a:gd name="csX2" fmla="*/ 51187 w 465321"/>
                  <a:gd name="csY2" fmla="*/ 165406 h 166802"/>
                  <a:gd name="csX3" fmla="*/ 8981 w 465321"/>
                  <a:gd name="csY3" fmla="*/ 136556 h 166802"/>
                  <a:gd name="csX4" fmla="*/ 0 w 465321"/>
                  <a:gd name="csY4" fmla="*/ 81518 h 166802"/>
                  <a:gd name="csX5" fmla="*/ 10921 w 465321"/>
                  <a:gd name="csY5" fmla="*/ 23087 h 166802"/>
                  <a:gd name="csX6" fmla="*/ 50943 w 465321"/>
                  <a:gd name="csY6" fmla="*/ -1397 h 166802"/>
                  <a:gd name="csX7" fmla="*/ 93157 w 465321"/>
                  <a:gd name="csY7" fmla="*/ 26722 h 166802"/>
                  <a:gd name="csX8" fmla="*/ 102130 w 465321"/>
                  <a:gd name="csY8" fmla="*/ 81518 h 166802"/>
                  <a:gd name="csX9" fmla="*/ 50943 w 465321"/>
                  <a:gd name="csY9" fmla="*/ 3935 h 166802"/>
                  <a:gd name="csX10" fmla="*/ 22801 w 465321"/>
                  <a:gd name="csY10" fmla="*/ 33272 h 166802"/>
                  <a:gd name="csX11" fmla="*/ 20137 w 465321"/>
                  <a:gd name="csY11" fmla="*/ 84431 h 166802"/>
                  <a:gd name="csX12" fmla="*/ 22078 w 465321"/>
                  <a:gd name="csY12" fmla="*/ 129042 h 166802"/>
                  <a:gd name="csX13" fmla="*/ 50943 w 465321"/>
                  <a:gd name="csY13" fmla="*/ 160074 h 166802"/>
                  <a:gd name="csX14" fmla="*/ 79566 w 465321"/>
                  <a:gd name="csY14" fmla="*/ 131711 h 166802"/>
                  <a:gd name="csX15" fmla="*/ 81993 w 465321"/>
                  <a:gd name="csY15" fmla="*/ 84431 h 166802"/>
                  <a:gd name="csX16" fmla="*/ 79329 w 465321"/>
                  <a:gd name="csY16" fmla="*/ 34238 h 166802"/>
                  <a:gd name="csX17" fmla="*/ 50943 w 465321"/>
                  <a:gd name="csY17" fmla="*/ 3935 h 166802"/>
                  <a:gd name="csX18" fmla="*/ 223437 w 465321"/>
                  <a:gd name="csY18" fmla="*/ 81518 h 166802"/>
                  <a:gd name="csX19" fmla="*/ 213734 w 465321"/>
                  <a:gd name="csY19" fmla="*/ 138253 h 166802"/>
                  <a:gd name="csX20" fmla="*/ 172494 w 465321"/>
                  <a:gd name="csY20" fmla="*/ 165406 h 166802"/>
                  <a:gd name="csX21" fmla="*/ 130288 w 465321"/>
                  <a:gd name="csY21" fmla="*/ 136556 h 166802"/>
                  <a:gd name="csX22" fmla="*/ 121308 w 465321"/>
                  <a:gd name="csY22" fmla="*/ 81518 h 166802"/>
                  <a:gd name="csX23" fmla="*/ 132228 w 465321"/>
                  <a:gd name="csY23" fmla="*/ 23087 h 166802"/>
                  <a:gd name="csX24" fmla="*/ 172251 w 465321"/>
                  <a:gd name="csY24" fmla="*/ -1397 h 166802"/>
                  <a:gd name="csX25" fmla="*/ 214465 w 465321"/>
                  <a:gd name="csY25" fmla="*/ 26722 h 166802"/>
                  <a:gd name="csX26" fmla="*/ 223437 w 465321"/>
                  <a:gd name="csY26" fmla="*/ 81518 h 166802"/>
                  <a:gd name="csX27" fmla="*/ 172251 w 465321"/>
                  <a:gd name="csY27" fmla="*/ 3935 h 166802"/>
                  <a:gd name="csX28" fmla="*/ 144108 w 465321"/>
                  <a:gd name="csY28" fmla="*/ 33272 h 166802"/>
                  <a:gd name="csX29" fmla="*/ 141444 w 465321"/>
                  <a:gd name="csY29" fmla="*/ 84431 h 166802"/>
                  <a:gd name="csX30" fmla="*/ 143385 w 465321"/>
                  <a:gd name="csY30" fmla="*/ 129042 h 166802"/>
                  <a:gd name="csX31" fmla="*/ 172251 w 465321"/>
                  <a:gd name="csY31" fmla="*/ 160074 h 166802"/>
                  <a:gd name="csX32" fmla="*/ 200873 w 465321"/>
                  <a:gd name="csY32" fmla="*/ 131711 h 166802"/>
                  <a:gd name="csX33" fmla="*/ 203301 w 465321"/>
                  <a:gd name="csY33" fmla="*/ 84431 h 166802"/>
                  <a:gd name="csX34" fmla="*/ 200637 w 465321"/>
                  <a:gd name="csY34" fmla="*/ 34238 h 166802"/>
                  <a:gd name="csX35" fmla="*/ 172251 w 465321"/>
                  <a:gd name="csY35" fmla="*/ 3935 h 166802"/>
                  <a:gd name="csX36" fmla="*/ 263963 w 465321"/>
                  <a:gd name="csY36" fmla="*/ 22600 h 166802"/>
                  <a:gd name="csX37" fmla="*/ 289677 w 465321"/>
                  <a:gd name="csY37" fmla="*/ 47578 h 166802"/>
                  <a:gd name="csX38" fmla="*/ 342074 w 465321"/>
                  <a:gd name="csY38" fmla="*/ 118369 h 166802"/>
                  <a:gd name="csX39" fmla="*/ 290651 w 465321"/>
                  <a:gd name="csY39" fmla="*/ 165406 h 166802"/>
                  <a:gd name="csX40" fmla="*/ 245286 w 465321"/>
                  <a:gd name="csY40" fmla="*/ 121526 h 166802"/>
                  <a:gd name="csX41" fmla="*/ 258140 w 465321"/>
                  <a:gd name="csY41" fmla="*/ 107950 h 166802"/>
                  <a:gd name="csX42" fmla="*/ 270757 w 465321"/>
                  <a:gd name="csY42" fmla="*/ 120797 h 166802"/>
                  <a:gd name="csX43" fmla="*/ 257896 w 465321"/>
                  <a:gd name="csY43" fmla="*/ 133407 h 166802"/>
                  <a:gd name="csX44" fmla="*/ 254745 w 465321"/>
                  <a:gd name="csY44" fmla="*/ 133164 h 166802"/>
                  <a:gd name="csX45" fmla="*/ 287492 w 465321"/>
                  <a:gd name="csY45" fmla="*/ 157892 h 166802"/>
                  <a:gd name="csX46" fmla="*/ 320004 w 465321"/>
                  <a:gd name="csY46" fmla="*/ 118369 h 166802"/>
                  <a:gd name="csX47" fmla="*/ 294533 w 465321"/>
                  <a:gd name="csY47" fmla="*/ 64792 h 166802"/>
                  <a:gd name="csX48" fmla="*/ 247951 w 465321"/>
                  <a:gd name="csY48" fmla="*/ 12902 h 166802"/>
                  <a:gd name="csX49" fmla="*/ 245286 w 465321"/>
                  <a:gd name="csY49" fmla="*/ 3935 h 166802"/>
                  <a:gd name="csX50" fmla="*/ 335285 w 465321"/>
                  <a:gd name="csY50" fmla="*/ 3935 h 166802"/>
                  <a:gd name="csX51" fmla="*/ 342074 w 465321"/>
                  <a:gd name="csY51" fmla="*/ 46118 h 166802"/>
                  <a:gd name="csX52" fmla="*/ 336008 w 465321"/>
                  <a:gd name="csY52" fmla="*/ 46118 h 166802"/>
                  <a:gd name="csX53" fmla="*/ 330672 w 465321"/>
                  <a:gd name="csY53" fmla="*/ 24540 h 166802"/>
                  <a:gd name="csX54" fmla="*/ 307630 w 465321"/>
                  <a:gd name="csY54" fmla="*/ 22600 h 166802"/>
                  <a:gd name="csX55" fmla="*/ 263963 w 465321"/>
                  <a:gd name="csY55" fmla="*/ 22600 h 166802"/>
                  <a:gd name="csX56" fmla="*/ 424813 w 465321"/>
                  <a:gd name="csY56" fmla="*/ 89276 h 166802"/>
                  <a:gd name="csX57" fmla="*/ 458778 w 465321"/>
                  <a:gd name="csY57" fmla="*/ 131946 h 166802"/>
                  <a:gd name="csX58" fmla="*/ 414134 w 465321"/>
                  <a:gd name="csY58" fmla="*/ 165406 h 166802"/>
                  <a:gd name="csX59" fmla="*/ 371198 w 465321"/>
                  <a:gd name="csY59" fmla="*/ 132433 h 166802"/>
                  <a:gd name="csX60" fmla="*/ 383572 w 465321"/>
                  <a:gd name="csY60" fmla="*/ 119830 h 166802"/>
                  <a:gd name="csX61" fmla="*/ 395948 w 465321"/>
                  <a:gd name="csY61" fmla="*/ 132190 h 166802"/>
                  <a:gd name="csX62" fmla="*/ 380900 w 465321"/>
                  <a:gd name="csY62" fmla="*/ 144315 h 166802"/>
                  <a:gd name="csX63" fmla="*/ 413168 w 465321"/>
                  <a:gd name="csY63" fmla="*/ 159345 h 166802"/>
                  <a:gd name="csX64" fmla="*/ 436456 w 465321"/>
                  <a:gd name="csY64" fmla="*/ 132190 h 166802"/>
                  <a:gd name="csX65" fmla="*/ 429666 w 465321"/>
                  <a:gd name="csY65" fmla="*/ 104549 h 166802"/>
                  <a:gd name="csX66" fmla="*/ 408077 w 465321"/>
                  <a:gd name="csY66" fmla="*/ 91945 h 166802"/>
                  <a:gd name="csX67" fmla="*/ 398609 w 465321"/>
                  <a:gd name="csY67" fmla="*/ 91216 h 166802"/>
                  <a:gd name="csX68" fmla="*/ 394974 w 465321"/>
                  <a:gd name="csY68" fmla="*/ 88310 h 166802"/>
                  <a:gd name="csX69" fmla="*/ 400793 w 465321"/>
                  <a:gd name="csY69" fmla="*/ 85641 h 166802"/>
                  <a:gd name="csX70" fmla="*/ 411472 w 465321"/>
                  <a:gd name="csY70" fmla="*/ 85641 h 166802"/>
                  <a:gd name="csX71" fmla="*/ 440338 w 465321"/>
                  <a:gd name="csY71" fmla="*/ 45396 h 166802"/>
                  <a:gd name="csX72" fmla="*/ 412924 w 465321"/>
                  <a:gd name="csY72" fmla="*/ 5388 h 166802"/>
                  <a:gd name="csX73" fmla="*/ 375810 w 465321"/>
                  <a:gd name="csY73" fmla="*/ 23818 h 166802"/>
                  <a:gd name="csX74" fmla="*/ 391822 w 465321"/>
                  <a:gd name="csY74" fmla="*/ 37151 h 166802"/>
                  <a:gd name="csX75" fmla="*/ 378238 w 465321"/>
                  <a:gd name="csY75" fmla="*/ 50728 h 166802"/>
                  <a:gd name="csX76" fmla="*/ 364654 w 465321"/>
                  <a:gd name="csY76" fmla="*/ 36664 h 166802"/>
                  <a:gd name="csX77" fmla="*/ 413654 w 465321"/>
                  <a:gd name="csY77" fmla="*/ -1397 h 166802"/>
                  <a:gd name="csX78" fmla="*/ 465322 w 465321"/>
                  <a:gd name="csY78" fmla="*/ 45396 h 166802"/>
                  <a:gd name="csX79" fmla="*/ 424813 w 465321"/>
                  <a:gd name="csY79" fmla="*/ 89276 h 166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Lst>
                <a:rect l="l" t="t" r="r" b="b"/>
                <a:pathLst>
                  <a:path w="465321" h="166802">
                    <a:moveTo>
                      <a:pt x="102130" y="81518"/>
                    </a:moveTo>
                    <a:cubicBezTo>
                      <a:pt x="102130" y="100914"/>
                      <a:pt x="100920" y="120310"/>
                      <a:pt x="92427" y="138253"/>
                    </a:cubicBezTo>
                    <a:cubicBezTo>
                      <a:pt x="81270" y="161527"/>
                      <a:pt x="61377" y="165406"/>
                      <a:pt x="51187" y="165406"/>
                    </a:cubicBezTo>
                    <a:cubicBezTo>
                      <a:pt x="36629" y="165406"/>
                      <a:pt x="18919" y="159109"/>
                      <a:pt x="8981" y="136556"/>
                    </a:cubicBezTo>
                    <a:cubicBezTo>
                      <a:pt x="1218" y="119830"/>
                      <a:pt x="0" y="100914"/>
                      <a:pt x="0" y="81518"/>
                    </a:cubicBezTo>
                    <a:cubicBezTo>
                      <a:pt x="0" y="63339"/>
                      <a:pt x="974" y="41517"/>
                      <a:pt x="10921" y="23087"/>
                    </a:cubicBezTo>
                    <a:cubicBezTo>
                      <a:pt x="21347" y="3448"/>
                      <a:pt x="39056" y="-1397"/>
                      <a:pt x="50943" y="-1397"/>
                    </a:cubicBezTo>
                    <a:cubicBezTo>
                      <a:pt x="64041" y="-1397"/>
                      <a:pt x="82481" y="3691"/>
                      <a:pt x="93157" y="26722"/>
                    </a:cubicBezTo>
                    <a:cubicBezTo>
                      <a:pt x="100920" y="43456"/>
                      <a:pt x="102130" y="62366"/>
                      <a:pt x="102130" y="81518"/>
                    </a:cubicBezTo>
                    <a:close/>
                    <a:moveTo>
                      <a:pt x="50943" y="3935"/>
                    </a:moveTo>
                    <a:cubicBezTo>
                      <a:pt x="41484" y="3935"/>
                      <a:pt x="27169" y="9998"/>
                      <a:pt x="22801" y="33272"/>
                    </a:cubicBezTo>
                    <a:cubicBezTo>
                      <a:pt x="20137" y="47822"/>
                      <a:pt x="20137" y="70124"/>
                      <a:pt x="20137" y="84431"/>
                    </a:cubicBezTo>
                    <a:cubicBezTo>
                      <a:pt x="20137" y="99948"/>
                      <a:pt x="20137" y="115951"/>
                      <a:pt x="22078" y="129042"/>
                    </a:cubicBezTo>
                    <a:cubicBezTo>
                      <a:pt x="26689" y="157892"/>
                      <a:pt x="44878" y="160074"/>
                      <a:pt x="50943" y="160074"/>
                    </a:cubicBezTo>
                    <a:cubicBezTo>
                      <a:pt x="58949" y="160074"/>
                      <a:pt x="74961" y="155708"/>
                      <a:pt x="79566" y="131711"/>
                    </a:cubicBezTo>
                    <a:cubicBezTo>
                      <a:pt x="81993" y="118135"/>
                      <a:pt x="81993" y="99705"/>
                      <a:pt x="81993" y="84431"/>
                    </a:cubicBezTo>
                    <a:cubicBezTo>
                      <a:pt x="81993" y="66245"/>
                      <a:pt x="81993" y="49762"/>
                      <a:pt x="79329" y="34238"/>
                    </a:cubicBezTo>
                    <a:cubicBezTo>
                      <a:pt x="75684" y="11207"/>
                      <a:pt x="61864" y="3935"/>
                      <a:pt x="50943" y="3935"/>
                    </a:cubicBezTo>
                    <a:close/>
                    <a:moveTo>
                      <a:pt x="223437" y="81518"/>
                    </a:moveTo>
                    <a:cubicBezTo>
                      <a:pt x="223437" y="100914"/>
                      <a:pt x="222228" y="120310"/>
                      <a:pt x="213734" y="138253"/>
                    </a:cubicBezTo>
                    <a:cubicBezTo>
                      <a:pt x="202578" y="161527"/>
                      <a:pt x="182685" y="165406"/>
                      <a:pt x="172494" y="165406"/>
                    </a:cubicBezTo>
                    <a:cubicBezTo>
                      <a:pt x="157936" y="165406"/>
                      <a:pt x="140227" y="159109"/>
                      <a:pt x="130288" y="136556"/>
                    </a:cubicBezTo>
                    <a:cubicBezTo>
                      <a:pt x="122526" y="119830"/>
                      <a:pt x="121308" y="100914"/>
                      <a:pt x="121308" y="81518"/>
                    </a:cubicBezTo>
                    <a:cubicBezTo>
                      <a:pt x="121308" y="63339"/>
                      <a:pt x="122282" y="41517"/>
                      <a:pt x="132228" y="23087"/>
                    </a:cubicBezTo>
                    <a:cubicBezTo>
                      <a:pt x="142654" y="3448"/>
                      <a:pt x="160364" y="-1397"/>
                      <a:pt x="172251" y="-1397"/>
                    </a:cubicBezTo>
                    <a:cubicBezTo>
                      <a:pt x="185348" y="-1397"/>
                      <a:pt x="203788" y="3691"/>
                      <a:pt x="214465" y="26722"/>
                    </a:cubicBezTo>
                    <a:cubicBezTo>
                      <a:pt x="222228" y="43456"/>
                      <a:pt x="223437" y="62366"/>
                      <a:pt x="223437" y="81518"/>
                    </a:cubicBezTo>
                    <a:close/>
                    <a:moveTo>
                      <a:pt x="172251" y="3935"/>
                    </a:moveTo>
                    <a:cubicBezTo>
                      <a:pt x="162791" y="3935"/>
                      <a:pt x="148476" y="9998"/>
                      <a:pt x="144108" y="33272"/>
                    </a:cubicBezTo>
                    <a:cubicBezTo>
                      <a:pt x="141444" y="47822"/>
                      <a:pt x="141444" y="70124"/>
                      <a:pt x="141444" y="84431"/>
                    </a:cubicBezTo>
                    <a:cubicBezTo>
                      <a:pt x="141444" y="99948"/>
                      <a:pt x="141444" y="115951"/>
                      <a:pt x="143385" y="129042"/>
                    </a:cubicBezTo>
                    <a:cubicBezTo>
                      <a:pt x="147997" y="157892"/>
                      <a:pt x="166185" y="160074"/>
                      <a:pt x="172251" y="160074"/>
                    </a:cubicBezTo>
                    <a:cubicBezTo>
                      <a:pt x="180257" y="160074"/>
                      <a:pt x="196269" y="155708"/>
                      <a:pt x="200873" y="131711"/>
                    </a:cubicBezTo>
                    <a:cubicBezTo>
                      <a:pt x="203301" y="118135"/>
                      <a:pt x="203301" y="99705"/>
                      <a:pt x="203301" y="84431"/>
                    </a:cubicBezTo>
                    <a:cubicBezTo>
                      <a:pt x="203301" y="66245"/>
                      <a:pt x="203301" y="49762"/>
                      <a:pt x="200637" y="34238"/>
                    </a:cubicBezTo>
                    <a:cubicBezTo>
                      <a:pt x="196992" y="11207"/>
                      <a:pt x="183171" y="3935"/>
                      <a:pt x="172251" y="3935"/>
                    </a:cubicBezTo>
                    <a:close/>
                    <a:moveTo>
                      <a:pt x="263963" y="22600"/>
                    </a:moveTo>
                    <a:lnTo>
                      <a:pt x="289677" y="47578"/>
                    </a:lnTo>
                    <a:cubicBezTo>
                      <a:pt x="327523" y="81038"/>
                      <a:pt x="342074" y="94129"/>
                      <a:pt x="342074" y="118369"/>
                    </a:cubicBezTo>
                    <a:cubicBezTo>
                      <a:pt x="342074" y="146010"/>
                      <a:pt x="320239" y="165406"/>
                      <a:pt x="290651" y="165406"/>
                    </a:cubicBezTo>
                    <a:cubicBezTo>
                      <a:pt x="263240" y="165406"/>
                      <a:pt x="245286" y="143106"/>
                      <a:pt x="245286" y="121526"/>
                    </a:cubicBezTo>
                    <a:cubicBezTo>
                      <a:pt x="245286" y="107950"/>
                      <a:pt x="257417" y="107950"/>
                      <a:pt x="258140" y="107950"/>
                    </a:cubicBezTo>
                    <a:cubicBezTo>
                      <a:pt x="262265" y="107950"/>
                      <a:pt x="270757" y="110855"/>
                      <a:pt x="270757" y="120797"/>
                    </a:cubicBezTo>
                    <a:cubicBezTo>
                      <a:pt x="270757" y="127102"/>
                      <a:pt x="266391" y="133407"/>
                      <a:pt x="257896" y="133407"/>
                    </a:cubicBezTo>
                    <a:cubicBezTo>
                      <a:pt x="255956" y="133407"/>
                      <a:pt x="255476" y="133407"/>
                      <a:pt x="254745" y="133164"/>
                    </a:cubicBezTo>
                    <a:cubicBezTo>
                      <a:pt x="260324" y="148923"/>
                      <a:pt x="273421" y="157892"/>
                      <a:pt x="287492" y="157892"/>
                    </a:cubicBezTo>
                    <a:cubicBezTo>
                      <a:pt x="309571" y="157892"/>
                      <a:pt x="320004" y="138253"/>
                      <a:pt x="320004" y="118369"/>
                    </a:cubicBezTo>
                    <a:cubicBezTo>
                      <a:pt x="320004" y="98974"/>
                      <a:pt x="307873" y="79822"/>
                      <a:pt x="294533" y="64792"/>
                    </a:cubicBezTo>
                    <a:lnTo>
                      <a:pt x="247951" y="12902"/>
                    </a:lnTo>
                    <a:cubicBezTo>
                      <a:pt x="245286" y="10240"/>
                      <a:pt x="245286" y="9754"/>
                      <a:pt x="245286" y="3935"/>
                    </a:cubicBezTo>
                    <a:lnTo>
                      <a:pt x="335285" y="3935"/>
                    </a:lnTo>
                    <a:lnTo>
                      <a:pt x="342074" y="46118"/>
                    </a:lnTo>
                    <a:lnTo>
                      <a:pt x="336008" y="46118"/>
                    </a:lnTo>
                    <a:cubicBezTo>
                      <a:pt x="334798" y="38848"/>
                      <a:pt x="333100" y="28183"/>
                      <a:pt x="330672" y="24540"/>
                    </a:cubicBezTo>
                    <a:cubicBezTo>
                      <a:pt x="328978" y="22600"/>
                      <a:pt x="312966" y="22600"/>
                      <a:pt x="307630" y="22600"/>
                    </a:cubicBezTo>
                    <a:lnTo>
                      <a:pt x="263963" y="22600"/>
                    </a:lnTo>
                    <a:close/>
                    <a:moveTo>
                      <a:pt x="424813" y="89276"/>
                    </a:moveTo>
                    <a:cubicBezTo>
                      <a:pt x="444704" y="95826"/>
                      <a:pt x="458778" y="112794"/>
                      <a:pt x="458778" y="131946"/>
                    </a:cubicBezTo>
                    <a:cubicBezTo>
                      <a:pt x="458778" y="151829"/>
                      <a:pt x="437430" y="165406"/>
                      <a:pt x="414134" y="165406"/>
                    </a:cubicBezTo>
                    <a:cubicBezTo>
                      <a:pt x="389637" y="165406"/>
                      <a:pt x="371198" y="150864"/>
                      <a:pt x="371198" y="132433"/>
                    </a:cubicBezTo>
                    <a:cubicBezTo>
                      <a:pt x="371198" y="124432"/>
                      <a:pt x="376541" y="119830"/>
                      <a:pt x="383572" y="119830"/>
                    </a:cubicBezTo>
                    <a:cubicBezTo>
                      <a:pt x="391092" y="119830"/>
                      <a:pt x="395948" y="125162"/>
                      <a:pt x="395948" y="132190"/>
                    </a:cubicBezTo>
                    <a:cubicBezTo>
                      <a:pt x="395948" y="144315"/>
                      <a:pt x="384546" y="144315"/>
                      <a:pt x="380900" y="144315"/>
                    </a:cubicBezTo>
                    <a:cubicBezTo>
                      <a:pt x="388428" y="156195"/>
                      <a:pt x="404432" y="159345"/>
                      <a:pt x="413168" y="159345"/>
                    </a:cubicBezTo>
                    <a:cubicBezTo>
                      <a:pt x="423116" y="159345"/>
                      <a:pt x="436456" y="154013"/>
                      <a:pt x="436456" y="132190"/>
                    </a:cubicBezTo>
                    <a:cubicBezTo>
                      <a:pt x="436456" y="129286"/>
                      <a:pt x="435969" y="115222"/>
                      <a:pt x="429666" y="104549"/>
                    </a:cubicBezTo>
                    <a:cubicBezTo>
                      <a:pt x="422385" y="92913"/>
                      <a:pt x="414134" y="92189"/>
                      <a:pt x="408077" y="91945"/>
                    </a:cubicBezTo>
                    <a:cubicBezTo>
                      <a:pt x="406137" y="91702"/>
                      <a:pt x="400314" y="91216"/>
                      <a:pt x="398609" y="91216"/>
                    </a:cubicBezTo>
                    <a:cubicBezTo>
                      <a:pt x="396669" y="90972"/>
                      <a:pt x="394974" y="90736"/>
                      <a:pt x="394974" y="88310"/>
                    </a:cubicBezTo>
                    <a:cubicBezTo>
                      <a:pt x="394974" y="85641"/>
                      <a:pt x="396669" y="85641"/>
                      <a:pt x="400793" y="85641"/>
                    </a:cubicBezTo>
                    <a:lnTo>
                      <a:pt x="411472" y="85641"/>
                    </a:lnTo>
                    <a:cubicBezTo>
                      <a:pt x="431364" y="85641"/>
                      <a:pt x="440338" y="69158"/>
                      <a:pt x="440338" y="45396"/>
                    </a:cubicBezTo>
                    <a:cubicBezTo>
                      <a:pt x="440338" y="12424"/>
                      <a:pt x="423603" y="5388"/>
                      <a:pt x="412924" y="5388"/>
                    </a:cubicBezTo>
                    <a:cubicBezTo>
                      <a:pt x="402491" y="5388"/>
                      <a:pt x="384302" y="9510"/>
                      <a:pt x="375810" y="23818"/>
                    </a:cubicBezTo>
                    <a:cubicBezTo>
                      <a:pt x="384302" y="22600"/>
                      <a:pt x="391822" y="27941"/>
                      <a:pt x="391822" y="37151"/>
                    </a:cubicBezTo>
                    <a:cubicBezTo>
                      <a:pt x="391822" y="45883"/>
                      <a:pt x="385269" y="50728"/>
                      <a:pt x="378238" y="50728"/>
                    </a:cubicBezTo>
                    <a:cubicBezTo>
                      <a:pt x="372416" y="50728"/>
                      <a:pt x="364654" y="47336"/>
                      <a:pt x="364654" y="36664"/>
                    </a:cubicBezTo>
                    <a:cubicBezTo>
                      <a:pt x="364654" y="14606"/>
                      <a:pt x="387209" y="-1397"/>
                      <a:pt x="413654" y="-1397"/>
                    </a:cubicBezTo>
                    <a:cubicBezTo>
                      <a:pt x="443253" y="-1397"/>
                      <a:pt x="465322" y="20661"/>
                      <a:pt x="465322" y="45396"/>
                    </a:cubicBezTo>
                    <a:cubicBezTo>
                      <a:pt x="465322" y="65279"/>
                      <a:pt x="450040" y="84188"/>
                      <a:pt x="424813" y="89276"/>
                    </a:cubicBezTo>
                    <a:close/>
                  </a:path>
                </a:pathLst>
              </a:custGeom>
              <a:solidFill>
                <a:srgbClr val="000000"/>
              </a:solidFill>
              <a:ln w="27807" cap="flat">
                <a:noFill/>
                <a:prstDash val="solid"/>
                <a:miter/>
              </a:ln>
            </p:spPr>
            <p:txBody>
              <a:bodyPr/>
              <a:lstStyle/>
              <a:p>
                <a:endParaRPr lang="en-GB"/>
              </a:p>
            </p:txBody>
          </p:sp>
        </p:grpSp>
        <p:grpSp>
          <p:nvGrpSpPr>
            <p:cNvPr id="313" name="Group 312" descr="\documentclass{article}&#10;\usepackage{amsmath}&#10;\pagestyle{empty}&#10;\begin{document}&#10;&#10;&#10;\[&#10;(1.0023 - 1) \times 100 = 0.23\%&#10;\]&#10;&#10;\end{document}" title="IguanaTex Shape Display">
              <a:extLst>
                <a:ext uri="{FF2B5EF4-FFF2-40B4-BE49-F238E27FC236}">
                  <a16:creationId xmlns:a16="http://schemas.microsoft.com/office/drawing/2014/main" id="{7335A787-6D44-3A4E-B02F-2F17C4B36AB0}"/>
                </a:ext>
              </a:extLst>
            </p:cNvPr>
            <p:cNvGrpSpPr>
              <a:grpSpLocks noChangeAspect="1"/>
            </p:cNvGrpSpPr>
            <p:nvPr>
              <p:custDataLst>
                <p:tags r:id="rId35"/>
              </p:custDataLst>
            </p:nvPr>
          </p:nvGrpSpPr>
          <p:grpSpPr>
            <a:xfrm>
              <a:off x="6477000" y="3365500"/>
              <a:ext cx="2170029" cy="183964"/>
              <a:chOff x="11041928" y="-9612218"/>
              <a:chExt cx="2170029" cy="183964"/>
            </a:xfrm>
          </p:grpSpPr>
          <p:sp>
            <p:nvSpPr>
              <p:cNvPr id="302" name="Freeform: Shape 301">
                <a:extLst>
                  <a:ext uri="{FF2B5EF4-FFF2-40B4-BE49-F238E27FC236}">
                    <a16:creationId xmlns:a16="http://schemas.microsoft.com/office/drawing/2014/main" id="{789C48EA-D534-6696-E7EA-ABD251B641A8}"/>
                  </a:ext>
                </a:extLst>
              </p:cNvPr>
              <p:cNvSpPr/>
              <p:nvPr>
                <p:custDataLst>
                  <p:tags r:id="rId36"/>
                </p:custDataLst>
              </p:nvPr>
            </p:nvSpPr>
            <p:spPr>
              <a:xfrm flipV="1">
                <a:off x="11041928" y="-9612218"/>
                <a:ext cx="130323" cy="183964"/>
              </a:xfrm>
              <a:custGeom>
                <a:avLst/>
                <a:gdLst>
                  <a:gd name="csX0" fmla="*/ 42701 w 130323"/>
                  <a:gd name="csY0" fmla="*/ 445 h 183964"/>
                  <a:gd name="csX1" fmla="*/ 39571 w 130323"/>
                  <a:gd name="csY1" fmla="*/ 4491 h 183964"/>
                  <a:gd name="csX2" fmla="*/ 10677 w 130323"/>
                  <a:gd name="csY2" fmla="*/ 90586 h 183964"/>
                  <a:gd name="csX3" fmla="*/ 40311 w 130323"/>
                  <a:gd name="csY3" fmla="*/ 177599 h 183964"/>
                  <a:gd name="csX4" fmla="*/ 42701 w 130323"/>
                  <a:gd name="csY4" fmla="*/ 180727 h 183964"/>
                  <a:gd name="csX5" fmla="*/ 40859 w 130323"/>
                  <a:gd name="csY5" fmla="*/ 182569 h 183964"/>
                  <a:gd name="csX6" fmla="*/ 11595 w 130323"/>
                  <a:gd name="csY6" fmla="*/ 146695 h 183964"/>
                  <a:gd name="csX7" fmla="*/ 0 w 130323"/>
                  <a:gd name="csY7" fmla="*/ 90586 h 183964"/>
                  <a:gd name="csX8" fmla="*/ 12149 w 130323"/>
                  <a:gd name="csY8" fmla="*/ 33192 h 183964"/>
                  <a:gd name="csX9" fmla="*/ 40859 w 130323"/>
                  <a:gd name="csY9" fmla="*/ -1395 h 183964"/>
                  <a:gd name="csX10" fmla="*/ 42701 w 130323"/>
                  <a:gd name="csY10" fmla="*/ 445 h 183964"/>
                  <a:gd name="csX11" fmla="*/ 107319 w 130323"/>
                  <a:gd name="csY11" fmla="*/ 162335 h 183964"/>
                  <a:gd name="csX12" fmla="*/ 103080 w 130323"/>
                  <a:gd name="csY12" fmla="*/ 167113 h 183964"/>
                  <a:gd name="csX13" fmla="*/ 69584 w 130323"/>
                  <a:gd name="csY13" fmla="*/ 155341 h 183964"/>
                  <a:gd name="csX14" fmla="*/ 69584 w 130323"/>
                  <a:gd name="csY14" fmla="*/ 149638 h 183964"/>
                  <a:gd name="csX15" fmla="*/ 93697 w 130323"/>
                  <a:gd name="csY15" fmla="*/ 154422 h 183964"/>
                  <a:gd name="csX16" fmla="*/ 93697 w 130323"/>
                  <a:gd name="csY16" fmla="*/ 59127 h 183964"/>
                  <a:gd name="csX17" fmla="*/ 76576 w 130323"/>
                  <a:gd name="csY17" fmla="*/ 50297 h 183964"/>
                  <a:gd name="csX18" fmla="*/ 70687 w 130323"/>
                  <a:gd name="csY18" fmla="*/ 50297 h 183964"/>
                  <a:gd name="csX19" fmla="*/ 70687 w 130323"/>
                  <a:gd name="csY19" fmla="*/ 44596 h 183964"/>
                  <a:gd name="csX20" fmla="*/ 100505 w 130323"/>
                  <a:gd name="csY20" fmla="*/ 45149 h 183964"/>
                  <a:gd name="csX21" fmla="*/ 130324 w 130323"/>
                  <a:gd name="csY21" fmla="*/ 44596 h 183964"/>
                  <a:gd name="csX22" fmla="*/ 130324 w 130323"/>
                  <a:gd name="csY22" fmla="*/ 50297 h 183964"/>
                  <a:gd name="csX23" fmla="*/ 124434 w 130323"/>
                  <a:gd name="csY23" fmla="*/ 50297 h 183964"/>
                  <a:gd name="csX24" fmla="*/ 107319 w 130323"/>
                  <a:gd name="csY24" fmla="*/ 59127 h 183964"/>
                  <a:gd name="csX25" fmla="*/ 107319 w 130323"/>
                  <a:gd name="csY25" fmla="*/ 162335 h 1839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30323" h="183964">
                    <a:moveTo>
                      <a:pt x="42701" y="445"/>
                    </a:moveTo>
                    <a:cubicBezTo>
                      <a:pt x="42701" y="993"/>
                      <a:pt x="42701" y="1363"/>
                      <a:pt x="39571" y="4491"/>
                    </a:cubicBezTo>
                    <a:cubicBezTo>
                      <a:pt x="16567" y="27668"/>
                      <a:pt x="10677" y="62440"/>
                      <a:pt x="10677" y="90586"/>
                    </a:cubicBezTo>
                    <a:cubicBezTo>
                      <a:pt x="10677" y="122594"/>
                      <a:pt x="17670" y="154607"/>
                      <a:pt x="40311" y="177599"/>
                    </a:cubicBezTo>
                    <a:cubicBezTo>
                      <a:pt x="42701" y="179810"/>
                      <a:pt x="42701" y="180180"/>
                      <a:pt x="42701" y="180727"/>
                    </a:cubicBezTo>
                    <a:cubicBezTo>
                      <a:pt x="42701" y="182015"/>
                      <a:pt x="41962" y="182569"/>
                      <a:pt x="40859" y="182569"/>
                    </a:cubicBezTo>
                    <a:cubicBezTo>
                      <a:pt x="39017" y="182569"/>
                      <a:pt x="22456" y="170056"/>
                      <a:pt x="11595" y="146695"/>
                    </a:cubicBezTo>
                    <a:cubicBezTo>
                      <a:pt x="2206" y="126461"/>
                      <a:pt x="0" y="106041"/>
                      <a:pt x="0" y="90586"/>
                    </a:cubicBezTo>
                    <a:cubicBezTo>
                      <a:pt x="0" y="76239"/>
                      <a:pt x="2021" y="53979"/>
                      <a:pt x="12149" y="33192"/>
                    </a:cubicBezTo>
                    <a:cubicBezTo>
                      <a:pt x="23190" y="10562"/>
                      <a:pt x="39017" y="-1395"/>
                      <a:pt x="40859" y="-1395"/>
                    </a:cubicBezTo>
                    <a:cubicBezTo>
                      <a:pt x="41962" y="-1395"/>
                      <a:pt x="42701" y="-842"/>
                      <a:pt x="42701" y="445"/>
                    </a:cubicBezTo>
                    <a:close/>
                    <a:moveTo>
                      <a:pt x="107319" y="162335"/>
                    </a:moveTo>
                    <a:cubicBezTo>
                      <a:pt x="107319" y="166750"/>
                      <a:pt x="107319" y="167113"/>
                      <a:pt x="103080" y="167113"/>
                    </a:cubicBezTo>
                    <a:cubicBezTo>
                      <a:pt x="91670" y="155341"/>
                      <a:pt x="75474" y="155341"/>
                      <a:pt x="69584" y="155341"/>
                    </a:cubicBezTo>
                    <a:lnTo>
                      <a:pt x="69584" y="149638"/>
                    </a:lnTo>
                    <a:cubicBezTo>
                      <a:pt x="73262" y="149638"/>
                      <a:pt x="84124" y="149638"/>
                      <a:pt x="93697" y="154422"/>
                    </a:cubicBezTo>
                    <a:lnTo>
                      <a:pt x="93697" y="59127"/>
                    </a:lnTo>
                    <a:cubicBezTo>
                      <a:pt x="93697" y="52507"/>
                      <a:pt x="93143" y="50297"/>
                      <a:pt x="76576" y="50297"/>
                    </a:cubicBezTo>
                    <a:lnTo>
                      <a:pt x="70687" y="50297"/>
                    </a:lnTo>
                    <a:lnTo>
                      <a:pt x="70687" y="44596"/>
                    </a:lnTo>
                    <a:cubicBezTo>
                      <a:pt x="77131" y="45149"/>
                      <a:pt x="93143" y="45149"/>
                      <a:pt x="100505" y="45149"/>
                    </a:cubicBezTo>
                    <a:cubicBezTo>
                      <a:pt x="107868" y="45149"/>
                      <a:pt x="123880" y="45149"/>
                      <a:pt x="130324" y="44596"/>
                    </a:cubicBezTo>
                    <a:lnTo>
                      <a:pt x="130324" y="50297"/>
                    </a:lnTo>
                    <a:lnTo>
                      <a:pt x="124434" y="50297"/>
                    </a:lnTo>
                    <a:cubicBezTo>
                      <a:pt x="107868" y="50297"/>
                      <a:pt x="107319" y="52324"/>
                      <a:pt x="107319" y="59127"/>
                    </a:cubicBezTo>
                    <a:lnTo>
                      <a:pt x="107319" y="162335"/>
                    </a:lnTo>
                    <a:close/>
                  </a:path>
                </a:pathLst>
              </a:custGeom>
              <a:solidFill>
                <a:srgbClr val="000000"/>
              </a:solidFill>
              <a:ln w="27807" cap="flat">
                <a:noFill/>
                <a:prstDash val="solid"/>
                <a:miter/>
              </a:ln>
            </p:spPr>
            <p:txBody>
              <a:bodyPr/>
              <a:lstStyle/>
              <a:p>
                <a:endParaRPr lang="en-GB"/>
              </a:p>
            </p:txBody>
          </p:sp>
          <p:sp>
            <p:nvSpPr>
              <p:cNvPr id="303" name="Freeform: Shape 302">
                <a:extLst>
                  <a:ext uri="{FF2B5EF4-FFF2-40B4-BE49-F238E27FC236}">
                    <a16:creationId xmlns:a16="http://schemas.microsoft.com/office/drawing/2014/main" id="{CB97F51E-3AC5-E43D-B82A-EBB7BDB35E2E}"/>
                  </a:ext>
                </a:extLst>
              </p:cNvPr>
              <p:cNvSpPr/>
              <p:nvPr>
                <p:custDataLst>
                  <p:tags r:id="rId37"/>
                </p:custDataLst>
              </p:nvPr>
            </p:nvSpPr>
            <p:spPr>
              <a:xfrm flipV="1">
                <a:off x="11203172" y="-9493745"/>
                <a:ext cx="19511" cy="19500"/>
              </a:xfrm>
              <a:custGeom>
                <a:avLst/>
                <a:gdLst>
                  <a:gd name="csX0" fmla="*/ 19512 w 19511"/>
                  <a:gd name="csY0" fmla="*/ 8357 h 19500"/>
                  <a:gd name="csX1" fmla="*/ 9759 w 19511"/>
                  <a:gd name="csY1" fmla="*/ 18109 h 19500"/>
                  <a:gd name="csX2" fmla="*/ 0 w 19511"/>
                  <a:gd name="csY2" fmla="*/ 8357 h 19500"/>
                  <a:gd name="csX3" fmla="*/ 9759 w 19511"/>
                  <a:gd name="csY3" fmla="*/ -1391 h 19500"/>
                  <a:gd name="csX4" fmla="*/ 19512 w 19511"/>
                  <a:gd name="csY4" fmla="*/ 8357 h 19500"/>
                </a:gdLst>
                <a:ahLst/>
                <a:cxnLst>
                  <a:cxn ang="0">
                    <a:pos x="csX0" y="csY0"/>
                  </a:cxn>
                  <a:cxn ang="0">
                    <a:pos x="csX1" y="csY1"/>
                  </a:cxn>
                  <a:cxn ang="0">
                    <a:pos x="csX2" y="csY2"/>
                  </a:cxn>
                  <a:cxn ang="0">
                    <a:pos x="csX3" y="csY3"/>
                  </a:cxn>
                  <a:cxn ang="0">
                    <a:pos x="csX4" y="csY4"/>
                  </a:cxn>
                </a:cxnLst>
                <a:rect l="l" t="t" r="r" b="b"/>
                <a:pathLst>
                  <a:path w="19511" h="19500">
                    <a:moveTo>
                      <a:pt x="19512" y="8357"/>
                    </a:moveTo>
                    <a:cubicBezTo>
                      <a:pt x="19512" y="13695"/>
                      <a:pt x="15094" y="18109"/>
                      <a:pt x="9759" y="18109"/>
                    </a:cubicBezTo>
                    <a:cubicBezTo>
                      <a:pt x="4417" y="18109"/>
                      <a:pt x="0" y="13695"/>
                      <a:pt x="0" y="8357"/>
                    </a:cubicBezTo>
                    <a:cubicBezTo>
                      <a:pt x="0" y="3024"/>
                      <a:pt x="4417" y="-1391"/>
                      <a:pt x="9759" y="-1391"/>
                    </a:cubicBezTo>
                    <a:cubicBezTo>
                      <a:pt x="15094" y="-1391"/>
                      <a:pt x="19512" y="3024"/>
                      <a:pt x="19512" y="8357"/>
                    </a:cubicBezTo>
                    <a:close/>
                  </a:path>
                </a:pathLst>
              </a:custGeom>
              <a:solidFill>
                <a:srgbClr val="000000"/>
              </a:solidFill>
              <a:ln w="27807" cap="flat">
                <a:noFill/>
                <a:prstDash val="solid"/>
                <a:miter/>
              </a:ln>
            </p:spPr>
            <p:txBody>
              <a:bodyPr/>
              <a:lstStyle/>
              <a:p>
                <a:endParaRPr lang="en-GB"/>
              </a:p>
            </p:txBody>
          </p:sp>
          <p:sp>
            <p:nvSpPr>
              <p:cNvPr id="304" name="Freeform: Shape 303">
                <a:extLst>
                  <a:ext uri="{FF2B5EF4-FFF2-40B4-BE49-F238E27FC236}">
                    <a16:creationId xmlns:a16="http://schemas.microsoft.com/office/drawing/2014/main" id="{9F9C46A0-FCD5-2D23-E448-A511E0211B04}"/>
                  </a:ext>
                </a:extLst>
              </p:cNvPr>
              <p:cNvSpPr/>
              <p:nvPr>
                <p:custDataLst>
                  <p:tags r:id="rId38"/>
                </p:custDataLst>
              </p:nvPr>
            </p:nvSpPr>
            <p:spPr>
              <a:xfrm flipV="1">
                <a:off x="11245650" y="-9596762"/>
                <a:ext cx="353065" cy="126563"/>
              </a:xfrm>
              <a:custGeom>
                <a:avLst/>
                <a:gdLst>
                  <a:gd name="csX0" fmla="*/ 77491 w 353065"/>
                  <a:gd name="csY0" fmla="*/ 61516 h 126563"/>
                  <a:gd name="csX1" fmla="*/ 70129 w 353065"/>
                  <a:gd name="csY1" fmla="*/ 104563 h 126563"/>
                  <a:gd name="csX2" fmla="*/ 38838 w 353065"/>
                  <a:gd name="csY2" fmla="*/ 125166 h 126563"/>
                  <a:gd name="csX3" fmla="*/ 6814 w 353065"/>
                  <a:gd name="csY3" fmla="*/ 103276 h 126563"/>
                  <a:gd name="csX4" fmla="*/ 0 w 353065"/>
                  <a:gd name="csY4" fmla="*/ 61516 h 126563"/>
                  <a:gd name="csX5" fmla="*/ 8286 w 353065"/>
                  <a:gd name="csY5" fmla="*/ 17181 h 126563"/>
                  <a:gd name="csX6" fmla="*/ 38653 w 353065"/>
                  <a:gd name="csY6" fmla="*/ -1397 h 126563"/>
                  <a:gd name="csX7" fmla="*/ 70683 w 353065"/>
                  <a:gd name="csY7" fmla="*/ 19939 h 126563"/>
                  <a:gd name="csX8" fmla="*/ 77491 w 353065"/>
                  <a:gd name="csY8" fmla="*/ 61516 h 126563"/>
                  <a:gd name="csX9" fmla="*/ 38653 w 353065"/>
                  <a:gd name="csY9" fmla="*/ 2649 h 126563"/>
                  <a:gd name="csX10" fmla="*/ 17300 w 353065"/>
                  <a:gd name="csY10" fmla="*/ 24909 h 126563"/>
                  <a:gd name="csX11" fmla="*/ 15278 w 353065"/>
                  <a:gd name="csY11" fmla="*/ 63726 h 126563"/>
                  <a:gd name="csX12" fmla="*/ 16751 w 353065"/>
                  <a:gd name="csY12" fmla="*/ 97575 h 126563"/>
                  <a:gd name="csX13" fmla="*/ 38653 w 353065"/>
                  <a:gd name="csY13" fmla="*/ 121121 h 126563"/>
                  <a:gd name="csX14" fmla="*/ 60371 w 353065"/>
                  <a:gd name="csY14" fmla="*/ 99600 h 126563"/>
                  <a:gd name="csX15" fmla="*/ 62212 w 353065"/>
                  <a:gd name="csY15" fmla="*/ 63726 h 126563"/>
                  <a:gd name="csX16" fmla="*/ 60191 w 353065"/>
                  <a:gd name="csY16" fmla="*/ 25641 h 126563"/>
                  <a:gd name="csX17" fmla="*/ 38653 w 353065"/>
                  <a:gd name="csY17" fmla="*/ 2649 h 126563"/>
                  <a:gd name="csX18" fmla="*/ 169534 w 353065"/>
                  <a:gd name="csY18" fmla="*/ 61516 h 126563"/>
                  <a:gd name="csX19" fmla="*/ 162172 w 353065"/>
                  <a:gd name="csY19" fmla="*/ 104563 h 126563"/>
                  <a:gd name="csX20" fmla="*/ 130881 w 353065"/>
                  <a:gd name="csY20" fmla="*/ 125166 h 126563"/>
                  <a:gd name="csX21" fmla="*/ 98856 w 353065"/>
                  <a:gd name="csY21" fmla="*/ 103276 h 126563"/>
                  <a:gd name="csX22" fmla="*/ 92043 w 353065"/>
                  <a:gd name="csY22" fmla="*/ 61516 h 126563"/>
                  <a:gd name="csX23" fmla="*/ 100329 w 353065"/>
                  <a:gd name="csY23" fmla="*/ 17181 h 126563"/>
                  <a:gd name="csX24" fmla="*/ 130696 w 353065"/>
                  <a:gd name="csY24" fmla="*/ -1397 h 126563"/>
                  <a:gd name="csX25" fmla="*/ 162726 w 353065"/>
                  <a:gd name="csY25" fmla="*/ 19939 h 126563"/>
                  <a:gd name="csX26" fmla="*/ 169534 w 353065"/>
                  <a:gd name="csY26" fmla="*/ 61516 h 126563"/>
                  <a:gd name="csX27" fmla="*/ 130696 w 353065"/>
                  <a:gd name="csY27" fmla="*/ 2649 h 126563"/>
                  <a:gd name="csX28" fmla="*/ 109343 w 353065"/>
                  <a:gd name="csY28" fmla="*/ 24909 h 126563"/>
                  <a:gd name="csX29" fmla="*/ 107322 w 353065"/>
                  <a:gd name="csY29" fmla="*/ 63726 h 126563"/>
                  <a:gd name="csX30" fmla="*/ 108794 w 353065"/>
                  <a:gd name="csY30" fmla="*/ 97575 h 126563"/>
                  <a:gd name="csX31" fmla="*/ 130696 w 353065"/>
                  <a:gd name="csY31" fmla="*/ 121121 h 126563"/>
                  <a:gd name="csX32" fmla="*/ 152413 w 353065"/>
                  <a:gd name="csY32" fmla="*/ 99600 h 126563"/>
                  <a:gd name="csX33" fmla="*/ 154256 w 353065"/>
                  <a:gd name="csY33" fmla="*/ 63726 h 126563"/>
                  <a:gd name="csX34" fmla="*/ 152235 w 353065"/>
                  <a:gd name="csY34" fmla="*/ 25641 h 126563"/>
                  <a:gd name="csX35" fmla="*/ 130696 w 353065"/>
                  <a:gd name="csY35" fmla="*/ 2649 h 126563"/>
                  <a:gd name="csX36" fmla="*/ 200283 w 353065"/>
                  <a:gd name="csY36" fmla="*/ 16811 h 126563"/>
                  <a:gd name="csX37" fmla="*/ 219794 w 353065"/>
                  <a:gd name="csY37" fmla="*/ 35764 h 126563"/>
                  <a:gd name="csX38" fmla="*/ 259552 w 353065"/>
                  <a:gd name="csY38" fmla="*/ 89477 h 126563"/>
                  <a:gd name="csX39" fmla="*/ 220534 w 353065"/>
                  <a:gd name="csY39" fmla="*/ 125166 h 126563"/>
                  <a:gd name="csX40" fmla="*/ 186113 w 353065"/>
                  <a:gd name="csY40" fmla="*/ 91872 h 126563"/>
                  <a:gd name="csX41" fmla="*/ 195865 w 353065"/>
                  <a:gd name="csY41" fmla="*/ 81571 h 126563"/>
                  <a:gd name="csX42" fmla="*/ 205439 w 353065"/>
                  <a:gd name="csY42" fmla="*/ 91319 h 126563"/>
                  <a:gd name="csX43" fmla="*/ 195681 w 353065"/>
                  <a:gd name="csY43" fmla="*/ 100886 h 126563"/>
                  <a:gd name="csX44" fmla="*/ 193289 w 353065"/>
                  <a:gd name="csY44" fmla="*/ 100703 h 126563"/>
                  <a:gd name="csX45" fmla="*/ 218137 w 353065"/>
                  <a:gd name="csY45" fmla="*/ 119465 h 126563"/>
                  <a:gd name="csX46" fmla="*/ 242805 w 353065"/>
                  <a:gd name="csY46" fmla="*/ 89477 h 126563"/>
                  <a:gd name="csX47" fmla="*/ 223479 w 353065"/>
                  <a:gd name="csY47" fmla="*/ 48824 h 126563"/>
                  <a:gd name="csX48" fmla="*/ 188134 w 353065"/>
                  <a:gd name="csY48" fmla="*/ 9453 h 126563"/>
                  <a:gd name="csX49" fmla="*/ 186113 w 353065"/>
                  <a:gd name="csY49" fmla="*/ 2649 h 126563"/>
                  <a:gd name="csX50" fmla="*/ 254400 w 353065"/>
                  <a:gd name="csY50" fmla="*/ 2649 h 126563"/>
                  <a:gd name="csX51" fmla="*/ 259552 w 353065"/>
                  <a:gd name="csY51" fmla="*/ 34656 h 126563"/>
                  <a:gd name="csX52" fmla="*/ 254948 w 353065"/>
                  <a:gd name="csY52" fmla="*/ 34656 h 126563"/>
                  <a:gd name="csX53" fmla="*/ 250900 w 353065"/>
                  <a:gd name="csY53" fmla="*/ 18283 h 126563"/>
                  <a:gd name="csX54" fmla="*/ 233416 w 353065"/>
                  <a:gd name="csY54" fmla="*/ 16811 h 126563"/>
                  <a:gd name="csX55" fmla="*/ 200283 w 353065"/>
                  <a:gd name="csY55" fmla="*/ 16811 h 126563"/>
                  <a:gd name="csX56" fmla="*/ 322330 w 353065"/>
                  <a:gd name="csY56" fmla="*/ 67402 h 126563"/>
                  <a:gd name="csX57" fmla="*/ 348099 w 353065"/>
                  <a:gd name="csY57" fmla="*/ 99778 h 126563"/>
                  <a:gd name="csX58" fmla="*/ 314227 w 353065"/>
                  <a:gd name="csY58" fmla="*/ 125166 h 126563"/>
                  <a:gd name="csX59" fmla="*/ 281649 w 353065"/>
                  <a:gd name="csY59" fmla="*/ 100148 h 126563"/>
                  <a:gd name="csX60" fmla="*/ 291038 w 353065"/>
                  <a:gd name="csY60" fmla="*/ 90585 h 126563"/>
                  <a:gd name="csX61" fmla="*/ 300428 w 353065"/>
                  <a:gd name="csY61" fmla="*/ 99963 h 126563"/>
                  <a:gd name="csX62" fmla="*/ 289011 w 353065"/>
                  <a:gd name="csY62" fmla="*/ 109163 h 126563"/>
                  <a:gd name="csX63" fmla="*/ 313494 w 353065"/>
                  <a:gd name="csY63" fmla="*/ 120567 h 126563"/>
                  <a:gd name="csX64" fmla="*/ 331164 w 353065"/>
                  <a:gd name="csY64" fmla="*/ 99963 h 126563"/>
                  <a:gd name="csX65" fmla="*/ 326012 w 353065"/>
                  <a:gd name="csY65" fmla="*/ 78991 h 126563"/>
                  <a:gd name="csX66" fmla="*/ 309632 w 353065"/>
                  <a:gd name="csY66" fmla="*/ 69427 h 126563"/>
                  <a:gd name="csX67" fmla="*/ 302447 w 353065"/>
                  <a:gd name="csY67" fmla="*/ 68874 h 126563"/>
                  <a:gd name="csX68" fmla="*/ 299687 w 353065"/>
                  <a:gd name="csY68" fmla="*/ 66669 h 126563"/>
                  <a:gd name="csX69" fmla="*/ 304105 w 353065"/>
                  <a:gd name="csY69" fmla="*/ 64644 h 126563"/>
                  <a:gd name="csX70" fmla="*/ 312206 w 353065"/>
                  <a:gd name="csY70" fmla="*/ 64644 h 126563"/>
                  <a:gd name="csX71" fmla="*/ 334109 w 353065"/>
                  <a:gd name="csY71" fmla="*/ 34108 h 126563"/>
                  <a:gd name="csX72" fmla="*/ 313309 w 353065"/>
                  <a:gd name="csY72" fmla="*/ 3751 h 126563"/>
                  <a:gd name="csX73" fmla="*/ 285149 w 353065"/>
                  <a:gd name="csY73" fmla="*/ 17735 h 126563"/>
                  <a:gd name="csX74" fmla="*/ 297298 w 353065"/>
                  <a:gd name="csY74" fmla="*/ 27852 h 126563"/>
                  <a:gd name="csX75" fmla="*/ 286991 w 353065"/>
                  <a:gd name="csY75" fmla="*/ 38153 h 126563"/>
                  <a:gd name="csX76" fmla="*/ 276682 w 353065"/>
                  <a:gd name="csY76" fmla="*/ 27482 h 126563"/>
                  <a:gd name="csX77" fmla="*/ 313864 w 353065"/>
                  <a:gd name="csY77" fmla="*/ -1397 h 126563"/>
                  <a:gd name="csX78" fmla="*/ 353066 w 353065"/>
                  <a:gd name="csY78" fmla="*/ 34108 h 126563"/>
                  <a:gd name="csX79" fmla="*/ 322330 w 353065"/>
                  <a:gd name="csY79" fmla="*/ 67402 h 126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Lst>
                <a:rect l="l" t="t" r="r" b="b"/>
                <a:pathLst>
                  <a:path w="353065" h="126563">
                    <a:moveTo>
                      <a:pt x="77491" y="61516"/>
                    </a:moveTo>
                    <a:cubicBezTo>
                      <a:pt x="77491" y="76232"/>
                      <a:pt x="76573" y="90949"/>
                      <a:pt x="70129" y="104563"/>
                    </a:cubicBezTo>
                    <a:cubicBezTo>
                      <a:pt x="61664" y="122223"/>
                      <a:pt x="46570" y="125166"/>
                      <a:pt x="38838" y="125166"/>
                    </a:cubicBezTo>
                    <a:cubicBezTo>
                      <a:pt x="27792" y="125166"/>
                      <a:pt x="14355" y="120388"/>
                      <a:pt x="6814" y="103276"/>
                    </a:cubicBezTo>
                    <a:cubicBezTo>
                      <a:pt x="924" y="90585"/>
                      <a:pt x="0" y="76232"/>
                      <a:pt x="0" y="61516"/>
                    </a:cubicBezTo>
                    <a:cubicBezTo>
                      <a:pt x="0" y="47722"/>
                      <a:pt x="739" y="31165"/>
                      <a:pt x="8286" y="17181"/>
                    </a:cubicBezTo>
                    <a:cubicBezTo>
                      <a:pt x="16197" y="2279"/>
                      <a:pt x="29634" y="-1397"/>
                      <a:pt x="38653" y="-1397"/>
                    </a:cubicBezTo>
                    <a:cubicBezTo>
                      <a:pt x="48591" y="-1397"/>
                      <a:pt x="62582" y="2464"/>
                      <a:pt x="70683" y="19939"/>
                    </a:cubicBezTo>
                    <a:cubicBezTo>
                      <a:pt x="76573" y="32636"/>
                      <a:pt x="77491" y="46984"/>
                      <a:pt x="77491" y="61516"/>
                    </a:cubicBezTo>
                    <a:close/>
                    <a:moveTo>
                      <a:pt x="38653" y="2649"/>
                    </a:moveTo>
                    <a:cubicBezTo>
                      <a:pt x="31476" y="2649"/>
                      <a:pt x="20614" y="7249"/>
                      <a:pt x="17300" y="24909"/>
                    </a:cubicBezTo>
                    <a:cubicBezTo>
                      <a:pt x="15278" y="35948"/>
                      <a:pt x="15278" y="52870"/>
                      <a:pt x="15278" y="63726"/>
                    </a:cubicBezTo>
                    <a:cubicBezTo>
                      <a:pt x="15278" y="75500"/>
                      <a:pt x="15278" y="87642"/>
                      <a:pt x="16751" y="97575"/>
                    </a:cubicBezTo>
                    <a:cubicBezTo>
                      <a:pt x="20250" y="119465"/>
                      <a:pt x="34051" y="121121"/>
                      <a:pt x="38653" y="121121"/>
                    </a:cubicBezTo>
                    <a:cubicBezTo>
                      <a:pt x="44727" y="121121"/>
                      <a:pt x="56877" y="117808"/>
                      <a:pt x="60371" y="99600"/>
                    </a:cubicBezTo>
                    <a:cubicBezTo>
                      <a:pt x="62212" y="89299"/>
                      <a:pt x="62212" y="75315"/>
                      <a:pt x="62212" y="63726"/>
                    </a:cubicBezTo>
                    <a:cubicBezTo>
                      <a:pt x="62212" y="49927"/>
                      <a:pt x="62212" y="37421"/>
                      <a:pt x="60191" y="25641"/>
                    </a:cubicBezTo>
                    <a:cubicBezTo>
                      <a:pt x="57425" y="8166"/>
                      <a:pt x="46939" y="2649"/>
                      <a:pt x="38653" y="2649"/>
                    </a:cubicBezTo>
                    <a:close/>
                    <a:moveTo>
                      <a:pt x="169534" y="61516"/>
                    </a:moveTo>
                    <a:cubicBezTo>
                      <a:pt x="169534" y="76232"/>
                      <a:pt x="168616" y="90949"/>
                      <a:pt x="162172" y="104563"/>
                    </a:cubicBezTo>
                    <a:cubicBezTo>
                      <a:pt x="153707" y="122223"/>
                      <a:pt x="138613" y="125166"/>
                      <a:pt x="130881" y="125166"/>
                    </a:cubicBezTo>
                    <a:cubicBezTo>
                      <a:pt x="119834" y="125166"/>
                      <a:pt x="106398" y="120388"/>
                      <a:pt x="98856" y="103276"/>
                    </a:cubicBezTo>
                    <a:cubicBezTo>
                      <a:pt x="92967" y="90585"/>
                      <a:pt x="92043" y="76232"/>
                      <a:pt x="92043" y="61516"/>
                    </a:cubicBezTo>
                    <a:cubicBezTo>
                      <a:pt x="92043" y="47722"/>
                      <a:pt x="92782" y="31165"/>
                      <a:pt x="100329" y="17181"/>
                    </a:cubicBezTo>
                    <a:cubicBezTo>
                      <a:pt x="108240" y="2279"/>
                      <a:pt x="121677" y="-1397"/>
                      <a:pt x="130696" y="-1397"/>
                    </a:cubicBezTo>
                    <a:cubicBezTo>
                      <a:pt x="140634" y="-1397"/>
                      <a:pt x="154625" y="2464"/>
                      <a:pt x="162726" y="19939"/>
                    </a:cubicBezTo>
                    <a:cubicBezTo>
                      <a:pt x="168616" y="32636"/>
                      <a:pt x="169534" y="46984"/>
                      <a:pt x="169534" y="61516"/>
                    </a:cubicBezTo>
                    <a:close/>
                    <a:moveTo>
                      <a:pt x="130696" y="2649"/>
                    </a:moveTo>
                    <a:cubicBezTo>
                      <a:pt x="123518" y="2649"/>
                      <a:pt x="112657" y="7249"/>
                      <a:pt x="109343" y="24909"/>
                    </a:cubicBezTo>
                    <a:cubicBezTo>
                      <a:pt x="107322" y="35948"/>
                      <a:pt x="107322" y="52870"/>
                      <a:pt x="107322" y="63726"/>
                    </a:cubicBezTo>
                    <a:cubicBezTo>
                      <a:pt x="107322" y="75500"/>
                      <a:pt x="107322" y="87642"/>
                      <a:pt x="108794" y="97575"/>
                    </a:cubicBezTo>
                    <a:cubicBezTo>
                      <a:pt x="112293" y="119465"/>
                      <a:pt x="126094" y="121121"/>
                      <a:pt x="130696" y="121121"/>
                    </a:cubicBezTo>
                    <a:cubicBezTo>
                      <a:pt x="136771" y="121121"/>
                      <a:pt x="148920" y="117808"/>
                      <a:pt x="152413" y="99600"/>
                    </a:cubicBezTo>
                    <a:cubicBezTo>
                      <a:pt x="154256" y="89299"/>
                      <a:pt x="154256" y="75315"/>
                      <a:pt x="154256" y="63726"/>
                    </a:cubicBezTo>
                    <a:cubicBezTo>
                      <a:pt x="154256" y="49927"/>
                      <a:pt x="154256" y="37421"/>
                      <a:pt x="152235" y="25641"/>
                    </a:cubicBezTo>
                    <a:cubicBezTo>
                      <a:pt x="149469" y="8166"/>
                      <a:pt x="138982" y="2649"/>
                      <a:pt x="130696" y="2649"/>
                    </a:cubicBezTo>
                    <a:close/>
                    <a:moveTo>
                      <a:pt x="200283" y="16811"/>
                    </a:moveTo>
                    <a:lnTo>
                      <a:pt x="219794" y="35764"/>
                    </a:lnTo>
                    <a:cubicBezTo>
                      <a:pt x="248511" y="61152"/>
                      <a:pt x="259552" y="71084"/>
                      <a:pt x="259552" y="89477"/>
                    </a:cubicBezTo>
                    <a:cubicBezTo>
                      <a:pt x="259552" y="110450"/>
                      <a:pt x="242984" y="125166"/>
                      <a:pt x="220534" y="125166"/>
                    </a:cubicBezTo>
                    <a:cubicBezTo>
                      <a:pt x="199735" y="125166"/>
                      <a:pt x="186113" y="108246"/>
                      <a:pt x="186113" y="91872"/>
                    </a:cubicBezTo>
                    <a:cubicBezTo>
                      <a:pt x="186113" y="81571"/>
                      <a:pt x="195317" y="81571"/>
                      <a:pt x="195865" y="81571"/>
                    </a:cubicBezTo>
                    <a:cubicBezTo>
                      <a:pt x="198995" y="81571"/>
                      <a:pt x="205439" y="83776"/>
                      <a:pt x="205439" y="91319"/>
                    </a:cubicBezTo>
                    <a:cubicBezTo>
                      <a:pt x="205439" y="96103"/>
                      <a:pt x="202124" y="100886"/>
                      <a:pt x="195681" y="100886"/>
                    </a:cubicBezTo>
                    <a:cubicBezTo>
                      <a:pt x="194208" y="100886"/>
                      <a:pt x="193844" y="100886"/>
                      <a:pt x="193289" y="100703"/>
                    </a:cubicBezTo>
                    <a:cubicBezTo>
                      <a:pt x="197523" y="112660"/>
                      <a:pt x="207460" y="119465"/>
                      <a:pt x="218137" y="119465"/>
                    </a:cubicBezTo>
                    <a:cubicBezTo>
                      <a:pt x="234889" y="119465"/>
                      <a:pt x="242805" y="104563"/>
                      <a:pt x="242805" y="89477"/>
                    </a:cubicBezTo>
                    <a:cubicBezTo>
                      <a:pt x="242805" y="74760"/>
                      <a:pt x="233601" y="60228"/>
                      <a:pt x="223479" y="48824"/>
                    </a:cubicBezTo>
                    <a:lnTo>
                      <a:pt x="188134" y="9453"/>
                    </a:lnTo>
                    <a:cubicBezTo>
                      <a:pt x="186113" y="7433"/>
                      <a:pt x="186113" y="7064"/>
                      <a:pt x="186113" y="2649"/>
                    </a:cubicBezTo>
                    <a:lnTo>
                      <a:pt x="254400" y="2649"/>
                    </a:lnTo>
                    <a:lnTo>
                      <a:pt x="259552" y="34656"/>
                    </a:lnTo>
                    <a:lnTo>
                      <a:pt x="254948" y="34656"/>
                    </a:lnTo>
                    <a:cubicBezTo>
                      <a:pt x="254030" y="29139"/>
                      <a:pt x="252742" y="21047"/>
                      <a:pt x="250900" y="18283"/>
                    </a:cubicBezTo>
                    <a:cubicBezTo>
                      <a:pt x="249614" y="16811"/>
                      <a:pt x="237463" y="16811"/>
                      <a:pt x="233416" y="16811"/>
                    </a:cubicBezTo>
                    <a:lnTo>
                      <a:pt x="200283" y="16811"/>
                    </a:lnTo>
                    <a:close/>
                    <a:moveTo>
                      <a:pt x="322330" y="67402"/>
                    </a:moveTo>
                    <a:cubicBezTo>
                      <a:pt x="337423" y="72372"/>
                      <a:pt x="348099" y="85247"/>
                      <a:pt x="348099" y="99778"/>
                    </a:cubicBezTo>
                    <a:cubicBezTo>
                      <a:pt x="348099" y="114865"/>
                      <a:pt x="331903" y="125166"/>
                      <a:pt x="314227" y="125166"/>
                    </a:cubicBezTo>
                    <a:cubicBezTo>
                      <a:pt x="295641" y="125166"/>
                      <a:pt x="281649" y="114132"/>
                      <a:pt x="281649" y="100148"/>
                    </a:cubicBezTo>
                    <a:cubicBezTo>
                      <a:pt x="281649" y="94077"/>
                      <a:pt x="285703" y="90585"/>
                      <a:pt x="291038" y="90585"/>
                    </a:cubicBezTo>
                    <a:cubicBezTo>
                      <a:pt x="296744" y="90585"/>
                      <a:pt x="300428" y="94631"/>
                      <a:pt x="300428" y="99963"/>
                    </a:cubicBezTo>
                    <a:cubicBezTo>
                      <a:pt x="300428" y="109163"/>
                      <a:pt x="291777" y="109163"/>
                      <a:pt x="289011" y="109163"/>
                    </a:cubicBezTo>
                    <a:cubicBezTo>
                      <a:pt x="294722" y="118178"/>
                      <a:pt x="306866" y="120567"/>
                      <a:pt x="313494" y="120567"/>
                    </a:cubicBezTo>
                    <a:cubicBezTo>
                      <a:pt x="321042" y="120567"/>
                      <a:pt x="331164" y="116522"/>
                      <a:pt x="331164" y="99963"/>
                    </a:cubicBezTo>
                    <a:cubicBezTo>
                      <a:pt x="331164" y="97760"/>
                      <a:pt x="330795" y="87088"/>
                      <a:pt x="326012" y="78991"/>
                    </a:cubicBezTo>
                    <a:cubicBezTo>
                      <a:pt x="320488" y="70161"/>
                      <a:pt x="314227" y="69612"/>
                      <a:pt x="309632" y="69427"/>
                    </a:cubicBezTo>
                    <a:cubicBezTo>
                      <a:pt x="308159" y="69243"/>
                      <a:pt x="303741" y="68874"/>
                      <a:pt x="302447" y="68874"/>
                    </a:cubicBezTo>
                    <a:cubicBezTo>
                      <a:pt x="300975" y="68689"/>
                      <a:pt x="299687" y="68510"/>
                      <a:pt x="299687" y="66669"/>
                    </a:cubicBezTo>
                    <a:cubicBezTo>
                      <a:pt x="299687" y="64644"/>
                      <a:pt x="300975" y="64644"/>
                      <a:pt x="304105" y="64644"/>
                    </a:cubicBezTo>
                    <a:lnTo>
                      <a:pt x="312206" y="64644"/>
                    </a:lnTo>
                    <a:cubicBezTo>
                      <a:pt x="327300" y="64644"/>
                      <a:pt x="334109" y="52137"/>
                      <a:pt x="334109" y="34108"/>
                    </a:cubicBezTo>
                    <a:cubicBezTo>
                      <a:pt x="334109" y="9090"/>
                      <a:pt x="321411" y="3751"/>
                      <a:pt x="313309" y="3751"/>
                    </a:cubicBezTo>
                    <a:cubicBezTo>
                      <a:pt x="305393" y="3751"/>
                      <a:pt x="291592" y="6879"/>
                      <a:pt x="285149" y="17735"/>
                    </a:cubicBezTo>
                    <a:cubicBezTo>
                      <a:pt x="291592" y="16811"/>
                      <a:pt x="297298" y="20863"/>
                      <a:pt x="297298" y="27852"/>
                    </a:cubicBezTo>
                    <a:cubicBezTo>
                      <a:pt x="297298" y="34477"/>
                      <a:pt x="292325" y="38153"/>
                      <a:pt x="286991" y="38153"/>
                    </a:cubicBezTo>
                    <a:cubicBezTo>
                      <a:pt x="282573" y="38153"/>
                      <a:pt x="276682" y="35580"/>
                      <a:pt x="276682" y="27482"/>
                    </a:cubicBezTo>
                    <a:cubicBezTo>
                      <a:pt x="276682" y="10745"/>
                      <a:pt x="293798" y="-1397"/>
                      <a:pt x="313864" y="-1397"/>
                    </a:cubicBezTo>
                    <a:cubicBezTo>
                      <a:pt x="336319" y="-1397"/>
                      <a:pt x="353066" y="15340"/>
                      <a:pt x="353066" y="34108"/>
                    </a:cubicBezTo>
                    <a:cubicBezTo>
                      <a:pt x="353066" y="49194"/>
                      <a:pt x="341471" y="63541"/>
                      <a:pt x="322330" y="67402"/>
                    </a:cubicBezTo>
                    <a:close/>
                  </a:path>
                </a:pathLst>
              </a:custGeom>
              <a:solidFill>
                <a:srgbClr val="000000"/>
              </a:solidFill>
              <a:ln w="27807" cap="flat">
                <a:noFill/>
                <a:prstDash val="solid"/>
                <a:miter/>
              </a:ln>
            </p:spPr>
            <p:txBody>
              <a:bodyPr/>
              <a:lstStyle/>
              <a:p>
                <a:endParaRPr lang="en-GB"/>
              </a:p>
            </p:txBody>
          </p:sp>
          <p:sp>
            <p:nvSpPr>
              <p:cNvPr id="305" name="Freeform: Shape 304">
                <a:extLst>
                  <a:ext uri="{FF2B5EF4-FFF2-40B4-BE49-F238E27FC236}">
                    <a16:creationId xmlns:a16="http://schemas.microsoft.com/office/drawing/2014/main" id="{D5B50A7B-7449-24C4-7DB8-823F21B6C04D}"/>
                  </a:ext>
                </a:extLst>
              </p:cNvPr>
              <p:cNvSpPr/>
              <p:nvPr>
                <p:custDataLst>
                  <p:tags r:id="rId39"/>
                </p:custDataLst>
              </p:nvPr>
            </p:nvSpPr>
            <p:spPr>
              <a:xfrm flipV="1">
                <a:off x="11662834" y="-9523912"/>
                <a:ext cx="112460" cy="7358"/>
              </a:xfrm>
              <a:custGeom>
                <a:avLst/>
                <a:gdLst>
                  <a:gd name="csX0" fmla="*/ 106017 w 112460"/>
                  <a:gd name="csY0" fmla="*/ -1395 h 7358"/>
                  <a:gd name="csX1" fmla="*/ 112461 w 112460"/>
                  <a:gd name="csY1" fmla="*/ 2286 h 7358"/>
                  <a:gd name="csX2" fmla="*/ 106017 w 112460"/>
                  <a:gd name="csY2" fmla="*/ 5963 h 7358"/>
                  <a:gd name="csX3" fmla="*/ 6439 w 112460"/>
                  <a:gd name="csY3" fmla="*/ 5963 h 7358"/>
                  <a:gd name="csX4" fmla="*/ 0 w 112460"/>
                  <a:gd name="csY4" fmla="*/ 2286 h 7358"/>
                  <a:gd name="csX5" fmla="*/ 6439 w 112460"/>
                  <a:gd name="csY5" fmla="*/ -1395 h 7358"/>
                  <a:gd name="csX6" fmla="*/ 106017 w 112460"/>
                  <a:gd name="csY6" fmla="*/ -1395 h 735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460" h="7358">
                    <a:moveTo>
                      <a:pt x="106017" y="-1395"/>
                    </a:moveTo>
                    <a:cubicBezTo>
                      <a:pt x="109146" y="-1395"/>
                      <a:pt x="112461" y="-1395"/>
                      <a:pt x="112461" y="2286"/>
                    </a:cubicBezTo>
                    <a:cubicBezTo>
                      <a:pt x="112461" y="5963"/>
                      <a:pt x="109146" y="5963"/>
                      <a:pt x="106017" y="5963"/>
                    </a:cubicBezTo>
                    <a:lnTo>
                      <a:pt x="6439" y="5963"/>
                    </a:lnTo>
                    <a:cubicBezTo>
                      <a:pt x="3309" y="5963"/>
                      <a:pt x="0" y="5963"/>
                      <a:pt x="0" y="2286"/>
                    </a:cubicBezTo>
                    <a:cubicBezTo>
                      <a:pt x="0" y="-1395"/>
                      <a:pt x="3309" y="-1395"/>
                      <a:pt x="6439" y="-1395"/>
                    </a:cubicBezTo>
                    <a:lnTo>
                      <a:pt x="106017" y="-1395"/>
                    </a:lnTo>
                    <a:close/>
                  </a:path>
                </a:pathLst>
              </a:custGeom>
              <a:solidFill>
                <a:srgbClr val="000000"/>
              </a:solidFill>
              <a:ln w="27807" cap="flat">
                <a:noFill/>
                <a:prstDash val="solid"/>
                <a:miter/>
              </a:ln>
            </p:spPr>
            <p:txBody>
              <a:bodyPr/>
              <a:lstStyle/>
              <a:p>
                <a:endParaRPr lang="en-GB"/>
              </a:p>
            </p:txBody>
          </p:sp>
          <p:sp>
            <p:nvSpPr>
              <p:cNvPr id="306" name="Freeform: Shape 305">
                <a:extLst>
                  <a:ext uri="{FF2B5EF4-FFF2-40B4-BE49-F238E27FC236}">
                    <a16:creationId xmlns:a16="http://schemas.microsoft.com/office/drawing/2014/main" id="{31FE44AE-5EA3-AD35-0BF5-238CB0151FD5}"/>
                  </a:ext>
                </a:extLst>
              </p:cNvPr>
              <p:cNvSpPr/>
              <p:nvPr>
                <p:custDataLst>
                  <p:tags r:id="rId40"/>
                </p:custDataLst>
              </p:nvPr>
            </p:nvSpPr>
            <p:spPr>
              <a:xfrm flipV="1">
                <a:off x="11848033" y="-9612218"/>
                <a:ext cx="128854" cy="183964"/>
              </a:xfrm>
              <a:custGeom>
                <a:avLst/>
                <a:gdLst>
                  <a:gd name="csX0" fmla="*/ 37735 w 128854"/>
                  <a:gd name="csY0" fmla="*/ 162335 h 183964"/>
                  <a:gd name="csX1" fmla="*/ 33497 w 128854"/>
                  <a:gd name="csY1" fmla="*/ 167113 h 183964"/>
                  <a:gd name="csX2" fmla="*/ 0 w 128854"/>
                  <a:gd name="csY2" fmla="*/ 155341 h 183964"/>
                  <a:gd name="csX3" fmla="*/ 0 w 128854"/>
                  <a:gd name="csY3" fmla="*/ 149638 h 183964"/>
                  <a:gd name="csX4" fmla="*/ 24114 w 128854"/>
                  <a:gd name="csY4" fmla="*/ 154422 h 183964"/>
                  <a:gd name="csX5" fmla="*/ 24114 w 128854"/>
                  <a:gd name="csY5" fmla="*/ 59127 h 183964"/>
                  <a:gd name="csX6" fmla="*/ 6992 w 128854"/>
                  <a:gd name="csY6" fmla="*/ 50297 h 183964"/>
                  <a:gd name="csX7" fmla="*/ 1103 w 128854"/>
                  <a:gd name="csY7" fmla="*/ 50297 h 183964"/>
                  <a:gd name="csX8" fmla="*/ 1103 w 128854"/>
                  <a:gd name="csY8" fmla="*/ 44596 h 183964"/>
                  <a:gd name="csX9" fmla="*/ 30921 w 128854"/>
                  <a:gd name="csY9" fmla="*/ 45149 h 183964"/>
                  <a:gd name="csX10" fmla="*/ 60740 w 128854"/>
                  <a:gd name="csY10" fmla="*/ 44596 h 183964"/>
                  <a:gd name="csX11" fmla="*/ 60740 w 128854"/>
                  <a:gd name="csY11" fmla="*/ 50297 h 183964"/>
                  <a:gd name="csX12" fmla="*/ 54850 w 128854"/>
                  <a:gd name="csY12" fmla="*/ 50297 h 183964"/>
                  <a:gd name="csX13" fmla="*/ 37735 w 128854"/>
                  <a:gd name="csY13" fmla="*/ 59127 h 183964"/>
                  <a:gd name="csX14" fmla="*/ 37735 w 128854"/>
                  <a:gd name="csY14" fmla="*/ 162335 h 183964"/>
                  <a:gd name="csX15" fmla="*/ 128854 w 128854"/>
                  <a:gd name="csY15" fmla="*/ 90586 h 183964"/>
                  <a:gd name="csX16" fmla="*/ 116705 w 128854"/>
                  <a:gd name="csY16" fmla="*/ 147982 h 183964"/>
                  <a:gd name="csX17" fmla="*/ 87995 w 128854"/>
                  <a:gd name="csY17" fmla="*/ 182569 h 183964"/>
                  <a:gd name="csX18" fmla="*/ 86153 w 128854"/>
                  <a:gd name="csY18" fmla="*/ 180727 h 183964"/>
                  <a:gd name="csX19" fmla="*/ 89652 w 128854"/>
                  <a:gd name="csY19" fmla="*/ 176497 h 183964"/>
                  <a:gd name="csX20" fmla="*/ 118178 w 128854"/>
                  <a:gd name="csY20" fmla="*/ 90586 h 183964"/>
                  <a:gd name="csX21" fmla="*/ 88544 w 128854"/>
                  <a:gd name="csY21" fmla="*/ 3573 h 183964"/>
                  <a:gd name="csX22" fmla="*/ 86153 w 128854"/>
                  <a:gd name="csY22" fmla="*/ 445 h 183964"/>
                  <a:gd name="csX23" fmla="*/ 87995 w 128854"/>
                  <a:gd name="csY23" fmla="*/ -1395 h 183964"/>
                  <a:gd name="csX24" fmla="*/ 117259 w 128854"/>
                  <a:gd name="csY24" fmla="*/ 34479 h 183964"/>
                  <a:gd name="csX25" fmla="*/ 128854 w 128854"/>
                  <a:gd name="csY25" fmla="*/ 90586 h 1839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28854" h="183964">
                    <a:moveTo>
                      <a:pt x="37735" y="162335"/>
                    </a:moveTo>
                    <a:cubicBezTo>
                      <a:pt x="37735" y="166750"/>
                      <a:pt x="37735" y="167113"/>
                      <a:pt x="33497" y="167113"/>
                    </a:cubicBezTo>
                    <a:cubicBezTo>
                      <a:pt x="22087" y="155341"/>
                      <a:pt x="5889" y="155341"/>
                      <a:pt x="0" y="155341"/>
                    </a:cubicBezTo>
                    <a:lnTo>
                      <a:pt x="0" y="149638"/>
                    </a:lnTo>
                    <a:cubicBezTo>
                      <a:pt x="3678" y="149638"/>
                      <a:pt x="14540" y="149638"/>
                      <a:pt x="24114" y="154422"/>
                    </a:cubicBezTo>
                    <a:lnTo>
                      <a:pt x="24114" y="59127"/>
                    </a:lnTo>
                    <a:cubicBezTo>
                      <a:pt x="24114" y="52507"/>
                      <a:pt x="23559" y="50297"/>
                      <a:pt x="6992" y="50297"/>
                    </a:cubicBezTo>
                    <a:lnTo>
                      <a:pt x="1103" y="50297"/>
                    </a:lnTo>
                    <a:lnTo>
                      <a:pt x="1103" y="44596"/>
                    </a:lnTo>
                    <a:cubicBezTo>
                      <a:pt x="7547" y="45149"/>
                      <a:pt x="23559" y="45149"/>
                      <a:pt x="30921" y="45149"/>
                    </a:cubicBezTo>
                    <a:cubicBezTo>
                      <a:pt x="38284" y="45149"/>
                      <a:pt x="54296" y="45149"/>
                      <a:pt x="60740" y="44596"/>
                    </a:cubicBezTo>
                    <a:lnTo>
                      <a:pt x="60740" y="50297"/>
                    </a:lnTo>
                    <a:lnTo>
                      <a:pt x="54850" y="50297"/>
                    </a:lnTo>
                    <a:cubicBezTo>
                      <a:pt x="38284" y="50297"/>
                      <a:pt x="37735" y="52324"/>
                      <a:pt x="37735" y="59127"/>
                    </a:cubicBezTo>
                    <a:lnTo>
                      <a:pt x="37735" y="162335"/>
                    </a:lnTo>
                    <a:close/>
                    <a:moveTo>
                      <a:pt x="128854" y="90586"/>
                    </a:moveTo>
                    <a:cubicBezTo>
                      <a:pt x="128854" y="104933"/>
                      <a:pt x="126833" y="127193"/>
                      <a:pt x="116705" y="147982"/>
                    </a:cubicBezTo>
                    <a:cubicBezTo>
                      <a:pt x="105664" y="170611"/>
                      <a:pt x="89832" y="182569"/>
                      <a:pt x="87995" y="182569"/>
                    </a:cubicBezTo>
                    <a:cubicBezTo>
                      <a:pt x="86886" y="182569"/>
                      <a:pt x="86153" y="181830"/>
                      <a:pt x="86153" y="180727"/>
                    </a:cubicBezTo>
                    <a:cubicBezTo>
                      <a:pt x="86153" y="180180"/>
                      <a:pt x="86153" y="179810"/>
                      <a:pt x="89652" y="176497"/>
                    </a:cubicBezTo>
                    <a:cubicBezTo>
                      <a:pt x="107686" y="158284"/>
                      <a:pt x="118178" y="129035"/>
                      <a:pt x="118178" y="90586"/>
                    </a:cubicBezTo>
                    <a:cubicBezTo>
                      <a:pt x="118178" y="59127"/>
                      <a:pt x="111370" y="26751"/>
                      <a:pt x="88544" y="3573"/>
                    </a:cubicBezTo>
                    <a:cubicBezTo>
                      <a:pt x="86153" y="1363"/>
                      <a:pt x="86153" y="993"/>
                      <a:pt x="86153" y="445"/>
                    </a:cubicBezTo>
                    <a:cubicBezTo>
                      <a:pt x="86153" y="-657"/>
                      <a:pt x="86886" y="-1395"/>
                      <a:pt x="87995" y="-1395"/>
                    </a:cubicBezTo>
                    <a:cubicBezTo>
                      <a:pt x="89832" y="-1395"/>
                      <a:pt x="106398" y="11117"/>
                      <a:pt x="117259" y="34479"/>
                    </a:cubicBezTo>
                    <a:cubicBezTo>
                      <a:pt x="126649" y="54712"/>
                      <a:pt x="128854" y="75131"/>
                      <a:pt x="128854" y="90586"/>
                    </a:cubicBezTo>
                    <a:close/>
                  </a:path>
                </a:pathLst>
              </a:custGeom>
              <a:solidFill>
                <a:srgbClr val="000000"/>
              </a:solidFill>
              <a:ln w="27807" cap="flat">
                <a:noFill/>
                <a:prstDash val="solid"/>
                <a:miter/>
              </a:ln>
            </p:spPr>
            <p:txBody>
              <a:bodyPr/>
              <a:lstStyle/>
              <a:p>
                <a:endParaRPr lang="en-GB"/>
              </a:p>
            </p:txBody>
          </p:sp>
          <p:sp>
            <p:nvSpPr>
              <p:cNvPr id="307" name="Freeform: Shape 306">
                <a:extLst>
                  <a:ext uri="{FF2B5EF4-FFF2-40B4-BE49-F238E27FC236}">
                    <a16:creationId xmlns:a16="http://schemas.microsoft.com/office/drawing/2014/main" id="{DB7A7C61-19EC-663A-36B7-6F5F25BF8584}"/>
                  </a:ext>
                </a:extLst>
              </p:cNvPr>
              <p:cNvSpPr/>
              <p:nvPr>
                <p:custDataLst>
                  <p:tags r:id="rId41"/>
                </p:custDataLst>
              </p:nvPr>
            </p:nvSpPr>
            <p:spPr>
              <a:xfrm flipV="1">
                <a:off x="12063240" y="-9564570"/>
                <a:ext cx="88901" cy="88670"/>
              </a:xfrm>
              <a:custGeom>
                <a:avLst/>
                <a:gdLst>
                  <a:gd name="csX0" fmla="*/ 44543 w 88901"/>
                  <a:gd name="csY0" fmla="*/ 48093 h 88670"/>
                  <a:gd name="csX1" fmla="*/ 7732 w 88901"/>
                  <a:gd name="csY1" fmla="*/ 84700 h 88670"/>
                  <a:gd name="csX2" fmla="*/ 3678 w 88901"/>
                  <a:gd name="csY2" fmla="*/ 87275 h 88670"/>
                  <a:gd name="csX3" fmla="*/ 0 w 88901"/>
                  <a:gd name="csY3" fmla="*/ 83599 h 88670"/>
                  <a:gd name="csX4" fmla="*/ 2390 w 88901"/>
                  <a:gd name="csY4" fmla="*/ 79916 h 88670"/>
                  <a:gd name="csX5" fmla="*/ 39202 w 88901"/>
                  <a:gd name="csY5" fmla="*/ 42940 h 88670"/>
                  <a:gd name="csX6" fmla="*/ 2390 w 88901"/>
                  <a:gd name="csY6" fmla="*/ 5963 h 88670"/>
                  <a:gd name="csX7" fmla="*/ 0 w 88901"/>
                  <a:gd name="csY7" fmla="*/ 2282 h 88670"/>
                  <a:gd name="csX8" fmla="*/ 3678 w 88901"/>
                  <a:gd name="csY8" fmla="*/ -1395 h 88670"/>
                  <a:gd name="csX9" fmla="*/ 7732 w 88901"/>
                  <a:gd name="csY9" fmla="*/ 1179 h 88670"/>
                  <a:gd name="csX10" fmla="*/ 44358 w 88901"/>
                  <a:gd name="csY10" fmla="*/ 37786 h 88670"/>
                  <a:gd name="csX11" fmla="*/ 82457 w 88901"/>
                  <a:gd name="csY11" fmla="*/ -293 h 88670"/>
                  <a:gd name="csX12" fmla="*/ 85218 w 88901"/>
                  <a:gd name="csY12" fmla="*/ -1395 h 88670"/>
                  <a:gd name="csX13" fmla="*/ 88902 w 88901"/>
                  <a:gd name="csY13" fmla="*/ 2282 h 88670"/>
                  <a:gd name="csX14" fmla="*/ 88347 w 88901"/>
                  <a:gd name="csY14" fmla="*/ 4307 h 88670"/>
                  <a:gd name="csX15" fmla="*/ 49694 w 88901"/>
                  <a:gd name="csY15" fmla="*/ 42940 h 88670"/>
                  <a:gd name="csX16" fmla="*/ 83381 w 88901"/>
                  <a:gd name="csY16" fmla="*/ 76604 h 88670"/>
                  <a:gd name="csX17" fmla="*/ 87978 w 88901"/>
                  <a:gd name="csY17" fmla="*/ 81204 h 88670"/>
                  <a:gd name="csX18" fmla="*/ 88902 w 88901"/>
                  <a:gd name="csY18" fmla="*/ 83599 h 88670"/>
                  <a:gd name="csX19" fmla="*/ 85218 w 88901"/>
                  <a:gd name="csY19" fmla="*/ 87275 h 88670"/>
                  <a:gd name="csX20" fmla="*/ 80985 w 88901"/>
                  <a:gd name="csY20" fmla="*/ 84516 h 88670"/>
                  <a:gd name="csX21" fmla="*/ 44543 w 88901"/>
                  <a:gd name="csY21" fmla="*/ 48093 h 886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8901" h="88670">
                    <a:moveTo>
                      <a:pt x="44543" y="48093"/>
                    </a:moveTo>
                    <a:lnTo>
                      <a:pt x="7732" y="84700"/>
                    </a:lnTo>
                    <a:cubicBezTo>
                      <a:pt x="5520" y="86905"/>
                      <a:pt x="5151" y="87275"/>
                      <a:pt x="3678" y="87275"/>
                    </a:cubicBezTo>
                    <a:cubicBezTo>
                      <a:pt x="1842" y="87275"/>
                      <a:pt x="0" y="85619"/>
                      <a:pt x="0" y="83599"/>
                    </a:cubicBezTo>
                    <a:cubicBezTo>
                      <a:pt x="0" y="82306"/>
                      <a:pt x="369" y="81942"/>
                      <a:pt x="2390" y="79916"/>
                    </a:cubicBezTo>
                    <a:lnTo>
                      <a:pt x="39202" y="42940"/>
                    </a:lnTo>
                    <a:lnTo>
                      <a:pt x="2390" y="5963"/>
                    </a:lnTo>
                    <a:cubicBezTo>
                      <a:pt x="369" y="3937"/>
                      <a:pt x="0" y="3575"/>
                      <a:pt x="0" y="2282"/>
                    </a:cubicBezTo>
                    <a:cubicBezTo>
                      <a:pt x="0" y="262"/>
                      <a:pt x="1842" y="-1395"/>
                      <a:pt x="3678" y="-1395"/>
                    </a:cubicBezTo>
                    <a:cubicBezTo>
                      <a:pt x="5151" y="-1395"/>
                      <a:pt x="5520" y="-1026"/>
                      <a:pt x="7732" y="1179"/>
                    </a:cubicBezTo>
                    <a:lnTo>
                      <a:pt x="44358" y="37786"/>
                    </a:lnTo>
                    <a:lnTo>
                      <a:pt x="82457" y="-293"/>
                    </a:lnTo>
                    <a:cubicBezTo>
                      <a:pt x="82827" y="-478"/>
                      <a:pt x="84115" y="-1395"/>
                      <a:pt x="85218" y="-1395"/>
                    </a:cubicBezTo>
                    <a:cubicBezTo>
                      <a:pt x="87429" y="-1395"/>
                      <a:pt x="88902" y="262"/>
                      <a:pt x="88902" y="2282"/>
                    </a:cubicBezTo>
                    <a:cubicBezTo>
                      <a:pt x="88902" y="2650"/>
                      <a:pt x="88902" y="3390"/>
                      <a:pt x="88347" y="4307"/>
                    </a:cubicBezTo>
                    <a:cubicBezTo>
                      <a:pt x="88162" y="4677"/>
                      <a:pt x="58898" y="33556"/>
                      <a:pt x="49694" y="42940"/>
                    </a:cubicBezTo>
                    <a:lnTo>
                      <a:pt x="83381" y="76604"/>
                    </a:lnTo>
                    <a:cubicBezTo>
                      <a:pt x="84299" y="77712"/>
                      <a:pt x="87059" y="80101"/>
                      <a:pt x="87978" y="81204"/>
                    </a:cubicBezTo>
                    <a:cubicBezTo>
                      <a:pt x="88162" y="81572"/>
                      <a:pt x="88902" y="82306"/>
                      <a:pt x="88902" y="83599"/>
                    </a:cubicBezTo>
                    <a:cubicBezTo>
                      <a:pt x="88902" y="85619"/>
                      <a:pt x="87429" y="87275"/>
                      <a:pt x="85218" y="87275"/>
                    </a:cubicBezTo>
                    <a:cubicBezTo>
                      <a:pt x="83745" y="87275"/>
                      <a:pt x="83012" y="86542"/>
                      <a:pt x="80985" y="84516"/>
                    </a:cubicBezTo>
                    <a:lnTo>
                      <a:pt x="44543" y="48093"/>
                    </a:lnTo>
                    <a:close/>
                  </a:path>
                </a:pathLst>
              </a:custGeom>
              <a:solidFill>
                <a:srgbClr val="000000"/>
              </a:solidFill>
              <a:ln w="27807" cap="flat">
                <a:noFill/>
                <a:prstDash val="solid"/>
                <a:miter/>
              </a:ln>
            </p:spPr>
            <p:txBody>
              <a:bodyPr/>
              <a:lstStyle/>
              <a:p>
                <a:endParaRPr lang="en-GB"/>
              </a:p>
            </p:txBody>
          </p:sp>
          <p:sp>
            <p:nvSpPr>
              <p:cNvPr id="308" name="Freeform: Shape 307">
                <a:extLst>
                  <a:ext uri="{FF2B5EF4-FFF2-40B4-BE49-F238E27FC236}">
                    <a16:creationId xmlns:a16="http://schemas.microsoft.com/office/drawing/2014/main" id="{239AA9B1-70E8-38EE-3025-D374962EA106}"/>
                  </a:ext>
                </a:extLst>
              </p:cNvPr>
              <p:cNvSpPr/>
              <p:nvPr>
                <p:custDataLst>
                  <p:tags r:id="rId42"/>
                </p:custDataLst>
              </p:nvPr>
            </p:nvSpPr>
            <p:spPr>
              <a:xfrm flipV="1">
                <a:off x="12236659" y="-9596762"/>
                <a:ext cx="252373" cy="126563"/>
              </a:xfrm>
              <a:custGeom>
                <a:avLst/>
                <a:gdLst>
                  <a:gd name="csX0" fmla="*/ 37735 w 252373"/>
                  <a:gd name="csY0" fmla="*/ 120388 h 126563"/>
                  <a:gd name="csX1" fmla="*/ 33497 w 252373"/>
                  <a:gd name="csY1" fmla="*/ 125166 h 126563"/>
                  <a:gd name="csX2" fmla="*/ 0 w 252373"/>
                  <a:gd name="csY2" fmla="*/ 113394 h 126563"/>
                  <a:gd name="csX3" fmla="*/ 0 w 252373"/>
                  <a:gd name="csY3" fmla="*/ 107691 h 126563"/>
                  <a:gd name="csX4" fmla="*/ 24114 w 252373"/>
                  <a:gd name="csY4" fmla="*/ 112475 h 126563"/>
                  <a:gd name="csX5" fmla="*/ 24114 w 252373"/>
                  <a:gd name="csY5" fmla="*/ 17181 h 126563"/>
                  <a:gd name="csX6" fmla="*/ 6993 w 252373"/>
                  <a:gd name="csY6" fmla="*/ 8350 h 126563"/>
                  <a:gd name="csX7" fmla="*/ 1103 w 252373"/>
                  <a:gd name="csY7" fmla="*/ 8350 h 126563"/>
                  <a:gd name="csX8" fmla="*/ 1103 w 252373"/>
                  <a:gd name="csY8" fmla="*/ 2649 h 126563"/>
                  <a:gd name="csX9" fmla="*/ 30921 w 252373"/>
                  <a:gd name="csY9" fmla="*/ 3202 h 126563"/>
                  <a:gd name="csX10" fmla="*/ 60740 w 252373"/>
                  <a:gd name="csY10" fmla="*/ 2649 h 126563"/>
                  <a:gd name="csX11" fmla="*/ 60740 w 252373"/>
                  <a:gd name="csY11" fmla="*/ 8350 h 126563"/>
                  <a:gd name="csX12" fmla="*/ 54851 w 252373"/>
                  <a:gd name="csY12" fmla="*/ 8350 h 126563"/>
                  <a:gd name="csX13" fmla="*/ 37735 w 252373"/>
                  <a:gd name="csY13" fmla="*/ 17181 h 126563"/>
                  <a:gd name="csX14" fmla="*/ 37735 w 252373"/>
                  <a:gd name="csY14" fmla="*/ 120388 h 126563"/>
                  <a:gd name="csX15" fmla="*/ 160330 w 252373"/>
                  <a:gd name="csY15" fmla="*/ 61516 h 126563"/>
                  <a:gd name="csX16" fmla="*/ 152968 w 252373"/>
                  <a:gd name="csY16" fmla="*/ 104563 h 126563"/>
                  <a:gd name="csX17" fmla="*/ 121677 w 252373"/>
                  <a:gd name="csY17" fmla="*/ 125166 h 126563"/>
                  <a:gd name="csX18" fmla="*/ 89652 w 252373"/>
                  <a:gd name="csY18" fmla="*/ 103276 h 126563"/>
                  <a:gd name="csX19" fmla="*/ 82839 w 252373"/>
                  <a:gd name="csY19" fmla="*/ 61516 h 126563"/>
                  <a:gd name="csX20" fmla="*/ 91125 w 252373"/>
                  <a:gd name="csY20" fmla="*/ 17181 h 126563"/>
                  <a:gd name="csX21" fmla="*/ 121492 w 252373"/>
                  <a:gd name="csY21" fmla="*/ -1397 h 126563"/>
                  <a:gd name="csX22" fmla="*/ 153522 w 252373"/>
                  <a:gd name="csY22" fmla="*/ 19939 h 126563"/>
                  <a:gd name="csX23" fmla="*/ 160330 w 252373"/>
                  <a:gd name="csY23" fmla="*/ 61516 h 126563"/>
                  <a:gd name="csX24" fmla="*/ 121492 w 252373"/>
                  <a:gd name="csY24" fmla="*/ 2649 h 126563"/>
                  <a:gd name="csX25" fmla="*/ 100139 w 252373"/>
                  <a:gd name="csY25" fmla="*/ 24909 h 126563"/>
                  <a:gd name="csX26" fmla="*/ 98118 w 252373"/>
                  <a:gd name="csY26" fmla="*/ 63726 h 126563"/>
                  <a:gd name="csX27" fmla="*/ 99590 w 252373"/>
                  <a:gd name="csY27" fmla="*/ 97575 h 126563"/>
                  <a:gd name="csX28" fmla="*/ 121492 w 252373"/>
                  <a:gd name="csY28" fmla="*/ 121121 h 126563"/>
                  <a:gd name="csX29" fmla="*/ 143209 w 252373"/>
                  <a:gd name="csY29" fmla="*/ 99600 h 126563"/>
                  <a:gd name="csX30" fmla="*/ 145052 w 252373"/>
                  <a:gd name="csY30" fmla="*/ 63726 h 126563"/>
                  <a:gd name="csX31" fmla="*/ 143030 w 252373"/>
                  <a:gd name="csY31" fmla="*/ 25641 h 126563"/>
                  <a:gd name="csX32" fmla="*/ 121492 w 252373"/>
                  <a:gd name="csY32" fmla="*/ 2649 h 126563"/>
                  <a:gd name="csX33" fmla="*/ 252373 w 252373"/>
                  <a:gd name="csY33" fmla="*/ 61516 h 126563"/>
                  <a:gd name="csX34" fmla="*/ 245011 w 252373"/>
                  <a:gd name="csY34" fmla="*/ 104563 h 126563"/>
                  <a:gd name="csX35" fmla="*/ 213719 w 252373"/>
                  <a:gd name="csY35" fmla="*/ 125166 h 126563"/>
                  <a:gd name="csX36" fmla="*/ 181696 w 252373"/>
                  <a:gd name="csY36" fmla="*/ 103276 h 126563"/>
                  <a:gd name="csX37" fmla="*/ 174882 w 252373"/>
                  <a:gd name="csY37" fmla="*/ 61516 h 126563"/>
                  <a:gd name="csX38" fmla="*/ 183168 w 252373"/>
                  <a:gd name="csY38" fmla="*/ 17181 h 126563"/>
                  <a:gd name="csX39" fmla="*/ 213534 w 252373"/>
                  <a:gd name="csY39" fmla="*/ -1397 h 126563"/>
                  <a:gd name="csX40" fmla="*/ 245566 w 252373"/>
                  <a:gd name="csY40" fmla="*/ 19939 h 126563"/>
                  <a:gd name="csX41" fmla="*/ 252373 w 252373"/>
                  <a:gd name="csY41" fmla="*/ 61516 h 126563"/>
                  <a:gd name="csX42" fmla="*/ 213534 w 252373"/>
                  <a:gd name="csY42" fmla="*/ 2649 h 126563"/>
                  <a:gd name="csX43" fmla="*/ 192181 w 252373"/>
                  <a:gd name="csY43" fmla="*/ 24909 h 126563"/>
                  <a:gd name="csX44" fmla="*/ 190160 w 252373"/>
                  <a:gd name="csY44" fmla="*/ 63726 h 126563"/>
                  <a:gd name="csX45" fmla="*/ 191633 w 252373"/>
                  <a:gd name="csY45" fmla="*/ 97575 h 126563"/>
                  <a:gd name="csX46" fmla="*/ 213534 w 252373"/>
                  <a:gd name="csY46" fmla="*/ 121121 h 126563"/>
                  <a:gd name="csX47" fmla="*/ 235251 w 252373"/>
                  <a:gd name="csY47" fmla="*/ 99600 h 126563"/>
                  <a:gd name="csX48" fmla="*/ 237094 w 252373"/>
                  <a:gd name="csY48" fmla="*/ 63726 h 126563"/>
                  <a:gd name="csX49" fmla="*/ 235074 w 252373"/>
                  <a:gd name="csY49" fmla="*/ 25641 h 126563"/>
                  <a:gd name="csX50" fmla="*/ 213534 w 252373"/>
                  <a:gd name="csY50" fmla="*/ 2649 h 126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252373" h="126563">
                    <a:moveTo>
                      <a:pt x="37735" y="120388"/>
                    </a:moveTo>
                    <a:cubicBezTo>
                      <a:pt x="37735" y="124803"/>
                      <a:pt x="37735" y="125166"/>
                      <a:pt x="33497" y="125166"/>
                    </a:cubicBezTo>
                    <a:cubicBezTo>
                      <a:pt x="22087" y="113394"/>
                      <a:pt x="5890" y="113394"/>
                      <a:pt x="0" y="113394"/>
                    </a:cubicBezTo>
                    <a:lnTo>
                      <a:pt x="0" y="107691"/>
                    </a:lnTo>
                    <a:cubicBezTo>
                      <a:pt x="3678" y="107691"/>
                      <a:pt x="14540" y="107691"/>
                      <a:pt x="24114" y="112475"/>
                    </a:cubicBezTo>
                    <a:lnTo>
                      <a:pt x="24114" y="17181"/>
                    </a:lnTo>
                    <a:cubicBezTo>
                      <a:pt x="24114" y="10561"/>
                      <a:pt x="23559" y="8350"/>
                      <a:pt x="6993" y="8350"/>
                    </a:cubicBezTo>
                    <a:lnTo>
                      <a:pt x="1103" y="8350"/>
                    </a:lnTo>
                    <a:lnTo>
                      <a:pt x="1103" y="2649"/>
                    </a:lnTo>
                    <a:cubicBezTo>
                      <a:pt x="7547" y="3202"/>
                      <a:pt x="23559" y="3202"/>
                      <a:pt x="30921" y="3202"/>
                    </a:cubicBezTo>
                    <a:cubicBezTo>
                      <a:pt x="38284" y="3202"/>
                      <a:pt x="54296" y="3202"/>
                      <a:pt x="60740" y="2649"/>
                    </a:cubicBezTo>
                    <a:lnTo>
                      <a:pt x="60740" y="8350"/>
                    </a:lnTo>
                    <a:lnTo>
                      <a:pt x="54851" y="8350"/>
                    </a:lnTo>
                    <a:cubicBezTo>
                      <a:pt x="38284" y="8350"/>
                      <a:pt x="37735" y="10377"/>
                      <a:pt x="37735" y="17181"/>
                    </a:cubicBezTo>
                    <a:lnTo>
                      <a:pt x="37735" y="120388"/>
                    </a:lnTo>
                    <a:close/>
                    <a:moveTo>
                      <a:pt x="160330" y="61516"/>
                    </a:moveTo>
                    <a:cubicBezTo>
                      <a:pt x="160330" y="76232"/>
                      <a:pt x="159412" y="90949"/>
                      <a:pt x="152968" y="104563"/>
                    </a:cubicBezTo>
                    <a:cubicBezTo>
                      <a:pt x="144503" y="122223"/>
                      <a:pt x="129409" y="125166"/>
                      <a:pt x="121677" y="125166"/>
                    </a:cubicBezTo>
                    <a:cubicBezTo>
                      <a:pt x="110631" y="125166"/>
                      <a:pt x="97194" y="120388"/>
                      <a:pt x="89652" y="103276"/>
                    </a:cubicBezTo>
                    <a:cubicBezTo>
                      <a:pt x="83762" y="90585"/>
                      <a:pt x="82839" y="76232"/>
                      <a:pt x="82839" y="61516"/>
                    </a:cubicBezTo>
                    <a:cubicBezTo>
                      <a:pt x="82839" y="47722"/>
                      <a:pt x="83577" y="31165"/>
                      <a:pt x="91125" y="17181"/>
                    </a:cubicBezTo>
                    <a:cubicBezTo>
                      <a:pt x="99036" y="2279"/>
                      <a:pt x="112472" y="-1397"/>
                      <a:pt x="121492" y="-1397"/>
                    </a:cubicBezTo>
                    <a:cubicBezTo>
                      <a:pt x="131429" y="-1397"/>
                      <a:pt x="145421" y="2464"/>
                      <a:pt x="153522" y="19939"/>
                    </a:cubicBezTo>
                    <a:cubicBezTo>
                      <a:pt x="159412" y="32636"/>
                      <a:pt x="160330" y="46984"/>
                      <a:pt x="160330" y="61516"/>
                    </a:cubicBezTo>
                    <a:close/>
                    <a:moveTo>
                      <a:pt x="121492" y="2649"/>
                    </a:moveTo>
                    <a:cubicBezTo>
                      <a:pt x="114314" y="2649"/>
                      <a:pt x="103453" y="7249"/>
                      <a:pt x="100139" y="24909"/>
                    </a:cubicBezTo>
                    <a:cubicBezTo>
                      <a:pt x="98118" y="35948"/>
                      <a:pt x="98118" y="52870"/>
                      <a:pt x="98118" y="63726"/>
                    </a:cubicBezTo>
                    <a:cubicBezTo>
                      <a:pt x="98118" y="75500"/>
                      <a:pt x="98118" y="87642"/>
                      <a:pt x="99590" y="97575"/>
                    </a:cubicBezTo>
                    <a:cubicBezTo>
                      <a:pt x="103089" y="119465"/>
                      <a:pt x="116890" y="121121"/>
                      <a:pt x="121492" y="121121"/>
                    </a:cubicBezTo>
                    <a:cubicBezTo>
                      <a:pt x="127567" y="121121"/>
                      <a:pt x="139716" y="117808"/>
                      <a:pt x="143209" y="99600"/>
                    </a:cubicBezTo>
                    <a:cubicBezTo>
                      <a:pt x="145052" y="89299"/>
                      <a:pt x="145052" y="75315"/>
                      <a:pt x="145052" y="63726"/>
                    </a:cubicBezTo>
                    <a:cubicBezTo>
                      <a:pt x="145052" y="49927"/>
                      <a:pt x="145052" y="37421"/>
                      <a:pt x="143030" y="25641"/>
                    </a:cubicBezTo>
                    <a:cubicBezTo>
                      <a:pt x="140265" y="8166"/>
                      <a:pt x="129778" y="2649"/>
                      <a:pt x="121492" y="2649"/>
                    </a:cubicBezTo>
                    <a:close/>
                    <a:moveTo>
                      <a:pt x="252373" y="61516"/>
                    </a:moveTo>
                    <a:cubicBezTo>
                      <a:pt x="252373" y="76232"/>
                      <a:pt x="251455" y="90949"/>
                      <a:pt x="245011" y="104563"/>
                    </a:cubicBezTo>
                    <a:cubicBezTo>
                      <a:pt x="236545" y="122223"/>
                      <a:pt x="221452" y="125166"/>
                      <a:pt x="213719" y="125166"/>
                    </a:cubicBezTo>
                    <a:cubicBezTo>
                      <a:pt x="202673" y="125166"/>
                      <a:pt x="189236" y="120388"/>
                      <a:pt x="181696" y="103276"/>
                    </a:cubicBezTo>
                    <a:cubicBezTo>
                      <a:pt x="175806" y="90585"/>
                      <a:pt x="174882" y="76232"/>
                      <a:pt x="174882" y="61516"/>
                    </a:cubicBezTo>
                    <a:cubicBezTo>
                      <a:pt x="174882" y="47722"/>
                      <a:pt x="175622" y="31165"/>
                      <a:pt x="183168" y="17181"/>
                    </a:cubicBezTo>
                    <a:cubicBezTo>
                      <a:pt x="191078" y="2279"/>
                      <a:pt x="204515" y="-1397"/>
                      <a:pt x="213534" y="-1397"/>
                    </a:cubicBezTo>
                    <a:cubicBezTo>
                      <a:pt x="223472" y="-1397"/>
                      <a:pt x="237464" y="2464"/>
                      <a:pt x="245566" y="19939"/>
                    </a:cubicBezTo>
                    <a:cubicBezTo>
                      <a:pt x="251455" y="32636"/>
                      <a:pt x="252373" y="46984"/>
                      <a:pt x="252373" y="61516"/>
                    </a:cubicBezTo>
                    <a:close/>
                    <a:moveTo>
                      <a:pt x="213534" y="2649"/>
                    </a:moveTo>
                    <a:cubicBezTo>
                      <a:pt x="206358" y="2649"/>
                      <a:pt x="195496" y="7249"/>
                      <a:pt x="192181" y="24909"/>
                    </a:cubicBezTo>
                    <a:cubicBezTo>
                      <a:pt x="190160" y="35948"/>
                      <a:pt x="190160" y="52870"/>
                      <a:pt x="190160" y="63726"/>
                    </a:cubicBezTo>
                    <a:cubicBezTo>
                      <a:pt x="190160" y="75500"/>
                      <a:pt x="190160" y="87642"/>
                      <a:pt x="191633" y="97575"/>
                    </a:cubicBezTo>
                    <a:cubicBezTo>
                      <a:pt x="195132" y="119465"/>
                      <a:pt x="208934" y="121121"/>
                      <a:pt x="213534" y="121121"/>
                    </a:cubicBezTo>
                    <a:cubicBezTo>
                      <a:pt x="219610" y="121121"/>
                      <a:pt x="231759" y="117808"/>
                      <a:pt x="235251" y="99600"/>
                    </a:cubicBezTo>
                    <a:cubicBezTo>
                      <a:pt x="237094" y="89299"/>
                      <a:pt x="237094" y="75315"/>
                      <a:pt x="237094" y="63726"/>
                    </a:cubicBezTo>
                    <a:cubicBezTo>
                      <a:pt x="237094" y="49927"/>
                      <a:pt x="237094" y="37421"/>
                      <a:pt x="235074" y="25641"/>
                    </a:cubicBezTo>
                    <a:cubicBezTo>
                      <a:pt x="232308" y="8166"/>
                      <a:pt x="221822" y="2649"/>
                      <a:pt x="213534" y="2649"/>
                    </a:cubicBezTo>
                    <a:close/>
                  </a:path>
                </a:pathLst>
              </a:custGeom>
              <a:solidFill>
                <a:srgbClr val="000000"/>
              </a:solidFill>
              <a:ln w="27807" cap="flat">
                <a:noFill/>
                <a:prstDash val="solid"/>
                <a:miter/>
              </a:ln>
            </p:spPr>
            <p:txBody>
              <a:bodyPr/>
              <a:lstStyle/>
              <a:p>
                <a:endParaRPr lang="en-GB"/>
              </a:p>
            </p:txBody>
          </p:sp>
          <p:sp>
            <p:nvSpPr>
              <p:cNvPr id="309" name="Freeform: Shape 308">
                <a:extLst>
                  <a:ext uri="{FF2B5EF4-FFF2-40B4-BE49-F238E27FC236}">
                    <a16:creationId xmlns:a16="http://schemas.microsoft.com/office/drawing/2014/main" id="{5DCF2A33-0A79-6804-34C0-5A0283557612}"/>
                  </a:ext>
                </a:extLst>
              </p:cNvPr>
              <p:cNvSpPr/>
              <p:nvPr>
                <p:custDataLst>
                  <p:tags r:id="rId43"/>
                </p:custDataLst>
              </p:nvPr>
            </p:nvSpPr>
            <p:spPr>
              <a:xfrm flipV="1">
                <a:off x="12557661" y="-9541757"/>
                <a:ext cx="122404" cy="43048"/>
              </a:xfrm>
              <a:custGeom>
                <a:avLst/>
                <a:gdLst>
                  <a:gd name="csX0" fmla="*/ 116147 w 122404"/>
                  <a:gd name="csY0" fmla="*/ 34295 h 43048"/>
                  <a:gd name="csX1" fmla="*/ 122405 w 122404"/>
                  <a:gd name="csY1" fmla="*/ 37977 h 43048"/>
                  <a:gd name="csX2" fmla="*/ 116331 w 122404"/>
                  <a:gd name="csY2" fmla="*/ 41654 h 43048"/>
                  <a:gd name="csX3" fmla="*/ 6075 w 122404"/>
                  <a:gd name="csY3" fmla="*/ 41654 h 43048"/>
                  <a:gd name="csX4" fmla="*/ 0 w 122404"/>
                  <a:gd name="csY4" fmla="*/ 37977 h 43048"/>
                  <a:gd name="csX5" fmla="*/ 6260 w 122404"/>
                  <a:gd name="csY5" fmla="*/ 34295 h 43048"/>
                  <a:gd name="csX6" fmla="*/ 116147 w 122404"/>
                  <a:gd name="csY6" fmla="*/ 34295 h 43048"/>
                  <a:gd name="csX7" fmla="*/ 116331 w 122404"/>
                  <a:gd name="csY7" fmla="*/ -1395 h 43048"/>
                  <a:gd name="csX8" fmla="*/ 122405 w 122404"/>
                  <a:gd name="csY8" fmla="*/ 2287 h 43048"/>
                  <a:gd name="csX9" fmla="*/ 116147 w 122404"/>
                  <a:gd name="csY9" fmla="*/ 5970 h 43048"/>
                  <a:gd name="csX10" fmla="*/ 6260 w 122404"/>
                  <a:gd name="csY10" fmla="*/ 5970 h 43048"/>
                  <a:gd name="csX11" fmla="*/ 0 w 122404"/>
                  <a:gd name="csY11" fmla="*/ 2287 h 43048"/>
                  <a:gd name="csX12" fmla="*/ 6075 w 122404"/>
                  <a:gd name="csY12" fmla="*/ -1395 h 43048"/>
                  <a:gd name="csX13" fmla="*/ 116331 w 122404"/>
                  <a:gd name="csY13" fmla="*/ -1395 h 43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2404" h="43048">
                    <a:moveTo>
                      <a:pt x="116147" y="34295"/>
                    </a:moveTo>
                    <a:cubicBezTo>
                      <a:pt x="118905" y="34295"/>
                      <a:pt x="122405" y="34295"/>
                      <a:pt x="122405" y="37977"/>
                    </a:cubicBezTo>
                    <a:cubicBezTo>
                      <a:pt x="122405" y="41654"/>
                      <a:pt x="118905" y="41654"/>
                      <a:pt x="116331" y="41654"/>
                    </a:cubicBezTo>
                    <a:lnTo>
                      <a:pt x="6075" y="41654"/>
                    </a:lnTo>
                    <a:cubicBezTo>
                      <a:pt x="3500" y="41654"/>
                      <a:pt x="0" y="41654"/>
                      <a:pt x="0" y="37977"/>
                    </a:cubicBezTo>
                    <a:cubicBezTo>
                      <a:pt x="0" y="34295"/>
                      <a:pt x="3500" y="34295"/>
                      <a:pt x="6260" y="34295"/>
                    </a:cubicBezTo>
                    <a:lnTo>
                      <a:pt x="116147" y="34295"/>
                    </a:lnTo>
                    <a:close/>
                    <a:moveTo>
                      <a:pt x="116331" y="-1395"/>
                    </a:moveTo>
                    <a:cubicBezTo>
                      <a:pt x="118905" y="-1395"/>
                      <a:pt x="122405" y="-1395"/>
                      <a:pt x="122405" y="2287"/>
                    </a:cubicBezTo>
                    <a:cubicBezTo>
                      <a:pt x="122405" y="5970"/>
                      <a:pt x="118905" y="5970"/>
                      <a:pt x="116147" y="5970"/>
                    </a:cubicBezTo>
                    <a:lnTo>
                      <a:pt x="6260" y="5970"/>
                    </a:lnTo>
                    <a:cubicBezTo>
                      <a:pt x="3500" y="5970"/>
                      <a:pt x="0" y="5970"/>
                      <a:pt x="0" y="2287"/>
                    </a:cubicBezTo>
                    <a:cubicBezTo>
                      <a:pt x="0" y="-1395"/>
                      <a:pt x="3500" y="-1395"/>
                      <a:pt x="6075" y="-1395"/>
                    </a:cubicBezTo>
                    <a:lnTo>
                      <a:pt x="116331" y="-1395"/>
                    </a:lnTo>
                    <a:close/>
                  </a:path>
                </a:pathLst>
              </a:custGeom>
              <a:solidFill>
                <a:srgbClr val="000000"/>
              </a:solidFill>
              <a:ln w="27807" cap="flat">
                <a:noFill/>
                <a:prstDash val="solid"/>
                <a:miter/>
              </a:ln>
            </p:spPr>
            <p:txBody>
              <a:bodyPr/>
              <a:lstStyle/>
              <a:p>
                <a:endParaRPr lang="en-GB"/>
              </a:p>
            </p:txBody>
          </p:sp>
          <p:sp>
            <p:nvSpPr>
              <p:cNvPr id="310" name="Freeform: Shape 309">
                <a:extLst>
                  <a:ext uri="{FF2B5EF4-FFF2-40B4-BE49-F238E27FC236}">
                    <a16:creationId xmlns:a16="http://schemas.microsoft.com/office/drawing/2014/main" id="{EE39A53C-7667-A72E-3FE0-5F1C6B38845C}"/>
                  </a:ext>
                </a:extLst>
              </p:cNvPr>
              <p:cNvSpPr/>
              <p:nvPr>
                <p:custDataLst>
                  <p:tags r:id="rId44"/>
                </p:custDataLst>
              </p:nvPr>
            </p:nvSpPr>
            <p:spPr>
              <a:xfrm flipV="1">
                <a:off x="12748697" y="-9596762"/>
                <a:ext cx="77490" cy="126563"/>
              </a:xfrm>
              <a:custGeom>
                <a:avLst/>
                <a:gdLst>
                  <a:gd name="csX0" fmla="*/ 77491 w 77490"/>
                  <a:gd name="csY0" fmla="*/ 61516 h 126563"/>
                  <a:gd name="csX1" fmla="*/ 70129 w 77490"/>
                  <a:gd name="csY1" fmla="*/ 104563 h 126563"/>
                  <a:gd name="csX2" fmla="*/ 38837 w 77490"/>
                  <a:gd name="csY2" fmla="*/ 125166 h 126563"/>
                  <a:gd name="csX3" fmla="*/ 6813 w 77490"/>
                  <a:gd name="csY3" fmla="*/ 103276 h 126563"/>
                  <a:gd name="csX4" fmla="*/ 0 w 77490"/>
                  <a:gd name="csY4" fmla="*/ 61516 h 126563"/>
                  <a:gd name="csX5" fmla="*/ 8285 w 77490"/>
                  <a:gd name="csY5" fmla="*/ 17181 h 126563"/>
                  <a:gd name="csX6" fmla="*/ 38652 w 77490"/>
                  <a:gd name="csY6" fmla="*/ -1397 h 126563"/>
                  <a:gd name="csX7" fmla="*/ 70683 w 77490"/>
                  <a:gd name="csY7" fmla="*/ 19939 h 126563"/>
                  <a:gd name="csX8" fmla="*/ 77491 w 77490"/>
                  <a:gd name="csY8" fmla="*/ 61516 h 126563"/>
                  <a:gd name="csX9" fmla="*/ 38652 w 77490"/>
                  <a:gd name="csY9" fmla="*/ 2649 h 126563"/>
                  <a:gd name="csX10" fmla="*/ 17299 w 77490"/>
                  <a:gd name="csY10" fmla="*/ 24909 h 126563"/>
                  <a:gd name="csX11" fmla="*/ 15278 w 77490"/>
                  <a:gd name="csY11" fmla="*/ 63726 h 126563"/>
                  <a:gd name="csX12" fmla="*/ 16750 w 77490"/>
                  <a:gd name="csY12" fmla="*/ 97575 h 126563"/>
                  <a:gd name="csX13" fmla="*/ 38652 w 77490"/>
                  <a:gd name="csY13" fmla="*/ 121121 h 126563"/>
                  <a:gd name="csX14" fmla="*/ 60369 w 77490"/>
                  <a:gd name="csY14" fmla="*/ 99600 h 126563"/>
                  <a:gd name="csX15" fmla="*/ 62211 w 77490"/>
                  <a:gd name="csY15" fmla="*/ 63726 h 126563"/>
                  <a:gd name="csX16" fmla="*/ 60192 w 77490"/>
                  <a:gd name="csY16" fmla="*/ 25641 h 126563"/>
                  <a:gd name="csX17" fmla="*/ 38652 w 77490"/>
                  <a:gd name="csY17" fmla="*/ 2649 h 126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7490" h="126563">
                    <a:moveTo>
                      <a:pt x="77491" y="61516"/>
                    </a:moveTo>
                    <a:cubicBezTo>
                      <a:pt x="77491" y="76232"/>
                      <a:pt x="76573" y="90949"/>
                      <a:pt x="70129" y="104563"/>
                    </a:cubicBezTo>
                    <a:cubicBezTo>
                      <a:pt x="61663" y="122223"/>
                      <a:pt x="46570" y="125166"/>
                      <a:pt x="38837" y="125166"/>
                    </a:cubicBezTo>
                    <a:cubicBezTo>
                      <a:pt x="27791" y="125166"/>
                      <a:pt x="14354" y="120388"/>
                      <a:pt x="6813" y="103276"/>
                    </a:cubicBezTo>
                    <a:cubicBezTo>
                      <a:pt x="924" y="90585"/>
                      <a:pt x="0" y="76232"/>
                      <a:pt x="0" y="61516"/>
                    </a:cubicBezTo>
                    <a:cubicBezTo>
                      <a:pt x="0" y="47722"/>
                      <a:pt x="739" y="31165"/>
                      <a:pt x="8285" y="17181"/>
                    </a:cubicBezTo>
                    <a:cubicBezTo>
                      <a:pt x="16196" y="2279"/>
                      <a:pt x="29633" y="-1397"/>
                      <a:pt x="38652" y="-1397"/>
                    </a:cubicBezTo>
                    <a:cubicBezTo>
                      <a:pt x="48590" y="-1397"/>
                      <a:pt x="62581" y="2464"/>
                      <a:pt x="70683" y="19939"/>
                    </a:cubicBezTo>
                    <a:cubicBezTo>
                      <a:pt x="76573" y="32636"/>
                      <a:pt x="77491" y="46984"/>
                      <a:pt x="77491" y="61516"/>
                    </a:cubicBezTo>
                    <a:close/>
                    <a:moveTo>
                      <a:pt x="38652" y="2649"/>
                    </a:moveTo>
                    <a:cubicBezTo>
                      <a:pt x="31475" y="2649"/>
                      <a:pt x="20614" y="7249"/>
                      <a:pt x="17299" y="24909"/>
                    </a:cubicBezTo>
                    <a:cubicBezTo>
                      <a:pt x="15278" y="35948"/>
                      <a:pt x="15278" y="52870"/>
                      <a:pt x="15278" y="63726"/>
                    </a:cubicBezTo>
                    <a:cubicBezTo>
                      <a:pt x="15278" y="75500"/>
                      <a:pt x="15278" y="87642"/>
                      <a:pt x="16750" y="97575"/>
                    </a:cubicBezTo>
                    <a:cubicBezTo>
                      <a:pt x="20250" y="119465"/>
                      <a:pt x="34051" y="121121"/>
                      <a:pt x="38652" y="121121"/>
                    </a:cubicBezTo>
                    <a:cubicBezTo>
                      <a:pt x="44727" y="121121"/>
                      <a:pt x="56877" y="117808"/>
                      <a:pt x="60369" y="99600"/>
                    </a:cubicBezTo>
                    <a:cubicBezTo>
                      <a:pt x="62211" y="89299"/>
                      <a:pt x="62211" y="75315"/>
                      <a:pt x="62211" y="63726"/>
                    </a:cubicBezTo>
                    <a:cubicBezTo>
                      <a:pt x="62211" y="49927"/>
                      <a:pt x="62211" y="37421"/>
                      <a:pt x="60192" y="25641"/>
                    </a:cubicBezTo>
                    <a:cubicBezTo>
                      <a:pt x="57425" y="8166"/>
                      <a:pt x="46940" y="2649"/>
                      <a:pt x="38652" y="2649"/>
                    </a:cubicBezTo>
                    <a:close/>
                  </a:path>
                </a:pathLst>
              </a:custGeom>
              <a:solidFill>
                <a:srgbClr val="000000"/>
              </a:solidFill>
              <a:ln w="27807" cap="flat">
                <a:noFill/>
                <a:prstDash val="solid"/>
                <a:miter/>
              </a:ln>
            </p:spPr>
            <p:txBody>
              <a:bodyPr/>
              <a:lstStyle/>
              <a:p>
                <a:endParaRPr lang="en-GB"/>
              </a:p>
            </p:txBody>
          </p:sp>
          <p:sp>
            <p:nvSpPr>
              <p:cNvPr id="311" name="Freeform: Shape 310">
                <a:extLst>
                  <a:ext uri="{FF2B5EF4-FFF2-40B4-BE49-F238E27FC236}">
                    <a16:creationId xmlns:a16="http://schemas.microsoft.com/office/drawing/2014/main" id="{DE9ADE87-A0B4-7F2E-CB91-70A63D264923}"/>
                  </a:ext>
                </a:extLst>
              </p:cNvPr>
              <p:cNvSpPr/>
              <p:nvPr>
                <p:custDataLst>
                  <p:tags r:id="rId45"/>
                </p:custDataLst>
              </p:nvPr>
            </p:nvSpPr>
            <p:spPr>
              <a:xfrm flipV="1">
                <a:off x="12849736" y="-9493745"/>
                <a:ext cx="19511" cy="19500"/>
              </a:xfrm>
              <a:custGeom>
                <a:avLst/>
                <a:gdLst>
                  <a:gd name="csX0" fmla="*/ 19512 w 19511"/>
                  <a:gd name="csY0" fmla="*/ 8357 h 19500"/>
                  <a:gd name="csX1" fmla="*/ 9758 w 19511"/>
                  <a:gd name="csY1" fmla="*/ 18109 h 19500"/>
                  <a:gd name="csX2" fmla="*/ 0 w 19511"/>
                  <a:gd name="csY2" fmla="*/ 8357 h 19500"/>
                  <a:gd name="csX3" fmla="*/ 9758 w 19511"/>
                  <a:gd name="csY3" fmla="*/ -1391 h 19500"/>
                  <a:gd name="csX4" fmla="*/ 19512 w 19511"/>
                  <a:gd name="csY4" fmla="*/ 8357 h 19500"/>
                </a:gdLst>
                <a:ahLst/>
                <a:cxnLst>
                  <a:cxn ang="0">
                    <a:pos x="csX0" y="csY0"/>
                  </a:cxn>
                  <a:cxn ang="0">
                    <a:pos x="csX1" y="csY1"/>
                  </a:cxn>
                  <a:cxn ang="0">
                    <a:pos x="csX2" y="csY2"/>
                  </a:cxn>
                  <a:cxn ang="0">
                    <a:pos x="csX3" y="csY3"/>
                  </a:cxn>
                  <a:cxn ang="0">
                    <a:pos x="csX4" y="csY4"/>
                  </a:cxn>
                </a:cxnLst>
                <a:rect l="l" t="t" r="r" b="b"/>
                <a:pathLst>
                  <a:path w="19511" h="19500">
                    <a:moveTo>
                      <a:pt x="19512" y="8357"/>
                    </a:moveTo>
                    <a:cubicBezTo>
                      <a:pt x="19512" y="13695"/>
                      <a:pt x="15094" y="18109"/>
                      <a:pt x="9758" y="18109"/>
                    </a:cubicBezTo>
                    <a:cubicBezTo>
                      <a:pt x="4418" y="18109"/>
                      <a:pt x="0" y="13695"/>
                      <a:pt x="0" y="8357"/>
                    </a:cubicBezTo>
                    <a:cubicBezTo>
                      <a:pt x="0" y="3024"/>
                      <a:pt x="4418" y="-1391"/>
                      <a:pt x="9758" y="-1391"/>
                    </a:cubicBezTo>
                    <a:cubicBezTo>
                      <a:pt x="15094" y="-1391"/>
                      <a:pt x="19512" y="3024"/>
                      <a:pt x="19512" y="8357"/>
                    </a:cubicBezTo>
                    <a:close/>
                  </a:path>
                </a:pathLst>
              </a:custGeom>
              <a:solidFill>
                <a:srgbClr val="000000"/>
              </a:solidFill>
              <a:ln w="27807" cap="flat">
                <a:noFill/>
                <a:prstDash val="solid"/>
                <a:miter/>
              </a:ln>
            </p:spPr>
            <p:txBody>
              <a:bodyPr/>
              <a:lstStyle/>
              <a:p>
                <a:endParaRPr lang="en-GB"/>
              </a:p>
            </p:txBody>
          </p:sp>
          <p:sp>
            <p:nvSpPr>
              <p:cNvPr id="312" name="Freeform: Shape 311">
                <a:extLst>
                  <a:ext uri="{FF2B5EF4-FFF2-40B4-BE49-F238E27FC236}">
                    <a16:creationId xmlns:a16="http://schemas.microsoft.com/office/drawing/2014/main" id="{0DE92611-288A-2A47-3B7C-00BB8E1A1958}"/>
                  </a:ext>
                </a:extLst>
              </p:cNvPr>
              <p:cNvSpPr/>
              <p:nvPr>
                <p:custDataLst>
                  <p:tags r:id="rId46"/>
                </p:custDataLst>
              </p:nvPr>
            </p:nvSpPr>
            <p:spPr>
              <a:xfrm flipV="1">
                <a:off x="12894242" y="-9612218"/>
                <a:ext cx="317715" cy="148275"/>
              </a:xfrm>
              <a:custGeom>
                <a:avLst/>
                <a:gdLst>
                  <a:gd name="csX0" fmla="*/ 14170 w 317715"/>
                  <a:gd name="csY0" fmla="*/ 23066 h 148275"/>
                  <a:gd name="csX1" fmla="*/ 33682 w 317715"/>
                  <a:gd name="csY1" fmla="*/ 42019 h 148275"/>
                  <a:gd name="csX2" fmla="*/ 73438 w 317715"/>
                  <a:gd name="csY2" fmla="*/ 95732 h 148275"/>
                  <a:gd name="csX3" fmla="*/ 34421 w 317715"/>
                  <a:gd name="csY3" fmla="*/ 131422 h 148275"/>
                  <a:gd name="csX4" fmla="*/ 0 w 317715"/>
                  <a:gd name="csY4" fmla="*/ 98128 h 148275"/>
                  <a:gd name="csX5" fmla="*/ 9753 w 317715"/>
                  <a:gd name="csY5" fmla="*/ 87826 h 148275"/>
                  <a:gd name="csX6" fmla="*/ 19327 w 317715"/>
                  <a:gd name="csY6" fmla="*/ 97574 h 148275"/>
                  <a:gd name="csX7" fmla="*/ 9568 w 317715"/>
                  <a:gd name="csY7" fmla="*/ 107142 h 148275"/>
                  <a:gd name="csX8" fmla="*/ 7178 w 317715"/>
                  <a:gd name="csY8" fmla="*/ 106958 h 148275"/>
                  <a:gd name="csX9" fmla="*/ 32025 w 317715"/>
                  <a:gd name="csY9" fmla="*/ 125720 h 148275"/>
                  <a:gd name="csX10" fmla="*/ 56693 w 317715"/>
                  <a:gd name="csY10" fmla="*/ 95732 h 148275"/>
                  <a:gd name="csX11" fmla="*/ 37366 w 317715"/>
                  <a:gd name="csY11" fmla="*/ 55080 h 148275"/>
                  <a:gd name="csX12" fmla="*/ 2021 w 317715"/>
                  <a:gd name="csY12" fmla="*/ 15708 h 148275"/>
                  <a:gd name="csX13" fmla="*/ 0 w 317715"/>
                  <a:gd name="csY13" fmla="*/ 8904 h 148275"/>
                  <a:gd name="csX14" fmla="*/ 68288 w 317715"/>
                  <a:gd name="csY14" fmla="*/ 8904 h 148275"/>
                  <a:gd name="csX15" fmla="*/ 73438 w 317715"/>
                  <a:gd name="csY15" fmla="*/ 40911 h 148275"/>
                  <a:gd name="csX16" fmla="*/ 68836 w 317715"/>
                  <a:gd name="csY16" fmla="*/ 40911 h 148275"/>
                  <a:gd name="csX17" fmla="*/ 64788 w 317715"/>
                  <a:gd name="csY17" fmla="*/ 24538 h 148275"/>
                  <a:gd name="csX18" fmla="*/ 47303 w 317715"/>
                  <a:gd name="csY18" fmla="*/ 23066 h 148275"/>
                  <a:gd name="csX19" fmla="*/ 14170 w 317715"/>
                  <a:gd name="csY19" fmla="*/ 23066 h 148275"/>
                  <a:gd name="csX20" fmla="*/ 136217 w 317715"/>
                  <a:gd name="csY20" fmla="*/ 73657 h 148275"/>
                  <a:gd name="csX21" fmla="*/ 161988 w 317715"/>
                  <a:gd name="csY21" fmla="*/ 106034 h 148275"/>
                  <a:gd name="csX22" fmla="*/ 128115 w 317715"/>
                  <a:gd name="csY22" fmla="*/ 131422 h 148275"/>
                  <a:gd name="csX23" fmla="*/ 95537 w 317715"/>
                  <a:gd name="csY23" fmla="*/ 106404 h 148275"/>
                  <a:gd name="csX24" fmla="*/ 104926 w 317715"/>
                  <a:gd name="csY24" fmla="*/ 96840 h 148275"/>
                  <a:gd name="csX25" fmla="*/ 114315 w 317715"/>
                  <a:gd name="csY25" fmla="*/ 106219 h 148275"/>
                  <a:gd name="csX26" fmla="*/ 102899 w 317715"/>
                  <a:gd name="csY26" fmla="*/ 115419 h 148275"/>
                  <a:gd name="csX27" fmla="*/ 127382 w 317715"/>
                  <a:gd name="csY27" fmla="*/ 126823 h 148275"/>
                  <a:gd name="csX28" fmla="*/ 145052 w 317715"/>
                  <a:gd name="csY28" fmla="*/ 106219 h 148275"/>
                  <a:gd name="csX29" fmla="*/ 139901 w 317715"/>
                  <a:gd name="csY29" fmla="*/ 85246 h 148275"/>
                  <a:gd name="csX30" fmla="*/ 123519 w 317715"/>
                  <a:gd name="csY30" fmla="*/ 75683 h 148275"/>
                  <a:gd name="csX31" fmla="*/ 116336 w 317715"/>
                  <a:gd name="csY31" fmla="*/ 75129 h 148275"/>
                  <a:gd name="csX32" fmla="*/ 113576 w 317715"/>
                  <a:gd name="csY32" fmla="*/ 72925 h 148275"/>
                  <a:gd name="csX33" fmla="*/ 117993 w 317715"/>
                  <a:gd name="csY33" fmla="*/ 70899 h 148275"/>
                  <a:gd name="csX34" fmla="*/ 126094 w 317715"/>
                  <a:gd name="csY34" fmla="*/ 70899 h 148275"/>
                  <a:gd name="csX35" fmla="*/ 147997 w 317715"/>
                  <a:gd name="csY35" fmla="*/ 40363 h 148275"/>
                  <a:gd name="csX36" fmla="*/ 127197 w 317715"/>
                  <a:gd name="csY36" fmla="*/ 10007 h 148275"/>
                  <a:gd name="csX37" fmla="*/ 99036 w 317715"/>
                  <a:gd name="csY37" fmla="*/ 23991 h 148275"/>
                  <a:gd name="csX38" fmla="*/ 111185 w 317715"/>
                  <a:gd name="csY38" fmla="*/ 34107 h 148275"/>
                  <a:gd name="csX39" fmla="*/ 100878 w 317715"/>
                  <a:gd name="csY39" fmla="*/ 44409 h 148275"/>
                  <a:gd name="csX40" fmla="*/ 90571 w 317715"/>
                  <a:gd name="csY40" fmla="*/ 33738 h 148275"/>
                  <a:gd name="csX41" fmla="*/ 127752 w 317715"/>
                  <a:gd name="csY41" fmla="*/ 4859 h 148275"/>
                  <a:gd name="csX42" fmla="*/ 166954 w 317715"/>
                  <a:gd name="csY42" fmla="*/ 40363 h 148275"/>
                  <a:gd name="csX43" fmla="*/ 136217 w 317715"/>
                  <a:gd name="csY43" fmla="*/ 73657 h 148275"/>
                  <a:gd name="csX44" fmla="*/ 300966 w 317715"/>
                  <a:gd name="csY44" fmla="*/ 139888 h 148275"/>
                  <a:gd name="csX45" fmla="*/ 302438 w 317715"/>
                  <a:gd name="csY45" fmla="*/ 143195 h 148275"/>
                  <a:gd name="csX46" fmla="*/ 298753 w 317715"/>
                  <a:gd name="csY46" fmla="*/ 146878 h 148275"/>
                  <a:gd name="csX47" fmla="*/ 294890 w 317715"/>
                  <a:gd name="csY47" fmla="*/ 144303 h 148275"/>
                  <a:gd name="csX48" fmla="*/ 259920 w 317715"/>
                  <a:gd name="csY48" fmla="*/ 126823 h 148275"/>
                  <a:gd name="csX49" fmla="*/ 225500 w 317715"/>
                  <a:gd name="csY49" fmla="*/ 140991 h 148275"/>
                  <a:gd name="csX50" fmla="*/ 212248 w 317715"/>
                  <a:gd name="csY50" fmla="*/ 146878 h 148275"/>
                  <a:gd name="csX51" fmla="*/ 185188 w 317715"/>
                  <a:gd name="csY51" fmla="*/ 109901 h 148275"/>
                  <a:gd name="csX52" fmla="*/ 212248 w 317715"/>
                  <a:gd name="csY52" fmla="*/ 72740 h 148275"/>
                  <a:gd name="csX53" fmla="*/ 236176 w 317715"/>
                  <a:gd name="csY53" fmla="*/ 109716 h 148275"/>
                  <a:gd name="csX54" fmla="*/ 232307 w 317715"/>
                  <a:gd name="csY54" fmla="*/ 130504 h 148275"/>
                  <a:gd name="csX55" fmla="*/ 260105 w 317715"/>
                  <a:gd name="csY55" fmla="*/ 122777 h 148275"/>
                  <a:gd name="csX56" fmla="*/ 284583 w 317715"/>
                  <a:gd name="csY56" fmla="*/ 129217 h 148275"/>
                  <a:gd name="csX57" fmla="*/ 284767 w 317715"/>
                  <a:gd name="csY57" fmla="*/ 129033 h 148275"/>
                  <a:gd name="csX58" fmla="*/ 202125 w 317715"/>
                  <a:gd name="csY58" fmla="*/ 5961 h 148275"/>
                  <a:gd name="csX59" fmla="*/ 200468 w 317715"/>
                  <a:gd name="csY59" fmla="*/ 2279 h 148275"/>
                  <a:gd name="csX60" fmla="*/ 204147 w 317715"/>
                  <a:gd name="csY60" fmla="*/ -1397 h 148275"/>
                  <a:gd name="csX61" fmla="*/ 207831 w 317715"/>
                  <a:gd name="csY61" fmla="*/ 1361 h 148275"/>
                  <a:gd name="csX62" fmla="*/ 300966 w 317715"/>
                  <a:gd name="csY62" fmla="*/ 139888 h 148275"/>
                  <a:gd name="csX63" fmla="*/ 212432 w 317715"/>
                  <a:gd name="csY63" fmla="*/ 76785 h 148275"/>
                  <a:gd name="csX64" fmla="*/ 196598 w 317715"/>
                  <a:gd name="csY64" fmla="*/ 109716 h 148275"/>
                  <a:gd name="csX65" fmla="*/ 212432 w 317715"/>
                  <a:gd name="csY65" fmla="*/ 142832 h 148275"/>
                  <a:gd name="csX66" fmla="*/ 231575 w 317715"/>
                  <a:gd name="csY66" fmla="*/ 109901 h 148275"/>
                  <a:gd name="csX67" fmla="*/ 212432 w 317715"/>
                  <a:gd name="csY67" fmla="*/ 76785 h 148275"/>
                  <a:gd name="csX68" fmla="*/ 293971 w 317715"/>
                  <a:gd name="csY68" fmla="*/ 2648 h 148275"/>
                  <a:gd name="csX69" fmla="*/ 278139 w 317715"/>
                  <a:gd name="csY69" fmla="*/ 35578 h 148275"/>
                  <a:gd name="csX70" fmla="*/ 293971 w 317715"/>
                  <a:gd name="csY70" fmla="*/ 68694 h 148275"/>
                  <a:gd name="csX71" fmla="*/ 313115 w 317715"/>
                  <a:gd name="csY71" fmla="*/ 35763 h 148275"/>
                  <a:gd name="csX72" fmla="*/ 293971 w 317715"/>
                  <a:gd name="csY72" fmla="*/ 2648 h 148275"/>
                  <a:gd name="csX73" fmla="*/ 317716 w 317715"/>
                  <a:gd name="csY73" fmla="*/ 35578 h 148275"/>
                  <a:gd name="csX74" fmla="*/ 293787 w 317715"/>
                  <a:gd name="csY74" fmla="*/ 72740 h 148275"/>
                  <a:gd name="csX75" fmla="*/ 266729 w 317715"/>
                  <a:gd name="csY75" fmla="*/ 35763 h 148275"/>
                  <a:gd name="csX76" fmla="*/ 293787 w 317715"/>
                  <a:gd name="csY76" fmla="*/ -1397 h 148275"/>
                  <a:gd name="csX77" fmla="*/ 317716 w 317715"/>
                  <a:gd name="csY77" fmla="*/ 35578 h 148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317715" h="148275">
                    <a:moveTo>
                      <a:pt x="14170" y="23066"/>
                    </a:moveTo>
                    <a:lnTo>
                      <a:pt x="33682" y="42019"/>
                    </a:lnTo>
                    <a:cubicBezTo>
                      <a:pt x="62398" y="67407"/>
                      <a:pt x="73438" y="77340"/>
                      <a:pt x="73438" y="95732"/>
                    </a:cubicBezTo>
                    <a:cubicBezTo>
                      <a:pt x="73438" y="116705"/>
                      <a:pt x="56872" y="131422"/>
                      <a:pt x="34421" y="131422"/>
                    </a:cubicBezTo>
                    <a:cubicBezTo>
                      <a:pt x="13622" y="131422"/>
                      <a:pt x="0" y="114501"/>
                      <a:pt x="0" y="98128"/>
                    </a:cubicBezTo>
                    <a:cubicBezTo>
                      <a:pt x="0" y="87826"/>
                      <a:pt x="9205" y="87826"/>
                      <a:pt x="9753" y="87826"/>
                    </a:cubicBezTo>
                    <a:cubicBezTo>
                      <a:pt x="12883" y="87826"/>
                      <a:pt x="19327" y="90031"/>
                      <a:pt x="19327" y="97574"/>
                    </a:cubicBezTo>
                    <a:cubicBezTo>
                      <a:pt x="19327" y="102358"/>
                      <a:pt x="16013" y="107142"/>
                      <a:pt x="9568" y="107142"/>
                    </a:cubicBezTo>
                    <a:cubicBezTo>
                      <a:pt x="8096" y="107142"/>
                      <a:pt x="7732" y="107142"/>
                      <a:pt x="7178" y="106958"/>
                    </a:cubicBezTo>
                    <a:cubicBezTo>
                      <a:pt x="11411" y="118916"/>
                      <a:pt x="21348" y="125720"/>
                      <a:pt x="32025" y="125720"/>
                    </a:cubicBezTo>
                    <a:cubicBezTo>
                      <a:pt x="48776" y="125720"/>
                      <a:pt x="56693" y="110819"/>
                      <a:pt x="56693" y="95732"/>
                    </a:cubicBezTo>
                    <a:cubicBezTo>
                      <a:pt x="56693" y="81016"/>
                      <a:pt x="47488" y="66484"/>
                      <a:pt x="37366" y="55080"/>
                    </a:cubicBezTo>
                    <a:lnTo>
                      <a:pt x="2021" y="15708"/>
                    </a:lnTo>
                    <a:cubicBezTo>
                      <a:pt x="0" y="13688"/>
                      <a:pt x="0" y="13319"/>
                      <a:pt x="0" y="8904"/>
                    </a:cubicBezTo>
                    <a:lnTo>
                      <a:pt x="68288" y="8904"/>
                    </a:lnTo>
                    <a:lnTo>
                      <a:pt x="73438" y="40911"/>
                    </a:lnTo>
                    <a:lnTo>
                      <a:pt x="68836" y="40911"/>
                    </a:lnTo>
                    <a:cubicBezTo>
                      <a:pt x="67918" y="35395"/>
                      <a:pt x="66630" y="27302"/>
                      <a:pt x="64788" y="24538"/>
                    </a:cubicBezTo>
                    <a:cubicBezTo>
                      <a:pt x="63501" y="23066"/>
                      <a:pt x="51352" y="23066"/>
                      <a:pt x="47303" y="23066"/>
                    </a:cubicBezTo>
                    <a:lnTo>
                      <a:pt x="14170" y="23066"/>
                    </a:lnTo>
                    <a:close/>
                    <a:moveTo>
                      <a:pt x="136217" y="73657"/>
                    </a:moveTo>
                    <a:cubicBezTo>
                      <a:pt x="151311" y="78627"/>
                      <a:pt x="161988" y="91502"/>
                      <a:pt x="161988" y="106034"/>
                    </a:cubicBezTo>
                    <a:cubicBezTo>
                      <a:pt x="161988" y="121120"/>
                      <a:pt x="145791" y="131422"/>
                      <a:pt x="128115" y="131422"/>
                    </a:cubicBezTo>
                    <a:cubicBezTo>
                      <a:pt x="109528" y="131422"/>
                      <a:pt x="95537" y="120388"/>
                      <a:pt x="95537" y="106404"/>
                    </a:cubicBezTo>
                    <a:cubicBezTo>
                      <a:pt x="95537" y="100333"/>
                      <a:pt x="99590" y="96840"/>
                      <a:pt x="104926" y="96840"/>
                    </a:cubicBezTo>
                    <a:cubicBezTo>
                      <a:pt x="110631" y="96840"/>
                      <a:pt x="114315" y="100886"/>
                      <a:pt x="114315" y="106219"/>
                    </a:cubicBezTo>
                    <a:cubicBezTo>
                      <a:pt x="114315" y="115419"/>
                      <a:pt x="105665" y="115419"/>
                      <a:pt x="102899" y="115419"/>
                    </a:cubicBezTo>
                    <a:cubicBezTo>
                      <a:pt x="108610" y="124433"/>
                      <a:pt x="120753" y="126823"/>
                      <a:pt x="127382" y="126823"/>
                    </a:cubicBezTo>
                    <a:cubicBezTo>
                      <a:pt x="134929" y="126823"/>
                      <a:pt x="145052" y="122777"/>
                      <a:pt x="145052" y="106219"/>
                    </a:cubicBezTo>
                    <a:cubicBezTo>
                      <a:pt x="145052" y="104015"/>
                      <a:pt x="144682" y="93344"/>
                      <a:pt x="139901" y="85246"/>
                    </a:cubicBezTo>
                    <a:cubicBezTo>
                      <a:pt x="134375" y="76417"/>
                      <a:pt x="128115" y="75868"/>
                      <a:pt x="123519" y="75683"/>
                    </a:cubicBezTo>
                    <a:cubicBezTo>
                      <a:pt x="122047" y="75498"/>
                      <a:pt x="117629" y="75129"/>
                      <a:pt x="116336" y="75129"/>
                    </a:cubicBezTo>
                    <a:cubicBezTo>
                      <a:pt x="114863" y="74945"/>
                      <a:pt x="113576" y="74765"/>
                      <a:pt x="113576" y="72925"/>
                    </a:cubicBezTo>
                    <a:cubicBezTo>
                      <a:pt x="113576" y="70899"/>
                      <a:pt x="114863" y="70899"/>
                      <a:pt x="117993" y="70899"/>
                    </a:cubicBezTo>
                    <a:lnTo>
                      <a:pt x="126094" y="70899"/>
                    </a:lnTo>
                    <a:cubicBezTo>
                      <a:pt x="141189" y="70899"/>
                      <a:pt x="147997" y="58393"/>
                      <a:pt x="147997" y="40363"/>
                    </a:cubicBezTo>
                    <a:cubicBezTo>
                      <a:pt x="147997" y="15345"/>
                      <a:pt x="135299" y="10007"/>
                      <a:pt x="127197" y="10007"/>
                    </a:cubicBezTo>
                    <a:cubicBezTo>
                      <a:pt x="119281" y="10007"/>
                      <a:pt x="105480" y="13135"/>
                      <a:pt x="99036" y="23991"/>
                    </a:cubicBezTo>
                    <a:cubicBezTo>
                      <a:pt x="105480" y="23066"/>
                      <a:pt x="111185" y="27119"/>
                      <a:pt x="111185" y="34107"/>
                    </a:cubicBezTo>
                    <a:cubicBezTo>
                      <a:pt x="111185" y="40733"/>
                      <a:pt x="106213" y="44409"/>
                      <a:pt x="100878" y="44409"/>
                    </a:cubicBezTo>
                    <a:cubicBezTo>
                      <a:pt x="96460" y="44409"/>
                      <a:pt x="90571" y="41835"/>
                      <a:pt x="90571" y="33738"/>
                    </a:cubicBezTo>
                    <a:cubicBezTo>
                      <a:pt x="90571" y="17001"/>
                      <a:pt x="107686" y="4859"/>
                      <a:pt x="127752" y="4859"/>
                    </a:cubicBezTo>
                    <a:cubicBezTo>
                      <a:pt x="150208" y="4859"/>
                      <a:pt x="166954" y="21595"/>
                      <a:pt x="166954" y="40363"/>
                    </a:cubicBezTo>
                    <a:cubicBezTo>
                      <a:pt x="166954" y="55450"/>
                      <a:pt x="155359" y="69797"/>
                      <a:pt x="136217" y="73657"/>
                    </a:cubicBezTo>
                    <a:close/>
                    <a:moveTo>
                      <a:pt x="300966" y="139888"/>
                    </a:moveTo>
                    <a:cubicBezTo>
                      <a:pt x="302069" y="141545"/>
                      <a:pt x="302438" y="142093"/>
                      <a:pt x="302438" y="143195"/>
                    </a:cubicBezTo>
                    <a:cubicBezTo>
                      <a:pt x="302438" y="145221"/>
                      <a:pt x="300781" y="146878"/>
                      <a:pt x="298753" y="146878"/>
                    </a:cubicBezTo>
                    <a:cubicBezTo>
                      <a:pt x="296917" y="146878"/>
                      <a:pt x="295993" y="145591"/>
                      <a:pt x="294890" y="144303"/>
                    </a:cubicBezTo>
                    <a:cubicBezTo>
                      <a:pt x="285686" y="131792"/>
                      <a:pt x="273358" y="126823"/>
                      <a:pt x="259920" y="126823"/>
                    </a:cubicBezTo>
                    <a:cubicBezTo>
                      <a:pt x="247032" y="126823"/>
                      <a:pt x="235622" y="131422"/>
                      <a:pt x="225500" y="140991"/>
                    </a:cubicBezTo>
                    <a:cubicBezTo>
                      <a:pt x="222000" y="144119"/>
                      <a:pt x="218138" y="146878"/>
                      <a:pt x="212248" y="146878"/>
                    </a:cubicBezTo>
                    <a:cubicBezTo>
                      <a:pt x="198256" y="146878"/>
                      <a:pt x="185188" y="131422"/>
                      <a:pt x="185188" y="109901"/>
                    </a:cubicBezTo>
                    <a:cubicBezTo>
                      <a:pt x="185188" y="87641"/>
                      <a:pt x="198441" y="72740"/>
                      <a:pt x="212248" y="72740"/>
                    </a:cubicBezTo>
                    <a:cubicBezTo>
                      <a:pt x="225684" y="72740"/>
                      <a:pt x="236176" y="89113"/>
                      <a:pt x="236176" y="109716"/>
                    </a:cubicBezTo>
                    <a:cubicBezTo>
                      <a:pt x="236176" y="112291"/>
                      <a:pt x="236176" y="120935"/>
                      <a:pt x="232307" y="130504"/>
                    </a:cubicBezTo>
                    <a:cubicBezTo>
                      <a:pt x="244272" y="123700"/>
                      <a:pt x="253477" y="122777"/>
                      <a:pt x="260105" y="122777"/>
                    </a:cubicBezTo>
                    <a:cubicBezTo>
                      <a:pt x="274091" y="122777"/>
                      <a:pt x="283480" y="128479"/>
                      <a:pt x="284583" y="129217"/>
                    </a:cubicBezTo>
                    <a:lnTo>
                      <a:pt x="284767" y="129033"/>
                    </a:lnTo>
                    <a:lnTo>
                      <a:pt x="202125" y="5961"/>
                    </a:lnTo>
                    <a:cubicBezTo>
                      <a:pt x="200468" y="3571"/>
                      <a:pt x="200468" y="2648"/>
                      <a:pt x="200468" y="2279"/>
                    </a:cubicBezTo>
                    <a:cubicBezTo>
                      <a:pt x="200468" y="259"/>
                      <a:pt x="202310" y="-1397"/>
                      <a:pt x="204147" y="-1397"/>
                    </a:cubicBezTo>
                    <a:cubicBezTo>
                      <a:pt x="205989" y="-1397"/>
                      <a:pt x="206358" y="-665"/>
                      <a:pt x="207831" y="1361"/>
                    </a:cubicBezTo>
                    <a:lnTo>
                      <a:pt x="300966" y="139888"/>
                    </a:lnTo>
                    <a:close/>
                    <a:moveTo>
                      <a:pt x="212432" y="76785"/>
                    </a:moveTo>
                    <a:cubicBezTo>
                      <a:pt x="208748" y="76785"/>
                      <a:pt x="196598" y="79181"/>
                      <a:pt x="196598" y="109716"/>
                    </a:cubicBezTo>
                    <a:cubicBezTo>
                      <a:pt x="196598" y="140437"/>
                      <a:pt x="208563" y="142832"/>
                      <a:pt x="212432" y="142832"/>
                    </a:cubicBezTo>
                    <a:cubicBezTo>
                      <a:pt x="222185" y="142832"/>
                      <a:pt x="231575" y="129217"/>
                      <a:pt x="231575" y="109901"/>
                    </a:cubicBezTo>
                    <a:cubicBezTo>
                      <a:pt x="231575" y="90031"/>
                      <a:pt x="222000" y="76785"/>
                      <a:pt x="212432" y="76785"/>
                    </a:cubicBezTo>
                    <a:close/>
                    <a:moveTo>
                      <a:pt x="293971" y="2648"/>
                    </a:moveTo>
                    <a:cubicBezTo>
                      <a:pt x="290289" y="2648"/>
                      <a:pt x="278139" y="5044"/>
                      <a:pt x="278139" y="35578"/>
                    </a:cubicBezTo>
                    <a:cubicBezTo>
                      <a:pt x="278139" y="66299"/>
                      <a:pt x="290104" y="68694"/>
                      <a:pt x="293971" y="68694"/>
                    </a:cubicBezTo>
                    <a:cubicBezTo>
                      <a:pt x="303724" y="68694"/>
                      <a:pt x="313115" y="55080"/>
                      <a:pt x="313115" y="35763"/>
                    </a:cubicBezTo>
                    <a:cubicBezTo>
                      <a:pt x="313115" y="15893"/>
                      <a:pt x="303539" y="2648"/>
                      <a:pt x="293971" y="2648"/>
                    </a:cubicBezTo>
                    <a:close/>
                    <a:moveTo>
                      <a:pt x="317716" y="35578"/>
                    </a:moveTo>
                    <a:cubicBezTo>
                      <a:pt x="317716" y="56736"/>
                      <a:pt x="306854" y="72740"/>
                      <a:pt x="293787" y="72740"/>
                    </a:cubicBezTo>
                    <a:cubicBezTo>
                      <a:pt x="279795" y="72740"/>
                      <a:pt x="266729" y="57285"/>
                      <a:pt x="266729" y="35763"/>
                    </a:cubicBezTo>
                    <a:cubicBezTo>
                      <a:pt x="266729" y="13504"/>
                      <a:pt x="279980" y="-1397"/>
                      <a:pt x="293787" y="-1397"/>
                    </a:cubicBezTo>
                    <a:cubicBezTo>
                      <a:pt x="307224" y="-1397"/>
                      <a:pt x="317716" y="14975"/>
                      <a:pt x="317716" y="35578"/>
                    </a:cubicBezTo>
                    <a:close/>
                  </a:path>
                </a:pathLst>
              </a:custGeom>
              <a:solidFill>
                <a:srgbClr val="000000"/>
              </a:solidFill>
              <a:ln w="27807" cap="flat">
                <a:noFill/>
                <a:prstDash val="solid"/>
                <a:miter/>
              </a:ln>
            </p:spPr>
            <p:txBody>
              <a:bodyPr/>
              <a:lstStyle/>
              <a:p>
                <a:endParaRPr lang="en-GB"/>
              </a:p>
            </p:txBody>
          </p:sp>
        </p:grpSp>
        <p:cxnSp>
          <p:nvCxnSpPr>
            <p:cNvPr id="326" name="Straight Connector 325">
              <a:extLst>
                <a:ext uri="{FF2B5EF4-FFF2-40B4-BE49-F238E27FC236}">
                  <a16:creationId xmlns:a16="http://schemas.microsoft.com/office/drawing/2014/main" id="{170CCF39-A831-571C-7044-041EA09A0AB5}"/>
                </a:ext>
              </a:extLst>
            </p:cNvPr>
            <p:cNvCxnSpPr>
              <a:cxnSpLocks/>
            </p:cNvCxnSpPr>
            <p:nvPr/>
          </p:nvCxnSpPr>
          <p:spPr>
            <a:xfrm>
              <a:off x="8945880" y="2951071"/>
              <a:ext cx="0" cy="73152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328" name="TextBox 327">
            <a:extLst>
              <a:ext uri="{FF2B5EF4-FFF2-40B4-BE49-F238E27FC236}">
                <a16:creationId xmlns:a16="http://schemas.microsoft.com/office/drawing/2014/main" id="{A88A3AA1-8B89-1587-636C-40A9E7EE0CB8}"/>
              </a:ext>
            </a:extLst>
          </p:cNvPr>
          <p:cNvSpPr txBox="1"/>
          <p:nvPr/>
        </p:nvSpPr>
        <p:spPr>
          <a:xfrm>
            <a:off x="8995202" y="3140252"/>
            <a:ext cx="2823402" cy="646331"/>
          </a:xfrm>
          <a:prstGeom prst="rect">
            <a:avLst/>
          </a:prstGeom>
          <a:noFill/>
        </p:spPr>
        <p:txBody>
          <a:bodyPr wrap="square">
            <a:spAutoFit/>
          </a:bodyPr>
          <a:lstStyle/>
          <a:p>
            <a:r>
              <a:rPr lang="en-US" sz="1200"/>
              <a:t>That is, a 0.23% increase in the odds of admission for every additional GRE point.</a:t>
            </a:r>
            <a:endParaRPr lang="en-GB" sz="1200" b="1">
              <a:highlight>
                <a:srgbClr val="FFC000"/>
              </a:highlight>
            </a:endParaRPr>
          </a:p>
        </p:txBody>
      </p:sp>
      <p:sp>
        <p:nvSpPr>
          <p:cNvPr id="329" name="TextBox 328">
            <a:extLst>
              <a:ext uri="{FF2B5EF4-FFF2-40B4-BE49-F238E27FC236}">
                <a16:creationId xmlns:a16="http://schemas.microsoft.com/office/drawing/2014/main" id="{D85997DB-425F-32EA-1ED3-923935729B68}"/>
              </a:ext>
            </a:extLst>
          </p:cNvPr>
          <p:cNvSpPr txBox="1"/>
          <p:nvPr/>
        </p:nvSpPr>
        <p:spPr>
          <a:xfrm>
            <a:off x="6094468" y="3935140"/>
            <a:ext cx="59367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a:solidFill>
                  <a:srgbClr val="FF0000"/>
                </a:solidFill>
                <a:latin typeface="Aptos Black" panose="020B0004020202020204" pitchFamily="34" charset="0"/>
              </a:rPr>
              <a:t>2</a:t>
            </a:r>
            <a:r>
              <a:rPr kumimoji="0" lang="en-GB" sz="2400" b="0" i="0" u="none" strike="noStrike" kern="1200" cap="none" spc="0" normalizeH="0" baseline="0" noProof="0">
                <a:ln>
                  <a:noFill/>
                </a:ln>
                <a:solidFill>
                  <a:srgbClr val="FF0000"/>
                </a:solidFill>
                <a:effectLst/>
                <a:uLnTx/>
                <a:uFillTx/>
                <a:latin typeface="Aptos Black" panose="020B0004020202020204" pitchFamily="34" charset="0"/>
                <a:ea typeface="+mn-ea"/>
                <a:cs typeface="+mn-cs"/>
              </a:rPr>
              <a:t>.</a:t>
            </a:r>
            <a:endParaRPr kumimoji="0" lang="en-GB" sz="2400" b="1" i="0" u="none" strike="noStrike" kern="1200" cap="none" spc="0" normalizeH="0" baseline="0" noProof="0">
              <a:ln>
                <a:noFill/>
              </a:ln>
              <a:solidFill>
                <a:srgbClr val="FF0000"/>
              </a:solidFill>
              <a:effectLst/>
              <a:uLnTx/>
              <a:uFillTx/>
              <a:latin typeface="Aptos Black" panose="020B0004020202020204" pitchFamily="34" charset="0"/>
              <a:ea typeface="+mn-ea"/>
              <a:cs typeface="+mn-cs"/>
            </a:endParaRPr>
          </a:p>
        </p:txBody>
      </p:sp>
      <p:sp>
        <p:nvSpPr>
          <p:cNvPr id="330" name="TextBox 329">
            <a:extLst>
              <a:ext uri="{FF2B5EF4-FFF2-40B4-BE49-F238E27FC236}">
                <a16:creationId xmlns:a16="http://schemas.microsoft.com/office/drawing/2014/main" id="{DBF80847-ABDF-5DB8-D7F2-42B243C81D53}"/>
              </a:ext>
            </a:extLst>
          </p:cNvPr>
          <p:cNvSpPr txBox="1"/>
          <p:nvPr/>
        </p:nvSpPr>
        <p:spPr>
          <a:xfrm>
            <a:off x="6505461" y="3994508"/>
            <a:ext cx="121306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Aptos" panose="020B0004020202020204"/>
                <a:ea typeface="+mn-ea"/>
                <a:cs typeface="+mn-cs"/>
              </a:rPr>
              <a:t>0.25 rule</a:t>
            </a:r>
            <a:endParaRPr kumimoji="0" lang="en-GB" sz="1600" b="1"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394" name="Group 393" descr="\documentclass{article}&#10;\usepackage{amsmath}&#10;\pagestyle{empty}&#10;\usepackage{amssymb}&#10;\begin{document}&#10;&#10;&#10;\[&#10;\vartriangle p \approx 0.0023 \times 0.25 = 0.000575&#10;\]&#10;&#10;\end{document}" title="IguanaTex Shape Display">
            <a:extLst>
              <a:ext uri="{FF2B5EF4-FFF2-40B4-BE49-F238E27FC236}">
                <a16:creationId xmlns:a16="http://schemas.microsoft.com/office/drawing/2014/main" id="{50692FC1-8C6A-C65F-7CCF-180A405089DF}"/>
              </a:ext>
            </a:extLst>
          </p:cNvPr>
          <p:cNvGrpSpPr>
            <a:grpSpLocks noChangeAspect="1"/>
          </p:cNvGrpSpPr>
          <p:nvPr>
            <p:custDataLst>
              <p:tags r:id="rId4"/>
            </p:custDataLst>
          </p:nvPr>
        </p:nvGrpSpPr>
        <p:grpSpPr>
          <a:xfrm>
            <a:off x="6483922" y="5080692"/>
            <a:ext cx="2290342" cy="146520"/>
            <a:chOff x="9341481" y="-19344794"/>
            <a:chExt cx="3297221" cy="210934"/>
          </a:xfrm>
        </p:grpSpPr>
        <p:sp>
          <p:nvSpPr>
            <p:cNvPr id="380" name="Freeform: Shape 379">
              <a:extLst>
                <a:ext uri="{FF2B5EF4-FFF2-40B4-BE49-F238E27FC236}">
                  <a16:creationId xmlns:a16="http://schemas.microsoft.com/office/drawing/2014/main" id="{ED44B8AF-E7EA-7F51-7E13-FE175752EAFC}"/>
                </a:ext>
              </a:extLst>
            </p:cNvPr>
            <p:cNvSpPr/>
            <p:nvPr>
              <p:custDataLst>
                <p:tags r:id="rId20"/>
              </p:custDataLst>
            </p:nvPr>
          </p:nvSpPr>
          <p:spPr>
            <a:xfrm flipV="1">
              <a:off x="9341481" y="-19320552"/>
              <a:ext cx="134145" cy="144510"/>
            </a:xfrm>
            <a:custGeom>
              <a:avLst/>
              <a:gdLst>
                <a:gd name="csX0" fmla="*/ 72290 w 134145"/>
                <a:gd name="csY0" fmla="*/ 138262 h 144510"/>
                <a:gd name="csX1" fmla="*/ 67191 w 134145"/>
                <a:gd name="csY1" fmla="*/ 143114 h 144510"/>
                <a:gd name="csX2" fmla="*/ 61613 w 134145"/>
                <a:gd name="csY2" fmla="*/ 138262 h 144510"/>
                <a:gd name="csX3" fmla="*/ 1454 w 134145"/>
                <a:gd name="csY3" fmla="*/ 7824 h 144510"/>
                <a:gd name="csX4" fmla="*/ 0 w 134145"/>
                <a:gd name="csY4" fmla="*/ 3458 h 144510"/>
                <a:gd name="csX5" fmla="*/ 8486 w 134145"/>
                <a:gd name="csY5" fmla="*/ -1396 h 144510"/>
                <a:gd name="csX6" fmla="*/ 125653 w 134145"/>
                <a:gd name="csY6" fmla="*/ -1396 h 144510"/>
                <a:gd name="csX7" fmla="*/ 134146 w 134145"/>
                <a:gd name="csY7" fmla="*/ 3458 h 144510"/>
                <a:gd name="csX8" fmla="*/ 132936 w 134145"/>
                <a:gd name="csY8" fmla="*/ 7336 h 144510"/>
                <a:gd name="csX9" fmla="*/ 72290 w 134145"/>
                <a:gd name="csY9" fmla="*/ 138262 h 144510"/>
                <a:gd name="csX10" fmla="*/ 66948 w 134145"/>
                <a:gd name="csY10" fmla="*/ 126868 h 144510"/>
                <a:gd name="csX11" fmla="*/ 121772 w 134145"/>
                <a:gd name="csY11" fmla="*/ 8309 h 144510"/>
                <a:gd name="csX12" fmla="*/ 12367 w 134145"/>
                <a:gd name="csY12" fmla="*/ 8309 h 144510"/>
                <a:gd name="csX13" fmla="*/ 66948 w 134145"/>
                <a:gd name="csY13" fmla="*/ 126868 h 1445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4145" h="144510">
                  <a:moveTo>
                    <a:pt x="72290" y="138262"/>
                  </a:moveTo>
                  <a:cubicBezTo>
                    <a:pt x="70829" y="141176"/>
                    <a:pt x="70106" y="143114"/>
                    <a:pt x="67191" y="143114"/>
                  </a:cubicBezTo>
                  <a:cubicBezTo>
                    <a:pt x="65494" y="143114"/>
                    <a:pt x="63553" y="142628"/>
                    <a:pt x="61613" y="138262"/>
                  </a:cubicBezTo>
                  <a:lnTo>
                    <a:pt x="1454" y="7824"/>
                  </a:lnTo>
                  <a:cubicBezTo>
                    <a:pt x="0" y="4910"/>
                    <a:pt x="0" y="4431"/>
                    <a:pt x="0" y="3458"/>
                  </a:cubicBezTo>
                  <a:cubicBezTo>
                    <a:pt x="0" y="-1396"/>
                    <a:pt x="4604" y="-1396"/>
                    <a:pt x="8486" y="-1396"/>
                  </a:cubicBezTo>
                  <a:lnTo>
                    <a:pt x="125653" y="-1396"/>
                  </a:lnTo>
                  <a:cubicBezTo>
                    <a:pt x="129534" y="-1396"/>
                    <a:pt x="134146" y="-1396"/>
                    <a:pt x="134146" y="3458"/>
                  </a:cubicBezTo>
                  <a:cubicBezTo>
                    <a:pt x="134146" y="4431"/>
                    <a:pt x="133903" y="5396"/>
                    <a:pt x="132936" y="7336"/>
                  </a:cubicBezTo>
                  <a:lnTo>
                    <a:pt x="72290" y="138262"/>
                  </a:lnTo>
                  <a:close/>
                  <a:moveTo>
                    <a:pt x="66948" y="126868"/>
                  </a:moveTo>
                  <a:lnTo>
                    <a:pt x="121772" y="8309"/>
                  </a:lnTo>
                  <a:lnTo>
                    <a:pt x="12367" y="8309"/>
                  </a:lnTo>
                  <a:lnTo>
                    <a:pt x="66948" y="126868"/>
                  </a:lnTo>
                  <a:close/>
                </a:path>
              </a:pathLst>
            </a:custGeom>
            <a:solidFill>
              <a:srgbClr val="000000"/>
            </a:solidFill>
            <a:ln w="27807" cap="flat">
              <a:noFill/>
              <a:prstDash val="solid"/>
              <a:miter/>
            </a:ln>
          </p:spPr>
          <p:txBody>
            <a:bodyPr/>
            <a:lstStyle/>
            <a:p>
              <a:endParaRPr lang="en-GB"/>
            </a:p>
          </p:txBody>
        </p:sp>
        <p:sp>
          <p:nvSpPr>
            <p:cNvPr id="381" name="Freeform: Shape 380">
              <a:extLst>
                <a:ext uri="{FF2B5EF4-FFF2-40B4-BE49-F238E27FC236}">
                  <a16:creationId xmlns:a16="http://schemas.microsoft.com/office/drawing/2014/main" id="{2381009E-2643-1447-EF73-508C3369ADDA}"/>
                </a:ext>
              </a:extLst>
            </p:cNvPr>
            <p:cNvSpPr/>
            <p:nvPr>
              <p:custDataLst>
                <p:tags r:id="rId21"/>
              </p:custDataLst>
            </p:nvPr>
          </p:nvSpPr>
          <p:spPr>
            <a:xfrm flipV="1">
              <a:off x="9555941" y="-19288060"/>
              <a:ext cx="126626" cy="154200"/>
            </a:xfrm>
            <a:custGeom>
              <a:avLst/>
              <a:gdLst>
                <a:gd name="csX0" fmla="*/ 18676 w 126626"/>
                <a:gd name="csY0" fmla="*/ 16063 h 154200"/>
                <a:gd name="csX1" fmla="*/ 5578 w 126626"/>
                <a:gd name="csY1" fmla="*/ 6121 h 154200"/>
                <a:gd name="csX2" fmla="*/ 0 w 126626"/>
                <a:gd name="csY2" fmla="*/ 1520 h 154200"/>
                <a:gd name="csX3" fmla="*/ 3150 w 126626"/>
                <a:gd name="csY3" fmla="*/ -1393 h 154200"/>
                <a:gd name="csX4" fmla="*/ 23531 w 126626"/>
                <a:gd name="csY4" fmla="*/ -663 h 154200"/>
                <a:gd name="csX5" fmla="*/ 47549 w 126626"/>
                <a:gd name="csY5" fmla="*/ -1393 h 154200"/>
                <a:gd name="csX6" fmla="*/ 51910 w 126626"/>
                <a:gd name="csY6" fmla="*/ 3459 h 154200"/>
                <a:gd name="csX7" fmla="*/ 46088 w 126626"/>
                <a:gd name="csY7" fmla="*/ 6121 h 154200"/>
                <a:gd name="csX8" fmla="*/ 33964 w 126626"/>
                <a:gd name="csY8" fmla="*/ 10002 h 154200"/>
                <a:gd name="csX9" fmla="*/ 45852 w 126626"/>
                <a:gd name="csY9" fmla="*/ 58491 h 154200"/>
                <a:gd name="csX10" fmla="*/ 68165 w 126626"/>
                <a:gd name="csY10" fmla="*/ 42974 h 154200"/>
                <a:gd name="csX11" fmla="*/ 126627 w 126626"/>
                <a:gd name="csY11" fmla="*/ 114016 h 154200"/>
                <a:gd name="csX12" fmla="*/ 94367 w 126626"/>
                <a:gd name="csY12" fmla="*/ 152808 h 154200"/>
                <a:gd name="csX13" fmla="*/ 62587 w 126626"/>
                <a:gd name="csY13" fmla="*/ 134621 h 154200"/>
                <a:gd name="csX14" fmla="*/ 40753 w 126626"/>
                <a:gd name="csY14" fmla="*/ 152808 h 154200"/>
                <a:gd name="csX15" fmla="*/ 22800 w 126626"/>
                <a:gd name="csY15" fmla="*/ 138987 h 154200"/>
                <a:gd name="csX16" fmla="*/ 15281 w 126626"/>
                <a:gd name="csY16" fmla="*/ 115469 h 154200"/>
                <a:gd name="csX17" fmla="*/ 18196 w 126626"/>
                <a:gd name="csY17" fmla="*/ 113049 h 154200"/>
                <a:gd name="csX18" fmla="*/ 22321 w 126626"/>
                <a:gd name="csY18" fmla="*/ 118624 h 154200"/>
                <a:gd name="csX19" fmla="*/ 40022 w 126626"/>
                <a:gd name="csY19" fmla="*/ 147475 h 154200"/>
                <a:gd name="csX20" fmla="*/ 47549 w 126626"/>
                <a:gd name="csY20" fmla="*/ 136324 h 154200"/>
                <a:gd name="csX21" fmla="*/ 45852 w 126626"/>
                <a:gd name="csY21" fmla="*/ 123956 h 154200"/>
                <a:gd name="csX22" fmla="*/ 18676 w 126626"/>
                <a:gd name="csY22" fmla="*/ 16063 h 154200"/>
                <a:gd name="csX23" fmla="*/ 61377 w 126626"/>
                <a:gd name="csY23" fmla="*/ 121287 h 154200"/>
                <a:gd name="csX24" fmla="*/ 73987 w 126626"/>
                <a:gd name="csY24" fmla="*/ 138264 h 154200"/>
                <a:gd name="csX25" fmla="*/ 93637 w 126626"/>
                <a:gd name="csY25" fmla="*/ 147475 h 154200"/>
                <a:gd name="csX26" fmla="*/ 109161 w 126626"/>
                <a:gd name="csY26" fmla="*/ 124687 h 154200"/>
                <a:gd name="csX27" fmla="*/ 96787 w 126626"/>
                <a:gd name="csY27" fmla="*/ 73284 h 154200"/>
                <a:gd name="csX28" fmla="*/ 67922 w 126626"/>
                <a:gd name="csY28" fmla="*/ 48313 h 154200"/>
                <a:gd name="csX29" fmla="*/ 48759 w 126626"/>
                <a:gd name="csY29" fmla="*/ 69891 h 154200"/>
                <a:gd name="csX30" fmla="*/ 49489 w 126626"/>
                <a:gd name="csY30" fmla="*/ 73772 h 154200"/>
                <a:gd name="csX31" fmla="*/ 61377 w 126626"/>
                <a:gd name="csY31" fmla="*/ 121287 h 1542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26626" h="154200">
                  <a:moveTo>
                    <a:pt x="18676" y="16063"/>
                  </a:moveTo>
                  <a:cubicBezTo>
                    <a:pt x="16735" y="7818"/>
                    <a:pt x="16255" y="6121"/>
                    <a:pt x="5578" y="6121"/>
                  </a:cubicBezTo>
                  <a:cubicBezTo>
                    <a:pt x="2671" y="6121"/>
                    <a:pt x="0" y="6121"/>
                    <a:pt x="0" y="1520"/>
                  </a:cubicBezTo>
                  <a:cubicBezTo>
                    <a:pt x="0" y="-420"/>
                    <a:pt x="1210" y="-1393"/>
                    <a:pt x="3150" y="-1393"/>
                  </a:cubicBezTo>
                  <a:cubicBezTo>
                    <a:pt x="9703" y="-1393"/>
                    <a:pt x="16735" y="-663"/>
                    <a:pt x="23531" y="-663"/>
                  </a:cubicBezTo>
                  <a:cubicBezTo>
                    <a:pt x="31537" y="-663"/>
                    <a:pt x="39786" y="-1393"/>
                    <a:pt x="47549" y="-1393"/>
                  </a:cubicBezTo>
                  <a:cubicBezTo>
                    <a:pt x="48759" y="-1393"/>
                    <a:pt x="51910" y="-1393"/>
                    <a:pt x="51910" y="3459"/>
                  </a:cubicBezTo>
                  <a:cubicBezTo>
                    <a:pt x="51910" y="6121"/>
                    <a:pt x="49489" y="6121"/>
                    <a:pt x="46088" y="6121"/>
                  </a:cubicBezTo>
                  <a:cubicBezTo>
                    <a:pt x="33964" y="6121"/>
                    <a:pt x="33964" y="7818"/>
                    <a:pt x="33964" y="10002"/>
                  </a:cubicBezTo>
                  <a:cubicBezTo>
                    <a:pt x="33964" y="12915"/>
                    <a:pt x="44147" y="52436"/>
                    <a:pt x="45852" y="58491"/>
                  </a:cubicBezTo>
                  <a:cubicBezTo>
                    <a:pt x="49002" y="51463"/>
                    <a:pt x="55790" y="42974"/>
                    <a:pt x="68165" y="42974"/>
                  </a:cubicBezTo>
                  <a:cubicBezTo>
                    <a:pt x="96308" y="42974"/>
                    <a:pt x="126627" y="78373"/>
                    <a:pt x="126627" y="114016"/>
                  </a:cubicBezTo>
                  <a:cubicBezTo>
                    <a:pt x="126627" y="136804"/>
                    <a:pt x="112799" y="152808"/>
                    <a:pt x="94367" y="152808"/>
                  </a:cubicBezTo>
                  <a:cubicBezTo>
                    <a:pt x="82236" y="152808"/>
                    <a:pt x="70593" y="144083"/>
                    <a:pt x="62587" y="134621"/>
                  </a:cubicBezTo>
                  <a:cubicBezTo>
                    <a:pt x="60159" y="147718"/>
                    <a:pt x="49733" y="152808"/>
                    <a:pt x="40753" y="152808"/>
                  </a:cubicBezTo>
                  <a:cubicBezTo>
                    <a:pt x="29596" y="152808"/>
                    <a:pt x="24984" y="143352"/>
                    <a:pt x="22800" y="138987"/>
                  </a:cubicBezTo>
                  <a:cubicBezTo>
                    <a:pt x="18440" y="130741"/>
                    <a:pt x="15281" y="116199"/>
                    <a:pt x="15281" y="115469"/>
                  </a:cubicBezTo>
                  <a:cubicBezTo>
                    <a:pt x="15281" y="113049"/>
                    <a:pt x="17709" y="113049"/>
                    <a:pt x="18196" y="113049"/>
                  </a:cubicBezTo>
                  <a:cubicBezTo>
                    <a:pt x="20616" y="113049"/>
                    <a:pt x="20859" y="113285"/>
                    <a:pt x="22321" y="118624"/>
                  </a:cubicBezTo>
                  <a:cubicBezTo>
                    <a:pt x="26438" y="135838"/>
                    <a:pt x="31293" y="147475"/>
                    <a:pt x="40022" y="147475"/>
                  </a:cubicBezTo>
                  <a:cubicBezTo>
                    <a:pt x="44147" y="147475"/>
                    <a:pt x="47549" y="145536"/>
                    <a:pt x="47549" y="136324"/>
                  </a:cubicBezTo>
                  <a:cubicBezTo>
                    <a:pt x="47549" y="130741"/>
                    <a:pt x="46818" y="128079"/>
                    <a:pt x="45852" y="123956"/>
                  </a:cubicBezTo>
                  <a:lnTo>
                    <a:pt x="18676" y="16063"/>
                  </a:lnTo>
                  <a:close/>
                  <a:moveTo>
                    <a:pt x="61377" y="121287"/>
                  </a:moveTo>
                  <a:cubicBezTo>
                    <a:pt x="63074" y="127837"/>
                    <a:pt x="69619" y="134621"/>
                    <a:pt x="73987" y="138264"/>
                  </a:cubicBezTo>
                  <a:cubicBezTo>
                    <a:pt x="82480" y="145779"/>
                    <a:pt x="89512" y="147475"/>
                    <a:pt x="93637" y="147475"/>
                  </a:cubicBezTo>
                  <a:cubicBezTo>
                    <a:pt x="103339" y="147475"/>
                    <a:pt x="109161" y="138987"/>
                    <a:pt x="109161" y="124687"/>
                  </a:cubicBezTo>
                  <a:cubicBezTo>
                    <a:pt x="109161" y="110379"/>
                    <a:pt x="101155" y="82495"/>
                    <a:pt x="96787" y="73284"/>
                  </a:cubicBezTo>
                  <a:cubicBezTo>
                    <a:pt x="88545" y="56315"/>
                    <a:pt x="76901" y="48313"/>
                    <a:pt x="67922" y="48313"/>
                  </a:cubicBezTo>
                  <a:cubicBezTo>
                    <a:pt x="51910" y="48313"/>
                    <a:pt x="48759" y="68431"/>
                    <a:pt x="48759" y="69891"/>
                  </a:cubicBezTo>
                  <a:cubicBezTo>
                    <a:pt x="48759" y="70371"/>
                    <a:pt x="48759" y="70859"/>
                    <a:pt x="49489" y="73772"/>
                  </a:cubicBezTo>
                  <a:lnTo>
                    <a:pt x="61377" y="121287"/>
                  </a:lnTo>
                  <a:close/>
                </a:path>
              </a:pathLst>
            </a:custGeom>
            <a:solidFill>
              <a:srgbClr val="000000"/>
            </a:solidFill>
            <a:ln w="27807" cap="flat">
              <a:noFill/>
              <a:prstDash val="solid"/>
              <a:miter/>
            </a:ln>
          </p:spPr>
          <p:txBody>
            <a:bodyPr/>
            <a:lstStyle/>
            <a:p>
              <a:endParaRPr lang="en-GB"/>
            </a:p>
          </p:txBody>
        </p:sp>
        <p:sp>
          <p:nvSpPr>
            <p:cNvPr id="382" name="Freeform: Shape 381">
              <a:extLst>
                <a:ext uri="{FF2B5EF4-FFF2-40B4-BE49-F238E27FC236}">
                  <a16:creationId xmlns:a16="http://schemas.microsoft.com/office/drawing/2014/main" id="{614004CC-25A5-6CA4-3951-9F4B91F3AF12}"/>
                </a:ext>
              </a:extLst>
            </p:cNvPr>
            <p:cNvSpPr/>
            <p:nvPr>
              <p:custDataLst>
                <p:tags r:id="rId22"/>
              </p:custDataLst>
            </p:nvPr>
          </p:nvSpPr>
          <p:spPr>
            <a:xfrm flipV="1">
              <a:off x="9766509" y="-19298000"/>
              <a:ext cx="161801" cy="103527"/>
            </a:xfrm>
            <a:custGeom>
              <a:avLst/>
              <a:gdLst>
                <a:gd name="csX0" fmla="*/ 161801 w 161801"/>
                <a:gd name="csY0" fmla="*/ 94618 h 103527"/>
                <a:gd name="csX1" fmla="*/ 158407 w 161801"/>
                <a:gd name="csY1" fmla="*/ 101889 h 103527"/>
                <a:gd name="csX2" fmla="*/ 155013 w 161801"/>
                <a:gd name="csY2" fmla="*/ 95347 h 103527"/>
                <a:gd name="csX3" fmla="*/ 121293 w 161801"/>
                <a:gd name="csY3" fmla="*/ 68673 h 103527"/>
                <a:gd name="csX4" fmla="*/ 82480 w 161801"/>
                <a:gd name="csY4" fmla="*/ 84676 h 103527"/>
                <a:gd name="csX5" fmla="*/ 40509 w 161801"/>
                <a:gd name="csY5" fmla="*/ 102132 h 103527"/>
                <a:gd name="csX6" fmla="*/ 0 w 161801"/>
                <a:gd name="csY6" fmla="*/ 62611 h 103527"/>
                <a:gd name="csX7" fmla="*/ 3394 w 161801"/>
                <a:gd name="csY7" fmla="*/ 55339 h 103527"/>
                <a:gd name="csX8" fmla="*/ 6796 w 161801"/>
                <a:gd name="csY8" fmla="*/ 60914 h 103527"/>
                <a:gd name="csX9" fmla="*/ 40509 w 161801"/>
                <a:gd name="csY9" fmla="*/ 88555 h 103527"/>
                <a:gd name="csX10" fmla="*/ 79329 w 161801"/>
                <a:gd name="csY10" fmla="*/ 72552 h 103527"/>
                <a:gd name="csX11" fmla="*/ 121293 w 161801"/>
                <a:gd name="csY11" fmla="*/ 55095 h 103527"/>
                <a:gd name="csX12" fmla="*/ 161801 w 161801"/>
                <a:gd name="csY12" fmla="*/ 94618 h 103527"/>
                <a:gd name="csX13" fmla="*/ 161801 w 161801"/>
                <a:gd name="csY13" fmla="*/ 37883 h 103527"/>
                <a:gd name="csX14" fmla="*/ 158407 w 161801"/>
                <a:gd name="csY14" fmla="*/ 45397 h 103527"/>
                <a:gd name="csX15" fmla="*/ 155013 w 161801"/>
                <a:gd name="csY15" fmla="*/ 38849 h 103527"/>
                <a:gd name="csX16" fmla="*/ 121293 w 161801"/>
                <a:gd name="csY16" fmla="*/ 12181 h 103527"/>
                <a:gd name="csX17" fmla="*/ 82480 w 161801"/>
                <a:gd name="csY17" fmla="*/ 28185 h 103527"/>
                <a:gd name="csX18" fmla="*/ 40509 w 161801"/>
                <a:gd name="csY18" fmla="*/ 45641 h 103527"/>
                <a:gd name="csX19" fmla="*/ 0 w 161801"/>
                <a:gd name="csY19" fmla="*/ 6120 h 103527"/>
                <a:gd name="csX20" fmla="*/ 3394 w 161801"/>
                <a:gd name="csY20" fmla="*/ -1152 h 103527"/>
                <a:gd name="csX21" fmla="*/ 6796 w 161801"/>
                <a:gd name="csY21" fmla="*/ 4423 h 103527"/>
                <a:gd name="csX22" fmla="*/ 40509 w 161801"/>
                <a:gd name="csY22" fmla="*/ 32064 h 103527"/>
                <a:gd name="csX23" fmla="*/ 79329 w 161801"/>
                <a:gd name="csY23" fmla="*/ 16061 h 103527"/>
                <a:gd name="csX24" fmla="*/ 121293 w 161801"/>
                <a:gd name="csY24" fmla="*/ -1396 h 103527"/>
                <a:gd name="csX25" fmla="*/ 161801 w 161801"/>
                <a:gd name="csY25" fmla="*/ 37883 h 10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61801" h="103527">
                  <a:moveTo>
                    <a:pt x="161801" y="94618"/>
                  </a:moveTo>
                  <a:cubicBezTo>
                    <a:pt x="161801" y="99706"/>
                    <a:pt x="160105" y="101889"/>
                    <a:pt x="158407" y="101889"/>
                  </a:cubicBezTo>
                  <a:cubicBezTo>
                    <a:pt x="157441" y="101889"/>
                    <a:pt x="155257" y="100922"/>
                    <a:pt x="155013" y="95347"/>
                  </a:cubicBezTo>
                  <a:cubicBezTo>
                    <a:pt x="154040" y="78613"/>
                    <a:pt x="137061" y="68673"/>
                    <a:pt x="121293" y="68673"/>
                  </a:cubicBezTo>
                  <a:cubicBezTo>
                    <a:pt x="107221" y="68673"/>
                    <a:pt x="95098" y="76187"/>
                    <a:pt x="82480" y="84676"/>
                  </a:cubicBezTo>
                  <a:cubicBezTo>
                    <a:pt x="69383" y="93408"/>
                    <a:pt x="56278" y="102132"/>
                    <a:pt x="40509" y="102132"/>
                  </a:cubicBezTo>
                  <a:cubicBezTo>
                    <a:pt x="17953" y="102132"/>
                    <a:pt x="0" y="84920"/>
                    <a:pt x="0" y="62611"/>
                  </a:cubicBezTo>
                  <a:cubicBezTo>
                    <a:pt x="0" y="57279"/>
                    <a:pt x="1941" y="55339"/>
                    <a:pt x="3394" y="55339"/>
                  </a:cubicBezTo>
                  <a:cubicBezTo>
                    <a:pt x="5822" y="55339"/>
                    <a:pt x="6796" y="59948"/>
                    <a:pt x="6796" y="60914"/>
                  </a:cubicBezTo>
                  <a:cubicBezTo>
                    <a:pt x="8006" y="81283"/>
                    <a:pt x="27900" y="88555"/>
                    <a:pt x="40509" y="88555"/>
                  </a:cubicBezTo>
                  <a:cubicBezTo>
                    <a:pt x="54581" y="88555"/>
                    <a:pt x="66712" y="81041"/>
                    <a:pt x="79329" y="72552"/>
                  </a:cubicBezTo>
                  <a:cubicBezTo>
                    <a:pt x="92427" y="63827"/>
                    <a:pt x="105524" y="55095"/>
                    <a:pt x="121293" y="55095"/>
                  </a:cubicBezTo>
                  <a:cubicBezTo>
                    <a:pt x="143856" y="55095"/>
                    <a:pt x="161801" y="72309"/>
                    <a:pt x="161801" y="94618"/>
                  </a:cubicBezTo>
                  <a:close/>
                  <a:moveTo>
                    <a:pt x="161801" y="37883"/>
                  </a:moveTo>
                  <a:cubicBezTo>
                    <a:pt x="161801" y="44911"/>
                    <a:pt x="158895" y="45397"/>
                    <a:pt x="158407" y="45397"/>
                  </a:cubicBezTo>
                  <a:cubicBezTo>
                    <a:pt x="157441" y="45397"/>
                    <a:pt x="155257" y="44188"/>
                    <a:pt x="155013" y="38849"/>
                  </a:cubicBezTo>
                  <a:cubicBezTo>
                    <a:pt x="154040" y="22123"/>
                    <a:pt x="137061" y="12181"/>
                    <a:pt x="121293" y="12181"/>
                  </a:cubicBezTo>
                  <a:cubicBezTo>
                    <a:pt x="107221" y="12181"/>
                    <a:pt x="95098" y="19697"/>
                    <a:pt x="82480" y="28185"/>
                  </a:cubicBezTo>
                  <a:cubicBezTo>
                    <a:pt x="69383" y="36909"/>
                    <a:pt x="56278" y="45641"/>
                    <a:pt x="40509" y="45641"/>
                  </a:cubicBezTo>
                  <a:cubicBezTo>
                    <a:pt x="17953" y="45641"/>
                    <a:pt x="0" y="28429"/>
                    <a:pt x="0" y="6120"/>
                  </a:cubicBezTo>
                  <a:cubicBezTo>
                    <a:pt x="0" y="788"/>
                    <a:pt x="1941" y="-1152"/>
                    <a:pt x="3394" y="-1152"/>
                  </a:cubicBezTo>
                  <a:cubicBezTo>
                    <a:pt x="5822" y="-1152"/>
                    <a:pt x="6796" y="3458"/>
                    <a:pt x="6796" y="4423"/>
                  </a:cubicBezTo>
                  <a:cubicBezTo>
                    <a:pt x="8006" y="24792"/>
                    <a:pt x="27900" y="32064"/>
                    <a:pt x="40509" y="32064"/>
                  </a:cubicBezTo>
                  <a:cubicBezTo>
                    <a:pt x="54581" y="32064"/>
                    <a:pt x="66712" y="24549"/>
                    <a:pt x="79329" y="16061"/>
                  </a:cubicBezTo>
                  <a:cubicBezTo>
                    <a:pt x="92427" y="7337"/>
                    <a:pt x="105524" y="-1396"/>
                    <a:pt x="121293" y="-1396"/>
                  </a:cubicBezTo>
                  <a:cubicBezTo>
                    <a:pt x="144337" y="-1396"/>
                    <a:pt x="161801" y="16547"/>
                    <a:pt x="161801" y="37883"/>
                  </a:cubicBezTo>
                  <a:close/>
                </a:path>
              </a:pathLst>
            </a:custGeom>
            <a:solidFill>
              <a:srgbClr val="000000"/>
            </a:solidFill>
            <a:ln w="27807" cap="flat">
              <a:noFill/>
              <a:prstDash val="solid"/>
              <a:miter/>
            </a:ln>
          </p:spPr>
          <p:txBody>
            <a:bodyPr/>
            <a:lstStyle/>
            <a:p>
              <a:endParaRPr lang="en-GB"/>
            </a:p>
          </p:txBody>
        </p:sp>
        <p:sp>
          <p:nvSpPr>
            <p:cNvPr id="383" name="Freeform: Shape 382">
              <a:extLst>
                <a:ext uri="{FF2B5EF4-FFF2-40B4-BE49-F238E27FC236}">
                  <a16:creationId xmlns:a16="http://schemas.microsoft.com/office/drawing/2014/main" id="{BFE6F6D4-52BF-B5BB-1E99-BEA8891B7092}"/>
                </a:ext>
              </a:extLst>
            </p:cNvPr>
            <p:cNvSpPr/>
            <p:nvPr>
              <p:custDataLst>
                <p:tags r:id="rId23"/>
              </p:custDataLst>
            </p:nvPr>
          </p:nvSpPr>
          <p:spPr>
            <a:xfrm flipV="1">
              <a:off x="10018722" y="-19342367"/>
              <a:ext cx="102129" cy="166802"/>
            </a:xfrm>
            <a:custGeom>
              <a:avLst/>
              <a:gdLst>
                <a:gd name="csX0" fmla="*/ 102130 w 102129"/>
                <a:gd name="csY0" fmla="*/ 81518 h 166802"/>
                <a:gd name="csX1" fmla="*/ 92427 w 102129"/>
                <a:gd name="csY1" fmla="*/ 138253 h 166802"/>
                <a:gd name="csX2" fmla="*/ 51187 w 102129"/>
                <a:gd name="csY2" fmla="*/ 165406 h 166802"/>
                <a:gd name="csX3" fmla="*/ 8981 w 102129"/>
                <a:gd name="csY3" fmla="*/ 136556 h 166802"/>
                <a:gd name="csX4" fmla="*/ 0 w 102129"/>
                <a:gd name="csY4" fmla="*/ 81518 h 166802"/>
                <a:gd name="csX5" fmla="*/ 10921 w 102129"/>
                <a:gd name="csY5" fmla="*/ 23087 h 166802"/>
                <a:gd name="csX6" fmla="*/ 50943 w 102129"/>
                <a:gd name="csY6" fmla="*/ -1397 h 166802"/>
                <a:gd name="csX7" fmla="*/ 93157 w 102129"/>
                <a:gd name="csY7" fmla="*/ 26722 h 166802"/>
                <a:gd name="csX8" fmla="*/ 102130 w 102129"/>
                <a:gd name="csY8" fmla="*/ 81518 h 166802"/>
                <a:gd name="csX9" fmla="*/ 50943 w 102129"/>
                <a:gd name="csY9" fmla="*/ 3935 h 166802"/>
                <a:gd name="csX10" fmla="*/ 22800 w 102129"/>
                <a:gd name="csY10" fmla="*/ 33272 h 166802"/>
                <a:gd name="csX11" fmla="*/ 20137 w 102129"/>
                <a:gd name="csY11" fmla="*/ 84431 h 166802"/>
                <a:gd name="csX12" fmla="*/ 22077 w 102129"/>
                <a:gd name="csY12" fmla="*/ 129042 h 166802"/>
                <a:gd name="csX13" fmla="*/ 50943 w 102129"/>
                <a:gd name="csY13" fmla="*/ 160074 h 166802"/>
                <a:gd name="csX14" fmla="*/ 79566 w 102129"/>
                <a:gd name="csY14" fmla="*/ 131712 h 166802"/>
                <a:gd name="csX15" fmla="*/ 81993 w 102129"/>
                <a:gd name="csY15" fmla="*/ 84431 h 166802"/>
                <a:gd name="csX16" fmla="*/ 79329 w 102129"/>
                <a:gd name="csY16" fmla="*/ 34238 h 166802"/>
                <a:gd name="csX17" fmla="*/ 50943 w 102129"/>
                <a:gd name="csY17" fmla="*/ 3935 h 166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02129" h="166802">
                  <a:moveTo>
                    <a:pt x="102130" y="81518"/>
                  </a:moveTo>
                  <a:cubicBezTo>
                    <a:pt x="102130" y="100914"/>
                    <a:pt x="100920" y="120310"/>
                    <a:pt x="92427" y="138253"/>
                  </a:cubicBezTo>
                  <a:cubicBezTo>
                    <a:pt x="81270" y="161527"/>
                    <a:pt x="61377" y="165406"/>
                    <a:pt x="51187" y="165406"/>
                  </a:cubicBezTo>
                  <a:cubicBezTo>
                    <a:pt x="36628" y="165406"/>
                    <a:pt x="18919" y="159109"/>
                    <a:pt x="8981" y="136556"/>
                  </a:cubicBezTo>
                  <a:cubicBezTo>
                    <a:pt x="1218" y="119830"/>
                    <a:pt x="0" y="100914"/>
                    <a:pt x="0" y="81518"/>
                  </a:cubicBezTo>
                  <a:cubicBezTo>
                    <a:pt x="0" y="63339"/>
                    <a:pt x="974" y="41517"/>
                    <a:pt x="10921" y="23087"/>
                  </a:cubicBezTo>
                  <a:cubicBezTo>
                    <a:pt x="21347" y="3448"/>
                    <a:pt x="39056" y="-1397"/>
                    <a:pt x="50943" y="-1397"/>
                  </a:cubicBezTo>
                  <a:cubicBezTo>
                    <a:pt x="64041" y="-1397"/>
                    <a:pt x="82481" y="3691"/>
                    <a:pt x="93157" y="26722"/>
                  </a:cubicBezTo>
                  <a:cubicBezTo>
                    <a:pt x="100920" y="43456"/>
                    <a:pt x="102130" y="62366"/>
                    <a:pt x="102130" y="81518"/>
                  </a:cubicBezTo>
                  <a:close/>
                  <a:moveTo>
                    <a:pt x="50943" y="3935"/>
                  </a:moveTo>
                  <a:cubicBezTo>
                    <a:pt x="41484" y="3935"/>
                    <a:pt x="27169" y="9998"/>
                    <a:pt x="22800" y="33272"/>
                  </a:cubicBezTo>
                  <a:cubicBezTo>
                    <a:pt x="20137" y="47822"/>
                    <a:pt x="20137" y="70124"/>
                    <a:pt x="20137" y="84431"/>
                  </a:cubicBezTo>
                  <a:cubicBezTo>
                    <a:pt x="20137" y="99948"/>
                    <a:pt x="20137" y="115951"/>
                    <a:pt x="22077" y="129042"/>
                  </a:cubicBezTo>
                  <a:cubicBezTo>
                    <a:pt x="26689" y="157892"/>
                    <a:pt x="44877" y="160074"/>
                    <a:pt x="50943" y="160074"/>
                  </a:cubicBezTo>
                  <a:cubicBezTo>
                    <a:pt x="58949" y="160074"/>
                    <a:pt x="74961" y="155708"/>
                    <a:pt x="79566" y="131712"/>
                  </a:cubicBezTo>
                  <a:cubicBezTo>
                    <a:pt x="81993" y="118135"/>
                    <a:pt x="81993" y="99705"/>
                    <a:pt x="81993" y="84431"/>
                  </a:cubicBezTo>
                  <a:cubicBezTo>
                    <a:pt x="81993" y="66245"/>
                    <a:pt x="81993" y="49762"/>
                    <a:pt x="79329" y="34238"/>
                  </a:cubicBezTo>
                  <a:cubicBezTo>
                    <a:pt x="75684" y="11207"/>
                    <a:pt x="61864" y="3935"/>
                    <a:pt x="50943" y="3935"/>
                  </a:cubicBezTo>
                  <a:close/>
                </a:path>
              </a:pathLst>
            </a:custGeom>
            <a:solidFill>
              <a:srgbClr val="000000"/>
            </a:solidFill>
            <a:ln w="27807" cap="flat">
              <a:noFill/>
              <a:prstDash val="solid"/>
              <a:miter/>
            </a:ln>
          </p:spPr>
          <p:txBody>
            <a:bodyPr/>
            <a:lstStyle/>
            <a:p>
              <a:endParaRPr lang="en-GB"/>
            </a:p>
          </p:txBody>
        </p:sp>
        <p:sp>
          <p:nvSpPr>
            <p:cNvPr id="384" name="Freeform: Shape 383">
              <a:extLst>
                <a:ext uri="{FF2B5EF4-FFF2-40B4-BE49-F238E27FC236}">
                  <a16:creationId xmlns:a16="http://schemas.microsoft.com/office/drawing/2014/main" id="{681D2017-DC68-9E7D-8315-38EF8C05545D}"/>
                </a:ext>
              </a:extLst>
            </p:cNvPr>
            <p:cNvSpPr/>
            <p:nvPr>
              <p:custDataLst>
                <p:tags r:id="rId24"/>
              </p:custDataLst>
            </p:nvPr>
          </p:nvSpPr>
          <p:spPr>
            <a:xfrm flipV="1">
              <a:off x="10151424" y="-19206596"/>
              <a:ext cx="25715" cy="25700"/>
            </a:xfrm>
            <a:custGeom>
              <a:avLst/>
              <a:gdLst>
                <a:gd name="csX0" fmla="*/ 25715 w 25715"/>
                <a:gd name="csY0" fmla="*/ 11456 h 25700"/>
                <a:gd name="csX1" fmla="*/ 12861 w 25715"/>
                <a:gd name="csY1" fmla="*/ 24309 h 25700"/>
                <a:gd name="csX2" fmla="*/ 0 w 25715"/>
                <a:gd name="csY2" fmla="*/ 11456 h 25700"/>
                <a:gd name="csX3" fmla="*/ 12861 w 25715"/>
                <a:gd name="csY3" fmla="*/ -1391 h 25700"/>
                <a:gd name="csX4" fmla="*/ 25715 w 25715"/>
                <a:gd name="csY4" fmla="*/ 11456 h 25700"/>
              </a:gdLst>
              <a:ahLst/>
              <a:cxnLst>
                <a:cxn ang="0">
                  <a:pos x="csX0" y="csY0"/>
                </a:cxn>
                <a:cxn ang="0">
                  <a:pos x="csX1" y="csY1"/>
                </a:cxn>
                <a:cxn ang="0">
                  <a:pos x="csX2" y="csY2"/>
                </a:cxn>
                <a:cxn ang="0">
                  <a:pos x="csX3" y="csY3"/>
                </a:cxn>
                <a:cxn ang="0">
                  <a:pos x="csX4" y="csY4"/>
                </a:cxn>
              </a:cxnLst>
              <a:rect l="l" t="t" r="r" b="b"/>
              <a:pathLst>
                <a:path w="25715" h="25700">
                  <a:moveTo>
                    <a:pt x="25715" y="11456"/>
                  </a:moveTo>
                  <a:cubicBezTo>
                    <a:pt x="25715" y="18492"/>
                    <a:pt x="19893" y="24309"/>
                    <a:pt x="12861" y="24309"/>
                  </a:cubicBezTo>
                  <a:cubicBezTo>
                    <a:pt x="5822" y="24309"/>
                    <a:pt x="0" y="18492"/>
                    <a:pt x="0" y="11456"/>
                  </a:cubicBezTo>
                  <a:cubicBezTo>
                    <a:pt x="0" y="4428"/>
                    <a:pt x="5822" y="-1391"/>
                    <a:pt x="12861" y="-1391"/>
                  </a:cubicBezTo>
                  <a:cubicBezTo>
                    <a:pt x="19893" y="-1391"/>
                    <a:pt x="25715" y="4428"/>
                    <a:pt x="25715" y="11456"/>
                  </a:cubicBezTo>
                  <a:close/>
                </a:path>
              </a:pathLst>
            </a:custGeom>
            <a:solidFill>
              <a:srgbClr val="000000"/>
            </a:solidFill>
            <a:ln w="27807" cap="flat">
              <a:noFill/>
              <a:prstDash val="solid"/>
              <a:miter/>
            </a:ln>
          </p:spPr>
          <p:txBody>
            <a:bodyPr/>
            <a:lstStyle/>
            <a:p>
              <a:endParaRPr lang="en-GB"/>
            </a:p>
          </p:txBody>
        </p:sp>
        <p:sp>
          <p:nvSpPr>
            <p:cNvPr id="385" name="Freeform: Shape 384">
              <a:extLst>
                <a:ext uri="{FF2B5EF4-FFF2-40B4-BE49-F238E27FC236}">
                  <a16:creationId xmlns:a16="http://schemas.microsoft.com/office/drawing/2014/main" id="{4C2727BE-1C3C-38D0-8CF7-96A340DBFD51}"/>
                </a:ext>
              </a:extLst>
            </p:cNvPr>
            <p:cNvSpPr/>
            <p:nvPr>
              <p:custDataLst>
                <p:tags r:id="rId25"/>
              </p:custDataLst>
            </p:nvPr>
          </p:nvSpPr>
          <p:spPr>
            <a:xfrm flipV="1">
              <a:off x="10207432" y="-19342367"/>
              <a:ext cx="465322" cy="166802"/>
            </a:xfrm>
            <a:custGeom>
              <a:avLst/>
              <a:gdLst>
                <a:gd name="csX0" fmla="*/ 102130 w 465322"/>
                <a:gd name="csY0" fmla="*/ 81518 h 166802"/>
                <a:gd name="csX1" fmla="*/ 92427 w 465322"/>
                <a:gd name="csY1" fmla="*/ 138253 h 166802"/>
                <a:gd name="csX2" fmla="*/ 51187 w 465322"/>
                <a:gd name="csY2" fmla="*/ 165406 h 166802"/>
                <a:gd name="csX3" fmla="*/ 8980 w 465322"/>
                <a:gd name="csY3" fmla="*/ 136556 h 166802"/>
                <a:gd name="csX4" fmla="*/ 0 w 465322"/>
                <a:gd name="csY4" fmla="*/ 81518 h 166802"/>
                <a:gd name="csX5" fmla="*/ 10921 w 465322"/>
                <a:gd name="csY5" fmla="*/ 23087 h 166802"/>
                <a:gd name="csX6" fmla="*/ 50943 w 465322"/>
                <a:gd name="csY6" fmla="*/ -1397 h 166802"/>
                <a:gd name="csX7" fmla="*/ 93157 w 465322"/>
                <a:gd name="csY7" fmla="*/ 26722 h 166802"/>
                <a:gd name="csX8" fmla="*/ 102130 w 465322"/>
                <a:gd name="csY8" fmla="*/ 81518 h 166802"/>
                <a:gd name="csX9" fmla="*/ 50943 w 465322"/>
                <a:gd name="csY9" fmla="*/ 3935 h 166802"/>
                <a:gd name="csX10" fmla="*/ 22800 w 465322"/>
                <a:gd name="csY10" fmla="*/ 33272 h 166802"/>
                <a:gd name="csX11" fmla="*/ 20137 w 465322"/>
                <a:gd name="csY11" fmla="*/ 84431 h 166802"/>
                <a:gd name="csX12" fmla="*/ 22077 w 465322"/>
                <a:gd name="csY12" fmla="*/ 129042 h 166802"/>
                <a:gd name="csX13" fmla="*/ 50943 w 465322"/>
                <a:gd name="csY13" fmla="*/ 160074 h 166802"/>
                <a:gd name="csX14" fmla="*/ 79565 w 465322"/>
                <a:gd name="csY14" fmla="*/ 131712 h 166802"/>
                <a:gd name="csX15" fmla="*/ 81993 w 465322"/>
                <a:gd name="csY15" fmla="*/ 84431 h 166802"/>
                <a:gd name="csX16" fmla="*/ 79329 w 465322"/>
                <a:gd name="csY16" fmla="*/ 34238 h 166802"/>
                <a:gd name="csX17" fmla="*/ 50943 w 465322"/>
                <a:gd name="csY17" fmla="*/ 3935 h 166802"/>
                <a:gd name="csX18" fmla="*/ 223437 w 465322"/>
                <a:gd name="csY18" fmla="*/ 81518 h 166802"/>
                <a:gd name="csX19" fmla="*/ 213734 w 465322"/>
                <a:gd name="csY19" fmla="*/ 138253 h 166802"/>
                <a:gd name="csX20" fmla="*/ 172494 w 465322"/>
                <a:gd name="csY20" fmla="*/ 165406 h 166802"/>
                <a:gd name="csX21" fmla="*/ 130288 w 465322"/>
                <a:gd name="csY21" fmla="*/ 136556 h 166802"/>
                <a:gd name="csX22" fmla="*/ 121308 w 465322"/>
                <a:gd name="csY22" fmla="*/ 81518 h 166802"/>
                <a:gd name="csX23" fmla="*/ 132228 w 465322"/>
                <a:gd name="csY23" fmla="*/ 23087 h 166802"/>
                <a:gd name="csX24" fmla="*/ 172251 w 465322"/>
                <a:gd name="csY24" fmla="*/ -1397 h 166802"/>
                <a:gd name="csX25" fmla="*/ 214465 w 465322"/>
                <a:gd name="csY25" fmla="*/ 26722 h 166802"/>
                <a:gd name="csX26" fmla="*/ 223437 w 465322"/>
                <a:gd name="csY26" fmla="*/ 81518 h 166802"/>
                <a:gd name="csX27" fmla="*/ 172251 w 465322"/>
                <a:gd name="csY27" fmla="*/ 3935 h 166802"/>
                <a:gd name="csX28" fmla="*/ 144108 w 465322"/>
                <a:gd name="csY28" fmla="*/ 33272 h 166802"/>
                <a:gd name="csX29" fmla="*/ 141444 w 465322"/>
                <a:gd name="csY29" fmla="*/ 84431 h 166802"/>
                <a:gd name="csX30" fmla="*/ 143385 w 465322"/>
                <a:gd name="csY30" fmla="*/ 129042 h 166802"/>
                <a:gd name="csX31" fmla="*/ 172251 w 465322"/>
                <a:gd name="csY31" fmla="*/ 160074 h 166802"/>
                <a:gd name="csX32" fmla="*/ 200873 w 465322"/>
                <a:gd name="csY32" fmla="*/ 131712 h 166802"/>
                <a:gd name="csX33" fmla="*/ 203301 w 465322"/>
                <a:gd name="csY33" fmla="*/ 84431 h 166802"/>
                <a:gd name="csX34" fmla="*/ 200637 w 465322"/>
                <a:gd name="csY34" fmla="*/ 34238 h 166802"/>
                <a:gd name="csX35" fmla="*/ 172251 w 465322"/>
                <a:gd name="csY35" fmla="*/ 3935 h 166802"/>
                <a:gd name="csX36" fmla="*/ 263961 w 465322"/>
                <a:gd name="csY36" fmla="*/ 22600 h 166802"/>
                <a:gd name="csX37" fmla="*/ 289678 w 465322"/>
                <a:gd name="csY37" fmla="*/ 47578 h 166802"/>
                <a:gd name="csX38" fmla="*/ 342073 w 465322"/>
                <a:gd name="csY38" fmla="*/ 118369 h 166802"/>
                <a:gd name="csX39" fmla="*/ 290652 w 465322"/>
                <a:gd name="csY39" fmla="*/ 165406 h 166802"/>
                <a:gd name="csX40" fmla="*/ 245285 w 465322"/>
                <a:gd name="csY40" fmla="*/ 121526 h 166802"/>
                <a:gd name="csX41" fmla="*/ 258141 w 465322"/>
                <a:gd name="csY41" fmla="*/ 107950 h 166802"/>
                <a:gd name="csX42" fmla="*/ 270759 w 465322"/>
                <a:gd name="csY42" fmla="*/ 120797 h 166802"/>
                <a:gd name="csX43" fmla="*/ 257898 w 465322"/>
                <a:gd name="csY43" fmla="*/ 133407 h 166802"/>
                <a:gd name="csX44" fmla="*/ 254747 w 465322"/>
                <a:gd name="csY44" fmla="*/ 133164 h 166802"/>
                <a:gd name="csX45" fmla="*/ 287494 w 465322"/>
                <a:gd name="csY45" fmla="*/ 157892 h 166802"/>
                <a:gd name="csX46" fmla="*/ 320004 w 465322"/>
                <a:gd name="csY46" fmla="*/ 118369 h 166802"/>
                <a:gd name="csX47" fmla="*/ 294532 w 465322"/>
                <a:gd name="csY47" fmla="*/ 64792 h 166802"/>
                <a:gd name="csX48" fmla="*/ 247949 w 465322"/>
                <a:gd name="csY48" fmla="*/ 12902 h 166802"/>
                <a:gd name="csX49" fmla="*/ 245285 w 465322"/>
                <a:gd name="csY49" fmla="*/ 3935 h 166802"/>
                <a:gd name="csX50" fmla="*/ 335286 w 465322"/>
                <a:gd name="csY50" fmla="*/ 3935 h 166802"/>
                <a:gd name="csX51" fmla="*/ 342073 w 465322"/>
                <a:gd name="csY51" fmla="*/ 46118 h 166802"/>
                <a:gd name="csX52" fmla="*/ 336009 w 465322"/>
                <a:gd name="csY52" fmla="*/ 46118 h 166802"/>
                <a:gd name="csX53" fmla="*/ 330674 w 465322"/>
                <a:gd name="csY53" fmla="*/ 24540 h 166802"/>
                <a:gd name="csX54" fmla="*/ 307628 w 465322"/>
                <a:gd name="csY54" fmla="*/ 22600 h 166802"/>
                <a:gd name="csX55" fmla="*/ 263961 w 465322"/>
                <a:gd name="csY55" fmla="*/ 22600 h 166802"/>
                <a:gd name="csX56" fmla="*/ 424812 w 465322"/>
                <a:gd name="csY56" fmla="*/ 89276 h 166802"/>
                <a:gd name="csX57" fmla="*/ 458776 w 465322"/>
                <a:gd name="csY57" fmla="*/ 131946 h 166802"/>
                <a:gd name="csX58" fmla="*/ 414135 w 465322"/>
                <a:gd name="csY58" fmla="*/ 165406 h 166802"/>
                <a:gd name="csX59" fmla="*/ 371199 w 465322"/>
                <a:gd name="csY59" fmla="*/ 132433 h 166802"/>
                <a:gd name="csX60" fmla="*/ 383572 w 465322"/>
                <a:gd name="csY60" fmla="*/ 119830 h 166802"/>
                <a:gd name="csX61" fmla="*/ 395946 w 465322"/>
                <a:gd name="csY61" fmla="*/ 132190 h 166802"/>
                <a:gd name="csX62" fmla="*/ 380901 w 465322"/>
                <a:gd name="csY62" fmla="*/ 144315 h 166802"/>
                <a:gd name="csX63" fmla="*/ 413168 w 465322"/>
                <a:gd name="csY63" fmla="*/ 159345 h 166802"/>
                <a:gd name="csX64" fmla="*/ 436455 w 465322"/>
                <a:gd name="csY64" fmla="*/ 132190 h 166802"/>
                <a:gd name="csX65" fmla="*/ 429668 w 465322"/>
                <a:gd name="csY65" fmla="*/ 104549 h 166802"/>
                <a:gd name="csX66" fmla="*/ 408077 w 465322"/>
                <a:gd name="csY66" fmla="*/ 91945 h 166802"/>
                <a:gd name="csX67" fmla="*/ 398611 w 465322"/>
                <a:gd name="csY67" fmla="*/ 91216 h 166802"/>
                <a:gd name="csX68" fmla="*/ 394972 w 465322"/>
                <a:gd name="csY68" fmla="*/ 88310 h 166802"/>
                <a:gd name="csX69" fmla="*/ 400795 w 465322"/>
                <a:gd name="csY69" fmla="*/ 85641 h 166802"/>
                <a:gd name="csX70" fmla="*/ 411471 w 465322"/>
                <a:gd name="csY70" fmla="*/ 85641 h 166802"/>
                <a:gd name="csX71" fmla="*/ 440336 w 465322"/>
                <a:gd name="csY71" fmla="*/ 45396 h 166802"/>
                <a:gd name="csX72" fmla="*/ 412925 w 465322"/>
                <a:gd name="csY72" fmla="*/ 5388 h 166802"/>
                <a:gd name="csX73" fmla="*/ 375809 w 465322"/>
                <a:gd name="csY73" fmla="*/ 23818 h 166802"/>
                <a:gd name="csX74" fmla="*/ 391821 w 465322"/>
                <a:gd name="csY74" fmla="*/ 37151 h 166802"/>
                <a:gd name="csX75" fmla="*/ 378237 w 465322"/>
                <a:gd name="csY75" fmla="*/ 50728 h 166802"/>
                <a:gd name="csX76" fmla="*/ 364653 w 465322"/>
                <a:gd name="csY76" fmla="*/ 36664 h 166802"/>
                <a:gd name="csX77" fmla="*/ 413656 w 465322"/>
                <a:gd name="csY77" fmla="*/ -1397 h 166802"/>
                <a:gd name="csX78" fmla="*/ 465322 w 465322"/>
                <a:gd name="csY78" fmla="*/ 45396 h 166802"/>
                <a:gd name="csX79" fmla="*/ 424812 w 465322"/>
                <a:gd name="csY79" fmla="*/ 89276 h 166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Lst>
              <a:rect l="l" t="t" r="r" b="b"/>
              <a:pathLst>
                <a:path w="465322" h="166802">
                  <a:moveTo>
                    <a:pt x="102130" y="81518"/>
                  </a:moveTo>
                  <a:cubicBezTo>
                    <a:pt x="102130" y="100914"/>
                    <a:pt x="100920" y="120310"/>
                    <a:pt x="92427" y="138253"/>
                  </a:cubicBezTo>
                  <a:cubicBezTo>
                    <a:pt x="81270" y="161527"/>
                    <a:pt x="61377" y="165406"/>
                    <a:pt x="51187" y="165406"/>
                  </a:cubicBezTo>
                  <a:cubicBezTo>
                    <a:pt x="36628" y="165406"/>
                    <a:pt x="18919" y="159109"/>
                    <a:pt x="8980" y="136556"/>
                  </a:cubicBezTo>
                  <a:cubicBezTo>
                    <a:pt x="1218" y="119830"/>
                    <a:pt x="0" y="100914"/>
                    <a:pt x="0" y="81518"/>
                  </a:cubicBezTo>
                  <a:cubicBezTo>
                    <a:pt x="0" y="63339"/>
                    <a:pt x="974" y="41517"/>
                    <a:pt x="10921" y="23087"/>
                  </a:cubicBezTo>
                  <a:cubicBezTo>
                    <a:pt x="21347" y="3448"/>
                    <a:pt x="39056" y="-1397"/>
                    <a:pt x="50943" y="-1397"/>
                  </a:cubicBezTo>
                  <a:cubicBezTo>
                    <a:pt x="64041" y="-1397"/>
                    <a:pt x="82480" y="3691"/>
                    <a:pt x="93157" y="26722"/>
                  </a:cubicBezTo>
                  <a:cubicBezTo>
                    <a:pt x="100920" y="43456"/>
                    <a:pt x="102130" y="62366"/>
                    <a:pt x="102130" y="81518"/>
                  </a:cubicBezTo>
                  <a:close/>
                  <a:moveTo>
                    <a:pt x="50943" y="3935"/>
                  </a:moveTo>
                  <a:cubicBezTo>
                    <a:pt x="41483" y="3935"/>
                    <a:pt x="27169" y="9998"/>
                    <a:pt x="22800" y="33272"/>
                  </a:cubicBezTo>
                  <a:cubicBezTo>
                    <a:pt x="20137" y="47822"/>
                    <a:pt x="20137" y="70124"/>
                    <a:pt x="20137" y="84431"/>
                  </a:cubicBezTo>
                  <a:cubicBezTo>
                    <a:pt x="20137" y="99948"/>
                    <a:pt x="20137" y="115951"/>
                    <a:pt x="22077" y="129042"/>
                  </a:cubicBezTo>
                  <a:cubicBezTo>
                    <a:pt x="26689" y="157892"/>
                    <a:pt x="44877" y="160074"/>
                    <a:pt x="50943" y="160074"/>
                  </a:cubicBezTo>
                  <a:cubicBezTo>
                    <a:pt x="58949" y="160074"/>
                    <a:pt x="74961" y="155708"/>
                    <a:pt x="79565" y="131712"/>
                  </a:cubicBezTo>
                  <a:cubicBezTo>
                    <a:pt x="81993" y="118135"/>
                    <a:pt x="81993" y="99705"/>
                    <a:pt x="81993" y="84431"/>
                  </a:cubicBezTo>
                  <a:cubicBezTo>
                    <a:pt x="81993" y="66245"/>
                    <a:pt x="81993" y="49762"/>
                    <a:pt x="79329" y="34238"/>
                  </a:cubicBezTo>
                  <a:cubicBezTo>
                    <a:pt x="75684" y="11207"/>
                    <a:pt x="61864" y="3935"/>
                    <a:pt x="50943" y="3935"/>
                  </a:cubicBezTo>
                  <a:close/>
                  <a:moveTo>
                    <a:pt x="223437" y="81518"/>
                  </a:moveTo>
                  <a:cubicBezTo>
                    <a:pt x="223437" y="100914"/>
                    <a:pt x="222227" y="120310"/>
                    <a:pt x="213734" y="138253"/>
                  </a:cubicBezTo>
                  <a:cubicBezTo>
                    <a:pt x="202578" y="161527"/>
                    <a:pt x="182684" y="165406"/>
                    <a:pt x="172494" y="165406"/>
                  </a:cubicBezTo>
                  <a:cubicBezTo>
                    <a:pt x="157936" y="165406"/>
                    <a:pt x="140227" y="159109"/>
                    <a:pt x="130288" y="136556"/>
                  </a:cubicBezTo>
                  <a:cubicBezTo>
                    <a:pt x="122525" y="119830"/>
                    <a:pt x="121308" y="100914"/>
                    <a:pt x="121308" y="81518"/>
                  </a:cubicBezTo>
                  <a:cubicBezTo>
                    <a:pt x="121308" y="63339"/>
                    <a:pt x="122281" y="41517"/>
                    <a:pt x="132228" y="23087"/>
                  </a:cubicBezTo>
                  <a:cubicBezTo>
                    <a:pt x="142654" y="3448"/>
                    <a:pt x="160363" y="-1397"/>
                    <a:pt x="172251" y="-1397"/>
                  </a:cubicBezTo>
                  <a:cubicBezTo>
                    <a:pt x="185348" y="-1397"/>
                    <a:pt x="203788" y="3691"/>
                    <a:pt x="214465" y="26722"/>
                  </a:cubicBezTo>
                  <a:cubicBezTo>
                    <a:pt x="222227" y="43456"/>
                    <a:pt x="223437" y="62366"/>
                    <a:pt x="223437" y="81518"/>
                  </a:cubicBezTo>
                  <a:close/>
                  <a:moveTo>
                    <a:pt x="172251" y="3935"/>
                  </a:moveTo>
                  <a:cubicBezTo>
                    <a:pt x="162791" y="3935"/>
                    <a:pt x="148476" y="9998"/>
                    <a:pt x="144108" y="33272"/>
                  </a:cubicBezTo>
                  <a:cubicBezTo>
                    <a:pt x="141444" y="47822"/>
                    <a:pt x="141444" y="70124"/>
                    <a:pt x="141444" y="84431"/>
                  </a:cubicBezTo>
                  <a:cubicBezTo>
                    <a:pt x="141444" y="99948"/>
                    <a:pt x="141444" y="115951"/>
                    <a:pt x="143385" y="129042"/>
                  </a:cubicBezTo>
                  <a:cubicBezTo>
                    <a:pt x="147997" y="157892"/>
                    <a:pt x="166185" y="160074"/>
                    <a:pt x="172251" y="160074"/>
                  </a:cubicBezTo>
                  <a:cubicBezTo>
                    <a:pt x="180257" y="160074"/>
                    <a:pt x="196269" y="155708"/>
                    <a:pt x="200873" y="131712"/>
                  </a:cubicBezTo>
                  <a:cubicBezTo>
                    <a:pt x="203301" y="118135"/>
                    <a:pt x="203301" y="99705"/>
                    <a:pt x="203301" y="84431"/>
                  </a:cubicBezTo>
                  <a:cubicBezTo>
                    <a:pt x="203301" y="66245"/>
                    <a:pt x="203301" y="49762"/>
                    <a:pt x="200637" y="34238"/>
                  </a:cubicBezTo>
                  <a:cubicBezTo>
                    <a:pt x="196991" y="11207"/>
                    <a:pt x="183172" y="3935"/>
                    <a:pt x="172251" y="3935"/>
                  </a:cubicBezTo>
                  <a:close/>
                  <a:moveTo>
                    <a:pt x="263961" y="22600"/>
                  </a:moveTo>
                  <a:lnTo>
                    <a:pt x="289678" y="47578"/>
                  </a:lnTo>
                  <a:cubicBezTo>
                    <a:pt x="327523" y="81038"/>
                    <a:pt x="342073" y="94129"/>
                    <a:pt x="342073" y="118369"/>
                  </a:cubicBezTo>
                  <a:cubicBezTo>
                    <a:pt x="342073" y="146010"/>
                    <a:pt x="320241" y="165406"/>
                    <a:pt x="290652" y="165406"/>
                  </a:cubicBezTo>
                  <a:cubicBezTo>
                    <a:pt x="263238" y="165406"/>
                    <a:pt x="245285" y="143106"/>
                    <a:pt x="245285" y="121526"/>
                  </a:cubicBezTo>
                  <a:cubicBezTo>
                    <a:pt x="245285" y="107950"/>
                    <a:pt x="257418" y="107950"/>
                    <a:pt x="258141" y="107950"/>
                  </a:cubicBezTo>
                  <a:cubicBezTo>
                    <a:pt x="262264" y="107950"/>
                    <a:pt x="270759" y="110855"/>
                    <a:pt x="270759" y="120797"/>
                  </a:cubicBezTo>
                  <a:cubicBezTo>
                    <a:pt x="270759" y="127102"/>
                    <a:pt x="266389" y="133407"/>
                    <a:pt x="257898" y="133407"/>
                  </a:cubicBezTo>
                  <a:cubicBezTo>
                    <a:pt x="255956" y="133407"/>
                    <a:pt x="255477" y="133407"/>
                    <a:pt x="254747" y="133164"/>
                  </a:cubicBezTo>
                  <a:cubicBezTo>
                    <a:pt x="260323" y="148923"/>
                    <a:pt x="273423" y="157892"/>
                    <a:pt x="287494" y="157892"/>
                  </a:cubicBezTo>
                  <a:cubicBezTo>
                    <a:pt x="309569" y="157892"/>
                    <a:pt x="320004" y="138253"/>
                    <a:pt x="320004" y="118369"/>
                  </a:cubicBezTo>
                  <a:cubicBezTo>
                    <a:pt x="320004" y="98974"/>
                    <a:pt x="307872" y="79822"/>
                    <a:pt x="294532" y="64792"/>
                  </a:cubicBezTo>
                  <a:lnTo>
                    <a:pt x="247949" y="12902"/>
                  </a:lnTo>
                  <a:cubicBezTo>
                    <a:pt x="245285" y="10240"/>
                    <a:pt x="245285" y="9754"/>
                    <a:pt x="245285" y="3935"/>
                  </a:cubicBezTo>
                  <a:lnTo>
                    <a:pt x="335286" y="3935"/>
                  </a:lnTo>
                  <a:lnTo>
                    <a:pt x="342073" y="46118"/>
                  </a:lnTo>
                  <a:lnTo>
                    <a:pt x="336009" y="46118"/>
                  </a:lnTo>
                  <a:cubicBezTo>
                    <a:pt x="334799" y="38848"/>
                    <a:pt x="333102" y="28183"/>
                    <a:pt x="330674" y="24540"/>
                  </a:cubicBezTo>
                  <a:cubicBezTo>
                    <a:pt x="328976" y="22600"/>
                    <a:pt x="312964" y="22600"/>
                    <a:pt x="307628" y="22600"/>
                  </a:cubicBezTo>
                  <a:lnTo>
                    <a:pt x="263961" y="22600"/>
                  </a:lnTo>
                  <a:close/>
                  <a:moveTo>
                    <a:pt x="424812" y="89276"/>
                  </a:moveTo>
                  <a:cubicBezTo>
                    <a:pt x="444706" y="95826"/>
                    <a:pt x="458776" y="112794"/>
                    <a:pt x="458776" y="131946"/>
                  </a:cubicBezTo>
                  <a:cubicBezTo>
                    <a:pt x="458776" y="151829"/>
                    <a:pt x="437429" y="165406"/>
                    <a:pt x="414135" y="165406"/>
                  </a:cubicBezTo>
                  <a:cubicBezTo>
                    <a:pt x="389637" y="165406"/>
                    <a:pt x="371199" y="150864"/>
                    <a:pt x="371199" y="132433"/>
                  </a:cubicBezTo>
                  <a:cubicBezTo>
                    <a:pt x="371199" y="124432"/>
                    <a:pt x="376540" y="119830"/>
                    <a:pt x="383572" y="119830"/>
                  </a:cubicBezTo>
                  <a:cubicBezTo>
                    <a:pt x="391090" y="119830"/>
                    <a:pt x="395946" y="125162"/>
                    <a:pt x="395946" y="132190"/>
                  </a:cubicBezTo>
                  <a:cubicBezTo>
                    <a:pt x="395946" y="144315"/>
                    <a:pt x="384547" y="144315"/>
                    <a:pt x="380901" y="144315"/>
                  </a:cubicBezTo>
                  <a:cubicBezTo>
                    <a:pt x="388428" y="156195"/>
                    <a:pt x="404431" y="159345"/>
                    <a:pt x="413168" y="159345"/>
                  </a:cubicBezTo>
                  <a:cubicBezTo>
                    <a:pt x="423114" y="159345"/>
                    <a:pt x="436455" y="154013"/>
                    <a:pt x="436455" y="132190"/>
                  </a:cubicBezTo>
                  <a:cubicBezTo>
                    <a:pt x="436455" y="129286"/>
                    <a:pt x="435968" y="115222"/>
                    <a:pt x="429668" y="104549"/>
                  </a:cubicBezTo>
                  <a:cubicBezTo>
                    <a:pt x="422384" y="92913"/>
                    <a:pt x="414135" y="92189"/>
                    <a:pt x="408077" y="91945"/>
                  </a:cubicBezTo>
                  <a:cubicBezTo>
                    <a:pt x="406136" y="91702"/>
                    <a:pt x="400315" y="91216"/>
                    <a:pt x="398611" y="91216"/>
                  </a:cubicBezTo>
                  <a:cubicBezTo>
                    <a:pt x="396670" y="90972"/>
                    <a:pt x="394972" y="90736"/>
                    <a:pt x="394972" y="88310"/>
                  </a:cubicBezTo>
                  <a:cubicBezTo>
                    <a:pt x="394972" y="85641"/>
                    <a:pt x="396670" y="85641"/>
                    <a:pt x="400795" y="85641"/>
                  </a:cubicBezTo>
                  <a:lnTo>
                    <a:pt x="411471" y="85641"/>
                  </a:lnTo>
                  <a:cubicBezTo>
                    <a:pt x="431365" y="85641"/>
                    <a:pt x="440336" y="69158"/>
                    <a:pt x="440336" y="45396"/>
                  </a:cubicBezTo>
                  <a:cubicBezTo>
                    <a:pt x="440336" y="12424"/>
                    <a:pt x="423601" y="5388"/>
                    <a:pt x="412925" y="5388"/>
                  </a:cubicBezTo>
                  <a:cubicBezTo>
                    <a:pt x="402492" y="5388"/>
                    <a:pt x="384304" y="9510"/>
                    <a:pt x="375809" y="23818"/>
                  </a:cubicBezTo>
                  <a:cubicBezTo>
                    <a:pt x="384304" y="22600"/>
                    <a:pt x="391821" y="27941"/>
                    <a:pt x="391821" y="37151"/>
                  </a:cubicBezTo>
                  <a:cubicBezTo>
                    <a:pt x="391821" y="45883"/>
                    <a:pt x="385270" y="50728"/>
                    <a:pt x="378237" y="50728"/>
                  </a:cubicBezTo>
                  <a:cubicBezTo>
                    <a:pt x="372416" y="50728"/>
                    <a:pt x="364653" y="47336"/>
                    <a:pt x="364653" y="36664"/>
                  </a:cubicBezTo>
                  <a:cubicBezTo>
                    <a:pt x="364653" y="14606"/>
                    <a:pt x="387211" y="-1397"/>
                    <a:pt x="413656" y="-1397"/>
                  </a:cubicBezTo>
                  <a:cubicBezTo>
                    <a:pt x="443252" y="-1397"/>
                    <a:pt x="465322" y="20661"/>
                    <a:pt x="465322" y="45396"/>
                  </a:cubicBezTo>
                  <a:cubicBezTo>
                    <a:pt x="465322" y="65279"/>
                    <a:pt x="450041" y="84188"/>
                    <a:pt x="424812" y="89276"/>
                  </a:cubicBezTo>
                  <a:close/>
                </a:path>
              </a:pathLst>
            </a:custGeom>
            <a:solidFill>
              <a:srgbClr val="000000"/>
            </a:solidFill>
            <a:ln w="27807" cap="flat">
              <a:noFill/>
              <a:prstDash val="solid"/>
              <a:miter/>
            </a:ln>
          </p:spPr>
          <p:txBody>
            <a:bodyPr/>
            <a:lstStyle/>
            <a:p>
              <a:endParaRPr lang="en-GB"/>
            </a:p>
          </p:txBody>
        </p:sp>
        <p:sp>
          <p:nvSpPr>
            <p:cNvPr id="386" name="Freeform: Shape 385">
              <a:extLst>
                <a:ext uri="{FF2B5EF4-FFF2-40B4-BE49-F238E27FC236}">
                  <a16:creationId xmlns:a16="http://schemas.microsoft.com/office/drawing/2014/main" id="{637F4969-BE6B-EA9A-8C5D-52534E60E279}"/>
                </a:ext>
              </a:extLst>
            </p:cNvPr>
            <p:cNvSpPr/>
            <p:nvPr>
              <p:custDataLst>
                <p:tags r:id="rId26"/>
              </p:custDataLst>
            </p:nvPr>
          </p:nvSpPr>
          <p:spPr>
            <a:xfrm flipV="1">
              <a:off x="10772781" y="-19299940"/>
              <a:ext cx="117167" cy="116861"/>
            </a:xfrm>
            <a:custGeom>
              <a:avLst/>
              <a:gdLst>
                <a:gd name="csX0" fmla="*/ 58705 w 117167"/>
                <a:gd name="csY0" fmla="*/ 63828 h 116861"/>
                <a:gd name="csX1" fmla="*/ 10190 w 117167"/>
                <a:gd name="csY1" fmla="*/ 112074 h 116861"/>
                <a:gd name="csX2" fmla="*/ 4848 w 117167"/>
                <a:gd name="csY2" fmla="*/ 115467 h 116861"/>
                <a:gd name="csX3" fmla="*/ 0 w 117167"/>
                <a:gd name="csY3" fmla="*/ 110622 h 116861"/>
                <a:gd name="csX4" fmla="*/ 3150 w 117167"/>
                <a:gd name="csY4" fmla="*/ 105769 h 116861"/>
                <a:gd name="csX5" fmla="*/ 51666 w 117167"/>
                <a:gd name="csY5" fmla="*/ 57036 h 116861"/>
                <a:gd name="csX6" fmla="*/ 3150 w 117167"/>
                <a:gd name="csY6" fmla="*/ 8303 h 116861"/>
                <a:gd name="csX7" fmla="*/ 0 w 117167"/>
                <a:gd name="csY7" fmla="*/ 3451 h 116861"/>
                <a:gd name="csX8" fmla="*/ 4848 w 117167"/>
                <a:gd name="csY8" fmla="*/ -1395 h 116861"/>
                <a:gd name="csX9" fmla="*/ 10190 w 117167"/>
                <a:gd name="csY9" fmla="*/ 1998 h 116861"/>
                <a:gd name="csX10" fmla="*/ 58462 w 117167"/>
                <a:gd name="csY10" fmla="*/ 50244 h 116861"/>
                <a:gd name="csX11" fmla="*/ 108674 w 117167"/>
                <a:gd name="csY11" fmla="*/ 58 h 116861"/>
                <a:gd name="csX12" fmla="*/ 112312 w 117167"/>
                <a:gd name="csY12" fmla="*/ -1395 h 116861"/>
                <a:gd name="csX13" fmla="*/ 117167 w 117167"/>
                <a:gd name="csY13" fmla="*/ 3451 h 116861"/>
                <a:gd name="csX14" fmla="*/ 116437 w 117167"/>
                <a:gd name="csY14" fmla="*/ 6120 h 116861"/>
                <a:gd name="csX15" fmla="*/ 65494 w 117167"/>
                <a:gd name="csY15" fmla="*/ 57036 h 116861"/>
                <a:gd name="csX16" fmla="*/ 109892 w 117167"/>
                <a:gd name="csY16" fmla="*/ 101403 h 116861"/>
                <a:gd name="csX17" fmla="*/ 115949 w 117167"/>
                <a:gd name="csY17" fmla="*/ 107465 h 116861"/>
                <a:gd name="csX18" fmla="*/ 117167 w 117167"/>
                <a:gd name="csY18" fmla="*/ 110622 h 116861"/>
                <a:gd name="csX19" fmla="*/ 112312 w 117167"/>
                <a:gd name="csY19" fmla="*/ 115467 h 116861"/>
                <a:gd name="csX20" fmla="*/ 106734 w 117167"/>
                <a:gd name="csY20" fmla="*/ 111831 h 116861"/>
                <a:gd name="csX21" fmla="*/ 58705 w 117167"/>
                <a:gd name="csY21" fmla="*/ 63828 h 1168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17167" h="116861">
                  <a:moveTo>
                    <a:pt x="58705" y="63828"/>
                  </a:moveTo>
                  <a:lnTo>
                    <a:pt x="10190" y="112074"/>
                  </a:lnTo>
                  <a:cubicBezTo>
                    <a:pt x="7275" y="114979"/>
                    <a:pt x="6788" y="115467"/>
                    <a:pt x="4848" y="115467"/>
                  </a:cubicBezTo>
                  <a:cubicBezTo>
                    <a:pt x="2427" y="115467"/>
                    <a:pt x="0" y="113284"/>
                    <a:pt x="0" y="110622"/>
                  </a:cubicBezTo>
                  <a:cubicBezTo>
                    <a:pt x="0" y="108918"/>
                    <a:pt x="487" y="108438"/>
                    <a:pt x="3150" y="105769"/>
                  </a:cubicBezTo>
                  <a:lnTo>
                    <a:pt x="51666" y="57036"/>
                  </a:lnTo>
                  <a:lnTo>
                    <a:pt x="3150" y="8303"/>
                  </a:lnTo>
                  <a:cubicBezTo>
                    <a:pt x="487" y="5633"/>
                    <a:pt x="0" y="5155"/>
                    <a:pt x="0" y="3451"/>
                  </a:cubicBezTo>
                  <a:cubicBezTo>
                    <a:pt x="0" y="788"/>
                    <a:pt x="2427" y="-1395"/>
                    <a:pt x="4848" y="-1395"/>
                  </a:cubicBezTo>
                  <a:cubicBezTo>
                    <a:pt x="6788" y="-1395"/>
                    <a:pt x="7275" y="-908"/>
                    <a:pt x="10190" y="1998"/>
                  </a:cubicBezTo>
                  <a:lnTo>
                    <a:pt x="58462" y="50244"/>
                  </a:lnTo>
                  <a:lnTo>
                    <a:pt x="108674" y="58"/>
                  </a:lnTo>
                  <a:cubicBezTo>
                    <a:pt x="109161" y="-186"/>
                    <a:pt x="110859" y="-1395"/>
                    <a:pt x="112312" y="-1395"/>
                  </a:cubicBezTo>
                  <a:cubicBezTo>
                    <a:pt x="115227" y="-1395"/>
                    <a:pt x="117167" y="788"/>
                    <a:pt x="117167" y="3451"/>
                  </a:cubicBezTo>
                  <a:cubicBezTo>
                    <a:pt x="117167" y="3936"/>
                    <a:pt x="117167" y="4911"/>
                    <a:pt x="116437" y="6120"/>
                  </a:cubicBezTo>
                  <a:cubicBezTo>
                    <a:pt x="116193" y="6608"/>
                    <a:pt x="77625" y="44668"/>
                    <a:pt x="65494" y="57036"/>
                  </a:cubicBezTo>
                  <a:lnTo>
                    <a:pt x="109892" y="101403"/>
                  </a:lnTo>
                  <a:cubicBezTo>
                    <a:pt x="111102" y="102863"/>
                    <a:pt x="114739" y="106012"/>
                    <a:pt x="115949" y="107465"/>
                  </a:cubicBezTo>
                  <a:cubicBezTo>
                    <a:pt x="116193" y="107951"/>
                    <a:pt x="117167" y="108918"/>
                    <a:pt x="117167" y="110622"/>
                  </a:cubicBezTo>
                  <a:cubicBezTo>
                    <a:pt x="117167" y="113284"/>
                    <a:pt x="115227" y="115467"/>
                    <a:pt x="112312" y="115467"/>
                  </a:cubicBezTo>
                  <a:cubicBezTo>
                    <a:pt x="110371" y="115467"/>
                    <a:pt x="109405" y="114501"/>
                    <a:pt x="106734" y="111831"/>
                  </a:cubicBezTo>
                  <a:lnTo>
                    <a:pt x="58705" y="63828"/>
                  </a:lnTo>
                  <a:close/>
                </a:path>
              </a:pathLst>
            </a:custGeom>
            <a:solidFill>
              <a:srgbClr val="000000"/>
            </a:solidFill>
            <a:ln w="27807" cap="flat">
              <a:noFill/>
              <a:prstDash val="solid"/>
              <a:miter/>
            </a:ln>
          </p:spPr>
          <p:txBody>
            <a:bodyPr/>
            <a:lstStyle/>
            <a:p>
              <a:endParaRPr lang="en-GB"/>
            </a:p>
          </p:txBody>
        </p:sp>
        <p:sp>
          <p:nvSpPr>
            <p:cNvPr id="387" name="Freeform: Shape 386">
              <a:extLst>
                <a:ext uri="{FF2B5EF4-FFF2-40B4-BE49-F238E27FC236}">
                  <a16:creationId xmlns:a16="http://schemas.microsoft.com/office/drawing/2014/main" id="{ED96DF13-0FC2-B7F3-7713-F0D639EA4758}"/>
                </a:ext>
              </a:extLst>
            </p:cNvPr>
            <p:cNvSpPr/>
            <p:nvPr>
              <p:custDataLst>
                <p:tags r:id="rId27"/>
              </p:custDataLst>
            </p:nvPr>
          </p:nvSpPr>
          <p:spPr>
            <a:xfrm flipV="1">
              <a:off x="10989206" y="-19342367"/>
              <a:ext cx="102129" cy="166802"/>
            </a:xfrm>
            <a:custGeom>
              <a:avLst/>
              <a:gdLst>
                <a:gd name="csX0" fmla="*/ 102130 w 102129"/>
                <a:gd name="csY0" fmla="*/ 81518 h 166802"/>
                <a:gd name="csX1" fmla="*/ 92427 w 102129"/>
                <a:gd name="csY1" fmla="*/ 138253 h 166802"/>
                <a:gd name="csX2" fmla="*/ 51187 w 102129"/>
                <a:gd name="csY2" fmla="*/ 165406 h 166802"/>
                <a:gd name="csX3" fmla="*/ 8980 w 102129"/>
                <a:gd name="csY3" fmla="*/ 136556 h 166802"/>
                <a:gd name="csX4" fmla="*/ 0 w 102129"/>
                <a:gd name="csY4" fmla="*/ 81518 h 166802"/>
                <a:gd name="csX5" fmla="*/ 10921 w 102129"/>
                <a:gd name="csY5" fmla="*/ 23087 h 166802"/>
                <a:gd name="csX6" fmla="*/ 50943 w 102129"/>
                <a:gd name="csY6" fmla="*/ -1397 h 166802"/>
                <a:gd name="csX7" fmla="*/ 93157 w 102129"/>
                <a:gd name="csY7" fmla="*/ 26722 h 166802"/>
                <a:gd name="csX8" fmla="*/ 102130 w 102129"/>
                <a:gd name="csY8" fmla="*/ 81518 h 166802"/>
                <a:gd name="csX9" fmla="*/ 50943 w 102129"/>
                <a:gd name="csY9" fmla="*/ 3935 h 166802"/>
                <a:gd name="csX10" fmla="*/ 22800 w 102129"/>
                <a:gd name="csY10" fmla="*/ 33272 h 166802"/>
                <a:gd name="csX11" fmla="*/ 20137 w 102129"/>
                <a:gd name="csY11" fmla="*/ 84431 h 166802"/>
                <a:gd name="csX12" fmla="*/ 22077 w 102129"/>
                <a:gd name="csY12" fmla="*/ 129042 h 166802"/>
                <a:gd name="csX13" fmla="*/ 50943 w 102129"/>
                <a:gd name="csY13" fmla="*/ 160074 h 166802"/>
                <a:gd name="csX14" fmla="*/ 79565 w 102129"/>
                <a:gd name="csY14" fmla="*/ 131712 h 166802"/>
                <a:gd name="csX15" fmla="*/ 81993 w 102129"/>
                <a:gd name="csY15" fmla="*/ 84431 h 166802"/>
                <a:gd name="csX16" fmla="*/ 79329 w 102129"/>
                <a:gd name="csY16" fmla="*/ 34238 h 166802"/>
                <a:gd name="csX17" fmla="*/ 50943 w 102129"/>
                <a:gd name="csY17" fmla="*/ 3935 h 166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02129" h="166802">
                  <a:moveTo>
                    <a:pt x="102130" y="81518"/>
                  </a:moveTo>
                  <a:cubicBezTo>
                    <a:pt x="102130" y="100914"/>
                    <a:pt x="100920" y="120310"/>
                    <a:pt x="92427" y="138253"/>
                  </a:cubicBezTo>
                  <a:cubicBezTo>
                    <a:pt x="81270" y="161527"/>
                    <a:pt x="61377" y="165406"/>
                    <a:pt x="51187" y="165406"/>
                  </a:cubicBezTo>
                  <a:cubicBezTo>
                    <a:pt x="36628" y="165406"/>
                    <a:pt x="18919" y="159109"/>
                    <a:pt x="8980" y="136556"/>
                  </a:cubicBezTo>
                  <a:cubicBezTo>
                    <a:pt x="1218" y="119830"/>
                    <a:pt x="0" y="100914"/>
                    <a:pt x="0" y="81518"/>
                  </a:cubicBezTo>
                  <a:cubicBezTo>
                    <a:pt x="0" y="63339"/>
                    <a:pt x="974" y="41517"/>
                    <a:pt x="10921" y="23087"/>
                  </a:cubicBezTo>
                  <a:cubicBezTo>
                    <a:pt x="21347" y="3448"/>
                    <a:pt x="39056" y="-1397"/>
                    <a:pt x="50943" y="-1397"/>
                  </a:cubicBezTo>
                  <a:cubicBezTo>
                    <a:pt x="64041" y="-1397"/>
                    <a:pt x="82480" y="3691"/>
                    <a:pt x="93157" y="26722"/>
                  </a:cubicBezTo>
                  <a:cubicBezTo>
                    <a:pt x="100920" y="43456"/>
                    <a:pt x="102130" y="62366"/>
                    <a:pt x="102130" y="81518"/>
                  </a:cubicBezTo>
                  <a:close/>
                  <a:moveTo>
                    <a:pt x="50943" y="3935"/>
                  </a:moveTo>
                  <a:cubicBezTo>
                    <a:pt x="41484" y="3935"/>
                    <a:pt x="27169" y="9998"/>
                    <a:pt x="22800" y="33272"/>
                  </a:cubicBezTo>
                  <a:cubicBezTo>
                    <a:pt x="20137" y="47822"/>
                    <a:pt x="20137" y="70124"/>
                    <a:pt x="20137" y="84431"/>
                  </a:cubicBezTo>
                  <a:cubicBezTo>
                    <a:pt x="20137" y="99948"/>
                    <a:pt x="20137" y="115951"/>
                    <a:pt x="22077" y="129042"/>
                  </a:cubicBezTo>
                  <a:cubicBezTo>
                    <a:pt x="26689" y="157892"/>
                    <a:pt x="44877" y="160074"/>
                    <a:pt x="50943" y="160074"/>
                  </a:cubicBezTo>
                  <a:cubicBezTo>
                    <a:pt x="58949" y="160074"/>
                    <a:pt x="74961" y="155708"/>
                    <a:pt x="79565" y="131712"/>
                  </a:cubicBezTo>
                  <a:cubicBezTo>
                    <a:pt x="81993" y="118135"/>
                    <a:pt x="81993" y="99705"/>
                    <a:pt x="81993" y="84431"/>
                  </a:cubicBezTo>
                  <a:cubicBezTo>
                    <a:pt x="81993" y="66245"/>
                    <a:pt x="81993" y="49762"/>
                    <a:pt x="79329" y="34238"/>
                  </a:cubicBezTo>
                  <a:cubicBezTo>
                    <a:pt x="75684" y="11207"/>
                    <a:pt x="61864" y="3935"/>
                    <a:pt x="50943" y="3935"/>
                  </a:cubicBezTo>
                  <a:close/>
                </a:path>
              </a:pathLst>
            </a:custGeom>
            <a:solidFill>
              <a:srgbClr val="000000"/>
            </a:solidFill>
            <a:ln w="27807" cap="flat">
              <a:noFill/>
              <a:prstDash val="solid"/>
              <a:miter/>
            </a:ln>
          </p:spPr>
          <p:txBody>
            <a:bodyPr/>
            <a:lstStyle/>
            <a:p>
              <a:endParaRPr lang="en-GB"/>
            </a:p>
          </p:txBody>
        </p:sp>
        <p:sp>
          <p:nvSpPr>
            <p:cNvPr id="388" name="Freeform: Shape 387">
              <a:extLst>
                <a:ext uri="{FF2B5EF4-FFF2-40B4-BE49-F238E27FC236}">
                  <a16:creationId xmlns:a16="http://schemas.microsoft.com/office/drawing/2014/main" id="{804738D7-DF32-A4D2-E51D-530900794A45}"/>
                </a:ext>
              </a:extLst>
            </p:cNvPr>
            <p:cNvSpPr/>
            <p:nvPr>
              <p:custDataLst>
                <p:tags r:id="rId28"/>
              </p:custDataLst>
            </p:nvPr>
          </p:nvSpPr>
          <p:spPr>
            <a:xfrm flipV="1">
              <a:off x="11121908" y="-19206596"/>
              <a:ext cx="25715" cy="25700"/>
            </a:xfrm>
            <a:custGeom>
              <a:avLst/>
              <a:gdLst>
                <a:gd name="csX0" fmla="*/ 25715 w 25715"/>
                <a:gd name="csY0" fmla="*/ 11456 h 25700"/>
                <a:gd name="csX1" fmla="*/ 12861 w 25715"/>
                <a:gd name="csY1" fmla="*/ 24309 h 25700"/>
                <a:gd name="csX2" fmla="*/ 0 w 25715"/>
                <a:gd name="csY2" fmla="*/ 11456 h 25700"/>
                <a:gd name="csX3" fmla="*/ 12861 w 25715"/>
                <a:gd name="csY3" fmla="*/ -1391 h 25700"/>
                <a:gd name="csX4" fmla="*/ 25715 w 25715"/>
                <a:gd name="csY4" fmla="*/ 11456 h 25700"/>
              </a:gdLst>
              <a:ahLst/>
              <a:cxnLst>
                <a:cxn ang="0">
                  <a:pos x="csX0" y="csY0"/>
                </a:cxn>
                <a:cxn ang="0">
                  <a:pos x="csX1" y="csY1"/>
                </a:cxn>
                <a:cxn ang="0">
                  <a:pos x="csX2" y="csY2"/>
                </a:cxn>
                <a:cxn ang="0">
                  <a:pos x="csX3" y="csY3"/>
                </a:cxn>
                <a:cxn ang="0">
                  <a:pos x="csX4" y="csY4"/>
                </a:cxn>
              </a:cxnLst>
              <a:rect l="l" t="t" r="r" b="b"/>
              <a:pathLst>
                <a:path w="25715" h="25700">
                  <a:moveTo>
                    <a:pt x="25715" y="11456"/>
                  </a:moveTo>
                  <a:cubicBezTo>
                    <a:pt x="25715" y="18492"/>
                    <a:pt x="19893" y="24309"/>
                    <a:pt x="12861" y="24309"/>
                  </a:cubicBezTo>
                  <a:cubicBezTo>
                    <a:pt x="5821" y="24309"/>
                    <a:pt x="0" y="18492"/>
                    <a:pt x="0" y="11456"/>
                  </a:cubicBezTo>
                  <a:cubicBezTo>
                    <a:pt x="0" y="4428"/>
                    <a:pt x="5821" y="-1391"/>
                    <a:pt x="12861" y="-1391"/>
                  </a:cubicBezTo>
                  <a:cubicBezTo>
                    <a:pt x="19893" y="-1391"/>
                    <a:pt x="25715" y="4428"/>
                    <a:pt x="25715" y="11456"/>
                  </a:cubicBezTo>
                  <a:close/>
                </a:path>
              </a:pathLst>
            </a:custGeom>
            <a:solidFill>
              <a:srgbClr val="000000"/>
            </a:solidFill>
            <a:ln w="27807" cap="flat">
              <a:noFill/>
              <a:prstDash val="solid"/>
              <a:miter/>
            </a:ln>
          </p:spPr>
          <p:txBody>
            <a:bodyPr/>
            <a:lstStyle/>
            <a:p>
              <a:endParaRPr lang="en-GB"/>
            </a:p>
          </p:txBody>
        </p:sp>
        <p:sp>
          <p:nvSpPr>
            <p:cNvPr id="389" name="Freeform: Shape 388">
              <a:extLst>
                <a:ext uri="{FF2B5EF4-FFF2-40B4-BE49-F238E27FC236}">
                  <a16:creationId xmlns:a16="http://schemas.microsoft.com/office/drawing/2014/main" id="{BC33F61A-643D-4B06-174F-3F004E92FB10}"/>
                </a:ext>
              </a:extLst>
            </p:cNvPr>
            <p:cNvSpPr/>
            <p:nvPr>
              <p:custDataLst>
                <p:tags r:id="rId29"/>
              </p:custDataLst>
            </p:nvPr>
          </p:nvSpPr>
          <p:spPr>
            <a:xfrm flipV="1">
              <a:off x="11180562" y="-19342367"/>
              <a:ext cx="218094" cy="166802"/>
            </a:xfrm>
            <a:custGeom>
              <a:avLst/>
              <a:gdLst>
                <a:gd name="csX0" fmla="*/ 18676 w 218094"/>
                <a:gd name="csY0" fmla="*/ 22600 h 166802"/>
                <a:gd name="csX1" fmla="*/ 44390 w 218094"/>
                <a:gd name="csY1" fmla="*/ 47578 h 166802"/>
                <a:gd name="csX2" fmla="*/ 96787 w 218094"/>
                <a:gd name="csY2" fmla="*/ 118369 h 166802"/>
                <a:gd name="csX3" fmla="*/ 45364 w 218094"/>
                <a:gd name="csY3" fmla="*/ 165406 h 166802"/>
                <a:gd name="csX4" fmla="*/ 0 w 218094"/>
                <a:gd name="csY4" fmla="*/ 121526 h 166802"/>
                <a:gd name="csX5" fmla="*/ 12853 w 218094"/>
                <a:gd name="csY5" fmla="*/ 107950 h 166802"/>
                <a:gd name="csX6" fmla="*/ 25471 w 218094"/>
                <a:gd name="csY6" fmla="*/ 120797 h 166802"/>
                <a:gd name="csX7" fmla="*/ 12610 w 218094"/>
                <a:gd name="csY7" fmla="*/ 133407 h 166802"/>
                <a:gd name="csX8" fmla="*/ 9459 w 218094"/>
                <a:gd name="csY8" fmla="*/ 133164 h 166802"/>
                <a:gd name="csX9" fmla="*/ 42206 w 218094"/>
                <a:gd name="csY9" fmla="*/ 157892 h 166802"/>
                <a:gd name="csX10" fmla="*/ 74717 w 218094"/>
                <a:gd name="csY10" fmla="*/ 118369 h 166802"/>
                <a:gd name="csX11" fmla="*/ 49246 w 218094"/>
                <a:gd name="csY11" fmla="*/ 64792 h 166802"/>
                <a:gd name="csX12" fmla="*/ 2664 w 218094"/>
                <a:gd name="csY12" fmla="*/ 12902 h 166802"/>
                <a:gd name="csX13" fmla="*/ 0 w 218094"/>
                <a:gd name="csY13" fmla="*/ 3935 h 166802"/>
                <a:gd name="csX14" fmla="*/ 89999 w 218094"/>
                <a:gd name="csY14" fmla="*/ 3935 h 166802"/>
                <a:gd name="csX15" fmla="*/ 96787 w 218094"/>
                <a:gd name="csY15" fmla="*/ 46118 h 166802"/>
                <a:gd name="csX16" fmla="*/ 90722 w 218094"/>
                <a:gd name="csY16" fmla="*/ 46118 h 166802"/>
                <a:gd name="csX17" fmla="*/ 85386 w 218094"/>
                <a:gd name="csY17" fmla="*/ 24540 h 166802"/>
                <a:gd name="csX18" fmla="*/ 62343 w 218094"/>
                <a:gd name="csY18" fmla="*/ 22600 h 166802"/>
                <a:gd name="csX19" fmla="*/ 18676 w 218094"/>
                <a:gd name="csY19" fmla="*/ 22600 h 166802"/>
                <a:gd name="csX20" fmla="*/ 218095 w 218094"/>
                <a:gd name="csY20" fmla="*/ 52668 h 166802"/>
                <a:gd name="csX21" fmla="*/ 172007 w 218094"/>
                <a:gd name="csY21" fmla="*/ 105766 h 166802"/>
                <a:gd name="csX22" fmla="*/ 141201 w 218094"/>
                <a:gd name="csY22" fmla="*/ 93398 h 166802"/>
                <a:gd name="csX23" fmla="*/ 141201 w 218094"/>
                <a:gd name="csY23" fmla="*/ 140678 h 166802"/>
                <a:gd name="csX24" fmla="*/ 161817 w 218094"/>
                <a:gd name="csY24" fmla="*/ 137531 h 166802"/>
                <a:gd name="csX25" fmla="*/ 208635 w 218094"/>
                <a:gd name="csY25" fmla="*/ 162744 h 166802"/>
                <a:gd name="csX26" fmla="*/ 206207 w 218094"/>
                <a:gd name="csY26" fmla="*/ 165406 h 166802"/>
                <a:gd name="csX27" fmla="*/ 204266 w 218094"/>
                <a:gd name="csY27" fmla="*/ 164684 h 166802"/>
                <a:gd name="csX28" fmla="*/ 171276 w 218094"/>
                <a:gd name="csY28" fmla="*/ 157648 h 166802"/>
                <a:gd name="csX29" fmla="*/ 139016 w 218094"/>
                <a:gd name="csY29" fmla="*/ 164440 h 166802"/>
                <a:gd name="csX30" fmla="*/ 136102 w 218094"/>
                <a:gd name="csY30" fmla="*/ 165164 h 166802"/>
                <a:gd name="csX31" fmla="*/ 133674 w 218094"/>
                <a:gd name="csY31" fmla="*/ 159345 h 166802"/>
                <a:gd name="csX32" fmla="*/ 133674 w 218094"/>
                <a:gd name="csY32" fmla="*/ 87581 h 166802"/>
                <a:gd name="csX33" fmla="*/ 137076 w 218094"/>
                <a:gd name="csY33" fmla="*/ 81274 h 166802"/>
                <a:gd name="csX34" fmla="*/ 140226 w 218094"/>
                <a:gd name="csY34" fmla="*/ 83457 h 166802"/>
                <a:gd name="csX35" fmla="*/ 171520 w 218094"/>
                <a:gd name="csY35" fmla="*/ 100434 h 166802"/>
                <a:gd name="csX36" fmla="*/ 192143 w 218094"/>
                <a:gd name="csY36" fmla="*/ 84917 h 166802"/>
                <a:gd name="csX37" fmla="*/ 196504 w 218094"/>
                <a:gd name="csY37" fmla="*/ 54363 h 166802"/>
                <a:gd name="csX38" fmla="*/ 190682 w 218094"/>
                <a:gd name="csY38" fmla="*/ 21147 h 166802"/>
                <a:gd name="csX39" fmla="*/ 164732 w 218094"/>
                <a:gd name="csY39" fmla="*/ 5388 h 166802"/>
                <a:gd name="csX40" fmla="*/ 129070 w 218094"/>
                <a:gd name="csY40" fmla="*/ 32541 h 166802"/>
                <a:gd name="csX41" fmla="*/ 133194 w 218094"/>
                <a:gd name="csY41" fmla="*/ 32063 h 166802"/>
                <a:gd name="csX42" fmla="*/ 145325 w 218094"/>
                <a:gd name="csY42" fmla="*/ 43943 h 166802"/>
                <a:gd name="csX43" fmla="*/ 133194 w 218094"/>
                <a:gd name="csY43" fmla="*/ 55816 h 166802"/>
                <a:gd name="csX44" fmla="*/ 121307 w 218094"/>
                <a:gd name="csY44" fmla="*/ 42970 h 166802"/>
                <a:gd name="csX45" fmla="*/ 165211 w 218094"/>
                <a:gd name="csY45" fmla="*/ -1397 h 166802"/>
                <a:gd name="csX46" fmla="*/ 218095 w 218094"/>
                <a:gd name="csY46" fmla="*/ 52668 h 166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218094" h="166802">
                  <a:moveTo>
                    <a:pt x="18676" y="22600"/>
                  </a:moveTo>
                  <a:lnTo>
                    <a:pt x="44390" y="47578"/>
                  </a:lnTo>
                  <a:cubicBezTo>
                    <a:pt x="82236" y="81038"/>
                    <a:pt x="96787" y="94129"/>
                    <a:pt x="96787" y="118369"/>
                  </a:cubicBezTo>
                  <a:cubicBezTo>
                    <a:pt x="96787" y="146010"/>
                    <a:pt x="74953" y="165406"/>
                    <a:pt x="45364" y="165406"/>
                  </a:cubicBezTo>
                  <a:cubicBezTo>
                    <a:pt x="17952" y="165406"/>
                    <a:pt x="0" y="143106"/>
                    <a:pt x="0" y="121526"/>
                  </a:cubicBezTo>
                  <a:cubicBezTo>
                    <a:pt x="0" y="107950"/>
                    <a:pt x="12130" y="107950"/>
                    <a:pt x="12853" y="107950"/>
                  </a:cubicBezTo>
                  <a:cubicBezTo>
                    <a:pt x="16978" y="107950"/>
                    <a:pt x="25471" y="110855"/>
                    <a:pt x="25471" y="120797"/>
                  </a:cubicBezTo>
                  <a:cubicBezTo>
                    <a:pt x="25471" y="127102"/>
                    <a:pt x="21103" y="133407"/>
                    <a:pt x="12610" y="133407"/>
                  </a:cubicBezTo>
                  <a:cubicBezTo>
                    <a:pt x="10669" y="133407"/>
                    <a:pt x="10190" y="133407"/>
                    <a:pt x="9459" y="133164"/>
                  </a:cubicBezTo>
                  <a:cubicBezTo>
                    <a:pt x="15038" y="148923"/>
                    <a:pt x="28135" y="157892"/>
                    <a:pt x="42206" y="157892"/>
                  </a:cubicBezTo>
                  <a:cubicBezTo>
                    <a:pt x="64284" y="157892"/>
                    <a:pt x="74717" y="138253"/>
                    <a:pt x="74717" y="118369"/>
                  </a:cubicBezTo>
                  <a:cubicBezTo>
                    <a:pt x="74717" y="98974"/>
                    <a:pt x="62586" y="79822"/>
                    <a:pt x="49246" y="64792"/>
                  </a:cubicBezTo>
                  <a:lnTo>
                    <a:pt x="2664" y="12902"/>
                  </a:lnTo>
                  <a:cubicBezTo>
                    <a:pt x="0" y="10240"/>
                    <a:pt x="0" y="9754"/>
                    <a:pt x="0" y="3935"/>
                  </a:cubicBezTo>
                  <a:lnTo>
                    <a:pt x="89999" y="3935"/>
                  </a:lnTo>
                  <a:lnTo>
                    <a:pt x="96787" y="46118"/>
                  </a:lnTo>
                  <a:lnTo>
                    <a:pt x="90722" y="46118"/>
                  </a:lnTo>
                  <a:cubicBezTo>
                    <a:pt x="89512" y="38848"/>
                    <a:pt x="87814" y="28183"/>
                    <a:pt x="85386" y="24540"/>
                  </a:cubicBezTo>
                  <a:cubicBezTo>
                    <a:pt x="83690" y="22600"/>
                    <a:pt x="67678" y="22600"/>
                    <a:pt x="62343" y="22600"/>
                  </a:cubicBezTo>
                  <a:lnTo>
                    <a:pt x="18676" y="22600"/>
                  </a:lnTo>
                  <a:close/>
                  <a:moveTo>
                    <a:pt x="218095" y="52668"/>
                  </a:moveTo>
                  <a:cubicBezTo>
                    <a:pt x="218095" y="81518"/>
                    <a:pt x="198201" y="105766"/>
                    <a:pt x="172007" y="105766"/>
                  </a:cubicBezTo>
                  <a:cubicBezTo>
                    <a:pt x="160363" y="105766"/>
                    <a:pt x="149929" y="101887"/>
                    <a:pt x="141201" y="93398"/>
                  </a:cubicBezTo>
                  <a:lnTo>
                    <a:pt x="141201" y="140678"/>
                  </a:lnTo>
                  <a:cubicBezTo>
                    <a:pt x="146048" y="139226"/>
                    <a:pt x="154054" y="137531"/>
                    <a:pt x="161817" y="137531"/>
                  </a:cubicBezTo>
                  <a:cubicBezTo>
                    <a:pt x="191657" y="137531"/>
                    <a:pt x="208635" y="159588"/>
                    <a:pt x="208635" y="162744"/>
                  </a:cubicBezTo>
                  <a:cubicBezTo>
                    <a:pt x="208635" y="164197"/>
                    <a:pt x="207904" y="165406"/>
                    <a:pt x="206207" y="165406"/>
                  </a:cubicBezTo>
                  <a:cubicBezTo>
                    <a:pt x="205964" y="165406"/>
                    <a:pt x="205484" y="165406"/>
                    <a:pt x="204266" y="164684"/>
                  </a:cubicBezTo>
                  <a:cubicBezTo>
                    <a:pt x="199419" y="162500"/>
                    <a:pt x="187532" y="157648"/>
                    <a:pt x="171276" y="157648"/>
                  </a:cubicBezTo>
                  <a:cubicBezTo>
                    <a:pt x="161573" y="157648"/>
                    <a:pt x="150416" y="159345"/>
                    <a:pt x="139016" y="164440"/>
                  </a:cubicBezTo>
                  <a:cubicBezTo>
                    <a:pt x="137076" y="165164"/>
                    <a:pt x="136588" y="165164"/>
                    <a:pt x="136102" y="165164"/>
                  </a:cubicBezTo>
                  <a:cubicBezTo>
                    <a:pt x="133674" y="165164"/>
                    <a:pt x="133674" y="163224"/>
                    <a:pt x="133674" y="159345"/>
                  </a:cubicBezTo>
                  <a:lnTo>
                    <a:pt x="133674" y="87581"/>
                  </a:lnTo>
                  <a:cubicBezTo>
                    <a:pt x="133674" y="83215"/>
                    <a:pt x="133674" y="81274"/>
                    <a:pt x="137076" y="81274"/>
                  </a:cubicBezTo>
                  <a:cubicBezTo>
                    <a:pt x="138773" y="81274"/>
                    <a:pt x="139260" y="82005"/>
                    <a:pt x="140226" y="83457"/>
                  </a:cubicBezTo>
                  <a:cubicBezTo>
                    <a:pt x="142897" y="87337"/>
                    <a:pt x="151870" y="100434"/>
                    <a:pt x="171520" y="100434"/>
                  </a:cubicBezTo>
                  <a:cubicBezTo>
                    <a:pt x="184138" y="100434"/>
                    <a:pt x="190203" y="89276"/>
                    <a:pt x="192143" y="84917"/>
                  </a:cubicBezTo>
                  <a:cubicBezTo>
                    <a:pt x="196025" y="75943"/>
                    <a:pt x="196504" y="66488"/>
                    <a:pt x="196504" y="54363"/>
                  </a:cubicBezTo>
                  <a:cubicBezTo>
                    <a:pt x="196504" y="45883"/>
                    <a:pt x="196504" y="31332"/>
                    <a:pt x="190682" y="21147"/>
                  </a:cubicBezTo>
                  <a:cubicBezTo>
                    <a:pt x="184861" y="11693"/>
                    <a:pt x="175888" y="5388"/>
                    <a:pt x="164732" y="5388"/>
                  </a:cubicBezTo>
                  <a:cubicBezTo>
                    <a:pt x="147022" y="5388"/>
                    <a:pt x="133194" y="18243"/>
                    <a:pt x="129070" y="32541"/>
                  </a:cubicBezTo>
                  <a:cubicBezTo>
                    <a:pt x="129793" y="32298"/>
                    <a:pt x="130523" y="32063"/>
                    <a:pt x="133194" y="32063"/>
                  </a:cubicBezTo>
                  <a:cubicBezTo>
                    <a:pt x="141201" y="32063"/>
                    <a:pt x="145325" y="38124"/>
                    <a:pt x="145325" y="43943"/>
                  </a:cubicBezTo>
                  <a:cubicBezTo>
                    <a:pt x="145325" y="49762"/>
                    <a:pt x="141201" y="55816"/>
                    <a:pt x="133194" y="55816"/>
                  </a:cubicBezTo>
                  <a:cubicBezTo>
                    <a:pt x="129793" y="55816"/>
                    <a:pt x="121307" y="54121"/>
                    <a:pt x="121307" y="42970"/>
                  </a:cubicBezTo>
                  <a:cubicBezTo>
                    <a:pt x="121307" y="22122"/>
                    <a:pt x="138042" y="-1397"/>
                    <a:pt x="165211" y="-1397"/>
                  </a:cubicBezTo>
                  <a:cubicBezTo>
                    <a:pt x="193353" y="-1397"/>
                    <a:pt x="218095" y="21878"/>
                    <a:pt x="218095" y="52668"/>
                  </a:cubicBezTo>
                  <a:close/>
                </a:path>
              </a:pathLst>
            </a:custGeom>
            <a:solidFill>
              <a:srgbClr val="000000"/>
            </a:solidFill>
            <a:ln w="27807" cap="flat">
              <a:noFill/>
              <a:prstDash val="solid"/>
              <a:miter/>
            </a:ln>
          </p:spPr>
          <p:txBody>
            <a:bodyPr/>
            <a:lstStyle/>
            <a:p>
              <a:endParaRPr lang="en-GB"/>
            </a:p>
          </p:txBody>
        </p:sp>
        <p:sp>
          <p:nvSpPr>
            <p:cNvPr id="390" name="Freeform: Shape 389">
              <a:extLst>
                <a:ext uri="{FF2B5EF4-FFF2-40B4-BE49-F238E27FC236}">
                  <a16:creationId xmlns:a16="http://schemas.microsoft.com/office/drawing/2014/main" id="{AF971B80-45A1-29A0-36C5-D00631DA3DF1}"/>
                </a:ext>
              </a:extLst>
            </p:cNvPr>
            <p:cNvSpPr/>
            <p:nvPr>
              <p:custDataLst>
                <p:tags r:id="rId30"/>
              </p:custDataLst>
            </p:nvPr>
          </p:nvSpPr>
          <p:spPr>
            <a:xfrm flipV="1">
              <a:off x="11491799" y="-19269873"/>
              <a:ext cx="161322" cy="56735"/>
            </a:xfrm>
            <a:custGeom>
              <a:avLst/>
              <a:gdLst>
                <a:gd name="csX0" fmla="*/ 153072 w 161322"/>
                <a:gd name="csY0" fmla="*/ 45643 h 56735"/>
                <a:gd name="csX1" fmla="*/ 161323 w 161322"/>
                <a:gd name="csY1" fmla="*/ 50495 h 56735"/>
                <a:gd name="csX2" fmla="*/ 153315 w 161322"/>
                <a:gd name="csY2" fmla="*/ 55341 h 56735"/>
                <a:gd name="csX3" fmla="*/ 8007 w 161322"/>
                <a:gd name="csY3" fmla="*/ 55341 h 56735"/>
                <a:gd name="csX4" fmla="*/ 0 w 161322"/>
                <a:gd name="csY4" fmla="*/ 50495 h 56735"/>
                <a:gd name="csX5" fmla="*/ 8251 w 161322"/>
                <a:gd name="csY5" fmla="*/ 45643 h 56735"/>
                <a:gd name="csX6" fmla="*/ 153072 w 161322"/>
                <a:gd name="csY6" fmla="*/ 45643 h 56735"/>
                <a:gd name="csX7" fmla="*/ 153315 w 161322"/>
                <a:gd name="csY7" fmla="*/ -1395 h 56735"/>
                <a:gd name="csX8" fmla="*/ 161323 w 161322"/>
                <a:gd name="csY8" fmla="*/ 3458 h 56735"/>
                <a:gd name="csX9" fmla="*/ 153072 w 161322"/>
                <a:gd name="csY9" fmla="*/ 8311 h 56735"/>
                <a:gd name="csX10" fmla="*/ 8251 w 161322"/>
                <a:gd name="csY10" fmla="*/ 8311 h 56735"/>
                <a:gd name="csX11" fmla="*/ 0 w 161322"/>
                <a:gd name="csY11" fmla="*/ 3458 h 56735"/>
                <a:gd name="csX12" fmla="*/ 8007 w 161322"/>
                <a:gd name="csY12" fmla="*/ -1395 h 56735"/>
                <a:gd name="csX13" fmla="*/ 153315 w 161322"/>
                <a:gd name="csY13" fmla="*/ -1395 h 567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61322" h="56735">
                  <a:moveTo>
                    <a:pt x="153072" y="45643"/>
                  </a:moveTo>
                  <a:cubicBezTo>
                    <a:pt x="156710" y="45643"/>
                    <a:pt x="161323" y="45643"/>
                    <a:pt x="161323" y="50495"/>
                  </a:cubicBezTo>
                  <a:cubicBezTo>
                    <a:pt x="161323" y="55341"/>
                    <a:pt x="156710" y="55341"/>
                    <a:pt x="153315" y="55341"/>
                  </a:cubicBezTo>
                  <a:lnTo>
                    <a:pt x="8007" y="55341"/>
                  </a:lnTo>
                  <a:cubicBezTo>
                    <a:pt x="4612" y="55341"/>
                    <a:pt x="0" y="55341"/>
                    <a:pt x="0" y="50495"/>
                  </a:cubicBezTo>
                  <a:cubicBezTo>
                    <a:pt x="0" y="45643"/>
                    <a:pt x="4612" y="45643"/>
                    <a:pt x="8251" y="45643"/>
                  </a:cubicBezTo>
                  <a:lnTo>
                    <a:pt x="153072" y="45643"/>
                  </a:lnTo>
                  <a:close/>
                  <a:moveTo>
                    <a:pt x="153315" y="-1395"/>
                  </a:moveTo>
                  <a:cubicBezTo>
                    <a:pt x="156710" y="-1395"/>
                    <a:pt x="161323" y="-1395"/>
                    <a:pt x="161323" y="3458"/>
                  </a:cubicBezTo>
                  <a:cubicBezTo>
                    <a:pt x="161323" y="8311"/>
                    <a:pt x="156710" y="8311"/>
                    <a:pt x="153072" y="8311"/>
                  </a:cubicBezTo>
                  <a:lnTo>
                    <a:pt x="8251" y="8311"/>
                  </a:lnTo>
                  <a:cubicBezTo>
                    <a:pt x="4612" y="8311"/>
                    <a:pt x="0" y="8311"/>
                    <a:pt x="0" y="3458"/>
                  </a:cubicBezTo>
                  <a:cubicBezTo>
                    <a:pt x="0" y="-1395"/>
                    <a:pt x="4612" y="-1395"/>
                    <a:pt x="8007" y="-1395"/>
                  </a:cubicBezTo>
                  <a:lnTo>
                    <a:pt x="153315" y="-1395"/>
                  </a:lnTo>
                  <a:close/>
                </a:path>
              </a:pathLst>
            </a:custGeom>
            <a:solidFill>
              <a:srgbClr val="000000"/>
            </a:solidFill>
            <a:ln w="27807" cap="flat">
              <a:noFill/>
              <a:prstDash val="solid"/>
              <a:miter/>
            </a:ln>
          </p:spPr>
          <p:txBody>
            <a:bodyPr/>
            <a:lstStyle/>
            <a:p>
              <a:endParaRPr lang="en-GB"/>
            </a:p>
          </p:txBody>
        </p:sp>
        <p:sp>
          <p:nvSpPr>
            <p:cNvPr id="391" name="Freeform: Shape 390">
              <a:extLst>
                <a:ext uri="{FF2B5EF4-FFF2-40B4-BE49-F238E27FC236}">
                  <a16:creationId xmlns:a16="http://schemas.microsoft.com/office/drawing/2014/main" id="{A5536702-B375-571C-83C4-D67D4B77102E}"/>
                </a:ext>
              </a:extLst>
            </p:cNvPr>
            <p:cNvSpPr/>
            <p:nvPr>
              <p:custDataLst>
                <p:tags r:id="rId31"/>
              </p:custDataLst>
            </p:nvPr>
          </p:nvSpPr>
          <p:spPr>
            <a:xfrm flipV="1">
              <a:off x="11743570" y="-19342367"/>
              <a:ext cx="102130" cy="166802"/>
            </a:xfrm>
            <a:custGeom>
              <a:avLst/>
              <a:gdLst>
                <a:gd name="csX0" fmla="*/ 102130 w 102130"/>
                <a:gd name="csY0" fmla="*/ 81518 h 166802"/>
                <a:gd name="csX1" fmla="*/ 92426 w 102130"/>
                <a:gd name="csY1" fmla="*/ 138253 h 166802"/>
                <a:gd name="csX2" fmla="*/ 51187 w 102130"/>
                <a:gd name="csY2" fmla="*/ 165406 h 166802"/>
                <a:gd name="csX3" fmla="*/ 8981 w 102130"/>
                <a:gd name="csY3" fmla="*/ 136556 h 166802"/>
                <a:gd name="csX4" fmla="*/ 0 w 102130"/>
                <a:gd name="csY4" fmla="*/ 81518 h 166802"/>
                <a:gd name="csX5" fmla="*/ 10922 w 102130"/>
                <a:gd name="csY5" fmla="*/ 23087 h 166802"/>
                <a:gd name="csX6" fmla="*/ 50943 w 102130"/>
                <a:gd name="csY6" fmla="*/ -1397 h 166802"/>
                <a:gd name="csX7" fmla="*/ 93156 w 102130"/>
                <a:gd name="csY7" fmla="*/ 26722 h 166802"/>
                <a:gd name="csX8" fmla="*/ 102130 w 102130"/>
                <a:gd name="csY8" fmla="*/ 81518 h 166802"/>
                <a:gd name="csX9" fmla="*/ 50943 w 102130"/>
                <a:gd name="csY9" fmla="*/ 3935 h 166802"/>
                <a:gd name="csX10" fmla="*/ 22802 w 102130"/>
                <a:gd name="csY10" fmla="*/ 33272 h 166802"/>
                <a:gd name="csX11" fmla="*/ 20137 w 102130"/>
                <a:gd name="csY11" fmla="*/ 84431 h 166802"/>
                <a:gd name="csX12" fmla="*/ 22078 w 102130"/>
                <a:gd name="csY12" fmla="*/ 129042 h 166802"/>
                <a:gd name="csX13" fmla="*/ 50943 w 102130"/>
                <a:gd name="csY13" fmla="*/ 160074 h 166802"/>
                <a:gd name="csX14" fmla="*/ 79565 w 102130"/>
                <a:gd name="csY14" fmla="*/ 131712 h 166802"/>
                <a:gd name="csX15" fmla="*/ 81993 w 102130"/>
                <a:gd name="csY15" fmla="*/ 84431 h 166802"/>
                <a:gd name="csX16" fmla="*/ 79329 w 102130"/>
                <a:gd name="csY16" fmla="*/ 34238 h 166802"/>
                <a:gd name="csX17" fmla="*/ 50943 w 102130"/>
                <a:gd name="csY17" fmla="*/ 3935 h 166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02130" h="166802">
                  <a:moveTo>
                    <a:pt x="102130" y="81518"/>
                  </a:moveTo>
                  <a:cubicBezTo>
                    <a:pt x="102130" y="100914"/>
                    <a:pt x="100921" y="120310"/>
                    <a:pt x="92426" y="138253"/>
                  </a:cubicBezTo>
                  <a:cubicBezTo>
                    <a:pt x="81270" y="161527"/>
                    <a:pt x="61376" y="165406"/>
                    <a:pt x="51187" y="165406"/>
                  </a:cubicBezTo>
                  <a:cubicBezTo>
                    <a:pt x="36629" y="165406"/>
                    <a:pt x="18919" y="159109"/>
                    <a:pt x="8981" y="136556"/>
                  </a:cubicBezTo>
                  <a:cubicBezTo>
                    <a:pt x="1217" y="119830"/>
                    <a:pt x="0" y="100914"/>
                    <a:pt x="0" y="81518"/>
                  </a:cubicBezTo>
                  <a:cubicBezTo>
                    <a:pt x="0" y="63339"/>
                    <a:pt x="974" y="41517"/>
                    <a:pt x="10922" y="23087"/>
                  </a:cubicBezTo>
                  <a:cubicBezTo>
                    <a:pt x="21347" y="3448"/>
                    <a:pt x="39057" y="-1397"/>
                    <a:pt x="50943" y="-1397"/>
                  </a:cubicBezTo>
                  <a:cubicBezTo>
                    <a:pt x="64041" y="-1397"/>
                    <a:pt x="82481" y="3691"/>
                    <a:pt x="93156" y="26722"/>
                  </a:cubicBezTo>
                  <a:cubicBezTo>
                    <a:pt x="100921" y="43456"/>
                    <a:pt x="102130" y="62366"/>
                    <a:pt x="102130" y="81518"/>
                  </a:cubicBezTo>
                  <a:close/>
                  <a:moveTo>
                    <a:pt x="50943" y="3935"/>
                  </a:moveTo>
                  <a:cubicBezTo>
                    <a:pt x="41485" y="3935"/>
                    <a:pt x="27168" y="9998"/>
                    <a:pt x="22802" y="33272"/>
                  </a:cubicBezTo>
                  <a:cubicBezTo>
                    <a:pt x="20137" y="47822"/>
                    <a:pt x="20137" y="70124"/>
                    <a:pt x="20137" y="84431"/>
                  </a:cubicBezTo>
                  <a:cubicBezTo>
                    <a:pt x="20137" y="99948"/>
                    <a:pt x="20137" y="115951"/>
                    <a:pt x="22078" y="129042"/>
                  </a:cubicBezTo>
                  <a:cubicBezTo>
                    <a:pt x="26691" y="157892"/>
                    <a:pt x="44877" y="160074"/>
                    <a:pt x="50943" y="160074"/>
                  </a:cubicBezTo>
                  <a:cubicBezTo>
                    <a:pt x="58948" y="160074"/>
                    <a:pt x="74960" y="155708"/>
                    <a:pt x="79565" y="131712"/>
                  </a:cubicBezTo>
                  <a:cubicBezTo>
                    <a:pt x="81993" y="118135"/>
                    <a:pt x="81993" y="99705"/>
                    <a:pt x="81993" y="84431"/>
                  </a:cubicBezTo>
                  <a:cubicBezTo>
                    <a:pt x="81993" y="66245"/>
                    <a:pt x="81993" y="49762"/>
                    <a:pt x="79329" y="34238"/>
                  </a:cubicBezTo>
                  <a:cubicBezTo>
                    <a:pt x="75683" y="11207"/>
                    <a:pt x="61863" y="3935"/>
                    <a:pt x="50943" y="3935"/>
                  </a:cubicBezTo>
                  <a:close/>
                </a:path>
              </a:pathLst>
            </a:custGeom>
            <a:solidFill>
              <a:srgbClr val="000000"/>
            </a:solidFill>
            <a:ln w="27807" cap="flat">
              <a:noFill/>
              <a:prstDash val="solid"/>
              <a:miter/>
            </a:ln>
          </p:spPr>
          <p:txBody>
            <a:bodyPr/>
            <a:lstStyle/>
            <a:p>
              <a:endParaRPr lang="en-GB"/>
            </a:p>
          </p:txBody>
        </p:sp>
        <p:sp>
          <p:nvSpPr>
            <p:cNvPr id="392" name="Freeform: Shape 391">
              <a:extLst>
                <a:ext uri="{FF2B5EF4-FFF2-40B4-BE49-F238E27FC236}">
                  <a16:creationId xmlns:a16="http://schemas.microsoft.com/office/drawing/2014/main" id="{8962F040-195B-FFD8-2664-96C192AF1EA0}"/>
                </a:ext>
              </a:extLst>
            </p:cNvPr>
            <p:cNvSpPr/>
            <p:nvPr>
              <p:custDataLst>
                <p:tags r:id="rId32"/>
              </p:custDataLst>
            </p:nvPr>
          </p:nvSpPr>
          <p:spPr>
            <a:xfrm flipV="1">
              <a:off x="11876724" y="-19206596"/>
              <a:ext cx="25715" cy="25700"/>
            </a:xfrm>
            <a:custGeom>
              <a:avLst/>
              <a:gdLst>
                <a:gd name="csX0" fmla="*/ 25715 w 25715"/>
                <a:gd name="csY0" fmla="*/ 11456 h 25700"/>
                <a:gd name="csX1" fmla="*/ 12861 w 25715"/>
                <a:gd name="csY1" fmla="*/ 24309 h 25700"/>
                <a:gd name="csX2" fmla="*/ 0 w 25715"/>
                <a:gd name="csY2" fmla="*/ 11456 h 25700"/>
                <a:gd name="csX3" fmla="*/ 12861 w 25715"/>
                <a:gd name="csY3" fmla="*/ -1391 h 25700"/>
                <a:gd name="csX4" fmla="*/ 25715 w 25715"/>
                <a:gd name="csY4" fmla="*/ 11456 h 25700"/>
              </a:gdLst>
              <a:ahLst/>
              <a:cxnLst>
                <a:cxn ang="0">
                  <a:pos x="csX0" y="csY0"/>
                </a:cxn>
                <a:cxn ang="0">
                  <a:pos x="csX1" y="csY1"/>
                </a:cxn>
                <a:cxn ang="0">
                  <a:pos x="csX2" y="csY2"/>
                </a:cxn>
                <a:cxn ang="0">
                  <a:pos x="csX3" y="csY3"/>
                </a:cxn>
                <a:cxn ang="0">
                  <a:pos x="csX4" y="csY4"/>
                </a:cxn>
              </a:cxnLst>
              <a:rect l="l" t="t" r="r" b="b"/>
              <a:pathLst>
                <a:path w="25715" h="25700">
                  <a:moveTo>
                    <a:pt x="25715" y="11456"/>
                  </a:moveTo>
                  <a:cubicBezTo>
                    <a:pt x="25715" y="18492"/>
                    <a:pt x="19893" y="24309"/>
                    <a:pt x="12861" y="24309"/>
                  </a:cubicBezTo>
                  <a:cubicBezTo>
                    <a:pt x="5821" y="24309"/>
                    <a:pt x="0" y="18492"/>
                    <a:pt x="0" y="11456"/>
                  </a:cubicBezTo>
                  <a:cubicBezTo>
                    <a:pt x="0" y="4428"/>
                    <a:pt x="5821" y="-1391"/>
                    <a:pt x="12861" y="-1391"/>
                  </a:cubicBezTo>
                  <a:cubicBezTo>
                    <a:pt x="19893" y="-1391"/>
                    <a:pt x="25715" y="4428"/>
                    <a:pt x="25715" y="11456"/>
                  </a:cubicBezTo>
                  <a:close/>
                </a:path>
              </a:pathLst>
            </a:custGeom>
            <a:solidFill>
              <a:srgbClr val="000000"/>
            </a:solidFill>
            <a:ln w="27807" cap="flat">
              <a:noFill/>
              <a:prstDash val="solid"/>
              <a:miter/>
            </a:ln>
          </p:spPr>
          <p:txBody>
            <a:bodyPr/>
            <a:lstStyle/>
            <a:p>
              <a:endParaRPr lang="en-GB"/>
            </a:p>
          </p:txBody>
        </p:sp>
        <p:sp>
          <p:nvSpPr>
            <p:cNvPr id="393" name="Freeform: Shape 392">
              <a:extLst>
                <a:ext uri="{FF2B5EF4-FFF2-40B4-BE49-F238E27FC236}">
                  <a16:creationId xmlns:a16="http://schemas.microsoft.com/office/drawing/2014/main" id="{EFF28FFC-03B7-4FD8-6B4D-9FAF875BA7D7}"/>
                </a:ext>
              </a:extLst>
            </p:cNvPr>
            <p:cNvSpPr/>
            <p:nvPr>
              <p:custDataLst>
                <p:tags r:id="rId33"/>
              </p:custDataLst>
            </p:nvPr>
          </p:nvSpPr>
          <p:spPr>
            <a:xfrm flipV="1">
              <a:off x="11932707" y="-19344794"/>
              <a:ext cx="705995" cy="169230"/>
            </a:xfrm>
            <a:custGeom>
              <a:avLst/>
              <a:gdLst>
                <a:gd name="csX0" fmla="*/ 102130 w 705995"/>
                <a:gd name="csY0" fmla="*/ 81518 h 169230"/>
                <a:gd name="csX1" fmla="*/ 92427 w 705995"/>
                <a:gd name="csY1" fmla="*/ 138252 h 169230"/>
                <a:gd name="csX2" fmla="*/ 51187 w 705995"/>
                <a:gd name="csY2" fmla="*/ 165406 h 169230"/>
                <a:gd name="csX3" fmla="*/ 8981 w 705995"/>
                <a:gd name="csY3" fmla="*/ 136556 h 169230"/>
                <a:gd name="csX4" fmla="*/ 0 w 705995"/>
                <a:gd name="csY4" fmla="*/ 81518 h 169230"/>
                <a:gd name="csX5" fmla="*/ 10921 w 705995"/>
                <a:gd name="csY5" fmla="*/ 23087 h 169230"/>
                <a:gd name="csX6" fmla="*/ 50943 w 705995"/>
                <a:gd name="csY6" fmla="*/ -1397 h 169230"/>
                <a:gd name="csX7" fmla="*/ 93157 w 705995"/>
                <a:gd name="csY7" fmla="*/ 26722 h 169230"/>
                <a:gd name="csX8" fmla="*/ 102130 w 705995"/>
                <a:gd name="csY8" fmla="*/ 81518 h 169230"/>
                <a:gd name="csX9" fmla="*/ 50943 w 705995"/>
                <a:gd name="csY9" fmla="*/ 3935 h 169230"/>
                <a:gd name="csX10" fmla="*/ 22801 w 705995"/>
                <a:gd name="csY10" fmla="*/ 33272 h 169230"/>
                <a:gd name="csX11" fmla="*/ 20137 w 705995"/>
                <a:gd name="csY11" fmla="*/ 84431 h 169230"/>
                <a:gd name="csX12" fmla="*/ 22078 w 705995"/>
                <a:gd name="csY12" fmla="*/ 129042 h 169230"/>
                <a:gd name="csX13" fmla="*/ 50943 w 705995"/>
                <a:gd name="csY13" fmla="*/ 160074 h 169230"/>
                <a:gd name="csX14" fmla="*/ 79565 w 705995"/>
                <a:gd name="csY14" fmla="*/ 131711 h 169230"/>
                <a:gd name="csX15" fmla="*/ 81993 w 705995"/>
                <a:gd name="csY15" fmla="*/ 84431 h 169230"/>
                <a:gd name="csX16" fmla="*/ 79329 w 705995"/>
                <a:gd name="csY16" fmla="*/ 34238 h 169230"/>
                <a:gd name="csX17" fmla="*/ 50943 w 705995"/>
                <a:gd name="csY17" fmla="*/ 3935 h 169230"/>
                <a:gd name="csX18" fmla="*/ 223437 w 705995"/>
                <a:gd name="csY18" fmla="*/ 81518 h 169230"/>
                <a:gd name="csX19" fmla="*/ 213734 w 705995"/>
                <a:gd name="csY19" fmla="*/ 138252 h 169230"/>
                <a:gd name="csX20" fmla="*/ 172494 w 705995"/>
                <a:gd name="csY20" fmla="*/ 165406 h 169230"/>
                <a:gd name="csX21" fmla="*/ 130288 w 705995"/>
                <a:gd name="csY21" fmla="*/ 136556 h 169230"/>
                <a:gd name="csX22" fmla="*/ 121308 w 705995"/>
                <a:gd name="csY22" fmla="*/ 81518 h 169230"/>
                <a:gd name="csX23" fmla="*/ 132228 w 705995"/>
                <a:gd name="csY23" fmla="*/ 23087 h 169230"/>
                <a:gd name="csX24" fmla="*/ 172250 w 705995"/>
                <a:gd name="csY24" fmla="*/ -1397 h 169230"/>
                <a:gd name="csX25" fmla="*/ 214465 w 705995"/>
                <a:gd name="csY25" fmla="*/ 26722 h 169230"/>
                <a:gd name="csX26" fmla="*/ 223437 w 705995"/>
                <a:gd name="csY26" fmla="*/ 81518 h 169230"/>
                <a:gd name="csX27" fmla="*/ 172250 w 705995"/>
                <a:gd name="csY27" fmla="*/ 3935 h 169230"/>
                <a:gd name="csX28" fmla="*/ 144108 w 705995"/>
                <a:gd name="csY28" fmla="*/ 33272 h 169230"/>
                <a:gd name="csX29" fmla="*/ 141444 w 705995"/>
                <a:gd name="csY29" fmla="*/ 84431 h 169230"/>
                <a:gd name="csX30" fmla="*/ 143385 w 705995"/>
                <a:gd name="csY30" fmla="*/ 129042 h 169230"/>
                <a:gd name="csX31" fmla="*/ 172250 w 705995"/>
                <a:gd name="csY31" fmla="*/ 160074 h 169230"/>
                <a:gd name="csX32" fmla="*/ 200873 w 705995"/>
                <a:gd name="csY32" fmla="*/ 131711 h 169230"/>
                <a:gd name="csX33" fmla="*/ 203301 w 705995"/>
                <a:gd name="csY33" fmla="*/ 84431 h 169230"/>
                <a:gd name="csX34" fmla="*/ 200637 w 705995"/>
                <a:gd name="csY34" fmla="*/ 34238 h 169230"/>
                <a:gd name="csX35" fmla="*/ 172250 w 705995"/>
                <a:gd name="csY35" fmla="*/ 3935 h 169230"/>
                <a:gd name="csX36" fmla="*/ 344745 w 705995"/>
                <a:gd name="csY36" fmla="*/ 81518 h 169230"/>
                <a:gd name="csX37" fmla="*/ 335041 w 705995"/>
                <a:gd name="csY37" fmla="*/ 138252 h 169230"/>
                <a:gd name="csX38" fmla="*/ 293802 w 705995"/>
                <a:gd name="csY38" fmla="*/ 165406 h 169230"/>
                <a:gd name="csX39" fmla="*/ 251596 w 705995"/>
                <a:gd name="csY39" fmla="*/ 136556 h 169230"/>
                <a:gd name="csX40" fmla="*/ 242615 w 705995"/>
                <a:gd name="csY40" fmla="*/ 81518 h 169230"/>
                <a:gd name="csX41" fmla="*/ 253537 w 705995"/>
                <a:gd name="csY41" fmla="*/ 23087 h 169230"/>
                <a:gd name="csX42" fmla="*/ 293558 w 705995"/>
                <a:gd name="csY42" fmla="*/ -1397 h 169230"/>
                <a:gd name="csX43" fmla="*/ 335771 w 705995"/>
                <a:gd name="csY43" fmla="*/ 26722 h 169230"/>
                <a:gd name="csX44" fmla="*/ 344745 w 705995"/>
                <a:gd name="csY44" fmla="*/ 81518 h 169230"/>
                <a:gd name="csX45" fmla="*/ 293558 w 705995"/>
                <a:gd name="csY45" fmla="*/ 3935 h 169230"/>
                <a:gd name="csX46" fmla="*/ 265416 w 705995"/>
                <a:gd name="csY46" fmla="*/ 33272 h 169230"/>
                <a:gd name="csX47" fmla="*/ 262752 w 705995"/>
                <a:gd name="csY47" fmla="*/ 84431 h 169230"/>
                <a:gd name="csX48" fmla="*/ 264693 w 705995"/>
                <a:gd name="csY48" fmla="*/ 129042 h 169230"/>
                <a:gd name="csX49" fmla="*/ 293558 w 705995"/>
                <a:gd name="csY49" fmla="*/ 160074 h 169230"/>
                <a:gd name="csX50" fmla="*/ 322180 w 705995"/>
                <a:gd name="csY50" fmla="*/ 131711 h 169230"/>
                <a:gd name="csX51" fmla="*/ 324608 w 705995"/>
                <a:gd name="csY51" fmla="*/ 84431 h 169230"/>
                <a:gd name="csX52" fmla="*/ 321943 w 705995"/>
                <a:gd name="csY52" fmla="*/ 34238 h 169230"/>
                <a:gd name="csX53" fmla="*/ 293558 w 705995"/>
                <a:gd name="csY53" fmla="*/ 3935 h 169230"/>
                <a:gd name="csX54" fmla="*/ 463380 w 705995"/>
                <a:gd name="csY54" fmla="*/ 52668 h 169230"/>
                <a:gd name="csX55" fmla="*/ 417292 w 705995"/>
                <a:gd name="csY55" fmla="*/ 105766 h 169230"/>
                <a:gd name="csX56" fmla="*/ 386486 w 705995"/>
                <a:gd name="csY56" fmla="*/ 93398 h 169230"/>
                <a:gd name="csX57" fmla="*/ 386486 w 705995"/>
                <a:gd name="csY57" fmla="*/ 140678 h 169230"/>
                <a:gd name="csX58" fmla="*/ 407103 w 705995"/>
                <a:gd name="csY58" fmla="*/ 137530 h 169230"/>
                <a:gd name="csX59" fmla="*/ 453921 w 705995"/>
                <a:gd name="csY59" fmla="*/ 162744 h 169230"/>
                <a:gd name="csX60" fmla="*/ 451493 w 705995"/>
                <a:gd name="csY60" fmla="*/ 165406 h 169230"/>
                <a:gd name="csX61" fmla="*/ 449553 w 705995"/>
                <a:gd name="csY61" fmla="*/ 164684 h 169230"/>
                <a:gd name="csX62" fmla="*/ 416562 w 705995"/>
                <a:gd name="csY62" fmla="*/ 157648 h 169230"/>
                <a:gd name="csX63" fmla="*/ 384304 w 705995"/>
                <a:gd name="csY63" fmla="*/ 164440 h 169230"/>
                <a:gd name="csX64" fmla="*/ 381389 w 705995"/>
                <a:gd name="csY64" fmla="*/ 165164 h 169230"/>
                <a:gd name="csX65" fmla="*/ 378961 w 705995"/>
                <a:gd name="csY65" fmla="*/ 159345 h 169230"/>
                <a:gd name="csX66" fmla="*/ 378961 w 705995"/>
                <a:gd name="csY66" fmla="*/ 87581 h 169230"/>
                <a:gd name="csX67" fmla="*/ 382363 w 705995"/>
                <a:gd name="csY67" fmla="*/ 81274 h 169230"/>
                <a:gd name="csX68" fmla="*/ 385512 w 705995"/>
                <a:gd name="csY68" fmla="*/ 83457 h 169230"/>
                <a:gd name="csX69" fmla="*/ 416806 w 705995"/>
                <a:gd name="csY69" fmla="*/ 100434 h 169230"/>
                <a:gd name="csX70" fmla="*/ 437430 w 705995"/>
                <a:gd name="csY70" fmla="*/ 84917 h 169230"/>
                <a:gd name="csX71" fmla="*/ 441792 w 705995"/>
                <a:gd name="csY71" fmla="*/ 54363 h 169230"/>
                <a:gd name="csX72" fmla="*/ 435969 w 705995"/>
                <a:gd name="csY72" fmla="*/ 21147 h 169230"/>
                <a:gd name="csX73" fmla="*/ 410018 w 705995"/>
                <a:gd name="csY73" fmla="*/ 5388 h 169230"/>
                <a:gd name="csX74" fmla="*/ 374356 w 705995"/>
                <a:gd name="csY74" fmla="*/ 32541 h 169230"/>
                <a:gd name="csX75" fmla="*/ 378482 w 705995"/>
                <a:gd name="csY75" fmla="*/ 32063 h 169230"/>
                <a:gd name="csX76" fmla="*/ 390611 w 705995"/>
                <a:gd name="csY76" fmla="*/ 43943 h 169230"/>
                <a:gd name="csX77" fmla="*/ 378482 w 705995"/>
                <a:gd name="csY77" fmla="*/ 55816 h 169230"/>
                <a:gd name="csX78" fmla="*/ 366595 w 705995"/>
                <a:gd name="csY78" fmla="*/ 42970 h 169230"/>
                <a:gd name="csX79" fmla="*/ 410498 w 705995"/>
                <a:gd name="csY79" fmla="*/ -1397 h 169230"/>
                <a:gd name="csX80" fmla="*/ 463380 w 705995"/>
                <a:gd name="csY80" fmla="*/ 52668 h 169230"/>
                <a:gd name="csX81" fmla="*/ 591242 w 705995"/>
                <a:gd name="csY81" fmla="*/ 151586 h 169230"/>
                <a:gd name="csX82" fmla="*/ 593424 w 705995"/>
                <a:gd name="csY82" fmla="*/ 160074 h 169230"/>
                <a:gd name="csX83" fmla="*/ 534475 w 705995"/>
                <a:gd name="csY83" fmla="*/ 160074 h 169230"/>
                <a:gd name="csX84" fmla="*/ 503426 w 705995"/>
                <a:gd name="csY84" fmla="*/ 167833 h 169230"/>
                <a:gd name="csX85" fmla="*/ 497362 w 705995"/>
                <a:gd name="csY85" fmla="*/ 167833 h 169230"/>
                <a:gd name="csX86" fmla="*/ 489355 w 705995"/>
                <a:gd name="csY86" fmla="*/ 117891 h 169230"/>
                <a:gd name="csX87" fmla="*/ 495421 w 705995"/>
                <a:gd name="csY87" fmla="*/ 117891 h 169230"/>
                <a:gd name="csX88" fmla="*/ 501485 w 705995"/>
                <a:gd name="csY88" fmla="*/ 139949 h 169230"/>
                <a:gd name="csX89" fmla="*/ 525261 w 705995"/>
                <a:gd name="csY89" fmla="*/ 141409 h 169230"/>
                <a:gd name="csX90" fmla="*/ 575473 w 705995"/>
                <a:gd name="csY90" fmla="*/ 141409 h 169230"/>
                <a:gd name="csX91" fmla="*/ 548303 w 705995"/>
                <a:gd name="csY91" fmla="*/ 103096 h 169230"/>
                <a:gd name="csX92" fmla="*/ 518463 w 705995"/>
                <a:gd name="csY92" fmla="*/ 11936 h 169230"/>
                <a:gd name="csX93" fmla="*/ 529619 w 705995"/>
                <a:gd name="csY93" fmla="*/ -1397 h 169230"/>
                <a:gd name="csX94" fmla="*/ 540786 w 705995"/>
                <a:gd name="csY94" fmla="*/ 11936 h 169230"/>
                <a:gd name="csX95" fmla="*/ 540786 w 705995"/>
                <a:gd name="csY95" fmla="*/ 24304 h 169230"/>
                <a:gd name="csX96" fmla="*/ 543449 w 705995"/>
                <a:gd name="csY96" fmla="*/ 64061 h 169230"/>
                <a:gd name="csX97" fmla="*/ 558495 w 705995"/>
                <a:gd name="csY97" fmla="*/ 105524 h 169230"/>
                <a:gd name="csX98" fmla="*/ 591242 w 705995"/>
                <a:gd name="csY98" fmla="*/ 151586 h 169230"/>
                <a:gd name="csX99" fmla="*/ 705995 w 705995"/>
                <a:gd name="csY99" fmla="*/ 52668 h 169230"/>
                <a:gd name="csX100" fmla="*/ 659907 w 705995"/>
                <a:gd name="csY100" fmla="*/ 105766 h 169230"/>
                <a:gd name="csX101" fmla="*/ 629101 w 705995"/>
                <a:gd name="csY101" fmla="*/ 93398 h 169230"/>
                <a:gd name="csX102" fmla="*/ 629101 w 705995"/>
                <a:gd name="csY102" fmla="*/ 140678 h 169230"/>
                <a:gd name="csX103" fmla="*/ 649718 w 705995"/>
                <a:gd name="csY103" fmla="*/ 137530 h 169230"/>
                <a:gd name="csX104" fmla="*/ 696537 w 705995"/>
                <a:gd name="csY104" fmla="*/ 162744 h 169230"/>
                <a:gd name="csX105" fmla="*/ 694109 w 705995"/>
                <a:gd name="csY105" fmla="*/ 165406 h 169230"/>
                <a:gd name="csX106" fmla="*/ 692167 w 705995"/>
                <a:gd name="csY106" fmla="*/ 164684 h 169230"/>
                <a:gd name="csX107" fmla="*/ 659177 w 705995"/>
                <a:gd name="csY107" fmla="*/ 157648 h 169230"/>
                <a:gd name="csX108" fmla="*/ 626919 w 705995"/>
                <a:gd name="csY108" fmla="*/ 164440 h 169230"/>
                <a:gd name="csX109" fmla="*/ 624004 w 705995"/>
                <a:gd name="csY109" fmla="*/ 165164 h 169230"/>
                <a:gd name="csX110" fmla="*/ 621576 w 705995"/>
                <a:gd name="csY110" fmla="*/ 159345 h 169230"/>
                <a:gd name="csX111" fmla="*/ 621576 w 705995"/>
                <a:gd name="csY111" fmla="*/ 87581 h 169230"/>
                <a:gd name="csX112" fmla="*/ 624978 w 705995"/>
                <a:gd name="csY112" fmla="*/ 81274 h 169230"/>
                <a:gd name="csX113" fmla="*/ 628127 w 705995"/>
                <a:gd name="csY113" fmla="*/ 83457 h 169230"/>
                <a:gd name="csX114" fmla="*/ 659420 w 705995"/>
                <a:gd name="csY114" fmla="*/ 100434 h 169230"/>
                <a:gd name="csX115" fmla="*/ 680045 w 705995"/>
                <a:gd name="csY115" fmla="*/ 84917 h 169230"/>
                <a:gd name="csX116" fmla="*/ 684406 w 705995"/>
                <a:gd name="csY116" fmla="*/ 54363 h 169230"/>
                <a:gd name="csX117" fmla="*/ 678583 w 705995"/>
                <a:gd name="csY117" fmla="*/ 21147 h 169230"/>
                <a:gd name="csX118" fmla="*/ 652633 w 705995"/>
                <a:gd name="csY118" fmla="*/ 5388 h 169230"/>
                <a:gd name="csX119" fmla="*/ 616971 w 705995"/>
                <a:gd name="csY119" fmla="*/ 32541 h 169230"/>
                <a:gd name="csX120" fmla="*/ 621096 w 705995"/>
                <a:gd name="csY120" fmla="*/ 32063 h 169230"/>
                <a:gd name="csX121" fmla="*/ 633227 w 705995"/>
                <a:gd name="csY121" fmla="*/ 43943 h 169230"/>
                <a:gd name="csX122" fmla="*/ 621096 w 705995"/>
                <a:gd name="csY122" fmla="*/ 55816 h 169230"/>
                <a:gd name="csX123" fmla="*/ 609210 w 705995"/>
                <a:gd name="csY123" fmla="*/ 42970 h 169230"/>
                <a:gd name="csX124" fmla="*/ 653113 w 705995"/>
                <a:gd name="csY124" fmla="*/ -1397 h 169230"/>
                <a:gd name="csX125" fmla="*/ 705995 w 705995"/>
                <a:gd name="csY125" fmla="*/ 52668 h 169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Lst>
              <a:rect l="l" t="t" r="r" b="b"/>
              <a:pathLst>
                <a:path w="705995" h="169230">
                  <a:moveTo>
                    <a:pt x="102130" y="81518"/>
                  </a:moveTo>
                  <a:cubicBezTo>
                    <a:pt x="102130" y="100914"/>
                    <a:pt x="100920" y="120310"/>
                    <a:pt x="92427" y="138252"/>
                  </a:cubicBezTo>
                  <a:cubicBezTo>
                    <a:pt x="81270" y="161527"/>
                    <a:pt x="61377" y="165406"/>
                    <a:pt x="51187" y="165406"/>
                  </a:cubicBezTo>
                  <a:cubicBezTo>
                    <a:pt x="36629" y="165406"/>
                    <a:pt x="18919" y="159109"/>
                    <a:pt x="8981" y="136556"/>
                  </a:cubicBezTo>
                  <a:cubicBezTo>
                    <a:pt x="1218" y="119830"/>
                    <a:pt x="0" y="100914"/>
                    <a:pt x="0" y="81518"/>
                  </a:cubicBezTo>
                  <a:cubicBezTo>
                    <a:pt x="0" y="63339"/>
                    <a:pt x="974" y="41517"/>
                    <a:pt x="10921" y="23087"/>
                  </a:cubicBezTo>
                  <a:cubicBezTo>
                    <a:pt x="21347" y="3448"/>
                    <a:pt x="39056" y="-1397"/>
                    <a:pt x="50943" y="-1397"/>
                  </a:cubicBezTo>
                  <a:cubicBezTo>
                    <a:pt x="64041" y="-1397"/>
                    <a:pt x="82480" y="3691"/>
                    <a:pt x="93157" y="26722"/>
                  </a:cubicBezTo>
                  <a:cubicBezTo>
                    <a:pt x="100920" y="43456"/>
                    <a:pt x="102130" y="62366"/>
                    <a:pt x="102130" y="81518"/>
                  </a:cubicBezTo>
                  <a:close/>
                  <a:moveTo>
                    <a:pt x="50943" y="3935"/>
                  </a:moveTo>
                  <a:cubicBezTo>
                    <a:pt x="41483" y="3935"/>
                    <a:pt x="27169" y="9998"/>
                    <a:pt x="22801" y="33272"/>
                  </a:cubicBezTo>
                  <a:cubicBezTo>
                    <a:pt x="20137" y="47822"/>
                    <a:pt x="20137" y="70124"/>
                    <a:pt x="20137" y="84431"/>
                  </a:cubicBezTo>
                  <a:cubicBezTo>
                    <a:pt x="20137" y="99948"/>
                    <a:pt x="20137" y="115951"/>
                    <a:pt x="22078" y="129042"/>
                  </a:cubicBezTo>
                  <a:cubicBezTo>
                    <a:pt x="26689" y="157892"/>
                    <a:pt x="44878" y="160074"/>
                    <a:pt x="50943" y="160074"/>
                  </a:cubicBezTo>
                  <a:cubicBezTo>
                    <a:pt x="58949" y="160074"/>
                    <a:pt x="74961" y="155708"/>
                    <a:pt x="79565" y="131711"/>
                  </a:cubicBezTo>
                  <a:cubicBezTo>
                    <a:pt x="81993" y="118135"/>
                    <a:pt x="81993" y="99705"/>
                    <a:pt x="81993" y="84431"/>
                  </a:cubicBezTo>
                  <a:cubicBezTo>
                    <a:pt x="81993" y="66245"/>
                    <a:pt x="81993" y="49762"/>
                    <a:pt x="79329" y="34238"/>
                  </a:cubicBezTo>
                  <a:cubicBezTo>
                    <a:pt x="75684" y="11207"/>
                    <a:pt x="61864" y="3935"/>
                    <a:pt x="50943" y="3935"/>
                  </a:cubicBezTo>
                  <a:close/>
                  <a:moveTo>
                    <a:pt x="223437" y="81518"/>
                  </a:moveTo>
                  <a:cubicBezTo>
                    <a:pt x="223437" y="100914"/>
                    <a:pt x="222228" y="120310"/>
                    <a:pt x="213734" y="138252"/>
                  </a:cubicBezTo>
                  <a:cubicBezTo>
                    <a:pt x="202578" y="161527"/>
                    <a:pt x="182685" y="165406"/>
                    <a:pt x="172494" y="165406"/>
                  </a:cubicBezTo>
                  <a:cubicBezTo>
                    <a:pt x="157936" y="165406"/>
                    <a:pt x="140227" y="159109"/>
                    <a:pt x="130288" y="136556"/>
                  </a:cubicBezTo>
                  <a:cubicBezTo>
                    <a:pt x="122525" y="119830"/>
                    <a:pt x="121308" y="100914"/>
                    <a:pt x="121308" y="81518"/>
                  </a:cubicBezTo>
                  <a:cubicBezTo>
                    <a:pt x="121308" y="63339"/>
                    <a:pt x="122282" y="41517"/>
                    <a:pt x="132228" y="23087"/>
                  </a:cubicBezTo>
                  <a:cubicBezTo>
                    <a:pt x="142654" y="3448"/>
                    <a:pt x="160364" y="-1397"/>
                    <a:pt x="172250" y="-1397"/>
                  </a:cubicBezTo>
                  <a:cubicBezTo>
                    <a:pt x="185348" y="-1397"/>
                    <a:pt x="203788" y="3691"/>
                    <a:pt x="214465" y="26722"/>
                  </a:cubicBezTo>
                  <a:cubicBezTo>
                    <a:pt x="222228" y="43456"/>
                    <a:pt x="223437" y="62366"/>
                    <a:pt x="223437" y="81518"/>
                  </a:cubicBezTo>
                  <a:close/>
                  <a:moveTo>
                    <a:pt x="172250" y="3935"/>
                  </a:moveTo>
                  <a:cubicBezTo>
                    <a:pt x="162791" y="3935"/>
                    <a:pt x="148476" y="9998"/>
                    <a:pt x="144108" y="33272"/>
                  </a:cubicBezTo>
                  <a:cubicBezTo>
                    <a:pt x="141444" y="47822"/>
                    <a:pt x="141444" y="70124"/>
                    <a:pt x="141444" y="84431"/>
                  </a:cubicBezTo>
                  <a:cubicBezTo>
                    <a:pt x="141444" y="99948"/>
                    <a:pt x="141444" y="115951"/>
                    <a:pt x="143385" y="129042"/>
                  </a:cubicBezTo>
                  <a:cubicBezTo>
                    <a:pt x="147997" y="157892"/>
                    <a:pt x="166185" y="160074"/>
                    <a:pt x="172250" y="160074"/>
                  </a:cubicBezTo>
                  <a:cubicBezTo>
                    <a:pt x="180257" y="160074"/>
                    <a:pt x="196269" y="155708"/>
                    <a:pt x="200873" y="131711"/>
                  </a:cubicBezTo>
                  <a:cubicBezTo>
                    <a:pt x="203301" y="118135"/>
                    <a:pt x="203301" y="99705"/>
                    <a:pt x="203301" y="84431"/>
                  </a:cubicBezTo>
                  <a:cubicBezTo>
                    <a:pt x="203301" y="66245"/>
                    <a:pt x="203301" y="49762"/>
                    <a:pt x="200637" y="34238"/>
                  </a:cubicBezTo>
                  <a:cubicBezTo>
                    <a:pt x="196992" y="11207"/>
                    <a:pt x="183172" y="3935"/>
                    <a:pt x="172250" y="3935"/>
                  </a:cubicBezTo>
                  <a:close/>
                  <a:moveTo>
                    <a:pt x="344745" y="81518"/>
                  </a:moveTo>
                  <a:cubicBezTo>
                    <a:pt x="344745" y="100914"/>
                    <a:pt x="343535" y="120310"/>
                    <a:pt x="335041" y="138252"/>
                  </a:cubicBezTo>
                  <a:cubicBezTo>
                    <a:pt x="323885" y="161527"/>
                    <a:pt x="303991" y="165406"/>
                    <a:pt x="293802" y="165406"/>
                  </a:cubicBezTo>
                  <a:cubicBezTo>
                    <a:pt x="279244" y="165406"/>
                    <a:pt x="261534" y="159109"/>
                    <a:pt x="251596" y="136556"/>
                  </a:cubicBezTo>
                  <a:cubicBezTo>
                    <a:pt x="243832" y="119830"/>
                    <a:pt x="242615" y="100914"/>
                    <a:pt x="242615" y="81518"/>
                  </a:cubicBezTo>
                  <a:cubicBezTo>
                    <a:pt x="242615" y="63339"/>
                    <a:pt x="243588" y="41517"/>
                    <a:pt x="253537" y="23087"/>
                  </a:cubicBezTo>
                  <a:cubicBezTo>
                    <a:pt x="263962" y="3448"/>
                    <a:pt x="281672" y="-1397"/>
                    <a:pt x="293558" y="-1397"/>
                  </a:cubicBezTo>
                  <a:cubicBezTo>
                    <a:pt x="306655" y="-1397"/>
                    <a:pt x="325095" y="3691"/>
                    <a:pt x="335771" y="26722"/>
                  </a:cubicBezTo>
                  <a:cubicBezTo>
                    <a:pt x="343535" y="43456"/>
                    <a:pt x="344745" y="62366"/>
                    <a:pt x="344745" y="81518"/>
                  </a:cubicBezTo>
                  <a:close/>
                  <a:moveTo>
                    <a:pt x="293558" y="3935"/>
                  </a:moveTo>
                  <a:cubicBezTo>
                    <a:pt x="284100" y="3935"/>
                    <a:pt x="269785" y="9998"/>
                    <a:pt x="265416" y="33272"/>
                  </a:cubicBezTo>
                  <a:cubicBezTo>
                    <a:pt x="262752" y="47822"/>
                    <a:pt x="262752" y="70124"/>
                    <a:pt x="262752" y="84431"/>
                  </a:cubicBezTo>
                  <a:cubicBezTo>
                    <a:pt x="262752" y="99948"/>
                    <a:pt x="262752" y="115951"/>
                    <a:pt x="264693" y="129042"/>
                  </a:cubicBezTo>
                  <a:cubicBezTo>
                    <a:pt x="269305" y="157892"/>
                    <a:pt x="287492" y="160074"/>
                    <a:pt x="293558" y="160074"/>
                  </a:cubicBezTo>
                  <a:cubicBezTo>
                    <a:pt x="301565" y="160074"/>
                    <a:pt x="317577" y="155708"/>
                    <a:pt x="322180" y="131711"/>
                  </a:cubicBezTo>
                  <a:cubicBezTo>
                    <a:pt x="324608" y="118135"/>
                    <a:pt x="324608" y="99705"/>
                    <a:pt x="324608" y="84431"/>
                  </a:cubicBezTo>
                  <a:cubicBezTo>
                    <a:pt x="324608" y="66245"/>
                    <a:pt x="324608" y="49762"/>
                    <a:pt x="321943" y="34238"/>
                  </a:cubicBezTo>
                  <a:cubicBezTo>
                    <a:pt x="318298" y="11207"/>
                    <a:pt x="304478" y="3935"/>
                    <a:pt x="293558" y="3935"/>
                  </a:cubicBezTo>
                  <a:close/>
                  <a:moveTo>
                    <a:pt x="463380" y="52668"/>
                  </a:moveTo>
                  <a:cubicBezTo>
                    <a:pt x="463380" y="81518"/>
                    <a:pt x="443489" y="105766"/>
                    <a:pt x="417292" y="105766"/>
                  </a:cubicBezTo>
                  <a:cubicBezTo>
                    <a:pt x="405650" y="105766"/>
                    <a:pt x="395217" y="101887"/>
                    <a:pt x="386486" y="93398"/>
                  </a:cubicBezTo>
                  <a:lnTo>
                    <a:pt x="386486" y="140678"/>
                  </a:lnTo>
                  <a:cubicBezTo>
                    <a:pt x="391335" y="139225"/>
                    <a:pt x="399342" y="137530"/>
                    <a:pt x="407103" y="137530"/>
                  </a:cubicBezTo>
                  <a:cubicBezTo>
                    <a:pt x="436943" y="137530"/>
                    <a:pt x="453921" y="159588"/>
                    <a:pt x="453921" y="162744"/>
                  </a:cubicBezTo>
                  <a:cubicBezTo>
                    <a:pt x="453921" y="164197"/>
                    <a:pt x="453191" y="165406"/>
                    <a:pt x="451493" y="165406"/>
                  </a:cubicBezTo>
                  <a:cubicBezTo>
                    <a:pt x="451250" y="165406"/>
                    <a:pt x="450770" y="165406"/>
                    <a:pt x="449553" y="164684"/>
                  </a:cubicBezTo>
                  <a:cubicBezTo>
                    <a:pt x="444706" y="162500"/>
                    <a:pt x="432818" y="157648"/>
                    <a:pt x="416562" y="157648"/>
                  </a:cubicBezTo>
                  <a:cubicBezTo>
                    <a:pt x="406859" y="157648"/>
                    <a:pt x="395703" y="159345"/>
                    <a:pt x="384304" y="164440"/>
                  </a:cubicBezTo>
                  <a:cubicBezTo>
                    <a:pt x="382363" y="165164"/>
                    <a:pt x="381876" y="165164"/>
                    <a:pt x="381389" y="165164"/>
                  </a:cubicBezTo>
                  <a:cubicBezTo>
                    <a:pt x="378961" y="165164"/>
                    <a:pt x="378961" y="163224"/>
                    <a:pt x="378961" y="159345"/>
                  </a:cubicBezTo>
                  <a:lnTo>
                    <a:pt x="378961" y="87581"/>
                  </a:lnTo>
                  <a:cubicBezTo>
                    <a:pt x="378961" y="83215"/>
                    <a:pt x="378961" y="81274"/>
                    <a:pt x="382363" y="81274"/>
                  </a:cubicBezTo>
                  <a:cubicBezTo>
                    <a:pt x="384061" y="81274"/>
                    <a:pt x="384547" y="82005"/>
                    <a:pt x="385512" y="83457"/>
                  </a:cubicBezTo>
                  <a:cubicBezTo>
                    <a:pt x="388183" y="87337"/>
                    <a:pt x="397157" y="100434"/>
                    <a:pt x="416806" y="100434"/>
                  </a:cubicBezTo>
                  <a:cubicBezTo>
                    <a:pt x="429425" y="100434"/>
                    <a:pt x="435489" y="89276"/>
                    <a:pt x="437430" y="84917"/>
                  </a:cubicBezTo>
                  <a:cubicBezTo>
                    <a:pt x="441311" y="75943"/>
                    <a:pt x="441792" y="66488"/>
                    <a:pt x="441792" y="54363"/>
                  </a:cubicBezTo>
                  <a:cubicBezTo>
                    <a:pt x="441792" y="45883"/>
                    <a:pt x="441792" y="31332"/>
                    <a:pt x="435969" y="21147"/>
                  </a:cubicBezTo>
                  <a:cubicBezTo>
                    <a:pt x="430148" y="11693"/>
                    <a:pt x="421174" y="5388"/>
                    <a:pt x="410018" y="5388"/>
                  </a:cubicBezTo>
                  <a:cubicBezTo>
                    <a:pt x="392309" y="5388"/>
                    <a:pt x="378482" y="18243"/>
                    <a:pt x="374356" y="32541"/>
                  </a:cubicBezTo>
                  <a:cubicBezTo>
                    <a:pt x="375079" y="32298"/>
                    <a:pt x="375810" y="32063"/>
                    <a:pt x="378482" y="32063"/>
                  </a:cubicBezTo>
                  <a:cubicBezTo>
                    <a:pt x="386486" y="32063"/>
                    <a:pt x="390611" y="38124"/>
                    <a:pt x="390611" y="43943"/>
                  </a:cubicBezTo>
                  <a:cubicBezTo>
                    <a:pt x="390611" y="49762"/>
                    <a:pt x="386486" y="55816"/>
                    <a:pt x="378482" y="55816"/>
                  </a:cubicBezTo>
                  <a:cubicBezTo>
                    <a:pt x="375079" y="55816"/>
                    <a:pt x="366595" y="54121"/>
                    <a:pt x="366595" y="42970"/>
                  </a:cubicBezTo>
                  <a:cubicBezTo>
                    <a:pt x="366595" y="22121"/>
                    <a:pt x="383330" y="-1397"/>
                    <a:pt x="410498" y="-1397"/>
                  </a:cubicBezTo>
                  <a:cubicBezTo>
                    <a:pt x="438640" y="-1397"/>
                    <a:pt x="463380" y="21878"/>
                    <a:pt x="463380" y="52668"/>
                  </a:cubicBezTo>
                  <a:close/>
                  <a:moveTo>
                    <a:pt x="591242" y="151586"/>
                  </a:moveTo>
                  <a:cubicBezTo>
                    <a:pt x="593424" y="154499"/>
                    <a:pt x="593424" y="154986"/>
                    <a:pt x="593424" y="160074"/>
                  </a:cubicBezTo>
                  <a:lnTo>
                    <a:pt x="534475" y="160074"/>
                  </a:lnTo>
                  <a:cubicBezTo>
                    <a:pt x="504879" y="160074"/>
                    <a:pt x="504393" y="163224"/>
                    <a:pt x="503426" y="167833"/>
                  </a:cubicBezTo>
                  <a:lnTo>
                    <a:pt x="497362" y="167833"/>
                  </a:lnTo>
                  <a:lnTo>
                    <a:pt x="489355" y="117891"/>
                  </a:lnTo>
                  <a:lnTo>
                    <a:pt x="495421" y="117891"/>
                  </a:lnTo>
                  <a:cubicBezTo>
                    <a:pt x="496151" y="121770"/>
                    <a:pt x="498327" y="137043"/>
                    <a:pt x="501485" y="139949"/>
                  </a:cubicBezTo>
                  <a:cubicBezTo>
                    <a:pt x="503182" y="141409"/>
                    <a:pt x="522102" y="141409"/>
                    <a:pt x="525261" y="141409"/>
                  </a:cubicBezTo>
                  <a:lnTo>
                    <a:pt x="575473" y="141409"/>
                  </a:lnTo>
                  <a:cubicBezTo>
                    <a:pt x="572802" y="137530"/>
                    <a:pt x="553639" y="111099"/>
                    <a:pt x="548303" y="103096"/>
                  </a:cubicBezTo>
                  <a:cubicBezTo>
                    <a:pt x="526471" y="70367"/>
                    <a:pt x="518463" y="36664"/>
                    <a:pt x="518463" y="11936"/>
                  </a:cubicBezTo>
                  <a:cubicBezTo>
                    <a:pt x="518463" y="9510"/>
                    <a:pt x="518463" y="-1397"/>
                    <a:pt x="529619" y="-1397"/>
                  </a:cubicBezTo>
                  <a:cubicBezTo>
                    <a:pt x="540786" y="-1397"/>
                    <a:pt x="540786" y="9510"/>
                    <a:pt x="540786" y="11936"/>
                  </a:cubicBezTo>
                  <a:lnTo>
                    <a:pt x="540786" y="24304"/>
                  </a:lnTo>
                  <a:cubicBezTo>
                    <a:pt x="540786" y="37638"/>
                    <a:pt x="541509" y="50971"/>
                    <a:pt x="543449" y="64061"/>
                  </a:cubicBezTo>
                  <a:cubicBezTo>
                    <a:pt x="544424" y="69636"/>
                    <a:pt x="547816" y="90494"/>
                    <a:pt x="558495" y="105524"/>
                  </a:cubicBezTo>
                  <a:lnTo>
                    <a:pt x="591242" y="151586"/>
                  </a:lnTo>
                  <a:close/>
                  <a:moveTo>
                    <a:pt x="705995" y="52668"/>
                  </a:moveTo>
                  <a:cubicBezTo>
                    <a:pt x="705995" y="81518"/>
                    <a:pt x="686104" y="105766"/>
                    <a:pt x="659907" y="105766"/>
                  </a:cubicBezTo>
                  <a:cubicBezTo>
                    <a:pt x="648264" y="105766"/>
                    <a:pt x="637831" y="101887"/>
                    <a:pt x="629101" y="93398"/>
                  </a:cubicBezTo>
                  <a:lnTo>
                    <a:pt x="629101" y="140678"/>
                  </a:lnTo>
                  <a:cubicBezTo>
                    <a:pt x="633950" y="139225"/>
                    <a:pt x="641957" y="137530"/>
                    <a:pt x="649718" y="137530"/>
                  </a:cubicBezTo>
                  <a:cubicBezTo>
                    <a:pt x="679558" y="137530"/>
                    <a:pt x="696537" y="159588"/>
                    <a:pt x="696537" y="162744"/>
                  </a:cubicBezTo>
                  <a:cubicBezTo>
                    <a:pt x="696537" y="164197"/>
                    <a:pt x="695806" y="165406"/>
                    <a:pt x="694109" y="165406"/>
                  </a:cubicBezTo>
                  <a:cubicBezTo>
                    <a:pt x="693865" y="165406"/>
                    <a:pt x="693385" y="165406"/>
                    <a:pt x="692167" y="164684"/>
                  </a:cubicBezTo>
                  <a:cubicBezTo>
                    <a:pt x="687321" y="162500"/>
                    <a:pt x="675432" y="157648"/>
                    <a:pt x="659177" y="157648"/>
                  </a:cubicBezTo>
                  <a:cubicBezTo>
                    <a:pt x="649474" y="157648"/>
                    <a:pt x="638318" y="159345"/>
                    <a:pt x="626919" y="164440"/>
                  </a:cubicBezTo>
                  <a:cubicBezTo>
                    <a:pt x="624978" y="165164"/>
                    <a:pt x="624491" y="165164"/>
                    <a:pt x="624004" y="165164"/>
                  </a:cubicBezTo>
                  <a:cubicBezTo>
                    <a:pt x="621576" y="165164"/>
                    <a:pt x="621576" y="163224"/>
                    <a:pt x="621576" y="159345"/>
                  </a:cubicBezTo>
                  <a:lnTo>
                    <a:pt x="621576" y="87581"/>
                  </a:lnTo>
                  <a:cubicBezTo>
                    <a:pt x="621576" y="83215"/>
                    <a:pt x="621576" y="81274"/>
                    <a:pt x="624978" y="81274"/>
                  </a:cubicBezTo>
                  <a:cubicBezTo>
                    <a:pt x="626675" y="81274"/>
                    <a:pt x="627162" y="82005"/>
                    <a:pt x="628127" y="83457"/>
                  </a:cubicBezTo>
                  <a:cubicBezTo>
                    <a:pt x="630799" y="87337"/>
                    <a:pt x="639773" y="100434"/>
                    <a:pt x="659420" y="100434"/>
                  </a:cubicBezTo>
                  <a:cubicBezTo>
                    <a:pt x="672040" y="100434"/>
                    <a:pt x="678103" y="89276"/>
                    <a:pt x="680045" y="84917"/>
                  </a:cubicBezTo>
                  <a:cubicBezTo>
                    <a:pt x="683926" y="75943"/>
                    <a:pt x="684406" y="66488"/>
                    <a:pt x="684406" y="54363"/>
                  </a:cubicBezTo>
                  <a:cubicBezTo>
                    <a:pt x="684406" y="45883"/>
                    <a:pt x="684406" y="31332"/>
                    <a:pt x="678583" y="21147"/>
                  </a:cubicBezTo>
                  <a:cubicBezTo>
                    <a:pt x="672763" y="11693"/>
                    <a:pt x="663789" y="5388"/>
                    <a:pt x="652633" y="5388"/>
                  </a:cubicBezTo>
                  <a:cubicBezTo>
                    <a:pt x="634924" y="5388"/>
                    <a:pt x="621096" y="18243"/>
                    <a:pt x="616971" y="32541"/>
                  </a:cubicBezTo>
                  <a:cubicBezTo>
                    <a:pt x="617694" y="32298"/>
                    <a:pt x="618425" y="32063"/>
                    <a:pt x="621096" y="32063"/>
                  </a:cubicBezTo>
                  <a:cubicBezTo>
                    <a:pt x="629101" y="32063"/>
                    <a:pt x="633227" y="38124"/>
                    <a:pt x="633227" y="43943"/>
                  </a:cubicBezTo>
                  <a:cubicBezTo>
                    <a:pt x="633227" y="49762"/>
                    <a:pt x="629101" y="55816"/>
                    <a:pt x="621096" y="55816"/>
                  </a:cubicBezTo>
                  <a:cubicBezTo>
                    <a:pt x="617694" y="55816"/>
                    <a:pt x="609210" y="54121"/>
                    <a:pt x="609210" y="42970"/>
                  </a:cubicBezTo>
                  <a:cubicBezTo>
                    <a:pt x="609210" y="22121"/>
                    <a:pt x="625945" y="-1397"/>
                    <a:pt x="653113" y="-1397"/>
                  </a:cubicBezTo>
                  <a:cubicBezTo>
                    <a:pt x="681255" y="-1397"/>
                    <a:pt x="705995" y="21878"/>
                    <a:pt x="705995" y="52668"/>
                  </a:cubicBezTo>
                  <a:close/>
                </a:path>
              </a:pathLst>
            </a:custGeom>
            <a:solidFill>
              <a:srgbClr val="000000"/>
            </a:solidFill>
            <a:ln w="27807" cap="flat">
              <a:noFill/>
              <a:prstDash val="solid"/>
              <a:miter/>
            </a:ln>
          </p:spPr>
          <p:txBody>
            <a:bodyPr/>
            <a:lstStyle/>
            <a:p>
              <a:endParaRPr lang="en-GB"/>
            </a:p>
          </p:txBody>
        </p:sp>
      </p:grpSp>
      <p:sp>
        <p:nvSpPr>
          <p:cNvPr id="411" name="TextBox 410">
            <a:extLst>
              <a:ext uri="{FF2B5EF4-FFF2-40B4-BE49-F238E27FC236}">
                <a16:creationId xmlns:a16="http://schemas.microsoft.com/office/drawing/2014/main" id="{D2E6BC59-8063-8485-E6DF-50513F24702D}"/>
              </a:ext>
            </a:extLst>
          </p:cNvPr>
          <p:cNvSpPr txBox="1"/>
          <p:nvPr/>
        </p:nvSpPr>
        <p:spPr>
          <a:xfrm>
            <a:off x="6426240" y="4406166"/>
            <a:ext cx="539236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To get the maximum change in probability resulting from a one‑unit change in the log‑odds, </a:t>
            </a:r>
            <a:r>
              <a:rPr kumimoji="0" lang="en-US" sz="12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we use the inflection point of the logistic curve</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a:t>
            </a:r>
          </a:p>
        </p:txBody>
      </p:sp>
      <p:sp>
        <p:nvSpPr>
          <p:cNvPr id="414" name="TextBox 413">
            <a:extLst>
              <a:ext uri="{FF2B5EF4-FFF2-40B4-BE49-F238E27FC236}">
                <a16:creationId xmlns:a16="http://schemas.microsoft.com/office/drawing/2014/main" id="{DEA06013-29C5-98C9-9505-388DCCA75EE4}"/>
              </a:ext>
            </a:extLst>
          </p:cNvPr>
          <p:cNvSpPr txBox="1"/>
          <p:nvPr/>
        </p:nvSpPr>
        <p:spPr>
          <a:xfrm>
            <a:off x="9035061" y="5019078"/>
            <a:ext cx="2689844" cy="1015663"/>
          </a:xfrm>
          <a:prstGeom prst="rect">
            <a:avLst/>
          </a:prstGeom>
          <a:noFill/>
        </p:spPr>
        <p:txBody>
          <a:bodyPr wrap="square">
            <a:spAutoFit/>
          </a:bodyPr>
          <a:lstStyle>
            <a:defPPr>
              <a:defRPr lang="en-US"/>
            </a:defPPr>
            <a:lvl1pPr>
              <a:defRPr sz="1200"/>
            </a:lvl1pPr>
          </a:lstStyle>
          <a:p>
            <a:r>
              <a:rPr lang="en-US"/>
              <a:t>This corresponds to an increase of about 0.0575 percentage points in the probability of admission per additional </a:t>
            </a:r>
            <a:r>
              <a:rPr lang="en-US" b="1">
                <a:solidFill>
                  <a:srgbClr val="FF0000"/>
                </a:solidFill>
              </a:rPr>
              <a:t>10 GRE points</a:t>
            </a:r>
            <a:r>
              <a:rPr lang="en-US"/>
              <a:t>, </a:t>
            </a:r>
            <a:r>
              <a:rPr lang="en-US" b="1">
                <a:highlight>
                  <a:srgbClr val="FFC000"/>
                </a:highlight>
              </a:rPr>
              <a:t>assuming the baseline probability is near 0.5.</a:t>
            </a:r>
            <a:endParaRPr lang="en-GB" b="1">
              <a:highlight>
                <a:srgbClr val="FFC000"/>
              </a:highlight>
            </a:endParaRPr>
          </a:p>
        </p:txBody>
      </p:sp>
      <p:cxnSp>
        <p:nvCxnSpPr>
          <p:cNvPr id="415" name="Straight Connector 414">
            <a:extLst>
              <a:ext uri="{FF2B5EF4-FFF2-40B4-BE49-F238E27FC236}">
                <a16:creationId xmlns:a16="http://schemas.microsoft.com/office/drawing/2014/main" id="{F1525779-DB8B-DA68-6612-BA47A7676783}"/>
              </a:ext>
            </a:extLst>
          </p:cNvPr>
          <p:cNvCxnSpPr>
            <a:cxnSpLocks/>
          </p:cNvCxnSpPr>
          <p:nvPr/>
        </p:nvCxnSpPr>
        <p:spPr>
          <a:xfrm>
            <a:off x="8964722" y="5078899"/>
            <a:ext cx="0" cy="96534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nvGrpSpPr>
          <p:cNvPr id="481" name="Group 480" descr="\documentclass{article}&#10;\usepackage{amsmath}&#10;\pagestyle{empty}&#10;\usepackage{amssymb}&#10;\begin{document}&#10;&#10;&#10;\[&#10;\approx 0.0023 \times 0.25 \times 10 = 0.575&#10;\]&#10;&#10;\end{document}" title="IguanaTex Shape Display">
            <a:extLst>
              <a:ext uri="{FF2B5EF4-FFF2-40B4-BE49-F238E27FC236}">
                <a16:creationId xmlns:a16="http://schemas.microsoft.com/office/drawing/2014/main" id="{685E5916-4AF1-EE19-0333-D7BFB0621783}"/>
              </a:ext>
            </a:extLst>
          </p:cNvPr>
          <p:cNvGrpSpPr>
            <a:grpSpLocks noChangeAspect="1"/>
          </p:cNvGrpSpPr>
          <p:nvPr>
            <p:custDataLst>
              <p:tags r:id="rId5"/>
            </p:custDataLst>
          </p:nvPr>
        </p:nvGrpSpPr>
        <p:grpSpPr>
          <a:xfrm>
            <a:off x="6489700" y="5390218"/>
            <a:ext cx="2116838" cy="117551"/>
            <a:chOff x="10601588" y="-6507706"/>
            <a:chExt cx="2116838" cy="117551"/>
          </a:xfrm>
        </p:grpSpPr>
        <p:sp>
          <p:nvSpPr>
            <p:cNvPr id="467" name="Freeform: Shape 466">
              <a:extLst>
                <a:ext uri="{FF2B5EF4-FFF2-40B4-BE49-F238E27FC236}">
                  <a16:creationId xmlns:a16="http://schemas.microsoft.com/office/drawing/2014/main" id="{72007E7E-F003-B06F-F8C1-4BD8ADB4E7A1}"/>
                </a:ext>
              </a:extLst>
            </p:cNvPr>
            <p:cNvSpPr/>
            <p:nvPr>
              <p:custDataLst>
                <p:tags r:id="rId6"/>
              </p:custDataLst>
            </p:nvPr>
          </p:nvSpPr>
          <p:spPr>
            <a:xfrm flipV="1">
              <a:off x="10601588" y="-6475202"/>
              <a:ext cx="112392" cy="71912"/>
            </a:xfrm>
            <a:custGeom>
              <a:avLst/>
              <a:gdLst>
                <a:gd name="csX0" fmla="*/ 112392 w 112392"/>
                <a:gd name="csY0" fmla="*/ 65297 h 71912"/>
                <a:gd name="csX1" fmla="*/ 110034 w 112392"/>
                <a:gd name="csY1" fmla="*/ 70349 h 71912"/>
                <a:gd name="csX2" fmla="*/ 107677 w 112392"/>
                <a:gd name="csY2" fmla="*/ 65804 h 71912"/>
                <a:gd name="csX3" fmla="*/ 84253 w 112392"/>
                <a:gd name="csY3" fmla="*/ 47276 h 71912"/>
                <a:gd name="csX4" fmla="*/ 57293 w 112392"/>
                <a:gd name="csY4" fmla="*/ 58392 h 71912"/>
                <a:gd name="csX5" fmla="*/ 28139 w 112392"/>
                <a:gd name="csY5" fmla="*/ 70517 h 71912"/>
                <a:gd name="csX6" fmla="*/ 0 w 112392"/>
                <a:gd name="csY6" fmla="*/ 43065 h 71912"/>
                <a:gd name="csX7" fmla="*/ 2358 w 112392"/>
                <a:gd name="csY7" fmla="*/ 38013 h 71912"/>
                <a:gd name="csX8" fmla="*/ 4721 w 112392"/>
                <a:gd name="csY8" fmla="*/ 41886 h 71912"/>
                <a:gd name="csX9" fmla="*/ 28139 w 112392"/>
                <a:gd name="csY9" fmla="*/ 61086 h 71912"/>
                <a:gd name="csX10" fmla="*/ 55104 w 112392"/>
                <a:gd name="csY10" fmla="*/ 49970 h 71912"/>
                <a:gd name="csX11" fmla="*/ 84253 w 112392"/>
                <a:gd name="csY11" fmla="*/ 37844 h 71912"/>
                <a:gd name="csX12" fmla="*/ 112392 w 112392"/>
                <a:gd name="csY12" fmla="*/ 65297 h 71912"/>
                <a:gd name="csX13" fmla="*/ 112392 w 112392"/>
                <a:gd name="csY13" fmla="*/ 25888 h 71912"/>
                <a:gd name="csX14" fmla="*/ 110034 w 112392"/>
                <a:gd name="csY14" fmla="*/ 31108 h 71912"/>
                <a:gd name="csX15" fmla="*/ 107677 w 112392"/>
                <a:gd name="csY15" fmla="*/ 26559 h 71912"/>
                <a:gd name="csX16" fmla="*/ 84253 w 112392"/>
                <a:gd name="csY16" fmla="*/ 8035 h 71912"/>
                <a:gd name="csX17" fmla="*/ 57293 w 112392"/>
                <a:gd name="csY17" fmla="*/ 19152 h 71912"/>
                <a:gd name="csX18" fmla="*/ 28139 w 112392"/>
                <a:gd name="csY18" fmla="*/ 31277 h 71912"/>
                <a:gd name="csX19" fmla="*/ 0 w 112392"/>
                <a:gd name="csY19" fmla="*/ 3825 h 71912"/>
                <a:gd name="csX20" fmla="*/ 2358 w 112392"/>
                <a:gd name="csY20" fmla="*/ -1226 h 71912"/>
                <a:gd name="csX21" fmla="*/ 4721 w 112392"/>
                <a:gd name="csY21" fmla="*/ 2646 h 71912"/>
                <a:gd name="csX22" fmla="*/ 28139 w 112392"/>
                <a:gd name="csY22" fmla="*/ 21846 h 71912"/>
                <a:gd name="csX23" fmla="*/ 55104 w 112392"/>
                <a:gd name="csY23" fmla="*/ 10730 h 71912"/>
                <a:gd name="csX24" fmla="*/ 84253 w 112392"/>
                <a:gd name="csY24" fmla="*/ -1396 h 71912"/>
                <a:gd name="csX25" fmla="*/ 112392 w 112392"/>
                <a:gd name="csY25" fmla="*/ 25888 h 719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12392" h="71912">
                  <a:moveTo>
                    <a:pt x="112392" y="65297"/>
                  </a:moveTo>
                  <a:cubicBezTo>
                    <a:pt x="112392" y="68832"/>
                    <a:pt x="111213" y="70349"/>
                    <a:pt x="110034" y="70349"/>
                  </a:cubicBezTo>
                  <a:cubicBezTo>
                    <a:pt x="109363" y="70349"/>
                    <a:pt x="107846" y="69677"/>
                    <a:pt x="107677" y="65804"/>
                  </a:cubicBezTo>
                  <a:cubicBezTo>
                    <a:pt x="107000" y="54181"/>
                    <a:pt x="95206" y="47276"/>
                    <a:pt x="84253" y="47276"/>
                  </a:cubicBezTo>
                  <a:cubicBezTo>
                    <a:pt x="74479" y="47276"/>
                    <a:pt x="66058" y="52495"/>
                    <a:pt x="57293" y="58392"/>
                  </a:cubicBezTo>
                  <a:cubicBezTo>
                    <a:pt x="48195" y="64457"/>
                    <a:pt x="39092" y="70517"/>
                    <a:pt x="28139" y="70517"/>
                  </a:cubicBezTo>
                  <a:cubicBezTo>
                    <a:pt x="12471" y="70517"/>
                    <a:pt x="0" y="58561"/>
                    <a:pt x="0" y="43065"/>
                  </a:cubicBezTo>
                  <a:cubicBezTo>
                    <a:pt x="0" y="39361"/>
                    <a:pt x="1348" y="38013"/>
                    <a:pt x="2358" y="38013"/>
                  </a:cubicBezTo>
                  <a:cubicBezTo>
                    <a:pt x="4044" y="38013"/>
                    <a:pt x="4721" y="41215"/>
                    <a:pt x="4721" y="41886"/>
                  </a:cubicBezTo>
                  <a:cubicBezTo>
                    <a:pt x="5561" y="56035"/>
                    <a:pt x="19380" y="61086"/>
                    <a:pt x="28139" y="61086"/>
                  </a:cubicBezTo>
                  <a:cubicBezTo>
                    <a:pt x="37913" y="61086"/>
                    <a:pt x="46340" y="55867"/>
                    <a:pt x="55104" y="49970"/>
                  </a:cubicBezTo>
                  <a:cubicBezTo>
                    <a:pt x="64202" y="43910"/>
                    <a:pt x="73300" y="37844"/>
                    <a:pt x="84253" y="37844"/>
                  </a:cubicBezTo>
                  <a:cubicBezTo>
                    <a:pt x="99927" y="37844"/>
                    <a:pt x="112392" y="49801"/>
                    <a:pt x="112392" y="65297"/>
                  </a:cubicBezTo>
                  <a:close/>
                  <a:moveTo>
                    <a:pt x="112392" y="25888"/>
                  </a:moveTo>
                  <a:cubicBezTo>
                    <a:pt x="112392" y="30770"/>
                    <a:pt x="110373" y="31108"/>
                    <a:pt x="110034" y="31108"/>
                  </a:cubicBezTo>
                  <a:cubicBezTo>
                    <a:pt x="109363" y="31108"/>
                    <a:pt x="107846" y="30268"/>
                    <a:pt x="107677" y="26559"/>
                  </a:cubicBezTo>
                  <a:cubicBezTo>
                    <a:pt x="107000" y="14941"/>
                    <a:pt x="95206" y="8035"/>
                    <a:pt x="84253" y="8035"/>
                  </a:cubicBezTo>
                  <a:cubicBezTo>
                    <a:pt x="74479" y="8035"/>
                    <a:pt x="66058" y="13256"/>
                    <a:pt x="57293" y="19152"/>
                  </a:cubicBezTo>
                  <a:cubicBezTo>
                    <a:pt x="48195" y="25211"/>
                    <a:pt x="39092" y="31277"/>
                    <a:pt x="28139" y="31277"/>
                  </a:cubicBezTo>
                  <a:cubicBezTo>
                    <a:pt x="12471" y="31277"/>
                    <a:pt x="0" y="19321"/>
                    <a:pt x="0" y="3825"/>
                  </a:cubicBezTo>
                  <a:cubicBezTo>
                    <a:pt x="0" y="121"/>
                    <a:pt x="1348" y="-1226"/>
                    <a:pt x="2358" y="-1226"/>
                  </a:cubicBezTo>
                  <a:cubicBezTo>
                    <a:pt x="4044" y="-1226"/>
                    <a:pt x="4721" y="1976"/>
                    <a:pt x="4721" y="2646"/>
                  </a:cubicBezTo>
                  <a:cubicBezTo>
                    <a:pt x="5561" y="16795"/>
                    <a:pt x="19380" y="21846"/>
                    <a:pt x="28139" y="21846"/>
                  </a:cubicBezTo>
                  <a:cubicBezTo>
                    <a:pt x="37913" y="21846"/>
                    <a:pt x="46340" y="16626"/>
                    <a:pt x="55104" y="10730"/>
                  </a:cubicBezTo>
                  <a:cubicBezTo>
                    <a:pt x="64202" y="4670"/>
                    <a:pt x="73300" y="-1396"/>
                    <a:pt x="84253" y="-1396"/>
                  </a:cubicBezTo>
                  <a:cubicBezTo>
                    <a:pt x="100260" y="-1396"/>
                    <a:pt x="112392" y="11068"/>
                    <a:pt x="112392" y="25888"/>
                  </a:cubicBezTo>
                  <a:close/>
                </a:path>
              </a:pathLst>
            </a:custGeom>
            <a:solidFill>
              <a:srgbClr val="000000"/>
            </a:solidFill>
            <a:ln w="27807" cap="flat">
              <a:noFill/>
              <a:prstDash val="solid"/>
              <a:miter/>
            </a:ln>
          </p:spPr>
          <p:txBody>
            <a:bodyPr/>
            <a:lstStyle/>
            <a:p>
              <a:endParaRPr lang="en-GB"/>
            </a:p>
          </p:txBody>
        </p:sp>
        <p:sp>
          <p:nvSpPr>
            <p:cNvPr id="468" name="Freeform: Shape 467">
              <a:extLst>
                <a:ext uri="{FF2B5EF4-FFF2-40B4-BE49-F238E27FC236}">
                  <a16:creationId xmlns:a16="http://schemas.microsoft.com/office/drawing/2014/main" id="{132E5F45-85EB-E594-2FBA-2C7239E3DCFA}"/>
                </a:ext>
              </a:extLst>
            </p:cNvPr>
            <p:cNvSpPr/>
            <p:nvPr>
              <p:custDataLst>
                <p:tags r:id="rId7"/>
              </p:custDataLst>
            </p:nvPr>
          </p:nvSpPr>
          <p:spPr>
            <a:xfrm flipV="1">
              <a:off x="10776782" y="-6506020"/>
              <a:ext cx="70941" cy="115865"/>
            </a:xfrm>
            <a:custGeom>
              <a:avLst/>
              <a:gdLst>
                <a:gd name="csX0" fmla="*/ 70942 w 70941"/>
                <a:gd name="csY0" fmla="*/ 56198 h 115865"/>
                <a:gd name="csX1" fmla="*/ 64202 w 70941"/>
                <a:gd name="csY1" fmla="*/ 95607 h 115865"/>
                <a:gd name="csX2" fmla="*/ 35555 w 70941"/>
                <a:gd name="csY2" fmla="*/ 114469 h 115865"/>
                <a:gd name="csX3" fmla="*/ 6238 w 70941"/>
                <a:gd name="csY3" fmla="*/ 94429 h 115865"/>
                <a:gd name="csX4" fmla="*/ 0 w 70941"/>
                <a:gd name="csY4" fmla="*/ 56198 h 115865"/>
                <a:gd name="csX5" fmla="*/ 7586 w 70941"/>
                <a:gd name="csY5" fmla="*/ 15610 h 115865"/>
                <a:gd name="csX6" fmla="*/ 35386 w 70941"/>
                <a:gd name="csY6" fmla="*/ -1397 h 115865"/>
                <a:gd name="csX7" fmla="*/ 64709 w 70941"/>
                <a:gd name="csY7" fmla="*/ 18135 h 115865"/>
                <a:gd name="csX8" fmla="*/ 70942 w 70941"/>
                <a:gd name="csY8" fmla="*/ 56198 h 115865"/>
                <a:gd name="csX9" fmla="*/ 35386 w 70941"/>
                <a:gd name="csY9" fmla="*/ 2307 h 115865"/>
                <a:gd name="csX10" fmla="*/ 15838 w 70941"/>
                <a:gd name="csY10" fmla="*/ 22685 h 115865"/>
                <a:gd name="csX11" fmla="*/ 13988 w 70941"/>
                <a:gd name="csY11" fmla="*/ 58222 h 115865"/>
                <a:gd name="csX12" fmla="*/ 15335 w 70941"/>
                <a:gd name="csY12" fmla="*/ 89209 h 115865"/>
                <a:gd name="csX13" fmla="*/ 35386 w 70941"/>
                <a:gd name="csY13" fmla="*/ 110765 h 115865"/>
                <a:gd name="csX14" fmla="*/ 55268 w 70941"/>
                <a:gd name="csY14" fmla="*/ 91064 h 115865"/>
                <a:gd name="csX15" fmla="*/ 56954 w 70941"/>
                <a:gd name="csY15" fmla="*/ 58222 h 115865"/>
                <a:gd name="csX16" fmla="*/ 55104 w 70941"/>
                <a:gd name="csY16" fmla="*/ 23356 h 115865"/>
                <a:gd name="csX17" fmla="*/ 35386 w 70941"/>
                <a:gd name="csY17" fmla="*/ 2307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0941" h="115865">
                  <a:moveTo>
                    <a:pt x="70942" y="56198"/>
                  </a:moveTo>
                  <a:cubicBezTo>
                    <a:pt x="70942" y="69671"/>
                    <a:pt x="70101" y="83144"/>
                    <a:pt x="64202" y="95607"/>
                  </a:cubicBezTo>
                  <a:cubicBezTo>
                    <a:pt x="56452" y="111774"/>
                    <a:pt x="42634" y="114469"/>
                    <a:pt x="35555" y="114469"/>
                  </a:cubicBezTo>
                  <a:cubicBezTo>
                    <a:pt x="25443" y="114469"/>
                    <a:pt x="13142" y="110094"/>
                    <a:pt x="6238" y="94429"/>
                  </a:cubicBezTo>
                  <a:cubicBezTo>
                    <a:pt x="846" y="82810"/>
                    <a:pt x="0" y="69671"/>
                    <a:pt x="0" y="56198"/>
                  </a:cubicBezTo>
                  <a:cubicBezTo>
                    <a:pt x="0" y="43570"/>
                    <a:pt x="677" y="28412"/>
                    <a:pt x="7586" y="15610"/>
                  </a:cubicBezTo>
                  <a:cubicBezTo>
                    <a:pt x="14828" y="1968"/>
                    <a:pt x="27129" y="-1397"/>
                    <a:pt x="35386" y="-1397"/>
                  </a:cubicBezTo>
                  <a:cubicBezTo>
                    <a:pt x="44484" y="-1397"/>
                    <a:pt x="57293" y="2138"/>
                    <a:pt x="64709" y="18135"/>
                  </a:cubicBezTo>
                  <a:cubicBezTo>
                    <a:pt x="70101" y="29759"/>
                    <a:pt x="70942" y="42894"/>
                    <a:pt x="70942" y="56198"/>
                  </a:cubicBezTo>
                  <a:close/>
                  <a:moveTo>
                    <a:pt x="35386" y="2307"/>
                  </a:moveTo>
                  <a:cubicBezTo>
                    <a:pt x="28815" y="2307"/>
                    <a:pt x="18872" y="6518"/>
                    <a:pt x="15838" y="22685"/>
                  </a:cubicBezTo>
                  <a:cubicBezTo>
                    <a:pt x="13988" y="32792"/>
                    <a:pt x="13988" y="48283"/>
                    <a:pt x="13988" y="58222"/>
                  </a:cubicBezTo>
                  <a:cubicBezTo>
                    <a:pt x="13988" y="69000"/>
                    <a:pt x="13988" y="80116"/>
                    <a:pt x="15335" y="89209"/>
                  </a:cubicBezTo>
                  <a:cubicBezTo>
                    <a:pt x="18539" y="109249"/>
                    <a:pt x="31173" y="110765"/>
                    <a:pt x="35386" y="110765"/>
                  </a:cubicBezTo>
                  <a:cubicBezTo>
                    <a:pt x="40948" y="110765"/>
                    <a:pt x="52070" y="107732"/>
                    <a:pt x="55268" y="91064"/>
                  </a:cubicBezTo>
                  <a:cubicBezTo>
                    <a:pt x="56954" y="81633"/>
                    <a:pt x="56954" y="68831"/>
                    <a:pt x="56954" y="58222"/>
                  </a:cubicBezTo>
                  <a:cubicBezTo>
                    <a:pt x="56954" y="45589"/>
                    <a:pt x="56954" y="34140"/>
                    <a:pt x="55104" y="23356"/>
                  </a:cubicBezTo>
                  <a:cubicBezTo>
                    <a:pt x="52572" y="7358"/>
                    <a:pt x="42972" y="2307"/>
                    <a:pt x="35386" y="2307"/>
                  </a:cubicBezTo>
                  <a:close/>
                </a:path>
              </a:pathLst>
            </a:custGeom>
            <a:solidFill>
              <a:srgbClr val="000000"/>
            </a:solidFill>
            <a:ln w="27807" cap="flat">
              <a:noFill/>
              <a:prstDash val="solid"/>
              <a:miter/>
            </a:ln>
          </p:spPr>
          <p:txBody>
            <a:bodyPr/>
            <a:lstStyle/>
            <a:p>
              <a:endParaRPr lang="en-GB"/>
            </a:p>
          </p:txBody>
        </p:sp>
        <p:sp>
          <p:nvSpPr>
            <p:cNvPr id="469" name="Freeform: Shape 468">
              <a:extLst>
                <a:ext uri="{FF2B5EF4-FFF2-40B4-BE49-F238E27FC236}">
                  <a16:creationId xmlns:a16="http://schemas.microsoft.com/office/drawing/2014/main" id="{2071F74F-ED3A-4E97-0B02-7A39F6C47587}"/>
                </a:ext>
              </a:extLst>
            </p:cNvPr>
            <p:cNvSpPr/>
            <p:nvPr>
              <p:custDataLst>
                <p:tags r:id="rId8"/>
              </p:custDataLst>
            </p:nvPr>
          </p:nvSpPr>
          <p:spPr>
            <a:xfrm flipV="1">
              <a:off x="10868977" y="-6411711"/>
              <a:ext cx="17862" cy="17852"/>
            </a:xfrm>
            <a:custGeom>
              <a:avLst/>
              <a:gdLst>
                <a:gd name="csX0" fmla="*/ 17862 w 17862"/>
                <a:gd name="csY0" fmla="*/ 7533 h 17852"/>
                <a:gd name="csX1" fmla="*/ 8934 w 17862"/>
                <a:gd name="csY1" fmla="*/ 16461 h 17852"/>
                <a:gd name="csX2" fmla="*/ 0 w 17862"/>
                <a:gd name="csY2" fmla="*/ 7533 h 17852"/>
                <a:gd name="csX3" fmla="*/ 8934 w 17862"/>
                <a:gd name="csY3" fmla="*/ -1391 h 17852"/>
                <a:gd name="csX4" fmla="*/ 17862 w 17862"/>
                <a:gd name="csY4" fmla="*/ 7533 h 17852"/>
              </a:gdLst>
              <a:ahLst/>
              <a:cxnLst>
                <a:cxn ang="0">
                  <a:pos x="csX0" y="csY0"/>
                </a:cxn>
                <a:cxn ang="0">
                  <a:pos x="csX1" y="csY1"/>
                </a:cxn>
                <a:cxn ang="0">
                  <a:pos x="csX2" y="csY2"/>
                </a:cxn>
                <a:cxn ang="0">
                  <a:pos x="csX3" y="csY3"/>
                </a:cxn>
                <a:cxn ang="0">
                  <a:pos x="csX4" y="csY4"/>
                </a:cxn>
              </a:cxnLst>
              <a:rect l="l" t="t" r="r" b="b"/>
              <a:pathLst>
                <a:path w="17862" h="17852">
                  <a:moveTo>
                    <a:pt x="17862" y="7533"/>
                  </a:moveTo>
                  <a:cubicBezTo>
                    <a:pt x="17862" y="12420"/>
                    <a:pt x="13818" y="16461"/>
                    <a:pt x="8934" y="16461"/>
                  </a:cubicBezTo>
                  <a:cubicBezTo>
                    <a:pt x="4044" y="16461"/>
                    <a:pt x="0" y="12420"/>
                    <a:pt x="0" y="7533"/>
                  </a:cubicBezTo>
                  <a:cubicBezTo>
                    <a:pt x="0" y="2651"/>
                    <a:pt x="4044" y="-1391"/>
                    <a:pt x="8934" y="-1391"/>
                  </a:cubicBezTo>
                  <a:cubicBezTo>
                    <a:pt x="13818" y="-1391"/>
                    <a:pt x="17862" y="2651"/>
                    <a:pt x="17862" y="7533"/>
                  </a:cubicBezTo>
                  <a:close/>
                </a:path>
              </a:pathLst>
            </a:custGeom>
            <a:solidFill>
              <a:srgbClr val="000000"/>
            </a:solidFill>
            <a:ln w="27807" cap="flat">
              <a:noFill/>
              <a:prstDash val="solid"/>
              <a:miter/>
            </a:ln>
          </p:spPr>
          <p:txBody>
            <a:bodyPr/>
            <a:lstStyle/>
            <a:p>
              <a:endParaRPr lang="en-GB"/>
            </a:p>
          </p:txBody>
        </p:sp>
        <p:sp>
          <p:nvSpPr>
            <p:cNvPr id="470" name="Freeform: Shape 469">
              <a:extLst>
                <a:ext uri="{FF2B5EF4-FFF2-40B4-BE49-F238E27FC236}">
                  <a16:creationId xmlns:a16="http://schemas.microsoft.com/office/drawing/2014/main" id="{4D412FAE-ACFC-90FD-49CB-2037D7C67BA3}"/>
                </a:ext>
              </a:extLst>
            </p:cNvPr>
            <p:cNvSpPr/>
            <p:nvPr>
              <p:custDataLst>
                <p:tags r:id="rId9"/>
              </p:custDataLst>
            </p:nvPr>
          </p:nvSpPr>
          <p:spPr>
            <a:xfrm flipV="1">
              <a:off x="10907866" y="-6506020"/>
              <a:ext cx="323225" cy="115865"/>
            </a:xfrm>
            <a:custGeom>
              <a:avLst/>
              <a:gdLst>
                <a:gd name="csX0" fmla="*/ 70942 w 323225"/>
                <a:gd name="csY0" fmla="*/ 56198 h 115865"/>
                <a:gd name="csX1" fmla="*/ 64202 w 323225"/>
                <a:gd name="csY1" fmla="*/ 95607 h 115865"/>
                <a:gd name="csX2" fmla="*/ 35555 w 323225"/>
                <a:gd name="csY2" fmla="*/ 114469 h 115865"/>
                <a:gd name="csX3" fmla="*/ 6238 w 323225"/>
                <a:gd name="csY3" fmla="*/ 94429 h 115865"/>
                <a:gd name="csX4" fmla="*/ 0 w 323225"/>
                <a:gd name="csY4" fmla="*/ 56198 h 115865"/>
                <a:gd name="csX5" fmla="*/ 7586 w 323225"/>
                <a:gd name="csY5" fmla="*/ 15610 h 115865"/>
                <a:gd name="csX6" fmla="*/ 35387 w 323225"/>
                <a:gd name="csY6" fmla="*/ -1397 h 115865"/>
                <a:gd name="csX7" fmla="*/ 64710 w 323225"/>
                <a:gd name="csY7" fmla="*/ 18135 h 115865"/>
                <a:gd name="csX8" fmla="*/ 70942 w 323225"/>
                <a:gd name="csY8" fmla="*/ 56198 h 115865"/>
                <a:gd name="csX9" fmla="*/ 35387 w 323225"/>
                <a:gd name="csY9" fmla="*/ 2307 h 115865"/>
                <a:gd name="csX10" fmla="*/ 15838 w 323225"/>
                <a:gd name="csY10" fmla="*/ 22685 h 115865"/>
                <a:gd name="csX11" fmla="*/ 13988 w 323225"/>
                <a:gd name="csY11" fmla="*/ 58222 h 115865"/>
                <a:gd name="csX12" fmla="*/ 15335 w 323225"/>
                <a:gd name="csY12" fmla="*/ 89209 h 115865"/>
                <a:gd name="csX13" fmla="*/ 35387 w 323225"/>
                <a:gd name="csY13" fmla="*/ 110765 h 115865"/>
                <a:gd name="csX14" fmla="*/ 55268 w 323225"/>
                <a:gd name="csY14" fmla="*/ 91064 h 115865"/>
                <a:gd name="csX15" fmla="*/ 56955 w 323225"/>
                <a:gd name="csY15" fmla="*/ 58222 h 115865"/>
                <a:gd name="csX16" fmla="*/ 55104 w 323225"/>
                <a:gd name="csY16" fmla="*/ 23356 h 115865"/>
                <a:gd name="csX17" fmla="*/ 35387 w 323225"/>
                <a:gd name="csY17" fmla="*/ 2307 h 115865"/>
                <a:gd name="csX18" fmla="*/ 155206 w 323225"/>
                <a:gd name="csY18" fmla="*/ 56198 h 115865"/>
                <a:gd name="csX19" fmla="*/ 148466 w 323225"/>
                <a:gd name="csY19" fmla="*/ 95607 h 115865"/>
                <a:gd name="csX20" fmla="*/ 119819 w 323225"/>
                <a:gd name="csY20" fmla="*/ 114469 h 115865"/>
                <a:gd name="csX21" fmla="*/ 90501 w 323225"/>
                <a:gd name="csY21" fmla="*/ 94429 h 115865"/>
                <a:gd name="csX22" fmla="*/ 84264 w 323225"/>
                <a:gd name="csY22" fmla="*/ 56198 h 115865"/>
                <a:gd name="csX23" fmla="*/ 91849 w 323225"/>
                <a:gd name="csY23" fmla="*/ 15610 h 115865"/>
                <a:gd name="csX24" fmla="*/ 119650 w 323225"/>
                <a:gd name="csY24" fmla="*/ -1397 h 115865"/>
                <a:gd name="csX25" fmla="*/ 148973 w 323225"/>
                <a:gd name="csY25" fmla="*/ 18135 h 115865"/>
                <a:gd name="csX26" fmla="*/ 155206 w 323225"/>
                <a:gd name="csY26" fmla="*/ 56198 h 115865"/>
                <a:gd name="csX27" fmla="*/ 119650 w 323225"/>
                <a:gd name="csY27" fmla="*/ 2307 h 115865"/>
                <a:gd name="csX28" fmla="*/ 100101 w 323225"/>
                <a:gd name="csY28" fmla="*/ 22685 h 115865"/>
                <a:gd name="csX29" fmla="*/ 98251 w 323225"/>
                <a:gd name="csY29" fmla="*/ 58222 h 115865"/>
                <a:gd name="csX30" fmla="*/ 99599 w 323225"/>
                <a:gd name="csY30" fmla="*/ 89209 h 115865"/>
                <a:gd name="csX31" fmla="*/ 119650 w 323225"/>
                <a:gd name="csY31" fmla="*/ 110765 h 115865"/>
                <a:gd name="csX32" fmla="*/ 139532 w 323225"/>
                <a:gd name="csY32" fmla="*/ 91064 h 115865"/>
                <a:gd name="csX33" fmla="*/ 141218 w 323225"/>
                <a:gd name="csY33" fmla="*/ 58222 h 115865"/>
                <a:gd name="csX34" fmla="*/ 139368 w 323225"/>
                <a:gd name="csY34" fmla="*/ 23356 h 115865"/>
                <a:gd name="csX35" fmla="*/ 119650 w 323225"/>
                <a:gd name="csY35" fmla="*/ 2307 h 115865"/>
                <a:gd name="csX36" fmla="*/ 183355 w 323225"/>
                <a:gd name="csY36" fmla="*/ 15272 h 115865"/>
                <a:gd name="csX37" fmla="*/ 201218 w 323225"/>
                <a:gd name="csY37" fmla="*/ 32623 h 115865"/>
                <a:gd name="csX38" fmla="*/ 237613 w 323225"/>
                <a:gd name="csY38" fmla="*/ 81796 h 115865"/>
                <a:gd name="csX39" fmla="*/ 201895 w 323225"/>
                <a:gd name="csY39" fmla="*/ 114469 h 115865"/>
                <a:gd name="csX40" fmla="*/ 170382 w 323225"/>
                <a:gd name="csY40" fmla="*/ 83989 h 115865"/>
                <a:gd name="csX41" fmla="*/ 179312 w 323225"/>
                <a:gd name="csY41" fmla="*/ 74558 h 115865"/>
                <a:gd name="csX42" fmla="*/ 188076 w 323225"/>
                <a:gd name="csY42" fmla="*/ 83482 h 115865"/>
                <a:gd name="csX43" fmla="*/ 179143 w 323225"/>
                <a:gd name="csY43" fmla="*/ 92241 h 115865"/>
                <a:gd name="csX44" fmla="*/ 176954 w 323225"/>
                <a:gd name="csY44" fmla="*/ 92073 h 115865"/>
                <a:gd name="csX45" fmla="*/ 199701 w 323225"/>
                <a:gd name="csY45" fmla="*/ 109249 h 115865"/>
                <a:gd name="csX46" fmla="*/ 222284 w 323225"/>
                <a:gd name="csY46" fmla="*/ 81796 h 115865"/>
                <a:gd name="csX47" fmla="*/ 204590 w 323225"/>
                <a:gd name="csY47" fmla="*/ 44580 h 115865"/>
                <a:gd name="csX48" fmla="*/ 172233 w 323225"/>
                <a:gd name="csY48" fmla="*/ 8536 h 115865"/>
                <a:gd name="csX49" fmla="*/ 170382 w 323225"/>
                <a:gd name="csY49" fmla="*/ 2307 h 115865"/>
                <a:gd name="csX50" fmla="*/ 232899 w 323225"/>
                <a:gd name="csY50" fmla="*/ 2307 h 115865"/>
                <a:gd name="csX51" fmla="*/ 237613 w 323225"/>
                <a:gd name="csY51" fmla="*/ 31608 h 115865"/>
                <a:gd name="csX52" fmla="*/ 233401 w 323225"/>
                <a:gd name="csY52" fmla="*/ 31608 h 115865"/>
                <a:gd name="csX53" fmla="*/ 229695 w 323225"/>
                <a:gd name="csY53" fmla="*/ 16620 h 115865"/>
                <a:gd name="csX54" fmla="*/ 213687 w 323225"/>
                <a:gd name="csY54" fmla="*/ 15272 h 115865"/>
                <a:gd name="csX55" fmla="*/ 183355 w 323225"/>
                <a:gd name="csY55" fmla="*/ 15272 h 115865"/>
                <a:gd name="csX56" fmla="*/ 295086 w 323225"/>
                <a:gd name="csY56" fmla="*/ 61587 h 115865"/>
                <a:gd name="csX57" fmla="*/ 318679 w 323225"/>
                <a:gd name="csY57" fmla="*/ 91227 h 115865"/>
                <a:gd name="csX58" fmla="*/ 287670 w 323225"/>
                <a:gd name="csY58" fmla="*/ 114469 h 115865"/>
                <a:gd name="csX59" fmla="*/ 257845 w 323225"/>
                <a:gd name="csY59" fmla="*/ 91565 h 115865"/>
                <a:gd name="csX60" fmla="*/ 266440 w 323225"/>
                <a:gd name="csY60" fmla="*/ 82810 h 115865"/>
                <a:gd name="csX61" fmla="*/ 275036 w 323225"/>
                <a:gd name="csY61" fmla="*/ 91396 h 115865"/>
                <a:gd name="csX62" fmla="*/ 264585 w 323225"/>
                <a:gd name="csY62" fmla="*/ 99818 h 115865"/>
                <a:gd name="csX63" fmla="*/ 286998 w 323225"/>
                <a:gd name="csY63" fmla="*/ 110258 h 115865"/>
                <a:gd name="csX64" fmla="*/ 303174 w 323225"/>
                <a:gd name="csY64" fmla="*/ 91396 h 115865"/>
                <a:gd name="csX65" fmla="*/ 298459 w 323225"/>
                <a:gd name="csY65" fmla="*/ 72196 h 115865"/>
                <a:gd name="csX66" fmla="*/ 283461 w 323225"/>
                <a:gd name="csY66" fmla="*/ 63441 h 115865"/>
                <a:gd name="csX67" fmla="*/ 276886 w 323225"/>
                <a:gd name="csY67" fmla="*/ 62934 h 115865"/>
                <a:gd name="csX68" fmla="*/ 274359 w 323225"/>
                <a:gd name="csY68" fmla="*/ 60916 h 115865"/>
                <a:gd name="csX69" fmla="*/ 278403 w 323225"/>
                <a:gd name="csY69" fmla="*/ 59062 h 115865"/>
                <a:gd name="csX70" fmla="*/ 285819 w 323225"/>
                <a:gd name="csY70" fmla="*/ 59062 h 115865"/>
                <a:gd name="csX71" fmla="*/ 305870 w 323225"/>
                <a:gd name="csY71" fmla="*/ 31107 h 115865"/>
                <a:gd name="csX72" fmla="*/ 286830 w 323225"/>
                <a:gd name="csY72" fmla="*/ 3316 h 115865"/>
                <a:gd name="csX73" fmla="*/ 261047 w 323225"/>
                <a:gd name="csY73" fmla="*/ 16118 h 115865"/>
                <a:gd name="csX74" fmla="*/ 272170 w 323225"/>
                <a:gd name="csY74" fmla="*/ 25380 h 115865"/>
                <a:gd name="csX75" fmla="*/ 262734 w 323225"/>
                <a:gd name="csY75" fmla="*/ 34810 h 115865"/>
                <a:gd name="csX76" fmla="*/ 253298 w 323225"/>
                <a:gd name="csY76" fmla="*/ 25041 h 115865"/>
                <a:gd name="csX77" fmla="*/ 287337 w 323225"/>
                <a:gd name="csY77" fmla="*/ -1397 h 115865"/>
                <a:gd name="csX78" fmla="*/ 323226 w 323225"/>
                <a:gd name="csY78" fmla="*/ 31107 h 115865"/>
                <a:gd name="csX79" fmla="*/ 295086 w 323225"/>
                <a:gd name="csY79" fmla="*/ 61587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Lst>
              <a:rect l="l" t="t" r="r" b="b"/>
              <a:pathLst>
                <a:path w="323225" h="115865">
                  <a:moveTo>
                    <a:pt x="70942" y="56198"/>
                  </a:moveTo>
                  <a:cubicBezTo>
                    <a:pt x="70942" y="69671"/>
                    <a:pt x="70102" y="83144"/>
                    <a:pt x="64202" y="95607"/>
                  </a:cubicBezTo>
                  <a:cubicBezTo>
                    <a:pt x="56452" y="111774"/>
                    <a:pt x="42634" y="114469"/>
                    <a:pt x="35555" y="114469"/>
                  </a:cubicBezTo>
                  <a:cubicBezTo>
                    <a:pt x="25443" y="114469"/>
                    <a:pt x="13142" y="110094"/>
                    <a:pt x="6238" y="94429"/>
                  </a:cubicBezTo>
                  <a:cubicBezTo>
                    <a:pt x="846" y="82810"/>
                    <a:pt x="0" y="69671"/>
                    <a:pt x="0" y="56198"/>
                  </a:cubicBezTo>
                  <a:cubicBezTo>
                    <a:pt x="0" y="43570"/>
                    <a:pt x="677" y="28412"/>
                    <a:pt x="7586" y="15610"/>
                  </a:cubicBezTo>
                  <a:cubicBezTo>
                    <a:pt x="14828" y="1968"/>
                    <a:pt x="27129" y="-1397"/>
                    <a:pt x="35387" y="-1397"/>
                  </a:cubicBezTo>
                  <a:cubicBezTo>
                    <a:pt x="44484" y="-1397"/>
                    <a:pt x="57293" y="2138"/>
                    <a:pt x="64710" y="18135"/>
                  </a:cubicBezTo>
                  <a:cubicBezTo>
                    <a:pt x="70102" y="29759"/>
                    <a:pt x="70942" y="42894"/>
                    <a:pt x="70942" y="56198"/>
                  </a:cubicBezTo>
                  <a:close/>
                  <a:moveTo>
                    <a:pt x="35387" y="2307"/>
                  </a:moveTo>
                  <a:cubicBezTo>
                    <a:pt x="28815" y="2307"/>
                    <a:pt x="18872" y="6518"/>
                    <a:pt x="15838" y="22685"/>
                  </a:cubicBezTo>
                  <a:cubicBezTo>
                    <a:pt x="13988" y="32792"/>
                    <a:pt x="13988" y="48283"/>
                    <a:pt x="13988" y="58222"/>
                  </a:cubicBezTo>
                  <a:cubicBezTo>
                    <a:pt x="13988" y="69000"/>
                    <a:pt x="13988" y="80116"/>
                    <a:pt x="15335" y="89209"/>
                  </a:cubicBezTo>
                  <a:cubicBezTo>
                    <a:pt x="18539" y="109249"/>
                    <a:pt x="31174" y="110765"/>
                    <a:pt x="35387" y="110765"/>
                  </a:cubicBezTo>
                  <a:cubicBezTo>
                    <a:pt x="40948" y="110765"/>
                    <a:pt x="52070" y="107732"/>
                    <a:pt x="55268" y="91064"/>
                  </a:cubicBezTo>
                  <a:cubicBezTo>
                    <a:pt x="56955" y="81633"/>
                    <a:pt x="56955" y="68831"/>
                    <a:pt x="56955" y="58222"/>
                  </a:cubicBezTo>
                  <a:cubicBezTo>
                    <a:pt x="56955" y="45589"/>
                    <a:pt x="56955" y="34140"/>
                    <a:pt x="55104" y="23356"/>
                  </a:cubicBezTo>
                  <a:cubicBezTo>
                    <a:pt x="52572" y="7358"/>
                    <a:pt x="42972" y="2307"/>
                    <a:pt x="35387" y="2307"/>
                  </a:cubicBezTo>
                  <a:close/>
                  <a:moveTo>
                    <a:pt x="155206" y="56198"/>
                  </a:moveTo>
                  <a:cubicBezTo>
                    <a:pt x="155206" y="69671"/>
                    <a:pt x="154365" y="83144"/>
                    <a:pt x="148466" y="95607"/>
                  </a:cubicBezTo>
                  <a:cubicBezTo>
                    <a:pt x="140716" y="111774"/>
                    <a:pt x="126897" y="114469"/>
                    <a:pt x="119819" y="114469"/>
                  </a:cubicBezTo>
                  <a:cubicBezTo>
                    <a:pt x="109707" y="114469"/>
                    <a:pt x="97405" y="110094"/>
                    <a:pt x="90501" y="94429"/>
                  </a:cubicBezTo>
                  <a:cubicBezTo>
                    <a:pt x="85109" y="82810"/>
                    <a:pt x="84264" y="69671"/>
                    <a:pt x="84264" y="56198"/>
                  </a:cubicBezTo>
                  <a:cubicBezTo>
                    <a:pt x="84264" y="43570"/>
                    <a:pt x="84941" y="28412"/>
                    <a:pt x="91849" y="15610"/>
                  </a:cubicBezTo>
                  <a:cubicBezTo>
                    <a:pt x="99092" y="1968"/>
                    <a:pt x="111393" y="-1397"/>
                    <a:pt x="119650" y="-1397"/>
                  </a:cubicBezTo>
                  <a:cubicBezTo>
                    <a:pt x="128748" y="-1397"/>
                    <a:pt x="141557" y="2138"/>
                    <a:pt x="148973" y="18135"/>
                  </a:cubicBezTo>
                  <a:cubicBezTo>
                    <a:pt x="154365" y="29759"/>
                    <a:pt x="155206" y="42894"/>
                    <a:pt x="155206" y="56198"/>
                  </a:cubicBezTo>
                  <a:close/>
                  <a:moveTo>
                    <a:pt x="119650" y="2307"/>
                  </a:moveTo>
                  <a:cubicBezTo>
                    <a:pt x="113079" y="2307"/>
                    <a:pt x="103136" y="6518"/>
                    <a:pt x="100101" y="22685"/>
                  </a:cubicBezTo>
                  <a:cubicBezTo>
                    <a:pt x="98251" y="32792"/>
                    <a:pt x="98251" y="48283"/>
                    <a:pt x="98251" y="58222"/>
                  </a:cubicBezTo>
                  <a:cubicBezTo>
                    <a:pt x="98251" y="69000"/>
                    <a:pt x="98251" y="80116"/>
                    <a:pt x="99599" y="89209"/>
                  </a:cubicBezTo>
                  <a:cubicBezTo>
                    <a:pt x="102802" y="109249"/>
                    <a:pt x="115437" y="110765"/>
                    <a:pt x="119650" y="110765"/>
                  </a:cubicBezTo>
                  <a:cubicBezTo>
                    <a:pt x="125211" y="110765"/>
                    <a:pt x="136334" y="107732"/>
                    <a:pt x="139532" y="91064"/>
                  </a:cubicBezTo>
                  <a:cubicBezTo>
                    <a:pt x="141218" y="81633"/>
                    <a:pt x="141218" y="68831"/>
                    <a:pt x="141218" y="58222"/>
                  </a:cubicBezTo>
                  <a:cubicBezTo>
                    <a:pt x="141218" y="45589"/>
                    <a:pt x="141218" y="34140"/>
                    <a:pt x="139368" y="23356"/>
                  </a:cubicBezTo>
                  <a:cubicBezTo>
                    <a:pt x="136836" y="7358"/>
                    <a:pt x="127236" y="2307"/>
                    <a:pt x="119650" y="2307"/>
                  </a:cubicBezTo>
                  <a:close/>
                  <a:moveTo>
                    <a:pt x="183355" y="15272"/>
                  </a:moveTo>
                  <a:lnTo>
                    <a:pt x="201218" y="32623"/>
                  </a:lnTo>
                  <a:cubicBezTo>
                    <a:pt x="227506" y="55865"/>
                    <a:pt x="237613" y="64958"/>
                    <a:pt x="237613" y="81796"/>
                  </a:cubicBezTo>
                  <a:cubicBezTo>
                    <a:pt x="237613" y="100996"/>
                    <a:pt x="222448" y="114469"/>
                    <a:pt x="201895" y="114469"/>
                  </a:cubicBezTo>
                  <a:cubicBezTo>
                    <a:pt x="182853" y="114469"/>
                    <a:pt x="170382" y="98978"/>
                    <a:pt x="170382" y="83989"/>
                  </a:cubicBezTo>
                  <a:cubicBezTo>
                    <a:pt x="170382" y="74558"/>
                    <a:pt x="178809" y="74558"/>
                    <a:pt x="179312" y="74558"/>
                  </a:cubicBezTo>
                  <a:cubicBezTo>
                    <a:pt x="182176" y="74558"/>
                    <a:pt x="188076" y="76576"/>
                    <a:pt x="188076" y="83482"/>
                  </a:cubicBezTo>
                  <a:cubicBezTo>
                    <a:pt x="188076" y="87861"/>
                    <a:pt x="185042" y="92241"/>
                    <a:pt x="179143" y="92241"/>
                  </a:cubicBezTo>
                  <a:cubicBezTo>
                    <a:pt x="177795" y="92241"/>
                    <a:pt x="177462" y="92241"/>
                    <a:pt x="176954" y="92073"/>
                  </a:cubicBezTo>
                  <a:cubicBezTo>
                    <a:pt x="180827" y="103019"/>
                    <a:pt x="189927" y="109249"/>
                    <a:pt x="199701" y="109249"/>
                  </a:cubicBezTo>
                  <a:cubicBezTo>
                    <a:pt x="215036" y="109249"/>
                    <a:pt x="222284" y="95607"/>
                    <a:pt x="222284" y="81796"/>
                  </a:cubicBezTo>
                  <a:cubicBezTo>
                    <a:pt x="222284" y="68323"/>
                    <a:pt x="213856" y="55020"/>
                    <a:pt x="204590" y="44580"/>
                  </a:cubicBezTo>
                  <a:lnTo>
                    <a:pt x="172233" y="8536"/>
                  </a:lnTo>
                  <a:cubicBezTo>
                    <a:pt x="170382" y="6686"/>
                    <a:pt x="170382" y="6349"/>
                    <a:pt x="170382" y="2307"/>
                  </a:cubicBezTo>
                  <a:lnTo>
                    <a:pt x="232899" y="2307"/>
                  </a:lnTo>
                  <a:lnTo>
                    <a:pt x="237613" y="31608"/>
                  </a:lnTo>
                  <a:lnTo>
                    <a:pt x="233401" y="31608"/>
                  </a:lnTo>
                  <a:cubicBezTo>
                    <a:pt x="232561" y="26558"/>
                    <a:pt x="231382" y="19150"/>
                    <a:pt x="229695" y="16620"/>
                  </a:cubicBezTo>
                  <a:cubicBezTo>
                    <a:pt x="228516" y="15272"/>
                    <a:pt x="217394" y="15272"/>
                    <a:pt x="213687" y="15272"/>
                  </a:cubicBezTo>
                  <a:lnTo>
                    <a:pt x="183355" y="15272"/>
                  </a:lnTo>
                  <a:close/>
                  <a:moveTo>
                    <a:pt x="295086" y="61587"/>
                  </a:moveTo>
                  <a:cubicBezTo>
                    <a:pt x="308905" y="66136"/>
                    <a:pt x="318679" y="77923"/>
                    <a:pt x="318679" y="91227"/>
                  </a:cubicBezTo>
                  <a:cubicBezTo>
                    <a:pt x="318679" y="105038"/>
                    <a:pt x="303850" y="114469"/>
                    <a:pt x="287670" y="114469"/>
                  </a:cubicBezTo>
                  <a:cubicBezTo>
                    <a:pt x="270653" y="114469"/>
                    <a:pt x="257845" y="104367"/>
                    <a:pt x="257845" y="91565"/>
                  </a:cubicBezTo>
                  <a:cubicBezTo>
                    <a:pt x="257845" y="86007"/>
                    <a:pt x="261555" y="82810"/>
                    <a:pt x="266440" y="82810"/>
                  </a:cubicBezTo>
                  <a:cubicBezTo>
                    <a:pt x="271662" y="82810"/>
                    <a:pt x="275036" y="86514"/>
                    <a:pt x="275036" y="91396"/>
                  </a:cubicBezTo>
                  <a:cubicBezTo>
                    <a:pt x="275036" y="99818"/>
                    <a:pt x="267117" y="99818"/>
                    <a:pt x="264585" y="99818"/>
                  </a:cubicBezTo>
                  <a:cubicBezTo>
                    <a:pt x="269813" y="108071"/>
                    <a:pt x="280929" y="110258"/>
                    <a:pt x="286998" y="110258"/>
                  </a:cubicBezTo>
                  <a:cubicBezTo>
                    <a:pt x="293907" y="110258"/>
                    <a:pt x="303174" y="106555"/>
                    <a:pt x="303174" y="91396"/>
                  </a:cubicBezTo>
                  <a:cubicBezTo>
                    <a:pt x="303174" y="89378"/>
                    <a:pt x="302836" y="79609"/>
                    <a:pt x="298459" y="72196"/>
                  </a:cubicBezTo>
                  <a:cubicBezTo>
                    <a:pt x="293400" y="64113"/>
                    <a:pt x="287670" y="63610"/>
                    <a:pt x="283461" y="63441"/>
                  </a:cubicBezTo>
                  <a:cubicBezTo>
                    <a:pt x="282113" y="63272"/>
                    <a:pt x="278070" y="62934"/>
                    <a:pt x="276886" y="62934"/>
                  </a:cubicBezTo>
                  <a:cubicBezTo>
                    <a:pt x="275538" y="62765"/>
                    <a:pt x="274359" y="62601"/>
                    <a:pt x="274359" y="60916"/>
                  </a:cubicBezTo>
                  <a:cubicBezTo>
                    <a:pt x="274359" y="59062"/>
                    <a:pt x="275538" y="59062"/>
                    <a:pt x="278403" y="59062"/>
                  </a:cubicBezTo>
                  <a:lnTo>
                    <a:pt x="285819" y="59062"/>
                  </a:lnTo>
                  <a:cubicBezTo>
                    <a:pt x="299638" y="59062"/>
                    <a:pt x="305870" y="47612"/>
                    <a:pt x="305870" y="31107"/>
                  </a:cubicBezTo>
                  <a:cubicBezTo>
                    <a:pt x="305870" y="8203"/>
                    <a:pt x="294245" y="3316"/>
                    <a:pt x="286830" y="3316"/>
                  </a:cubicBezTo>
                  <a:cubicBezTo>
                    <a:pt x="279583" y="3316"/>
                    <a:pt x="266948" y="6180"/>
                    <a:pt x="261047" y="16118"/>
                  </a:cubicBezTo>
                  <a:cubicBezTo>
                    <a:pt x="266948" y="15272"/>
                    <a:pt x="272170" y="18982"/>
                    <a:pt x="272170" y="25380"/>
                  </a:cubicBezTo>
                  <a:cubicBezTo>
                    <a:pt x="272170" y="31445"/>
                    <a:pt x="267619" y="34810"/>
                    <a:pt x="262734" y="34810"/>
                  </a:cubicBezTo>
                  <a:cubicBezTo>
                    <a:pt x="258691" y="34810"/>
                    <a:pt x="253298" y="32454"/>
                    <a:pt x="253298" y="25041"/>
                  </a:cubicBezTo>
                  <a:cubicBezTo>
                    <a:pt x="253298" y="9719"/>
                    <a:pt x="268968" y="-1397"/>
                    <a:pt x="287337" y="-1397"/>
                  </a:cubicBezTo>
                  <a:cubicBezTo>
                    <a:pt x="307895" y="-1397"/>
                    <a:pt x="323226" y="13925"/>
                    <a:pt x="323226" y="31107"/>
                  </a:cubicBezTo>
                  <a:cubicBezTo>
                    <a:pt x="323226" y="44918"/>
                    <a:pt x="312611" y="58052"/>
                    <a:pt x="295086" y="61587"/>
                  </a:cubicBezTo>
                  <a:close/>
                </a:path>
              </a:pathLst>
            </a:custGeom>
            <a:solidFill>
              <a:srgbClr val="000000"/>
            </a:solidFill>
            <a:ln w="27807" cap="flat">
              <a:noFill/>
              <a:prstDash val="solid"/>
              <a:miter/>
            </a:ln>
          </p:spPr>
          <p:txBody>
            <a:bodyPr/>
            <a:lstStyle/>
            <a:p>
              <a:endParaRPr lang="en-GB"/>
            </a:p>
          </p:txBody>
        </p:sp>
        <p:sp>
          <p:nvSpPr>
            <p:cNvPr id="471" name="Freeform: Shape 470">
              <a:extLst>
                <a:ext uri="{FF2B5EF4-FFF2-40B4-BE49-F238E27FC236}">
                  <a16:creationId xmlns:a16="http://schemas.microsoft.com/office/drawing/2014/main" id="{4C66102C-2690-2B16-E0EA-888164D6737E}"/>
                </a:ext>
              </a:extLst>
            </p:cNvPr>
            <p:cNvSpPr/>
            <p:nvPr>
              <p:custDataLst>
                <p:tags r:id="rId10"/>
              </p:custDataLst>
            </p:nvPr>
          </p:nvSpPr>
          <p:spPr>
            <a:xfrm flipV="1">
              <a:off x="11300572" y="-6476550"/>
              <a:ext cx="81387" cy="81175"/>
            </a:xfrm>
            <a:custGeom>
              <a:avLst/>
              <a:gdLst>
                <a:gd name="csX0" fmla="*/ 40778 w 81387"/>
                <a:gd name="csY0" fmla="*/ 43910 h 81175"/>
                <a:gd name="csX1" fmla="*/ 7078 w 81387"/>
                <a:gd name="csY1" fmla="*/ 77423 h 81175"/>
                <a:gd name="csX2" fmla="*/ 3367 w 81387"/>
                <a:gd name="csY2" fmla="*/ 79780 h 81175"/>
                <a:gd name="csX3" fmla="*/ 0 w 81387"/>
                <a:gd name="csY3" fmla="*/ 76415 h 81175"/>
                <a:gd name="csX4" fmla="*/ 2188 w 81387"/>
                <a:gd name="csY4" fmla="*/ 73043 h 81175"/>
                <a:gd name="csX5" fmla="*/ 35888 w 81387"/>
                <a:gd name="csY5" fmla="*/ 39192 h 81175"/>
                <a:gd name="csX6" fmla="*/ 2188 w 81387"/>
                <a:gd name="csY6" fmla="*/ 5341 h 81175"/>
                <a:gd name="csX7" fmla="*/ 0 w 81387"/>
                <a:gd name="csY7" fmla="*/ 1971 h 81175"/>
                <a:gd name="csX8" fmla="*/ 3367 w 81387"/>
                <a:gd name="csY8" fmla="*/ -1395 h 81175"/>
                <a:gd name="csX9" fmla="*/ 7078 w 81387"/>
                <a:gd name="csY9" fmla="*/ 962 h 81175"/>
                <a:gd name="csX10" fmla="*/ 40609 w 81387"/>
                <a:gd name="csY10" fmla="*/ 34474 h 81175"/>
                <a:gd name="csX11" fmla="*/ 75488 w 81387"/>
                <a:gd name="csY11" fmla="*/ -386 h 81175"/>
                <a:gd name="csX12" fmla="*/ 78015 w 81387"/>
                <a:gd name="csY12" fmla="*/ -1395 h 81175"/>
                <a:gd name="csX13" fmla="*/ 81388 w 81387"/>
                <a:gd name="csY13" fmla="*/ 1971 h 81175"/>
                <a:gd name="csX14" fmla="*/ 80880 w 81387"/>
                <a:gd name="csY14" fmla="*/ 3825 h 81175"/>
                <a:gd name="csX15" fmla="*/ 45494 w 81387"/>
                <a:gd name="csY15" fmla="*/ 39192 h 81175"/>
                <a:gd name="csX16" fmla="*/ 76334 w 81387"/>
                <a:gd name="csY16" fmla="*/ 70011 h 81175"/>
                <a:gd name="csX17" fmla="*/ 80542 w 81387"/>
                <a:gd name="csY17" fmla="*/ 74222 h 81175"/>
                <a:gd name="csX18" fmla="*/ 81388 w 81387"/>
                <a:gd name="csY18" fmla="*/ 76415 h 81175"/>
                <a:gd name="csX19" fmla="*/ 78015 w 81387"/>
                <a:gd name="csY19" fmla="*/ 79780 h 81175"/>
                <a:gd name="csX20" fmla="*/ 74140 w 81387"/>
                <a:gd name="csY20" fmla="*/ 77255 h 81175"/>
                <a:gd name="csX21" fmla="*/ 40778 w 81387"/>
                <a:gd name="csY21" fmla="*/ 43910 h 81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1387" h="81175">
                  <a:moveTo>
                    <a:pt x="40778" y="43910"/>
                  </a:moveTo>
                  <a:lnTo>
                    <a:pt x="7078" y="77423"/>
                  </a:lnTo>
                  <a:cubicBezTo>
                    <a:pt x="5053" y="79441"/>
                    <a:pt x="4715" y="79780"/>
                    <a:pt x="3367" y="79780"/>
                  </a:cubicBezTo>
                  <a:cubicBezTo>
                    <a:pt x="1686" y="79780"/>
                    <a:pt x="0" y="78264"/>
                    <a:pt x="0" y="76415"/>
                  </a:cubicBezTo>
                  <a:cubicBezTo>
                    <a:pt x="0" y="75231"/>
                    <a:pt x="338" y="74898"/>
                    <a:pt x="2188" y="73043"/>
                  </a:cubicBezTo>
                  <a:lnTo>
                    <a:pt x="35888" y="39192"/>
                  </a:lnTo>
                  <a:lnTo>
                    <a:pt x="2188" y="5341"/>
                  </a:lnTo>
                  <a:cubicBezTo>
                    <a:pt x="338" y="3487"/>
                    <a:pt x="0" y="3154"/>
                    <a:pt x="0" y="1971"/>
                  </a:cubicBezTo>
                  <a:cubicBezTo>
                    <a:pt x="0" y="122"/>
                    <a:pt x="1686" y="-1395"/>
                    <a:pt x="3367" y="-1395"/>
                  </a:cubicBezTo>
                  <a:cubicBezTo>
                    <a:pt x="4715" y="-1395"/>
                    <a:pt x="5053" y="-1057"/>
                    <a:pt x="7078" y="962"/>
                  </a:cubicBezTo>
                  <a:lnTo>
                    <a:pt x="40609" y="34474"/>
                  </a:lnTo>
                  <a:lnTo>
                    <a:pt x="75488" y="-386"/>
                  </a:lnTo>
                  <a:cubicBezTo>
                    <a:pt x="75826" y="-555"/>
                    <a:pt x="77005" y="-1395"/>
                    <a:pt x="78015" y="-1395"/>
                  </a:cubicBezTo>
                  <a:cubicBezTo>
                    <a:pt x="80040" y="-1395"/>
                    <a:pt x="81388" y="122"/>
                    <a:pt x="81388" y="1971"/>
                  </a:cubicBezTo>
                  <a:cubicBezTo>
                    <a:pt x="81388" y="2308"/>
                    <a:pt x="81388" y="2985"/>
                    <a:pt x="80880" y="3825"/>
                  </a:cubicBezTo>
                  <a:cubicBezTo>
                    <a:pt x="80711" y="4164"/>
                    <a:pt x="53920" y="30602"/>
                    <a:pt x="45494" y="39192"/>
                  </a:cubicBezTo>
                  <a:lnTo>
                    <a:pt x="76334" y="70011"/>
                  </a:lnTo>
                  <a:cubicBezTo>
                    <a:pt x="77175" y="71025"/>
                    <a:pt x="79701" y="73213"/>
                    <a:pt x="80542" y="74222"/>
                  </a:cubicBezTo>
                  <a:cubicBezTo>
                    <a:pt x="80711" y="74559"/>
                    <a:pt x="81388" y="75231"/>
                    <a:pt x="81388" y="76415"/>
                  </a:cubicBezTo>
                  <a:cubicBezTo>
                    <a:pt x="81388" y="78264"/>
                    <a:pt x="80040" y="79780"/>
                    <a:pt x="78015" y="79780"/>
                  </a:cubicBezTo>
                  <a:cubicBezTo>
                    <a:pt x="76667" y="79780"/>
                    <a:pt x="75996" y="79109"/>
                    <a:pt x="74140" y="77255"/>
                  </a:cubicBezTo>
                  <a:lnTo>
                    <a:pt x="40778" y="43910"/>
                  </a:lnTo>
                  <a:close/>
                </a:path>
              </a:pathLst>
            </a:custGeom>
            <a:solidFill>
              <a:srgbClr val="000000"/>
            </a:solidFill>
            <a:ln w="27807" cap="flat">
              <a:noFill/>
              <a:prstDash val="solid"/>
              <a:miter/>
            </a:ln>
          </p:spPr>
          <p:txBody>
            <a:bodyPr/>
            <a:lstStyle/>
            <a:p>
              <a:endParaRPr lang="en-GB"/>
            </a:p>
          </p:txBody>
        </p:sp>
        <p:sp>
          <p:nvSpPr>
            <p:cNvPr id="472" name="Freeform: Shape 471">
              <a:extLst>
                <a:ext uri="{FF2B5EF4-FFF2-40B4-BE49-F238E27FC236}">
                  <a16:creationId xmlns:a16="http://schemas.microsoft.com/office/drawing/2014/main" id="{B7BC9F4D-0ACD-C36A-A394-1D2F7BFDBF09}"/>
                </a:ext>
              </a:extLst>
            </p:cNvPr>
            <p:cNvSpPr/>
            <p:nvPr>
              <p:custDataLst>
                <p:tags r:id="rId11"/>
              </p:custDataLst>
            </p:nvPr>
          </p:nvSpPr>
          <p:spPr>
            <a:xfrm flipV="1">
              <a:off x="11450908" y="-6506020"/>
              <a:ext cx="70942" cy="115865"/>
            </a:xfrm>
            <a:custGeom>
              <a:avLst/>
              <a:gdLst>
                <a:gd name="csX0" fmla="*/ 70942 w 70942"/>
                <a:gd name="csY0" fmla="*/ 56198 h 115865"/>
                <a:gd name="csX1" fmla="*/ 64202 w 70942"/>
                <a:gd name="csY1" fmla="*/ 95607 h 115865"/>
                <a:gd name="csX2" fmla="*/ 35555 w 70942"/>
                <a:gd name="csY2" fmla="*/ 114469 h 115865"/>
                <a:gd name="csX3" fmla="*/ 6238 w 70942"/>
                <a:gd name="csY3" fmla="*/ 94429 h 115865"/>
                <a:gd name="csX4" fmla="*/ 0 w 70942"/>
                <a:gd name="csY4" fmla="*/ 56198 h 115865"/>
                <a:gd name="csX5" fmla="*/ 7586 w 70942"/>
                <a:gd name="csY5" fmla="*/ 15610 h 115865"/>
                <a:gd name="csX6" fmla="*/ 35387 w 70942"/>
                <a:gd name="csY6" fmla="*/ -1397 h 115865"/>
                <a:gd name="csX7" fmla="*/ 64710 w 70942"/>
                <a:gd name="csY7" fmla="*/ 18135 h 115865"/>
                <a:gd name="csX8" fmla="*/ 70942 w 70942"/>
                <a:gd name="csY8" fmla="*/ 56198 h 115865"/>
                <a:gd name="csX9" fmla="*/ 35387 w 70942"/>
                <a:gd name="csY9" fmla="*/ 2307 h 115865"/>
                <a:gd name="csX10" fmla="*/ 15838 w 70942"/>
                <a:gd name="csY10" fmla="*/ 22685 h 115865"/>
                <a:gd name="csX11" fmla="*/ 13988 w 70942"/>
                <a:gd name="csY11" fmla="*/ 58222 h 115865"/>
                <a:gd name="csX12" fmla="*/ 15335 w 70942"/>
                <a:gd name="csY12" fmla="*/ 89209 h 115865"/>
                <a:gd name="csX13" fmla="*/ 35387 w 70942"/>
                <a:gd name="csY13" fmla="*/ 110765 h 115865"/>
                <a:gd name="csX14" fmla="*/ 55269 w 70942"/>
                <a:gd name="csY14" fmla="*/ 91064 h 115865"/>
                <a:gd name="csX15" fmla="*/ 56955 w 70942"/>
                <a:gd name="csY15" fmla="*/ 58222 h 115865"/>
                <a:gd name="csX16" fmla="*/ 55104 w 70942"/>
                <a:gd name="csY16" fmla="*/ 23356 h 115865"/>
                <a:gd name="csX17" fmla="*/ 35387 w 70942"/>
                <a:gd name="csY17" fmla="*/ 2307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0942" h="115865">
                  <a:moveTo>
                    <a:pt x="70942" y="56198"/>
                  </a:moveTo>
                  <a:cubicBezTo>
                    <a:pt x="70942" y="69671"/>
                    <a:pt x="70102" y="83144"/>
                    <a:pt x="64202" y="95607"/>
                  </a:cubicBezTo>
                  <a:cubicBezTo>
                    <a:pt x="56452" y="111774"/>
                    <a:pt x="42634" y="114469"/>
                    <a:pt x="35555" y="114469"/>
                  </a:cubicBezTo>
                  <a:cubicBezTo>
                    <a:pt x="25443" y="114469"/>
                    <a:pt x="13142" y="110094"/>
                    <a:pt x="6238" y="94429"/>
                  </a:cubicBezTo>
                  <a:cubicBezTo>
                    <a:pt x="846" y="82810"/>
                    <a:pt x="0" y="69671"/>
                    <a:pt x="0" y="56198"/>
                  </a:cubicBezTo>
                  <a:cubicBezTo>
                    <a:pt x="0" y="43570"/>
                    <a:pt x="677" y="28412"/>
                    <a:pt x="7586" y="15610"/>
                  </a:cubicBezTo>
                  <a:cubicBezTo>
                    <a:pt x="14828" y="1968"/>
                    <a:pt x="27129" y="-1397"/>
                    <a:pt x="35387" y="-1397"/>
                  </a:cubicBezTo>
                  <a:cubicBezTo>
                    <a:pt x="44484" y="-1397"/>
                    <a:pt x="57293" y="2138"/>
                    <a:pt x="64710" y="18135"/>
                  </a:cubicBezTo>
                  <a:cubicBezTo>
                    <a:pt x="70102" y="29759"/>
                    <a:pt x="70942" y="42894"/>
                    <a:pt x="70942" y="56198"/>
                  </a:cubicBezTo>
                  <a:close/>
                  <a:moveTo>
                    <a:pt x="35387" y="2307"/>
                  </a:moveTo>
                  <a:cubicBezTo>
                    <a:pt x="28816" y="2307"/>
                    <a:pt x="18872" y="6518"/>
                    <a:pt x="15838" y="22685"/>
                  </a:cubicBezTo>
                  <a:cubicBezTo>
                    <a:pt x="13988" y="32792"/>
                    <a:pt x="13988" y="48283"/>
                    <a:pt x="13988" y="58222"/>
                  </a:cubicBezTo>
                  <a:cubicBezTo>
                    <a:pt x="13988" y="69000"/>
                    <a:pt x="13988" y="80116"/>
                    <a:pt x="15335" y="89209"/>
                  </a:cubicBezTo>
                  <a:cubicBezTo>
                    <a:pt x="18539" y="109249"/>
                    <a:pt x="31174" y="110765"/>
                    <a:pt x="35387" y="110765"/>
                  </a:cubicBezTo>
                  <a:cubicBezTo>
                    <a:pt x="40948" y="110765"/>
                    <a:pt x="52070" y="107732"/>
                    <a:pt x="55269" y="91064"/>
                  </a:cubicBezTo>
                  <a:cubicBezTo>
                    <a:pt x="56955" y="81633"/>
                    <a:pt x="56955" y="68831"/>
                    <a:pt x="56955" y="58222"/>
                  </a:cubicBezTo>
                  <a:cubicBezTo>
                    <a:pt x="56955" y="45589"/>
                    <a:pt x="56955" y="34140"/>
                    <a:pt x="55104" y="23356"/>
                  </a:cubicBezTo>
                  <a:cubicBezTo>
                    <a:pt x="52572" y="7358"/>
                    <a:pt x="42972" y="2307"/>
                    <a:pt x="35387" y="2307"/>
                  </a:cubicBezTo>
                  <a:close/>
                </a:path>
              </a:pathLst>
            </a:custGeom>
            <a:solidFill>
              <a:srgbClr val="000000"/>
            </a:solidFill>
            <a:ln w="27807" cap="flat">
              <a:noFill/>
              <a:prstDash val="solid"/>
              <a:miter/>
            </a:ln>
          </p:spPr>
          <p:txBody>
            <a:bodyPr/>
            <a:lstStyle/>
            <a:p>
              <a:endParaRPr lang="en-GB"/>
            </a:p>
          </p:txBody>
        </p:sp>
        <p:sp>
          <p:nvSpPr>
            <p:cNvPr id="473" name="Freeform: Shape 472">
              <a:extLst>
                <a:ext uri="{FF2B5EF4-FFF2-40B4-BE49-F238E27FC236}">
                  <a16:creationId xmlns:a16="http://schemas.microsoft.com/office/drawing/2014/main" id="{93A43057-4010-98AB-9CC2-6CA7B33CEC98}"/>
                </a:ext>
              </a:extLst>
            </p:cNvPr>
            <p:cNvSpPr/>
            <p:nvPr>
              <p:custDataLst>
                <p:tags r:id="rId12"/>
              </p:custDataLst>
            </p:nvPr>
          </p:nvSpPr>
          <p:spPr>
            <a:xfrm flipV="1">
              <a:off x="11543086" y="-6411711"/>
              <a:ext cx="17862" cy="17852"/>
            </a:xfrm>
            <a:custGeom>
              <a:avLst/>
              <a:gdLst>
                <a:gd name="csX0" fmla="*/ 17862 w 17862"/>
                <a:gd name="csY0" fmla="*/ 7533 h 17852"/>
                <a:gd name="csX1" fmla="*/ 8934 w 17862"/>
                <a:gd name="csY1" fmla="*/ 16461 h 17852"/>
                <a:gd name="csX2" fmla="*/ 0 w 17862"/>
                <a:gd name="csY2" fmla="*/ 7533 h 17852"/>
                <a:gd name="csX3" fmla="*/ 8934 w 17862"/>
                <a:gd name="csY3" fmla="*/ -1391 h 17852"/>
                <a:gd name="csX4" fmla="*/ 17862 w 17862"/>
                <a:gd name="csY4" fmla="*/ 7533 h 17852"/>
              </a:gdLst>
              <a:ahLst/>
              <a:cxnLst>
                <a:cxn ang="0">
                  <a:pos x="csX0" y="csY0"/>
                </a:cxn>
                <a:cxn ang="0">
                  <a:pos x="csX1" y="csY1"/>
                </a:cxn>
                <a:cxn ang="0">
                  <a:pos x="csX2" y="csY2"/>
                </a:cxn>
                <a:cxn ang="0">
                  <a:pos x="csX3" y="csY3"/>
                </a:cxn>
                <a:cxn ang="0">
                  <a:pos x="csX4" y="csY4"/>
                </a:cxn>
              </a:cxnLst>
              <a:rect l="l" t="t" r="r" b="b"/>
              <a:pathLst>
                <a:path w="17862" h="17852">
                  <a:moveTo>
                    <a:pt x="17862" y="7533"/>
                  </a:moveTo>
                  <a:cubicBezTo>
                    <a:pt x="17862" y="12420"/>
                    <a:pt x="13818" y="16461"/>
                    <a:pt x="8934" y="16461"/>
                  </a:cubicBezTo>
                  <a:cubicBezTo>
                    <a:pt x="4044" y="16461"/>
                    <a:pt x="0" y="12420"/>
                    <a:pt x="0" y="7533"/>
                  </a:cubicBezTo>
                  <a:cubicBezTo>
                    <a:pt x="0" y="2651"/>
                    <a:pt x="4044" y="-1391"/>
                    <a:pt x="8934" y="-1391"/>
                  </a:cubicBezTo>
                  <a:cubicBezTo>
                    <a:pt x="13818" y="-1391"/>
                    <a:pt x="17862" y="2651"/>
                    <a:pt x="17862" y="7533"/>
                  </a:cubicBezTo>
                  <a:close/>
                </a:path>
              </a:pathLst>
            </a:custGeom>
            <a:solidFill>
              <a:srgbClr val="000000"/>
            </a:solidFill>
            <a:ln w="27807" cap="flat">
              <a:noFill/>
              <a:prstDash val="solid"/>
              <a:miter/>
            </a:ln>
          </p:spPr>
          <p:txBody>
            <a:bodyPr/>
            <a:lstStyle/>
            <a:p>
              <a:endParaRPr lang="en-GB"/>
            </a:p>
          </p:txBody>
        </p:sp>
        <p:sp>
          <p:nvSpPr>
            <p:cNvPr id="474" name="Freeform: Shape 473">
              <a:extLst>
                <a:ext uri="{FF2B5EF4-FFF2-40B4-BE49-F238E27FC236}">
                  <a16:creationId xmlns:a16="http://schemas.microsoft.com/office/drawing/2014/main" id="{E2D9F9AD-06F8-2AE5-516E-F4FD07CA9FB7}"/>
                </a:ext>
              </a:extLst>
            </p:cNvPr>
            <p:cNvSpPr/>
            <p:nvPr>
              <p:custDataLst>
                <p:tags r:id="rId13"/>
              </p:custDataLst>
            </p:nvPr>
          </p:nvSpPr>
          <p:spPr>
            <a:xfrm flipV="1">
              <a:off x="11583847" y="-6506020"/>
              <a:ext cx="151494" cy="115865"/>
            </a:xfrm>
            <a:custGeom>
              <a:avLst/>
              <a:gdLst>
                <a:gd name="csX0" fmla="*/ 12973 w 151494"/>
                <a:gd name="csY0" fmla="*/ 15272 h 115865"/>
                <a:gd name="csX1" fmla="*/ 30835 w 151494"/>
                <a:gd name="csY1" fmla="*/ 32623 h 115865"/>
                <a:gd name="csX2" fmla="*/ 67231 w 151494"/>
                <a:gd name="csY2" fmla="*/ 81796 h 115865"/>
                <a:gd name="csX3" fmla="*/ 31512 w 151494"/>
                <a:gd name="csY3" fmla="*/ 114469 h 115865"/>
                <a:gd name="csX4" fmla="*/ 0 w 151494"/>
                <a:gd name="csY4" fmla="*/ 83989 h 115865"/>
                <a:gd name="csX5" fmla="*/ 8929 w 151494"/>
                <a:gd name="csY5" fmla="*/ 74558 h 115865"/>
                <a:gd name="csX6" fmla="*/ 17694 w 151494"/>
                <a:gd name="csY6" fmla="*/ 83482 h 115865"/>
                <a:gd name="csX7" fmla="*/ 8760 w 151494"/>
                <a:gd name="csY7" fmla="*/ 92241 h 115865"/>
                <a:gd name="csX8" fmla="*/ 6571 w 151494"/>
                <a:gd name="csY8" fmla="*/ 92073 h 115865"/>
                <a:gd name="csX9" fmla="*/ 29318 w 151494"/>
                <a:gd name="csY9" fmla="*/ 109249 h 115865"/>
                <a:gd name="csX10" fmla="*/ 51901 w 151494"/>
                <a:gd name="csY10" fmla="*/ 81796 h 115865"/>
                <a:gd name="csX11" fmla="*/ 34208 w 151494"/>
                <a:gd name="csY11" fmla="*/ 44580 h 115865"/>
                <a:gd name="csX12" fmla="*/ 1850 w 151494"/>
                <a:gd name="csY12" fmla="*/ 8536 h 115865"/>
                <a:gd name="csX13" fmla="*/ 0 w 151494"/>
                <a:gd name="csY13" fmla="*/ 2307 h 115865"/>
                <a:gd name="csX14" fmla="*/ 62516 w 151494"/>
                <a:gd name="csY14" fmla="*/ 2307 h 115865"/>
                <a:gd name="csX15" fmla="*/ 67231 w 151494"/>
                <a:gd name="csY15" fmla="*/ 31608 h 115865"/>
                <a:gd name="csX16" fmla="*/ 63018 w 151494"/>
                <a:gd name="csY16" fmla="*/ 31608 h 115865"/>
                <a:gd name="csX17" fmla="*/ 59312 w 151494"/>
                <a:gd name="csY17" fmla="*/ 16620 h 115865"/>
                <a:gd name="csX18" fmla="*/ 43306 w 151494"/>
                <a:gd name="csY18" fmla="*/ 15272 h 115865"/>
                <a:gd name="csX19" fmla="*/ 12973 w 151494"/>
                <a:gd name="csY19" fmla="*/ 15272 h 115865"/>
                <a:gd name="csX20" fmla="*/ 151495 w 151494"/>
                <a:gd name="csY20" fmla="*/ 36158 h 115865"/>
                <a:gd name="csX21" fmla="*/ 119481 w 151494"/>
                <a:gd name="csY21" fmla="*/ 73041 h 115865"/>
                <a:gd name="csX22" fmla="*/ 98082 w 151494"/>
                <a:gd name="csY22" fmla="*/ 64450 h 115865"/>
                <a:gd name="csX23" fmla="*/ 98082 w 151494"/>
                <a:gd name="csY23" fmla="*/ 97292 h 115865"/>
                <a:gd name="csX24" fmla="*/ 112402 w 151494"/>
                <a:gd name="csY24" fmla="*/ 95106 h 115865"/>
                <a:gd name="csX25" fmla="*/ 144924 w 151494"/>
                <a:gd name="csY25" fmla="*/ 112619 h 115865"/>
                <a:gd name="csX26" fmla="*/ 143238 w 151494"/>
                <a:gd name="csY26" fmla="*/ 114469 h 115865"/>
                <a:gd name="csX27" fmla="*/ 141890 w 151494"/>
                <a:gd name="csY27" fmla="*/ 113967 h 115865"/>
                <a:gd name="csX28" fmla="*/ 118974 w 151494"/>
                <a:gd name="csY28" fmla="*/ 109080 h 115865"/>
                <a:gd name="csX29" fmla="*/ 96565 w 151494"/>
                <a:gd name="csY29" fmla="*/ 113798 h 115865"/>
                <a:gd name="csX30" fmla="*/ 94541 w 151494"/>
                <a:gd name="csY30" fmla="*/ 114300 h 115865"/>
                <a:gd name="csX31" fmla="*/ 92854 w 151494"/>
                <a:gd name="csY31" fmla="*/ 110258 h 115865"/>
                <a:gd name="csX32" fmla="*/ 92854 w 151494"/>
                <a:gd name="csY32" fmla="*/ 60409 h 115865"/>
                <a:gd name="csX33" fmla="*/ 95217 w 151494"/>
                <a:gd name="csY33" fmla="*/ 56029 h 115865"/>
                <a:gd name="csX34" fmla="*/ 97406 w 151494"/>
                <a:gd name="csY34" fmla="*/ 57545 h 115865"/>
                <a:gd name="csX35" fmla="*/ 119142 w 151494"/>
                <a:gd name="csY35" fmla="*/ 69337 h 115865"/>
                <a:gd name="csX36" fmla="*/ 133469 w 151494"/>
                <a:gd name="csY36" fmla="*/ 58559 h 115865"/>
                <a:gd name="csX37" fmla="*/ 136497 w 151494"/>
                <a:gd name="csY37" fmla="*/ 37335 h 115865"/>
                <a:gd name="csX38" fmla="*/ 132454 w 151494"/>
                <a:gd name="csY38" fmla="*/ 14263 h 115865"/>
                <a:gd name="csX39" fmla="*/ 114427 w 151494"/>
                <a:gd name="csY39" fmla="*/ 3316 h 115865"/>
                <a:gd name="csX40" fmla="*/ 89656 w 151494"/>
                <a:gd name="csY40" fmla="*/ 22178 h 115865"/>
                <a:gd name="csX41" fmla="*/ 92521 w 151494"/>
                <a:gd name="csY41" fmla="*/ 21845 h 115865"/>
                <a:gd name="csX42" fmla="*/ 100948 w 151494"/>
                <a:gd name="csY42" fmla="*/ 30098 h 115865"/>
                <a:gd name="csX43" fmla="*/ 92521 w 151494"/>
                <a:gd name="csY43" fmla="*/ 38345 h 115865"/>
                <a:gd name="csX44" fmla="*/ 84264 w 151494"/>
                <a:gd name="csY44" fmla="*/ 29422 h 115865"/>
                <a:gd name="csX45" fmla="*/ 114761 w 151494"/>
                <a:gd name="csY45" fmla="*/ -1397 h 115865"/>
                <a:gd name="csX46" fmla="*/ 151495 w 151494"/>
                <a:gd name="csY46" fmla="*/ 36158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51494" h="115865">
                  <a:moveTo>
                    <a:pt x="12973" y="15272"/>
                  </a:moveTo>
                  <a:lnTo>
                    <a:pt x="30835" y="32623"/>
                  </a:lnTo>
                  <a:cubicBezTo>
                    <a:pt x="57124" y="55865"/>
                    <a:pt x="67231" y="64958"/>
                    <a:pt x="67231" y="81796"/>
                  </a:cubicBezTo>
                  <a:cubicBezTo>
                    <a:pt x="67231" y="100996"/>
                    <a:pt x="52065" y="114469"/>
                    <a:pt x="31512" y="114469"/>
                  </a:cubicBezTo>
                  <a:cubicBezTo>
                    <a:pt x="12470" y="114469"/>
                    <a:pt x="0" y="98978"/>
                    <a:pt x="0" y="83989"/>
                  </a:cubicBezTo>
                  <a:cubicBezTo>
                    <a:pt x="0" y="74558"/>
                    <a:pt x="8427" y="74558"/>
                    <a:pt x="8929" y="74558"/>
                  </a:cubicBezTo>
                  <a:cubicBezTo>
                    <a:pt x="11794" y="74558"/>
                    <a:pt x="17694" y="76576"/>
                    <a:pt x="17694" y="83482"/>
                  </a:cubicBezTo>
                  <a:cubicBezTo>
                    <a:pt x="17694" y="87861"/>
                    <a:pt x="14659" y="92241"/>
                    <a:pt x="8760" y="92241"/>
                  </a:cubicBezTo>
                  <a:cubicBezTo>
                    <a:pt x="7412" y="92241"/>
                    <a:pt x="7079" y="92241"/>
                    <a:pt x="6571" y="92073"/>
                  </a:cubicBezTo>
                  <a:cubicBezTo>
                    <a:pt x="10446" y="103019"/>
                    <a:pt x="19544" y="109249"/>
                    <a:pt x="29318" y="109249"/>
                  </a:cubicBezTo>
                  <a:cubicBezTo>
                    <a:pt x="44654" y="109249"/>
                    <a:pt x="51901" y="95607"/>
                    <a:pt x="51901" y="81796"/>
                  </a:cubicBezTo>
                  <a:cubicBezTo>
                    <a:pt x="51901" y="68323"/>
                    <a:pt x="43475" y="55020"/>
                    <a:pt x="34208" y="44580"/>
                  </a:cubicBezTo>
                  <a:lnTo>
                    <a:pt x="1850" y="8536"/>
                  </a:lnTo>
                  <a:cubicBezTo>
                    <a:pt x="0" y="6686"/>
                    <a:pt x="0" y="6349"/>
                    <a:pt x="0" y="2307"/>
                  </a:cubicBezTo>
                  <a:lnTo>
                    <a:pt x="62516" y="2307"/>
                  </a:lnTo>
                  <a:lnTo>
                    <a:pt x="67231" y="31608"/>
                  </a:lnTo>
                  <a:lnTo>
                    <a:pt x="63018" y="31608"/>
                  </a:lnTo>
                  <a:cubicBezTo>
                    <a:pt x="62177" y="26558"/>
                    <a:pt x="60999" y="19150"/>
                    <a:pt x="59312" y="16620"/>
                  </a:cubicBezTo>
                  <a:cubicBezTo>
                    <a:pt x="58134" y="15272"/>
                    <a:pt x="47011" y="15272"/>
                    <a:pt x="43306" y="15272"/>
                  </a:cubicBezTo>
                  <a:lnTo>
                    <a:pt x="12973" y="15272"/>
                  </a:lnTo>
                  <a:close/>
                  <a:moveTo>
                    <a:pt x="151495" y="36158"/>
                  </a:moveTo>
                  <a:cubicBezTo>
                    <a:pt x="151495" y="56198"/>
                    <a:pt x="137677" y="73041"/>
                    <a:pt x="119481" y="73041"/>
                  </a:cubicBezTo>
                  <a:cubicBezTo>
                    <a:pt x="111393" y="73041"/>
                    <a:pt x="104146" y="70347"/>
                    <a:pt x="98082" y="64450"/>
                  </a:cubicBezTo>
                  <a:lnTo>
                    <a:pt x="98082" y="97292"/>
                  </a:lnTo>
                  <a:cubicBezTo>
                    <a:pt x="101449" y="96283"/>
                    <a:pt x="107011" y="95106"/>
                    <a:pt x="112402" y="95106"/>
                  </a:cubicBezTo>
                  <a:cubicBezTo>
                    <a:pt x="133130" y="95106"/>
                    <a:pt x="144924" y="110428"/>
                    <a:pt x="144924" y="112619"/>
                  </a:cubicBezTo>
                  <a:cubicBezTo>
                    <a:pt x="144924" y="113629"/>
                    <a:pt x="144417" y="114469"/>
                    <a:pt x="143238" y="114469"/>
                  </a:cubicBezTo>
                  <a:cubicBezTo>
                    <a:pt x="143069" y="114469"/>
                    <a:pt x="142736" y="114469"/>
                    <a:pt x="141890" y="113967"/>
                  </a:cubicBezTo>
                  <a:cubicBezTo>
                    <a:pt x="138522" y="112450"/>
                    <a:pt x="130265" y="109080"/>
                    <a:pt x="118974" y="109080"/>
                  </a:cubicBezTo>
                  <a:cubicBezTo>
                    <a:pt x="112234" y="109080"/>
                    <a:pt x="104484" y="110258"/>
                    <a:pt x="96565" y="113798"/>
                  </a:cubicBezTo>
                  <a:cubicBezTo>
                    <a:pt x="95217" y="114300"/>
                    <a:pt x="94879" y="114300"/>
                    <a:pt x="94541" y="114300"/>
                  </a:cubicBezTo>
                  <a:cubicBezTo>
                    <a:pt x="92854" y="114300"/>
                    <a:pt x="92854" y="112953"/>
                    <a:pt x="92854" y="110258"/>
                  </a:cubicBezTo>
                  <a:lnTo>
                    <a:pt x="92854" y="60409"/>
                  </a:lnTo>
                  <a:cubicBezTo>
                    <a:pt x="92854" y="57376"/>
                    <a:pt x="92854" y="56029"/>
                    <a:pt x="95217" y="56029"/>
                  </a:cubicBezTo>
                  <a:cubicBezTo>
                    <a:pt x="96396" y="56029"/>
                    <a:pt x="96734" y="56536"/>
                    <a:pt x="97406" y="57545"/>
                  </a:cubicBezTo>
                  <a:cubicBezTo>
                    <a:pt x="99261" y="60240"/>
                    <a:pt x="105494" y="69337"/>
                    <a:pt x="119142" y="69337"/>
                  </a:cubicBezTo>
                  <a:cubicBezTo>
                    <a:pt x="127908" y="69337"/>
                    <a:pt x="132121" y="61587"/>
                    <a:pt x="133469" y="58559"/>
                  </a:cubicBezTo>
                  <a:cubicBezTo>
                    <a:pt x="136164" y="52325"/>
                    <a:pt x="136497" y="45758"/>
                    <a:pt x="136497" y="37335"/>
                  </a:cubicBezTo>
                  <a:cubicBezTo>
                    <a:pt x="136497" y="31445"/>
                    <a:pt x="136497" y="21338"/>
                    <a:pt x="132454" y="14263"/>
                  </a:cubicBezTo>
                  <a:cubicBezTo>
                    <a:pt x="128409" y="7696"/>
                    <a:pt x="122177" y="3316"/>
                    <a:pt x="114427" y="3316"/>
                  </a:cubicBezTo>
                  <a:cubicBezTo>
                    <a:pt x="102126" y="3316"/>
                    <a:pt x="92521" y="12245"/>
                    <a:pt x="89656" y="22178"/>
                  </a:cubicBezTo>
                  <a:cubicBezTo>
                    <a:pt x="90158" y="22008"/>
                    <a:pt x="90666" y="21845"/>
                    <a:pt x="92521" y="21845"/>
                  </a:cubicBezTo>
                  <a:cubicBezTo>
                    <a:pt x="98082" y="21845"/>
                    <a:pt x="100948" y="26055"/>
                    <a:pt x="100948" y="30098"/>
                  </a:cubicBezTo>
                  <a:cubicBezTo>
                    <a:pt x="100948" y="34140"/>
                    <a:pt x="98082" y="38345"/>
                    <a:pt x="92521" y="38345"/>
                  </a:cubicBezTo>
                  <a:cubicBezTo>
                    <a:pt x="90158" y="38345"/>
                    <a:pt x="84264" y="37167"/>
                    <a:pt x="84264" y="29422"/>
                  </a:cubicBezTo>
                  <a:cubicBezTo>
                    <a:pt x="84264" y="14940"/>
                    <a:pt x="95888" y="-1397"/>
                    <a:pt x="114761" y="-1397"/>
                  </a:cubicBezTo>
                  <a:cubicBezTo>
                    <a:pt x="134309" y="-1397"/>
                    <a:pt x="151495" y="14770"/>
                    <a:pt x="151495" y="36158"/>
                  </a:cubicBezTo>
                  <a:close/>
                </a:path>
              </a:pathLst>
            </a:custGeom>
            <a:solidFill>
              <a:srgbClr val="000000"/>
            </a:solidFill>
            <a:ln w="27807" cap="flat">
              <a:noFill/>
              <a:prstDash val="solid"/>
              <a:miter/>
            </a:ln>
          </p:spPr>
          <p:txBody>
            <a:bodyPr/>
            <a:lstStyle/>
            <a:p>
              <a:endParaRPr lang="en-GB"/>
            </a:p>
          </p:txBody>
        </p:sp>
        <p:sp>
          <p:nvSpPr>
            <p:cNvPr id="475" name="Freeform: Shape 474">
              <a:extLst>
                <a:ext uri="{FF2B5EF4-FFF2-40B4-BE49-F238E27FC236}">
                  <a16:creationId xmlns:a16="http://schemas.microsoft.com/office/drawing/2014/main" id="{53B60975-B287-F67D-1D40-B7B672A7F3BA}"/>
                </a:ext>
              </a:extLst>
            </p:cNvPr>
            <p:cNvSpPr/>
            <p:nvPr>
              <p:custDataLst>
                <p:tags r:id="rId14"/>
              </p:custDataLst>
            </p:nvPr>
          </p:nvSpPr>
          <p:spPr>
            <a:xfrm flipV="1">
              <a:off x="11806163" y="-6476550"/>
              <a:ext cx="81387" cy="81175"/>
            </a:xfrm>
            <a:custGeom>
              <a:avLst/>
              <a:gdLst>
                <a:gd name="csX0" fmla="*/ 40779 w 81387"/>
                <a:gd name="csY0" fmla="*/ 43910 h 81175"/>
                <a:gd name="csX1" fmla="*/ 7079 w 81387"/>
                <a:gd name="csY1" fmla="*/ 77423 h 81175"/>
                <a:gd name="csX2" fmla="*/ 3367 w 81387"/>
                <a:gd name="csY2" fmla="*/ 79780 h 81175"/>
                <a:gd name="csX3" fmla="*/ 0 w 81387"/>
                <a:gd name="csY3" fmla="*/ 76415 h 81175"/>
                <a:gd name="csX4" fmla="*/ 2189 w 81387"/>
                <a:gd name="csY4" fmla="*/ 73043 h 81175"/>
                <a:gd name="csX5" fmla="*/ 35889 w 81387"/>
                <a:gd name="csY5" fmla="*/ 39192 h 81175"/>
                <a:gd name="csX6" fmla="*/ 2189 w 81387"/>
                <a:gd name="csY6" fmla="*/ 5341 h 81175"/>
                <a:gd name="csX7" fmla="*/ 0 w 81387"/>
                <a:gd name="csY7" fmla="*/ 1971 h 81175"/>
                <a:gd name="csX8" fmla="*/ 3367 w 81387"/>
                <a:gd name="csY8" fmla="*/ -1395 h 81175"/>
                <a:gd name="csX9" fmla="*/ 7079 w 81387"/>
                <a:gd name="csY9" fmla="*/ 962 h 81175"/>
                <a:gd name="csX10" fmla="*/ 40609 w 81387"/>
                <a:gd name="csY10" fmla="*/ 34474 h 81175"/>
                <a:gd name="csX11" fmla="*/ 75489 w 81387"/>
                <a:gd name="csY11" fmla="*/ -386 h 81175"/>
                <a:gd name="csX12" fmla="*/ 78016 w 81387"/>
                <a:gd name="csY12" fmla="*/ -1395 h 81175"/>
                <a:gd name="csX13" fmla="*/ 81388 w 81387"/>
                <a:gd name="csY13" fmla="*/ 1971 h 81175"/>
                <a:gd name="csX14" fmla="*/ 80880 w 81387"/>
                <a:gd name="csY14" fmla="*/ 3825 h 81175"/>
                <a:gd name="csX15" fmla="*/ 45494 w 81387"/>
                <a:gd name="csY15" fmla="*/ 39192 h 81175"/>
                <a:gd name="csX16" fmla="*/ 76334 w 81387"/>
                <a:gd name="csY16" fmla="*/ 70011 h 81175"/>
                <a:gd name="csX17" fmla="*/ 80542 w 81387"/>
                <a:gd name="csY17" fmla="*/ 74222 h 81175"/>
                <a:gd name="csX18" fmla="*/ 81388 w 81387"/>
                <a:gd name="csY18" fmla="*/ 76415 h 81175"/>
                <a:gd name="csX19" fmla="*/ 78016 w 81387"/>
                <a:gd name="csY19" fmla="*/ 79780 h 81175"/>
                <a:gd name="csX20" fmla="*/ 74140 w 81387"/>
                <a:gd name="csY20" fmla="*/ 77255 h 81175"/>
                <a:gd name="csX21" fmla="*/ 40779 w 81387"/>
                <a:gd name="csY21" fmla="*/ 43910 h 81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1387" h="81175">
                  <a:moveTo>
                    <a:pt x="40779" y="43910"/>
                  </a:moveTo>
                  <a:lnTo>
                    <a:pt x="7079" y="77423"/>
                  </a:lnTo>
                  <a:cubicBezTo>
                    <a:pt x="5054" y="79441"/>
                    <a:pt x="4716" y="79780"/>
                    <a:pt x="3367" y="79780"/>
                  </a:cubicBezTo>
                  <a:cubicBezTo>
                    <a:pt x="1687" y="79780"/>
                    <a:pt x="0" y="78264"/>
                    <a:pt x="0" y="76415"/>
                  </a:cubicBezTo>
                  <a:cubicBezTo>
                    <a:pt x="0" y="75231"/>
                    <a:pt x="339" y="74898"/>
                    <a:pt x="2189" y="73043"/>
                  </a:cubicBezTo>
                  <a:lnTo>
                    <a:pt x="35889" y="39192"/>
                  </a:lnTo>
                  <a:lnTo>
                    <a:pt x="2189" y="5341"/>
                  </a:lnTo>
                  <a:cubicBezTo>
                    <a:pt x="339" y="3487"/>
                    <a:pt x="0" y="3154"/>
                    <a:pt x="0" y="1971"/>
                  </a:cubicBezTo>
                  <a:cubicBezTo>
                    <a:pt x="0" y="122"/>
                    <a:pt x="1687" y="-1395"/>
                    <a:pt x="3367" y="-1395"/>
                  </a:cubicBezTo>
                  <a:cubicBezTo>
                    <a:pt x="4716" y="-1395"/>
                    <a:pt x="5054" y="-1057"/>
                    <a:pt x="7079" y="962"/>
                  </a:cubicBezTo>
                  <a:lnTo>
                    <a:pt x="40609" y="34474"/>
                  </a:lnTo>
                  <a:lnTo>
                    <a:pt x="75489" y="-386"/>
                  </a:lnTo>
                  <a:cubicBezTo>
                    <a:pt x="75827" y="-555"/>
                    <a:pt x="77006" y="-1395"/>
                    <a:pt x="78016" y="-1395"/>
                  </a:cubicBezTo>
                  <a:cubicBezTo>
                    <a:pt x="80040" y="-1395"/>
                    <a:pt x="81388" y="122"/>
                    <a:pt x="81388" y="1971"/>
                  </a:cubicBezTo>
                  <a:cubicBezTo>
                    <a:pt x="81388" y="2308"/>
                    <a:pt x="81388" y="2985"/>
                    <a:pt x="80880" y="3825"/>
                  </a:cubicBezTo>
                  <a:cubicBezTo>
                    <a:pt x="80712" y="4164"/>
                    <a:pt x="53920" y="30602"/>
                    <a:pt x="45494" y="39192"/>
                  </a:cubicBezTo>
                  <a:lnTo>
                    <a:pt x="76334" y="70011"/>
                  </a:lnTo>
                  <a:cubicBezTo>
                    <a:pt x="77175" y="71025"/>
                    <a:pt x="79702" y="73213"/>
                    <a:pt x="80542" y="74222"/>
                  </a:cubicBezTo>
                  <a:cubicBezTo>
                    <a:pt x="80712" y="74559"/>
                    <a:pt x="81388" y="75231"/>
                    <a:pt x="81388" y="76415"/>
                  </a:cubicBezTo>
                  <a:cubicBezTo>
                    <a:pt x="81388" y="78264"/>
                    <a:pt x="80040" y="79780"/>
                    <a:pt x="78016" y="79780"/>
                  </a:cubicBezTo>
                  <a:cubicBezTo>
                    <a:pt x="76667" y="79780"/>
                    <a:pt x="75996" y="79109"/>
                    <a:pt x="74140" y="77255"/>
                  </a:cubicBezTo>
                  <a:lnTo>
                    <a:pt x="40779" y="43910"/>
                  </a:lnTo>
                  <a:close/>
                </a:path>
              </a:pathLst>
            </a:custGeom>
            <a:solidFill>
              <a:srgbClr val="000000"/>
            </a:solidFill>
            <a:ln w="27807" cap="flat">
              <a:noFill/>
              <a:prstDash val="solid"/>
              <a:miter/>
            </a:ln>
          </p:spPr>
          <p:txBody>
            <a:bodyPr/>
            <a:lstStyle/>
            <a:p>
              <a:endParaRPr lang="en-GB"/>
            </a:p>
          </p:txBody>
        </p:sp>
        <p:sp>
          <p:nvSpPr>
            <p:cNvPr id="476" name="Freeform: Shape 475">
              <a:extLst>
                <a:ext uri="{FF2B5EF4-FFF2-40B4-BE49-F238E27FC236}">
                  <a16:creationId xmlns:a16="http://schemas.microsoft.com/office/drawing/2014/main" id="{C276DFF4-A223-E95D-3390-C19ED1AFDCE6}"/>
                </a:ext>
              </a:extLst>
            </p:cNvPr>
            <p:cNvSpPr/>
            <p:nvPr>
              <p:custDataLst>
                <p:tags r:id="rId15"/>
              </p:custDataLst>
            </p:nvPr>
          </p:nvSpPr>
          <p:spPr>
            <a:xfrm flipV="1">
              <a:off x="11964923" y="-6506020"/>
              <a:ext cx="146779" cy="115865"/>
            </a:xfrm>
            <a:custGeom>
              <a:avLst/>
              <a:gdLst>
                <a:gd name="csX0" fmla="*/ 34546 w 146779"/>
                <a:gd name="csY0" fmla="*/ 110094 h 115865"/>
                <a:gd name="csX1" fmla="*/ 30666 w 146779"/>
                <a:gd name="csY1" fmla="*/ 114469 h 115865"/>
                <a:gd name="csX2" fmla="*/ 0 w 146779"/>
                <a:gd name="csY2" fmla="*/ 103691 h 115865"/>
                <a:gd name="csX3" fmla="*/ 0 w 146779"/>
                <a:gd name="csY3" fmla="*/ 98471 h 115865"/>
                <a:gd name="csX4" fmla="*/ 22075 w 146779"/>
                <a:gd name="csY4" fmla="*/ 102850 h 115865"/>
                <a:gd name="csX5" fmla="*/ 22075 w 146779"/>
                <a:gd name="csY5" fmla="*/ 15610 h 115865"/>
                <a:gd name="csX6" fmla="*/ 6402 w 146779"/>
                <a:gd name="csY6" fmla="*/ 7526 h 115865"/>
                <a:gd name="csX7" fmla="*/ 1010 w 146779"/>
                <a:gd name="csY7" fmla="*/ 7526 h 115865"/>
                <a:gd name="csX8" fmla="*/ 1010 w 146779"/>
                <a:gd name="csY8" fmla="*/ 2307 h 115865"/>
                <a:gd name="csX9" fmla="*/ 28308 w 146779"/>
                <a:gd name="csY9" fmla="*/ 2813 h 115865"/>
                <a:gd name="csX10" fmla="*/ 55607 w 146779"/>
                <a:gd name="csY10" fmla="*/ 2307 h 115865"/>
                <a:gd name="csX11" fmla="*/ 55607 w 146779"/>
                <a:gd name="csY11" fmla="*/ 7526 h 115865"/>
                <a:gd name="csX12" fmla="*/ 50215 w 146779"/>
                <a:gd name="csY12" fmla="*/ 7526 h 115865"/>
                <a:gd name="csX13" fmla="*/ 34546 w 146779"/>
                <a:gd name="csY13" fmla="*/ 15610 h 115865"/>
                <a:gd name="csX14" fmla="*/ 34546 w 146779"/>
                <a:gd name="csY14" fmla="*/ 110094 h 115865"/>
                <a:gd name="csX15" fmla="*/ 146779 w 146779"/>
                <a:gd name="csY15" fmla="*/ 56198 h 115865"/>
                <a:gd name="csX16" fmla="*/ 140039 w 146779"/>
                <a:gd name="csY16" fmla="*/ 95607 h 115865"/>
                <a:gd name="csX17" fmla="*/ 111393 w 146779"/>
                <a:gd name="csY17" fmla="*/ 114469 h 115865"/>
                <a:gd name="csX18" fmla="*/ 82075 w 146779"/>
                <a:gd name="csY18" fmla="*/ 94429 h 115865"/>
                <a:gd name="csX19" fmla="*/ 75837 w 146779"/>
                <a:gd name="csY19" fmla="*/ 56198 h 115865"/>
                <a:gd name="csX20" fmla="*/ 83423 w 146779"/>
                <a:gd name="csY20" fmla="*/ 15610 h 115865"/>
                <a:gd name="csX21" fmla="*/ 111224 w 146779"/>
                <a:gd name="csY21" fmla="*/ -1397 h 115865"/>
                <a:gd name="csX22" fmla="*/ 140547 w 146779"/>
                <a:gd name="csY22" fmla="*/ 18135 h 115865"/>
                <a:gd name="csX23" fmla="*/ 146779 w 146779"/>
                <a:gd name="csY23" fmla="*/ 56198 h 115865"/>
                <a:gd name="csX24" fmla="*/ 111224 w 146779"/>
                <a:gd name="csY24" fmla="*/ 2307 h 115865"/>
                <a:gd name="csX25" fmla="*/ 91675 w 146779"/>
                <a:gd name="csY25" fmla="*/ 22685 h 115865"/>
                <a:gd name="csX26" fmla="*/ 89825 w 146779"/>
                <a:gd name="csY26" fmla="*/ 58222 h 115865"/>
                <a:gd name="csX27" fmla="*/ 91173 w 146779"/>
                <a:gd name="csY27" fmla="*/ 89209 h 115865"/>
                <a:gd name="csX28" fmla="*/ 111224 w 146779"/>
                <a:gd name="csY28" fmla="*/ 110765 h 115865"/>
                <a:gd name="csX29" fmla="*/ 131105 w 146779"/>
                <a:gd name="csY29" fmla="*/ 91064 h 115865"/>
                <a:gd name="csX30" fmla="*/ 132792 w 146779"/>
                <a:gd name="csY30" fmla="*/ 58222 h 115865"/>
                <a:gd name="csX31" fmla="*/ 130942 w 146779"/>
                <a:gd name="csY31" fmla="*/ 23356 h 115865"/>
                <a:gd name="csX32" fmla="*/ 111224 w 146779"/>
                <a:gd name="csY32" fmla="*/ 2307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146779" h="115865">
                  <a:moveTo>
                    <a:pt x="34546" y="110094"/>
                  </a:moveTo>
                  <a:cubicBezTo>
                    <a:pt x="34546" y="114136"/>
                    <a:pt x="34546" y="114469"/>
                    <a:pt x="30666" y="114469"/>
                  </a:cubicBezTo>
                  <a:cubicBezTo>
                    <a:pt x="20220" y="103691"/>
                    <a:pt x="5392" y="103691"/>
                    <a:pt x="0" y="103691"/>
                  </a:cubicBezTo>
                  <a:lnTo>
                    <a:pt x="0" y="98471"/>
                  </a:lnTo>
                  <a:cubicBezTo>
                    <a:pt x="3367" y="98471"/>
                    <a:pt x="13311" y="98471"/>
                    <a:pt x="22075" y="102850"/>
                  </a:cubicBezTo>
                  <a:lnTo>
                    <a:pt x="22075" y="15610"/>
                  </a:lnTo>
                  <a:cubicBezTo>
                    <a:pt x="22075" y="9550"/>
                    <a:pt x="21568" y="7526"/>
                    <a:pt x="6402" y="7526"/>
                  </a:cubicBezTo>
                  <a:lnTo>
                    <a:pt x="1010" y="7526"/>
                  </a:lnTo>
                  <a:lnTo>
                    <a:pt x="1010" y="2307"/>
                  </a:lnTo>
                  <a:cubicBezTo>
                    <a:pt x="6909" y="2813"/>
                    <a:pt x="21568" y="2813"/>
                    <a:pt x="28308" y="2813"/>
                  </a:cubicBezTo>
                  <a:cubicBezTo>
                    <a:pt x="35048" y="2813"/>
                    <a:pt x="49707" y="2813"/>
                    <a:pt x="55607" y="2307"/>
                  </a:cubicBezTo>
                  <a:lnTo>
                    <a:pt x="55607" y="7526"/>
                  </a:lnTo>
                  <a:lnTo>
                    <a:pt x="50215" y="7526"/>
                  </a:lnTo>
                  <a:cubicBezTo>
                    <a:pt x="35048" y="7526"/>
                    <a:pt x="34546" y="9382"/>
                    <a:pt x="34546" y="15610"/>
                  </a:cubicBezTo>
                  <a:lnTo>
                    <a:pt x="34546" y="110094"/>
                  </a:lnTo>
                  <a:close/>
                  <a:moveTo>
                    <a:pt x="146779" y="56198"/>
                  </a:moveTo>
                  <a:cubicBezTo>
                    <a:pt x="146779" y="69671"/>
                    <a:pt x="145939" y="83144"/>
                    <a:pt x="140039" y="95607"/>
                  </a:cubicBezTo>
                  <a:cubicBezTo>
                    <a:pt x="132290" y="111774"/>
                    <a:pt x="118471" y="114469"/>
                    <a:pt x="111393" y="114469"/>
                  </a:cubicBezTo>
                  <a:cubicBezTo>
                    <a:pt x="101280" y="114469"/>
                    <a:pt x="88979" y="110094"/>
                    <a:pt x="82075" y="94429"/>
                  </a:cubicBezTo>
                  <a:cubicBezTo>
                    <a:pt x="76683" y="82810"/>
                    <a:pt x="75837" y="69671"/>
                    <a:pt x="75837" y="56198"/>
                  </a:cubicBezTo>
                  <a:cubicBezTo>
                    <a:pt x="75837" y="43570"/>
                    <a:pt x="76514" y="28412"/>
                    <a:pt x="83423" y="15610"/>
                  </a:cubicBezTo>
                  <a:cubicBezTo>
                    <a:pt x="90665" y="1968"/>
                    <a:pt x="102967" y="-1397"/>
                    <a:pt x="111224" y="-1397"/>
                  </a:cubicBezTo>
                  <a:cubicBezTo>
                    <a:pt x="120322" y="-1397"/>
                    <a:pt x="133130" y="2138"/>
                    <a:pt x="140547" y="18135"/>
                  </a:cubicBezTo>
                  <a:cubicBezTo>
                    <a:pt x="145939" y="29759"/>
                    <a:pt x="146779" y="42894"/>
                    <a:pt x="146779" y="56198"/>
                  </a:cubicBezTo>
                  <a:close/>
                  <a:moveTo>
                    <a:pt x="111224" y="2307"/>
                  </a:moveTo>
                  <a:cubicBezTo>
                    <a:pt x="104653" y="2307"/>
                    <a:pt x="94709" y="6518"/>
                    <a:pt x="91675" y="22685"/>
                  </a:cubicBezTo>
                  <a:cubicBezTo>
                    <a:pt x="89825" y="32792"/>
                    <a:pt x="89825" y="48283"/>
                    <a:pt x="89825" y="58222"/>
                  </a:cubicBezTo>
                  <a:cubicBezTo>
                    <a:pt x="89825" y="69000"/>
                    <a:pt x="89825" y="80116"/>
                    <a:pt x="91173" y="89209"/>
                  </a:cubicBezTo>
                  <a:cubicBezTo>
                    <a:pt x="94376" y="109249"/>
                    <a:pt x="107010" y="110765"/>
                    <a:pt x="111224" y="110765"/>
                  </a:cubicBezTo>
                  <a:cubicBezTo>
                    <a:pt x="116785" y="110765"/>
                    <a:pt x="127907" y="107732"/>
                    <a:pt x="131105" y="91064"/>
                  </a:cubicBezTo>
                  <a:cubicBezTo>
                    <a:pt x="132792" y="81633"/>
                    <a:pt x="132792" y="68831"/>
                    <a:pt x="132792" y="58222"/>
                  </a:cubicBezTo>
                  <a:cubicBezTo>
                    <a:pt x="132792" y="45589"/>
                    <a:pt x="132792" y="34140"/>
                    <a:pt x="130942" y="23356"/>
                  </a:cubicBezTo>
                  <a:cubicBezTo>
                    <a:pt x="128409" y="7358"/>
                    <a:pt x="118809" y="2307"/>
                    <a:pt x="111224" y="2307"/>
                  </a:cubicBezTo>
                  <a:close/>
                </a:path>
              </a:pathLst>
            </a:custGeom>
            <a:solidFill>
              <a:srgbClr val="000000"/>
            </a:solidFill>
            <a:ln w="27807" cap="flat">
              <a:noFill/>
              <a:prstDash val="solid"/>
              <a:miter/>
            </a:ln>
          </p:spPr>
          <p:txBody>
            <a:bodyPr/>
            <a:lstStyle/>
            <a:p>
              <a:endParaRPr lang="en-GB"/>
            </a:p>
          </p:txBody>
        </p:sp>
        <p:sp>
          <p:nvSpPr>
            <p:cNvPr id="477" name="Freeform: Shape 476">
              <a:extLst>
                <a:ext uri="{FF2B5EF4-FFF2-40B4-BE49-F238E27FC236}">
                  <a16:creationId xmlns:a16="http://schemas.microsoft.com/office/drawing/2014/main" id="{77DB9FAE-AF24-5644-57C4-16DE59B49782}"/>
                </a:ext>
              </a:extLst>
            </p:cNvPr>
            <p:cNvSpPr/>
            <p:nvPr>
              <p:custDataLst>
                <p:tags r:id="rId16"/>
              </p:custDataLst>
            </p:nvPr>
          </p:nvSpPr>
          <p:spPr>
            <a:xfrm flipV="1">
              <a:off x="12174546" y="-6455664"/>
              <a:ext cx="112059" cy="39410"/>
            </a:xfrm>
            <a:custGeom>
              <a:avLst/>
              <a:gdLst>
                <a:gd name="csX0" fmla="*/ 106328 w 112059"/>
                <a:gd name="csY0" fmla="*/ 31278 h 39410"/>
                <a:gd name="csX1" fmla="*/ 112060 w 112059"/>
                <a:gd name="csY1" fmla="*/ 34649 h 39410"/>
                <a:gd name="csX2" fmla="*/ 106497 w 112059"/>
                <a:gd name="csY2" fmla="*/ 38015 h 39410"/>
                <a:gd name="csX3" fmla="*/ 5562 w 112059"/>
                <a:gd name="csY3" fmla="*/ 38015 h 39410"/>
                <a:gd name="csX4" fmla="*/ 0 w 112059"/>
                <a:gd name="csY4" fmla="*/ 34649 h 39410"/>
                <a:gd name="csX5" fmla="*/ 5731 w 112059"/>
                <a:gd name="csY5" fmla="*/ 31278 h 39410"/>
                <a:gd name="csX6" fmla="*/ 106328 w 112059"/>
                <a:gd name="csY6" fmla="*/ 31278 h 39410"/>
                <a:gd name="csX7" fmla="*/ 106497 w 112059"/>
                <a:gd name="csY7" fmla="*/ -1395 h 39410"/>
                <a:gd name="csX8" fmla="*/ 112060 w 112059"/>
                <a:gd name="csY8" fmla="*/ 1976 h 39410"/>
                <a:gd name="csX9" fmla="*/ 106328 w 112059"/>
                <a:gd name="csY9" fmla="*/ 5347 h 39410"/>
                <a:gd name="csX10" fmla="*/ 5731 w 112059"/>
                <a:gd name="csY10" fmla="*/ 5347 h 39410"/>
                <a:gd name="csX11" fmla="*/ 0 w 112059"/>
                <a:gd name="csY11" fmla="*/ 1976 h 39410"/>
                <a:gd name="csX12" fmla="*/ 5562 w 112059"/>
                <a:gd name="csY12" fmla="*/ -1395 h 39410"/>
                <a:gd name="csX13" fmla="*/ 106497 w 112059"/>
                <a:gd name="csY13" fmla="*/ -1395 h 394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2059" h="39410">
                  <a:moveTo>
                    <a:pt x="106328" y="31278"/>
                  </a:moveTo>
                  <a:cubicBezTo>
                    <a:pt x="108855" y="31278"/>
                    <a:pt x="112060" y="31278"/>
                    <a:pt x="112060" y="34649"/>
                  </a:cubicBezTo>
                  <a:cubicBezTo>
                    <a:pt x="112060" y="38015"/>
                    <a:pt x="108855" y="38015"/>
                    <a:pt x="106497" y="38015"/>
                  </a:cubicBezTo>
                  <a:lnTo>
                    <a:pt x="5562" y="38015"/>
                  </a:lnTo>
                  <a:cubicBezTo>
                    <a:pt x="3204" y="38015"/>
                    <a:pt x="0" y="38015"/>
                    <a:pt x="0" y="34649"/>
                  </a:cubicBezTo>
                  <a:cubicBezTo>
                    <a:pt x="0" y="31278"/>
                    <a:pt x="3204" y="31278"/>
                    <a:pt x="5731" y="31278"/>
                  </a:cubicBezTo>
                  <a:lnTo>
                    <a:pt x="106328" y="31278"/>
                  </a:lnTo>
                  <a:close/>
                  <a:moveTo>
                    <a:pt x="106497" y="-1395"/>
                  </a:moveTo>
                  <a:cubicBezTo>
                    <a:pt x="108855" y="-1395"/>
                    <a:pt x="112060" y="-1395"/>
                    <a:pt x="112060" y="1976"/>
                  </a:cubicBezTo>
                  <a:cubicBezTo>
                    <a:pt x="112060" y="5347"/>
                    <a:pt x="108855" y="5347"/>
                    <a:pt x="106328" y="5347"/>
                  </a:cubicBezTo>
                  <a:lnTo>
                    <a:pt x="5731" y="5347"/>
                  </a:lnTo>
                  <a:cubicBezTo>
                    <a:pt x="3204" y="5347"/>
                    <a:pt x="0" y="5347"/>
                    <a:pt x="0" y="1976"/>
                  </a:cubicBezTo>
                  <a:cubicBezTo>
                    <a:pt x="0" y="-1395"/>
                    <a:pt x="3204" y="-1395"/>
                    <a:pt x="5562" y="-1395"/>
                  </a:cubicBezTo>
                  <a:lnTo>
                    <a:pt x="106497" y="-1395"/>
                  </a:lnTo>
                  <a:close/>
                </a:path>
              </a:pathLst>
            </a:custGeom>
            <a:solidFill>
              <a:srgbClr val="000000"/>
            </a:solidFill>
            <a:ln w="27807" cap="flat">
              <a:noFill/>
              <a:prstDash val="solid"/>
              <a:miter/>
            </a:ln>
          </p:spPr>
          <p:txBody>
            <a:bodyPr/>
            <a:lstStyle/>
            <a:p>
              <a:endParaRPr lang="en-GB"/>
            </a:p>
          </p:txBody>
        </p:sp>
        <p:sp>
          <p:nvSpPr>
            <p:cNvPr id="478" name="Freeform: Shape 477">
              <a:extLst>
                <a:ext uri="{FF2B5EF4-FFF2-40B4-BE49-F238E27FC236}">
                  <a16:creationId xmlns:a16="http://schemas.microsoft.com/office/drawing/2014/main" id="{2D4B6A7B-DB4C-15F4-C985-FD30DFF92B7A}"/>
                </a:ext>
              </a:extLst>
            </p:cNvPr>
            <p:cNvSpPr/>
            <p:nvPr>
              <p:custDataLst>
                <p:tags r:id="rId17"/>
              </p:custDataLst>
            </p:nvPr>
          </p:nvSpPr>
          <p:spPr>
            <a:xfrm flipV="1">
              <a:off x="12349433" y="-6506020"/>
              <a:ext cx="70943" cy="115865"/>
            </a:xfrm>
            <a:custGeom>
              <a:avLst/>
              <a:gdLst>
                <a:gd name="csX0" fmla="*/ 70943 w 70943"/>
                <a:gd name="csY0" fmla="*/ 56198 h 115865"/>
                <a:gd name="csX1" fmla="*/ 64204 w 70943"/>
                <a:gd name="csY1" fmla="*/ 95607 h 115865"/>
                <a:gd name="csX2" fmla="*/ 35556 w 70943"/>
                <a:gd name="csY2" fmla="*/ 114469 h 115865"/>
                <a:gd name="csX3" fmla="*/ 6239 w 70943"/>
                <a:gd name="csY3" fmla="*/ 94429 h 115865"/>
                <a:gd name="csX4" fmla="*/ 0 w 70943"/>
                <a:gd name="csY4" fmla="*/ 56198 h 115865"/>
                <a:gd name="csX5" fmla="*/ 7587 w 70943"/>
                <a:gd name="csY5" fmla="*/ 15610 h 115865"/>
                <a:gd name="csX6" fmla="*/ 35387 w 70943"/>
                <a:gd name="csY6" fmla="*/ -1397 h 115865"/>
                <a:gd name="csX7" fmla="*/ 64711 w 70943"/>
                <a:gd name="csY7" fmla="*/ 18135 h 115865"/>
                <a:gd name="csX8" fmla="*/ 70943 w 70943"/>
                <a:gd name="csY8" fmla="*/ 56198 h 115865"/>
                <a:gd name="csX9" fmla="*/ 35387 w 70943"/>
                <a:gd name="csY9" fmla="*/ 2307 h 115865"/>
                <a:gd name="csX10" fmla="*/ 15839 w 70943"/>
                <a:gd name="csY10" fmla="*/ 22685 h 115865"/>
                <a:gd name="csX11" fmla="*/ 13988 w 70943"/>
                <a:gd name="csY11" fmla="*/ 58222 h 115865"/>
                <a:gd name="csX12" fmla="*/ 15336 w 70943"/>
                <a:gd name="csY12" fmla="*/ 89209 h 115865"/>
                <a:gd name="csX13" fmla="*/ 35387 w 70943"/>
                <a:gd name="csY13" fmla="*/ 110765 h 115865"/>
                <a:gd name="csX14" fmla="*/ 55269 w 70943"/>
                <a:gd name="csY14" fmla="*/ 91064 h 115865"/>
                <a:gd name="csX15" fmla="*/ 56955 w 70943"/>
                <a:gd name="csY15" fmla="*/ 58222 h 115865"/>
                <a:gd name="csX16" fmla="*/ 55104 w 70943"/>
                <a:gd name="csY16" fmla="*/ 23356 h 115865"/>
                <a:gd name="csX17" fmla="*/ 35387 w 70943"/>
                <a:gd name="csY17" fmla="*/ 2307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0943" h="115865">
                  <a:moveTo>
                    <a:pt x="70943" y="56198"/>
                  </a:moveTo>
                  <a:cubicBezTo>
                    <a:pt x="70943" y="69671"/>
                    <a:pt x="70102" y="83144"/>
                    <a:pt x="64204" y="95607"/>
                  </a:cubicBezTo>
                  <a:cubicBezTo>
                    <a:pt x="56453" y="111774"/>
                    <a:pt x="42636" y="114469"/>
                    <a:pt x="35556" y="114469"/>
                  </a:cubicBezTo>
                  <a:cubicBezTo>
                    <a:pt x="25444" y="114469"/>
                    <a:pt x="13142" y="110094"/>
                    <a:pt x="6239" y="94429"/>
                  </a:cubicBezTo>
                  <a:cubicBezTo>
                    <a:pt x="846" y="82810"/>
                    <a:pt x="0" y="69671"/>
                    <a:pt x="0" y="56198"/>
                  </a:cubicBezTo>
                  <a:cubicBezTo>
                    <a:pt x="0" y="43570"/>
                    <a:pt x="677" y="28412"/>
                    <a:pt x="7587" y="15610"/>
                  </a:cubicBezTo>
                  <a:cubicBezTo>
                    <a:pt x="14829" y="1968"/>
                    <a:pt x="27130" y="-1397"/>
                    <a:pt x="35387" y="-1397"/>
                  </a:cubicBezTo>
                  <a:cubicBezTo>
                    <a:pt x="44484" y="-1397"/>
                    <a:pt x="57293" y="2138"/>
                    <a:pt x="64711" y="18135"/>
                  </a:cubicBezTo>
                  <a:cubicBezTo>
                    <a:pt x="70102" y="29759"/>
                    <a:pt x="70943" y="42894"/>
                    <a:pt x="70943" y="56198"/>
                  </a:cubicBezTo>
                  <a:close/>
                  <a:moveTo>
                    <a:pt x="35387" y="2307"/>
                  </a:moveTo>
                  <a:cubicBezTo>
                    <a:pt x="28817" y="2307"/>
                    <a:pt x="18873" y="6518"/>
                    <a:pt x="15839" y="22685"/>
                  </a:cubicBezTo>
                  <a:cubicBezTo>
                    <a:pt x="13988" y="32792"/>
                    <a:pt x="13988" y="48283"/>
                    <a:pt x="13988" y="58222"/>
                  </a:cubicBezTo>
                  <a:cubicBezTo>
                    <a:pt x="13988" y="69000"/>
                    <a:pt x="13988" y="80116"/>
                    <a:pt x="15336" y="89209"/>
                  </a:cubicBezTo>
                  <a:cubicBezTo>
                    <a:pt x="18540" y="109249"/>
                    <a:pt x="31175" y="110765"/>
                    <a:pt x="35387" y="110765"/>
                  </a:cubicBezTo>
                  <a:cubicBezTo>
                    <a:pt x="40949" y="110765"/>
                    <a:pt x="52072" y="107732"/>
                    <a:pt x="55269" y="91064"/>
                  </a:cubicBezTo>
                  <a:cubicBezTo>
                    <a:pt x="56955" y="81633"/>
                    <a:pt x="56955" y="68831"/>
                    <a:pt x="56955" y="58222"/>
                  </a:cubicBezTo>
                  <a:cubicBezTo>
                    <a:pt x="56955" y="45589"/>
                    <a:pt x="56955" y="34140"/>
                    <a:pt x="55104" y="23356"/>
                  </a:cubicBezTo>
                  <a:cubicBezTo>
                    <a:pt x="52574" y="7358"/>
                    <a:pt x="42974" y="2307"/>
                    <a:pt x="35387" y="2307"/>
                  </a:cubicBezTo>
                  <a:close/>
                </a:path>
              </a:pathLst>
            </a:custGeom>
            <a:solidFill>
              <a:srgbClr val="000000"/>
            </a:solidFill>
            <a:ln w="27807" cap="flat">
              <a:noFill/>
              <a:prstDash val="solid"/>
              <a:miter/>
            </a:ln>
          </p:spPr>
          <p:txBody>
            <a:bodyPr/>
            <a:lstStyle/>
            <a:p>
              <a:endParaRPr lang="en-GB"/>
            </a:p>
          </p:txBody>
        </p:sp>
        <p:sp>
          <p:nvSpPr>
            <p:cNvPr id="479" name="Freeform: Shape 478">
              <a:extLst>
                <a:ext uri="{FF2B5EF4-FFF2-40B4-BE49-F238E27FC236}">
                  <a16:creationId xmlns:a16="http://schemas.microsoft.com/office/drawing/2014/main" id="{C7B87308-69DE-0DBA-F9D9-6E1DB6F2B155}"/>
                </a:ext>
              </a:extLst>
            </p:cNvPr>
            <p:cNvSpPr/>
            <p:nvPr>
              <p:custDataLst>
                <p:tags r:id="rId18"/>
              </p:custDataLst>
            </p:nvPr>
          </p:nvSpPr>
          <p:spPr>
            <a:xfrm flipV="1">
              <a:off x="12441908" y="-6411711"/>
              <a:ext cx="17862" cy="17852"/>
            </a:xfrm>
            <a:custGeom>
              <a:avLst/>
              <a:gdLst>
                <a:gd name="csX0" fmla="*/ 17862 w 17862"/>
                <a:gd name="csY0" fmla="*/ 7533 h 17852"/>
                <a:gd name="csX1" fmla="*/ 8934 w 17862"/>
                <a:gd name="csY1" fmla="*/ 16461 h 17852"/>
                <a:gd name="csX2" fmla="*/ 0 w 17862"/>
                <a:gd name="csY2" fmla="*/ 7533 h 17852"/>
                <a:gd name="csX3" fmla="*/ 8934 w 17862"/>
                <a:gd name="csY3" fmla="*/ -1391 h 17852"/>
                <a:gd name="csX4" fmla="*/ 17862 w 17862"/>
                <a:gd name="csY4" fmla="*/ 7533 h 17852"/>
              </a:gdLst>
              <a:ahLst/>
              <a:cxnLst>
                <a:cxn ang="0">
                  <a:pos x="csX0" y="csY0"/>
                </a:cxn>
                <a:cxn ang="0">
                  <a:pos x="csX1" y="csY1"/>
                </a:cxn>
                <a:cxn ang="0">
                  <a:pos x="csX2" y="csY2"/>
                </a:cxn>
                <a:cxn ang="0">
                  <a:pos x="csX3" y="csY3"/>
                </a:cxn>
                <a:cxn ang="0">
                  <a:pos x="csX4" y="csY4"/>
                </a:cxn>
              </a:cxnLst>
              <a:rect l="l" t="t" r="r" b="b"/>
              <a:pathLst>
                <a:path w="17862" h="17852">
                  <a:moveTo>
                    <a:pt x="17862" y="7533"/>
                  </a:moveTo>
                  <a:cubicBezTo>
                    <a:pt x="17862" y="12420"/>
                    <a:pt x="13818" y="16461"/>
                    <a:pt x="8934" y="16461"/>
                  </a:cubicBezTo>
                  <a:cubicBezTo>
                    <a:pt x="4044" y="16461"/>
                    <a:pt x="0" y="12420"/>
                    <a:pt x="0" y="7533"/>
                  </a:cubicBezTo>
                  <a:cubicBezTo>
                    <a:pt x="0" y="2651"/>
                    <a:pt x="4044" y="-1391"/>
                    <a:pt x="8934" y="-1391"/>
                  </a:cubicBezTo>
                  <a:cubicBezTo>
                    <a:pt x="13818" y="-1391"/>
                    <a:pt x="17862" y="2651"/>
                    <a:pt x="17862" y="7533"/>
                  </a:cubicBezTo>
                  <a:close/>
                </a:path>
              </a:pathLst>
            </a:custGeom>
            <a:solidFill>
              <a:srgbClr val="000000"/>
            </a:solidFill>
            <a:ln w="27807" cap="flat">
              <a:noFill/>
              <a:prstDash val="solid"/>
              <a:miter/>
            </a:ln>
          </p:spPr>
          <p:txBody>
            <a:bodyPr/>
            <a:lstStyle/>
            <a:p>
              <a:endParaRPr lang="en-GB"/>
            </a:p>
          </p:txBody>
        </p:sp>
        <p:sp>
          <p:nvSpPr>
            <p:cNvPr id="480" name="Freeform: Shape 479">
              <a:extLst>
                <a:ext uri="{FF2B5EF4-FFF2-40B4-BE49-F238E27FC236}">
                  <a16:creationId xmlns:a16="http://schemas.microsoft.com/office/drawing/2014/main" id="{6FD1CB04-74C1-0E91-CA1E-06044DD805DA}"/>
                </a:ext>
              </a:extLst>
            </p:cNvPr>
            <p:cNvSpPr/>
            <p:nvPr>
              <p:custDataLst>
                <p:tags r:id="rId19"/>
              </p:custDataLst>
            </p:nvPr>
          </p:nvSpPr>
          <p:spPr>
            <a:xfrm flipV="1">
              <a:off x="12482669" y="-6507706"/>
              <a:ext cx="235757" cy="117551"/>
            </a:xfrm>
            <a:custGeom>
              <a:avLst/>
              <a:gdLst>
                <a:gd name="csX0" fmla="*/ 67231 w 235757"/>
                <a:gd name="csY0" fmla="*/ 36158 h 117551"/>
                <a:gd name="csX1" fmla="*/ 35217 w 235757"/>
                <a:gd name="csY1" fmla="*/ 73041 h 117551"/>
                <a:gd name="csX2" fmla="*/ 13818 w 235757"/>
                <a:gd name="csY2" fmla="*/ 64450 h 117551"/>
                <a:gd name="csX3" fmla="*/ 13818 w 235757"/>
                <a:gd name="csY3" fmla="*/ 97292 h 117551"/>
                <a:gd name="csX4" fmla="*/ 28139 w 235757"/>
                <a:gd name="csY4" fmla="*/ 95105 h 117551"/>
                <a:gd name="csX5" fmla="*/ 60660 w 235757"/>
                <a:gd name="csY5" fmla="*/ 112619 h 117551"/>
                <a:gd name="csX6" fmla="*/ 58974 w 235757"/>
                <a:gd name="csY6" fmla="*/ 114469 h 117551"/>
                <a:gd name="csX7" fmla="*/ 57626 w 235757"/>
                <a:gd name="csY7" fmla="*/ 113967 h 117551"/>
                <a:gd name="csX8" fmla="*/ 34709 w 235757"/>
                <a:gd name="csY8" fmla="*/ 109080 h 117551"/>
                <a:gd name="csX9" fmla="*/ 12301 w 235757"/>
                <a:gd name="csY9" fmla="*/ 113798 h 117551"/>
                <a:gd name="csX10" fmla="*/ 10276 w 235757"/>
                <a:gd name="csY10" fmla="*/ 114300 h 117551"/>
                <a:gd name="csX11" fmla="*/ 8590 w 235757"/>
                <a:gd name="csY11" fmla="*/ 110258 h 117551"/>
                <a:gd name="csX12" fmla="*/ 8590 w 235757"/>
                <a:gd name="csY12" fmla="*/ 60409 h 117551"/>
                <a:gd name="csX13" fmla="*/ 10953 w 235757"/>
                <a:gd name="csY13" fmla="*/ 56029 h 117551"/>
                <a:gd name="csX14" fmla="*/ 13141 w 235757"/>
                <a:gd name="csY14" fmla="*/ 57545 h 117551"/>
                <a:gd name="csX15" fmla="*/ 34879 w 235757"/>
                <a:gd name="csY15" fmla="*/ 69337 h 117551"/>
                <a:gd name="csX16" fmla="*/ 49204 w 235757"/>
                <a:gd name="csY16" fmla="*/ 58559 h 117551"/>
                <a:gd name="csX17" fmla="*/ 52234 w 235757"/>
                <a:gd name="csY17" fmla="*/ 37335 h 117551"/>
                <a:gd name="csX18" fmla="*/ 48189 w 235757"/>
                <a:gd name="csY18" fmla="*/ 14263 h 117551"/>
                <a:gd name="csX19" fmla="*/ 30163 w 235757"/>
                <a:gd name="csY19" fmla="*/ 3316 h 117551"/>
                <a:gd name="csX20" fmla="*/ 5392 w 235757"/>
                <a:gd name="csY20" fmla="*/ 22177 h 117551"/>
                <a:gd name="csX21" fmla="*/ 8257 w 235757"/>
                <a:gd name="csY21" fmla="*/ 21845 h 117551"/>
                <a:gd name="csX22" fmla="*/ 16683 w 235757"/>
                <a:gd name="csY22" fmla="*/ 30097 h 117551"/>
                <a:gd name="csX23" fmla="*/ 8257 w 235757"/>
                <a:gd name="csY23" fmla="*/ 38345 h 117551"/>
                <a:gd name="csX24" fmla="*/ 0 w 235757"/>
                <a:gd name="csY24" fmla="*/ 29422 h 117551"/>
                <a:gd name="csX25" fmla="*/ 30496 w 235757"/>
                <a:gd name="csY25" fmla="*/ -1397 h 117551"/>
                <a:gd name="csX26" fmla="*/ 67231 w 235757"/>
                <a:gd name="csY26" fmla="*/ 36158 h 117551"/>
                <a:gd name="csX27" fmla="*/ 156046 w 235757"/>
                <a:gd name="csY27" fmla="*/ 104869 h 117551"/>
                <a:gd name="csX28" fmla="*/ 157563 w 235757"/>
                <a:gd name="csY28" fmla="*/ 110765 h 117551"/>
                <a:gd name="csX29" fmla="*/ 116615 w 235757"/>
                <a:gd name="csY29" fmla="*/ 110765 h 117551"/>
                <a:gd name="csX30" fmla="*/ 95047 w 235757"/>
                <a:gd name="csY30" fmla="*/ 116155 h 117551"/>
                <a:gd name="csX31" fmla="*/ 90834 w 235757"/>
                <a:gd name="csY31" fmla="*/ 116155 h 117551"/>
                <a:gd name="csX32" fmla="*/ 85273 w 235757"/>
                <a:gd name="csY32" fmla="*/ 81463 h 117551"/>
                <a:gd name="csX33" fmla="*/ 89486 w 235757"/>
                <a:gd name="csY33" fmla="*/ 81463 h 117551"/>
                <a:gd name="csX34" fmla="*/ 93699 w 235757"/>
                <a:gd name="csY34" fmla="*/ 96785 h 117551"/>
                <a:gd name="csX35" fmla="*/ 110214 w 235757"/>
                <a:gd name="csY35" fmla="*/ 97800 h 117551"/>
                <a:gd name="csX36" fmla="*/ 145093 w 235757"/>
                <a:gd name="csY36" fmla="*/ 97800 h 117551"/>
                <a:gd name="csX37" fmla="*/ 126221 w 235757"/>
                <a:gd name="csY37" fmla="*/ 71187 h 117551"/>
                <a:gd name="csX38" fmla="*/ 105493 w 235757"/>
                <a:gd name="csY38" fmla="*/ 7865 h 117551"/>
                <a:gd name="csX39" fmla="*/ 113243 w 235757"/>
                <a:gd name="csY39" fmla="*/ -1397 h 117551"/>
                <a:gd name="csX40" fmla="*/ 120998 w 235757"/>
                <a:gd name="csY40" fmla="*/ 7865 h 117551"/>
                <a:gd name="csX41" fmla="*/ 120998 w 235757"/>
                <a:gd name="csY41" fmla="*/ 16455 h 117551"/>
                <a:gd name="csX42" fmla="*/ 122848 w 235757"/>
                <a:gd name="csY42" fmla="*/ 44072 h 117551"/>
                <a:gd name="csX43" fmla="*/ 133299 w 235757"/>
                <a:gd name="csY43" fmla="*/ 72873 h 117551"/>
                <a:gd name="csX44" fmla="*/ 156046 w 235757"/>
                <a:gd name="csY44" fmla="*/ 104869 h 117551"/>
                <a:gd name="csX45" fmla="*/ 235758 w 235757"/>
                <a:gd name="csY45" fmla="*/ 36158 h 117551"/>
                <a:gd name="csX46" fmla="*/ 203744 w 235757"/>
                <a:gd name="csY46" fmla="*/ 73041 h 117551"/>
                <a:gd name="csX47" fmla="*/ 182345 w 235757"/>
                <a:gd name="csY47" fmla="*/ 64450 h 117551"/>
                <a:gd name="csX48" fmla="*/ 182345 w 235757"/>
                <a:gd name="csY48" fmla="*/ 97292 h 117551"/>
                <a:gd name="csX49" fmla="*/ 196666 w 235757"/>
                <a:gd name="csY49" fmla="*/ 95105 h 117551"/>
                <a:gd name="csX50" fmla="*/ 229188 w 235757"/>
                <a:gd name="csY50" fmla="*/ 112619 h 117551"/>
                <a:gd name="csX51" fmla="*/ 227501 w 235757"/>
                <a:gd name="csY51" fmla="*/ 114469 h 117551"/>
                <a:gd name="csX52" fmla="*/ 226153 w 235757"/>
                <a:gd name="csY52" fmla="*/ 113967 h 117551"/>
                <a:gd name="csX53" fmla="*/ 203236 w 235757"/>
                <a:gd name="csY53" fmla="*/ 109080 h 117551"/>
                <a:gd name="csX54" fmla="*/ 180828 w 235757"/>
                <a:gd name="csY54" fmla="*/ 113798 h 117551"/>
                <a:gd name="csX55" fmla="*/ 178803 w 235757"/>
                <a:gd name="csY55" fmla="*/ 114300 h 117551"/>
                <a:gd name="csX56" fmla="*/ 177116 w 235757"/>
                <a:gd name="csY56" fmla="*/ 110258 h 117551"/>
                <a:gd name="csX57" fmla="*/ 177116 w 235757"/>
                <a:gd name="csY57" fmla="*/ 60409 h 117551"/>
                <a:gd name="csX58" fmla="*/ 179480 w 235757"/>
                <a:gd name="csY58" fmla="*/ 56029 h 117551"/>
                <a:gd name="csX59" fmla="*/ 181668 w 235757"/>
                <a:gd name="csY59" fmla="*/ 57545 h 117551"/>
                <a:gd name="csX60" fmla="*/ 203406 w 235757"/>
                <a:gd name="csY60" fmla="*/ 69337 h 117551"/>
                <a:gd name="csX61" fmla="*/ 217732 w 235757"/>
                <a:gd name="csY61" fmla="*/ 58559 h 117551"/>
                <a:gd name="csX62" fmla="*/ 220760 w 235757"/>
                <a:gd name="csY62" fmla="*/ 37335 h 117551"/>
                <a:gd name="csX63" fmla="*/ 216717 w 235757"/>
                <a:gd name="csY63" fmla="*/ 14263 h 117551"/>
                <a:gd name="csX64" fmla="*/ 198691 w 235757"/>
                <a:gd name="csY64" fmla="*/ 3316 h 117551"/>
                <a:gd name="csX65" fmla="*/ 173919 w 235757"/>
                <a:gd name="csY65" fmla="*/ 22177 h 117551"/>
                <a:gd name="csX66" fmla="*/ 176785 w 235757"/>
                <a:gd name="csY66" fmla="*/ 21845 h 117551"/>
                <a:gd name="csX67" fmla="*/ 185211 w 235757"/>
                <a:gd name="csY67" fmla="*/ 30097 h 117551"/>
                <a:gd name="csX68" fmla="*/ 176785 w 235757"/>
                <a:gd name="csY68" fmla="*/ 38345 h 117551"/>
                <a:gd name="csX69" fmla="*/ 168526 w 235757"/>
                <a:gd name="csY69" fmla="*/ 29422 h 117551"/>
                <a:gd name="csX70" fmla="*/ 199023 w 235757"/>
                <a:gd name="csY70" fmla="*/ -1397 h 117551"/>
                <a:gd name="csX71" fmla="*/ 235758 w 235757"/>
                <a:gd name="csY71" fmla="*/ 36158 h 1175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Lst>
              <a:rect l="l" t="t" r="r" b="b"/>
              <a:pathLst>
                <a:path w="235757" h="117551">
                  <a:moveTo>
                    <a:pt x="67231" y="36158"/>
                  </a:moveTo>
                  <a:cubicBezTo>
                    <a:pt x="67231" y="56198"/>
                    <a:pt x="53412" y="73041"/>
                    <a:pt x="35217" y="73041"/>
                  </a:cubicBezTo>
                  <a:cubicBezTo>
                    <a:pt x="27129" y="73041"/>
                    <a:pt x="19881" y="70347"/>
                    <a:pt x="13818" y="64450"/>
                  </a:cubicBezTo>
                  <a:lnTo>
                    <a:pt x="13818" y="97292"/>
                  </a:lnTo>
                  <a:cubicBezTo>
                    <a:pt x="17186" y="96283"/>
                    <a:pt x="22747" y="95105"/>
                    <a:pt x="28139" y="95105"/>
                  </a:cubicBezTo>
                  <a:cubicBezTo>
                    <a:pt x="48866" y="95105"/>
                    <a:pt x="60660" y="110427"/>
                    <a:pt x="60660" y="112619"/>
                  </a:cubicBezTo>
                  <a:cubicBezTo>
                    <a:pt x="60660" y="113629"/>
                    <a:pt x="60153" y="114469"/>
                    <a:pt x="58974" y="114469"/>
                  </a:cubicBezTo>
                  <a:cubicBezTo>
                    <a:pt x="58804" y="114469"/>
                    <a:pt x="58471" y="114469"/>
                    <a:pt x="57626" y="113967"/>
                  </a:cubicBezTo>
                  <a:cubicBezTo>
                    <a:pt x="54258" y="112450"/>
                    <a:pt x="46001" y="109080"/>
                    <a:pt x="34709" y="109080"/>
                  </a:cubicBezTo>
                  <a:cubicBezTo>
                    <a:pt x="27969" y="109080"/>
                    <a:pt x="20220" y="110258"/>
                    <a:pt x="12301" y="113798"/>
                  </a:cubicBezTo>
                  <a:cubicBezTo>
                    <a:pt x="10953" y="114300"/>
                    <a:pt x="10614" y="114300"/>
                    <a:pt x="10276" y="114300"/>
                  </a:cubicBezTo>
                  <a:cubicBezTo>
                    <a:pt x="8590" y="114300"/>
                    <a:pt x="8590" y="112953"/>
                    <a:pt x="8590" y="110258"/>
                  </a:cubicBezTo>
                  <a:lnTo>
                    <a:pt x="8590" y="60409"/>
                  </a:lnTo>
                  <a:cubicBezTo>
                    <a:pt x="8590" y="57376"/>
                    <a:pt x="8590" y="56029"/>
                    <a:pt x="10953" y="56029"/>
                  </a:cubicBezTo>
                  <a:cubicBezTo>
                    <a:pt x="12132" y="56029"/>
                    <a:pt x="12470" y="56536"/>
                    <a:pt x="13141" y="57545"/>
                  </a:cubicBezTo>
                  <a:cubicBezTo>
                    <a:pt x="14997" y="60240"/>
                    <a:pt x="21229" y="69337"/>
                    <a:pt x="34879" y="69337"/>
                  </a:cubicBezTo>
                  <a:cubicBezTo>
                    <a:pt x="43643" y="69337"/>
                    <a:pt x="47856" y="61587"/>
                    <a:pt x="49204" y="58559"/>
                  </a:cubicBezTo>
                  <a:cubicBezTo>
                    <a:pt x="51901" y="52325"/>
                    <a:pt x="52234" y="45758"/>
                    <a:pt x="52234" y="37335"/>
                  </a:cubicBezTo>
                  <a:cubicBezTo>
                    <a:pt x="52234" y="31445"/>
                    <a:pt x="52234" y="21337"/>
                    <a:pt x="48189" y="14263"/>
                  </a:cubicBezTo>
                  <a:cubicBezTo>
                    <a:pt x="44146" y="7695"/>
                    <a:pt x="37913" y="3316"/>
                    <a:pt x="30163" y="3316"/>
                  </a:cubicBezTo>
                  <a:cubicBezTo>
                    <a:pt x="17862" y="3316"/>
                    <a:pt x="8257" y="12245"/>
                    <a:pt x="5392" y="22177"/>
                  </a:cubicBezTo>
                  <a:cubicBezTo>
                    <a:pt x="5894" y="22008"/>
                    <a:pt x="6401" y="21845"/>
                    <a:pt x="8257" y="21845"/>
                  </a:cubicBezTo>
                  <a:cubicBezTo>
                    <a:pt x="13818" y="21845"/>
                    <a:pt x="16683" y="26055"/>
                    <a:pt x="16683" y="30097"/>
                  </a:cubicBezTo>
                  <a:cubicBezTo>
                    <a:pt x="16683" y="34139"/>
                    <a:pt x="13818" y="38345"/>
                    <a:pt x="8257" y="38345"/>
                  </a:cubicBezTo>
                  <a:cubicBezTo>
                    <a:pt x="5894" y="38345"/>
                    <a:pt x="0" y="37167"/>
                    <a:pt x="0" y="29422"/>
                  </a:cubicBezTo>
                  <a:cubicBezTo>
                    <a:pt x="0" y="14940"/>
                    <a:pt x="11624" y="-1397"/>
                    <a:pt x="30496" y="-1397"/>
                  </a:cubicBezTo>
                  <a:cubicBezTo>
                    <a:pt x="50045" y="-1397"/>
                    <a:pt x="67231" y="14770"/>
                    <a:pt x="67231" y="36158"/>
                  </a:cubicBezTo>
                  <a:close/>
                  <a:moveTo>
                    <a:pt x="156046" y="104869"/>
                  </a:moveTo>
                  <a:cubicBezTo>
                    <a:pt x="157563" y="106892"/>
                    <a:pt x="157563" y="107231"/>
                    <a:pt x="157563" y="110765"/>
                  </a:cubicBezTo>
                  <a:lnTo>
                    <a:pt x="116615" y="110765"/>
                  </a:lnTo>
                  <a:cubicBezTo>
                    <a:pt x="96057" y="110765"/>
                    <a:pt x="95719" y="112953"/>
                    <a:pt x="95047" y="116155"/>
                  </a:cubicBezTo>
                  <a:lnTo>
                    <a:pt x="90834" y="116155"/>
                  </a:lnTo>
                  <a:lnTo>
                    <a:pt x="85273" y="81463"/>
                  </a:lnTo>
                  <a:lnTo>
                    <a:pt x="89486" y="81463"/>
                  </a:lnTo>
                  <a:cubicBezTo>
                    <a:pt x="89994" y="84158"/>
                    <a:pt x="91506" y="94767"/>
                    <a:pt x="93699" y="96785"/>
                  </a:cubicBezTo>
                  <a:cubicBezTo>
                    <a:pt x="94878" y="97800"/>
                    <a:pt x="108020" y="97800"/>
                    <a:pt x="110214" y="97800"/>
                  </a:cubicBezTo>
                  <a:lnTo>
                    <a:pt x="145093" y="97800"/>
                  </a:lnTo>
                  <a:cubicBezTo>
                    <a:pt x="143237" y="95105"/>
                    <a:pt x="129926" y="76746"/>
                    <a:pt x="126221" y="71187"/>
                  </a:cubicBezTo>
                  <a:cubicBezTo>
                    <a:pt x="111054" y="48452"/>
                    <a:pt x="105493" y="25041"/>
                    <a:pt x="105493" y="7865"/>
                  </a:cubicBezTo>
                  <a:cubicBezTo>
                    <a:pt x="105493" y="6180"/>
                    <a:pt x="105493" y="-1397"/>
                    <a:pt x="113243" y="-1397"/>
                  </a:cubicBezTo>
                  <a:cubicBezTo>
                    <a:pt x="120998" y="-1397"/>
                    <a:pt x="120998" y="6180"/>
                    <a:pt x="120998" y="7865"/>
                  </a:cubicBezTo>
                  <a:lnTo>
                    <a:pt x="120998" y="16455"/>
                  </a:lnTo>
                  <a:cubicBezTo>
                    <a:pt x="120998" y="25718"/>
                    <a:pt x="121500" y="34979"/>
                    <a:pt x="122848" y="44072"/>
                  </a:cubicBezTo>
                  <a:cubicBezTo>
                    <a:pt x="123525" y="47945"/>
                    <a:pt x="125882" y="62433"/>
                    <a:pt x="133299" y="72873"/>
                  </a:cubicBezTo>
                  <a:lnTo>
                    <a:pt x="156046" y="104869"/>
                  </a:lnTo>
                  <a:close/>
                  <a:moveTo>
                    <a:pt x="235758" y="36158"/>
                  </a:moveTo>
                  <a:cubicBezTo>
                    <a:pt x="235758" y="56198"/>
                    <a:pt x="221939" y="73041"/>
                    <a:pt x="203744" y="73041"/>
                  </a:cubicBezTo>
                  <a:cubicBezTo>
                    <a:pt x="195656" y="73041"/>
                    <a:pt x="188408" y="70347"/>
                    <a:pt x="182345" y="64450"/>
                  </a:cubicBezTo>
                  <a:lnTo>
                    <a:pt x="182345" y="97292"/>
                  </a:lnTo>
                  <a:cubicBezTo>
                    <a:pt x="185713" y="96283"/>
                    <a:pt x="191274" y="95105"/>
                    <a:pt x="196666" y="95105"/>
                  </a:cubicBezTo>
                  <a:cubicBezTo>
                    <a:pt x="217394" y="95105"/>
                    <a:pt x="229188" y="110427"/>
                    <a:pt x="229188" y="112619"/>
                  </a:cubicBezTo>
                  <a:cubicBezTo>
                    <a:pt x="229188" y="113629"/>
                    <a:pt x="228680" y="114469"/>
                    <a:pt x="227501" y="114469"/>
                  </a:cubicBezTo>
                  <a:cubicBezTo>
                    <a:pt x="227332" y="114469"/>
                    <a:pt x="226999" y="114469"/>
                    <a:pt x="226153" y="113967"/>
                  </a:cubicBezTo>
                  <a:cubicBezTo>
                    <a:pt x="222785" y="112450"/>
                    <a:pt x="214528" y="109080"/>
                    <a:pt x="203236" y="109080"/>
                  </a:cubicBezTo>
                  <a:cubicBezTo>
                    <a:pt x="196497" y="109080"/>
                    <a:pt x="188746" y="110258"/>
                    <a:pt x="180828" y="113798"/>
                  </a:cubicBezTo>
                  <a:cubicBezTo>
                    <a:pt x="179480" y="114300"/>
                    <a:pt x="179141" y="114300"/>
                    <a:pt x="178803" y="114300"/>
                  </a:cubicBezTo>
                  <a:cubicBezTo>
                    <a:pt x="177116" y="114300"/>
                    <a:pt x="177116" y="112953"/>
                    <a:pt x="177116" y="110258"/>
                  </a:cubicBezTo>
                  <a:lnTo>
                    <a:pt x="177116" y="60409"/>
                  </a:lnTo>
                  <a:cubicBezTo>
                    <a:pt x="177116" y="57376"/>
                    <a:pt x="177116" y="56029"/>
                    <a:pt x="179480" y="56029"/>
                  </a:cubicBezTo>
                  <a:cubicBezTo>
                    <a:pt x="180659" y="56029"/>
                    <a:pt x="180997" y="56536"/>
                    <a:pt x="181668" y="57545"/>
                  </a:cubicBezTo>
                  <a:cubicBezTo>
                    <a:pt x="183524" y="60240"/>
                    <a:pt x="189756" y="69337"/>
                    <a:pt x="203406" y="69337"/>
                  </a:cubicBezTo>
                  <a:cubicBezTo>
                    <a:pt x="212170" y="69337"/>
                    <a:pt x="216384" y="61587"/>
                    <a:pt x="217732" y="58559"/>
                  </a:cubicBezTo>
                  <a:cubicBezTo>
                    <a:pt x="220428" y="52325"/>
                    <a:pt x="220760" y="45758"/>
                    <a:pt x="220760" y="37335"/>
                  </a:cubicBezTo>
                  <a:cubicBezTo>
                    <a:pt x="220760" y="31445"/>
                    <a:pt x="220760" y="21337"/>
                    <a:pt x="216717" y="14263"/>
                  </a:cubicBezTo>
                  <a:cubicBezTo>
                    <a:pt x="212672" y="7695"/>
                    <a:pt x="206441" y="3316"/>
                    <a:pt x="198691" y="3316"/>
                  </a:cubicBezTo>
                  <a:cubicBezTo>
                    <a:pt x="186390" y="3316"/>
                    <a:pt x="176785" y="12245"/>
                    <a:pt x="173919" y="22177"/>
                  </a:cubicBezTo>
                  <a:cubicBezTo>
                    <a:pt x="174421" y="22008"/>
                    <a:pt x="174929" y="21845"/>
                    <a:pt x="176785" y="21845"/>
                  </a:cubicBezTo>
                  <a:cubicBezTo>
                    <a:pt x="182345" y="21845"/>
                    <a:pt x="185211" y="26055"/>
                    <a:pt x="185211" y="30097"/>
                  </a:cubicBezTo>
                  <a:cubicBezTo>
                    <a:pt x="185211" y="34139"/>
                    <a:pt x="182345" y="38345"/>
                    <a:pt x="176785" y="38345"/>
                  </a:cubicBezTo>
                  <a:cubicBezTo>
                    <a:pt x="174421" y="38345"/>
                    <a:pt x="168526" y="37167"/>
                    <a:pt x="168526" y="29422"/>
                  </a:cubicBezTo>
                  <a:cubicBezTo>
                    <a:pt x="168526" y="14940"/>
                    <a:pt x="180151" y="-1397"/>
                    <a:pt x="199023" y="-1397"/>
                  </a:cubicBezTo>
                  <a:cubicBezTo>
                    <a:pt x="218573" y="-1397"/>
                    <a:pt x="235758" y="14770"/>
                    <a:pt x="235758" y="36158"/>
                  </a:cubicBezTo>
                  <a:close/>
                </a:path>
              </a:pathLst>
            </a:custGeom>
            <a:solidFill>
              <a:srgbClr val="000000"/>
            </a:solidFill>
            <a:ln w="27807" cap="flat">
              <a:noFill/>
              <a:prstDash val="solid"/>
              <a:miter/>
            </a:ln>
          </p:spPr>
          <p:txBody>
            <a:bodyPr/>
            <a:lstStyle/>
            <a:p>
              <a:endParaRPr lang="en-GB"/>
            </a:p>
          </p:txBody>
        </p:sp>
      </p:grpSp>
      <p:sp>
        <p:nvSpPr>
          <p:cNvPr id="498" name="Rectangle: Rounded Corners 497">
            <a:extLst>
              <a:ext uri="{FF2B5EF4-FFF2-40B4-BE49-F238E27FC236}">
                <a16:creationId xmlns:a16="http://schemas.microsoft.com/office/drawing/2014/main" id="{729D2624-E782-6B24-3BDE-9E19312571D4}"/>
              </a:ext>
            </a:extLst>
          </p:cNvPr>
          <p:cNvSpPr/>
          <p:nvPr/>
        </p:nvSpPr>
        <p:spPr>
          <a:xfrm>
            <a:off x="973015" y="5134829"/>
            <a:ext cx="3180362" cy="223556"/>
          </a:xfrm>
          <a:prstGeom prst="roundRect">
            <a:avLst>
              <a:gd name="adj" fmla="val 17766"/>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b="1">
              <a:solidFill>
                <a:schemeClr val="tx1"/>
              </a:solidFill>
              <a:highlight>
                <a:srgbClr val="FFC000"/>
              </a:highlight>
            </a:endParaRPr>
          </a:p>
        </p:txBody>
      </p:sp>
    </p:spTree>
    <p:extLst>
      <p:ext uri="{BB962C8B-B14F-4D97-AF65-F5344CB8AC3E}">
        <p14:creationId xmlns:p14="http://schemas.microsoft.com/office/powerpoint/2010/main" val="13030019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164"/>
                                        </p:tgtEl>
                                        <p:attrNameLst>
                                          <p:attrName>style.visibility</p:attrName>
                                        </p:attrNameLst>
                                      </p:cBhvr>
                                      <p:to>
                                        <p:strVal val="visible"/>
                                      </p:to>
                                    </p:set>
                                    <p:animEffect transition="in" filter="fade">
                                      <p:cBhvr>
                                        <p:cTn id="10" dur="500"/>
                                        <p:tgtEl>
                                          <p:spTgt spid="16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6"/>
                                        </p:tgtEl>
                                        <p:attrNameLst>
                                          <p:attrName>style.visibility</p:attrName>
                                        </p:attrNameLst>
                                      </p:cBhvr>
                                      <p:to>
                                        <p:strVal val="visible"/>
                                      </p:to>
                                    </p:set>
                                    <p:animEffect transition="in" filter="fade">
                                      <p:cBhvr>
                                        <p:cTn id="15" dur="500"/>
                                        <p:tgtEl>
                                          <p:spTgt spid="86"/>
                                        </p:tgtEl>
                                      </p:cBhvr>
                                    </p:animEffect>
                                  </p:childTnLst>
                                </p:cTn>
                              </p:par>
                              <p:par>
                                <p:cTn id="16" presetID="10" presetClass="entr" presetSubtype="0" fill="hold" nodeType="with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fade">
                                      <p:cBhvr>
                                        <p:cTn id="18" dur="500"/>
                                        <p:tgtEl>
                                          <p:spTgt spid="4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8"/>
                                        </p:tgtEl>
                                        <p:attrNameLst>
                                          <p:attrName>style.visibility</p:attrName>
                                        </p:attrNameLst>
                                      </p:cBhvr>
                                      <p:to>
                                        <p:strVal val="visible"/>
                                      </p:to>
                                    </p:set>
                                    <p:animEffect transition="in" filter="fade">
                                      <p:cBhvr>
                                        <p:cTn id="23" dur="500"/>
                                        <p:tgtEl>
                                          <p:spTgt spid="8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500"/>
                                        <p:tgtEl>
                                          <p:spTgt spid="48"/>
                                        </p:tgtEl>
                                      </p:cBhvr>
                                    </p:animEffect>
                                  </p:childTnLst>
                                </p:cTn>
                              </p:par>
                              <p:par>
                                <p:cTn id="29" presetID="10"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98"/>
                                        </p:tgtEl>
                                        <p:attrNameLst>
                                          <p:attrName>style.visibility</p:attrName>
                                        </p:attrNameLst>
                                      </p:cBhvr>
                                      <p:to>
                                        <p:strVal val="visible"/>
                                      </p:to>
                                    </p:set>
                                    <p:animEffect transition="in" filter="fade">
                                      <p:cBhvr>
                                        <p:cTn id="34" dur="500"/>
                                        <p:tgtEl>
                                          <p:spTgt spid="49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70"/>
                                        </p:tgtEl>
                                        <p:attrNameLst>
                                          <p:attrName>style.visibility</p:attrName>
                                        </p:attrNameLst>
                                      </p:cBhvr>
                                      <p:to>
                                        <p:strVal val="visible"/>
                                      </p:to>
                                    </p:set>
                                    <p:animEffect transition="in" filter="fade">
                                      <p:cBhvr>
                                        <p:cTn id="39" dur="500"/>
                                        <p:tgtEl>
                                          <p:spTgt spid="17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8"/>
                                        </p:tgtEl>
                                        <p:attrNameLst>
                                          <p:attrName>style.visibility</p:attrName>
                                        </p:attrNameLst>
                                      </p:cBhvr>
                                      <p:to>
                                        <p:strVal val="visible"/>
                                      </p:to>
                                    </p:set>
                                    <p:animEffect transition="in" filter="fade">
                                      <p:cBhvr>
                                        <p:cTn id="42" dur="500"/>
                                        <p:tgtEl>
                                          <p:spTgt spid="16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72"/>
                                        </p:tgtEl>
                                        <p:attrNameLst>
                                          <p:attrName>style.visibility</p:attrName>
                                        </p:attrNameLst>
                                      </p:cBhvr>
                                      <p:to>
                                        <p:strVal val="visible"/>
                                      </p:to>
                                    </p:set>
                                    <p:animEffect transition="in" filter="fade">
                                      <p:cBhvr>
                                        <p:cTn id="47" dur="500"/>
                                        <p:tgtEl>
                                          <p:spTgt spid="17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1"/>
                                        </p:tgtEl>
                                        <p:attrNameLst>
                                          <p:attrName>style.visibility</p:attrName>
                                        </p:attrNameLst>
                                      </p:cBhvr>
                                      <p:to>
                                        <p:strVal val="visible"/>
                                      </p:to>
                                    </p:set>
                                    <p:animEffect transition="in" filter="fade">
                                      <p:cBhvr>
                                        <p:cTn id="50" dur="500"/>
                                        <p:tgtEl>
                                          <p:spTgt spid="17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4"/>
                                        </p:tgtEl>
                                        <p:attrNameLst>
                                          <p:attrName>style.visibility</p:attrName>
                                        </p:attrNameLst>
                                      </p:cBhvr>
                                      <p:to>
                                        <p:strVal val="visible"/>
                                      </p:to>
                                    </p:set>
                                    <p:animEffect transition="in" filter="fade">
                                      <p:cBhvr>
                                        <p:cTn id="53" dur="500"/>
                                        <p:tgtEl>
                                          <p:spTgt spid="17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27"/>
                                        </p:tgtEl>
                                        <p:attrNameLst>
                                          <p:attrName>style.visibility</p:attrName>
                                        </p:attrNameLst>
                                      </p:cBhvr>
                                      <p:to>
                                        <p:strVal val="visible"/>
                                      </p:to>
                                    </p:set>
                                    <p:animEffect transition="in" filter="fade">
                                      <p:cBhvr>
                                        <p:cTn id="58" dur="500"/>
                                        <p:tgtEl>
                                          <p:spTgt spid="3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28"/>
                                        </p:tgtEl>
                                        <p:attrNameLst>
                                          <p:attrName>style.visibility</p:attrName>
                                        </p:attrNameLst>
                                      </p:cBhvr>
                                      <p:to>
                                        <p:strVal val="visible"/>
                                      </p:to>
                                    </p:set>
                                    <p:animEffect transition="in" filter="fade">
                                      <p:cBhvr>
                                        <p:cTn id="61" dur="500"/>
                                        <p:tgtEl>
                                          <p:spTgt spid="328"/>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329"/>
                                        </p:tgtEl>
                                        <p:attrNameLst>
                                          <p:attrName>style.visibility</p:attrName>
                                        </p:attrNameLst>
                                      </p:cBhvr>
                                      <p:to>
                                        <p:strVal val="visible"/>
                                      </p:to>
                                    </p:set>
                                    <p:animEffect transition="in" filter="fade">
                                      <p:cBhvr>
                                        <p:cTn id="66" dur="500"/>
                                        <p:tgtEl>
                                          <p:spTgt spid="32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30"/>
                                        </p:tgtEl>
                                        <p:attrNameLst>
                                          <p:attrName>style.visibility</p:attrName>
                                        </p:attrNameLst>
                                      </p:cBhvr>
                                      <p:to>
                                        <p:strVal val="visible"/>
                                      </p:to>
                                    </p:set>
                                    <p:animEffect transition="in" filter="fade">
                                      <p:cBhvr>
                                        <p:cTn id="69" dur="500"/>
                                        <p:tgtEl>
                                          <p:spTgt spid="330"/>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411"/>
                                        </p:tgtEl>
                                        <p:attrNameLst>
                                          <p:attrName>style.visibility</p:attrName>
                                        </p:attrNameLst>
                                      </p:cBhvr>
                                      <p:to>
                                        <p:strVal val="visible"/>
                                      </p:to>
                                    </p:set>
                                    <p:animEffect transition="in" filter="fade">
                                      <p:cBhvr>
                                        <p:cTn id="74" dur="500"/>
                                        <p:tgtEl>
                                          <p:spTgt spid="411"/>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394"/>
                                        </p:tgtEl>
                                        <p:attrNameLst>
                                          <p:attrName>style.visibility</p:attrName>
                                        </p:attrNameLst>
                                      </p:cBhvr>
                                      <p:to>
                                        <p:strVal val="visible"/>
                                      </p:to>
                                    </p:set>
                                    <p:animEffect transition="in" filter="fade">
                                      <p:cBhvr>
                                        <p:cTn id="79" dur="500"/>
                                        <p:tgtEl>
                                          <p:spTgt spid="39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14"/>
                                        </p:tgtEl>
                                        <p:attrNameLst>
                                          <p:attrName>style.visibility</p:attrName>
                                        </p:attrNameLst>
                                      </p:cBhvr>
                                      <p:to>
                                        <p:strVal val="visible"/>
                                      </p:to>
                                    </p:set>
                                    <p:animEffect transition="in" filter="fade">
                                      <p:cBhvr>
                                        <p:cTn id="82" dur="500"/>
                                        <p:tgtEl>
                                          <p:spTgt spid="414"/>
                                        </p:tgtEl>
                                      </p:cBhvr>
                                    </p:animEffect>
                                  </p:childTnLst>
                                </p:cTn>
                              </p:par>
                              <p:par>
                                <p:cTn id="83" presetID="10" presetClass="entr" presetSubtype="0" fill="hold" nodeType="withEffect">
                                  <p:stCondLst>
                                    <p:cond delay="0"/>
                                  </p:stCondLst>
                                  <p:childTnLst>
                                    <p:set>
                                      <p:cBhvr>
                                        <p:cTn id="84" dur="1" fill="hold">
                                          <p:stCondLst>
                                            <p:cond delay="0"/>
                                          </p:stCondLst>
                                        </p:cTn>
                                        <p:tgtEl>
                                          <p:spTgt spid="415"/>
                                        </p:tgtEl>
                                        <p:attrNameLst>
                                          <p:attrName>style.visibility</p:attrName>
                                        </p:attrNameLst>
                                      </p:cBhvr>
                                      <p:to>
                                        <p:strVal val="visible"/>
                                      </p:to>
                                    </p:set>
                                    <p:animEffect transition="in" filter="fade">
                                      <p:cBhvr>
                                        <p:cTn id="85" dur="500"/>
                                        <p:tgtEl>
                                          <p:spTgt spid="415"/>
                                        </p:tgtEl>
                                      </p:cBhvr>
                                    </p:animEffect>
                                  </p:childTnLst>
                                </p:cTn>
                              </p:par>
                              <p:par>
                                <p:cTn id="86" presetID="10" presetClass="entr" presetSubtype="0" fill="hold" nodeType="withEffect">
                                  <p:stCondLst>
                                    <p:cond delay="0"/>
                                  </p:stCondLst>
                                  <p:childTnLst>
                                    <p:set>
                                      <p:cBhvr>
                                        <p:cTn id="87" dur="1" fill="hold">
                                          <p:stCondLst>
                                            <p:cond delay="0"/>
                                          </p:stCondLst>
                                        </p:cTn>
                                        <p:tgtEl>
                                          <p:spTgt spid="481"/>
                                        </p:tgtEl>
                                        <p:attrNameLst>
                                          <p:attrName>style.visibility</p:attrName>
                                        </p:attrNameLst>
                                      </p:cBhvr>
                                      <p:to>
                                        <p:strVal val="visible"/>
                                      </p:to>
                                    </p:set>
                                    <p:animEffect transition="in" filter="fade">
                                      <p:cBhvr>
                                        <p:cTn id="88" dur="500"/>
                                        <p:tgtEl>
                                          <p:spTgt spid="4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animBg="1"/>
      <p:bldP spid="2" grpId="0"/>
      <p:bldP spid="48" grpId="0"/>
      <p:bldP spid="86" grpId="0"/>
      <p:bldP spid="88" grpId="0" animBg="1"/>
      <p:bldP spid="170" grpId="0" animBg="1"/>
      <p:bldP spid="171" grpId="0"/>
      <p:bldP spid="172" grpId="0"/>
      <p:bldP spid="174" grpId="0"/>
      <p:bldP spid="328" grpId="0"/>
      <p:bldP spid="329" grpId="0"/>
      <p:bldP spid="330" grpId="0"/>
      <p:bldP spid="411" grpId="0"/>
      <p:bldP spid="414" grpId="0"/>
      <p:bldP spid="49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8208E-2482-DFB1-1C92-6C52E214676B}"/>
            </a:ext>
          </a:extLst>
        </p:cNvPr>
        <p:cNvGrpSpPr/>
        <p:nvPr/>
      </p:nvGrpSpPr>
      <p:grpSpPr>
        <a:xfrm>
          <a:off x="0" y="0"/>
          <a:ext cx="0" cy="0"/>
          <a:chOff x="0" y="0"/>
          <a:chExt cx="0" cy="0"/>
        </a:xfrm>
      </p:grpSpPr>
      <p:sp>
        <p:nvSpPr>
          <p:cNvPr id="168" name="Freeform: Shape 167">
            <a:extLst>
              <a:ext uri="{FF2B5EF4-FFF2-40B4-BE49-F238E27FC236}">
                <a16:creationId xmlns:a16="http://schemas.microsoft.com/office/drawing/2014/main" id="{943616BC-3B86-8519-2944-B8A29DEB89CB}"/>
              </a:ext>
            </a:extLst>
          </p:cNvPr>
          <p:cNvSpPr/>
          <p:nvPr/>
        </p:nvSpPr>
        <p:spPr>
          <a:xfrm>
            <a:off x="5867061" y="1206499"/>
            <a:ext cx="6336000" cy="5664249"/>
          </a:xfrm>
          <a:custGeom>
            <a:avLst/>
            <a:gdLst>
              <a:gd name="csX0" fmla="*/ 533119 w 5212353"/>
              <a:gd name="csY0" fmla="*/ 0 h 5664249"/>
              <a:gd name="csX1" fmla="*/ 5173103 w 5212353"/>
              <a:gd name="csY1" fmla="*/ 0 h 5664249"/>
              <a:gd name="csX2" fmla="*/ 5212353 w 5212353"/>
              <a:gd name="csY2" fmla="*/ 3957 h 5664249"/>
              <a:gd name="csX3" fmla="*/ 5212353 w 5212353"/>
              <a:gd name="csY3" fmla="*/ 5660293 h 5664249"/>
              <a:gd name="csX4" fmla="*/ 5173103 w 5212353"/>
              <a:gd name="csY4" fmla="*/ 5664249 h 5664249"/>
              <a:gd name="csX5" fmla="*/ 533119 w 5212353"/>
              <a:gd name="csY5" fmla="*/ 5664249 h 5664249"/>
              <a:gd name="csX6" fmla="*/ 0 w 5212353"/>
              <a:gd name="csY6" fmla="*/ 5131130 h 5664249"/>
              <a:gd name="csX7" fmla="*/ 0 w 5212353"/>
              <a:gd name="csY7" fmla="*/ 533119 h 5664249"/>
              <a:gd name="csX8" fmla="*/ 533119 w 5212353"/>
              <a:gd name="csY8" fmla="*/ 0 h 56642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212353" h="5664249">
                <a:moveTo>
                  <a:pt x="533119" y="0"/>
                </a:moveTo>
                <a:lnTo>
                  <a:pt x="5173103" y="0"/>
                </a:lnTo>
                <a:lnTo>
                  <a:pt x="5212353" y="3957"/>
                </a:lnTo>
                <a:lnTo>
                  <a:pt x="5212353" y="5660293"/>
                </a:lnTo>
                <a:lnTo>
                  <a:pt x="5173103" y="5664249"/>
                </a:lnTo>
                <a:lnTo>
                  <a:pt x="533119" y="5664249"/>
                </a:lnTo>
                <a:cubicBezTo>
                  <a:pt x="238686" y="5664249"/>
                  <a:pt x="0" y="5425563"/>
                  <a:pt x="0" y="5131130"/>
                </a:cubicBezTo>
                <a:lnTo>
                  <a:pt x="0" y="533119"/>
                </a:lnTo>
                <a:cubicBezTo>
                  <a:pt x="0" y="238686"/>
                  <a:pt x="238686" y="0"/>
                  <a:pt x="533119" y="0"/>
                </a:cubicBez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Slide Number Placeholder 2">
            <a:extLst>
              <a:ext uri="{FF2B5EF4-FFF2-40B4-BE49-F238E27FC236}">
                <a16:creationId xmlns:a16="http://schemas.microsoft.com/office/drawing/2014/main" id="{E7705846-5F13-B460-A680-DA8E2C500A0B}"/>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93AEB8A1-B4C6-06C3-5D84-A1F5CA4F93A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805E72D4-4433-5A9C-E5B8-A5E7B784E72D}"/>
              </a:ext>
            </a:extLst>
          </p:cNvPr>
          <p:cNvSpPr txBox="1">
            <a:spLocks/>
          </p:cNvSpPr>
          <p:nvPr/>
        </p:nvSpPr>
        <p:spPr>
          <a:xfrm>
            <a:off x="896087" y="518284"/>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The Logit Model</a:t>
            </a:r>
          </a:p>
        </p:txBody>
      </p:sp>
      <p:sp>
        <p:nvSpPr>
          <p:cNvPr id="10" name="Date Placeholder 3 2">
            <a:extLst>
              <a:ext uri="{FF2B5EF4-FFF2-40B4-BE49-F238E27FC236}">
                <a16:creationId xmlns:a16="http://schemas.microsoft.com/office/drawing/2014/main" id="{9F72C000-6832-E3C4-0EE2-7E608D9F35FA}"/>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2" name="TextBox 1">
            <a:extLst>
              <a:ext uri="{FF2B5EF4-FFF2-40B4-BE49-F238E27FC236}">
                <a16:creationId xmlns:a16="http://schemas.microsoft.com/office/drawing/2014/main" id="{F2405251-F60D-22D3-4857-3D45528F066C}"/>
              </a:ext>
            </a:extLst>
          </p:cNvPr>
          <p:cNvSpPr txBox="1"/>
          <p:nvPr/>
        </p:nvSpPr>
        <p:spPr>
          <a:xfrm>
            <a:off x="896087" y="1193751"/>
            <a:ext cx="427281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To interpret the results, we can (and should) also apply the </a:t>
            </a:r>
            <a:r>
              <a:rPr kumimoji="0" lang="en-US" sz="12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exponential function to the estimated </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parameters to obtain the odds ratios (ORs):</a:t>
            </a: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TextBox 47">
            <a:extLst>
              <a:ext uri="{FF2B5EF4-FFF2-40B4-BE49-F238E27FC236}">
                <a16:creationId xmlns:a16="http://schemas.microsoft.com/office/drawing/2014/main" id="{893722FC-2484-9537-2DA9-F7EE9DD48966}"/>
              </a:ext>
            </a:extLst>
          </p:cNvPr>
          <p:cNvSpPr txBox="1"/>
          <p:nvPr/>
        </p:nvSpPr>
        <p:spPr>
          <a:xfrm>
            <a:off x="896086" y="4227087"/>
            <a:ext cx="389569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ptos" panose="020B0004020202020204"/>
                <a:ea typeface="+mn-ea"/>
                <a:cs typeface="+mn-cs"/>
              </a:rPr>
              <a:t>Results of the logistic regression regarding the probability of acceptance in terms of odds ratios (OR)</a:t>
            </a:r>
            <a:endParaRPr kumimoji="0" lang="en-GB" sz="1200" b="1"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49" name="Group 48" descr="\documentclass{article}&#10;\usepackage{amsmath}&#10;\pagestyle{empty}&#10;\begin{document}&#10;&#10;&#10;\[&#10;\frac{p}{1 - p} =  e^{(\mathbf{x}'\boldsymbol{\beta})} \longrightarrow e^ {(\mathbf{x}'\boldsymbol{\beta} + \beta_j)} =  e^ {(\mathbf{x}'\boldsymbol{\beta})} \cdot e^{(\beta_j)}&#10;\]&#10;&#10;&#10;\end{document}" title="IguanaTex Shape Display">
            <a:extLst>
              <a:ext uri="{FF2B5EF4-FFF2-40B4-BE49-F238E27FC236}">
                <a16:creationId xmlns:a16="http://schemas.microsoft.com/office/drawing/2014/main" id="{DA0EBF25-4D56-325F-BFC1-951C77926F56}"/>
              </a:ext>
            </a:extLst>
          </p:cNvPr>
          <p:cNvGrpSpPr>
            <a:grpSpLocks noChangeAspect="1"/>
          </p:cNvGrpSpPr>
          <p:nvPr>
            <p:custDataLst>
              <p:tags r:id="rId1"/>
            </p:custDataLst>
          </p:nvPr>
        </p:nvGrpSpPr>
        <p:grpSpPr>
          <a:xfrm>
            <a:off x="990347" y="3623084"/>
            <a:ext cx="4114800" cy="435410"/>
            <a:chOff x="8927256" y="6662974"/>
            <a:chExt cx="3331771" cy="352553"/>
          </a:xfrm>
        </p:grpSpPr>
        <p:sp>
          <p:nvSpPr>
            <p:cNvPr id="50" name="Freeform: Shape 49">
              <a:extLst>
                <a:ext uri="{FF2B5EF4-FFF2-40B4-BE49-F238E27FC236}">
                  <a16:creationId xmlns:a16="http://schemas.microsoft.com/office/drawing/2014/main" id="{3C9E92BF-6B85-A5FA-B59C-C89854CB85EA}"/>
                </a:ext>
              </a:extLst>
            </p:cNvPr>
            <p:cNvSpPr/>
            <p:nvPr>
              <p:custDataLst>
                <p:tags r:id="rId65"/>
              </p:custDataLst>
            </p:nvPr>
          </p:nvSpPr>
          <p:spPr>
            <a:xfrm>
              <a:off x="9076866" y="6662974"/>
              <a:ext cx="94193" cy="112198"/>
            </a:xfrm>
            <a:custGeom>
              <a:avLst/>
              <a:gdLst>
                <a:gd name="connsiteX0" fmla="*/ 14045 w 94193"/>
                <a:gd name="connsiteY0" fmla="*/ 99565 h 112198"/>
                <a:gd name="connsiteX1" fmla="*/ 4300 w 94193"/>
                <a:gd name="connsiteY1" fmla="*/ 106798 h 112198"/>
                <a:gd name="connsiteX2" fmla="*/ 150 w 94193"/>
                <a:gd name="connsiteY2" fmla="*/ 110149 h 112198"/>
                <a:gd name="connsiteX3" fmla="*/ 2496 w 94193"/>
                <a:gd name="connsiteY3" fmla="*/ 112266 h 112198"/>
                <a:gd name="connsiteX4" fmla="*/ 17654 w 94193"/>
                <a:gd name="connsiteY4" fmla="*/ 111737 h 112198"/>
                <a:gd name="connsiteX5" fmla="*/ 35518 w 94193"/>
                <a:gd name="connsiteY5" fmla="*/ 112266 h 112198"/>
                <a:gd name="connsiteX6" fmla="*/ 38766 w 94193"/>
                <a:gd name="connsiteY6" fmla="*/ 108738 h 112198"/>
                <a:gd name="connsiteX7" fmla="*/ 34435 w 94193"/>
                <a:gd name="connsiteY7" fmla="*/ 106798 h 112198"/>
                <a:gd name="connsiteX8" fmla="*/ 25413 w 94193"/>
                <a:gd name="connsiteY8" fmla="*/ 103975 h 112198"/>
                <a:gd name="connsiteX9" fmla="*/ 34255 w 94193"/>
                <a:gd name="connsiteY9" fmla="*/ 68692 h 112198"/>
                <a:gd name="connsiteX10" fmla="*/ 50856 w 94193"/>
                <a:gd name="connsiteY10" fmla="*/ 79983 h 112198"/>
                <a:gd name="connsiteX11" fmla="*/ 94343 w 94193"/>
                <a:gd name="connsiteY11" fmla="*/ 28294 h 112198"/>
                <a:gd name="connsiteX12" fmla="*/ 70344 w 94193"/>
                <a:gd name="connsiteY12" fmla="*/ 68 h 112198"/>
                <a:gd name="connsiteX13" fmla="*/ 46705 w 94193"/>
                <a:gd name="connsiteY13" fmla="*/ 13299 h 112198"/>
                <a:gd name="connsiteX14" fmla="*/ 30465 w 94193"/>
                <a:gd name="connsiteY14" fmla="*/ 68 h 112198"/>
                <a:gd name="connsiteX15" fmla="*/ 17112 w 94193"/>
                <a:gd name="connsiteY15" fmla="*/ 10124 h 112198"/>
                <a:gd name="connsiteX16" fmla="*/ 11518 w 94193"/>
                <a:gd name="connsiteY16" fmla="*/ 27236 h 112198"/>
                <a:gd name="connsiteX17" fmla="*/ 13684 w 94193"/>
                <a:gd name="connsiteY17" fmla="*/ 29000 h 112198"/>
                <a:gd name="connsiteX18" fmla="*/ 16751 w 94193"/>
                <a:gd name="connsiteY18" fmla="*/ 24942 h 112198"/>
                <a:gd name="connsiteX19" fmla="*/ 29924 w 94193"/>
                <a:gd name="connsiteY19" fmla="*/ 3949 h 112198"/>
                <a:gd name="connsiteX20" fmla="*/ 35518 w 94193"/>
                <a:gd name="connsiteY20" fmla="*/ 12064 h 112198"/>
                <a:gd name="connsiteX21" fmla="*/ 34255 w 94193"/>
                <a:gd name="connsiteY21" fmla="*/ 21061 h 112198"/>
                <a:gd name="connsiteX22" fmla="*/ 14045 w 94193"/>
                <a:gd name="connsiteY22" fmla="*/ 99565 h 112198"/>
                <a:gd name="connsiteX23" fmla="*/ 45803 w 94193"/>
                <a:gd name="connsiteY23" fmla="*/ 23002 h 112198"/>
                <a:gd name="connsiteX24" fmla="*/ 55186 w 94193"/>
                <a:gd name="connsiteY24" fmla="*/ 10653 h 112198"/>
                <a:gd name="connsiteX25" fmla="*/ 69803 w 94193"/>
                <a:gd name="connsiteY25" fmla="*/ 3949 h 112198"/>
                <a:gd name="connsiteX26" fmla="*/ 81351 w 94193"/>
                <a:gd name="connsiteY26" fmla="*/ 20532 h 112198"/>
                <a:gd name="connsiteX27" fmla="*/ 72148 w 94193"/>
                <a:gd name="connsiteY27" fmla="*/ 57931 h 112198"/>
                <a:gd name="connsiteX28" fmla="*/ 50675 w 94193"/>
                <a:gd name="connsiteY28" fmla="*/ 76102 h 112198"/>
                <a:gd name="connsiteX29" fmla="*/ 36420 w 94193"/>
                <a:gd name="connsiteY29" fmla="*/ 60401 h 112198"/>
                <a:gd name="connsiteX30" fmla="*/ 36961 w 94193"/>
                <a:gd name="connsiteY30" fmla="*/ 57578 h 112198"/>
                <a:gd name="connsiteX31" fmla="*/ 45803 w 94193"/>
                <a:gd name="connsiteY31" fmla="*/ 23002 h 11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193" h="112198">
                  <a:moveTo>
                    <a:pt x="14045" y="99565"/>
                  </a:moveTo>
                  <a:cubicBezTo>
                    <a:pt x="12601" y="105563"/>
                    <a:pt x="12240" y="106798"/>
                    <a:pt x="4300" y="106798"/>
                  </a:cubicBezTo>
                  <a:cubicBezTo>
                    <a:pt x="2135" y="106798"/>
                    <a:pt x="150" y="106798"/>
                    <a:pt x="150" y="110149"/>
                  </a:cubicBezTo>
                  <a:cubicBezTo>
                    <a:pt x="150" y="111561"/>
                    <a:pt x="1052" y="112266"/>
                    <a:pt x="2496" y="112266"/>
                  </a:cubicBezTo>
                  <a:cubicBezTo>
                    <a:pt x="7368" y="112266"/>
                    <a:pt x="12601" y="111737"/>
                    <a:pt x="17654" y="111737"/>
                  </a:cubicBezTo>
                  <a:cubicBezTo>
                    <a:pt x="23608" y="111737"/>
                    <a:pt x="29743" y="112266"/>
                    <a:pt x="35518" y="112266"/>
                  </a:cubicBezTo>
                  <a:cubicBezTo>
                    <a:pt x="36420" y="112266"/>
                    <a:pt x="38766" y="112266"/>
                    <a:pt x="38766" y="108738"/>
                  </a:cubicBezTo>
                  <a:cubicBezTo>
                    <a:pt x="38766" y="106798"/>
                    <a:pt x="36961" y="106798"/>
                    <a:pt x="34435" y="106798"/>
                  </a:cubicBezTo>
                  <a:cubicBezTo>
                    <a:pt x="25413" y="106798"/>
                    <a:pt x="25413" y="105563"/>
                    <a:pt x="25413" y="103975"/>
                  </a:cubicBezTo>
                  <a:cubicBezTo>
                    <a:pt x="25413" y="101858"/>
                    <a:pt x="32991" y="73103"/>
                    <a:pt x="34255" y="68692"/>
                  </a:cubicBezTo>
                  <a:cubicBezTo>
                    <a:pt x="36600" y="73808"/>
                    <a:pt x="41653" y="79983"/>
                    <a:pt x="50856" y="79983"/>
                  </a:cubicBezTo>
                  <a:cubicBezTo>
                    <a:pt x="71788" y="79983"/>
                    <a:pt x="94343" y="54227"/>
                    <a:pt x="94343" y="28294"/>
                  </a:cubicBezTo>
                  <a:cubicBezTo>
                    <a:pt x="94343" y="11711"/>
                    <a:pt x="84058" y="68"/>
                    <a:pt x="70344" y="68"/>
                  </a:cubicBezTo>
                  <a:cubicBezTo>
                    <a:pt x="61322" y="68"/>
                    <a:pt x="52660" y="6419"/>
                    <a:pt x="46705" y="13299"/>
                  </a:cubicBezTo>
                  <a:cubicBezTo>
                    <a:pt x="44901" y="3773"/>
                    <a:pt x="37142" y="68"/>
                    <a:pt x="30465" y="68"/>
                  </a:cubicBezTo>
                  <a:cubicBezTo>
                    <a:pt x="22165" y="68"/>
                    <a:pt x="18736" y="6948"/>
                    <a:pt x="17112" y="10124"/>
                  </a:cubicBezTo>
                  <a:cubicBezTo>
                    <a:pt x="13864" y="16122"/>
                    <a:pt x="11518" y="26706"/>
                    <a:pt x="11518" y="27236"/>
                  </a:cubicBezTo>
                  <a:cubicBezTo>
                    <a:pt x="11518" y="29000"/>
                    <a:pt x="13323" y="29000"/>
                    <a:pt x="13684" y="29000"/>
                  </a:cubicBezTo>
                  <a:cubicBezTo>
                    <a:pt x="15488" y="29000"/>
                    <a:pt x="15669" y="28823"/>
                    <a:pt x="16751" y="24942"/>
                  </a:cubicBezTo>
                  <a:cubicBezTo>
                    <a:pt x="19819" y="12417"/>
                    <a:pt x="23428" y="3949"/>
                    <a:pt x="29924" y="3949"/>
                  </a:cubicBezTo>
                  <a:cubicBezTo>
                    <a:pt x="32991" y="3949"/>
                    <a:pt x="35518" y="5360"/>
                    <a:pt x="35518" y="12064"/>
                  </a:cubicBezTo>
                  <a:cubicBezTo>
                    <a:pt x="35518" y="16122"/>
                    <a:pt x="34976" y="18062"/>
                    <a:pt x="34255" y="21061"/>
                  </a:cubicBezTo>
                  <a:lnTo>
                    <a:pt x="14045" y="99565"/>
                  </a:lnTo>
                  <a:close/>
                  <a:moveTo>
                    <a:pt x="45803" y="23002"/>
                  </a:moveTo>
                  <a:cubicBezTo>
                    <a:pt x="47066" y="18238"/>
                    <a:pt x="51938" y="13299"/>
                    <a:pt x="55186" y="10653"/>
                  </a:cubicBezTo>
                  <a:cubicBezTo>
                    <a:pt x="61502" y="5184"/>
                    <a:pt x="66735" y="3949"/>
                    <a:pt x="69803" y="3949"/>
                  </a:cubicBezTo>
                  <a:cubicBezTo>
                    <a:pt x="77021" y="3949"/>
                    <a:pt x="81351" y="10124"/>
                    <a:pt x="81351" y="20532"/>
                  </a:cubicBezTo>
                  <a:cubicBezTo>
                    <a:pt x="81351" y="30940"/>
                    <a:pt x="75397" y="51228"/>
                    <a:pt x="72148" y="57931"/>
                  </a:cubicBezTo>
                  <a:cubicBezTo>
                    <a:pt x="66013" y="70280"/>
                    <a:pt x="57352" y="76102"/>
                    <a:pt x="50675" y="76102"/>
                  </a:cubicBezTo>
                  <a:cubicBezTo>
                    <a:pt x="38766" y="76102"/>
                    <a:pt x="36420" y="61460"/>
                    <a:pt x="36420" y="60401"/>
                  </a:cubicBezTo>
                  <a:cubicBezTo>
                    <a:pt x="36420" y="60048"/>
                    <a:pt x="36420" y="59695"/>
                    <a:pt x="36961" y="57578"/>
                  </a:cubicBezTo>
                  <a:lnTo>
                    <a:pt x="45803" y="230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 name="Freeform: Shape 50">
              <a:extLst>
                <a:ext uri="{FF2B5EF4-FFF2-40B4-BE49-F238E27FC236}">
                  <a16:creationId xmlns:a16="http://schemas.microsoft.com/office/drawing/2014/main" id="{C4D9D692-1038-F933-AA6D-EDD35F0FA256}"/>
                </a:ext>
              </a:extLst>
            </p:cNvPr>
            <p:cNvSpPr/>
            <p:nvPr>
              <p:custDataLst>
                <p:tags r:id="rId66"/>
              </p:custDataLst>
            </p:nvPr>
          </p:nvSpPr>
          <p:spPr>
            <a:xfrm>
              <a:off x="8927256" y="6812662"/>
              <a:ext cx="401555" cy="7056"/>
            </a:xfrm>
            <a:custGeom>
              <a:avLst/>
              <a:gdLst>
                <a:gd name="connsiteX0" fmla="*/ 0 w 401555"/>
                <a:gd name="connsiteY0" fmla="*/ 0 h 7056"/>
                <a:gd name="connsiteX1" fmla="*/ 401555 w 401555"/>
                <a:gd name="connsiteY1" fmla="*/ 0 h 7056"/>
                <a:gd name="connsiteX2" fmla="*/ 401555 w 401555"/>
                <a:gd name="connsiteY2" fmla="*/ 7056 h 7056"/>
                <a:gd name="connsiteX3" fmla="*/ 0 w 401555"/>
                <a:gd name="connsiteY3" fmla="*/ 7056 h 7056"/>
              </a:gdLst>
              <a:ahLst/>
              <a:cxnLst>
                <a:cxn ang="0">
                  <a:pos x="connsiteX0" y="connsiteY0"/>
                </a:cxn>
                <a:cxn ang="0">
                  <a:pos x="connsiteX1" y="connsiteY1"/>
                </a:cxn>
                <a:cxn ang="0">
                  <a:pos x="connsiteX2" y="connsiteY2"/>
                </a:cxn>
                <a:cxn ang="0">
                  <a:pos x="connsiteX3" y="connsiteY3"/>
                </a:cxn>
              </a:cxnLst>
              <a:rect l="l" t="t" r="r" b="b"/>
              <a:pathLst>
                <a:path w="401555" h="7056">
                  <a:moveTo>
                    <a:pt x="0" y="0"/>
                  </a:moveTo>
                  <a:lnTo>
                    <a:pt x="401555" y="0"/>
                  </a:lnTo>
                  <a:lnTo>
                    <a:pt x="401555" y="7056"/>
                  </a:lnTo>
                  <a:lnTo>
                    <a:pt x="0" y="70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 name="Freeform: Shape 51">
              <a:extLst>
                <a:ext uri="{FF2B5EF4-FFF2-40B4-BE49-F238E27FC236}">
                  <a16:creationId xmlns:a16="http://schemas.microsoft.com/office/drawing/2014/main" id="{FC5669AE-AA46-5E7C-8C3A-EA242B9DB5EB}"/>
                </a:ext>
              </a:extLst>
            </p:cNvPr>
            <p:cNvSpPr/>
            <p:nvPr>
              <p:custDataLst>
                <p:tags r:id="rId67"/>
              </p:custDataLst>
            </p:nvPr>
          </p:nvSpPr>
          <p:spPr>
            <a:xfrm>
              <a:off x="8943316" y="6863812"/>
              <a:ext cx="59547" cy="117490"/>
            </a:xfrm>
            <a:custGeom>
              <a:avLst/>
              <a:gdLst>
                <a:gd name="connsiteX0" fmla="*/ 37133 w 59547"/>
                <a:gd name="connsiteY0" fmla="*/ 4668 h 117490"/>
                <a:gd name="connsiteX1" fmla="*/ 32983 w 59547"/>
                <a:gd name="connsiteY1" fmla="*/ 82 h 117490"/>
                <a:gd name="connsiteX2" fmla="*/ 142 w 59547"/>
                <a:gd name="connsiteY2" fmla="*/ 11372 h 117490"/>
                <a:gd name="connsiteX3" fmla="*/ 142 w 59547"/>
                <a:gd name="connsiteY3" fmla="*/ 16841 h 117490"/>
                <a:gd name="connsiteX4" fmla="*/ 23780 w 59547"/>
                <a:gd name="connsiteY4" fmla="*/ 12254 h 117490"/>
                <a:gd name="connsiteX5" fmla="*/ 23780 w 59547"/>
                <a:gd name="connsiteY5" fmla="*/ 103636 h 117490"/>
                <a:gd name="connsiteX6" fmla="*/ 6999 w 59547"/>
                <a:gd name="connsiteY6" fmla="*/ 112103 h 117490"/>
                <a:gd name="connsiteX7" fmla="*/ 1224 w 59547"/>
                <a:gd name="connsiteY7" fmla="*/ 112103 h 117490"/>
                <a:gd name="connsiteX8" fmla="*/ 1224 w 59547"/>
                <a:gd name="connsiteY8" fmla="*/ 117572 h 117490"/>
                <a:gd name="connsiteX9" fmla="*/ 30457 w 59547"/>
                <a:gd name="connsiteY9" fmla="*/ 117043 h 117490"/>
                <a:gd name="connsiteX10" fmla="*/ 59689 w 59547"/>
                <a:gd name="connsiteY10" fmla="*/ 117572 h 117490"/>
                <a:gd name="connsiteX11" fmla="*/ 59689 w 59547"/>
                <a:gd name="connsiteY11" fmla="*/ 112103 h 117490"/>
                <a:gd name="connsiteX12" fmla="*/ 53915 w 59547"/>
                <a:gd name="connsiteY12" fmla="*/ 112103 h 117490"/>
                <a:gd name="connsiteX13" fmla="*/ 37133 w 59547"/>
                <a:gd name="connsiteY13" fmla="*/ 103636 h 117490"/>
                <a:gd name="connsiteX14" fmla="*/ 37133 w 59547"/>
                <a:gd name="connsiteY14" fmla="*/ 4668 h 117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547" h="117490">
                  <a:moveTo>
                    <a:pt x="37133" y="4668"/>
                  </a:moveTo>
                  <a:cubicBezTo>
                    <a:pt x="37133" y="434"/>
                    <a:pt x="37133" y="82"/>
                    <a:pt x="32983" y="82"/>
                  </a:cubicBezTo>
                  <a:cubicBezTo>
                    <a:pt x="21795" y="11372"/>
                    <a:pt x="5916" y="11372"/>
                    <a:pt x="142" y="11372"/>
                  </a:cubicBezTo>
                  <a:lnTo>
                    <a:pt x="142" y="16841"/>
                  </a:lnTo>
                  <a:cubicBezTo>
                    <a:pt x="3751" y="16841"/>
                    <a:pt x="14397" y="16841"/>
                    <a:pt x="23780" y="12254"/>
                  </a:cubicBezTo>
                  <a:lnTo>
                    <a:pt x="23780" y="103636"/>
                  </a:lnTo>
                  <a:cubicBezTo>
                    <a:pt x="23780" y="109987"/>
                    <a:pt x="23239" y="112103"/>
                    <a:pt x="6999" y="112103"/>
                  </a:cubicBezTo>
                  <a:lnTo>
                    <a:pt x="1224" y="112103"/>
                  </a:lnTo>
                  <a:lnTo>
                    <a:pt x="1224" y="117572"/>
                  </a:lnTo>
                  <a:cubicBezTo>
                    <a:pt x="7540" y="117043"/>
                    <a:pt x="23239" y="117043"/>
                    <a:pt x="30457" y="117043"/>
                  </a:cubicBezTo>
                  <a:cubicBezTo>
                    <a:pt x="37675" y="117043"/>
                    <a:pt x="53373" y="117043"/>
                    <a:pt x="59689" y="117572"/>
                  </a:cubicBezTo>
                  <a:lnTo>
                    <a:pt x="59689" y="112103"/>
                  </a:lnTo>
                  <a:lnTo>
                    <a:pt x="53915" y="112103"/>
                  </a:lnTo>
                  <a:cubicBezTo>
                    <a:pt x="37675" y="112103"/>
                    <a:pt x="37133" y="110163"/>
                    <a:pt x="37133" y="103636"/>
                  </a:cubicBezTo>
                  <a:lnTo>
                    <a:pt x="37133" y="466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 name="Freeform: Shape 52">
              <a:extLst>
                <a:ext uri="{FF2B5EF4-FFF2-40B4-BE49-F238E27FC236}">
                  <a16:creationId xmlns:a16="http://schemas.microsoft.com/office/drawing/2014/main" id="{A8F96D04-EB48-0FEB-54C8-9A9B96BBB3F4}"/>
                </a:ext>
              </a:extLst>
            </p:cNvPr>
            <p:cNvSpPr/>
            <p:nvPr>
              <p:custDataLst>
                <p:tags r:id="rId68"/>
              </p:custDataLst>
            </p:nvPr>
          </p:nvSpPr>
          <p:spPr>
            <a:xfrm>
              <a:off x="9072556" y="6933672"/>
              <a:ext cx="110253" cy="7056"/>
            </a:xfrm>
            <a:custGeom>
              <a:avLst/>
              <a:gdLst>
                <a:gd name="connsiteX0" fmla="*/ 104086 w 110253"/>
                <a:gd name="connsiteY0" fmla="*/ 7138 h 7056"/>
                <a:gd name="connsiteX1" fmla="*/ 110402 w 110253"/>
                <a:gd name="connsiteY1" fmla="*/ 3610 h 7056"/>
                <a:gd name="connsiteX2" fmla="*/ 104086 w 110253"/>
                <a:gd name="connsiteY2" fmla="*/ 82 h 7056"/>
                <a:gd name="connsiteX3" fmla="*/ 6464 w 110253"/>
                <a:gd name="connsiteY3" fmla="*/ 82 h 7056"/>
                <a:gd name="connsiteX4" fmla="*/ 149 w 110253"/>
                <a:gd name="connsiteY4" fmla="*/ 3610 h 7056"/>
                <a:gd name="connsiteX5" fmla="*/ 6464 w 110253"/>
                <a:gd name="connsiteY5" fmla="*/ 7138 h 7056"/>
                <a:gd name="connsiteX6" fmla="*/ 104086 w 110253"/>
                <a:gd name="connsiteY6" fmla="*/ 7138 h 7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253" h="7056">
                  <a:moveTo>
                    <a:pt x="104086" y="7138"/>
                  </a:moveTo>
                  <a:cubicBezTo>
                    <a:pt x="107154" y="7138"/>
                    <a:pt x="110402" y="7138"/>
                    <a:pt x="110402" y="3610"/>
                  </a:cubicBezTo>
                  <a:cubicBezTo>
                    <a:pt x="110402" y="82"/>
                    <a:pt x="107154" y="82"/>
                    <a:pt x="104086" y="82"/>
                  </a:cubicBezTo>
                  <a:lnTo>
                    <a:pt x="6464" y="82"/>
                  </a:lnTo>
                  <a:cubicBezTo>
                    <a:pt x="3397" y="82"/>
                    <a:pt x="149" y="82"/>
                    <a:pt x="149" y="3610"/>
                  </a:cubicBezTo>
                  <a:cubicBezTo>
                    <a:pt x="149" y="7138"/>
                    <a:pt x="3397" y="7138"/>
                    <a:pt x="6464" y="7138"/>
                  </a:cubicBezTo>
                  <a:lnTo>
                    <a:pt x="104086" y="713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 name="Freeform: Shape 53">
              <a:extLst>
                <a:ext uri="{FF2B5EF4-FFF2-40B4-BE49-F238E27FC236}">
                  <a16:creationId xmlns:a16="http://schemas.microsoft.com/office/drawing/2014/main" id="{EB443619-DDF9-3D56-3539-B6F26FC784A6}"/>
                </a:ext>
              </a:extLst>
            </p:cNvPr>
            <p:cNvSpPr/>
            <p:nvPr>
              <p:custDataLst>
                <p:tags r:id="rId69"/>
              </p:custDataLst>
            </p:nvPr>
          </p:nvSpPr>
          <p:spPr>
            <a:xfrm>
              <a:off x="9232251" y="6903329"/>
              <a:ext cx="94193" cy="112198"/>
            </a:xfrm>
            <a:custGeom>
              <a:avLst/>
              <a:gdLst>
                <a:gd name="connsiteX0" fmla="*/ 14053 w 94193"/>
                <a:gd name="connsiteY0" fmla="*/ 99578 h 112198"/>
                <a:gd name="connsiteX1" fmla="*/ 4309 w 94193"/>
                <a:gd name="connsiteY1" fmla="*/ 106811 h 112198"/>
                <a:gd name="connsiteX2" fmla="*/ 159 w 94193"/>
                <a:gd name="connsiteY2" fmla="*/ 110163 h 112198"/>
                <a:gd name="connsiteX3" fmla="*/ 2505 w 94193"/>
                <a:gd name="connsiteY3" fmla="*/ 112280 h 112198"/>
                <a:gd name="connsiteX4" fmla="*/ 17662 w 94193"/>
                <a:gd name="connsiteY4" fmla="*/ 111751 h 112198"/>
                <a:gd name="connsiteX5" fmla="*/ 35526 w 94193"/>
                <a:gd name="connsiteY5" fmla="*/ 112280 h 112198"/>
                <a:gd name="connsiteX6" fmla="*/ 38774 w 94193"/>
                <a:gd name="connsiteY6" fmla="*/ 108752 h 112198"/>
                <a:gd name="connsiteX7" fmla="*/ 34444 w 94193"/>
                <a:gd name="connsiteY7" fmla="*/ 106811 h 112198"/>
                <a:gd name="connsiteX8" fmla="*/ 25421 w 94193"/>
                <a:gd name="connsiteY8" fmla="*/ 103988 h 112198"/>
                <a:gd name="connsiteX9" fmla="*/ 34263 w 94193"/>
                <a:gd name="connsiteY9" fmla="*/ 68706 h 112198"/>
                <a:gd name="connsiteX10" fmla="*/ 50864 w 94193"/>
                <a:gd name="connsiteY10" fmla="*/ 79996 h 112198"/>
                <a:gd name="connsiteX11" fmla="*/ 94352 w 94193"/>
                <a:gd name="connsiteY11" fmla="*/ 28308 h 112198"/>
                <a:gd name="connsiteX12" fmla="*/ 70353 w 94193"/>
                <a:gd name="connsiteY12" fmla="*/ 82 h 112198"/>
                <a:gd name="connsiteX13" fmla="*/ 46714 w 94193"/>
                <a:gd name="connsiteY13" fmla="*/ 13312 h 112198"/>
                <a:gd name="connsiteX14" fmla="*/ 30474 w 94193"/>
                <a:gd name="connsiteY14" fmla="*/ 82 h 112198"/>
                <a:gd name="connsiteX15" fmla="*/ 17121 w 94193"/>
                <a:gd name="connsiteY15" fmla="*/ 10137 h 112198"/>
                <a:gd name="connsiteX16" fmla="*/ 11527 w 94193"/>
                <a:gd name="connsiteY16" fmla="*/ 27249 h 112198"/>
                <a:gd name="connsiteX17" fmla="*/ 13692 w 94193"/>
                <a:gd name="connsiteY17" fmla="*/ 29013 h 112198"/>
                <a:gd name="connsiteX18" fmla="*/ 16760 w 94193"/>
                <a:gd name="connsiteY18" fmla="*/ 24956 h 112198"/>
                <a:gd name="connsiteX19" fmla="*/ 29932 w 94193"/>
                <a:gd name="connsiteY19" fmla="*/ 3963 h 112198"/>
                <a:gd name="connsiteX20" fmla="*/ 35526 w 94193"/>
                <a:gd name="connsiteY20" fmla="*/ 12078 h 112198"/>
                <a:gd name="connsiteX21" fmla="*/ 34263 w 94193"/>
                <a:gd name="connsiteY21" fmla="*/ 21075 h 112198"/>
                <a:gd name="connsiteX22" fmla="*/ 14053 w 94193"/>
                <a:gd name="connsiteY22" fmla="*/ 99578 h 112198"/>
                <a:gd name="connsiteX23" fmla="*/ 45812 w 94193"/>
                <a:gd name="connsiteY23" fmla="*/ 23015 h 112198"/>
                <a:gd name="connsiteX24" fmla="*/ 55195 w 94193"/>
                <a:gd name="connsiteY24" fmla="*/ 10666 h 112198"/>
                <a:gd name="connsiteX25" fmla="*/ 69811 w 94193"/>
                <a:gd name="connsiteY25" fmla="*/ 3963 h 112198"/>
                <a:gd name="connsiteX26" fmla="*/ 81360 w 94193"/>
                <a:gd name="connsiteY26" fmla="*/ 20545 h 112198"/>
                <a:gd name="connsiteX27" fmla="*/ 72157 w 94193"/>
                <a:gd name="connsiteY27" fmla="*/ 57945 h 112198"/>
                <a:gd name="connsiteX28" fmla="*/ 50684 w 94193"/>
                <a:gd name="connsiteY28" fmla="*/ 76115 h 112198"/>
                <a:gd name="connsiteX29" fmla="*/ 36429 w 94193"/>
                <a:gd name="connsiteY29" fmla="*/ 60415 h 112198"/>
                <a:gd name="connsiteX30" fmla="*/ 36970 w 94193"/>
                <a:gd name="connsiteY30" fmla="*/ 57592 h 112198"/>
                <a:gd name="connsiteX31" fmla="*/ 45812 w 94193"/>
                <a:gd name="connsiteY31" fmla="*/ 23015 h 11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193" h="112198">
                  <a:moveTo>
                    <a:pt x="14053" y="99578"/>
                  </a:moveTo>
                  <a:cubicBezTo>
                    <a:pt x="12610" y="105576"/>
                    <a:pt x="12249" y="106811"/>
                    <a:pt x="4309" y="106811"/>
                  </a:cubicBezTo>
                  <a:cubicBezTo>
                    <a:pt x="2144" y="106811"/>
                    <a:pt x="159" y="106811"/>
                    <a:pt x="159" y="110163"/>
                  </a:cubicBezTo>
                  <a:cubicBezTo>
                    <a:pt x="159" y="111574"/>
                    <a:pt x="1061" y="112280"/>
                    <a:pt x="2505" y="112280"/>
                  </a:cubicBezTo>
                  <a:cubicBezTo>
                    <a:pt x="7377" y="112280"/>
                    <a:pt x="12610" y="111751"/>
                    <a:pt x="17662" y="111751"/>
                  </a:cubicBezTo>
                  <a:cubicBezTo>
                    <a:pt x="23617" y="111751"/>
                    <a:pt x="29752" y="112280"/>
                    <a:pt x="35526" y="112280"/>
                  </a:cubicBezTo>
                  <a:cubicBezTo>
                    <a:pt x="36429" y="112280"/>
                    <a:pt x="38774" y="112280"/>
                    <a:pt x="38774" y="108752"/>
                  </a:cubicBezTo>
                  <a:cubicBezTo>
                    <a:pt x="38774" y="106811"/>
                    <a:pt x="36970" y="106811"/>
                    <a:pt x="34444" y="106811"/>
                  </a:cubicBezTo>
                  <a:cubicBezTo>
                    <a:pt x="25421" y="106811"/>
                    <a:pt x="25421" y="105576"/>
                    <a:pt x="25421" y="103988"/>
                  </a:cubicBezTo>
                  <a:cubicBezTo>
                    <a:pt x="25421" y="101872"/>
                    <a:pt x="33000" y="73116"/>
                    <a:pt x="34263" y="68706"/>
                  </a:cubicBezTo>
                  <a:cubicBezTo>
                    <a:pt x="36609" y="73822"/>
                    <a:pt x="41662" y="79996"/>
                    <a:pt x="50864" y="79996"/>
                  </a:cubicBezTo>
                  <a:cubicBezTo>
                    <a:pt x="71796" y="79996"/>
                    <a:pt x="94352" y="54240"/>
                    <a:pt x="94352" y="28308"/>
                  </a:cubicBezTo>
                  <a:cubicBezTo>
                    <a:pt x="94352" y="11725"/>
                    <a:pt x="84067" y="82"/>
                    <a:pt x="70353" y="82"/>
                  </a:cubicBezTo>
                  <a:cubicBezTo>
                    <a:pt x="61330" y="82"/>
                    <a:pt x="52669" y="6432"/>
                    <a:pt x="46714" y="13312"/>
                  </a:cubicBezTo>
                  <a:cubicBezTo>
                    <a:pt x="44910" y="3786"/>
                    <a:pt x="37150" y="82"/>
                    <a:pt x="30474" y="82"/>
                  </a:cubicBezTo>
                  <a:cubicBezTo>
                    <a:pt x="22173" y="82"/>
                    <a:pt x="18745" y="6962"/>
                    <a:pt x="17121" y="10137"/>
                  </a:cubicBezTo>
                  <a:cubicBezTo>
                    <a:pt x="13873" y="16135"/>
                    <a:pt x="11527" y="26720"/>
                    <a:pt x="11527" y="27249"/>
                  </a:cubicBezTo>
                  <a:cubicBezTo>
                    <a:pt x="11527" y="29013"/>
                    <a:pt x="13331" y="29013"/>
                    <a:pt x="13692" y="29013"/>
                  </a:cubicBezTo>
                  <a:cubicBezTo>
                    <a:pt x="15497" y="29013"/>
                    <a:pt x="15677" y="28837"/>
                    <a:pt x="16760" y="24956"/>
                  </a:cubicBezTo>
                  <a:cubicBezTo>
                    <a:pt x="19827" y="12430"/>
                    <a:pt x="23436" y="3963"/>
                    <a:pt x="29932" y="3963"/>
                  </a:cubicBezTo>
                  <a:cubicBezTo>
                    <a:pt x="33000" y="3963"/>
                    <a:pt x="35526" y="5374"/>
                    <a:pt x="35526" y="12078"/>
                  </a:cubicBezTo>
                  <a:cubicBezTo>
                    <a:pt x="35526" y="16135"/>
                    <a:pt x="34985" y="18076"/>
                    <a:pt x="34263" y="21075"/>
                  </a:cubicBezTo>
                  <a:lnTo>
                    <a:pt x="14053" y="99578"/>
                  </a:lnTo>
                  <a:close/>
                  <a:moveTo>
                    <a:pt x="45812" y="23015"/>
                  </a:moveTo>
                  <a:cubicBezTo>
                    <a:pt x="47075" y="18252"/>
                    <a:pt x="51947" y="13312"/>
                    <a:pt x="55195" y="10666"/>
                  </a:cubicBezTo>
                  <a:cubicBezTo>
                    <a:pt x="61511" y="5198"/>
                    <a:pt x="66744" y="3963"/>
                    <a:pt x="69811" y="3963"/>
                  </a:cubicBezTo>
                  <a:cubicBezTo>
                    <a:pt x="77029" y="3963"/>
                    <a:pt x="81360" y="10137"/>
                    <a:pt x="81360" y="20545"/>
                  </a:cubicBezTo>
                  <a:cubicBezTo>
                    <a:pt x="81360" y="30954"/>
                    <a:pt x="75405" y="51241"/>
                    <a:pt x="72157" y="57945"/>
                  </a:cubicBezTo>
                  <a:cubicBezTo>
                    <a:pt x="66022" y="70294"/>
                    <a:pt x="57360" y="76115"/>
                    <a:pt x="50684" y="76115"/>
                  </a:cubicBezTo>
                  <a:cubicBezTo>
                    <a:pt x="38774" y="76115"/>
                    <a:pt x="36429" y="61473"/>
                    <a:pt x="36429" y="60415"/>
                  </a:cubicBezTo>
                  <a:cubicBezTo>
                    <a:pt x="36429" y="60062"/>
                    <a:pt x="36429" y="59709"/>
                    <a:pt x="36970" y="57592"/>
                  </a:cubicBezTo>
                  <a:lnTo>
                    <a:pt x="45812" y="23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 name="Freeform: Shape 54">
              <a:extLst>
                <a:ext uri="{FF2B5EF4-FFF2-40B4-BE49-F238E27FC236}">
                  <a16:creationId xmlns:a16="http://schemas.microsoft.com/office/drawing/2014/main" id="{04E57A47-CB3D-9AC2-5B73-D253544EB279}"/>
                </a:ext>
              </a:extLst>
            </p:cNvPr>
            <p:cNvSpPr/>
            <p:nvPr>
              <p:custDataLst>
                <p:tags r:id="rId70"/>
              </p:custDataLst>
            </p:nvPr>
          </p:nvSpPr>
          <p:spPr>
            <a:xfrm>
              <a:off x="9410694" y="6795550"/>
              <a:ext cx="119997" cy="41280"/>
            </a:xfrm>
            <a:custGeom>
              <a:avLst/>
              <a:gdLst>
                <a:gd name="connsiteX0" fmla="*/ 114030 w 119997"/>
                <a:gd name="connsiteY0" fmla="*/ 7131 h 41280"/>
                <a:gd name="connsiteX1" fmla="*/ 120165 w 119997"/>
                <a:gd name="connsiteY1" fmla="*/ 3603 h 41280"/>
                <a:gd name="connsiteX2" fmla="*/ 114210 w 119997"/>
                <a:gd name="connsiteY2" fmla="*/ 75 h 41280"/>
                <a:gd name="connsiteX3" fmla="*/ 6122 w 119997"/>
                <a:gd name="connsiteY3" fmla="*/ 75 h 41280"/>
                <a:gd name="connsiteX4" fmla="*/ 168 w 119997"/>
                <a:gd name="connsiteY4" fmla="*/ 3603 h 41280"/>
                <a:gd name="connsiteX5" fmla="*/ 6303 w 119997"/>
                <a:gd name="connsiteY5" fmla="*/ 7131 h 41280"/>
                <a:gd name="connsiteX6" fmla="*/ 114030 w 119997"/>
                <a:gd name="connsiteY6" fmla="*/ 7131 h 41280"/>
                <a:gd name="connsiteX7" fmla="*/ 114210 w 119997"/>
                <a:gd name="connsiteY7" fmla="*/ 41355 h 41280"/>
                <a:gd name="connsiteX8" fmla="*/ 120165 w 119997"/>
                <a:gd name="connsiteY8" fmla="*/ 37827 h 41280"/>
                <a:gd name="connsiteX9" fmla="*/ 114030 w 119997"/>
                <a:gd name="connsiteY9" fmla="*/ 34299 h 41280"/>
                <a:gd name="connsiteX10" fmla="*/ 6303 w 119997"/>
                <a:gd name="connsiteY10" fmla="*/ 34299 h 41280"/>
                <a:gd name="connsiteX11" fmla="*/ 168 w 119997"/>
                <a:gd name="connsiteY11" fmla="*/ 37827 h 41280"/>
                <a:gd name="connsiteX12" fmla="*/ 6122 w 119997"/>
                <a:gd name="connsiteY12" fmla="*/ 41355 h 41280"/>
                <a:gd name="connsiteX13" fmla="*/ 114210 w 119997"/>
                <a:gd name="connsiteY13" fmla="*/ 41355 h 4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9997" h="41280">
                  <a:moveTo>
                    <a:pt x="114030" y="7131"/>
                  </a:moveTo>
                  <a:cubicBezTo>
                    <a:pt x="116736" y="7131"/>
                    <a:pt x="120165" y="7131"/>
                    <a:pt x="120165" y="3603"/>
                  </a:cubicBezTo>
                  <a:cubicBezTo>
                    <a:pt x="120165" y="75"/>
                    <a:pt x="116736" y="75"/>
                    <a:pt x="114210" y="75"/>
                  </a:cubicBezTo>
                  <a:lnTo>
                    <a:pt x="6122" y="75"/>
                  </a:lnTo>
                  <a:cubicBezTo>
                    <a:pt x="3596" y="75"/>
                    <a:pt x="168" y="75"/>
                    <a:pt x="168" y="3603"/>
                  </a:cubicBezTo>
                  <a:cubicBezTo>
                    <a:pt x="168" y="7131"/>
                    <a:pt x="3596" y="7131"/>
                    <a:pt x="6303" y="7131"/>
                  </a:cubicBezTo>
                  <a:lnTo>
                    <a:pt x="114030" y="7131"/>
                  </a:lnTo>
                  <a:close/>
                  <a:moveTo>
                    <a:pt x="114210" y="41355"/>
                  </a:moveTo>
                  <a:cubicBezTo>
                    <a:pt x="116736" y="41355"/>
                    <a:pt x="120165" y="41355"/>
                    <a:pt x="120165" y="37827"/>
                  </a:cubicBezTo>
                  <a:cubicBezTo>
                    <a:pt x="120165" y="34299"/>
                    <a:pt x="116736" y="34299"/>
                    <a:pt x="114030" y="34299"/>
                  </a:cubicBezTo>
                  <a:lnTo>
                    <a:pt x="6303" y="34299"/>
                  </a:lnTo>
                  <a:cubicBezTo>
                    <a:pt x="3596" y="34299"/>
                    <a:pt x="168" y="34299"/>
                    <a:pt x="168" y="37827"/>
                  </a:cubicBezTo>
                  <a:cubicBezTo>
                    <a:pt x="168" y="41355"/>
                    <a:pt x="3596" y="41355"/>
                    <a:pt x="6122" y="41355"/>
                  </a:cubicBezTo>
                  <a:lnTo>
                    <a:pt x="114210" y="413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 name="Freeform: Shape 55">
              <a:extLst>
                <a:ext uri="{FF2B5EF4-FFF2-40B4-BE49-F238E27FC236}">
                  <a16:creationId xmlns:a16="http://schemas.microsoft.com/office/drawing/2014/main" id="{C52102D8-DA0E-8BF8-4354-5C8809B71B24}"/>
                </a:ext>
              </a:extLst>
            </p:cNvPr>
            <p:cNvSpPr/>
            <p:nvPr>
              <p:custDataLst>
                <p:tags r:id="rId71"/>
              </p:custDataLst>
            </p:nvPr>
          </p:nvSpPr>
          <p:spPr>
            <a:xfrm>
              <a:off x="9599360" y="6782319"/>
              <a:ext cx="69291" cy="79914"/>
            </a:xfrm>
            <a:custGeom>
              <a:avLst/>
              <a:gdLst>
                <a:gd name="connsiteX0" fmla="*/ 25621 w 69291"/>
                <a:gd name="connsiteY0" fmla="*/ 37298 h 79914"/>
                <a:gd name="connsiteX1" fmla="*/ 53230 w 69291"/>
                <a:gd name="connsiteY1" fmla="*/ 33240 h 79914"/>
                <a:gd name="connsiteX2" fmla="*/ 66763 w 69291"/>
                <a:gd name="connsiteY2" fmla="*/ 15070 h 79914"/>
                <a:gd name="connsiteX3" fmla="*/ 47455 w 69291"/>
                <a:gd name="connsiteY3" fmla="*/ 75 h 79914"/>
                <a:gd name="connsiteX4" fmla="*/ 178 w 69291"/>
                <a:gd name="connsiteY4" fmla="*/ 48059 h 79914"/>
                <a:gd name="connsiteX5" fmla="*/ 28508 w 69291"/>
                <a:gd name="connsiteY5" fmla="*/ 79990 h 79914"/>
                <a:gd name="connsiteX6" fmla="*/ 69470 w 69291"/>
                <a:gd name="connsiteY6" fmla="*/ 59173 h 79914"/>
                <a:gd name="connsiteX7" fmla="*/ 67305 w 69291"/>
                <a:gd name="connsiteY7" fmla="*/ 56880 h 79914"/>
                <a:gd name="connsiteX8" fmla="*/ 64959 w 69291"/>
                <a:gd name="connsiteY8" fmla="*/ 58644 h 79914"/>
                <a:gd name="connsiteX9" fmla="*/ 28869 w 69291"/>
                <a:gd name="connsiteY9" fmla="*/ 76108 h 79914"/>
                <a:gd name="connsiteX10" fmla="*/ 13170 w 69291"/>
                <a:gd name="connsiteY10" fmla="*/ 55645 h 79914"/>
                <a:gd name="connsiteX11" fmla="*/ 16058 w 69291"/>
                <a:gd name="connsiteY11" fmla="*/ 37298 h 79914"/>
                <a:gd name="connsiteX12" fmla="*/ 25621 w 69291"/>
                <a:gd name="connsiteY12" fmla="*/ 37298 h 79914"/>
                <a:gd name="connsiteX13" fmla="*/ 17140 w 69291"/>
                <a:gd name="connsiteY13" fmla="*/ 33417 h 79914"/>
                <a:gd name="connsiteX14" fmla="*/ 47455 w 69291"/>
                <a:gd name="connsiteY14" fmla="*/ 3956 h 79914"/>
                <a:gd name="connsiteX15" fmla="*/ 60808 w 69291"/>
                <a:gd name="connsiteY15" fmla="*/ 15070 h 79914"/>
                <a:gd name="connsiteX16" fmla="*/ 24539 w 69291"/>
                <a:gd name="connsiteY16" fmla="*/ 33417 h 79914"/>
                <a:gd name="connsiteX17" fmla="*/ 17140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621" y="37298"/>
                  </a:moveTo>
                  <a:cubicBezTo>
                    <a:pt x="30854" y="37298"/>
                    <a:pt x="44207" y="36945"/>
                    <a:pt x="53230" y="33240"/>
                  </a:cubicBezTo>
                  <a:cubicBezTo>
                    <a:pt x="65861" y="27948"/>
                    <a:pt x="66763" y="17540"/>
                    <a:pt x="66763" y="15070"/>
                  </a:cubicBezTo>
                  <a:cubicBezTo>
                    <a:pt x="66763" y="7308"/>
                    <a:pt x="59906" y="75"/>
                    <a:pt x="47455" y="75"/>
                  </a:cubicBezTo>
                  <a:cubicBezTo>
                    <a:pt x="27426" y="75"/>
                    <a:pt x="178" y="17187"/>
                    <a:pt x="178" y="48059"/>
                  </a:cubicBezTo>
                  <a:cubicBezTo>
                    <a:pt x="178" y="66053"/>
                    <a:pt x="10825" y="79990"/>
                    <a:pt x="28508" y="79990"/>
                  </a:cubicBezTo>
                  <a:cubicBezTo>
                    <a:pt x="54312" y="79990"/>
                    <a:pt x="69470" y="61290"/>
                    <a:pt x="69470" y="59173"/>
                  </a:cubicBezTo>
                  <a:cubicBezTo>
                    <a:pt x="69470" y="58114"/>
                    <a:pt x="68387" y="56880"/>
                    <a:pt x="67305" y="56880"/>
                  </a:cubicBezTo>
                  <a:cubicBezTo>
                    <a:pt x="66402" y="56880"/>
                    <a:pt x="66041" y="57232"/>
                    <a:pt x="64959" y="58644"/>
                  </a:cubicBezTo>
                  <a:cubicBezTo>
                    <a:pt x="50703" y="76108"/>
                    <a:pt x="31035" y="76108"/>
                    <a:pt x="28869" y="76108"/>
                  </a:cubicBezTo>
                  <a:cubicBezTo>
                    <a:pt x="14794" y="76108"/>
                    <a:pt x="13170" y="61290"/>
                    <a:pt x="13170" y="55645"/>
                  </a:cubicBezTo>
                  <a:cubicBezTo>
                    <a:pt x="13170" y="53528"/>
                    <a:pt x="13351" y="48059"/>
                    <a:pt x="16058" y="37298"/>
                  </a:cubicBezTo>
                  <a:lnTo>
                    <a:pt x="25621" y="37298"/>
                  </a:lnTo>
                  <a:close/>
                  <a:moveTo>
                    <a:pt x="17140" y="33417"/>
                  </a:moveTo>
                  <a:cubicBezTo>
                    <a:pt x="24178" y="6602"/>
                    <a:pt x="42764" y="3956"/>
                    <a:pt x="47455" y="3956"/>
                  </a:cubicBezTo>
                  <a:cubicBezTo>
                    <a:pt x="55936" y="3956"/>
                    <a:pt x="60808" y="9072"/>
                    <a:pt x="60808" y="15070"/>
                  </a:cubicBezTo>
                  <a:cubicBezTo>
                    <a:pt x="60808" y="33417"/>
                    <a:pt x="31937" y="33417"/>
                    <a:pt x="24539" y="33417"/>
                  </a:cubicBezTo>
                  <a:lnTo>
                    <a:pt x="17140"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 name="Freeform: Shape 56">
              <a:extLst>
                <a:ext uri="{FF2B5EF4-FFF2-40B4-BE49-F238E27FC236}">
                  <a16:creationId xmlns:a16="http://schemas.microsoft.com/office/drawing/2014/main" id="{C621CC41-9604-D0A9-5D9D-DA7667242C80}"/>
                </a:ext>
              </a:extLst>
            </p:cNvPr>
            <p:cNvSpPr/>
            <p:nvPr>
              <p:custDataLst>
                <p:tags r:id="rId72"/>
              </p:custDataLst>
            </p:nvPr>
          </p:nvSpPr>
          <p:spPr>
            <a:xfrm>
              <a:off x="9689606" y="6694837"/>
              <a:ext cx="32841" cy="123365"/>
            </a:xfrm>
            <a:custGeom>
              <a:avLst/>
              <a:gdLst>
                <a:gd name="connsiteX0" fmla="*/ 30498 w 32841"/>
                <a:gd name="connsiteY0" fmla="*/ 71 h 123365"/>
                <a:gd name="connsiteX1" fmla="*/ 183 w 32841"/>
                <a:gd name="connsiteY1" fmla="*/ 61691 h 123365"/>
                <a:gd name="connsiteX2" fmla="*/ 30498 w 32841"/>
                <a:gd name="connsiteY2" fmla="*/ 123436 h 123365"/>
                <a:gd name="connsiteX3" fmla="*/ 33024 w 32841"/>
                <a:gd name="connsiteY3" fmla="*/ 121954 h 123365"/>
                <a:gd name="connsiteX4" fmla="*/ 31761 w 32841"/>
                <a:gd name="connsiteY4" fmla="*/ 120102 h 123365"/>
                <a:gd name="connsiteX5" fmla="*/ 8772 w 32841"/>
                <a:gd name="connsiteY5" fmla="*/ 61815 h 123365"/>
                <a:gd name="connsiteX6" fmla="*/ 32140 w 32841"/>
                <a:gd name="connsiteY6" fmla="*/ 3034 h 123365"/>
                <a:gd name="connsiteX7" fmla="*/ 33024 w 32841"/>
                <a:gd name="connsiteY7" fmla="*/ 1552 h 123365"/>
                <a:gd name="connsiteX8" fmla="*/ 30498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498" y="71"/>
                  </a:moveTo>
                  <a:cubicBezTo>
                    <a:pt x="6499" y="16618"/>
                    <a:pt x="183" y="42798"/>
                    <a:pt x="183" y="61691"/>
                  </a:cubicBezTo>
                  <a:cubicBezTo>
                    <a:pt x="183" y="79103"/>
                    <a:pt x="5488" y="106147"/>
                    <a:pt x="30498" y="123436"/>
                  </a:cubicBezTo>
                  <a:cubicBezTo>
                    <a:pt x="31508" y="123436"/>
                    <a:pt x="33024" y="123436"/>
                    <a:pt x="33024" y="121954"/>
                  </a:cubicBezTo>
                  <a:cubicBezTo>
                    <a:pt x="33024" y="121213"/>
                    <a:pt x="32645" y="120966"/>
                    <a:pt x="31761" y="120102"/>
                  </a:cubicBezTo>
                  <a:cubicBezTo>
                    <a:pt x="14961" y="105283"/>
                    <a:pt x="8772" y="84290"/>
                    <a:pt x="8772" y="61815"/>
                  </a:cubicBezTo>
                  <a:cubicBezTo>
                    <a:pt x="8772" y="28473"/>
                    <a:pt x="21782" y="12172"/>
                    <a:pt x="32140" y="3034"/>
                  </a:cubicBezTo>
                  <a:cubicBezTo>
                    <a:pt x="32645" y="2540"/>
                    <a:pt x="33024" y="2170"/>
                    <a:pt x="33024" y="1552"/>
                  </a:cubicBezTo>
                  <a:cubicBezTo>
                    <a:pt x="33024" y="71"/>
                    <a:pt x="31508" y="71"/>
                    <a:pt x="30498"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8" name="Freeform: Shape 57">
              <a:extLst>
                <a:ext uri="{FF2B5EF4-FFF2-40B4-BE49-F238E27FC236}">
                  <a16:creationId xmlns:a16="http://schemas.microsoft.com/office/drawing/2014/main" id="{AF8AB06B-52B6-B7AA-13BF-0207D963EF28}"/>
                </a:ext>
              </a:extLst>
            </p:cNvPr>
            <p:cNvSpPr/>
            <p:nvPr>
              <p:custDataLst>
                <p:tags r:id="rId73"/>
              </p:custDataLst>
            </p:nvPr>
          </p:nvSpPr>
          <p:spPr>
            <a:xfrm>
              <a:off x="9735891" y="6732625"/>
              <a:ext cx="77429" cy="54828"/>
            </a:xfrm>
            <a:custGeom>
              <a:avLst/>
              <a:gdLst>
                <a:gd name="connsiteX0" fmla="*/ 45659 w 77429"/>
                <a:gd name="connsiteY0" fmla="*/ 25015 h 54828"/>
                <a:gd name="connsiteX1" fmla="*/ 63090 w 77429"/>
                <a:gd name="connsiteY1" fmla="*/ 7850 h 54828"/>
                <a:gd name="connsiteX2" fmla="*/ 74837 w 77429"/>
                <a:gd name="connsiteY2" fmla="*/ 6986 h 54828"/>
                <a:gd name="connsiteX3" fmla="*/ 74837 w 77429"/>
                <a:gd name="connsiteY3" fmla="*/ 71 h 54828"/>
                <a:gd name="connsiteX4" fmla="*/ 62585 w 77429"/>
                <a:gd name="connsiteY4" fmla="*/ 565 h 54828"/>
                <a:gd name="connsiteX5" fmla="*/ 48564 w 77429"/>
                <a:gd name="connsiteY5" fmla="*/ 71 h 54828"/>
                <a:gd name="connsiteX6" fmla="*/ 48564 w 77429"/>
                <a:gd name="connsiteY6" fmla="*/ 6986 h 54828"/>
                <a:gd name="connsiteX7" fmla="*/ 51974 w 77429"/>
                <a:gd name="connsiteY7" fmla="*/ 7727 h 54828"/>
                <a:gd name="connsiteX8" fmla="*/ 40101 w 77429"/>
                <a:gd name="connsiteY8" fmla="*/ 19458 h 54828"/>
                <a:gd name="connsiteX9" fmla="*/ 27848 w 77429"/>
                <a:gd name="connsiteY9" fmla="*/ 6986 h 54828"/>
                <a:gd name="connsiteX10" fmla="*/ 31259 w 77429"/>
                <a:gd name="connsiteY10" fmla="*/ 6986 h 54828"/>
                <a:gd name="connsiteX11" fmla="*/ 31259 w 77429"/>
                <a:gd name="connsiteY11" fmla="*/ 71 h 54828"/>
                <a:gd name="connsiteX12" fmla="*/ 15217 w 77429"/>
                <a:gd name="connsiteY12" fmla="*/ 565 h 54828"/>
                <a:gd name="connsiteX13" fmla="*/ 944 w 77429"/>
                <a:gd name="connsiteY13" fmla="*/ 71 h 54828"/>
                <a:gd name="connsiteX14" fmla="*/ 944 w 77429"/>
                <a:gd name="connsiteY14" fmla="*/ 6986 h 54828"/>
                <a:gd name="connsiteX15" fmla="*/ 10417 w 77429"/>
                <a:gd name="connsiteY15" fmla="*/ 6986 h 54828"/>
                <a:gd name="connsiteX16" fmla="*/ 31133 w 77429"/>
                <a:gd name="connsiteY16" fmla="*/ 28103 h 54828"/>
                <a:gd name="connsiteX17" fmla="*/ 12944 w 77429"/>
                <a:gd name="connsiteY17" fmla="*/ 46008 h 54828"/>
                <a:gd name="connsiteX18" fmla="*/ 7260 w 77429"/>
                <a:gd name="connsiteY18" fmla="*/ 47861 h 54828"/>
                <a:gd name="connsiteX19" fmla="*/ 186 w 77429"/>
                <a:gd name="connsiteY19" fmla="*/ 47984 h 54828"/>
                <a:gd name="connsiteX20" fmla="*/ 186 w 77429"/>
                <a:gd name="connsiteY20" fmla="*/ 54900 h 54828"/>
                <a:gd name="connsiteX21" fmla="*/ 12438 w 77429"/>
                <a:gd name="connsiteY21" fmla="*/ 54406 h 54828"/>
                <a:gd name="connsiteX22" fmla="*/ 26459 w 77429"/>
                <a:gd name="connsiteY22" fmla="*/ 54900 h 54828"/>
                <a:gd name="connsiteX23" fmla="*/ 26459 w 77429"/>
                <a:gd name="connsiteY23" fmla="*/ 47984 h 54828"/>
                <a:gd name="connsiteX24" fmla="*/ 23049 w 77429"/>
                <a:gd name="connsiteY24" fmla="*/ 47120 h 54828"/>
                <a:gd name="connsiteX25" fmla="*/ 36690 w 77429"/>
                <a:gd name="connsiteY25" fmla="*/ 33783 h 54828"/>
                <a:gd name="connsiteX26" fmla="*/ 50711 w 77429"/>
                <a:gd name="connsiteY26" fmla="*/ 47984 h 54828"/>
                <a:gd name="connsiteX27" fmla="*/ 47427 w 77429"/>
                <a:gd name="connsiteY27" fmla="*/ 47984 h 54828"/>
                <a:gd name="connsiteX28" fmla="*/ 47427 w 77429"/>
                <a:gd name="connsiteY28" fmla="*/ 54900 h 54828"/>
                <a:gd name="connsiteX29" fmla="*/ 63469 w 77429"/>
                <a:gd name="connsiteY29" fmla="*/ 54406 h 54828"/>
                <a:gd name="connsiteX30" fmla="*/ 77616 w 77429"/>
                <a:gd name="connsiteY30" fmla="*/ 54900 h 54828"/>
                <a:gd name="connsiteX31" fmla="*/ 77616 w 77429"/>
                <a:gd name="connsiteY31" fmla="*/ 47984 h 54828"/>
                <a:gd name="connsiteX32" fmla="*/ 68269 w 77429"/>
                <a:gd name="connsiteY32" fmla="*/ 47984 h 54828"/>
                <a:gd name="connsiteX33" fmla="*/ 45659 w 77429"/>
                <a:gd name="connsiteY33" fmla="*/ 25015 h 5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429" h="54828">
                  <a:moveTo>
                    <a:pt x="45659" y="25015"/>
                  </a:moveTo>
                  <a:lnTo>
                    <a:pt x="63090" y="7850"/>
                  </a:lnTo>
                  <a:cubicBezTo>
                    <a:pt x="66121" y="6986"/>
                    <a:pt x="69405" y="6986"/>
                    <a:pt x="74837" y="6986"/>
                  </a:cubicBezTo>
                  <a:lnTo>
                    <a:pt x="74837" y="71"/>
                  </a:lnTo>
                  <a:cubicBezTo>
                    <a:pt x="70795" y="441"/>
                    <a:pt x="66627" y="565"/>
                    <a:pt x="62585" y="565"/>
                  </a:cubicBezTo>
                  <a:cubicBezTo>
                    <a:pt x="58290" y="565"/>
                    <a:pt x="49574" y="194"/>
                    <a:pt x="48564" y="71"/>
                  </a:cubicBezTo>
                  <a:lnTo>
                    <a:pt x="48564" y="6986"/>
                  </a:lnTo>
                  <a:cubicBezTo>
                    <a:pt x="50206" y="6986"/>
                    <a:pt x="51090" y="7233"/>
                    <a:pt x="51974" y="7727"/>
                  </a:cubicBezTo>
                  <a:lnTo>
                    <a:pt x="40101" y="19458"/>
                  </a:lnTo>
                  <a:lnTo>
                    <a:pt x="27848" y="6986"/>
                  </a:lnTo>
                  <a:lnTo>
                    <a:pt x="31259" y="6986"/>
                  </a:lnTo>
                  <a:lnTo>
                    <a:pt x="31259" y="71"/>
                  </a:lnTo>
                  <a:cubicBezTo>
                    <a:pt x="30501" y="71"/>
                    <a:pt x="20522" y="565"/>
                    <a:pt x="15217" y="565"/>
                  </a:cubicBezTo>
                  <a:cubicBezTo>
                    <a:pt x="10417" y="565"/>
                    <a:pt x="5744" y="441"/>
                    <a:pt x="944" y="71"/>
                  </a:cubicBezTo>
                  <a:lnTo>
                    <a:pt x="944" y="6986"/>
                  </a:lnTo>
                  <a:lnTo>
                    <a:pt x="10417" y="6986"/>
                  </a:lnTo>
                  <a:lnTo>
                    <a:pt x="31133" y="28103"/>
                  </a:lnTo>
                  <a:lnTo>
                    <a:pt x="12944" y="46008"/>
                  </a:lnTo>
                  <a:cubicBezTo>
                    <a:pt x="11302" y="47490"/>
                    <a:pt x="11175" y="47614"/>
                    <a:pt x="7260" y="47861"/>
                  </a:cubicBezTo>
                  <a:cubicBezTo>
                    <a:pt x="5239" y="47984"/>
                    <a:pt x="818" y="47984"/>
                    <a:pt x="186" y="47984"/>
                  </a:cubicBezTo>
                  <a:lnTo>
                    <a:pt x="186" y="54900"/>
                  </a:lnTo>
                  <a:cubicBezTo>
                    <a:pt x="4228" y="54529"/>
                    <a:pt x="8396" y="54406"/>
                    <a:pt x="12438" y="54406"/>
                  </a:cubicBezTo>
                  <a:cubicBezTo>
                    <a:pt x="15849" y="54406"/>
                    <a:pt x="24817" y="54776"/>
                    <a:pt x="26459" y="54900"/>
                  </a:cubicBezTo>
                  <a:lnTo>
                    <a:pt x="26459" y="47984"/>
                  </a:lnTo>
                  <a:cubicBezTo>
                    <a:pt x="24438" y="47984"/>
                    <a:pt x="23933" y="47737"/>
                    <a:pt x="23049" y="47120"/>
                  </a:cubicBezTo>
                  <a:lnTo>
                    <a:pt x="36690" y="33783"/>
                  </a:lnTo>
                  <a:lnTo>
                    <a:pt x="50711" y="47984"/>
                  </a:lnTo>
                  <a:lnTo>
                    <a:pt x="47427" y="47984"/>
                  </a:lnTo>
                  <a:lnTo>
                    <a:pt x="47427" y="54900"/>
                  </a:lnTo>
                  <a:cubicBezTo>
                    <a:pt x="47553" y="54900"/>
                    <a:pt x="57658" y="54406"/>
                    <a:pt x="63469" y="54406"/>
                  </a:cubicBezTo>
                  <a:cubicBezTo>
                    <a:pt x="68142" y="54406"/>
                    <a:pt x="72942" y="54529"/>
                    <a:pt x="77616" y="54900"/>
                  </a:cubicBezTo>
                  <a:lnTo>
                    <a:pt x="77616" y="47984"/>
                  </a:lnTo>
                  <a:lnTo>
                    <a:pt x="68269" y="47984"/>
                  </a:lnTo>
                  <a:lnTo>
                    <a:pt x="45659" y="25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 name="Freeform: Shape 58">
              <a:extLst>
                <a:ext uri="{FF2B5EF4-FFF2-40B4-BE49-F238E27FC236}">
                  <a16:creationId xmlns:a16="http://schemas.microsoft.com/office/drawing/2014/main" id="{894B08AD-A3DB-4786-D849-4E84953A5720}"/>
                </a:ext>
              </a:extLst>
            </p:cNvPr>
            <p:cNvSpPr/>
            <p:nvPr>
              <p:custDataLst>
                <p:tags r:id="rId74"/>
              </p:custDataLst>
            </p:nvPr>
          </p:nvSpPr>
          <p:spPr>
            <a:xfrm>
              <a:off x="9826100" y="6684909"/>
              <a:ext cx="24991" cy="45955"/>
            </a:xfrm>
            <a:custGeom>
              <a:avLst/>
              <a:gdLst>
                <a:gd name="connsiteX0" fmla="*/ 24280 w 24991"/>
                <a:gd name="connsiteY0" fmla="*/ 8359 h 45955"/>
                <a:gd name="connsiteX1" fmla="*/ 25183 w 24991"/>
                <a:gd name="connsiteY1" fmla="*/ 5272 h 45955"/>
                <a:gd name="connsiteX2" fmla="*/ 19589 w 24991"/>
                <a:gd name="connsiteY2" fmla="*/ 68 h 45955"/>
                <a:gd name="connsiteX3" fmla="*/ 14446 w 24991"/>
                <a:gd name="connsiteY3" fmla="*/ 4125 h 45955"/>
                <a:gd name="connsiteX4" fmla="*/ 552 w 24991"/>
                <a:gd name="connsiteY4" fmla="*/ 42318 h 45955"/>
                <a:gd name="connsiteX5" fmla="*/ 191 w 24991"/>
                <a:gd name="connsiteY5" fmla="*/ 43730 h 45955"/>
                <a:gd name="connsiteX6" fmla="*/ 4070 w 24991"/>
                <a:gd name="connsiteY6" fmla="*/ 46023 h 45955"/>
                <a:gd name="connsiteX7" fmla="*/ 5604 w 24991"/>
                <a:gd name="connsiteY7" fmla="*/ 44524 h 45955"/>
                <a:gd name="connsiteX8" fmla="*/ 24280 w 24991"/>
                <a:gd name="connsiteY8" fmla="*/ 8359 h 4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91" h="45955">
                  <a:moveTo>
                    <a:pt x="24280" y="8359"/>
                  </a:moveTo>
                  <a:cubicBezTo>
                    <a:pt x="24371" y="8271"/>
                    <a:pt x="25183" y="6595"/>
                    <a:pt x="25183" y="5272"/>
                  </a:cubicBezTo>
                  <a:cubicBezTo>
                    <a:pt x="25183" y="2096"/>
                    <a:pt x="22295" y="68"/>
                    <a:pt x="19589" y="68"/>
                  </a:cubicBezTo>
                  <a:cubicBezTo>
                    <a:pt x="15890" y="68"/>
                    <a:pt x="14897" y="2802"/>
                    <a:pt x="14446" y="4125"/>
                  </a:cubicBezTo>
                  <a:lnTo>
                    <a:pt x="552" y="42318"/>
                  </a:lnTo>
                  <a:cubicBezTo>
                    <a:pt x="191" y="43377"/>
                    <a:pt x="191" y="43641"/>
                    <a:pt x="191" y="43730"/>
                  </a:cubicBezTo>
                  <a:cubicBezTo>
                    <a:pt x="191" y="45141"/>
                    <a:pt x="3980" y="46023"/>
                    <a:pt x="4070" y="46023"/>
                  </a:cubicBezTo>
                  <a:cubicBezTo>
                    <a:pt x="4882" y="46023"/>
                    <a:pt x="5063" y="45582"/>
                    <a:pt x="5604" y="44524"/>
                  </a:cubicBezTo>
                  <a:lnTo>
                    <a:pt x="24280" y="83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 name="Freeform: Shape 59">
              <a:extLst>
                <a:ext uri="{FF2B5EF4-FFF2-40B4-BE49-F238E27FC236}">
                  <a16:creationId xmlns:a16="http://schemas.microsoft.com/office/drawing/2014/main" id="{720E714D-93AC-2C0C-145F-CB5424A927AB}"/>
                </a:ext>
              </a:extLst>
            </p:cNvPr>
            <p:cNvSpPr/>
            <p:nvPr>
              <p:custDataLst>
                <p:tags r:id="rId75"/>
              </p:custDataLst>
            </p:nvPr>
          </p:nvSpPr>
          <p:spPr>
            <a:xfrm>
              <a:off x="9869170" y="6700765"/>
              <a:ext cx="88292" cy="110645"/>
            </a:xfrm>
            <a:custGeom>
              <a:avLst/>
              <a:gdLst>
                <a:gd name="connsiteX0" fmla="*/ 8404 w 88292"/>
                <a:gd name="connsiteY0" fmla="*/ 108000 h 110645"/>
                <a:gd name="connsiteX1" fmla="*/ 16109 w 88292"/>
                <a:gd name="connsiteY1" fmla="*/ 77498 h 110645"/>
                <a:gd name="connsiteX2" fmla="*/ 44782 w 88292"/>
                <a:gd name="connsiteY2" fmla="*/ 88365 h 110645"/>
                <a:gd name="connsiteX3" fmla="*/ 87476 w 88292"/>
                <a:gd name="connsiteY3" fmla="*/ 54035 h 110645"/>
                <a:gd name="connsiteX4" fmla="*/ 78886 w 88292"/>
                <a:gd name="connsiteY4" fmla="*/ 37241 h 110645"/>
                <a:gd name="connsiteX5" fmla="*/ 88486 w 88292"/>
                <a:gd name="connsiteY5" fmla="*/ 17606 h 110645"/>
                <a:gd name="connsiteX6" fmla="*/ 66002 w 88292"/>
                <a:gd name="connsiteY6" fmla="*/ 71 h 110645"/>
                <a:gd name="connsiteX7" fmla="*/ 19772 w 88292"/>
                <a:gd name="connsiteY7" fmla="*/ 31684 h 110645"/>
                <a:gd name="connsiteX8" fmla="*/ 699 w 88292"/>
                <a:gd name="connsiteY8" fmla="*/ 106394 h 110645"/>
                <a:gd name="connsiteX9" fmla="*/ 193 w 88292"/>
                <a:gd name="connsiteY9" fmla="*/ 108494 h 110645"/>
                <a:gd name="connsiteX10" fmla="*/ 4235 w 88292"/>
                <a:gd name="connsiteY10" fmla="*/ 110717 h 110645"/>
                <a:gd name="connsiteX11" fmla="*/ 8404 w 88292"/>
                <a:gd name="connsiteY11" fmla="*/ 108000 h 110645"/>
                <a:gd name="connsiteX12" fmla="*/ 47940 w 88292"/>
                <a:gd name="connsiteY12" fmla="*/ 38846 h 110645"/>
                <a:gd name="connsiteX13" fmla="*/ 56403 w 88292"/>
                <a:gd name="connsiteY13" fmla="*/ 37611 h 110645"/>
                <a:gd name="connsiteX14" fmla="*/ 62339 w 88292"/>
                <a:gd name="connsiteY14" fmla="*/ 38105 h 110645"/>
                <a:gd name="connsiteX15" fmla="*/ 54634 w 88292"/>
                <a:gd name="connsiteY15" fmla="*/ 39587 h 110645"/>
                <a:gd name="connsiteX16" fmla="*/ 47940 w 88292"/>
                <a:gd name="connsiteY16" fmla="*/ 38846 h 110645"/>
                <a:gd name="connsiteX17" fmla="*/ 68402 w 88292"/>
                <a:gd name="connsiteY17" fmla="*/ 32919 h 110645"/>
                <a:gd name="connsiteX18" fmla="*/ 56782 w 88292"/>
                <a:gd name="connsiteY18" fmla="*/ 31931 h 110645"/>
                <a:gd name="connsiteX19" fmla="*/ 39856 w 88292"/>
                <a:gd name="connsiteY19" fmla="*/ 39340 h 110645"/>
                <a:gd name="connsiteX20" fmla="*/ 54382 w 88292"/>
                <a:gd name="connsiteY20" fmla="*/ 45267 h 110645"/>
                <a:gd name="connsiteX21" fmla="*/ 69918 w 88292"/>
                <a:gd name="connsiteY21" fmla="*/ 42674 h 110645"/>
                <a:gd name="connsiteX22" fmla="*/ 71434 w 88292"/>
                <a:gd name="connsiteY22" fmla="*/ 49219 h 110645"/>
                <a:gd name="connsiteX23" fmla="*/ 63981 w 88292"/>
                <a:gd name="connsiteY23" fmla="*/ 73670 h 110645"/>
                <a:gd name="connsiteX24" fmla="*/ 44656 w 88292"/>
                <a:gd name="connsiteY24" fmla="*/ 82685 h 110645"/>
                <a:gd name="connsiteX25" fmla="*/ 19898 w 88292"/>
                <a:gd name="connsiteY25" fmla="*/ 65149 h 110645"/>
                <a:gd name="connsiteX26" fmla="*/ 22172 w 88292"/>
                <a:gd name="connsiteY26" fmla="*/ 54159 h 110645"/>
                <a:gd name="connsiteX27" fmla="*/ 27098 w 88292"/>
                <a:gd name="connsiteY27" fmla="*/ 34524 h 110645"/>
                <a:gd name="connsiteX28" fmla="*/ 40487 w 88292"/>
                <a:gd name="connsiteY28" fmla="*/ 14395 h 110645"/>
                <a:gd name="connsiteX29" fmla="*/ 65371 w 88292"/>
                <a:gd name="connsiteY29" fmla="*/ 5751 h 110645"/>
                <a:gd name="connsiteX30" fmla="*/ 73960 w 88292"/>
                <a:gd name="connsiteY30" fmla="*/ 13160 h 110645"/>
                <a:gd name="connsiteX31" fmla="*/ 68402 w 88292"/>
                <a:gd name="connsiteY31" fmla="*/ 32919 h 1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292" h="110645">
                  <a:moveTo>
                    <a:pt x="8404" y="108000"/>
                  </a:moveTo>
                  <a:lnTo>
                    <a:pt x="16109" y="77498"/>
                  </a:lnTo>
                  <a:cubicBezTo>
                    <a:pt x="18509" y="80585"/>
                    <a:pt x="26972" y="88365"/>
                    <a:pt x="44782" y="88365"/>
                  </a:cubicBezTo>
                  <a:cubicBezTo>
                    <a:pt x="73076" y="88365"/>
                    <a:pt x="87476" y="69595"/>
                    <a:pt x="87476" y="54035"/>
                  </a:cubicBezTo>
                  <a:cubicBezTo>
                    <a:pt x="87476" y="46873"/>
                    <a:pt x="84570" y="41192"/>
                    <a:pt x="78886" y="37241"/>
                  </a:cubicBezTo>
                  <a:cubicBezTo>
                    <a:pt x="84444" y="32795"/>
                    <a:pt x="88486" y="24892"/>
                    <a:pt x="88486" y="17606"/>
                  </a:cubicBezTo>
                  <a:cubicBezTo>
                    <a:pt x="88486" y="7603"/>
                    <a:pt x="81160" y="71"/>
                    <a:pt x="66002" y="71"/>
                  </a:cubicBezTo>
                  <a:cubicBezTo>
                    <a:pt x="47308" y="71"/>
                    <a:pt x="24824" y="11679"/>
                    <a:pt x="19772" y="31684"/>
                  </a:cubicBezTo>
                  <a:lnTo>
                    <a:pt x="699" y="106394"/>
                  </a:lnTo>
                  <a:cubicBezTo>
                    <a:pt x="193" y="108123"/>
                    <a:pt x="193" y="108370"/>
                    <a:pt x="193" y="108494"/>
                  </a:cubicBezTo>
                  <a:cubicBezTo>
                    <a:pt x="193" y="110717"/>
                    <a:pt x="2341" y="110717"/>
                    <a:pt x="4235" y="110717"/>
                  </a:cubicBezTo>
                  <a:cubicBezTo>
                    <a:pt x="6762" y="110717"/>
                    <a:pt x="7772" y="110717"/>
                    <a:pt x="8404" y="108000"/>
                  </a:cubicBezTo>
                  <a:close/>
                  <a:moveTo>
                    <a:pt x="47940" y="38846"/>
                  </a:moveTo>
                  <a:cubicBezTo>
                    <a:pt x="49582" y="38105"/>
                    <a:pt x="50719" y="37611"/>
                    <a:pt x="56403" y="37611"/>
                  </a:cubicBezTo>
                  <a:cubicBezTo>
                    <a:pt x="58424" y="37611"/>
                    <a:pt x="60066" y="37611"/>
                    <a:pt x="62339" y="38105"/>
                  </a:cubicBezTo>
                  <a:cubicBezTo>
                    <a:pt x="59560" y="39587"/>
                    <a:pt x="56908" y="39587"/>
                    <a:pt x="54634" y="39587"/>
                  </a:cubicBezTo>
                  <a:cubicBezTo>
                    <a:pt x="50845" y="39587"/>
                    <a:pt x="50466" y="39463"/>
                    <a:pt x="47940" y="38846"/>
                  </a:cubicBezTo>
                  <a:close/>
                  <a:moveTo>
                    <a:pt x="68402" y="32919"/>
                  </a:moveTo>
                  <a:cubicBezTo>
                    <a:pt x="63602" y="31931"/>
                    <a:pt x="59308" y="31931"/>
                    <a:pt x="56782" y="31931"/>
                  </a:cubicBezTo>
                  <a:cubicBezTo>
                    <a:pt x="51350" y="31931"/>
                    <a:pt x="39856" y="31931"/>
                    <a:pt x="39856" y="39340"/>
                  </a:cubicBezTo>
                  <a:cubicBezTo>
                    <a:pt x="39856" y="45144"/>
                    <a:pt x="48192" y="45267"/>
                    <a:pt x="54382" y="45267"/>
                  </a:cubicBezTo>
                  <a:cubicBezTo>
                    <a:pt x="58045" y="45267"/>
                    <a:pt x="63224" y="45267"/>
                    <a:pt x="69918" y="42674"/>
                  </a:cubicBezTo>
                  <a:cubicBezTo>
                    <a:pt x="71055" y="44403"/>
                    <a:pt x="71434" y="46996"/>
                    <a:pt x="71434" y="49219"/>
                  </a:cubicBezTo>
                  <a:cubicBezTo>
                    <a:pt x="71434" y="53541"/>
                    <a:pt x="68781" y="67125"/>
                    <a:pt x="63981" y="73670"/>
                  </a:cubicBezTo>
                  <a:cubicBezTo>
                    <a:pt x="59434" y="79721"/>
                    <a:pt x="52487" y="82685"/>
                    <a:pt x="44656" y="82685"/>
                  </a:cubicBezTo>
                  <a:cubicBezTo>
                    <a:pt x="33919" y="82685"/>
                    <a:pt x="19898" y="77868"/>
                    <a:pt x="19898" y="65149"/>
                  </a:cubicBezTo>
                  <a:cubicBezTo>
                    <a:pt x="19898" y="62803"/>
                    <a:pt x="21161" y="57740"/>
                    <a:pt x="22172" y="54159"/>
                  </a:cubicBezTo>
                  <a:cubicBezTo>
                    <a:pt x="22803" y="51442"/>
                    <a:pt x="26845" y="35635"/>
                    <a:pt x="27098" y="34524"/>
                  </a:cubicBezTo>
                  <a:cubicBezTo>
                    <a:pt x="28235" y="30202"/>
                    <a:pt x="30382" y="21805"/>
                    <a:pt x="40487" y="14395"/>
                  </a:cubicBezTo>
                  <a:cubicBezTo>
                    <a:pt x="50845" y="6739"/>
                    <a:pt x="60824" y="5751"/>
                    <a:pt x="65371" y="5751"/>
                  </a:cubicBezTo>
                  <a:cubicBezTo>
                    <a:pt x="73960" y="5751"/>
                    <a:pt x="73960" y="11185"/>
                    <a:pt x="73960" y="13160"/>
                  </a:cubicBezTo>
                  <a:cubicBezTo>
                    <a:pt x="73960" y="16124"/>
                    <a:pt x="71687" y="27362"/>
                    <a:pt x="68402" y="3291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 name="Freeform: Shape 60">
              <a:extLst>
                <a:ext uri="{FF2B5EF4-FFF2-40B4-BE49-F238E27FC236}">
                  <a16:creationId xmlns:a16="http://schemas.microsoft.com/office/drawing/2014/main" id="{D970BB54-F614-B0BC-4549-670606A10F08}"/>
                </a:ext>
              </a:extLst>
            </p:cNvPr>
            <p:cNvSpPr/>
            <p:nvPr>
              <p:custDataLst>
                <p:tags r:id="rId76"/>
              </p:custDataLst>
            </p:nvPr>
          </p:nvSpPr>
          <p:spPr>
            <a:xfrm>
              <a:off x="9972865" y="6694837"/>
              <a:ext cx="32715" cy="123365"/>
            </a:xfrm>
            <a:custGeom>
              <a:avLst/>
              <a:gdLst>
                <a:gd name="connsiteX0" fmla="*/ 2599 w 32715"/>
                <a:gd name="connsiteY0" fmla="*/ 71 h 123365"/>
                <a:gd name="connsiteX1" fmla="*/ 199 w 32715"/>
                <a:gd name="connsiteY1" fmla="*/ 1552 h 123365"/>
                <a:gd name="connsiteX2" fmla="*/ 1336 w 32715"/>
                <a:gd name="connsiteY2" fmla="*/ 3405 h 123365"/>
                <a:gd name="connsiteX3" fmla="*/ 24325 w 32715"/>
                <a:gd name="connsiteY3" fmla="*/ 61691 h 123365"/>
                <a:gd name="connsiteX4" fmla="*/ 2472 w 32715"/>
                <a:gd name="connsiteY4" fmla="*/ 119114 h 123365"/>
                <a:gd name="connsiteX5" fmla="*/ 199 w 32715"/>
                <a:gd name="connsiteY5" fmla="*/ 121954 h 123365"/>
                <a:gd name="connsiteX6" fmla="*/ 1841 w 32715"/>
                <a:gd name="connsiteY6" fmla="*/ 123436 h 123365"/>
                <a:gd name="connsiteX7" fmla="*/ 23693 w 32715"/>
                <a:gd name="connsiteY7" fmla="*/ 99849 h 123365"/>
                <a:gd name="connsiteX8" fmla="*/ 32914 w 32715"/>
                <a:gd name="connsiteY8" fmla="*/ 61815 h 123365"/>
                <a:gd name="connsiteX9" fmla="*/ 2599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599" y="71"/>
                  </a:moveTo>
                  <a:cubicBezTo>
                    <a:pt x="1715" y="71"/>
                    <a:pt x="199" y="71"/>
                    <a:pt x="199" y="1552"/>
                  </a:cubicBezTo>
                  <a:cubicBezTo>
                    <a:pt x="199" y="2170"/>
                    <a:pt x="578" y="2540"/>
                    <a:pt x="1336" y="3405"/>
                  </a:cubicBezTo>
                  <a:cubicBezTo>
                    <a:pt x="12199" y="13160"/>
                    <a:pt x="24325" y="29831"/>
                    <a:pt x="24325" y="61691"/>
                  </a:cubicBezTo>
                  <a:cubicBezTo>
                    <a:pt x="24325" y="87501"/>
                    <a:pt x="16114" y="107012"/>
                    <a:pt x="2472" y="119114"/>
                  </a:cubicBezTo>
                  <a:cubicBezTo>
                    <a:pt x="325" y="121213"/>
                    <a:pt x="199" y="121337"/>
                    <a:pt x="199" y="121954"/>
                  </a:cubicBezTo>
                  <a:cubicBezTo>
                    <a:pt x="199" y="122571"/>
                    <a:pt x="578" y="123436"/>
                    <a:pt x="1841" y="123436"/>
                  </a:cubicBezTo>
                  <a:cubicBezTo>
                    <a:pt x="3357" y="123436"/>
                    <a:pt x="15356" y="115286"/>
                    <a:pt x="23693" y="99849"/>
                  </a:cubicBezTo>
                  <a:cubicBezTo>
                    <a:pt x="29251" y="89600"/>
                    <a:pt x="32914" y="76263"/>
                    <a:pt x="32914" y="61815"/>
                  </a:cubicBezTo>
                  <a:cubicBezTo>
                    <a:pt x="32914" y="44403"/>
                    <a:pt x="27609" y="17359"/>
                    <a:pt x="2599"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 name="Freeform: Shape 61">
              <a:extLst>
                <a:ext uri="{FF2B5EF4-FFF2-40B4-BE49-F238E27FC236}">
                  <a16:creationId xmlns:a16="http://schemas.microsoft.com/office/drawing/2014/main" id="{A9A7EAF8-52C2-F2F2-EDF1-E6C3C2C89DE7}"/>
                </a:ext>
              </a:extLst>
            </p:cNvPr>
            <p:cNvSpPr/>
            <p:nvPr>
              <p:custDataLst>
                <p:tags r:id="rId77"/>
              </p:custDataLst>
            </p:nvPr>
          </p:nvSpPr>
          <p:spPr>
            <a:xfrm>
              <a:off x="10094409" y="6812662"/>
              <a:ext cx="110253" cy="7056"/>
            </a:xfrm>
            <a:custGeom>
              <a:avLst/>
              <a:gdLst>
                <a:gd name="connsiteX0" fmla="*/ 104143 w 110253"/>
                <a:gd name="connsiteY0" fmla="*/ 7131 h 7056"/>
                <a:gd name="connsiteX1" fmla="*/ 110458 w 110253"/>
                <a:gd name="connsiteY1" fmla="*/ 3603 h 7056"/>
                <a:gd name="connsiteX2" fmla="*/ 104143 w 110253"/>
                <a:gd name="connsiteY2" fmla="*/ 75 h 7056"/>
                <a:gd name="connsiteX3" fmla="*/ 6521 w 110253"/>
                <a:gd name="connsiteY3" fmla="*/ 75 h 7056"/>
                <a:gd name="connsiteX4" fmla="*/ 205 w 110253"/>
                <a:gd name="connsiteY4" fmla="*/ 3603 h 7056"/>
                <a:gd name="connsiteX5" fmla="*/ 6521 w 110253"/>
                <a:gd name="connsiteY5" fmla="*/ 7131 h 7056"/>
                <a:gd name="connsiteX6" fmla="*/ 104143 w 110253"/>
                <a:gd name="connsiteY6" fmla="*/ 7131 h 7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253" h="7056">
                  <a:moveTo>
                    <a:pt x="104143" y="7131"/>
                  </a:moveTo>
                  <a:cubicBezTo>
                    <a:pt x="107210" y="7131"/>
                    <a:pt x="110458" y="7131"/>
                    <a:pt x="110458" y="3603"/>
                  </a:cubicBezTo>
                  <a:cubicBezTo>
                    <a:pt x="110458" y="75"/>
                    <a:pt x="107210" y="75"/>
                    <a:pt x="104143" y="75"/>
                  </a:cubicBezTo>
                  <a:lnTo>
                    <a:pt x="6521" y="75"/>
                  </a:lnTo>
                  <a:cubicBezTo>
                    <a:pt x="3453" y="75"/>
                    <a:pt x="205" y="75"/>
                    <a:pt x="205" y="3603"/>
                  </a:cubicBezTo>
                  <a:cubicBezTo>
                    <a:pt x="205" y="7131"/>
                    <a:pt x="3453" y="7131"/>
                    <a:pt x="6521" y="7131"/>
                  </a:cubicBezTo>
                  <a:lnTo>
                    <a:pt x="104143" y="713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 name="Freeform: Shape 62">
              <a:extLst>
                <a:ext uri="{FF2B5EF4-FFF2-40B4-BE49-F238E27FC236}">
                  <a16:creationId xmlns:a16="http://schemas.microsoft.com/office/drawing/2014/main" id="{9E5D205B-DC3D-7C2C-05CD-FAE4A0A7DC06}"/>
                </a:ext>
              </a:extLst>
            </p:cNvPr>
            <p:cNvSpPr/>
            <p:nvPr>
              <p:custDataLst>
                <p:tags r:id="rId78"/>
              </p:custDataLst>
            </p:nvPr>
          </p:nvSpPr>
          <p:spPr>
            <a:xfrm>
              <a:off x="10199631" y="6770146"/>
              <a:ext cx="160236" cy="92087"/>
            </a:xfrm>
            <a:custGeom>
              <a:avLst/>
              <a:gdLst>
                <a:gd name="connsiteX0" fmla="*/ 140779 w 160236"/>
                <a:gd name="connsiteY0" fmla="*/ 49647 h 92087"/>
                <a:gd name="connsiteX1" fmla="*/ 124539 w 160236"/>
                <a:gd name="connsiteY1" fmla="*/ 66582 h 92087"/>
                <a:gd name="connsiteX2" fmla="*/ 114976 w 160236"/>
                <a:gd name="connsiteY2" fmla="*/ 90045 h 92087"/>
                <a:gd name="connsiteX3" fmla="*/ 118584 w 160236"/>
                <a:gd name="connsiteY3" fmla="*/ 92162 h 92087"/>
                <a:gd name="connsiteX4" fmla="*/ 122554 w 160236"/>
                <a:gd name="connsiteY4" fmla="*/ 88634 h 92087"/>
                <a:gd name="connsiteX5" fmla="*/ 157741 w 160236"/>
                <a:gd name="connsiteY5" fmla="*/ 48412 h 92087"/>
                <a:gd name="connsiteX6" fmla="*/ 160448 w 160236"/>
                <a:gd name="connsiteY6" fmla="*/ 46118 h 92087"/>
                <a:gd name="connsiteX7" fmla="*/ 159005 w 160236"/>
                <a:gd name="connsiteY7" fmla="*/ 44178 h 92087"/>
                <a:gd name="connsiteX8" fmla="*/ 122374 w 160236"/>
                <a:gd name="connsiteY8" fmla="*/ 2721 h 92087"/>
                <a:gd name="connsiteX9" fmla="*/ 118584 w 160236"/>
                <a:gd name="connsiteY9" fmla="*/ 75 h 92087"/>
                <a:gd name="connsiteX10" fmla="*/ 114976 w 160236"/>
                <a:gd name="connsiteY10" fmla="*/ 2192 h 92087"/>
                <a:gd name="connsiteX11" fmla="*/ 124178 w 160236"/>
                <a:gd name="connsiteY11" fmla="*/ 25478 h 92087"/>
                <a:gd name="connsiteX12" fmla="*/ 140779 w 160236"/>
                <a:gd name="connsiteY12" fmla="*/ 42590 h 92087"/>
                <a:gd name="connsiteX13" fmla="*/ 6707 w 160236"/>
                <a:gd name="connsiteY13" fmla="*/ 42590 h 92087"/>
                <a:gd name="connsiteX14" fmla="*/ 211 w 160236"/>
                <a:gd name="connsiteY14" fmla="*/ 46118 h 92087"/>
                <a:gd name="connsiteX15" fmla="*/ 6707 w 160236"/>
                <a:gd name="connsiteY15" fmla="*/ 49647 h 92087"/>
                <a:gd name="connsiteX16" fmla="*/ 140779 w 160236"/>
                <a:gd name="connsiteY16" fmla="*/ 49647 h 92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236" h="92087">
                  <a:moveTo>
                    <a:pt x="140779" y="49647"/>
                  </a:moveTo>
                  <a:cubicBezTo>
                    <a:pt x="130855" y="57056"/>
                    <a:pt x="125983" y="64289"/>
                    <a:pt x="124539" y="66582"/>
                  </a:cubicBezTo>
                  <a:cubicBezTo>
                    <a:pt x="116419" y="78755"/>
                    <a:pt x="114976" y="89869"/>
                    <a:pt x="114976" y="90045"/>
                  </a:cubicBezTo>
                  <a:cubicBezTo>
                    <a:pt x="114976" y="92162"/>
                    <a:pt x="117141" y="92162"/>
                    <a:pt x="118584" y="92162"/>
                  </a:cubicBezTo>
                  <a:cubicBezTo>
                    <a:pt x="121652" y="92162"/>
                    <a:pt x="121833" y="91809"/>
                    <a:pt x="122554" y="88634"/>
                  </a:cubicBezTo>
                  <a:cubicBezTo>
                    <a:pt x="126705" y="71345"/>
                    <a:pt x="137351" y="56527"/>
                    <a:pt x="157741" y="48412"/>
                  </a:cubicBezTo>
                  <a:cubicBezTo>
                    <a:pt x="159907" y="47706"/>
                    <a:pt x="160448" y="47353"/>
                    <a:pt x="160448" y="46118"/>
                  </a:cubicBezTo>
                  <a:cubicBezTo>
                    <a:pt x="160448" y="44883"/>
                    <a:pt x="159365" y="44354"/>
                    <a:pt x="159005" y="44178"/>
                  </a:cubicBezTo>
                  <a:cubicBezTo>
                    <a:pt x="151065" y="41179"/>
                    <a:pt x="129231" y="32358"/>
                    <a:pt x="122374" y="2721"/>
                  </a:cubicBezTo>
                  <a:cubicBezTo>
                    <a:pt x="121833" y="604"/>
                    <a:pt x="121652" y="75"/>
                    <a:pt x="118584" y="75"/>
                  </a:cubicBezTo>
                  <a:cubicBezTo>
                    <a:pt x="117141" y="75"/>
                    <a:pt x="114976" y="75"/>
                    <a:pt x="114976" y="2192"/>
                  </a:cubicBezTo>
                  <a:cubicBezTo>
                    <a:pt x="114976" y="2544"/>
                    <a:pt x="116600" y="13658"/>
                    <a:pt x="124178" y="25478"/>
                  </a:cubicBezTo>
                  <a:cubicBezTo>
                    <a:pt x="127787" y="30770"/>
                    <a:pt x="133020" y="36945"/>
                    <a:pt x="140779" y="42590"/>
                  </a:cubicBezTo>
                  <a:lnTo>
                    <a:pt x="6707" y="42590"/>
                  </a:lnTo>
                  <a:cubicBezTo>
                    <a:pt x="3459" y="42590"/>
                    <a:pt x="211" y="42590"/>
                    <a:pt x="211" y="46118"/>
                  </a:cubicBezTo>
                  <a:cubicBezTo>
                    <a:pt x="211" y="49647"/>
                    <a:pt x="3459" y="49647"/>
                    <a:pt x="6707" y="49647"/>
                  </a:cubicBezTo>
                  <a:lnTo>
                    <a:pt x="140779" y="4964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 name="Freeform: Shape 63">
              <a:extLst>
                <a:ext uri="{FF2B5EF4-FFF2-40B4-BE49-F238E27FC236}">
                  <a16:creationId xmlns:a16="http://schemas.microsoft.com/office/drawing/2014/main" id="{CE7D6B94-110B-B807-1F15-92083B3F87E5}"/>
                </a:ext>
              </a:extLst>
            </p:cNvPr>
            <p:cNvSpPr/>
            <p:nvPr>
              <p:custDataLst>
                <p:tags r:id="rId79"/>
              </p:custDataLst>
            </p:nvPr>
          </p:nvSpPr>
          <p:spPr>
            <a:xfrm>
              <a:off x="10428577" y="6782319"/>
              <a:ext cx="69291" cy="79914"/>
            </a:xfrm>
            <a:custGeom>
              <a:avLst/>
              <a:gdLst>
                <a:gd name="connsiteX0" fmla="*/ 25667 w 69291"/>
                <a:gd name="connsiteY0" fmla="*/ 37298 h 79914"/>
                <a:gd name="connsiteX1" fmla="*/ 53275 w 69291"/>
                <a:gd name="connsiteY1" fmla="*/ 33240 h 79914"/>
                <a:gd name="connsiteX2" fmla="*/ 66809 w 69291"/>
                <a:gd name="connsiteY2" fmla="*/ 15070 h 79914"/>
                <a:gd name="connsiteX3" fmla="*/ 47501 w 69291"/>
                <a:gd name="connsiteY3" fmla="*/ 75 h 79914"/>
                <a:gd name="connsiteX4" fmla="*/ 224 w 69291"/>
                <a:gd name="connsiteY4" fmla="*/ 48059 h 79914"/>
                <a:gd name="connsiteX5" fmla="*/ 28554 w 69291"/>
                <a:gd name="connsiteY5" fmla="*/ 79990 h 79914"/>
                <a:gd name="connsiteX6" fmla="*/ 69516 w 69291"/>
                <a:gd name="connsiteY6" fmla="*/ 59173 h 79914"/>
                <a:gd name="connsiteX7" fmla="*/ 67350 w 69291"/>
                <a:gd name="connsiteY7" fmla="*/ 56880 h 79914"/>
                <a:gd name="connsiteX8" fmla="*/ 65004 w 69291"/>
                <a:gd name="connsiteY8" fmla="*/ 58644 h 79914"/>
                <a:gd name="connsiteX9" fmla="*/ 28915 w 69291"/>
                <a:gd name="connsiteY9" fmla="*/ 76108 h 79914"/>
                <a:gd name="connsiteX10" fmla="*/ 13216 w 69291"/>
                <a:gd name="connsiteY10" fmla="*/ 55645 h 79914"/>
                <a:gd name="connsiteX11" fmla="*/ 16103 w 69291"/>
                <a:gd name="connsiteY11" fmla="*/ 37298 h 79914"/>
                <a:gd name="connsiteX12" fmla="*/ 25667 w 69291"/>
                <a:gd name="connsiteY12" fmla="*/ 37298 h 79914"/>
                <a:gd name="connsiteX13" fmla="*/ 17186 w 69291"/>
                <a:gd name="connsiteY13" fmla="*/ 33417 h 79914"/>
                <a:gd name="connsiteX14" fmla="*/ 47501 w 69291"/>
                <a:gd name="connsiteY14" fmla="*/ 3956 h 79914"/>
                <a:gd name="connsiteX15" fmla="*/ 60854 w 69291"/>
                <a:gd name="connsiteY15" fmla="*/ 15070 h 79914"/>
                <a:gd name="connsiteX16" fmla="*/ 24584 w 69291"/>
                <a:gd name="connsiteY16" fmla="*/ 33417 h 79914"/>
                <a:gd name="connsiteX17" fmla="*/ 17186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667" y="37298"/>
                  </a:moveTo>
                  <a:cubicBezTo>
                    <a:pt x="30900" y="37298"/>
                    <a:pt x="44253" y="36945"/>
                    <a:pt x="53275" y="33240"/>
                  </a:cubicBezTo>
                  <a:cubicBezTo>
                    <a:pt x="65907" y="27948"/>
                    <a:pt x="66809" y="17540"/>
                    <a:pt x="66809" y="15070"/>
                  </a:cubicBezTo>
                  <a:cubicBezTo>
                    <a:pt x="66809" y="7308"/>
                    <a:pt x="59952" y="75"/>
                    <a:pt x="47501" y="75"/>
                  </a:cubicBezTo>
                  <a:cubicBezTo>
                    <a:pt x="27472" y="75"/>
                    <a:pt x="224" y="17187"/>
                    <a:pt x="224" y="48059"/>
                  </a:cubicBezTo>
                  <a:cubicBezTo>
                    <a:pt x="224" y="66053"/>
                    <a:pt x="10870" y="79990"/>
                    <a:pt x="28554" y="79990"/>
                  </a:cubicBezTo>
                  <a:cubicBezTo>
                    <a:pt x="54358" y="79990"/>
                    <a:pt x="69516" y="61290"/>
                    <a:pt x="69516" y="59173"/>
                  </a:cubicBezTo>
                  <a:cubicBezTo>
                    <a:pt x="69516" y="58114"/>
                    <a:pt x="68433" y="56880"/>
                    <a:pt x="67350" y="56880"/>
                  </a:cubicBezTo>
                  <a:cubicBezTo>
                    <a:pt x="66448" y="56880"/>
                    <a:pt x="66087" y="57232"/>
                    <a:pt x="65004" y="58644"/>
                  </a:cubicBezTo>
                  <a:cubicBezTo>
                    <a:pt x="50749" y="76108"/>
                    <a:pt x="31080" y="76108"/>
                    <a:pt x="28915" y="76108"/>
                  </a:cubicBezTo>
                  <a:cubicBezTo>
                    <a:pt x="14840" y="76108"/>
                    <a:pt x="13216" y="61290"/>
                    <a:pt x="13216" y="55645"/>
                  </a:cubicBezTo>
                  <a:cubicBezTo>
                    <a:pt x="13216" y="53528"/>
                    <a:pt x="13397" y="48059"/>
                    <a:pt x="16103" y="37298"/>
                  </a:cubicBezTo>
                  <a:lnTo>
                    <a:pt x="25667" y="37298"/>
                  </a:lnTo>
                  <a:close/>
                  <a:moveTo>
                    <a:pt x="17186" y="33417"/>
                  </a:moveTo>
                  <a:cubicBezTo>
                    <a:pt x="24223" y="6602"/>
                    <a:pt x="42810" y="3956"/>
                    <a:pt x="47501" y="3956"/>
                  </a:cubicBezTo>
                  <a:cubicBezTo>
                    <a:pt x="55982" y="3956"/>
                    <a:pt x="60854" y="9072"/>
                    <a:pt x="60854" y="15070"/>
                  </a:cubicBezTo>
                  <a:cubicBezTo>
                    <a:pt x="60854" y="33417"/>
                    <a:pt x="31983" y="33417"/>
                    <a:pt x="24584" y="33417"/>
                  </a:cubicBezTo>
                  <a:lnTo>
                    <a:pt x="17186"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5" name="Freeform: Shape 64">
              <a:extLst>
                <a:ext uri="{FF2B5EF4-FFF2-40B4-BE49-F238E27FC236}">
                  <a16:creationId xmlns:a16="http://schemas.microsoft.com/office/drawing/2014/main" id="{5A12C479-47A0-5B4E-AA0B-37B946AF84A5}"/>
                </a:ext>
              </a:extLst>
            </p:cNvPr>
            <p:cNvSpPr/>
            <p:nvPr>
              <p:custDataLst>
                <p:tags r:id="rId80"/>
              </p:custDataLst>
            </p:nvPr>
          </p:nvSpPr>
          <p:spPr>
            <a:xfrm>
              <a:off x="10518823" y="6694837"/>
              <a:ext cx="32841" cy="123365"/>
            </a:xfrm>
            <a:custGeom>
              <a:avLst/>
              <a:gdLst>
                <a:gd name="connsiteX0" fmla="*/ 30544 w 32841"/>
                <a:gd name="connsiteY0" fmla="*/ 71 h 123365"/>
                <a:gd name="connsiteX1" fmla="*/ 229 w 32841"/>
                <a:gd name="connsiteY1" fmla="*/ 61691 h 123365"/>
                <a:gd name="connsiteX2" fmla="*/ 30544 w 32841"/>
                <a:gd name="connsiteY2" fmla="*/ 123436 h 123365"/>
                <a:gd name="connsiteX3" fmla="*/ 33070 w 32841"/>
                <a:gd name="connsiteY3" fmla="*/ 121954 h 123365"/>
                <a:gd name="connsiteX4" fmla="*/ 31807 w 32841"/>
                <a:gd name="connsiteY4" fmla="*/ 120102 h 123365"/>
                <a:gd name="connsiteX5" fmla="*/ 8818 w 32841"/>
                <a:gd name="connsiteY5" fmla="*/ 61815 h 123365"/>
                <a:gd name="connsiteX6" fmla="*/ 32186 w 32841"/>
                <a:gd name="connsiteY6" fmla="*/ 3034 h 123365"/>
                <a:gd name="connsiteX7" fmla="*/ 33070 w 32841"/>
                <a:gd name="connsiteY7" fmla="*/ 1552 h 123365"/>
                <a:gd name="connsiteX8" fmla="*/ 30544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544" y="71"/>
                  </a:moveTo>
                  <a:cubicBezTo>
                    <a:pt x="6544" y="16618"/>
                    <a:pt x="229" y="42798"/>
                    <a:pt x="229" y="61691"/>
                  </a:cubicBezTo>
                  <a:cubicBezTo>
                    <a:pt x="229" y="79103"/>
                    <a:pt x="5534" y="106147"/>
                    <a:pt x="30544" y="123436"/>
                  </a:cubicBezTo>
                  <a:cubicBezTo>
                    <a:pt x="31554" y="123436"/>
                    <a:pt x="33070" y="123436"/>
                    <a:pt x="33070" y="121954"/>
                  </a:cubicBezTo>
                  <a:cubicBezTo>
                    <a:pt x="33070" y="121213"/>
                    <a:pt x="32691" y="120966"/>
                    <a:pt x="31807" y="120102"/>
                  </a:cubicBezTo>
                  <a:cubicBezTo>
                    <a:pt x="15007" y="105283"/>
                    <a:pt x="8818" y="84290"/>
                    <a:pt x="8818" y="61815"/>
                  </a:cubicBezTo>
                  <a:cubicBezTo>
                    <a:pt x="8818" y="28473"/>
                    <a:pt x="21828" y="12172"/>
                    <a:pt x="32186" y="3034"/>
                  </a:cubicBezTo>
                  <a:cubicBezTo>
                    <a:pt x="32691" y="2540"/>
                    <a:pt x="33070" y="2170"/>
                    <a:pt x="33070" y="1552"/>
                  </a:cubicBezTo>
                  <a:cubicBezTo>
                    <a:pt x="33070" y="71"/>
                    <a:pt x="31554" y="71"/>
                    <a:pt x="30544"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 name="Freeform: Shape 65">
              <a:extLst>
                <a:ext uri="{FF2B5EF4-FFF2-40B4-BE49-F238E27FC236}">
                  <a16:creationId xmlns:a16="http://schemas.microsoft.com/office/drawing/2014/main" id="{7693A2A3-186C-F6D6-5D96-76FADBF24A9E}"/>
                </a:ext>
              </a:extLst>
            </p:cNvPr>
            <p:cNvSpPr/>
            <p:nvPr>
              <p:custDataLst>
                <p:tags r:id="rId81"/>
              </p:custDataLst>
            </p:nvPr>
          </p:nvSpPr>
          <p:spPr>
            <a:xfrm>
              <a:off x="10565108" y="6732625"/>
              <a:ext cx="77429" cy="54828"/>
            </a:xfrm>
            <a:custGeom>
              <a:avLst/>
              <a:gdLst>
                <a:gd name="connsiteX0" fmla="*/ 45704 w 77429"/>
                <a:gd name="connsiteY0" fmla="*/ 25015 h 54828"/>
                <a:gd name="connsiteX1" fmla="*/ 63136 w 77429"/>
                <a:gd name="connsiteY1" fmla="*/ 7850 h 54828"/>
                <a:gd name="connsiteX2" fmla="*/ 74883 w 77429"/>
                <a:gd name="connsiteY2" fmla="*/ 6986 h 54828"/>
                <a:gd name="connsiteX3" fmla="*/ 74883 w 77429"/>
                <a:gd name="connsiteY3" fmla="*/ 71 h 54828"/>
                <a:gd name="connsiteX4" fmla="*/ 62630 w 77429"/>
                <a:gd name="connsiteY4" fmla="*/ 565 h 54828"/>
                <a:gd name="connsiteX5" fmla="*/ 48610 w 77429"/>
                <a:gd name="connsiteY5" fmla="*/ 71 h 54828"/>
                <a:gd name="connsiteX6" fmla="*/ 48610 w 77429"/>
                <a:gd name="connsiteY6" fmla="*/ 6986 h 54828"/>
                <a:gd name="connsiteX7" fmla="*/ 52020 w 77429"/>
                <a:gd name="connsiteY7" fmla="*/ 7727 h 54828"/>
                <a:gd name="connsiteX8" fmla="*/ 40147 w 77429"/>
                <a:gd name="connsiteY8" fmla="*/ 19458 h 54828"/>
                <a:gd name="connsiteX9" fmla="*/ 27894 w 77429"/>
                <a:gd name="connsiteY9" fmla="*/ 6986 h 54828"/>
                <a:gd name="connsiteX10" fmla="*/ 31305 w 77429"/>
                <a:gd name="connsiteY10" fmla="*/ 6986 h 54828"/>
                <a:gd name="connsiteX11" fmla="*/ 31305 w 77429"/>
                <a:gd name="connsiteY11" fmla="*/ 71 h 54828"/>
                <a:gd name="connsiteX12" fmla="*/ 15263 w 77429"/>
                <a:gd name="connsiteY12" fmla="*/ 565 h 54828"/>
                <a:gd name="connsiteX13" fmla="*/ 990 w 77429"/>
                <a:gd name="connsiteY13" fmla="*/ 71 h 54828"/>
                <a:gd name="connsiteX14" fmla="*/ 990 w 77429"/>
                <a:gd name="connsiteY14" fmla="*/ 6986 h 54828"/>
                <a:gd name="connsiteX15" fmla="*/ 10463 w 77429"/>
                <a:gd name="connsiteY15" fmla="*/ 6986 h 54828"/>
                <a:gd name="connsiteX16" fmla="*/ 31178 w 77429"/>
                <a:gd name="connsiteY16" fmla="*/ 28103 h 54828"/>
                <a:gd name="connsiteX17" fmla="*/ 12989 w 77429"/>
                <a:gd name="connsiteY17" fmla="*/ 46008 h 54828"/>
                <a:gd name="connsiteX18" fmla="*/ 7305 w 77429"/>
                <a:gd name="connsiteY18" fmla="*/ 47861 h 54828"/>
                <a:gd name="connsiteX19" fmla="*/ 232 w 77429"/>
                <a:gd name="connsiteY19" fmla="*/ 47984 h 54828"/>
                <a:gd name="connsiteX20" fmla="*/ 232 w 77429"/>
                <a:gd name="connsiteY20" fmla="*/ 54900 h 54828"/>
                <a:gd name="connsiteX21" fmla="*/ 12484 w 77429"/>
                <a:gd name="connsiteY21" fmla="*/ 54406 h 54828"/>
                <a:gd name="connsiteX22" fmla="*/ 26505 w 77429"/>
                <a:gd name="connsiteY22" fmla="*/ 54900 h 54828"/>
                <a:gd name="connsiteX23" fmla="*/ 26505 w 77429"/>
                <a:gd name="connsiteY23" fmla="*/ 47984 h 54828"/>
                <a:gd name="connsiteX24" fmla="*/ 23094 w 77429"/>
                <a:gd name="connsiteY24" fmla="*/ 47120 h 54828"/>
                <a:gd name="connsiteX25" fmla="*/ 36736 w 77429"/>
                <a:gd name="connsiteY25" fmla="*/ 33783 h 54828"/>
                <a:gd name="connsiteX26" fmla="*/ 50757 w 77429"/>
                <a:gd name="connsiteY26" fmla="*/ 47984 h 54828"/>
                <a:gd name="connsiteX27" fmla="*/ 47473 w 77429"/>
                <a:gd name="connsiteY27" fmla="*/ 47984 h 54828"/>
                <a:gd name="connsiteX28" fmla="*/ 47473 w 77429"/>
                <a:gd name="connsiteY28" fmla="*/ 54900 h 54828"/>
                <a:gd name="connsiteX29" fmla="*/ 63515 w 77429"/>
                <a:gd name="connsiteY29" fmla="*/ 54406 h 54828"/>
                <a:gd name="connsiteX30" fmla="*/ 77662 w 77429"/>
                <a:gd name="connsiteY30" fmla="*/ 54900 h 54828"/>
                <a:gd name="connsiteX31" fmla="*/ 77662 w 77429"/>
                <a:gd name="connsiteY31" fmla="*/ 47984 h 54828"/>
                <a:gd name="connsiteX32" fmla="*/ 68314 w 77429"/>
                <a:gd name="connsiteY32" fmla="*/ 47984 h 54828"/>
                <a:gd name="connsiteX33" fmla="*/ 45704 w 77429"/>
                <a:gd name="connsiteY33" fmla="*/ 25015 h 5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429" h="54828">
                  <a:moveTo>
                    <a:pt x="45704" y="25015"/>
                  </a:moveTo>
                  <a:lnTo>
                    <a:pt x="63136" y="7850"/>
                  </a:lnTo>
                  <a:cubicBezTo>
                    <a:pt x="66167" y="6986"/>
                    <a:pt x="69451" y="6986"/>
                    <a:pt x="74883" y="6986"/>
                  </a:cubicBezTo>
                  <a:lnTo>
                    <a:pt x="74883" y="71"/>
                  </a:lnTo>
                  <a:cubicBezTo>
                    <a:pt x="70841" y="441"/>
                    <a:pt x="66672" y="565"/>
                    <a:pt x="62630" y="565"/>
                  </a:cubicBezTo>
                  <a:cubicBezTo>
                    <a:pt x="58336" y="565"/>
                    <a:pt x="49620" y="194"/>
                    <a:pt x="48610" y="71"/>
                  </a:cubicBezTo>
                  <a:lnTo>
                    <a:pt x="48610" y="6986"/>
                  </a:lnTo>
                  <a:cubicBezTo>
                    <a:pt x="50252" y="6986"/>
                    <a:pt x="51136" y="7233"/>
                    <a:pt x="52020" y="7727"/>
                  </a:cubicBezTo>
                  <a:lnTo>
                    <a:pt x="40147" y="19458"/>
                  </a:lnTo>
                  <a:lnTo>
                    <a:pt x="27894" y="6986"/>
                  </a:lnTo>
                  <a:lnTo>
                    <a:pt x="31305" y="6986"/>
                  </a:lnTo>
                  <a:lnTo>
                    <a:pt x="31305" y="71"/>
                  </a:lnTo>
                  <a:cubicBezTo>
                    <a:pt x="30547" y="71"/>
                    <a:pt x="20568" y="565"/>
                    <a:pt x="15263" y="565"/>
                  </a:cubicBezTo>
                  <a:cubicBezTo>
                    <a:pt x="10463" y="565"/>
                    <a:pt x="5790" y="441"/>
                    <a:pt x="990" y="71"/>
                  </a:cubicBezTo>
                  <a:lnTo>
                    <a:pt x="990" y="6986"/>
                  </a:lnTo>
                  <a:lnTo>
                    <a:pt x="10463" y="6986"/>
                  </a:lnTo>
                  <a:lnTo>
                    <a:pt x="31178" y="28103"/>
                  </a:lnTo>
                  <a:lnTo>
                    <a:pt x="12989" y="46008"/>
                  </a:lnTo>
                  <a:cubicBezTo>
                    <a:pt x="11347" y="47490"/>
                    <a:pt x="11221" y="47614"/>
                    <a:pt x="7305" y="47861"/>
                  </a:cubicBezTo>
                  <a:cubicBezTo>
                    <a:pt x="5284" y="47984"/>
                    <a:pt x="863" y="47984"/>
                    <a:pt x="232" y="47984"/>
                  </a:cubicBezTo>
                  <a:lnTo>
                    <a:pt x="232" y="54900"/>
                  </a:lnTo>
                  <a:cubicBezTo>
                    <a:pt x="4274" y="54529"/>
                    <a:pt x="8442" y="54406"/>
                    <a:pt x="12484" y="54406"/>
                  </a:cubicBezTo>
                  <a:cubicBezTo>
                    <a:pt x="15895" y="54406"/>
                    <a:pt x="24863" y="54776"/>
                    <a:pt x="26505" y="54900"/>
                  </a:cubicBezTo>
                  <a:lnTo>
                    <a:pt x="26505" y="47984"/>
                  </a:lnTo>
                  <a:cubicBezTo>
                    <a:pt x="24484" y="47984"/>
                    <a:pt x="23979" y="47737"/>
                    <a:pt x="23094" y="47120"/>
                  </a:cubicBezTo>
                  <a:lnTo>
                    <a:pt x="36736" y="33783"/>
                  </a:lnTo>
                  <a:lnTo>
                    <a:pt x="50757" y="47984"/>
                  </a:lnTo>
                  <a:lnTo>
                    <a:pt x="47473" y="47984"/>
                  </a:lnTo>
                  <a:lnTo>
                    <a:pt x="47473" y="54900"/>
                  </a:lnTo>
                  <a:cubicBezTo>
                    <a:pt x="47599" y="54900"/>
                    <a:pt x="57704" y="54406"/>
                    <a:pt x="63515" y="54406"/>
                  </a:cubicBezTo>
                  <a:cubicBezTo>
                    <a:pt x="68188" y="54406"/>
                    <a:pt x="72988" y="54529"/>
                    <a:pt x="77662" y="54900"/>
                  </a:cubicBezTo>
                  <a:lnTo>
                    <a:pt x="77662" y="47984"/>
                  </a:lnTo>
                  <a:lnTo>
                    <a:pt x="68314" y="47984"/>
                  </a:lnTo>
                  <a:lnTo>
                    <a:pt x="45704" y="25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7" name="Freeform: Shape 66">
              <a:extLst>
                <a:ext uri="{FF2B5EF4-FFF2-40B4-BE49-F238E27FC236}">
                  <a16:creationId xmlns:a16="http://schemas.microsoft.com/office/drawing/2014/main" id="{E781975B-F0FD-31BB-1AEB-ED81779EA2BF}"/>
                </a:ext>
              </a:extLst>
            </p:cNvPr>
            <p:cNvSpPr/>
            <p:nvPr>
              <p:custDataLst>
                <p:tags r:id="rId82"/>
              </p:custDataLst>
            </p:nvPr>
          </p:nvSpPr>
          <p:spPr>
            <a:xfrm>
              <a:off x="10655316" y="6684909"/>
              <a:ext cx="24991" cy="45955"/>
            </a:xfrm>
            <a:custGeom>
              <a:avLst/>
              <a:gdLst>
                <a:gd name="connsiteX0" fmla="*/ 24326 w 24991"/>
                <a:gd name="connsiteY0" fmla="*/ 8359 h 45955"/>
                <a:gd name="connsiteX1" fmla="*/ 25228 w 24991"/>
                <a:gd name="connsiteY1" fmla="*/ 5272 h 45955"/>
                <a:gd name="connsiteX2" fmla="*/ 19635 w 24991"/>
                <a:gd name="connsiteY2" fmla="*/ 68 h 45955"/>
                <a:gd name="connsiteX3" fmla="*/ 14492 w 24991"/>
                <a:gd name="connsiteY3" fmla="*/ 4125 h 45955"/>
                <a:gd name="connsiteX4" fmla="*/ 597 w 24991"/>
                <a:gd name="connsiteY4" fmla="*/ 42318 h 45955"/>
                <a:gd name="connsiteX5" fmla="*/ 237 w 24991"/>
                <a:gd name="connsiteY5" fmla="*/ 43730 h 45955"/>
                <a:gd name="connsiteX6" fmla="*/ 4116 w 24991"/>
                <a:gd name="connsiteY6" fmla="*/ 46023 h 45955"/>
                <a:gd name="connsiteX7" fmla="*/ 5650 w 24991"/>
                <a:gd name="connsiteY7" fmla="*/ 44524 h 45955"/>
                <a:gd name="connsiteX8" fmla="*/ 24326 w 24991"/>
                <a:gd name="connsiteY8" fmla="*/ 8359 h 4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91" h="45955">
                  <a:moveTo>
                    <a:pt x="24326" y="8359"/>
                  </a:moveTo>
                  <a:cubicBezTo>
                    <a:pt x="24416" y="8271"/>
                    <a:pt x="25228" y="6595"/>
                    <a:pt x="25228" y="5272"/>
                  </a:cubicBezTo>
                  <a:cubicBezTo>
                    <a:pt x="25228" y="2096"/>
                    <a:pt x="22341" y="68"/>
                    <a:pt x="19635" y="68"/>
                  </a:cubicBezTo>
                  <a:cubicBezTo>
                    <a:pt x="15935" y="68"/>
                    <a:pt x="14943" y="2802"/>
                    <a:pt x="14492" y="4125"/>
                  </a:cubicBezTo>
                  <a:lnTo>
                    <a:pt x="597" y="42318"/>
                  </a:lnTo>
                  <a:cubicBezTo>
                    <a:pt x="237" y="43377"/>
                    <a:pt x="237" y="43641"/>
                    <a:pt x="237" y="43730"/>
                  </a:cubicBezTo>
                  <a:cubicBezTo>
                    <a:pt x="237" y="45141"/>
                    <a:pt x="4026" y="46023"/>
                    <a:pt x="4116" y="46023"/>
                  </a:cubicBezTo>
                  <a:cubicBezTo>
                    <a:pt x="4928" y="46023"/>
                    <a:pt x="5109" y="45582"/>
                    <a:pt x="5650" y="44524"/>
                  </a:cubicBezTo>
                  <a:lnTo>
                    <a:pt x="24326" y="83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8" name="Freeform: Shape 67">
              <a:extLst>
                <a:ext uri="{FF2B5EF4-FFF2-40B4-BE49-F238E27FC236}">
                  <a16:creationId xmlns:a16="http://schemas.microsoft.com/office/drawing/2014/main" id="{194A1A08-819F-10BC-D08B-1135D1E10320}"/>
                </a:ext>
              </a:extLst>
            </p:cNvPr>
            <p:cNvSpPr/>
            <p:nvPr>
              <p:custDataLst>
                <p:tags r:id="rId83"/>
              </p:custDataLst>
            </p:nvPr>
          </p:nvSpPr>
          <p:spPr>
            <a:xfrm>
              <a:off x="10698387" y="6700765"/>
              <a:ext cx="88292" cy="110645"/>
            </a:xfrm>
            <a:custGeom>
              <a:avLst/>
              <a:gdLst>
                <a:gd name="connsiteX0" fmla="*/ 8450 w 88292"/>
                <a:gd name="connsiteY0" fmla="*/ 108000 h 110645"/>
                <a:gd name="connsiteX1" fmla="*/ 16155 w 88292"/>
                <a:gd name="connsiteY1" fmla="*/ 77498 h 110645"/>
                <a:gd name="connsiteX2" fmla="*/ 44828 w 88292"/>
                <a:gd name="connsiteY2" fmla="*/ 88365 h 110645"/>
                <a:gd name="connsiteX3" fmla="*/ 87521 w 88292"/>
                <a:gd name="connsiteY3" fmla="*/ 54035 h 110645"/>
                <a:gd name="connsiteX4" fmla="*/ 78932 w 88292"/>
                <a:gd name="connsiteY4" fmla="*/ 37241 h 110645"/>
                <a:gd name="connsiteX5" fmla="*/ 88532 w 88292"/>
                <a:gd name="connsiteY5" fmla="*/ 17606 h 110645"/>
                <a:gd name="connsiteX6" fmla="*/ 66048 w 88292"/>
                <a:gd name="connsiteY6" fmla="*/ 71 h 110645"/>
                <a:gd name="connsiteX7" fmla="*/ 19818 w 88292"/>
                <a:gd name="connsiteY7" fmla="*/ 31684 h 110645"/>
                <a:gd name="connsiteX8" fmla="*/ 744 w 88292"/>
                <a:gd name="connsiteY8" fmla="*/ 106394 h 110645"/>
                <a:gd name="connsiteX9" fmla="*/ 239 w 88292"/>
                <a:gd name="connsiteY9" fmla="*/ 108494 h 110645"/>
                <a:gd name="connsiteX10" fmla="*/ 4281 w 88292"/>
                <a:gd name="connsiteY10" fmla="*/ 110717 h 110645"/>
                <a:gd name="connsiteX11" fmla="*/ 8450 w 88292"/>
                <a:gd name="connsiteY11" fmla="*/ 108000 h 110645"/>
                <a:gd name="connsiteX12" fmla="*/ 47985 w 88292"/>
                <a:gd name="connsiteY12" fmla="*/ 38846 h 110645"/>
                <a:gd name="connsiteX13" fmla="*/ 56448 w 88292"/>
                <a:gd name="connsiteY13" fmla="*/ 37611 h 110645"/>
                <a:gd name="connsiteX14" fmla="*/ 62385 w 88292"/>
                <a:gd name="connsiteY14" fmla="*/ 38105 h 110645"/>
                <a:gd name="connsiteX15" fmla="*/ 54680 w 88292"/>
                <a:gd name="connsiteY15" fmla="*/ 39587 h 110645"/>
                <a:gd name="connsiteX16" fmla="*/ 47985 w 88292"/>
                <a:gd name="connsiteY16" fmla="*/ 38846 h 110645"/>
                <a:gd name="connsiteX17" fmla="*/ 68448 w 88292"/>
                <a:gd name="connsiteY17" fmla="*/ 32919 h 110645"/>
                <a:gd name="connsiteX18" fmla="*/ 56827 w 88292"/>
                <a:gd name="connsiteY18" fmla="*/ 31931 h 110645"/>
                <a:gd name="connsiteX19" fmla="*/ 39901 w 88292"/>
                <a:gd name="connsiteY19" fmla="*/ 39340 h 110645"/>
                <a:gd name="connsiteX20" fmla="*/ 54427 w 88292"/>
                <a:gd name="connsiteY20" fmla="*/ 45267 h 110645"/>
                <a:gd name="connsiteX21" fmla="*/ 69964 w 88292"/>
                <a:gd name="connsiteY21" fmla="*/ 42674 h 110645"/>
                <a:gd name="connsiteX22" fmla="*/ 71480 w 88292"/>
                <a:gd name="connsiteY22" fmla="*/ 49219 h 110645"/>
                <a:gd name="connsiteX23" fmla="*/ 64027 w 88292"/>
                <a:gd name="connsiteY23" fmla="*/ 73670 h 110645"/>
                <a:gd name="connsiteX24" fmla="*/ 44701 w 88292"/>
                <a:gd name="connsiteY24" fmla="*/ 82685 h 110645"/>
                <a:gd name="connsiteX25" fmla="*/ 19944 w 88292"/>
                <a:gd name="connsiteY25" fmla="*/ 65149 h 110645"/>
                <a:gd name="connsiteX26" fmla="*/ 22218 w 88292"/>
                <a:gd name="connsiteY26" fmla="*/ 54159 h 110645"/>
                <a:gd name="connsiteX27" fmla="*/ 27144 w 88292"/>
                <a:gd name="connsiteY27" fmla="*/ 34524 h 110645"/>
                <a:gd name="connsiteX28" fmla="*/ 40533 w 88292"/>
                <a:gd name="connsiteY28" fmla="*/ 14395 h 110645"/>
                <a:gd name="connsiteX29" fmla="*/ 65417 w 88292"/>
                <a:gd name="connsiteY29" fmla="*/ 5751 h 110645"/>
                <a:gd name="connsiteX30" fmla="*/ 74006 w 88292"/>
                <a:gd name="connsiteY30" fmla="*/ 13160 h 110645"/>
                <a:gd name="connsiteX31" fmla="*/ 68448 w 88292"/>
                <a:gd name="connsiteY31" fmla="*/ 32919 h 1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292" h="110645">
                  <a:moveTo>
                    <a:pt x="8450" y="108000"/>
                  </a:moveTo>
                  <a:lnTo>
                    <a:pt x="16155" y="77498"/>
                  </a:lnTo>
                  <a:cubicBezTo>
                    <a:pt x="18555" y="80585"/>
                    <a:pt x="27018" y="88365"/>
                    <a:pt x="44828" y="88365"/>
                  </a:cubicBezTo>
                  <a:cubicBezTo>
                    <a:pt x="73122" y="88365"/>
                    <a:pt x="87521" y="69595"/>
                    <a:pt x="87521" y="54035"/>
                  </a:cubicBezTo>
                  <a:cubicBezTo>
                    <a:pt x="87521" y="46873"/>
                    <a:pt x="84616" y="41192"/>
                    <a:pt x="78932" y="37241"/>
                  </a:cubicBezTo>
                  <a:cubicBezTo>
                    <a:pt x="84490" y="32795"/>
                    <a:pt x="88532" y="24892"/>
                    <a:pt x="88532" y="17606"/>
                  </a:cubicBezTo>
                  <a:cubicBezTo>
                    <a:pt x="88532" y="7603"/>
                    <a:pt x="81206" y="71"/>
                    <a:pt x="66048" y="71"/>
                  </a:cubicBezTo>
                  <a:cubicBezTo>
                    <a:pt x="47354" y="71"/>
                    <a:pt x="24870" y="11679"/>
                    <a:pt x="19818" y="31684"/>
                  </a:cubicBezTo>
                  <a:lnTo>
                    <a:pt x="744" y="106394"/>
                  </a:lnTo>
                  <a:cubicBezTo>
                    <a:pt x="239" y="108123"/>
                    <a:pt x="239" y="108370"/>
                    <a:pt x="239" y="108494"/>
                  </a:cubicBezTo>
                  <a:cubicBezTo>
                    <a:pt x="239" y="110717"/>
                    <a:pt x="2387" y="110717"/>
                    <a:pt x="4281" y="110717"/>
                  </a:cubicBezTo>
                  <a:cubicBezTo>
                    <a:pt x="6807" y="110717"/>
                    <a:pt x="7818" y="110717"/>
                    <a:pt x="8450" y="108000"/>
                  </a:cubicBezTo>
                  <a:close/>
                  <a:moveTo>
                    <a:pt x="47985" y="38846"/>
                  </a:moveTo>
                  <a:cubicBezTo>
                    <a:pt x="49628" y="38105"/>
                    <a:pt x="50764" y="37611"/>
                    <a:pt x="56448" y="37611"/>
                  </a:cubicBezTo>
                  <a:cubicBezTo>
                    <a:pt x="58469" y="37611"/>
                    <a:pt x="60112" y="37611"/>
                    <a:pt x="62385" y="38105"/>
                  </a:cubicBezTo>
                  <a:cubicBezTo>
                    <a:pt x="59606" y="39587"/>
                    <a:pt x="56954" y="39587"/>
                    <a:pt x="54680" y="39587"/>
                  </a:cubicBezTo>
                  <a:cubicBezTo>
                    <a:pt x="50891" y="39587"/>
                    <a:pt x="50512" y="39463"/>
                    <a:pt x="47985" y="38846"/>
                  </a:cubicBezTo>
                  <a:close/>
                  <a:moveTo>
                    <a:pt x="68448" y="32919"/>
                  </a:moveTo>
                  <a:cubicBezTo>
                    <a:pt x="63648" y="31931"/>
                    <a:pt x="59354" y="31931"/>
                    <a:pt x="56827" y="31931"/>
                  </a:cubicBezTo>
                  <a:cubicBezTo>
                    <a:pt x="51396" y="31931"/>
                    <a:pt x="39901" y="31931"/>
                    <a:pt x="39901" y="39340"/>
                  </a:cubicBezTo>
                  <a:cubicBezTo>
                    <a:pt x="39901" y="45144"/>
                    <a:pt x="48238" y="45267"/>
                    <a:pt x="54427" y="45267"/>
                  </a:cubicBezTo>
                  <a:cubicBezTo>
                    <a:pt x="58090" y="45267"/>
                    <a:pt x="63269" y="45267"/>
                    <a:pt x="69964" y="42674"/>
                  </a:cubicBezTo>
                  <a:cubicBezTo>
                    <a:pt x="71101" y="44403"/>
                    <a:pt x="71480" y="46996"/>
                    <a:pt x="71480" y="49219"/>
                  </a:cubicBezTo>
                  <a:cubicBezTo>
                    <a:pt x="71480" y="53541"/>
                    <a:pt x="68827" y="67125"/>
                    <a:pt x="64027" y="73670"/>
                  </a:cubicBezTo>
                  <a:cubicBezTo>
                    <a:pt x="59480" y="79721"/>
                    <a:pt x="52533" y="82685"/>
                    <a:pt x="44701" y="82685"/>
                  </a:cubicBezTo>
                  <a:cubicBezTo>
                    <a:pt x="33965" y="82685"/>
                    <a:pt x="19944" y="77868"/>
                    <a:pt x="19944" y="65149"/>
                  </a:cubicBezTo>
                  <a:cubicBezTo>
                    <a:pt x="19944" y="62803"/>
                    <a:pt x="21207" y="57740"/>
                    <a:pt x="22218" y="54159"/>
                  </a:cubicBezTo>
                  <a:cubicBezTo>
                    <a:pt x="22849" y="51442"/>
                    <a:pt x="26891" y="35635"/>
                    <a:pt x="27144" y="34524"/>
                  </a:cubicBezTo>
                  <a:cubicBezTo>
                    <a:pt x="28281" y="30202"/>
                    <a:pt x="30428" y="21805"/>
                    <a:pt x="40533" y="14395"/>
                  </a:cubicBezTo>
                  <a:cubicBezTo>
                    <a:pt x="50891" y="6739"/>
                    <a:pt x="60869" y="5751"/>
                    <a:pt x="65417" y="5751"/>
                  </a:cubicBezTo>
                  <a:cubicBezTo>
                    <a:pt x="74006" y="5751"/>
                    <a:pt x="74006" y="11185"/>
                    <a:pt x="74006" y="13160"/>
                  </a:cubicBezTo>
                  <a:cubicBezTo>
                    <a:pt x="74006" y="16124"/>
                    <a:pt x="71732" y="27362"/>
                    <a:pt x="68448" y="3291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9" name="Freeform: Shape 68">
              <a:extLst>
                <a:ext uri="{FF2B5EF4-FFF2-40B4-BE49-F238E27FC236}">
                  <a16:creationId xmlns:a16="http://schemas.microsoft.com/office/drawing/2014/main" id="{62608197-4D9C-A0B8-B602-D47D12B59729}"/>
                </a:ext>
              </a:extLst>
            </p:cNvPr>
            <p:cNvSpPr/>
            <p:nvPr>
              <p:custDataLst>
                <p:tags r:id="rId84"/>
              </p:custDataLst>
            </p:nvPr>
          </p:nvSpPr>
          <p:spPr>
            <a:xfrm>
              <a:off x="10801955" y="6711014"/>
              <a:ext cx="92966" cy="91011"/>
            </a:xfrm>
            <a:custGeom>
              <a:avLst/>
              <a:gdLst>
                <a:gd name="connsiteX0" fmla="*/ 49886 w 92966"/>
                <a:gd name="connsiteY0" fmla="*/ 48602 h 91011"/>
                <a:gd name="connsiteX1" fmla="*/ 88537 w 92966"/>
                <a:gd name="connsiteY1" fmla="*/ 48602 h 91011"/>
                <a:gd name="connsiteX2" fmla="*/ 93211 w 92966"/>
                <a:gd name="connsiteY2" fmla="*/ 45638 h 91011"/>
                <a:gd name="connsiteX3" fmla="*/ 88537 w 92966"/>
                <a:gd name="connsiteY3" fmla="*/ 42551 h 91011"/>
                <a:gd name="connsiteX4" fmla="*/ 49886 w 92966"/>
                <a:gd name="connsiteY4" fmla="*/ 42551 h 91011"/>
                <a:gd name="connsiteX5" fmla="*/ 49886 w 92966"/>
                <a:gd name="connsiteY5" fmla="*/ 4640 h 91011"/>
                <a:gd name="connsiteX6" fmla="*/ 46854 w 92966"/>
                <a:gd name="connsiteY6" fmla="*/ 71 h 91011"/>
                <a:gd name="connsiteX7" fmla="*/ 43696 w 92966"/>
                <a:gd name="connsiteY7" fmla="*/ 4640 h 91011"/>
                <a:gd name="connsiteX8" fmla="*/ 43696 w 92966"/>
                <a:gd name="connsiteY8" fmla="*/ 42551 h 91011"/>
                <a:gd name="connsiteX9" fmla="*/ 4918 w 92966"/>
                <a:gd name="connsiteY9" fmla="*/ 42551 h 91011"/>
                <a:gd name="connsiteX10" fmla="*/ 245 w 92966"/>
                <a:gd name="connsiteY10" fmla="*/ 45514 h 91011"/>
                <a:gd name="connsiteX11" fmla="*/ 4918 w 92966"/>
                <a:gd name="connsiteY11" fmla="*/ 48602 h 91011"/>
                <a:gd name="connsiteX12" fmla="*/ 43696 w 92966"/>
                <a:gd name="connsiteY12" fmla="*/ 48602 h 91011"/>
                <a:gd name="connsiteX13" fmla="*/ 43696 w 92966"/>
                <a:gd name="connsiteY13" fmla="*/ 86513 h 91011"/>
                <a:gd name="connsiteX14" fmla="*/ 46728 w 92966"/>
                <a:gd name="connsiteY14" fmla="*/ 91082 h 91011"/>
                <a:gd name="connsiteX15" fmla="*/ 49886 w 92966"/>
                <a:gd name="connsiteY15" fmla="*/ 86513 h 91011"/>
                <a:gd name="connsiteX16" fmla="*/ 49886 w 92966"/>
                <a:gd name="connsiteY16" fmla="*/ 48602 h 91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966" h="91011">
                  <a:moveTo>
                    <a:pt x="49886" y="48602"/>
                  </a:moveTo>
                  <a:lnTo>
                    <a:pt x="88537" y="48602"/>
                  </a:lnTo>
                  <a:cubicBezTo>
                    <a:pt x="90179" y="48602"/>
                    <a:pt x="93211" y="48602"/>
                    <a:pt x="93211" y="45638"/>
                  </a:cubicBezTo>
                  <a:cubicBezTo>
                    <a:pt x="93211" y="42551"/>
                    <a:pt x="90306" y="42551"/>
                    <a:pt x="88537" y="42551"/>
                  </a:cubicBezTo>
                  <a:lnTo>
                    <a:pt x="49886" y="42551"/>
                  </a:lnTo>
                  <a:lnTo>
                    <a:pt x="49886" y="4640"/>
                  </a:lnTo>
                  <a:cubicBezTo>
                    <a:pt x="49886" y="3034"/>
                    <a:pt x="49886" y="71"/>
                    <a:pt x="46854" y="71"/>
                  </a:cubicBezTo>
                  <a:cubicBezTo>
                    <a:pt x="43696" y="71"/>
                    <a:pt x="43696" y="2911"/>
                    <a:pt x="43696" y="4640"/>
                  </a:cubicBezTo>
                  <a:lnTo>
                    <a:pt x="43696" y="42551"/>
                  </a:lnTo>
                  <a:lnTo>
                    <a:pt x="4918" y="42551"/>
                  </a:lnTo>
                  <a:cubicBezTo>
                    <a:pt x="3276" y="42551"/>
                    <a:pt x="245" y="42551"/>
                    <a:pt x="245" y="45514"/>
                  </a:cubicBezTo>
                  <a:cubicBezTo>
                    <a:pt x="245" y="48602"/>
                    <a:pt x="3150" y="48602"/>
                    <a:pt x="4918" y="48602"/>
                  </a:cubicBezTo>
                  <a:lnTo>
                    <a:pt x="43696" y="48602"/>
                  </a:lnTo>
                  <a:lnTo>
                    <a:pt x="43696" y="86513"/>
                  </a:lnTo>
                  <a:cubicBezTo>
                    <a:pt x="43696" y="88118"/>
                    <a:pt x="43696" y="91082"/>
                    <a:pt x="46728" y="91082"/>
                  </a:cubicBezTo>
                  <a:cubicBezTo>
                    <a:pt x="49886" y="91082"/>
                    <a:pt x="49886" y="88242"/>
                    <a:pt x="49886" y="86513"/>
                  </a:cubicBezTo>
                  <a:lnTo>
                    <a:pt x="49886" y="486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0" name="Freeform: Shape 69">
              <a:extLst>
                <a:ext uri="{FF2B5EF4-FFF2-40B4-BE49-F238E27FC236}">
                  <a16:creationId xmlns:a16="http://schemas.microsoft.com/office/drawing/2014/main" id="{EDDD1FB4-513E-E0E9-837E-7EBD440F4F17}"/>
                </a:ext>
              </a:extLst>
            </p:cNvPr>
            <p:cNvSpPr/>
            <p:nvPr>
              <p:custDataLst>
                <p:tags r:id="rId85"/>
              </p:custDataLst>
            </p:nvPr>
          </p:nvSpPr>
          <p:spPr>
            <a:xfrm>
              <a:off x="10910045" y="6700394"/>
              <a:ext cx="73799" cy="111016"/>
            </a:xfrm>
            <a:custGeom>
              <a:avLst/>
              <a:gdLst>
                <a:gd name="connsiteX0" fmla="*/ 74050 w 73799"/>
                <a:gd name="connsiteY0" fmla="*/ 17236 h 111016"/>
                <a:gd name="connsiteX1" fmla="*/ 53335 w 73799"/>
                <a:gd name="connsiteY1" fmla="*/ 71 h 111016"/>
                <a:gd name="connsiteX2" fmla="*/ 20115 w 73799"/>
                <a:gd name="connsiteY2" fmla="*/ 31807 h 111016"/>
                <a:gd name="connsiteX3" fmla="*/ 284 w 73799"/>
                <a:gd name="connsiteY3" fmla="*/ 109605 h 111016"/>
                <a:gd name="connsiteX4" fmla="*/ 2052 w 73799"/>
                <a:gd name="connsiteY4" fmla="*/ 111087 h 111016"/>
                <a:gd name="connsiteX5" fmla="*/ 4452 w 73799"/>
                <a:gd name="connsiteY5" fmla="*/ 110223 h 111016"/>
                <a:gd name="connsiteX6" fmla="*/ 12915 w 73799"/>
                <a:gd name="connsiteY6" fmla="*/ 77251 h 111016"/>
                <a:gd name="connsiteX7" fmla="*/ 31862 w 73799"/>
                <a:gd name="connsiteY7" fmla="*/ 88242 h 111016"/>
                <a:gd name="connsiteX8" fmla="*/ 69503 w 73799"/>
                <a:gd name="connsiteY8" fmla="*/ 56875 h 111016"/>
                <a:gd name="connsiteX9" fmla="*/ 59651 w 73799"/>
                <a:gd name="connsiteY9" fmla="*/ 38105 h 111016"/>
                <a:gd name="connsiteX10" fmla="*/ 74050 w 73799"/>
                <a:gd name="connsiteY10" fmla="*/ 17236 h 111016"/>
                <a:gd name="connsiteX11" fmla="*/ 49040 w 73799"/>
                <a:gd name="connsiteY11" fmla="*/ 37982 h 111016"/>
                <a:gd name="connsiteX12" fmla="*/ 42598 w 73799"/>
                <a:gd name="connsiteY12" fmla="*/ 38846 h 111016"/>
                <a:gd name="connsiteX13" fmla="*/ 36662 w 73799"/>
                <a:gd name="connsiteY13" fmla="*/ 38229 h 111016"/>
                <a:gd name="connsiteX14" fmla="*/ 42598 w 73799"/>
                <a:gd name="connsiteY14" fmla="*/ 37364 h 111016"/>
                <a:gd name="connsiteX15" fmla="*/ 49040 w 73799"/>
                <a:gd name="connsiteY15" fmla="*/ 37982 h 111016"/>
                <a:gd name="connsiteX16" fmla="*/ 65714 w 73799"/>
                <a:gd name="connsiteY16" fmla="*/ 15013 h 111016"/>
                <a:gd name="connsiteX17" fmla="*/ 54598 w 73799"/>
                <a:gd name="connsiteY17" fmla="*/ 35512 h 111016"/>
                <a:gd name="connsiteX18" fmla="*/ 42725 w 73799"/>
                <a:gd name="connsiteY18" fmla="*/ 33907 h 111016"/>
                <a:gd name="connsiteX19" fmla="*/ 31988 w 73799"/>
                <a:gd name="connsiteY19" fmla="*/ 38599 h 111016"/>
                <a:gd name="connsiteX20" fmla="*/ 42346 w 73799"/>
                <a:gd name="connsiteY20" fmla="*/ 42180 h 111016"/>
                <a:gd name="connsiteX21" fmla="*/ 54345 w 73799"/>
                <a:gd name="connsiteY21" fmla="*/ 40451 h 111016"/>
                <a:gd name="connsiteX22" fmla="*/ 60156 w 73799"/>
                <a:gd name="connsiteY22" fmla="*/ 53541 h 111016"/>
                <a:gd name="connsiteX23" fmla="*/ 32241 w 73799"/>
                <a:gd name="connsiteY23" fmla="*/ 84784 h 111016"/>
                <a:gd name="connsiteX24" fmla="*/ 15567 w 73799"/>
                <a:gd name="connsiteY24" fmla="*/ 69224 h 111016"/>
                <a:gd name="connsiteX25" fmla="*/ 15946 w 73799"/>
                <a:gd name="connsiteY25" fmla="*/ 65643 h 111016"/>
                <a:gd name="connsiteX26" fmla="*/ 24283 w 73799"/>
                <a:gd name="connsiteY26" fmla="*/ 32795 h 111016"/>
                <a:gd name="connsiteX27" fmla="*/ 53082 w 73799"/>
                <a:gd name="connsiteY27" fmla="*/ 3528 h 111016"/>
                <a:gd name="connsiteX28" fmla="*/ 65714 w 73799"/>
                <a:gd name="connsiteY28" fmla="*/ 15013 h 11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3799" h="111016">
                  <a:moveTo>
                    <a:pt x="74050" y="17236"/>
                  </a:moveTo>
                  <a:cubicBezTo>
                    <a:pt x="74050" y="6369"/>
                    <a:pt x="64450" y="71"/>
                    <a:pt x="53335" y="71"/>
                  </a:cubicBezTo>
                  <a:cubicBezTo>
                    <a:pt x="36030" y="71"/>
                    <a:pt x="23273" y="19335"/>
                    <a:pt x="20115" y="31807"/>
                  </a:cubicBezTo>
                  <a:lnTo>
                    <a:pt x="284" y="109605"/>
                  </a:lnTo>
                  <a:cubicBezTo>
                    <a:pt x="31" y="110470"/>
                    <a:pt x="1294" y="111087"/>
                    <a:pt x="2052" y="111087"/>
                  </a:cubicBezTo>
                  <a:cubicBezTo>
                    <a:pt x="3189" y="111087"/>
                    <a:pt x="4199" y="110963"/>
                    <a:pt x="4452" y="110223"/>
                  </a:cubicBezTo>
                  <a:lnTo>
                    <a:pt x="12915" y="77251"/>
                  </a:lnTo>
                  <a:cubicBezTo>
                    <a:pt x="15567" y="82932"/>
                    <a:pt x="21630" y="88242"/>
                    <a:pt x="31862" y="88242"/>
                  </a:cubicBezTo>
                  <a:cubicBezTo>
                    <a:pt x="49546" y="88242"/>
                    <a:pt x="69503" y="75769"/>
                    <a:pt x="69503" y="56875"/>
                  </a:cubicBezTo>
                  <a:cubicBezTo>
                    <a:pt x="69503" y="49590"/>
                    <a:pt x="66093" y="42180"/>
                    <a:pt x="59651" y="38105"/>
                  </a:cubicBezTo>
                  <a:cubicBezTo>
                    <a:pt x="65840" y="34277"/>
                    <a:pt x="74050" y="27238"/>
                    <a:pt x="74050" y="17236"/>
                  </a:cubicBezTo>
                  <a:close/>
                  <a:moveTo>
                    <a:pt x="49040" y="37982"/>
                  </a:moveTo>
                  <a:cubicBezTo>
                    <a:pt x="47146" y="38352"/>
                    <a:pt x="46261" y="38846"/>
                    <a:pt x="42598" y="38846"/>
                  </a:cubicBezTo>
                  <a:cubicBezTo>
                    <a:pt x="40577" y="38846"/>
                    <a:pt x="37546" y="38723"/>
                    <a:pt x="36662" y="38229"/>
                  </a:cubicBezTo>
                  <a:cubicBezTo>
                    <a:pt x="37925" y="37488"/>
                    <a:pt x="41462" y="37364"/>
                    <a:pt x="42598" y="37364"/>
                  </a:cubicBezTo>
                  <a:cubicBezTo>
                    <a:pt x="44493" y="37364"/>
                    <a:pt x="47272" y="37488"/>
                    <a:pt x="49040" y="37982"/>
                  </a:cubicBezTo>
                  <a:close/>
                  <a:moveTo>
                    <a:pt x="65714" y="15013"/>
                  </a:moveTo>
                  <a:cubicBezTo>
                    <a:pt x="65714" y="21558"/>
                    <a:pt x="62429" y="31190"/>
                    <a:pt x="54598" y="35512"/>
                  </a:cubicBezTo>
                  <a:cubicBezTo>
                    <a:pt x="52198" y="34771"/>
                    <a:pt x="49798" y="33907"/>
                    <a:pt x="42725" y="33907"/>
                  </a:cubicBezTo>
                  <a:cubicBezTo>
                    <a:pt x="38304" y="33907"/>
                    <a:pt x="31988" y="34153"/>
                    <a:pt x="31988" y="38599"/>
                  </a:cubicBezTo>
                  <a:cubicBezTo>
                    <a:pt x="31988" y="41686"/>
                    <a:pt x="35904" y="42180"/>
                    <a:pt x="42346" y="42180"/>
                  </a:cubicBezTo>
                  <a:cubicBezTo>
                    <a:pt x="46640" y="42180"/>
                    <a:pt x="50430" y="41563"/>
                    <a:pt x="54345" y="40451"/>
                  </a:cubicBezTo>
                  <a:cubicBezTo>
                    <a:pt x="58135" y="43045"/>
                    <a:pt x="60156" y="48108"/>
                    <a:pt x="60156" y="53541"/>
                  </a:cubicBezTo>
                  <a:cubicBezTo>
                    <a:pt x="60156" y="71447"/>
                    <a:pt x="47651" y="84784"/>
                    <a:pt x="32241" y="84784"/>
                  </a:cubicBezTo>
                  <a:cubicBezTo>
                    <a:pt x="22515" y="84784"/>
                    <a:pt x="15567" y="78980"/>
                    <a:pt x="15567" y="69224"/>
                  </a:cubicBezTo>
                  <a:cubicBezTo>
                    <a:pt x="15567" y="67989"/>
                    <a:pt x="15694" y="66755"/>
                    <a:pt x="15946" y="65643"/>
                  </a:cubicBezTo>
                  <a:lnTo>
                    <a:pt x="24283" y="32795"/>
                  </a:lnTo>
                  <a:cubicBezTo>
                    <a:pt x="27315" y="21064"/>
                    <a:pt x="38430" y="3528"/>
                    <a:pt x="53082" y="3528"/>
                  </a:cubicBezTo>
                  <a:cubicBezTo>
                    <a:pt x="60535" y="3528"/>
                    <a:pt x="65714" y="7480"/>
                    <a:pt x="65714" y="1501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1" name="Freeform: Shape 70">
              <a:extLst>
                <a:ext uri="{FF2B5EF4-FFF2-40B4-BE49-F238E27FC236}">
                  <a16:creationId xmlns:a16="http://schemas.microsoft.com/office/drawing/2014/main" id="{09D7A1DA-6B89-9601-144A-01FAD61C8C4C}"/>
                </a:ext>
              </a:extLst>
            </p:cNvPr>
            <p:cNvSpPr/>
            <p:nvPr>
              <p:custDataLst>
                <p:tags r:id="rId86"/>
              </p:custDataLst>
            </p:nvPr>
          </p:nvSpPr>
          <p:spPr>
            <a:xfrm>
              <a:off x="10989049" y="6746261"/>
              <a:ext cx="42675" cy="76915"/>
            </a:xfrm>
            <a:custGeom>
              <a:avLst/>
              <a:gdLst>
                <a:gd name="connsiteX0" fmla="*/ 42931 w 42675"/>
                <a:gd name="connsiteY0" fmla="*/ 3864 h 76915"/>
                <a:gd name="connsiteX1" fmla="*/ 38961 w 42675"/>
                <a:gd name="connsiteY1" fmla="*/ 72 h 76915"/>
                <a:gd name="connsiteX2" fmla="*/ 33367 w 42675"/>
                <a:gd name="connsiteY2" fmla="*/ 5364 h 76915"/>
                <a:gd name="connsiteX3" fmla="*/ 37337 w 42675"/>
                <a:gd name="connsiteY3" fmla="*/ 9157 h 76915"/>
                <a:gd name="connsiteX4" fmla="*/ 42931 w 42675"/>
                <a:gd name="connsiteY4" fmla="*/ 3864 h 76915"/>
                <a:gd name="connsiteX5" fmla="*/ 23262 w 42675"/>
                <a:gd name="connsiteY5" fmla="*/ 62874 h 76915"/>
                <a:gd name="connsiteX6" fmla="*/ 10360 w 42675"/>
                <a:gd name="connsiteY6" fmla="*/ 73988 h 76915"/>
                <a:gd name="connsiteX7" fmla="*/ 7112 w 42675"/>
                <a:gd name="connsiteY7" fmla="*/ 73547 h 76915"/>
                <a:gd name="connsiteX8" fmla="*/ 9909 w 42675"/>
                <a:gd name="connsiteY8" fmla="*/ 68872 h 76915"/>
                <a:gd name="connsiteX9" fmla="*/ 5849 w 42675"/>
                <a:gd name="connsiteY9" fmla="*/ 65256 h 76915"/>
                <a:gd name="connsiteX10" fmla="*/ 255 w 42675"/>
                <a:gd name="connsiteY10" fmla="*/ 70901 h 76915"/>
                <a:gd name="connsiteX11" fmla="*/ 10450 w 42675"/>
                <a:gd name="connsiteY11" fmla="*/ 76987 h 76915"/>
                <a:gd name="connsiteX12" fmla="*/ 31112 w 42675"/>
                <a:gd name="connsiteY12" fmla="*/ 62963 h 76915"/>
                <a:gd name="connsiteX13" fmla="*/ 39232 w 42675"/>
                <a:gd name="connsiteY13" fmla="*/ 31385 h 76915"/>
                <a:gd name="connsiteX14" fmla="*/ 39683 w 42675"/>
                <a:gd name="connsiteY14" fmla="*/ 28474 h 76915"/>
                <a:gd name="connsiteX15" fmla="*/ 28585 w 42675"/>
                <a:gd name="connsiteY15" fmla="*/ 19918 h 76915"/>
                <a:gd name="connsiteX16" fmla="*/ 10992 w 42675"/>
                <a:gd name="connsiteY16" fmla="*/ 33590 h 76915"/>
                <a:gd name="connsiteX17" fmla="*/ 12887 w 42675"/>
                <a:gd name="connsiteY17" fmla="*/ 34825 h 76915"/>
                <a:gd name="connsiteX18" fmla="*/ 14871 w 42675"/>
                <a:gd name="connsiteY18" fmla="*/ 33590 h 76915"/>
                <a:gd name="connsiteX19" fmla="*/ 28225 w 42675"/>
                <a:gd name="connsiteY19" fmla="*/ 22917 h 76915"/>
                <a:gd name="connsiteX20" fmla="*/ 32014 w 42675"/>
                <a:gd name="connsiteY20" fmla="*/ 27592 h 76915"/>
                <a:gd name="connsiteX21" fmla="*/ 31743 w 42675"/>
                <a:gd name="connsiteY21" fmla="*/ 29885 h 76915"/>
                <a:gd name="connsiteX22" fmla="*/ 23262 w 42675"/>
                <a:gd name="connsiteY22" fmla="*/ 62874 h 7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675" h="76915">
                  <a:moveTo>
                    <a:pt x="42931" y="3864"/>
                  </a:moveTo>
                  <a:cubicBezTo>
                    <a:pt x="42931" y="1836"/>
                    <a:pt x="41397" y="72"/>
                    <a:pt x="38961" y="72"/>
                  </a:cubicBezTo>
                  <a:cubicBezTo>
                    <a:pt x="36164" y="72"/>
                    <a:pt x="33367" y="2718"/>
                    <a:pt x="33367" y="5364"/>
                  </a:cubicBezTo>
                  <a:cubicBezTo>
                    <a:pt x="33367" y="7481"/>
                    <a:pt x="35081" y="9157"/>
                    <a:pt x="37337" y="9157"/>
                  </a:cubicBezTo>
                  <a:cubicBezTo>
                    <a:pt x="40405" y="9157"/>
                    <a:pt x="42931" y="6334"/>
                    <a:pt x="42931" y="3864"/>
                  </a:cubicBezTo>
                  <a:close/>
                  <a:moveTo>
                    <a:pt x="23262" y="62874"/>
                  </a:moveTo>
                  <a:cubicBezTo>
                    <a:pt x="21548" y="69578"/>
                    <a:pt x="15864" y="73988"/>
                    <a:pt x="10360" y="73988"/>
                  </a:cubicBezTo>
                  <a:cubicBezTo>
                    <a:pt x="8826" y="73988"/>
                    <a:pt x="7834" y="73724"/>
                    <a:pt x="7112" y="73547"/>
                  </a:cubicBezTo>
                  <a:cubicBezTo>
                    <a:pt x="9278" y="72313"/>
                    <a:pt x="9909" y="70019"/>
                    <a:pt x="9909" y="68872"/>
                  </a:cubicBezTo>
                  <a:cubicBezTo>
                    <a:pt x="9909" y="67373"/>
                    <a:pt x="8826" y="65256"/>
                    <a:pt x="5849" y="65256"/>
                  </a:cubicBezTo>
                  <a:cubicBezTo>
                    <a:pt x="2781" y="65256"/>
                    <a:pt x="255" y="67990"/>
                    <a:pt x="255" y="70901"/>
                  </a:cubicBezTo>
                  <a:cubicBezTo>
                    <a:pt x="255" y="74694"/>
                    <a:pt x="4315" y="76987"/>
                    <a:pt x="10450" y="76987"/>
                  </a:cubicBezTo>
                  <a:cubicBezTo>
                    <a:pt x="16586" y="76987"/>
                    <a:pt x="28315" y="73900"/>
                    <a:pt x="31112" y="62963"/>
                  </a:cubicBezTo>
                  <a:lnTo>
                    <a:pt x="39232" y="31385"/>
                  </a:lnTo>
                  <a:cubicBezTo>
                    <a:pt x="39412" y="30503"/>
                    <a:pt x="39683" y="29709"/>
                    <a:pt x="39683" y="28474"/>
                  </a:cubicBezTo>
                  <a:cubicBezTo>
                    <a:pt x="39683" y="23446"/>
                    <a:pt x="34901" y="19918"/>
                    <a:pt x="28585" y="19918"/>
                  </a:cubicBezTo>
                  <a:cubicBezTo>
                    <a:pt x="17668" y="19918"/>
                    <a:pt x="10992" y="31826"/>
                    <a:pt x="10992" y="33590"/>
                  </a:cubicBezTo>
                  <a:cubicBezTo>
                    <a:pt x="10992" y="34825"/>
                    <a:pt x="12435" y="34825"/>
                    <a:pt x="12887" y="34825"/>
                  </a:cubicBezTo>
                  <a:cubicBezTo>
                    <a:pt x="14240" y="34825"/>
                    <a:pt x="14420" y="34472"/>
                    <a:pt x="14871" y="33590"/>
                  </a:cubicBezTo>
                  <a:cubicBezTo>
                    <a:pt x="19022" y="24946"/>
                    <a:pt x="25157" y="22917"/>
                    <a:pt x="28225" y="22917"/>
                  </a:cubicBezTo>
                  <a:cubicBezTo>
                    <a:pt x="31833" y="22917"/>
                    <a:pt x="32014" y="26092"/>
                    <a:pt x="32014" y="27592"/>
                  </a:cubicBezTo>
                  <a:cubicBezTo>
                    <a:pt x="32014" y="28827"/>
                    <a:pt x="31924" y="29180"/>
                    <a:pt x="31743" y="29885"/>
                  </a:cubicBezTo>
                  <a:lnTo>
                    <a:pt x="23262" y="6287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2" name="Freeform: Shape 71">
              <a:extLst>
                <a:ext uri="{FF2B5EF4-FFF2-40B4-BE49-F238E27FC236}">
                  <a16:creationId xmlns:a16="http://schemas.microsoft.com/office/drawing/2014/main" id="{9685E1D2-4E43-AF64-EE37-42967F097AB9}"/>
                </a:ext>
              </a:extLst>
            </p:cNvPr>
            <p:cNvSpPr/>
            <p:nvPr>
              <p:custDataLst>
                <p:tags r:id="rId87"/>
              </p:custDataLst>
            </p:nvPr>
          </p:nvSpPr>
          <p:spPr>
            <a:xfrm>
              <a:off x="11062091" y="6694837"/>
              <a:ext cx="32715" cy="123365"/>
            </a:xfrm>
            <a:custGeom>
              <a:avLst/>
              <a:gdLst>
                <a:gd name="connsiteX0" fmla="*/ 2659 w 32715"/>
                <a:gd name="connsiteY0" fmla="*/ 71 h 123365"/>
                <a:gd name="connsiteX1" fmla="*/ 259 w 32715"/>
                <a:gd name="connsiteY1" fmla="*/ 1552 h 123365"/>
                <a:gd name="connsiteX2" fmla="*/ 1396 w 32715"/>
                <a:gd name="connsiteY2" fmla="*/ 3405 h 123365"/>
                <a:gd name="connsiteX3" fmla="*/ 24385 w 32715"/>
                <a:gd name="connsiteY3" fmla="*/ 61691 h 123365"/>
                <a:gd name="connsiteX4" fmla="*/ 2533 w 32715"/>
                <a:gd name="connsiteY4" fmla="*/ 119114 h 123365"/>
                <a:gd name="connsiteX5" fmla="*/ 259 w 32715"/>
                <a:gd name="connsiteY5" fmla="*/ 121954 h 123365"/>
                <a:gd name="connsiteX6" fmla="*/ 1901 w 32715"/>
                <a:gd name="connsiteY6" fmla="*/ 123436 h 123365"/>
                <a:gd name="connsiteX7" fmla="*/ 23753 w 32715"/>
                <a:gd name="connsiteY7" fmla="*/ 99849 h 123365"/>
                <a:gd name="connsiteX8" fmla="*/ 32974 w 32715"/>
                <a:gd name="connsiteY8" fmla="*/ 61815 h 123365"/>
                <a:gd name="connsiteX9" fmla="*/ 2659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659" y="71"/>
                  </a:moveTo>
                  <a:cubicBezTo>
                    <a:pt x="1775" y="71"/>
                    <a:pt x="259" y="71"/>
                    <a:pt x="259" y="1552"/>
                  </a:cubicBezTo>
                  <a:cubicBezTo>
                    <a:pt x="259" y="2170"/>
                    <a:pt x="638" y="2540"/>
                    <a:pt x="1396" y="3405"/>
                  </a:cubicBezTo>
                  <a:cubicBezTo>
                    <a:pt x="12259" y="13160"/>
                    <a:pt x="24385" y="29831"/>
                    <a:pt x="24385" y="61691"/>
                  </a:cubicBezTo>
                  <a:cubicBezTo>
                    <a:pt x="24385" y="87501"/>
                    <a:pt x="16174" y="107012"/>
                    <a:pt x="2533" y="119114"/>
                  </a:cubicBezTo>
                  <a:cubicBezTo>
                    <a:pt x="385" y="121213"/>
                    <a:pt x="259" y="121337"/>
                    <a:pt x="259" y="121954"/>
                  </a:cubicBezTo>
                  <a:cubicBezTo>
                    <a:pt x="259" y="122571"/>
                    <a:pt x="638" y="123436"/>
                    <a:pt x="1901" y="123436"/>
                  </a:cubicBezTo>
                  <a:cubicBezTo>
                    <a:pt x="3417" y="123436"/>
                    <a:pt x="15417" y="115286"/>
                    <a:pt x="23753" y="99849"/>
                  </a:cubicBezTo>
                  <a:cubicBezTo>
                    <a:pt x="29311" y="89600"/>
                    <a:pt x="32974" y="76263"/>
                    <a:pt x="32974" y="61815"/>
                  </a:cubicBezTo>
                  <a:cubicBezTo>
                    <a:pt x="32974" y="44403"/>
                    <a:pt x="27669" y="17359"/>
                    <a:pt x="2659"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3" name="Freeform: Shape 72">
              <a:extLst>
                <a:ext uri="{FF2B5EF4-FFF2-40B4-BE49-F238E27FC236}">
                  <a16:creationId xmlns:a16="http://schemas.microsoft.com/office/drawing/2014/main" id="{4FD1A8F6-BFA0-C5EC-D374-068543AEF61A}"/>
                </a:ext>
              </a:extLst>
            </p:cNvPr>
            <p:cNvSpPr/>
            <p:nvPr>
              <p:custDataLst>
                <p:tags r:id="rId88"/>
              </p:custDataLst>
            </p:nvPr>
          </p:nvSpPr>
          <p:spPr>
            <a:xfrm>
              <a:off x="11178763" y="6795550"/>
              <a:ext cx="119997" cy="41280"/>
            </a:xfrm>
            <a:custGeom>
              <a:avLst/>
              <a:gdLst>
                <a:gd name="connsiteX0" fmla="*/ 114127 w 119997"/>
                <a:gd name="connsiteY0" fmla="*/ 7131 h 41280"/>
                <a:gd name="connsiteX1" fmla="*/ 120263 w 119997"/>
                <a:gd name="connsiteY1" fmla="*/ 3603 h 41280"/>
                <a:gd name="connsiteX2" fmla="*/ 114308 w 119997"/>
                <a:gd name="connsiteY2" fmla="*/ 75 h 41280"/>
                <a:gd name="connsiteX3" fmla="*/ 6220 w 119997"/>
                <a:gd name="connsiteY3" fmla="*/ 75 h 41280"/>
                <a:gd name="connsiteX4" fmla="*/ 265 w 119997"/>
                <a:gd name="connsiteY4" fmla="*/ 3603 h 41280"/>
                <a:gd name="connsiteX5" fmla="*/ 6401 w 119997"/>
                <a:gd name="connsiteY5" fmla="*/ 7131 h 41280"/>
                <a:gd name="connsiteX6" fmla="*/ 114127 w 119997"/>
                <a:gd name="connsiteY6" fmla="*/ 7131 h 41280"/>
                <a:gd name="connsiteX7" fmla="*/ 114308 w 119997"/>
                <a:gd name="connsiteY7" fmla="*/ 41355 h 41280"/>
                <a:gd name="connsiteX8" fmla="*/ 120263 w 119997"/>
                <a:gd name="connsiteY8" fmla="*/ 37827 h 41280"/>
                <a:gd name="connsiteX9" fmla="*/ 114127 w 119997"/>
                <a:gd name="connsiteY9" fmla="*/ 34299 h 41280"/>
                <a:gd name="connsiteX10" fmla="*/ 6401 w 119997"/>
                <a:gd name="connsiteY10" fmla="*/ 34299 h 41280"/>
                <a:gd name="connsiteX11" fmla="*/ 265 w 119997"/>
                <a:gd name="connsiteY11" fmla="*/ 37827 h 41280"/>
                <a:gd name="connsiteX12" fmla="*/ 6220 w 119997"/>
                <a:gd name="connsiteY12" fmla="*/ 41355 h 41280"/>
                <a:gd name="connsiteX13" fmla="*/ 114308 w 119997"/>
                <a:gd name="connsiteY13" fmla="*/ 41355 h 4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9997" h="41280">
                  <a:moveTo>
                    <a:pt x="114127" y="7131"/>
                  </a:moveTo>
                  <a:cubicBezTo>
                    <a:pt x="116834" y="7131"/>
                    <a:pt x="120263" y="7131"/>
                    <a:pt x="120263" y="3603"/>
                  </a:cubicBezTo>
                  <a:cubicBezTo>
                    <a:pt x="120263" y="75"/>
                    <a:pt x="116834" y="75"/>
                    <a:pt x="114308" y="75"/>
                  </a:cubicBezTo>
                  <a:lnTo>
                    <a:pt x="6220" y="75"/>
                  </a:lnTo>
                  <a:cubicBezTo>
                    <a:pt x="3694" y="75"/>
                    <a:pt x="265" y="75"/>
                    <a:pt x="265" y="3603"/>
                  </a:cubicBezTo>
                  <a:cubicBezTo>
                    <a:pt x="265" y="7131"/>
                    <a:pt x="3694" y="7131"/>
                    <a:pt x="6401" y="7131"/>
                  </a:cubicBezTo>
                  <a:lnTo>
                    <a:pt x="114127" y="7131"/>
                  </a:lnTo>
                  <a:close/>
                  <a:moveTo>
                    <a:pt x="114308" y="41355"/>
                  </a:moveTo>
                  <a:cubicBezTo>
                    <a:pt x="116834" y="41355"/>
                    <a:pt x="120263" y="41355"/>
                    <a:pt x="120263" y="37827"/>
                  </a:cubicBezTo>
                  <a:cubicBezTo>
                    <a:pt x="120263" y="34299"/>
                    <a:pt x="116834" y="34299"/>
                    <a:pt x="114127" y="34299"/>
                  </a:cubicBezTo>
                  <a:lnTo>
                    <a:pt x="6401" y="34299"/>
                  </a:lnTo>
                  <a:cubicBezTo>
                    <a:pt x="3694" y="34299"/>
                    <a:pt x="265" y="34299"/>
                    <a:pt x="265" y="37827"/>
                  </a:cubicBezTo>
                  <a:cubicBezTo>
                    <a:pt x="265" y="41355"/>
                    <a:pt x="3694" y="41355"/>
                    <a:pt x="6220" y="41355"/>
                  </a:cubicBezTo>
                  <a:lnTo>
                    <a:pt x="114308" y="413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4" name="Freeform: Shape 73">
              <a:extLst>
                <a:ext uri="{FF2B5EF4-FFF2-40B4-BE49-F238E27FC236}">
                  <a16:creationId xmlns:a16="http://schemas.microsoft.com/office/drawing/2014/main" id="{3BC5BD46-4CC6-07D5-F81D-FECA053EDCDF}"/>
                </a:ext>
              </a:extLst>
            </p:cNvPr>
            <p:cNvSpPr/>
            <p:nvPr>
              <p:custDataLst>
                <p:tags r:id="rId89"/>
              </p:custDataLst>
            </p:nvPr>
          </p:nvSpPr>
          <p:spPr>
            <a:xfrm>
              <a:off x="11367429" y="6782319"/>
              <a:ext cx="69291" cy="79914"/>
            </a:xfrm>
            <a:custGeom>
              <a:avLst/>
              <a:gdLst>
                <a:gd name="connsiteX0" fmla="*/ 25719 w 69291"/>
                <a:gd name="connsiteY0" fmla="*/ 37298 h 79914"/>
                <a:gd name="connsiteX1" fmla="*/ 53327 w 69291"/>
                <a:gd name="connsiteY1" fmla="*/ 33240 h 79914"/>
                <a:gd name="connsiteX2" fmla="*/ 66861 w 69291"/>
                <a:gd name="connsiteY2" fmla="*/ 15070 h 79914"/>
                <a:gd name="connsiteX3" fmla="*/ 47553 w 69291"/>
                <a:gd name="connsiteY3" fmla="*/ 75 h 79914"/>
                <a:gd name="connsiteX4" fmla="*/ 276 w 69291"/>
                <a:gd name="connsiteY4" fmla="*/ 48059 h 79914"/>
                <a:gd name="connsiteX5" fmla="*/ 28606 w 69291"/>
                <a:gd name="connsiteY5" fmla="*/ 79990 h 79914"/>
                <a:gd name="connsiteX6" fmla="*/ 69567 w 69291"/>
                <a:gd name="connsiteY6" fmla="*/ 59173 h 79914"/>
                <a:gd name="connsiteX7" fmla="*/ 67402 w 69291"/>
                <a:gd name="connsiteY7" fmla="*/ 56880 h 79914"/>
                <a:gd name="connsiteX8" fmla="*/ 65056 w 69291"/>
                <a:gd name="connsiteY8" fmla="*/ 58644 h 79914"/>
                <a:gd name="connsiteX9" fmla="*/ 28967 w 69291"/>
                <a:gd name="connsiteY9" fmla="*/ 76108 h 79914"/>
                <a:gd name="connsiteX10" fmla="*/ 13268 w 69291"/>
                <a:gd name="connsiteY10" fmla="*/ 55645 h 79914"/>
                <a:gd name="connsiteX11" fmla="*/ 16155 w 69291"/>
                <a:gd name="connsiteY11" fmla="*/ 37298 h 79914"/>
                <a:gd name="connsiteX12" fmla="*/ 25719 w 69291"/>
                <a:gd name="connsiteY12" fmla="*/ 37298 h 79914"/>
                <a:gd name="connsiteX13" fmla="*/ 17238 w 69291"/>
                <a:gd name="connsiteY13" fmla="*/ 33417 h 79914"/>
                <a:gd name="connsiteX14" fmla="*/ 47553 w 69291"/>
                <a:gd name="connsiteY14" fmla="*/ 3956 h 79914"/>
                <a:gd name="connsiteX15" fmla="*/ 60906 w 69291"/>
                <a:gd name="connsiteY15" fmla="*/ 15070 h 79914"/>
                <a:gd name="connsiteX16" fmla="*/ 24636 w 69291"/>
                <a:gd name="connsiteY16" fmla="*/ 33417 h 79914"/>
                <a:gd name="connsiteX17" fmla="*/ 17238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719" y="37298"/>
                  </a:moveTo>
                  <a:cubicBezTo>
                    <a:pt x="30952" y="37298"/>
                    <a:pt x="44305" y="36945"/>
                    <a:pt x="53327" y="33240"/>
                  </a:cubicBezTo>
                  <a:cubicBezTo>
                    <a:pt x="65959" y="27948"/>
                    <a:pt x="66861" y="17540"/>
                    <a:pt x="66861" y="15070"/>
                  </a:cubicBezTo>
                  <a:cubicBezTo>
                    <a:pt x="66861" y="7308"/>
                    <a:pt x="60004" y="75"/>
                    <a:pt x="47553" y="75"/>
                  </a:cubicBezTo>
                  <a:cubicBezTo>
                    <a:pt x="27523" y="75"/>
                    <a:pt x="276" y="17187"/>
                    <a:pt x="276" y="48059"/>
                  </a:cubicBezTo>
                  <a:cubicBezTo>
                    <a:pt x="276" y="66053"/>
                    <a:pt x="10922" y="79990"/>
                    <a:pt x="28606" y="79990"/>
                  </a:cubicBezTo>
                  <a:cubicBezTo>
                    <a:pt x="54410" y="79990"/>
                    <a:pt x="69567" y="61290"/>
                    <a:pt x="69567" y="59173"/>
                  </a:cubicBezTo>
                  <a:cubicBezTo>
                    <a:pt x="69567" y="58114"/>
                    <a:pt x="68485" y="56880"/>
                    <a:pt x="67402" y="56880"/>
                  </a:cubicBezTo>
                  <a:cubicBezTo>
                    <a:pt x="66500" y="56880"/>
                    <a:pt x="66139" y="57232"/>
                    <a:pt x="65056" y="58644"/>
                  </a:cubicBezTo>
                  <a:cubicBezTo>
                    <a:pt x="50801" y="76108"/>
                    <a:pt x="31132" y="76108"/>
                    <a:pt x="28967" y="76108"/>
                  </a:cubicBezTo>
                  <a:cubicBezTo>
                    <a:pt x="14892" y="76108"/>
                    <a:pt x="13268" y="61290"/>
                    <a:pt x="13268" y="55645"/>
                  </a:cubicBezTo>
                  <a:cubicBezTo>
                    <a:pt x="13268" y="53528"/>
                    <a:pt x="13448" y="48059"/>
                    <a:pt x="16155" y="37298"/>
                  </a:cubicBezTo>
                  <a:lnTo>
                    <a:pt x="25719" y="37298"/>
                  </a:lnTo>
                  <a:close/>
                  <a:moveTo>
                    <a:pt x="17238" y="33417"/>
                  </a:moveTo>
                  <a:cubicBezTo>
                    <a:pt x="24275" y="6602"/>
                    <a:pt x="42861" y="3956"/>
                    <a:pt x="47553" y="3956"/>
                  </a:cubicBezTo>
                  <a:cubicBezTo>
                    <a:pt x="56034" y="3956"/>
                    <a:pt x="60906" y="9072"/>
                    <a:pt x="60906" y="15070"/>
                  </a:cubicBezTo>
                  <a:cubicBezTo>
                    <a:pt x="60906" y="33417"/>
                    <a:pt x="32035" y="33417"/>
                    <a:pt x="24636" y="33417"/>
                  </a:cubicBezTo>
                  <a:lnTo>
                    <a:pt x="17238"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5" name="Freeform: Shape 74">
              <a:extLst>
                <a:ext uri="{FF2B5EF4-FFF2-40B4-BE49-F238E27FC236}">
                  <a16:creationId xmlns:a16="http://schemas.microsoft.com/office/drawing/2014/main" id="{6EBC1769-4DEE-E229-4E86-23A6787B2988}"/>
                </a:ext>
              </a:extLst>
            </p:cNvPr>
            <p:cNvSpPr/>
            <p:nvPr>
              <p:custDataLst>
                <p:tags r:id="rId90"/>
              </p:custDataLst>
            </p:nvPr>
          </p:nvSpPr>
          <p:spPr>
            <a:xfrm>
              <a:off x="11457675" y="6694837"/>
              <a:ext cx="32841" cy="123365"/>
            </a:xfrm>
            <a:custGeom>
              <a:avLst/>
              <a:gdLst>
                <a:gd name="connsiteX0" fmla="*/ 30596 w 32841"/>
                <a:gd name="connsiteY0" fmla="*/ 71 h 123365"/>
                <a:gd name="connsiteX1" fmla="*/ 280 w 32841"/>
                <a:gd name="connsiteY1" fmla="*/ 61691 h 123365"/>
                <a:gd name="connsiteX2" fmla="*/ 30596 w 32841"/>
                <a:gd name="connsiteY2" fmla="*/ 123436 h 123365"/>
                <a:gd name="connsiteX3" fmla="*/ 33122 w 32841"/>
                <a:gd name="connsiteY3" fmla="*/ 121954 h 123365"/>
                <a:gd name="connsiteX4" fmla="*/ 31859 w 32841"/>
                <a:gd name="connsiteY4" fmla="*/ 120102 h 123365"/>
                <a:gd name="connsiteX5" fmla="*/ 8870 w 32841"/>
                <a:gd name="connsiteY5" fmla="*/ 61815 h 123365"/>
                <a:gd name="connsiteX6" fmla="*/ 32238 w 32841"/>
                <a:gd name="connsiteY6" fmla="*/ 3034 h 123365"/>
                <a:gd name="connsiteX7" fmla="*/ 33122 w 32841"/>
                <a:gd name="connsiteY7" fmla="*/ 1552 h 123365"/>
                <a:gd name="connsiteX8" fmla="*/ 30596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596" y="71"/>
                  </a:moveTo>
                  <a:cubicBezTo>
                    <a:pt x="6596" y="16618"/>
                    <a:pt x="280" y="42798"/>
                    <a:pt x="280" y="61691"/>
                  </a:cubicBezTo>
                  <a:cubicBezTo>
                    <a:pt x="280" y="79103"/>
                    <a:pt x="5586" y="106147"/>
                    <a:pt x="30596" y="123436"/>
                  </a:cubicBezTo>
                  <a:cubicBezTo>
                    <a:pt x="31606" y="123436"/>
                    <a:pt x="33122" y="123436"/>
                    <a:pt x="33122" y="121954"/>
                  </a:cubicBezTo>
                  <a:cubicBezTo>
                    <a:pt x="33122" y="121213"/>
                    <a:pt x="32743" y="120966"/>
                    <a:pt x="31859" y="120102"/>
                  </a:cubicBezTo>
                  <a:cubicBezTo>
                    <a:pt x="15059" y="105283"/>
                    <a:pt x="8870" y="84290"/>
                    <a:pt x="8870" y="61815"/>
                  </a:cubicBezTo>
                  <a:cubicBezTo>
                    <a:pt x="8870" y="28473"/>
                    <a:pt x="21880" y="12172"/>
                    <a:pt x="32238" y="3034"/>
                  </a:cubicBezTo>
                  <a:cubicBezTo>
                    <a:pt x="32743" y="2540"/>
                    <a:pt x="33122" y="2170"/>
                    <a:pt x="33122" y="1552"/>
                  </a:cubicBezTo>
                  <a:cubicBezTo>
                    <a:pt x="33122" y="71"/>
                    <a:pt x="31606" y="71"/>
                    <a:pt x="30596"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6" name="Freeform: Shape 75">
              <a:extLst>
                <a:ext uri="{FF2B5EF4-FFF2-40B4-BE49-F238E27FC236}">
                  <a16:creationId xmlns:a16="http://schemas.microsoft.com/office/drawing/2014/main" id="{8A467757-FCFD-77AF-ADC8-766FF7D8D05F}"/>
                </a:ext>
              </a:extLst>
            </p:cNvPr>
            <p:cNvSpPr/>
            <p:nvPr>
              <p:custDataLst>
                <p:tags r:id="rId91"/>
              </p:custDataLst>
            </p:nvPr>
          </p:nvSpPr>
          <p:spPr>
            <a:xfrm>
              <a:off x="11503960" y="6732625"/>
              <a:ext cx="77429" cy="54828"/>
            </a:xfrm>
            <a:custGeom>
              <a:avLst/>
              <a:gdLst>
                <a:gd name="connsiteX0" fmla="*/ 45756 w 77429"/>
                <a:gd name="connsiteY0" fmla="*/ 25015 h 54828"/>
                <a:gd name="connsiteX1" fmla="*/ 63187 w 77429"/>
                <a:gd name="connsiteY1" fmla="*/ 7850 h 54828"/>
                <a:gd name="connsiteX2" fmla="*/ 74934 w 77429"/>
                <a:gd name="connsiteY2" fmla="*/ 6986 h 54828"/>
                <a:gd name="connsiteX3" fmla="*/ 74934 w 77429"/>
                <a:gd name="connsiteY3" fmla="*/ 71 h 54828"/>
                <a:gd name="connsiteX4" fmla="*/ 62682 w 77429"/>
                <a:gd name="connsiteY4" fmla="*/ 565 h 54828"/>
                <a:gd name="connsiteX5" fmla="*/ 48661 w 77429"/>
                <a:gd name="connsiteY5" fmla="*/ 71 h 54828"/>
                <a:gd name="connsiteX6" fmla="*/ 48661 w 77429"/>
                <a:gd name="connsiteY6" fmla="*/ 6986 h 54828"/>
                <a:gd name="connsiteX7" fmla="*/ 52072 w 77429"/>
                <a:gd name="connsiteY7" fmla="*/ 7727 h 54828"/>
                <a:gd name="connsiteX8" fmla="*/ 40198 w 77429"/>
                <a:gd name="connsiteY8" fmla="*/ 19458 h 54828"/>
                <a:gd name="connsiteX9" fmla="*/ 27946 w 77429"/>
                <a:gd name="connsiteY9" fmla="*/ 6986 h 54828"/>
                <a:gd name="connsiteX10" fmla="*/ 31357 w 77429"/>
                <a:gd name="connsiteY10" fmla="*/ 6986 h 54828"/>
                <a:gd name="connsiteX11" fmla="*/ 31357 w 77429"/>
                <a:gd name="connsiteY11" fmla="*/ 71 h 54828"/>
                <a:gd name="connsiteX12" fmla="*/ 15315 w 77429"/>
                <a:gd name="connsiteY12" fmla="*/ 565 h 54828"/>
                <a:gd name="connsiteX13" fmla="*/ 1041 w 77429"/>
                <a:gd name="connsiteY13" fmla="*/ 71 h 54828"/>
                <a:gd name="connsiteX14" fmla="*/ 1041 w 77429"/>
                <a:gd name="connsiteY14" fmla="*/ 6986 h 54828"/>
                <a:gd name="connsiteX15" fmla="*/ 10515 w 77429"/>
                <a:gd name="connsiteY15" fmla="*/ 6986 h 54828"/>
                <a:gd name="connsiteX16" fmla="*/ 31230 w 77429"/>
                <a:gd name="connsiteY16" fmla="*/ 28103 h 54828"/>
                <a:gd name="connsiteX17" fmla="*/ 13041 w 77429"/>
                <a:gd name="connsiteY17" fmla="*/ 46008 h 54828"/>
                <a:gd name="connsiteX18" fmla="*/ 7357 w 77429"/>
                <a:gd name="connsiteY18" fmla="*/ 47861 h 54828"/>
                <a:gd name="connsiteX19" fmla="*/ 284 w 77429"/>
                <a:gd name="connsiteY19" fmla="*/ 47984 h 54828"/>
                <a:gd name="connsiteX20" fmla="*/ 284 w 77429"/>
                <a:gd name="connsiteY20" fmla="*/ 54900 h 54828"/>
                <a:gd name="connsiteX21" fmla="*/ 12536 w 77429"/>
                <a:gd name="connsiteY21" fmla="*/ 54406 h 54828"/>
                <a:gd name="connsiteX22" fmla="*/ 26557 w 77429"/>
                <a:gd name="connsiteY22" fmla="*/ 54900 h 54828"/>
                <a:gd name="connsiteX23" fmla="*/ 26557 w 77429"/>
                <a:gd name="connsiteY23" fmla="*/ 47984 h 54828"/>
                <a:gd name="connsiteX24" fmla="*/ 23146 w 77429"/>
                <a:gd name="connsiteY24" fmla="*/ 47120 h 54828"/>
                <a:gd name="connsiteX25" fmla="*/ 36788 w 77429"/>
                <a:gd name="connsiteY25" fmla="*/ 33783 h 54828"/>
                <a:gd name="connsiteX26" fmla="*/ 50809 w 77429"/>
                <a:gd name="connsiteY26" fmla="*/ 47984 h 54828"/>
                <a:gd name="connsiteX27" fmla="*/ 47525 w 77429"/>
                <a:gd name="connsiteY27" fmla="*/ 47984 h 54828"/>
                <a:gd name="connsiteX28" fmla="*/ 47525 w 77429"/>
                <a:gd name="connsiteY28" fmla="*/ 54900 h 54828"/>
                <a:gd name="connsiteX29" fmla="*/ 63566 w 77429"/>
                <a:gd name="connsiteY29" fmla="*/ 54406 h 54828"/>
                <a:gd name="connsiteX30" fmla="*/ 77713 w 77429"/>
                <a:gd name="connsiteY30" fmla="*/ 54900 h 54828"/>
                <a:gd name="connsiteX31" fmla="*/ 77713 w 77429"/>
                <a:gd name="connsiteY31" fmla="*/ 47984 h 54828"/>
                <a:gd name="connsiteX32" fmla="*/ 68366 w 77429"/>
                <a:gd name="connsiteY32" fmla="*/ 47984 h 54828"/>
                <a:gd name="connsiteX33" fmla="*/ 45756 w 77429"/>
                <a:gd name="connsiteY33" fmla="*/ 25015 h 5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429" h="54828">
                  <a:moveTo>
                    <a:pt x="45756" y="25015"/>
                  </a:moveTo>
                  <a:lnTo>
                    <a:pt x="63187" y="7850"/>
                  </a:lnTo>
                  <a:cubicBezTo>
                    <a:pt x="66219" y="6986"/>
                    <a:pt x="69503" y="6986"/>
                    <a:pt x="74934" y="6986"/>
                  </a:cubicBezTo>
                  <a:lnTo>
                    <a:pt x="74934" y="71"/>
                  </a:lnTo>
                  <a:cubicBezTo>
                    <a:pt x="70892" y="441"/>
                    <a:pt x="66724" y="565"/>
                    <a:pt x="62682" y="565"/>
                  </a:cubicBezTo>
                  <a:cubicBezTo>
                    <a:pt x="58388" y="565"/>
                    <a:pt x="49672" y="194"/>
                    <a:pt x="48661" y="71"/>
                  </a:cubicBezTo>
                  <a:lnTo>
                    <a:pt x="48661" y="6986"/>
                  </a:lnTo>
                  <a:cubicBezTo>
                    <a:pt x="50303" y="6986"/>
                    <a:pt x="51188" y="7233"/>
                    <a:pt x="52072" y="7727"/>
                  </a:cubicBezTo>
                  <a:lnTo>
                    <a:pt x="40198" y="19458"/>
                  </a:lnTo>
                  <a:lnTo>
                    <a:pt x="27946" y="6986"/>
                  </a:lnTo>
                  <a:lnTo>
                    <a:pt x="31357" y="6986"/>
                  </a:lnTo>
                  <a:lnTo>
                    <a:pt x="31357" y="71"/>
                  </a:lnTo>
                  <a:cubicBezTo>
                    <a:pt x="30599" y="71"/>
                    <a:pt x="20620" y="565"/>
                    <a:pt x="15315" y="565"/>
                  </a:cubicBezTo>
                  <a:cubicBezTo>
                    <a:pt x="10515" y="565"/>
                    <a:pt x="5841" y="441"/>
                    <a:pt x="1041" y="71"/>
                  </a:cubicBezTo>
                  <a:lnTo>
                    <a:pt x="1041" y="6986"/>
                  </a:lnTo>
                  <a:lnTo>
                    <a:pt x="10515" y="6986"/>
                  </a:lnTo>
                  <a:lnTo>
                    <a:pt x="31230" y="28103"/>
                  </a:lnTo>
                  <a:lnTo>
                    <a:pt x="13041" y="46008"/>
                  </a:lnTo>
                  <a:cubicBezTo>
                    <a:pt x="11399" y="47490"/>
                    <a:pt x="11273" y="47614"/>
                    <a:pt x="7357" y="47861"/>
                  </a:cubicBezTo>
                  <a:cubicBezTo>
                    <a:pt x="5336" y="47984"/>
                    <a:pt x="915" y="47984"/>
                    <a:pt x="284" y="47984"/>
                  </a:cubicBezTo>
                  <a:lnTo>
                    <a:pt x="284" y="54900"/>
                  </a:lnTo>
                  <a:cubicBezTo>
                    <a:pt x="4326" y="54529"/>
                    <a:pt x="8494" y="54406"/>
                    <a:pt x="12536" y="54406"/>
                  </a:cubicBezTo>
                  <a:cubicBezTo>
                    <a:pt x="15946" y="54406"/>
                    <a:pt x="24915" y="54776"/>
                    <a:pt x="26557" y="54900"/>
                  </a:cubicBezTo>
                  <a:lnTo>
                    <a:pt x="26557" y="47984"/>
                  </a:lnTo>
                  <a:cubicBezTo>
                    <a:pt x="24536" y="47984"/>
                    <a:pt x="24030" y="47737"/>
                    <a:pt x="23146" y="47120"/>
                  </a:cubicBezTo>
                  <a:lnTo>
                    <a:pt x="36788" y="33783"/>
                  </a:lnTo>
                  <a:lnTo>
                    <a:pt x="50809" y="47984"/>
                  </a:lnTo>
                  <a:lnTo>
                    <a:pt x="47525" y="47984"/>
                  </a:lnTo>
                  <a:lnTo>
                    <a:pt x="47525" y="54900"/>
                  </a:lnTo>
                  <a:cubicBezTo>
                    <a:pt x="47651" y="54900"/>
                    <a:pt x="57756" y="54406"/>
                    <a:pt x="63566" y="54406"/>
                  </a:cubicBezTo>
                  <a:cubicBezTo>
                    <a:pt x="68240" y="54406"/>
                    <a:pt x="73040" y="54529"/>
                    <a:pt x="77713" y="54900"/>
                  </a:cubicBezTo>
                  <a:lnTo>
                    <a:pt x="77713" y="47984"/>
                  </a:lnTo>
                  <a:lnTo>
                    <a:pt x="68366" y="47984"/>
                  </a:lnTo>
                  <a:lnTo>
                    <a:pt x="45756" y="25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7" name="Freeform: Shape 76">
              <a:extLst>
                <a:ext uri="{FF2B5EF4-FFF2-40B4-BE49-F238E27FC236}">
                  <a16:creationId xmlns:a16="http://schemas.microsoft.com/office/drawing/2014/main" id="{0FA70EE3-16B5-0EA9-35E6-D9A9026B1F04}"/>
                </a:ext>
              </a:extLst>
            </p:cNvPr>
            <p:cNvSpPr/>
            <p:nvPr>
              <p:custDataLst>
                <p:tags r:id="rId92"/>
              </p:custDataLst>
            </p:nvPr>
          </p:nvSpPr>
          <p:spPr>
            <a:xfrm>
              <a:off x="11594169" y="6684909"/>
              <a:ext cx="24991" cy="45955"/>
            </a:xfrm>
            <a:custGeom>
              <a:avLst/>
              <a:gdLst>
                <a:gd name="connsiteX0" fmla="*/ 24378 w 24991"/>
                <a:gd name="connsiteY0" fmla="*/ 8359 h 45955"/>
                <a:gd name="connsiteX1" fmla="*/ 25280 w 24991"/>
                <a:gd name="connsiteY1" fmla="*/ 5272 h 45955"/>
                <a:gd name="connsiteX2" fmla="*/ 19686 w 24991"/>
                <a:gd name="connsiteY2" fmla="*/ 68 h 45955"/>
                <a:gd name="connsiteX3" fmla="*/ 14544 w 24991"/>
                <a:gd name="connsiteY3" fmla="*/ 4125 h 45955"/>
                <a:gd name="connsiteX4" fmla="*/ 649 w 24991"/>
                <a:gd name="connsiteY4" fmla="*/ 42318 h 45955"/>
                <a:gd name="connsiteX5" fmla="*/ 288 w 24991"/>
                <a:gd name="connsiteY5" fmla="*/ 43730 h 45955"/>
                <a:gd name="connsiteX6" fmla="*/ 4168 w 24991"/>
                <a:gd name="connsiteY6" fmla="*/ 46023 h 45955"/>
                <a:gd name="connsiteX7" fmla="*/ 5702 w 24991"/>
                <a:gd name="connsiteY7" fmla="*/ 44524 h 45955"/>
                <a:gd name="connsiteX8" fmla="*/ 24378 w 24991"/>
                <a:gd name="connsiteY8" fmla="*/ 8359 h 4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91" h="45955">
                  <a:moveTo>
                    <a:pt x="24378" y="8359"/>
                  </a:moveTo>
                  <a:cubicBezTo>
                    <a:pt x="24468" y="8271"/>
                    <a:pt x="25280" y="6595"/>
                    <a:pt x="25280" y="5272"/>
                  </a:cubicBezTo>
                  <a:cubicBezTo>
                    <a:pt x="25280" y="2096"/>
                    <a:pt x="22393" y="68"/>
                    <a:pt x="19686" y="68"/>
                  </a:cubicBezTo>
                  <a:cubicBezTo>
                    <a:pt x="15987" y="68"/>
                    <a:pt x="14995" y="2802"/>
                    <a:pt x="14544" y="4125"/>
                  </a:cubicBezTo>
                  <a:lnTo>
                    <a:pt x="649" y="42318"/>
                  </a:lnTo>
                  <a:cubicBezTo>
                    <a:pt x="288" y="43377"/>
                    <a:pt x="288" y="43641"/>
                    <a:pt x="288" y="43730"/>
                  </a:cubicBezTo>
                  <a:cubicBezTo>
                    <a:pt x="288" y="45141"/>
                    <a:pt x="4078" y="46023"/>
                    <a:pt x="4168" y="46023"/>
                  </a:cubicBezTo>
                  <a:cubicBezTo>
                    <a:pt x="4980" y="46023"/>
                    <a:pt x="5160" y="45582"/>
                    <a:pt x="5702" y="44524"/>
                  </a:cubicBezTo>
                  <a:lnTo>
                    <a:pt x="24378" y="83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8" name="Freeform: Shape 77">
              <a:extLst>
                <a:ext uri="{FF2B5EF4-FFF2-40B4-BE49-F238E27FC236}">
                  <a16:creationId xmlns:a16="http://schemas.microsoft.com/office/drawing/2014/main" id="{052C847C-6B41-C1DE-0D5C-CB516BD39D21}"/>
                </a:ext>
              </a:extLst>
            </p:cNvPr>
            <p:cNvSpPr/>
            <p:nvPr>
              <p:custDataLst>
                <p:tags r:id="rId93"/>
              </p:custDataLst>
            </p:nvPr>
          </p:nvSpPr>
          <p:spPr>
            <a:xfrm>
              <a:off x="11637239" y="6700765"/>
              <a:ext cx="88292" cy="110645"/>
            </a:xfrm>
            <a:custGeom>
              <a:avLst/>
              <a:gdLst>
                <a:gd name="connsiteX0" fmla="*/ 8501 w 88292"/>
                <a:gd name="connsiteY0" fmla="*/ 108000 h 110645"/>
                <a:gd name="connsiteX1" fmla="*/ 16206 w 88292"/>
                <a:gd name="connsiteY1" fmla="*/ 77498 h 110645"/>
                <a:gd name="connsiteX2" fmla="*/ 44879 w 88292"/>
                <a:gd name="connsiteY2" fmla="*/ 88365 h 110645"/>
                <a:gd name="connsiteX3" fmla="*/ 87573 w 88292"/>
                <a:gd name="connsiteY3" fmla="*/ 54035 h 110645"/>
                <a:gd name="connsiteX4" fmla="*/ 78984 w 88292"/>
                <a:gd name="connsiteY4" fmla="*/ 37241 h 110645"/>
                <a:gd name="connsiteX5" fmla="*/ 88584 w 88292"/>
                <a:gd name="connsiteY5" fmla="*/ 17606 h 110645"/>
                <a:gd name="connsiteX6" fmla="*/ 66100 w 88292"/>
                <a:gd name="connsiteY6" fmla="*/ 71 h 110645"/>
                <a:gd name="connsiteX7" fmla="*/ 19870 w 88292"/>
                <a:gd name="connsiteY7" fmla="*/ 31684 h 110645"/>
                <a:gd name="connsiteX8" fmla="*/ 796 w 88292"/>
                <a:gd name="connsiteY8" fmla="*/ 106394 h 110645"/>
                <a:gd name="connsiteX9" fmla="*/ 291 w 88292"/>
                <a:gd name="connsiteY9" fmla="*/ 108494 h 110645"/>
                <a:gd name="connsiteX10" fmla="*/ 4333 w 88292"/>
                <a:gd name="connsiteY10" fmla="*/ 110717 h 110645"/>
                <a:gd name="connsiteX11" fmla="*/ 8501 w 88292"/>
                <a:gd name="connsiteY11" fmla="*/ 108000 h 110645"/>
                <a:gd name="connsiteX12" fmla="*/ 48037 w 88292"/>
                <a:gd name="connsiteY12" fmla="*/ 38846 h 110645"/>
                <a:gd name="connsiteX13" fmla="*/ 56500 w 88292"/>
                <a:gd name="connsiteY13" fmla="*/ 37611 h 110645"/>
                <a:gd name="connsiteX14" fmla="*/ 62437 w 88292"/>
                <a:gd name="connsiteY14" fmla="*/ 38105 h 110645"/>
                <a:gd name="connsiteX15" fmla="*/ 54732 w 88292"/>
                <a:gd name="connsiteY15" fmla="*/ 39587 h 110645"/>
                <a:gd name="connsiteX16" fmla="*/ 48037 w 88292"/>
                <a:gd name="connsiteY16" fmla="*/ 38846 h 110645"/>
                <a:gd name="connsiteX17" fmla="*/ 68500 w 88292"/>
                <a:gd name="connsiteY17" fmla="*/ 32919 h 110645"/>
                <a:gd name="connsiteX18" fmla="*/ 56879 w 88292"/>
                <a:gd name="connsiteY18" fmla="*/ 31931 h 110645"/>
                <a:gd name="connsiteX19" fmla="*/ 39953 w 88292"/>
                <a:gd name="connsiteY19" fmla="*/ 39340 h 110645"/>
                <a:gd name="connsiteX20" fmla="*/ 54479 w 88292"/>
                <a:gd name="connsiteY20" fmla="*/ 45267 h 110645"/>
                <a:gd name="connsiteX21" fmla="*/ 70016 w 88292"/>
                <a:gd name="connsiteY21" fmla="*/ 42674 h 110645"/>
                <a:gd name="connsiteX22" fmla="*/ 71531 w 88292"/>
                <a:gd name="connsiteY22" fmla="*/ 49219 h 110645"/>
                <a:gd name="connsiteX23" fmla="*/ 64079 w 88292"/>
                <a:gd name="connsiteY23" fmla="*/ 73670 h 110645"/>
                <a:gd name="connsiteX24" fmla="*/ 44753 w 88292"/>
                <a:gd name="connsiteY24" fmla="*/ 82685 h 110645"/>
                <a:gd name="connsiteX25" fmla="*/ 19996 w 88292"/>
                <a:gd name="connsiteY25" fmla="*/ 65149 h 110645"/>
                <a:gd name="connsiteX26" fmla="*/ 22269 w 88292"/>
                <a:gd name="connsiteY26" fmla="*/ 54159 h 110645"/>
                <a:gd name="connsiteX27" fmla="*/ 27196 w 88292"/>
                <a:gd name="connsiteY27" fmla="*/ 34524 h 110645"/>
                <a:gd name="connsiteX28" fmla="*/ 40585 w 88292"/>
                <a:gd name="connsiteY28" fmla="*/ 14395 h 110645"/>
                <a:gd name="connsiteX29" fmla="*/ 65468 w 88292"/>
                <a:gd name="connsiteY29" fmla="*/ 5751 h 110645"/>
                <a:gd name="connsiteX30" fmla="*/ 74058 w 88292"/>
                <a:gd name="connsiteY30" fmla="*/ 13160 h 110645"/>
                <a:gd name="connsiteX31" fmla="*/ 68500 w 88292"/>
                <a:gd name="connsiteY31" fmla="*/ 32919 h 1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292" h="110645">
                  <a:moveTo>
                    <a:pt x="8501" y="108000"/>
                  </a:moveTo>
                  <a:lnTo>
                    <a:pt x="16206" y="77498"/>
                  </a:lnTo>
                  <a:cubicBezTo>
                    <a:pt x="18606" y="80585"/>
                    <a:pt x="27069" y="88365"/>
                    <a:pt x="44879" y="88365"/>
                  </a:cubicBezTo>
                  <a:cubicBezTo>
                    <a:pt x="73174" y="88365"/>
                    <a:pt x="87573" y="69595"/>
                    <a:pt x="87573" y="54035"/>
                  </a:cubicBezTo>
                  <a:cubicBezTo>
                    <a:pt x="87573" y="46873"/>
                    <a:pt x="84668" y="41192"/>
                    <a:pt x="78984" y="37241"/>
                  </a:cubicBezTo>
                  <a:cubicBezTo>
                    <a:pt x="84542" y="32795"/>
                    <a:pt x="88584" y="24892"/>
                    <a:pt x="88584" y="17606"/>
                  </a:cubicBezTo>
                  <a:cubicBezTo>
                    <a:pt x="88584" y="7603"/>
                    <a:pt x="81258" y="71"/>
                    <a:pt x="66100" y="71"/>
                  </a:cubicBezTo>
                  <a:cubicBezTo>
                    <a:pt x="47406" y="71"/>
                    <a:pt x="24922" y="11679"/>
                    <a:pt x="19870" y="31684"/>
                  </a:cubicBezTo>
                  <a:lnTo>
                    <a:pt x="796" y="106394"/>
                  </a:lnTo>
                  <a:cubicBezTo>
                    <a:pt x="291" y="108123"/>
                    <a:pt x="291" y="108370"/>
                    <a:pt x="291" y="108494"/>
                  </a:cubicBezTo>
                  <a:cubicBezTo>
                    <a:pt x="291" y="110717"/>
                    <a:pt x="2438" y="110717"/>
                    <a:pt x="4333" y="110717"/>
                  </a:cubicBezTo>
                  <a:cubicBezTo>
                    <a:pt x="6859" y="110717"/>
                    <a:pt x="7870" y="110717"/>
                    <a:pt x="8501" y="108000"/>
                  </a:cubicBezTo>
                  <a:close/>
                  <a:moveTo>
                    <a:pt x="48037" y="38846"/>
                  </a:moveTo>
                  <a:cubicBezTo>
                    <a:pt x="49679" y="38105"/>
                    <a:pt x="50816" y="37611"/>
                    <a:pt x="56500" y="37611"/>
                  </a:cubicBezTo>
                  <a:cubicBezTo>
                    <a:pt x="58521" y="37611"/>
                    <a:pt x="60163" y="37611"/>
                    <a:pt x="62437" y="38105"/>
                  </a:cubicBezTo>
                  <a:cubicBezTo>
                    <a:pt x="59658" y="39587"/>
                    <a:pt x="57006" y="39587"/>
                    <a:pt x="54732" y="39587"/>
                  </a:cubicBezTo>
                  <a:cubicBezTo>
                    <a:pt x="50943" y="39587"/>
                    <a:pt x="50564" y="39463"/>
                    <a:pt x="48037" y="38846"/>
                  </a:cubicBezTo>
                  <a:close/>
                  <a:moveTo>
                    <a:pt x="68500" y="32919"/>
                  </a:moveTo>
                  <a:cubicBezTo>
                    <a:pt x="63700" y="31931"/>
                    <a:pt x="59405" y="31931"/>
                    <a:pt x="56879" y="31931"/>
                  </a:cubicBezTo>
                  <a:cubicBezTo>
                    <a:pt x="51448" y="31931"/>
                    <a:pt x="39953" y="31931"/>
                    <a:pt x="39953" y="39340"/>
                  </a:cubicBezTo>
                  <a:cubicBezTo>
                    <a:pt x="39953" y="45144"/>
                    <a:pt x="48290" y="45267"/>
                    <a:pt x="54479" y="45267"/>
                  </a:cubicBezTo>
                  <a:cubicBezTo>
                    <a:pt x="58142" y="45267"/>
                    <a:pt x="63321" y="45267"/>
                    <a:pt x="70016" y="42674"/>
                  </a:cubicBezTo>
                  <a:cubicBezTo>
                    <a:pt x="71153" y="44403"/>
                    <a:pt x="71531" y="46996"/>
                    <a:pt x="71531" y="49219"/>
                  </a:cubicBezTo>
                  <a:cubicBezTo>
                    <a:pt x="71531" y="53541"/>
                    <a:pt x="68879" y="67125"/>
                    <a:pt x="64079" y="73670"/>
                  </a:cubicBezTo>
                  <a:cubicBezTo>
                    <a:pt x="59532" y="79721"/>
                    <a:pt x="52585" y="82685"/>
                    <a:pt x="44753" y="82685"/>
                  </a:cubicBezTo>
                  <a:cubicBezTo>
                    <a:pt x="34017" y="82685"/>
                    <a:pt x="19996" y="77868"/>
                    <a:pt x="19996" y="65149"/>
                  </a:cubicBezTo>
                  <a:cubicBezTo>
                    <a:pt x="19996" y="62803"/>
                    <a:pt x="21259" y="57740"/>
                    <a:pt x="22269" y="54159"/>
                  </a:cubicBezTo>
                  <a:cubicBezTo>
                    <a:pt x="22901" y="51442"/>
                    <a:pt x="26943" y="35635"/>
                    <a:pt x="27196" y="34524"/>
                  </a:cubicBezTo>
                  <a:cubicBezTo>
                    <a:pt x="28333" y="30202"/>
                    <a:pt x="30480" y="21805"/>
                    <a:pt x="40585" y="14395"/>
                  </a:cubicBezTo>
                  <a:cubicBezTo>
                    <a:pt x="50943" y="6739"/>
                    <a:pt x="60921" y="5751"/>
                    <a:pt x="65468" y="5751"/>
                  </a:cubicBezTo>
                  <a:cubicBezTo>
                    <a:pt x="74058" y="5751"/>
                    <a:pt x="74058" y="11185"/>
                    <a:pt x="74058" y="13160"/>
                  </a:cubicBezTo>
                  <a:cubicBezTo>
                    <a:pt x="74058" y="16124"/>
                    <a:pt x="71784" y="27362"/>
                    <a:pt x="68500" y="3291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9" name="Freeform: Shape 78">
              <a:extLst>
                <a:ext uri="{FF2B5EF4-FFF2-40B4-BE49-F238E27FC236}">
                  <a16:creationId xmlns:a16="http://schemas.microsoft.com/office/drawing/2014/main" id="{1E80500C-4B49-399B-1D99-B53DE8219533}"/>
                </a:ext>
              </a:extLst>
            </p:cNvPr>
            <p:cNvSpPr/>
            <p:nvPr>
              <p:custDataLst>
                <p:tags r:id="rId94"/>
              </p:custDataLst>
            </p:nvPr>
          </p:nvSpPr>
          <p:spPr>
            <a:xfrm>
              <a:off x="11740934" y="6694837"/>
              <a:ext cx="32715" cy="123365"/>
            </a:xfrm>
            <a:custGeom>
              <a:avLst/>
              <a:gdLst>
                <a:gd name="connsiteX0" fmla="*/ 2696 w 32715"/>
                <a:gd name="connsiteY0" fmla="*/ 71 h 123365"/>
                <a:gd name="connsiteX1" fmla="*/ 296 w 32715"/>
                <a:gd name="connsiteY1" fmla="*/ 1552 h 123365"/>
                <a:gd name="connsiteX2" fmla="*/ 1433 w 32715"/>
                <a:gd name="connsiteY2" fmla="*/ 3405 h 123365"/>
                <a:gd name="connsiteX3" fmla="*/ 24422 w 32715"/>
                <a:gd name="connsiteY3" fmla="*/ 61691 h 123365"/>
                <a:gd name="connsiteX4" fmla="*/ 2570 w 32715"/>
                <a:gd name="connsiteY4" fmla="*/ 119114 h 123365"/>
                <a:gd name="connsiteX5" fmla="*/ 296 w 32715"/>
                <a:gd name="connsiteY5" fmla="*/ 121954 h 123365"/>
                <a:gd name="connsiteX6" fmla="*/ 1939 w 32715"/>
                <a:gd name="connsiteY6" fmla="*/ 123436 h 123365"/>
                <a:gd name="connsiteX7" fmla="*/ 23791 w 32715"/>
                <a:gd name="connsiteY7" fmla="*/ 99849 h 123365"/>
                <a:gd name="connsiteX8" fmla="*/ 33011 w 32715"/>
                <a:gd name="connsiteY8" fmla="*/ 61815 h 123365"/>
                <a:gd name="connsiteX9" fmla="*/ 2696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696" y="71"/>
                  </a:moveTo>
                  <a:cubicBezTo>
                    <a:pt x="1812" y="71"/>
                    <a:pt x="296" y="71"/>
                    <a:pt x="296" y="1552"/>
                  </a:cubicBezTo>
                  <a:cubicBezTo>
                    <a:pt x="296" y="2170"/>
                    <a:pt x="675" y="2540"/>
                    <a:pt x="1433" y="3405"/>
                  </a:cubicBezTo>
                  <a:cubicBezTo>
                    <a:pt x="12296" y="13160"/>
                    <a:pt x="24422" y="29831"/>
                    <a:pt x="24422" y="61691"/>
                  </a:cubicBezTo>
                  <a:cubicBezTo>
                    <a:pt x="24422" y="87501"/>
                    <a:pt x="16212" y="107012"/>
                    <a:pt x="2570" y="119114"/>
                  </a:cubicBezTo>
                  <a:cubicBezTo>
                    <a:pt x="423" y="121213"/>
                    <a:pt x="296" y="121337"/>
                    <a:pt x="296" y="121954"/>
                  </a:cubicBezTo>
                  <a:cubicBezTo>
                    <a:pt x="296" y="122571"/>
                    <a:pt x="675" y="123436"/>
                    <a:pt x="1939" y="123436"/>
                  </a:cubicBezTo>
                  <a:cubicBezTo>
                    <a:pt x="3454" y="123436"/>
                    <a:pt x="15454" y="115286"/>
                    <a:pt x="23791" y="99849"/>
                  </a:cubicBezTo>
                  <a:cubicBezTo>
                    <a:pt x="29348" y="89600"/>
                    <a:pt x="33011" y="76263"/>
                    <a:pt x="33011" y="61815"/>
                  </a:cubicBezTo>
                  <a:cubicBezTo>
                    <a:pt x="33011" y="44403"/>
                    <a:pt x="27706" y="17359"/>
                    <a:pt x="2696"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0" name="Freeform: Shape 79">
              <a:extLst>
                <a:ext uri="{FF2B5EF4-FFF2-40B4-BE49-F238E27FC236}">
                  <a16:creationId xmlns:a16="http://schemas.microsoft.com/office/drawing/2014/main" id="{00200B8B-65F0-A404-70A0-FE5C49DF40E3}"/>
                </a:ext>
              </a:extLst>
            </p:cNvPr>
            <p:cNvSpPr/>
            <p:nvPr>
              <p:custDataLst>
                <p:tags r:id="rId95"/>
              </p:custDataLst>
            </p:nvPr>
          </p:nvSpPr>
          <p:spPr>
            <a:xfrm>
              <a:off x="11852995" y="6806840"/>
              <a:ext cx="19127" cy="18699"/>
            </a:xfrm>
            <a:custGeom>
              <a:avLst/>
              <a:gdLst>
                <a:gd name="connsiteX0" fmla="*/ 19430 w 19127"/>
                <a:gd name="connsiteY0" fmla="*/ 9425 h 18699"/>
                <a:gd name="connsiteX1" fmla="*/ 9866 w 19127"/>
                <a:gd name="connsiteY1" fmla="*/ 75 h 18699"/>
                <a:gd name="connsiteX2" fmla="*/ 302 w 19127"/>
                <a:gd name="connsiteY2" fmla="*/ 9425 h 18699"/>
                <a:gd name="connsiteX3" fmla="*/ 9866 w 19127"/>
                <a:gd name="connsiteY3" fmla="*/ 18774 h 18699"/>
                <a:gd name="connsiteX4" fmla="*/ 19430 w 19127"/>
                <a:gd name="connsiteY4" fmla="*/ 9425 h 18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 h="18699">
                  <a:moveTo>
                    <a:pt x="19430" y="9425"/>
                  </a:moveTo>
                  <a:cubicBezTo>
                    <a:pt x="19430" y="4309"/>
                    <a:pt x="15099" y="75"/>
                    <a:pt x="9866" y="75"/>
                  </a:cubicBezTo>
                  <a:cubicBezTo>
                    <a:pt x="4633" y="75"/>
                    <a:pt x="302" y="4309"/>
                    <a:pt x="302" y="9425"/>
                  </a:cubicBezTo>
                  <a:cubicBezTo>
                    <a:pt x="302" y="14541"/>
                    <a:pt x="4633" y="18774"/>
                    <a:pt x="9866" y="18774"/>
                  </a:cubicBezTo>
                  <a:cubicBezTo>
                    <a:pt x="15099" y="18774"/>
                    <a:pt x="19430" y="14541"/>
                    <a:pt x="19430" y="942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1" name="Freeform: Shape 80">
              <a:extLst>
                <a:ext uri="{FF2B5EF4-FFF2-40B4-BE49-F238E27FC236}">
                  <a16:creationId xmlns:a16="http://schemas.microsoft.com/office/drawing/2014/main" id="{1D99A3AA-BA98-DA54-94EC-6F4735B1F170}"/>
                </a:ext>
              </a:extLst>
            </p:cNvPr>
            <p:cNvSpPr/>
            <p:nvPr>
              <p:custDataLst>
                <p:tags r:id="rId96"/>
              </p:custDataLst>
            </p:nvPr>
          </p:nvSpPr>
          <p:spPr>
            <a:xfrm>
              <a:off x="11935999" y="6782319"/>
              <a:ext cx="69291" cy="79914"/>
            </a:xfrm>
            <a:custGeom>
              <a:avLst/>
              <a:gdLst>
                <a:gd name="connsiteX0" fmla="*/ 25750 w 69291"/>
                <a:gd name="connsiteY0" fmla="*/ 37298 h 79914"/>
                <a:gd name="connsiteX1" fmla="*/ 53359 w 69291"/>
                <a:gd name="connsiteY1" fmla="*/ 33240 h 79914"/>
                <a:gd name="connsiteX2" fmla="*/ 66892 w 69291"/>
                <a:gd name="connsiteY2" fmla="*/ 15070 h 79914"/>
                <a:gd name="connsiteX3" fmla="*/ 47584 w 69291"/>
                <a:gd name="connsiteY3" fmla="*/ 75 h 79914"/>
                <a:gd name="connsiteX4" fmla="*/ 307 w 69291"/>
                <a:gd name="connsiteY4" fmla="*/ 48059 h 79914"/>
                <a:gd name="connsiteX5" fmla="*/ 28637 w 69291"/>
                <a:gd name="connsiteY5" fmla="*/ 79990 h 79914"/>
                <a:gd name="connsiteX6" fmla="*/ 69599 w 69291"/>
                <a:gd name="connsiteY6" fmla="*/ 59173 h 79914"/>
                <a:gd name="connsiteX7" fmla="*/ 67434 w 69291"/>
                <a:gd name="connsiteY7" fmla="*/ 56880 h 79914"/>
                <a:gd name="connsiteX8" fmla="*/ 65088 w 69291"/>
                <a:gd name="connsiteY8" fmla="*/ 58644 h 79914"/>
                <a:gd name="connsiteX9" fmla="*/ 28998 w 69291"/>
                <a:gd name="connsiteY9" fmla="*/ 76108 h 79914"/>
                <a:gd name="connsiteX10" fmla="*/ 13299 w 69291"/>
                <a:gd name="connsiteY10" fmla="*/ 55645 h 79914"/>
                <a:gd name="connsiteX11" fmla="*/ 16187 w 69291"/>
                <a:gd name="connsiteY11" fmla="*/ 37298 h 79914"/>
                <a:gd name="connsiteX12" fmla="*/ 25750 w 69291"/>
                <a:gd name="connsiteY12" fmla="*/ 37298 h 79914"/>
                <a:gd name="connsiteX13" fmla="*/ 17269 w 69291"/>
                <a:gd name="connsiteY13" fmla="*/ 33417 h 79914"/>
                <a:gd name="connsiteX14" fmla="*/ 47584 w 69291"/>
                <a:gd name="connsiteY14" fmla="*/ 3956 h 79914"/>
                <a:gd name="connsiteX15" fmla="*/ 60937 w 69291"/>
                <a:gd name="connsiteY15" fmla="*/ 15070 h 79914"/>
                <a:gd name="connsiteX16" fmla="*/ 24668 w 69291"/>
                <a:gd name="connsiteY16" fmla="*/ 33417 h 79914"/>
                <a:gd name="connsiteX17" fmla="*/ 17269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750" y="37298"/>
                  </a:moveTo>
                  <a:cubicBezTo>
                    <a:pt x="30983" y="37298"/>
                    <a:pt x="44336" y="36945"/>
                    <a:pt x="53359" y="33240"/>
                  </a:cubicBezTo>
                  <a:cubicBezTo>
                    <a:pt x="65990" y="27948"/>
                    <a:pt x="66892" y="17540"/>
                    <a:pt x="66892" y="15070"/>
                  </a:cubicBezTo>
                  <a:cubicBezTo>
                    <a:pt x="66892" y="7308"/>
                    <a:pt x="60035" y="75"/>
                    <a:pt x="47584" y="75"/>
                  </a:cubicBezTo>
                  <a:cubicBezTo>
                    <a:pt x="27555" y="75"/>
                    <a:pt x="307" y="17187"/>
                    <a:pt x="307" y="48059"/>
                  </a:cubicBezTo>
                  <a:cubicBezTo>
                    <a:pt x="307" y="66053"/>
                    <a:pt x="10954" y="79990"/>
                    <a:pt x="28637" y="79990"/>
                  </a:cubicBezTo>
                  <a:cubicBezTo>
                    <a:pt x="54441" y="79990"/>
                    <a:pt x="69599" y="61290"/>
                    <a:pt x="69599" y="59173"/>
                  </a:cubicBezTo>
                  <a:cubicBezTo>
                    <a:pt x="69599" y="58114"/>
                    <a:pt x="68516" y="56880"/>
                    <a:pt x="67434" y="56880"/>
                  </a:cubicBezTo>
                  <a:cubicBezTo>
                    <a:pt x="66531" y="56880"/>
                    <a:pt x="66170" y="57232"/>
                    <a:pt x="65088" y="58644"/>
                  </a:cubicBezTo>
                  <a:cubicBezTo>
                    <a:pt x="50832" y="76108"/>
                    <a:pt x="31164" y="76108"/>
                    <a:pt x="28998" y="76108"/>
                  </a:cubicBezTo>
                  <a:cubicBezTo>
                    <a:pt x="14923" y="76108"/>
                    <a:pt x="13299" y="61290"/>
                    <a:pt x="13299" y="55645"/>
                  </a:cubicBezTo>
                  <a:cubicBezTo>
                    <a:pt x="13299" y="53528"/>
                    <a:pt x="13480" y="48059"/>
                    <a:pt x="16187" y="37298"/>
                  </a:cubicBezTo>
                  <a:lnTo>
                    <a:pt x="25750" y="37298"/>
                  </a:lnTo>
                  <a:close/>
                  <a:moveTo>
                    <a:pt x="17269" y="33417"/>
                  </a:moveTo>
                  <a:cubicBezTo>
                    <a:pt x="24307" y="6602"/>
                    <a:pt x="42893" y="3956"/>
                    <a:pt x="47584" y="3956"/>
                  </a:cubicBezTo>
                  <a:cubicBezTo>
                    <a:pt x="56065" y="3956"/>
                    <a:pt x="60937" y="9072"/>
                    <a:pt x="60937" y="15070"/>
                  </a:cubicBezTo>
                  <a:cubicBezTo>
                    <a:pt x="60937" y="33417"/>
                    <a:pt x="32066" y="33417"/>
                    <a:pt x="24668" y="33417"/>
                  </a:cubicBezTo>
                  <a:lnTo>
                    <a:pt x="17269"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2" name="Freeform: Shape 81">
              <a:extLst>
                <a:ext uri="{FF2B5EF4-FFF2-40B4-BE49-F238E27FC236}">
                  <a16:creationId xmlns:a16="http://schemas.microsoft.com/office/drawing/2014/main" id="{AA8FB937-C8EF-8691-91CC-D6D7EE675D83}"/>
                </a:ext>
              </a:extLst>
            </p:cNvPr>
            <p:cNvSpPr/>
            <p:nvPr>
              <p:custDataLst>
                <p:tags r:id="rId97"/>
              </p:custDataLst>
            </p:nvPr>
          </p:nvSpPr>
          <p:spPr>
            <a:xfrm>
              <a:off x="12026246" y="6694837"/>
              <a:ext cx="32841" cy="123365"/>
            </a:xfrm>
            <a:custGeom>
              <a:avLst/>
              <a:gdLst>
                <a:gd name="connsiteX0" fmla="*/ 30627 w 32841"/>
                <a:gd name="connsiteY0" fmla="*/ 71 h 123365"/>
                <a:gd name="connsiteX1" fmla="*/ 312 w 32841"/>
                <a:gd name="connsiteY1" fmla="*/ 61691 h 123365"/>
                <a:gd name="connsiteX2" fmla="*/ 30627 w 32841"/>
                <a:gd name="connsiteY2" fmla="*/ 123436 h 123365"/>
                <a:gd name="connsiteX3" fmla="*/ 33153 w 32841"/>
                <a:gd name="connsiteY3" fmla="*/ 121954 h 123365"/>
                <a:gd name="connsiteX4" fmla="*/ 31890 w 32841"/>
                <a:gd name="connsiteY4" fmla="*/ 120102 h 123365"/>
                <a:gd name="connsiteX5" fmla="*/ 8901 w 32841"/>
                <a:gd name="connsiteY5" fmla="*/ 61815 h 123365"/>
                <a:gd name="connsiteX6" fmla="*/ 32269 w 32841"/>
                <a:gd name="connsiteY6" fmla="*/ 3034 h 123365"/>
                <a:gd name="connsiteX7" fmla="*/ 33153 w 32841"/>
                <a:gd name="connsiteY7" fmla="*/ 1552 h 123365"/>
                <a:gd name="connsiteX8" fmla="*/ 30627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627" y="71"/>
                  </a:moveTo>
                  <a:cubicBezTo>
                    <a:pt x="6628" y="16618"/>
                    <a:pt x="312" y="42798"/>
                    <a:pt x="312" y="61691"/>
                  </a:cubicBezTo>
                  <a:cubicBezTo>
                    <a:pt x="312" y="79103"/>
                    <a:pt x="5617" y="106147"/>
                    <a:pt x="30627" y="123436"/>
                  </a:cubicBezTo>
                  <a:cubicBezTo>
                    <a:pt x="31637" y="123436"/>
                    <a:pt x="33153" y="123436"/>
                    <a:pt x="33153" y="121954"/>
                  </a:cubicBezTo>
                  <a:cubicBezTo>
                    <a:pt x="33153" y="121213"/>
                    <a:pt x="32774" y="120966"/>
                    <a:pt x="31890" y="120102"/>
                  </a:cubicBezTo>
                  <a:cubicBezTo>
                    <a:pt x="15090" y="105283"/>
                    <a:pt x="8901" y="84290"/>
                    <a:pt x="8901" y="61815"/>
                  </a:cubicBezTo>
                  <a:cubicBezTo>
                    <a:pt x="8901" y="28473"/>
                    <a:pt x="21911" y="12172"/>
                    <a:pt x="32269" y="3034"/>
                  </a:cubicBezTo>
                  <a:cubicBezTo>
                    <a:pt x="32774" y="2540"/>
                    <a:pt x="33153" y="2170"/>
                    <a:pt x="33153" y="1552"/>
                  </a:cubicBezTo>
                  <a:cubicBezTo>
                    <a:pt x="33153" y="71"/>
                    <a:pt x="31637" y="71"/>
                    <a:pt x="30627"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3" name="Freeform: Shape 82">
              <a:extLst>
                <a:ext uri="{FF2B5EF4-FFF2-40B4-BE49-F238E27FC236}">
                  <a16:creationId xmlns:a16="http://schemas.microsoft.com/office/drawing/2014/main" id="{11986F5A-000E-CA11-0097-256124AC0A64}"/>
                </a:ext>
              </a:extLst>
            </p:cNvPr>
            <p:cNvSpPr/>
            <p:nvPr>
              <p:custDataLst>
                <p:tags r:id="rId98"/>
              </p:custDataLst>
            </p:nvPr>
          </p:nvSpPr>
          <p:spPr>
            <a:xfrm>
              <a:off x="12074266" y="6700394"/>
              <a:ext cx="73799" cy="111016"/>
            </a:xfrm>
            <a:custGeom>
              <a:avLst/>
              <a:gdLst>
                <a:gd name="connsiteX0" fmla="*/ 74115 w 73799"/>
                <a:gd name="connsiteY0" fmla="*/ 17236 h 111016"/>
                <a:gd name="connsiteX1" fmla="*/ 53399 w 73799"/>
                <a:gd name="connsiteY1" fmla="*/ 71 h 111016"/>
                <a:gd name="connsiteX2" fmla="*/ 20179 w 73799"/>
                <a:gd name="connsiteY2" fmla="*/ 31807 h 111016"/>
                <a:gd name="connsiteX3" fmla="*/ 348 w 73799"/>
                <a:gd name="connsiteY3" fmla="*/ 109605 h 111016"/>
                <a:gd name="connsiteX4" fmla="*/ 2116 w 73799"/>
                <a:gd name="connsiteY4" fmla="*/ 111087 h 111016"/>
                <a:gd name="connsiteX5" fmla="*/ 4516 w 73799"/>
                <a:gd name="connsiteY5" fmla="*/ 110223 h 111016"/>
                <a:gd name="connsiteX6" fmla="*/ 12979 w 73799"/>
                <a:gd name="connsiteY6" fmla="*/ 77251 h 111016"/>
                <a:gd name="connsiteX7" fmla="*/ 31926 w 73799"/>
                <a:gd name="connsiteY7" fmla="*/ 88242 h 111016"/>
                <a:gd name="connsiteX8" fmla="*/ 69567 w 73799"/>
                <a:gd name="connsiteY8" fmla="*/ 56875 h 111016"/>
                <a:gd name="connsiteX9" fmla="*/ 59715 w 73799"/>
                <a:gd name="connsiteY9" fmla="*/ 38105 h 111016"/>
                <a:gd name="connsiteX10" fmla="*/ 74115 w 73799"/>
                <a:gd name="connsiteY10" fmla="*/ 17236 h 111016"/>
                <a:gd name="connsiteX11" fmla="*/ 49105 w 73799"/>
                <a:gd name="connsiteY11" fmla="*/ 37982 h 111016"/>
                <a:gd name="connsiteX12" fmla="*/ 42663 w 73799"/>
                <a:gd name="connsiteY12" fmla="*/ 38846 h 111016"/>
                <a:gd name="connsiteX13" fmla="*/ 36726 w 73799"/>
                <a:gd name="connsiteY13" fmla="*/ 38229 h 111016"/>
                <a:gd name="connsiteX14" fmla="*/ 42663 w 73799"/>
                <a:gd name="connsiteY14" fmla="*/ 37364 h 111016"/>
                <a:gd name="connsiteX15" fmla="*/ 49105 w 73799"/>
                <a:gd name="connsiteY15" fmla="*/ 37982 h 111016"/>
                <a:gd name="connsiteX16" fmla="*/ 65778 w 73799"/>
                <a:gd name="connsiteY16" fmla="*/ 15013 h 111016"/>
                <a:gd name="connsiteX17" fmla="*/ 54662 w 73799"/>
                <a:gd name="connsiteY17" fmla="*/ 35512 h 111016"/>
                <a:gd name="connsiteX18" fmla="*/ 42789 w 73799"/>
                <a:gd name="connsiteY18" fmla="*/ 33907 h 111016"/>
                <a:gd name="connsiteX19" fmla="*/ 32052 w 73799"/>
                <a:gd name="connsiteY19" fmla="*/ 38599 h 111016"/>
                <a:gd name="connsiteX20" fmla="*/ 42410 w 73799"/>
                <a:gd name="connsiteY20" fmla="*/ 42180 h 111016"/>
                <a:gd name="connsiteX21" fmla="*/ 54410 w 73799"/>
                <a:gd name="connsiteY21" fmla="*/ 40451 h 111016"/>
                <a:gd name="connsiteX22" fmla="*/ 60220 w 73799"/>
                <a:gd name="connsiteY22" fmla="*/ 53541 h 111016"/>
                <a:gd name="connsiteX23" fmla="*/ 32305 w 73799"/>
                <a:gd name="connsiteY23" fmla="*/ 84784 h 111016"/>
                <a:gd name="connsiteX24" fmla="*/ 15632 w 73799"/>
                <a:gd name="connsiteY24" fmla="*/ 69224 h 111016"/>
                <a:gd name="connsiteX25" fmla="*/ 16011 w 73799"/>
                <a:gd name="connsiteY25" fmla="*/ 65643 h 111016"/>
                <a:gd name="connsiteX26" fmla="*/ 24347 w 73799"/>
                <a:gd name="connsiteY26" fmla="*/ 32795 h 111016"/>
                <a:gd name="connsiteX27" fmla="*/ 53147 w 73799"/>
                <a:gd name="connsiteY27" fmla="*/ 3528 h 111016"/>
                <a:gd name="connsiteX28" fmla="*/ 65778 w 73799"/>
                <a:gd name="connsiteY28" fmla="*/ 15013 h 11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3799" h="111016">
                  <a:moveTo>
                    <a:pt x="74115" y="17236"/>
                  </a:moveTo>
                  <a:cubicBezTo>
                    <a:pt x="74115" y="6369"/>
                    <a:pt x="64515" y="71"/>
                    <a:pt x="53399" y="71"/>
                  </a:cubicBezTo>
                  <a:cubicBezTo>
                    <a:pt x="36094" y="71"/>
                    <a:pt x="23337" y="19335"/>
                    <a:pt x="20179" y="31807"/>
                  </a:cubicBezTo>
                  <a:lnTo>
                    <a:pt x="348" y="109605"/>
                  </a:lnTo>
                  <a:cubicBezTo>
                    <a:pt x="95" y="110470"/>
                    <a:pt x="1358" y="111087"/>
                    <a:pt x="2116" y="111087"/>
                  </a:cubicBezTo>
                  <a:cubicBezTo>
                    <a:pt x="3253" y="111087"/>
                    <a:pt x="4264" y="110963"/>
                    <a:pt x="4516" y="110223"/>
                  </a:cubicBezTo>
                  <a:lnTo>
                    <a:pt x="12979" y="77251"/>
                  </a:lnTo>
                  <a:cubicBezTo>
                    <a:pt x="15632" y="82932"/>
                    <a:pt x="21695" y="88242"/>
                    <a:pt x="31926" y="88242"/>
                  </a:cubicBezTo>
                  <a:cubicBezTo>
                    <a:pt x="49610" y="88242"/>
                    <a:pt x="69567" y="75769"/>
                    <a:pt x="69567" y="56875"/>
                  </a:cubicBezTo>
                  <a:cubicBezTo>
                    <a:pt x="69567" y="49590"/>
                    <a:pt x="66157" y="42180"/>
                    <a:pt x="59715" y="38105"/>
                  </a:cubicBezTo>
                  <a:cubicBezTo>
                    <a:pt x="65904" y="34277"/>
                    <a:pt x="74115" y="27238"/>
                    <a:pt x="74115" y="17236"/>
                  </a:cubicBezTo>
                  <a:close/>
                  <a:moveTo>
                    <a:pt x="49105" y="37982"/>
                  </a:moveTo>
                  <a:cubicBezTo>
                    <a:pt x="47210" y="38352"/>
                    <a:pt x="46326" y="38846"/>
                    <a:pt x="42663" y="38846"/>
                  </a:cubicBezTo>
                  <a:cubicBezTo>
                    <a:pt x="40642" y="38846"/>
                    <a:pt x="37610" y="38723"/>
                    <a:pt x="36726" y="38229"/>
                  </a:cubicBezTo>
                  <a:cubicBezTo>
                    <a:pt x="37989" y="37488"/>
                    <a:pt x="41526" y="37364"/>
                    <a:pt x="42663" y="37364"/>
                  </a:cubicBezTo>
                  <a:cubicBezTo>
                    <a:pt x="44557" y="37364"/>
                    <a:pt x="47336" y="37488"/>
                    <a:pt x="49105" y="37982"/>
                  </a:cubicBezTo>
                  <a:close/>
                  <a:moveTo>
                    <a:pt x="65778" y="15013"/>
                  </a:moveTo>
                  <a:cubicBezTo>
                    <a:pt x="65778" y="21558"/>
                    <a:pt x="62494" y="31190"/>
                    <a:pt x="54662" y="35512"/>
                  </a:cubicBezTo>
                  <a:cubicBezTo>
                    <a:pt x="52262" y="34771"/>
                    <a:pt x="49862" y="33907"/>
                    <a:pt x="42789" y="33907"/>
                  </a:cubicBezTo>
                  <a:cubicBezTo>
                    <a:pt x="38368" y="33907"/>
                    <a:pt x="32052" y="34153"/>
                    <a:pt x="32052" y="38599"/>
                  </a:cubicBezTo>
                  <a:cubicBezTo>
                    <a:pt x="32052" y="41686"/>
                    <a:pt x="35968" y="42180"/>
                    <a:pt x="42410" y="42180"/>
                  </a:cubicBezTo>
                  <a:cubicBezTo>
                    <a:pt x="46705" y="42180"/>
                    <a:pt x="50494" y="41563"/>
                    <a:pt x="54410" y="40451"/>
                  </a:cubicBezTo>
                  <a:cubicBezTo>
                    <a:pt x="58199" y="43045"/>
                    <a:pt x="60220" y="48108"/>
                    <a:pt x="60220" y="53541"/>
                  </a:cubicBezTo>
                  <a:cubicBezTo>
                    <a:pt x="60220" y="71447"/>
                    <a:pt x="47715" y="84784"/>
                    <a:pt x="32305" y="84784"/>
                  </a:cubicBezTo>
                  <a:cubicBezTo>
                    <a:pt x="22579" y="84784"/>
                    <a:pt x="15632" y="78980"/>
                    <a:pt x="15632" y="69224"/>
                  </a:cubicBezTo>
                  <a:cubicBezTo>
                    <a:pt x="15632" y="67989"/>
                    <a:pt x="15758" y="66755"/>
                    <a:pt x="16011" y="65643"/>
                  </a:cubicBezTo>
                  <a:lnTo>
                    <a:pt x="24347" y="32795"/>
                  </a:lnTo>
                  <a:cubicBezTo>
                    <a:pt x="27379" y="21064"/>
                    <a:pt x="38494" y="3528"/>
                    <a:pt x="53147" y="3528"/>
                  </a:cubicBezTo>
                  <a:cubicBezTo>
                    <a:pt x="60599" y="3528"/>
                    <a:pt x="65778" y="7480"/>
                    <a:pt x="65778" y="1501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4" name="Freeform: Shape 83">
              <a:extLst>
                <a:ext uri="{FF2B5EF4-FFF2-40B4-BE49-F238E27FC236}">
                  <a16:creationId xmlns:a16="http://schemas.microsoft.com/office/drawing/2014/main" id="{76353449-8571-C0E4-CE1B-1BBF5E8B6CD3}"/>
                </a:ext>
              </a:extLst>
            </p:cNvPr>
            <p:cNvSpPr/>
            <p:nvPr>
              <p:custDataLst>
                <p:tags r:id="rId99"/>
              </p:custDataLst>
            </p:nvPr>
          </p:nvSpPr>
          <p:spPr>
            <a:xfrm>
              <a:off x="12153270" y="6746261"/>
              <a:ext cx="42675" cy="76915"/>
            </a:xfrm>
            <a:custGeom>
              <a:avLst/>
              <a:gdLst>
                <a:gd name="connsiteX0" fmla="*/ 42995 w 42675"/>
                <a:gd name="connsiteY0" fmla="*/ 3864 h 76915"/>
                <a:gd name="connsiteX1" fmla="*/ 39025 w 42675"/>
                <a:gd name="connsiteY1" fmla="*/ 72 h 76915"/>
                <a:gd name="connsiteX2" fmla="*/ 33432 w 42675"/>
                <a:gd name="connsiteY2" fmla="*/ 5364 h 76915"/>
                <a:gd name="connsiteX3" fmla="*/ 37401 w 42675"/>
                <a:gd name="connsiteY3" fmla="*/ 9157 h 76915"/>
                <a:gd name="connsiteX4" fmla="*/ 42995 w 42675"/>
                <a:gd name="connsiteY4" fmla="*/ 3864 h 76915"/>
                <a:gd name="connsiteX5" fmla="*/ 23326 w 42675"/>
                <a:gd name="connsiteY5" fmla="*/ 62874 h 76915"/>
                <a:gd name="connsiteX6" fmla="*/ 10425 w 42675"/>
                <a:gd name="connsiteY6" fmla="*/ 73988 h 76915"/>
                <a:gd name="connsiteX7" fmla="*/ 7176 w 42675"/>
                <a:gd name="connsiteY7" fmla="*/ 73547 h 76915"/>
                <a:gd name="connsiteX8" fmla="*/ 9973 w 42675"/>
                <a:gd name="connsiteY8" fmla="*/ 68872 h 76915"/>
                <a:gd name="connsiteX9" fmla="*/ 5913 w 42675"/>
                <a:gd name="connsiteY9" fmla="*/ 65256 h 76915"/>
                <a:gd name="connsiteX10" fmla="*/ 320 w 42675"/>
                <a:gd name="connsiteY10" fmla="*/ 70901 h 76915"/>
                <a:gd name="connsiteX11" fmla="*/ 10515 w 42675"/>
                <a:gd name="connsiteY11" fmla="*/ 76987 h 76915"/>
                <a:gd name="connsiteX12" fmla="*/ 31176 w 42675"/>
                <a:gd name="connsiteY12" fmla="*/ 62963 h 76915"/>
                <a:gd name="connsiteX13" fmla="*/ 39296 w 42675"/>
                <a:gd name="connsiteY13" fmla="*/ 31385 h 76915"/>
                <a:gd name="connsiteX14" fmla="*/ 39747 w 42675"/>
                <a:gd name="connsiteY14" fmla="*/ 28474 h 76915"/>
                <a:gd name="connsiteX15" fmla="*/ 28650 w 42675"/>
                <a:gd name="connsiteY15" fmla="*/ 19918 h 76915"/>
                <a:gd name="connsiteX16" fmla="*/ 11056 w 42675"/>
                <a:gd name="connsiteY16" fmla="*/ 33590 h 76915"/>
                <a:gd name="connsiteX17" fmla="*/ 12951 w 42675"/>
                <a:gd name="connsiteY17" fmla="*/ 34825 h 76915"/>
                <a:gd name="connsiteX18" fmla="*/ 14936 w 42675"/>
                <a:gd name="connsiteY18" fmla="*/ 33590 h 76915"/>
                <a:gd name="connsiteX19" fmla="*/ 28289 w 42675"/>
                <a:gd name="connsiteY19" fmla="*/ 22917 h 76915"/>
                <a:gd name="connsiteX20" fmla="*/ 32078 w 42675"/>
                <a:gd name="connsiteY20" fmla="*/ 27592 h 76915"/>
                <a:gd name="connsiteX21" fmla="*/ 31808 w 42675"/>
                <a:gd name="connsiteY21" fmla="*/ 29885 h 76915"/>
                <a:gd name="connsiteX22" fmla="*/ 23326 w 42675"/>
                <a:gd name="connsiteY22" fmla="*/ 62874 h 7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675" h="76915">
                  <a:moveTo>
                    <a:pt x="42995" y="3864"/>
                  </a:moveTo>
                  <a:cubicBezTo>
                    <a:pt x="42995" y="1836"/>
                    <a:pt x="41461" y="72"/>
                    <a:pt x="39025" y="72"/>
                  </a:cubicBezTo>
                  <a:cubicBezTo>
                    <a:pt x="36228" y="72"/>
                    <a:pt x="33432" y="2718"/>
                    <a:pt x="33432" y="5364"/>
                  </a:cubicBezTo>
                  <a:cubicBezTo>
                    <a:pt x="33432" y="7481"/>
                    <a:pt x="35146" y="9157"/>
                    <a:pt x="37401" y="9157"/>
                  </a:cubicBezTo>
                  <a:cubicBezTo>
                    <a:pt x="40469" y="9157"/>
                    <a:pt x="42995" y="6334"/>
                    <a:pt x="42995" y="3864"/>
                  </a:cubicBezTo>
                  <a:close/>
                  <a:moveTo>
                    <a:pt x="23326" y="62874"/>
                  </a:moveTo>
                  <a:cubicBezTo>
                    <a:pt x="21612" y="69578"/>
                    <a:pt x="15928" y="73988"/>
                    <a:pt x="10425" y="73988"/>
                  </a:cubicBezTo>
                  <a:cubicBezTo>
                    <a:pt x="8891" y="73988"/>
                    <a:pt x="7898" y="73724"/>
                    <a:pt x="7176" y="73547"/>
                  </a:cubicBezTo>
                  <a:cubicBezTo>
                    <a:pt x="9342" y="72313"/>
                    <a:pt x="9973" y="70019"/>
                    <a:pt x="9973" y="68872"/>
                  </a:cubicBezTo>
                  <a:cubicBezTo>
                    <a:pt x="9973" y="67373"/>
                    <a:pt x="8891" y="65256"/>
                    <a:pt x="5913" y="65256"/>
                  </a:cubicBezTo>
                  <a:cubicBezTo>
                    <a:pt x="2846" y="65256"/>
                    <a:pt x="320" y="67990"/>
                    <a:pt x="320" y="70901"/>
                  </a:cubicBezTo>
                  <a:cubicBezTo>
                    <a:pt x="320" y="74694"/>
                    <a:pt x="4380" y="76987"/>
                    <a:pt x="10515" y="76987"/>
                  </a:cubicBezTo>
                  <a:cubicBezTo>
                    <a:pt x="16650" y="76987"/>
                    <a:pt x="28379" y="73900"/>
                    <a:pt x="31176" y="62963"/>
                  </a:cubicBezTo>
                  <a:lnTo>
                    <a:pt x="39296" y="31385"/>
                  </a:lnTo>
                  <a:cubicBezTo>
                    <a:pt x="39476" y="30503"/>
                    <a:pt x="39747" y="29709"/>
                    <a:pt x="39747" y="28474"/>
                  </a:cubicBezTo>
                  <a:cubicBezTo>
                    <a:pt x="39747" y="23446"/>
                    <a:pt x="34965" y="19918"/>
                    <a:pt x="28650" y="19918"/>
                  </a:cubicBezTo>
                  <a:cubicBezTo>
                    <a:pt x="17733" y="19918"/>
                    <a:pt x="11056" y="31826"/>
                    <a:pt x="11056" y="33590"/>
                  </a:cubicBezTo>
                  <a:cubicBezTo>
                    <a:pt x="11056" y="34825"/>
                    <a:pt x="12500" y="34825"/>
                    <a:pt x="12951" y="34825"/>
                  </a:cubicBezTo>
                  <a:cubicBezTo>
                    <a:pt x="14304" y="34825"/>
                    <a:pt x="14485" y="34472"/>
                    <a:pt x="14936" y="33590"/>
                  </a:cubicBezTo>
                  <a:cubicBezTo>
                    <a:pt x="19086" y="24946"/>
                    <a:pt x="25221" y="22917"/>
                    <a:pt x="28289" y="22917"/>
                  </a:cubicBezTo>
                  <a:cubicBezTo>
                    <a:pt x="31898" y="22917"/>
                    <a:pt x="32078" y="26092"/>
                    <a:pt x="32078" y="27592"/>
                  </a:cubicBezTo>
                  <a:cubicBezTo>
                    <a:pt x="32078" y="28827"/>
                    <a:pt x="31988" y="29180"/>
                    <a:pt x="31808" y="29885"/>
                  </a:cubicBezTo>
                  <a:lnTo>
                    <a:pt x="23326" y="6287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5" name="Freeform: Shape 84">
              <a:extLst>
                <a:ext uri="{FF2B5EF4-FFF2-40B4-BE49-F238E27FC236}">
                  <a16:creationId xmlns:a16="http://schemas.microsoft.com/office/drawing/2014/main" id="{343CD48E-8520-971B-A856-63C56EFC685B}"/>
                </a:ext>
              </a:extLst>
            </p:cNvPr>
            <p:cNvSpPr/>
            <p:nvPr>
              <p:custDataLst>
                <p:tags r:id="rId100"/>
              </p:custDataLst>
            </p:nvPr>
          </p:nvSpPr>
          <p:spPr>
            <a:xfrm>
              <a:off x="12226312" y="6694837"/>
              <a:ext cx="32715" cy="123365"/>
            </a:xfrm>
            <a:custGeom>
              <a:avLst/>
              <a:gdLst>
                <a:gd name="connsiteX0" fmla="*/ 2723 w 32715"/>
                <a:gd name="connsiteY0" fmla="*/ 71 h 123365"/>
                <a:gd name="connsiteX1" fmla="*/ 323 w 32715"/>
                <a:gd name="connsiteY1" fmla="*/ 1552 h 123365"/>
                <a:gd name="connsiteX2" fmla="*/ 1460 w 32715"/>
                <a:gd name="connsiteY2" fmla="*/ 3405 h 123365"/>
                <a:gd name="connsiteX3" fmla="*/ 24449 w 32715"/>
                <a:gd name="connsiteY3" fmla="*/ 61691 h 123365"/>
                <a:gd name="connsiteX4" fmla="*/ 2597 w 32715"/>
                <a:gd name="connsiteY4" fmla="*/ 119114 h 123365"/>
                <a:gd name="connsiteX5" fmla="*/ 323 w 32715"/>
                <a:gd name="connsiteY5" fmla="*/ 121954 h 123365"/>
                <a:gd name="connsiteX6" fmla="*/ 1965 w 32715"/>
                <a:gd name="connsiteY6" fmla="*/ 123436 h 123365"/>
                <a:gd name="connsiteX7" fmla="*/ 23817 w 32715"/>
                <a:gd name="connsiteY7" fmla="*/ 99849 h 123365"/>
                <a:gd name="connsiteX8" fmla="*/ 33038 w 32715"/>
                <a:gd name="connsiteY8" fmla="*/ 61815 h 123365"/>
                <a:gd name="connsiteX9" fmla="*/ 2723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723" y="71"/>
                  </a:moveTo>
                  <a:cubicBezTo>
                    <a:pt x="1839" y="71"/>
                    <a:pt x="323" y="71"/>
                    <a:pt x="323" y="1552"/>
                  </a:cubicBezTo>
                  <a:cubicBezTo>
                    <a:pt x="323" y="2170"/>
                    <a:pt x="702" y="2540"/>
                    <a:pt x="1460" y="3405"/>
                  </a:cubicBezTo>
                  <a:cubicBezTo>
                    <a:pt x="12323" y="13160"/>
                    <a:pt x="24449" y="29831"/>
                    <a:pt x="24449" y="61691"/>
                  </a:cubicBezTo>
                  <a:cubicBezTo>
                    <a:pt x="24449" y="87501"/>
                    <a:pt x="16239" y="107012"/>
                    <a:pt x="2597" y="119114"/>
                  </a:cubicBezTo>
                  <a:cubicBezTo>
                    <a:pt x="450" y="121213"/>
                    <a:pt x="323" y="121337"/>
                    <a:pt x="323" y="121954"/>
                  </a:cubicBezTo>
                  <a:cubicBezTo>
                    <a:pt x="323" y="122571"/>
                    <a:pt x="702" y="123436"/>
                    <a:pt x="1965" y="123436"/>
                  </a:cubicBezTo>
                  <a:cubicBezTo>
                    <a:pt x="3481" y="123436"/>
                    <a:pt x="15481" y="115286"/>
                    <a:pt x="23817" y="99849"/>
                  </a:cubicBezTo>
                  <a:cubicBezTo>
                    <a:pt x="29375" y="89600"/>
                    <a:pt x="33038" y="76263"/>
                    <a:pt x="33038" y="61815"/>
                  </a:cubicBezTo>
                  <a:cubicBezTo>
                    <a:pt x="33038" y="44403"/>
                    <a:pt x="27733" y="17359"/>
                    <a:pt x="2723"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8CFD963-A4CA-E96B-C1B6-EF33E2A68527}"/>
                  </a:ext>
                </a:extLst>
              </p:cNvPr>
              <p:cNvSpPr txBox="1"/>
              <p:nvPr/>
            </p:nvSpPr>
            <p:spPr>
              <a:xfrm>
                <a:off x="880469" y="2570564"/>
                <a:ext cx="4288431" cy="845873"/>
              </a:xfrm>
              <a:prstGeom prst="rect">
                <a:avLst/>
              </a:prstGeom>
              <a:noFill/>
            </p:spPr>
            <p:txBody>
              <a:bodyPr wrap="square">
                <a:spAutoFit/>
              </a:bodyPr>
              <a:lstStyle/>
              <a:p>
                <a:pPr lvl="0">
                  <a:defRPr/>
                </a:pPr>
                <a:r>
                  <a:rPr lang="en-US" sz="1200">
                    <a:solidFill>
                      <a:prstClr val="black"/>
                    </a:solidFill>
                  </a:rPr>
                  <a:t>However, we are not only interested in the exponents themselves, </a:t>
                </a:r>
                <a:r>
                  <a:rPr lang="en-US" sz="1200" b="1">
                    <a:solidFill>
                      <a:prstClr val="black"/>
                    </a:solidFill>
                    <a:highlight>
                      <a:srgbClr val="FFC000"/>
                    </a:highlight>
                  </a:rPr>
                  <a:t>but in the multiplicative effect on the odds of a one‑unit change in the predictor</a:t>
                </a:r>
                <a:r>
                  <a:rPr lang="en-US" sz="1200">
                    <a:solidFill>
                      <a:prstClr val="black"/>
                    </a:solidFill>
                  </a:rPr>
                  <a:t> </a:t>
                </a:r>
                <a14:m>
                  <m:oMath xmlns:m="http://schemas.openxmlformats.org/officeDocument/2006/math">
                    <m:sSub>
                      <m:sSubPr>
                        <m:ctrlPr>
                          <a:rPr lang="en-US" sz="1200" i="1" dirty="0" smtClean="0">
                            <a:solidFill>
                              <a:prstClr val="black"/>
                            </a:solidFill>
                            <a:latin typeface="Cambria Math" panose="02040503050406030204" pitchFamily="18" charset="0"/>
                          </a:rPr>
                        </m:ctrlPr>
                      </m:sSubPr>
                      <m:e>
                        <m:r>
                          <a:rPr lang="en-US" sz="1200" i="1" dirty="0" smtClean="0">
                            <a:solidFill>
                              <a:prstClr val="black"/>
                            </a:solidFill>
                            <a:latin typeface="Cambria Math" panose="02040503050406030204" pitchFamily="18" charset="0"/>
                          </a:rPr>
                          <m:t>𝑥</m:t>
                        </m:r>
                      </m:e>
                      <m:sub>
                        <m:r>
                          <a:rPr lang="en-US" sz="1200" i="1" dirty="0" smtClean="0">
                            <a:solidFill>
                              <a:prstClr val="black"/>
                            </a:solidFill>
                            <a:latin typeface="Cambria Math" panose="02040503050406030204" pitchFamily="18" charset="0"/>
                          </a:rPr>
                          <m:t>𝑗</m:t>
                        </m:r>
                      </m:sub>
                    </m:sSub>
                  </m:oMath>
                </a14:m>
                <a:r>
                  <a:rPr lang="en-US" sz="1200">
                    <a:solidFill>
                      <a:prstClr val="black"/>
                    </a:solidFill>
                  </a:rPr>
                  <a:t>​, holding all other variables constant.</a:t>
                </a: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mc:Choice>
        <mc:Fallback xmlns="">
          <p:sp>
            <p:nvSpPr>
              <p:cNvPr id="86" name="TextBox 85">
                <a:extLst>
                  <a:ext uri="{FF2B5EF4-FFF2-40B4-BE49-F238E27FC236}">
                    <a16:creationId xmlns:a16="http://schemas.microsoft.com/office/drawing/2014/main" id="{18CFD963-A4CA-E96B-C1B6-EF33E2A68527}"/>
                  </a:ext>
                </a:extLst>
              </p:cNvPr>
              <p:cNvSpPr txBox="1">
                <a:spLocks noRot="1" noChangeAspect="1" noMove="1" noResize="1" noEditPoints="1" noAdjustHandles="1" noChangeArrowheads="1" noChangeShapeType="1" noTextEdit="1"/>
              </p:cNvSpPr>
              <p:nvPr/>
            </p:nvSpPr>
            <p:spPr>
              <a:xfrm>
                <a:off x="880469" y="2570564"/>
                <a:ext cx="4288431" cy="845873"/>
              </a:xfrm>
              <a:prstGeom prst="rect">
                <a:avLst/>
              </a:prstGeom>
              <a:blipFill>
                <a:blip r:embed="rId103"/>
                <a:stretch>
                  <a:fillRect t="-725" r="-426"/>
                </a:stretch>
              </a:blipFill>
            </p:spPr>
            <p:txBody>
              <a:bodyPr/>
              <a:lstStyle/>
              <a:p>
                <a:r>
                  <a:rPr lang="en-US">
                    <a:noFill/>
                  </a:rPr>
                  <a:t> </a:t>
                </a:r>
              </a:p>
            </p:txBody>
          </p:sp>
        </mc:Fallback>
      </mc:AlternateContent>
      <p:sp>
        <p:nvSpPr>
          <p:cNvPr id="88" name="Oval 87">
            <a:extLst>
              <a:ext uri="{FF2B5EF4-FFF2-40B4-BE49-F238E27FC236}">
                <a16:creationId xmlns:a16="http://schemas.microsoft.com/office/drawing/2014/main" id="{C28D76A5-87B5-CDAA-5AA1-1A50A9CCFCE1}"/>
              </a:ext>
            </a:extLst>
          </p:cNvPr>
          <p:cNvSpPr/>
          <p:nvPr/>
        </p:nvSpPr>
        <p:spPr>
          <a:xfrm>
            <a:off x="3954262" y="3505161"/>
            <a:ext cx="619263" cy="61926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6" name="Picture 5" descr="\documentclass{article}&#10;\usepackage{amsmath}&#10;\pagestyle{empty}&#10;\begin{document}&#10;&#10;\begin{table}[ht]&#10;\centering&#10;\begin{tabular}{lccc}&#10;\hline&#10;\textbf{Variable} &amp; \textbf{OR} &amp; \textbf{Lower limit} &amp; \textbf{Upper limit} \\&#10;\hline&#10;Intercept   &amp; 0.0185 &amp; 0.0019 &amp; 0.1665 \\&#10;GRE          &amp; 1.0023 &amp; 1.0001 &amp; 1.0044 \\&#10;GPA          &amp; 2.2345 &amp; 1.1739 &amp; 4.3238 \\&#10;Rank (2)     &amp; 0.5089 &amp; 0.2723 &amp; 0.9448 \\&#10;Rank (3)     &amp; 0.2618 &amp; 0.1316 &amp; 0.5115 \\&#10;Rank (4)     &amp; 0.2119 &amp; 0.0907 &amp; 0.4707 \\&#10;\hline&#10;\end{tabular}&#10;\end{table}&#10;&#10;\end{document}" title="IguanaTex Picture Display">
            <a:extLst>
              <a:ext uri="{FF2B5EF4-FFF2-40B4-BE49-F238E27FC236}">
                <a16:creationId xmlns:a16="http://schemas.microsoft.com/office/drawing/2014/main" id="{BDE141CF-141C-362D-E883-43848B24B299}"/>
              </a:ext>
            </a:extLst>
          </p:cNvPr>
          <p:cNvPicPr>
            <a:picLocks noChangeAspect="1"/>
          </p:cNvPicPr>
          <p:nvPr>
            <p:custDataLst>
              <p:tags r:id="rId2"/>
            </p:custDataLst>
          </p:nvPr>
        </p:nvPicPr>
        <p:blipFill>
          <a:blip r:embed="rId104">
            <a:extLst>
              <a:ext uri="{28A0092B-C50C-407E-A947-70E740481C1C}">
                <a14:useLocalDpi xmlns:a14="http://schemas.microsoft.com/office/drawing/2010/main" val="0"/>
              </a:ext>
            </a:extLst>
          </a:blip>
          <a:stretch>
            <a:fillRect/>
          </a:stretch>
        </p:blipFill>
        <p:spPr>
          <a:xfrm>
            <a:off x="953234" y="4851450"/>
            <a:ext cx="3200143" cy="1161971"/>
          </a:xfrm>
          <a:prstGeom prst="rect">
            <a:avLst/>
          </a:prstGeom>
        </p:spPr>
      </p:pic>
      <p:grpSp>
        <p:nvGrpSpPr>
          <p:cNvPr id="164" name="Group 163" descr="\documentclass{article}&#10;\usepackage{amsmath}&#10;\pagestyle{empty}&#10;\begin{document}&#10;&#10;&#10;\[&#10;  \frac{p}{1 - p} = e^{(\mathbf{x}'\boldsymbol{\beta})}&#10;\]&#10;&#10;\end{document}" title="IguanaTex Shape Display">
            <a:extLst>
              <a:ext uri="{FF2B5EF4-FFF2-40B4-BE49-F238E27FC236}">
                <a16:creationId xmlns:a16="http://schemas.microsoft.com/office/drawing/2014/main" id="{8F62DF16-AC09-072F-DDE5-76FA7DFC8974}"/>
              </a:ext>
            </a:extLst>
          </p:cNvPr>
          <p:cNvGrpSpPr>
            <a:grpSpLocks noChangeAspect="1"/>
          </p:cNvGrpSpPr>
          <p:nvPr>
            <p:custDataLst>
              <p:tags r:id="rId3"/>
            </p:custDataLst>
          </p:nvPr>
        </p:nvGrpSpPr>
        <p:grpSpPr>
          <a:xfrm>
            <a:off x="990600" y="1957160"/>
            <a:ext cx="1449816" cy="484588"/>
            <a:chOff x="8663528" y="-17545713"/>
            <a:chExt cx="1655950" cy="553486"/>
          </a:xfrm>
        </p:grpSpPr>
        <p:sp>
          <p:nvSpPr>
            <p:cNvPr id="152" name="Freeform: Shape 151">
              <a:extLst>
                <a:ext uri="{FF2B5EF4-FFF2-40B4-BE49-F238E27FC236}">
                  <a16:creationId xmlns:a16="http://schemas.microsoft.com/office/drawing/2014/main" id="{E48AC450-000A-EFBE-B7D1-8CFE883120B1}"/>
                </a:ext>
              </a:extLst>
            </p:cNvPr>
            <p:cNvSpPr/>
            <p:nvPr>
              <p:custDataLst>
                <p:tags r:id="rId53"/>
              </p:custDataLst>
            </p:nvPr>
          </p:nvSpPr>
          <p:spPr>
            <a:xfrm flipV="1">
              <a:off x="8893234" y="-17545713"/>
              <a:ext cx="144631" cy="176124"/>
            </a:xfrm>
            <a:custGeom>
              <a:avLst/>
              <a:gdLst>
                <a:gd name="csX0" fmla="*/ 21331 w 144631"/>
                <a:gd name="csY0" fmla="*/ 18533 h 176124"/>
                <a:gd name="csX1" fmla="*/ 6372 w 144631"/>
                <a:gd name="csY1" fmla="*/ 7178 h 176124"/>
                <a:gd name="csX2" fmla="*/ 0 w 144631"/>
                <a:gd name="csY2" fmla="*/ 1921 h 176124"/>
                <a:gd name="csX3" fmla="*/ 3598 w 144631"/>
                <a:gd name="csY3" fmla="*/ -1406 h 176124"/>
                <a:gd name="csX4" fmla="*/ 26876 w 144631"/>
                <a:gd name="csY4" fmla="*/ -571 h 176124"/>
                <a:gd name="csX5" fmla="*/ 54310 w 144631"/>
                <a:gd name="csY5" fmla="*/ -1406 h 176124"/>
                <a:gd name="csX6" fmla="*/ 59290 w 144631"/>
                <a:gd name="csY6" fmla="*/ 4137 h 176124"/>
                <a:gd name="csX7" fmla="*/ 52641 w 144631"/>
                <a:gd name="csY7" fmla="*/ 7178 h 176124"/>
                <a:gd name="csX8" fmla="*/ 38794 w 144631"/>
                <a:gd name="csY8" fmla="*/ 11608 h 176124"/>
                <a:gd name="csX9" fmla="*/ 52371 w 144631"/>
                <a:gd name="csY9" fmla="*/ 66992 h 176124"/>
                <a:gd name="csX10" fmla="*/ 77857 w 144631"/>
                <a:gd name="csY10" fmla="*/ 49269 h 176124"/>
                <a:gd name="csX11" fmla="*/ 144631 w 144631"/>
                <a:gd name="csY11" fmla="*/ 130411 h 176124"/>
                <a:gd name="csX12" fmla="*/ 107784 w 144631"/>
                <a:gd name="csY12" fmla="*/ 174718 h 176124"/>
                <a:gd name="csX13" fmla="*/ 71485 w 144631"/>
                <a:gd name="csY13" fmla="*/ 153946 h 176124"/>
                <a:gd name="csX14" fmla="*/ 46547 w 144631"/>
                <a:gd name="csY14" fmla="*/ 174718 h 176124"/>
                <a:gd name="csX15" fmla="*/ 26042 w 144631"/>
                <a:gd name="csY15" fmla="*/ 158933 h 176124"/>
                <a:gd name="csX16" fmla="*/ 17454 w 144631"/>
                <a:gd name="csY16" fmla="*/ 132071 h 176124"/>
                <a:gd name="csX17" fmla="*/ 20783 w 144631"/>
                <a:gd name="csY17" fmla="*/ 129309 h 176124"/>
                <a:gd name="csX18" fmla="*/ 25495 w 144631"/>
                <a:gd name="csY18" fmla="*/ 135677 h 176124"/>
                <a:gd name="csX19" fmla="*/ 45713 w 144631"/>
                <a:gd name="csY19" fmla="*/ 168628 h 176124"/>
                <a:gd name="csX20" fmla="*/ 54310 w 144631"/>
                <a:gd name="csY20" fmla="*/ 155892 h 176124"/>
                <a:gd name="csX21" fmla="*/ 52371 w 144631"/>
                <a:gd name="csY21" fmla="*/ 141766 h 176124"/>
                <a:gd name="csX22" fmla="*/ 21331 w 144631"/>
                <a:gd name="csY22" fmla="*/ 18533 h 176124"/>
                <a:gd name="csX23" fmla="*/ 70104 w 144631"/>
                <a:gd name="csY23" fmla="*/ 138717 h 176124"/>
                <a:gd name="csX24" fmla="*/ 84506 w 144631"/>
                <a:gd name="csY24" fmla="*/ 158108 h 176124"/>
                <a:gd name="csX25" fmla="*/ 106950 w 144631"/>
                <a:gd name="csY25" fmla="*/ 168628 h 176124"/>
                <a:gd name="csX26" fmla="*/ 124682 w 144631"/>
                <a:gd name="csY26" fmla="*/ 142600 h 176124"/>
                <a:gd name="csX27" fmla="*/ 110548 w 144631"/>
                <a:gd name="csY27" fmla="*/ 83890 h 176124"/>
                <a:gd name="csX28" fmla="*/ 77579 w 144631"/>
                <a:gd name="csY28" fmla="*/ 55369 h 176124"/>
                <a:gd name="csX29" fmla="*/ 55692 w 144631"/>
                <a:gd name="csY29" fmla="*/ 80015 h 176124"/>
                <a:gd name="csX30" fmla="*/ 56526 w 144631"/>
                <a:gd name="csY30" fmla="*/ 84445 h 176124"/>
                <a:gd name="csX31" fmla="*/ 70104 w 144631"/>
                <a:gd name="csY31" fmla="*/ 138717 h 1761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44631" h="176124">
                  <a:moveTo>
                    <a:pt x="21331" y="18533"/>
                  </a:moveTo>
                  <a:cubicBezTo>
                    <a:pt x="19115" y="9116"/>
                    <a:pt x="18567" y="7178"/>
                    <a:pt x="6372" y="7178"/>
                  </a:cubicBezTo>
                  <a:cubicBezTo>
                    <a:pt x="3051" y="7178"/>
                    <a:pt x="0" y="7178"/>
                    <a:pt x="0" y="1921"/>
                  </a:cubicBezTo>
                  <a:cubicBezTo>
                    <a:pt x="0" y="-293"/>
                    <a:pt x="1382" y="-1406"/>
                    <a:pt x="3598" y="-1406"/>
                  </a:cubicBezTo>
                  <a:cubicBezTo>
                    <a:pt x="11083" y="-1406"/>
                    <a:pt x="19115" y="-571"/>
                    <a:pt x="26876" y="-571"/>
                  </a:cubicBezTo>
                  <a:cubicBezTo>
                    <a:pt x="36021" y="-571"/>
                    <a:pt x="45443" y="-1406"/>
                    <a:pt x="54310" y="-1406"/>
                  </a:cubicBezTo>
                  <a:cubicBezTo>
                    <a:pt x="55692" y="-1406"/>
                    <a:pt x="59290" y="-1406"/>
                    <a:pt x="59290" y="4137"/>
                  </a:cubicBezTo>
                  <a:cubicBezTo>
                    <a:pt x="59290" y="7178"/>
                    <a:pt x="56526" y="7178"/>
                    <a:pt x="52641" y="7178"/>
                  </a:cubicBezTo>
                  <a:cubicBezTo>
                    <a:pt x="38794" y="7178"/>
                    <a:pt x="38794" y="9116"/>
                    <a:pt x="38794" y="11608"/>
                  </a:cubicBezTo>
                  <a:cubicBezTo>
                    <a:pt x="38794" y="14936"/>
                    <a:pt x="50424" y="60077"/>
                    <a:pt x="52371" y="66992"/>
                  </a:cubicBezTo>
                  <a:cubicBezTo>
                    <a:pt x="55970" y="58964"/>
                    <a:pt x="63724" y="49269"/>
                    <a:pt x="77857" y="49269"/>
                  </a:cubicBezTo>
                  <a:cubicBezTo>
                    <a:pt x="110001" y="49269"/>
                    <a:pt x="144631" y="89702"/>
                    <a:pt x="144631" y="130411"/>
                  </a:cubicBezTo>
                  <a:cubicBezTo>
                    <a:pt x="144631" y="156440"/>
                    <a:pt x="128837" y="174718"/>
                    <a:pt x="107784" y="174718"/>
                  </a:cubicBezTo>
                  <a:cubicBezTo>
                    <a:pt x="93928" y="174718"/>
                    <a:pt x="80629" y="164755"/>
                    <a:pt x="71485" y="153946"/>
                  </a:cubicBezTo>
                  <a:cubicBezTo>
                    <a:pt x="68712" y="168907"/>
                    <a:pt x="56805" y="174718"/>
                    <a:pt x="46547" y="174718"/>
                  </a:cubicBezTo>
                  <a:cubicBezTo>
                    <a:pt x="33804" y="174718"/>
                    <a:pt x="28537" y="163920"/>
                    <a:pt x="26042" y="158933"/>
                  </a:cubicBezTo>
                  <a:cubicBezTo>
                    <a:pt x="21062" y="149516"/>
                    <a:pt x="17454" y="132906"/>
                    <a:pt x="17454" y="132071"/>
                  </a:cubicBezTo>
                  <a:cubicBezTo>
                    <a:pt x="17454" y="129309"/>
                    <a:pt x="20227" y="129309"/>
                    <a:pt x="20783" y="129309"/>
                  </a:cubicBezTo>
                  <a:cubicBezTo>
                    <a:pt x="23547" y="129309"/>
                    <a:pt x="23826" y="129578"/>
                    <a:pt x="25495" y="135677"/>
                  </a:cubicBezTo>
                  <a:cubicBezTo>
                    <a:pt x="30197" y="155336"/>
                    <a:pt x="35743" y="168628"/>
                    <a:pt x="45713" y="168628"/>
                  </a:cubicBezTo>
                  <a:cubicBezTo>
                    <a:pt x="50424" y="168628"/>
                    <a:pt x="54310" y="166412"/>
                    <a:pt x="54310" y="155892"/>
                  </a:cubicBezTo>
                  <a:cubicBezTo>
                    <a:pt x="54310" y="149516"/>
                    <a:pt x="53475" y="146475"/>
                    <a:pt x="52371" y="141766"/>
                  </a:cubicBezTo>
                  <a:lnTo>
                    <a:pt x="21331" y="18533"/>
                  </a:lnTo>
                  <a:close/>
                  <a:moveTo>
                    <a:pt x="70104" y="138717"/>
                  </a:moveTo>
                  <a:cubicBezTo>
                    <a:pt x="72041" y="146197"/>
                    <a:pt x="79517" y="153946"/>
                    <a:pt x="84506" y="158108"/>
                  </a:cubicBezTo>
                  <a:cubicBezTo>
                    <a:pt x="94207" y="166691"/>
                    <a:pt x="102239" y="168628"/>
                    <a:pt x="106950" y="168628"/>
                  </a:cubicBezTo>
                  <a:cubicBezTo>
                    <a:pt x="118032" y="168628"/>
                    <a:pt x="124682" y="158933"/>
                    <a:pt x="124682" y="142600"/>
                  </a:cubicBezTo>
                  <a:cubicBezTo>
                    <a:pt x="124682" y="126259"/>
                    <a:pt x="115538" y="94410"/>
                    <a:pt x="110548" y="83890"/>
                  </a:cubicBezTo>
                  <a:cubicBezTo>
                    <a:pt x="101135" y="64508"/>
                    <a:pt x="87835" y="55369"/>
                    <a:pt x="77579" y="55369"/>
                  </a:cubicBezTo>
                  <a:cubicBezTo>
                    <a:pt x="59290" y="55369"/>
                    <a:pt x="55692" y="78347"/>
                    <a:pt x="55692" y="80015"/>
                  </a:cubicBezTo>
                  <a:cubicBezTo>
                    <a:pt x="55692" y="80563"/>
                    <a:pt x="55692" y="81118"/>
                    <a:pt x="56526" y="84445"/>
                  </a:cubicBezTo>
                  <a:lnTo>
                    <a:pt x="70104" y="138717"/>
                  </a:lnTo>
                  <a:close/>
                </a:path>
              </a:pathLst>
            </a:custGeom>
            <a:solidFill>
              <a:srgbClr val="000000"/>
            </a:solidFill>
            <a:ln w="27807" cap="flat">
              <a:noFill/>
              <a:prstDash val="solid"/>
              <a:miter/>
            </a:ln>
          </p:spPr>
          <p:txBody>
            <a:bodyPr/>
            <a:lstStyle/>
            <a:p>
              <a:endParaRPr lang="en-GB"/>
            </a:p>
          </p:txBody>
        </p:sp>
        <p:sp>
          <p:nvSpPr>
            <p:cNvPr id="153" name="Freeform: Shape 152">
              <a:extLst>
                <a:ext uri="{FF2B5EF4-FFF2-40B4-BE49-F238E27FC236}">
                  <a16:creationId xmlns:a16="http://schemas.microsoft.com/office/drawing/2014/main" id="{7F9038FF-928F-BB0E-26F9-C2F4DC66571D}"/>
                </a:ext>
              </a:extLst>
            </p:cNvPr>
            <p:cNvSpPr/>
            <p:nvPr>
              <p:custDataLst>
                <p:tags r:id="rId54"/>
              </p:custDataLst>
            </p:nvPr>
          </p:nvSpPr>
          <p:spPr>
            <a:xfrm flipV="1">
              <a:off x="8663528" y="-17305164"/>
              <a:ext cx="616608" cy="27800"/>
            </a:xfrm>
            <a:custGeom>
              <a:avLst/>
              <a:gdLst>
                <a:gd name="csX0" fmla="*/ 0 w 616608"/>
                <a:gd name="csY0" fmla="*/ -1395 h 27800"/>
                <a:gd name="csX1" fmla="*/ 616609 w 616608"/>
                <a:gd name="csY1" fmla="*/ -1395 h 27800"/>
              </a:gdLst>
              <a:ahLst/>
              <a:cxnLst>
                <a:cxn ang="0">
                  <a:pos x="csX0" y="csY0"/>
                </a:cxn>
                <a:cxn ang="0">
                  <a:pos x="csX1" y="csY1"/>
                </a:cxn>
              </a:cxnLst>
              <a:rect l="l" t="t" r="r" b="b"/>
              <a:pathLst>
                <a:path w="616608" h="27800">
                  <a:moveTo>
                    <a:pt x="0" y="-1395"/>
                  </a:moveTo>
                  <a:lnTo>
                    <a:pt x="616609" y="-1395"/>
                  </a:lnTo>
                </a:path>
              </a:pathLst>
            </a:custGeom>
            <a:noFill/>
            <a:ln w="11081" cap="flat">
              <a:solidFill>
                <a:srgbClr val="000000"/>
              </a:solidFill>
              <a:prstDash val="solid"/>
              <a:miter/>
            </a:ln>
          </p:spPr>
          <p:txBody>
            <a:bodyPr/>
            <a:lstStyle/>
            <a:p>
              <a:endParaRPr lang="en-GB"/>
            </a:p>
          </p:txBody>
        </p:sp>
        <p:sp>
          <p:nvSpPr>
            <p:cNvPr id="154" name="Freeform: Shape 153">
              <a:extLst>
                <a:ext uri="{FF2B5EF4-FFF2-40B4-BE49-F238E27FC236}">
                  <a16:creationId xmlns:a16="http://schemas.microsoft.com/office/drawing/2014/main" id="{85B4EE80-F4C2-E535-DFFA-AA92E06655B5}"/>
                </a:ext>
              </a:extLst>
            </p:cNvPr>
            <p:cNvSpPr/>
            <p:nvPr>
              <p:custDataLst>
                <p:tags r:id="rId55"/>
              </p:custDataLst>
            </p:nvPr>
          </p:nvSpPr>
          <p:spPr>
            <a:xfrm flipV="1">
              <a:off x="8688134" y="-17230380"/>
              <a:ext cx="91433" cy="184428"/>
            </a:xfrm>
            <a:custGeom>
              <a:avLst/>
              <a:gdLst>
                <a:gd name="csX0" fmla="*/ 56804 w 91433"/>
                <a:gd name="csY0" fmla="*/ 175853 h 184428"/>
                <a:gd name="csX1" fmla="*/ 50424 w 91433"/>
                <a:gd name="csY1" fmla="*/ 183045 h 184428"/>
                <a:gd name="csX2" fmla="*/ 0 w 91433"/>
                <a:gd name="csY2" fmla="*/ 165324 h 184428"/>
                <a:gd name="csX3" fmla="*/ 0 w 91433"/>
                <a:gd name="csY3" fmla="*/ 156740 h 184428"/>
                <a:gd name="csX4" fmla="*/ 36299 w 91433"/>
                <a:gd name="csY4" fmla="*/ 163943 h 184428"/>
                <a:gd name="csX5" fmla="*/ 36299 w 91433"/>
                <a:gd name="csY5" fmla="*/ 20492 h 184428"/>
                <a:gd name="csX6" fmla="*/ 10526 w 91433"/>
                <a:gd name="csY6" fmla="*/ 7201 h 184428"/>
                <a:gd name="csX7" fmla="*/ 1660 w 91433"/>
                <a:gd name="csY7" fmla="*/ 7201 h 184428"/>
                <a:gd name="csX8" fmla="*/ 1660 w 91433"/>
                <a:gd name="csY8" fmla="*/ -1383 h 184428"/>
                <a:gd name="csX9" fmla="*/ 46547 w 91433"/>
                <a:gd name="csY9" fmla="*/ -548 h 184428"/>
                <a:gd name="csX10" fmla="*/ 91434 w 91433"/>
                <a:gd name="csY10" fmla="*/ -1383 h 184428"/>
                <a:gd name="csX11" fmla="*/ 91434 w 91433"/>
                <a:gd name="csY11" fmla="*/ 7201 h 184428"/>
                <a:gd name="csX12" fmla="*/ 82568 w 91433"/>
                <a:gd name="csY12" fmla="*/ 7201 h 184428"/>
                <a:gd name="csX13" fmla="*/ 56804 w 91433"/>
                <a:gd name="csY13" fmla="*/ 20492 h 184428"/>
                <a:gd name="csX14" fmla="*/ 56804 w 91433"/>
                <a:gd name="csY14" fmla="*/ 175853 h 1844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1433" h="184428">
                  <a:moveTo>
                    <a:pt x="56804" y="175853"/>
                  </a:moveTo>
                  <a:cubicBezTo>
                    <a:pt x="56804" y="182499"/>
                    <a:pt x="56804" y="183045"/>
                    <a:pt x="50424" y="183045"/>
                  </a:cubicBezTo>
                  <a:cubicBezTo>
                    <a:pt x="33248" y="165324"/>
                    <a:pt x="8866" y="165324"/>
                    <a:pt x="0" y="165324"/>
                  </a:cubicBezTo>
                  <a:lnTo>
                    <a:pt x="0" y="156740"/>
                  </a:lnTo>
                  <a:cubicBezTo>
                    <a:pt x="5537" y="156740"/>
                    <a:pt x="21887" y="156740"/>
                    <a:pt x="36299" y="163943"/>
                  </a:cubicBezTo>
                  <a:lnTo>
                    <a:pt x="36299" y="20492"/>
                  </a:lnTo>
                  <a:cubicBezTo>
                    <a:pt x="36299" y="10528"/>
                    <a:pt x="35464" y="7201"/>
                    <a:pt x="10526" y="7201"/>
                  </a:cubicBezTo>
                  <a:lnTo>
                    <a:pt x="1660" y="7201"/>
                  </a:lnTo>
                  <a:lnTo>
                    <a:pt x="1660" y="-1383"/>
                  </a:lnTo>
                  <a:cubicBezTo>
                    <a:pt x="11361" y="-548"/>
                    <a:pt x="35464" y="-548"/>
                    <a:pt x="46547" y="-548"/>
                  </a:cubicBezTo>
                  <a:cubicBezTo>
                    <a:pt x="57630" y="-548"/>
                    <a:pt x="81734" y="-548"/>
                    <a:pt x="91434" y="-1383"/>
                  </a:cubicBezTo>
                  <a:lnTo>
                    <a:pt x="91434" y="7201"/>
                  </a:lnTo>
                  <a:lnTo>
                    <a:pt x="82568" y="7201"/>
                  </a:lnTo>
                  <a:cubicBezTo>
                    <a:pt x="57630" y="7201"/>
                    <a:pt x="56804" y="10250"/>
                    <a:pt x="56804" y="20492"/>
                  </a:cubicBezTo>
                  <a:lnTo>
                    <a:pt x="56804" y="175853"/>
                  </a:lnTo>
                  <a:close/>
                </a:path>
              </a:pathLst>
            </a:custGeom>
            <a:solidFill>
              <a:srgbClr val="000000"/>
            </a:solidFill>
            <a:ln w="27807" cap="flat">
              <a:noFill/>
              <a:prstDash val="solid"/>
              <a:miter/>
            </a:ln>
          </p:spPr>
          <p:txBody>
            <a:bodyPr/>
            <a:lstStyle/>
            <a:p>
              <a:endParaRPr lang="en-GB"/>
            </a:p>
          </p:txBody>
        </p:sp>
        <p:sp>
          <p:nvSpPr>
            <p:cNvPr id="155" name="Freeform: Shape 154">
              <a:extLst>
                <a:ext uri="{FF2B5EF4-FFF2-40B4-BE49-F238E27FC236}">
                  <a16:creationId xmlns:a16="http://schemas.microsoft.com/office/drawing/2014/main" id="{54F7C6EC-B3AD-EA52-4097-1A7A197EDB97}"/>
                </a:ext>
              </a:extLst>
            </p:cNvPr>
            <p:cNvSpPr/>
            <p:nvPr>
              <p:custDataLst>
                <p:tags r:id="rId56"/>
              </p:custDataLst>
            </p:nvPr>
          </p:nvSpPr>
          <p:spPr>
            <a:xfrm flipV="1">
              <a:off x="8886602" y="-17120717"/>
              <a:ext cx="169291" cy="11076"/>
            </a:xfrm>
            <a:custGeom>
              <a:avLst/>
              <a:gdLst>
                <a:gd name="csX0" fmla="*/ 159591 w 169291"/>
                <a:gd name="csY0" fmla="*/ -1382 h 11076"/>
                <a:gd name="csX1" fmla="*/ 169291 w 169291"/>
                <a:gd name="csY1" fmla="*/ 4160 h 11076"/>
                <a:gd name="csX2" fmla="*/ 159591 w 169291"/>
                <a:gd name="csY2" fmla="*/ 9695 h 11076"/>
                <a:gd name="csX3" fmla="*/ 9692 w 169291"/>
                <a:gd name="csY3" fmla="*/ 9695 h 11076"/>
                <a:gd name="csX4" fmla="*/ 0 w 169291"/>
                <a:gd name="csY4" fmla="*/ 4160 h 11076"/>
                <a:gd name="csX5" fmla="*/ 9692 w 169291"/>
                <a:gd name="csY5" fmla="*/ -1382 h 11076"/>
                <a:gd name="csX6" fmla="*/ 159591 w 169291"/>
                <a:gd name="csY6" fmla="*/ -1382 h 110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291" h="11076">
                  <a:moveTo>
                    <a:pt x="159591" y="-1382"/>
                  </a:moveTo>
                  <a:cubicBezTo>
                    <a:pt x="164302" y="-1382"/>
                    <a:pt x="169291" y="-1382"/>
                    <a:pt x="169291" y="4160"/>
                  </a:cubicBezTo>
                  <a:cubicBezTo>
                    <a:pt x="169291" y="9695"/>
                    <a:pt x="164302" y="9695"/>
                    <a:pt x="159591" y="9695"/>
                  </a:cubicBezTo>
                  <a:lnTo>
                    <a:pt x="9692" y="9695"/>
                  </a:lnTo>
                  <a:cubicBezTo>
                    <a:pt x="4981" y="9695"/>
                    <a:pt x="0" y="9695"/>
                    <a:pt x="0" y="4160"/>
                  </a:cubicBezTo>
                  <a:cubicBezTo>
                    <a:pt x="0" y="-1382"/>
                    <a:pt x="4981" y="-1382"/>
                    <a:pt x="9692" y="-1382"/>
                  </a:cubicBezTo>
                  <a:lnTo>
                    <a:pt x="159591" y="-1382"/>
                  </a:lnTo>
                  <a:close/>
                </a:path>
              </a:pathLst>
            </a:custGeom>
            <a:solidFill>
              <a:srgbClr val="000000"/>
            </a:solidFill>
            <a:ln w="27807" cap="flat">
              <a:noFill/>
              <a:prstDash val="solid"/>
              <a:miter/>
            </a:ln>
          </p:spPr>
          <p:txBody>
            <a:bodyPr/>
            <a:lstStyle/>
            <a:p>
              <a:endParaRPr lang="en-GB"/>
            </a:p>
          </p:txBody>
        </p:sp>
        <p:sp>
          <p:nvSpPr>
            <p:cNvPr id="156" name="Freeform: Shape 155">
              <a:extLst>
                <a:ext uri="{FF2B5EF4-FFF2-40B4-BE49-F238E27FC236}">
                  <a16:creationId xmlns:a16="http://schemas.microsoft.com/office/drawing/2014/main" id="{7F1E3D80-B728-A08C-41C3-B602AE10C854}"/>
                </a:ext>
              </a:extLst>
            </p:cNvPr>
            <p:cNvSpPr/>
            <p:nvPr>
              <p:custDataLst>
                <p:tags r:id="rId57"/>
              </p:custDataLst>
            </p:nvPr>
          </p:nvSpPr>
          <p:spPr>
            <a:xfrm flipV="1">
              <a:off x="9131861" y="-17168351"/>
              <a:ext cx="144631" cy="176124"/>
            </a:xfrm>
            <a:custGeom>
              <a:avLst/>
              <a:gdLst>
                <a:gd name="csX0" fmla="*/ 21331 w 144631"/>
                <a:gd name="csY0" fmla="*/ 18558 h 176124"/>
                <a:gd name="csX1" fmla="*/ 6372 w 144631"/>
                <a:gd name="csY1" fmla="*/ 7205 h 176124"/>
                <a:gd name="csX2" fmla="*/ 0 w 144631"/>
                <a:gd name="csY2" fmla="*/ 1948 h 176124"/>
                <a:gd name="csX3" fmla="*/ 3599 w 144631"/>
                <a:gd name="csY3" fmla="*/ -1379 h 176124"/>
                <a:gd name="csX4" fmla="*/ 26876 w 144631"/>
                <a:gd name="csY4" fmla="*/ -546 h 176124"/>
                <a:gd name="csX5" fmla="*/ 54310 w 144631"/>
                <a:gd name="csY5" fmla="*/ -1379 h 176124"/>
                <a:gd name="csX6" fmla="*/ 59290 w 144631"/>
                <a:gd name="csY6" fmla="*/ 4163 h 176124"/>
                <a:gd name="csX7" fmla="*/ 52641 w 144631"/>
                <a:gd name="csY7" fmla="*/ 7205 h 176124"/>
                <a:gd name="csX8" fmla="*/ 38794 w 144631"/>
                <a:gd name="csY8" fmla="*/ 11635 h 176124"/>
                <a:gd name="csX9" fmla="*/ 52371 w 144631"/>
                <a:gd name="csY9" fmla="*/ 67019 h 176124"/>
                <a:gd name="csX10" fmla="*/ 77857 w 144631"/>
                <a:gd name="csY10" fmla="*/ 49296 h 176124"/>
                <a:gd name="csX11" fmla="*/ 144631 w 144631"/>
                <a:gd name="csY11" fmla="*/ 130439 h 176124"/>
                <a:gd name="csX12" fmla="*/ 107784 w 144631"/>
                <a:gd name="csY12" fmla="*/ 174745 h 176124"/>
                <a:gd name="csX13" fmla="*/ 71485 w 144631"/>
                <a:gd name="csY13" fmla="*/ 153973 h 176124"/>
                <a:gd name="csX14" fmla="*/ 46547 w 144631"/>
                <a:gd name="csY14" fmla="*/ 174745 h 176124"/>
                <a:gd name="csX15" fmla="*/ 26042 w 144631"/>
                <a:gd name="csY15" fmla="*/ 158960 h 176124"/>
                <a:gd name="csX16" fmla="*/ 17454 w 144631"/>
                <a:gd name="csY16" fmla="*/ 132098 h 176124"/>
                <a:gd name="csX17" fmla="*/ 20783 w 144631"/>
                <a:gd name="csY17" fmla="*/ 129334 h 176124"/>
                <a:gd name="csX18" fmla="*/ 25495 w 144631"/>
                <a:gd name="csY18" fmla="*/ 135702 h 176124"/>
                <a:gd name="csX19" fmla="*/ 45713 w 144631"/>
                <a:gd name="csY19" fmla="*/ 168656 h 176124"/>
                <a:gd name="csX20" fmla="*/ 54310 w 144631"/>
                <a:gd name="csY20" fmla="*/ 155919 h 176124"/>
                <a:gd name="csX21" fmla="*/ 52371 w 144631"/>
                <a:gd name="csY21" fmla="*/ 141794 h 176124"/>
                <a:gd name="csX22" fmla="*/ 21331 w 144631"/>
                <a:gd name="csY22" fmla="*/ 18558 h 176124"/>
                <a:gd name="csX23" fmla="*/ 70104 w 144631"/>
                <a:gd name="csY23" fmla="*/ 138743 h 176124"/>
                <a:gd name="csX24" fmla="*/ 84507 w 144631"/>
                <a:gd name="csY24" fmla="*/ 158134 h 176124"/>
                <a:gd name="csX25" fmla="*/ 106950 w 144631"/>
                <a:gd name="csY25" fmla="*/ 168656 h 176124"/>
                <a:gd name="csX26" fmla="*/ 124682 w 144631"/>
                <a:gd name="csY26" fmla="*/ 142627 h 176124"/>
                <a:gd name="csX27" fmla="*/ 110549 w 144631"/>
                <a:gd name="csY27" fmla="*/ 83916 h 176124"/>
                <a:gd name="csX28" fmla="*/ 77579 w 144631"/>
                <a:gd name="csY28" fmla="*/ 55394 h 176124"/>
                <a:gd name="csX29" fmla="*/ 55692 w 144631"/>
                <a:gd name="csY29" fmla="*/ 80042 h 176124"/>
                <a:gd name="csX30" fmla="*/ 56526 w 144631"/>
                <a:gd name="csY30" fmla="*/ 84472 h 176124"/>
                <a:gd name="csX31" fmla="*/ 70104 w 144631"/>
                <a:gd name="csY31" fmla="*/ 138743 h 1761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44631" h="176124">
                  <a:moveTo>
                    <a:pt x="21331" y="18558"/>
                  </a:moveTo>
                  <a:cubicBezTo>
                    <a:pt x="19115" y="9141"/>
                    <a:pt x="18567" y="7205"/>
                    <a:pt x="6372" y="7205"/>
                  </a:cubicBezTo>
                  <a:cubicBezTo>
                    <a:pt x="3051" y="7205"/>
                    <a:pt x="0" y="7205"/>
                    <a:pt x="0" y="1948"/>
                  </a:cubicBezTo>
                  <a:cubicBezTo>
                    <a:pt x="0" y="-268"/>
                    <a:pt x="1382" y="-1379"/>
                    <a:pt x="3599" y="-1379"/>
                  </a:cubicBezTo>
                  <a:cubicBezTo>
                    <a:pt x="11083" y="-1379"/>
                    <a:pt x="19115" y="-546"/>
                    <a:pt x="26876" y="-546"/>
                  </a:cubicBezTo>
                  <a:cubicBezTo>
                    <a:pt x="36021" y="-546"/>
                    <a:pt x="45443" y="-1379"/>
                    <a:pt x="54310" y="-1379"/>
                  </a:cubicBezTo>
                  <a:cubicBezTo>
                    <a:pt x="55692" y="-1379"/>
                    <a:pt x="59290" y="-1379"/>
                    <a:pt x="59290" y="4163"/>
                  </a:cubicBezTo>
                  <a:cubicBezTo>
                    <a:pt x="59290" y="7205"/>
                    <a:pt x="56526" y="7205"/>
                    <a:pt x="52641" y="7205"/>
                  </a:cubicBezTo>
                  <a:cubicBezTo>
                    <a:pt x="38794" y="7205"/>
                    <a:pt x="38794" y="9141"/>
                    <a:pt x="38794" y="11635"/>
                  </a:cubicBezTo>
                  <a:cubicBezTo>
                    <a:pt x="38794" y="14963"/>
                    <a:pt x="50424" y="60103"/>
                    <a:pt x="52371" y="67019"/>
                  </a:cubicBezTo>
                  <a:cubicBezTo>
                    <a:pt x="55970" y="58991"/>
                    <a:pt x="63724" y="49296"/>
                    <a:pt x="77857" y="49296"/>
                  </a:cubicBezTo>
                  <a:cubicBezTo>
                    <a:pt x="110001" y="49296"/>
                    <a:pt x="144631" y="89727"/>
                    <a:pt x="144631" y="130439"/>
                  </a:cubicBezTo>
                  <a:cubicBezTo>
                    <a:pt x="144631" y="156466"/>
                    <a:pt x="128837" y="174745"/>
                    <a:pt x="107784" y="174745"/>
                  </a:cubicBezTo>
                  <a:cubicBezTo>
                    <a:pt x="93929" y="174745"/>
                    <a:pt x="80629" y="164780"/>
                    <a:pt x="71485" y="153973"/>
                  </a:cubicBezTo>
                  <a:cubicBezTo>
                    <a:pt x="68712" y="168932"/>
                    <a:pt x="56805" y="174745"/>
                    <a:pt x="46547" y="174745"/>
                  </a:cubicBezTo>
                  <a:cubicBezTo>
                    <a:pt x="33805" y="174745"/>
                    <a:pt x="28537" y="163945"/>
                    <a:pt x="26042" y="158960"/>
                  </a:cubicBezTo>
                  <a:cubicBezTo>
                    <a:pt x="21062" y="149543"/>
                    <a:pt x="17454" y="132931"/>
                    <a:pt x="17454" y="132098"/>
                  </a:cubicBezTo>
                  <a:cubicBezTo>
                    <a:pt x="17454" y="129334"/>
                    <a:pt x="20227" y="129334"/>
                    <a:pt x="20783" y="129334"/>
                  </a:cubicBezTo>
                  <a:cubicBezTo>
                    <a:pt x="23547" y="129334"/>
                    <a:pt x="23826" y="129604"/>
                    <a:pt x="25495" y="135702"/>
                  </a:cubicBezTo>
                  <a:cubicBezTo>
                    <a:pt x="30197" y="155363"/>
                    <a:pt x="35743" y="168656"/>
                    <a:pt x="45713" y="168656"/>
                  </a:cubicBezTo>
                  <a:cubicBezTo>
                    <a:pt x="50424" y="168656"/>
                    <a:pt x="54310" y="166440"/>
                    <a:pt x="54310" y="155919"/>
                  </a:cubicBezTo>
                  <a:cubicBezTo>
                    <a:pt x="54310" y="149543"/>
                    <a:pt x="53475" y="146502"/>
                    <a:pt x="52371" y="141794"/>
                  </a:cubicBezTo>
                  <a:lnTo>
                    <a:pt x="21331" y="18558"/>
                  </a:lnTo>
                  <a:close/>
                  <a:moveTo>
                    <a:pt x="70104" y="138743"/>
                  </a:moveTo>
                  <a:cubicBezTo>
                    <a:pt x="72041" y="146224"/>
                    <a:pt x="79517" y="153973"/>
                    <a:pt x="84507" y="158134"/>
                  </a:cubicBezTo>
                  <a:cubicBezTo>
                    <a:pt x="94207" y="166718"/>
                    <a:pt x="102239" y="168656"/>
                    <a:pt x="106950" y="168656"/>
                  </a:cubicBezTo>
                  <a:cubicBezTo>
                    <a:pt x="118032" y="168656"/>
                    <a:pt x="124682" y="158960"/>
                    <a:pt x="124682" y="142627"/>
                  </a:cubicBezTo>
                  <a:cubicBezTo>
                    <a:pt x="124682" y="126285"/>
                    <a:pt x="115538" y="94436"/>
                    <a:pt x="110549" y="83916"/>
                  </a:cubicBezTo>
                  <a:cubicBezTo>
                    <a:pt x="101135" y="64533"/>
                    <a:pt x="87835" y="55394"/>
                    <a:pt x="77579" y="55394"/>
                  </a:cubicBezTo>
                  <a:cubicBezTo>
                    <a:pt x="59290" y="55394"/>
                    <a:pt x="55692" y="78374"/>
                    <a:pt x="55692" y="80042"/>
                  </a:cubicBezTo>
                  <a:cubicBezTo>
                    <a:pt x="55692" y="80588"/>
                    <a:pt x="55692" y="81145"/>
                    <a:pt x="56526" y="84472"/>
                  </a:cubicBezTo>
                  <a:lnTo>
                    <a:pt x="70104" y="138743"/>
                  </a:lnTo>
                  <a:close/>
                </a:path>
              </a:pathLst>
            </a:custGeom>
            <a:solidFill>
              <a:srgbClr val="000000"/>
            </a:solidFill>
            <a:ln w="27807" cap="flat">
              <a:noFill/>
              <a:prstDash val="solid"/>
              <a:miter/>
            </a:ln>
          </p:spPr>
          <p:txBody>
            <a:bodyPr/>
            <a:lstStyle/>
            <a:p>
              <a:endParaRPr lang="en-GB"/>
            </a:p>
          </p:txBody>
        </p:sp>
        <p:sp>
          <p:nvSpPr>
            <p:cNvPr id="157" name="Freeform: Shape 156">
              <a:extLst>
                <a:ext uri="{FF2B5EF4-FFF2-40B4-BE49-F238E27FC236}">
                  <a16:creationId xmlns:a16="http://schemas.microsoft.com/office/drawing/2014/main" id="{B7B1AE24-1051-A318-71B0-951D21BABAF5}"/>
                </a:ext>
              </a:extLst>
            </p:cNvPr>
            <p:cNvSpPr/>
            <p:nvPr>
              <p:custDataLst>
                <p:tags r:id="rId58"/>
              </p:custDataLst>
            </p:nvPr>
          </p:nvSpPr>
          <p:spPr>
            <a:xfrm flipV="1">
              <a:off x="9405886" y="-17337568"/>
              <a:ext cx="184259" cy="64802"/>
            </a:xfrm>
            <a:custGeom>
              <a:avLst/>
              <a:gdLst>
                <a:gd name="csX0" fmla="*/ 174837 w 184259"/>
                <a:gd name="csY0" fmla="*/ 52331 h 64802"/>
                <a:gd name="csX1" fmla="*/ 184259 w 184259"/>
                <a:gd name="csY1" fmla="*/ 57872 h 64802"/>
                <a:gd name="csX2" fmla="*/ 175114 w 184259"/>
                <a:gd name="csY2" fmla="*/ 63407 h 64802"/>
                <a:gd name="csX3" fmla="*/ 9145 w 184259"/>
                <a:gd name="csY3" fmla="*/ 63407 h 64802"/>
                <a:gd name="csX4" fmla="*/ 0 w 184259"/>
                <a:gd name="csY4" fmla="*/ 57872 h 64802"/>
                <a:gd name="csX5" fmla="*/ 9422 w 184259"/>
                <a:gd name="csY5" fmla="*/ 52331 h 64802"/>
                <a:gd name="csX6" fmla="*/ 174837 w 184259"/>
                <a:gd name="csY6" fmla="*/ 52331 h 64802"/>
                <a:gd name="csX7" fmla="*/ 175114 w 184259"/>
                <a:gd name="csY7" fmla="*/ -1395 h 64802"/>
                <a:gd name="csX8" fmla="*/ 184259 w 184259"/>
                <a:gd name="csY8" fmla="*/ 4148 h 64802"/>
                <a:gd name="csX9" fmla="*/ 174837 w 184259"/>
                <a:gd name="csY9" fmla="*/ 9692 h 64802"/>
                <a:gd name="csX10" fmla="*/ 9422 w 184259"/>
                <a:gd name="csY10" fmla="*/ 9692 h 64802"/>
                <a:gd name="csX11" fmla="*/ 0 w 184259"/>
                <a:gd name="csY11" fmla="*/ 4148 h 64802"/>
                <a:gd name="csX12" fmla="*/ 9145 w 184259"/>
                <a:gd name="csY12" fmla="*/ -1395 h 64802"/>
                <a:gd name="csX13" fmla="*/ 175114 w 184259"/>
                <a:gd name="csY13" fmla="*/ -1395 h 6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4259" h="64802">
                  <a:moveTo>
                    <a:pt x="174837" y="52331"/>
                  </a:moveTo>
                  <a:cubicBezTo>
                    <a:pt x="178991" y="52331"/>
                    <a:pt x="184259" y="52331"/>
                    <a:pt x="184259" y="57872"/>
                  </a:cubicBezTo>
                  <a:cubicBezTo>
                    <a:pt x="184259" y="63407"/>
                    <a:pt x="178991" y="63407"/>
                    <a:pt x="175114" y="63407"/>
                  </a:cubicBezTo>
                  <a:lnTo>
                    <a:pt x="9145" y="63407"/>
                  </a:lnTo>
                  <a:cubicBezTo>
                    <a:pt x="5268" y="63407"/>
                    <a:pt x="0" y="63407"/>
                    <a:pt x="0" y="57872"/>
                  </a:cubicBezTo>
                  <a:cubicBezTo>
                    <a:pt x="0" y="52331"/>
                    <a:pt x="5268" y="52331"/>
                    <a:pt x="9422" y="52331"/>
                  </a:cubicBezTo>
                  <a:lnTo>
                    <a:pt x="174837" y="52331"/>
                  </a:lnTo>
                  <a:close/>
                  <a:moveTo>
                    <a:pt x="175114" y="-1395"/>
                  </a:moveTo>
                  <a:cubicBezTo>
                    <a:pt x="178991" y="-1395"/>
                    <a:pt x="184259" y="-1395"/>
                    <a:pt x="184259" y="4148"/>
                  </a:cubicBezTo>
                  <a:cubicBezTo>
                    <a:pt x="184259" y="9692"/>
                    <a:pt x="178991" y="9692"/>
                    <a:pt x="174837" y="9692"/>
                  </a:cubicBezTo>
                  <a:lnTo>
                    <a:pt x="9422" y="9692"/>
                  </a:lnTo>
                  <a:cubicBezTo>
                    <a:pt x="5268" y="9692"/>
                    <a:pt x="0" y="9692"/>
                    <a:pt x="0" y="4148"/>
                  </a:cubicBezTo>
                  <a:cubicBezTo>
                    <a:pt x="0" y="-1395"/>
                    <a:pt x="5268" y="-1395"/>
                    <a:pt x="9145" y="-1395"/>
                  </a:cubicBezTo>
                  <a:lnTo>
                    <a:pt x="175114" y="-1395"/>
                  </a:lnTo>
                  <a:close/>
                </a:path>
              </a:pathLst>
            </a:custGeom>
            <a:solidFill>
              <a:srgbClr val="000000"/>
            </a:solidFill>
            <a:ln w="27807" cap="flat">
              <a:noFill/>
              <a:prstDash val="solid"/>
              <a:miter/>
            </a:ln>
          </p:spPr>
          <p:txBody>
            <a:bodyPr/>
            <a:lstStyle/>
            <a:p>
              <a:endParaRPr lang="en-GB"/>
            </a:p>
          </p:txBody>
        </p:sp>
        <p:sp>
          <p:nvSpPr>
            <p:cNvPr id="158" name="Freeform: Shape 157">
              <a:extLst>
                <a:ext uri="{FF2B5EF4-FFF2-40B4-BE49-F238E27FC236}">
                  <a16:creationId xmlns:a16="http://schemas.microsoft.com/office/drawing/2014/main" id="{73F8B961-684C-6FFE-543F-3F5B28FF8E71}"/>
                </a:ext>
              </a:extLst>
            </p:cNvPr>
            <p:cNvSpPr/>
            <p:nvPr>
              <p:custDataLst>
                <p:tags r:id="rId59"/>
              </p:custDataLst>
            </p:nvPr>
          </p:nvSpPr>
          <p:spPr>
            <a:xfrm flipV="1">
              <a:off x="9695618" y="-17358340"/>
              <a:ext cx="106401" cy="125449"/>
            </a:xfrm>
            <a:custGeom>
              <a:avLst/>
              <a:gdLst>
                <a:gd name="csX0" fmla="*/ 39072 w 106401"/>
                <a:gd name="csY0" fmla="*/ 65621 h 125449"/>
                <a:gd name="csX1" fmla="*/ 81464 w 106401"/>
                <a:gd name="csY1" fmla="*/ 71989 h 125449"/>
                <a:gd name="csX2" fmla="*/ 102238 w 106401"/>
                <a:gd name="csY2" fmla="*/ 100520 h 125449"/>
                <a:gd name="csX3" fmla="*/ 72597 w 106401"/>
                <a:gd name="csY3" fmla="*/ 124055 h 125449"/>
                <a:gd name="csX4" fmla="*/ 0 w 106401"/>
                <a:gd name="csY4" fmla="*/ 48732 h 125449"/>
                <a:gd name="csX5" fmla="*/ 43505 w 106401"/>
                <a:gd name="csY5" fmla="*/ -1395 h 125449"/>
                <a:gd name="csX6" fmla="*/ 106401 w 106401"/>
                <a:gd name="csY6" fmla="*/ 31287 h 125449"/>
                <a:gd name="csX7" fmla="*/ 103072 w 106401"/>
                <a:gd name="csY7" fmla="*/ 34885 h 125449"/>
                <a:gd name="csX8" fmla="*/ 99474 w 106401"/>
                <a:gd name="csY8" fmla="*/ 32114 h 125449"/>
                <a:gd name="csX9" fmla="*/ 44061 w 106401"/>
                <a:gd name="csY9" fmla="*/ 4704 h 125449"/>
                <a:gd name="csX10" fmla="*/ 19949 w 106401"/>
                <a:gd name="csY10" fmla="*/ 36822 h 125449"/>
                <a:gd name="csX11" fmla="*/ 24382 w 106401"/>
                <a:gd name="csY11" fmla="*/ 65621 h 125449"/>
                <a:gd name="csX12" fmla="*/ 39072 w 106401"/>
                <a:gd name="csY12" fmla="*/ 65621 h 125449"/>
                <a:gd name="csX13" fmla="*/ 26051 w 106401"/>
                <a:gd name="csY13" fmla="*/ 71721 h 125449"/>
                <a:gd name="csX14" fmla="*/ 72597 w 106401"/>
                <a:gd name="csY14" fmla="*/ 117963 h 125449"/>
                <a:gd name="csX15" fmla="*/ 93102 w 106401"/>
                <a:gd name="csY15" fmla="*/ 100520 h 125449"/>
                <a:gd name="csX16" fmla="*/ 37412 w 106401"/>
                <a:gd name="csY16" fmla="*/ 71721 h 125449"/>
                <a:gd name="csX17" fmla="*/ 26051 w 106401"/>
                <a:gd name="csY17" fmla="*/ 71721 h 125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06401" h="125449">
                  <a:moveTo>
                    <a:pt x="39072" y="65621"/>
                  </a:moveTo>
                  <a:cubicBezTo>
                    <a:pt x="47103" y="65621"/>
                    <a:pt x="67608" y="66177"/>
                    <a:pt x="81464" y="71989"/>
                  </a:cubicBezTo>
                  <a:cubicBezTo>
                    <a:pt x="100857" y="80303"/>
                    <a:pt x="102238" y="96636"/>
                    <a:pt x="102238" y="100520"/>
                  </a:cubicBezTo>
                  <a:cubicBezTo>
                    <a:pt x="102238" y="112700"/>
                    <a:pt x="91712" y="124055"/>
                    <a:pt x="72597" y="124055"/>
                  </a:cubicBezTo>
                  <a:cubicBezTo>
                    <a:pt x="41844" y="124055"/>
                    <a:pt x="0" y="97193"/>
                    <a:pt x="0" y="48732"/>
                  </a:cubicBezTo>
                  <a:cubicBezTo>
                    <a:pt x="0" y="20489"/>
                    <a:pt x="16350" y="-1395"/>
                    <a:pt x="43505" y="-1395"/>
                  </a:cubicBezTo>
                  <a:cubicBezTo>
                    <a:pt x="83124" y="-1395"/>
                    <a:pt x="106401" y="27960"/>
                    <a:pt x="106401" y="31287"/>
                  </a:cubicBezTo>
                  <a:cubicBezTo>
                    <a:pt x="106401" y="32947"/>
                    <a:pt x="104733" y="34885"/>
                    <a:pt x="103072" y="34885"/>
                  </a:cubicBezTo>
                  <a:cubicBezTo>
                    <a:pt x="101691" y="34885"/>
                    <a:pt x="101134" y="34328"/>
                    <a:pt x="99474" y="32114"/>
                  </a:cubicBezTo>
                  <a:cubicBezTo>
                    <a:pt x="77587" y="4704"/>
                    <a:pt x="47381" y="4704"/>
                    <a:pt x="44061" y="4704"/>
                  </a:cubicBezTo>
                  <a:cubicBezTo>
                    <a:pt x="22443" y="4704"/>
                    <a:pt x="19949" y="27960"/>
                    <a:pt x="19949" y="36822"/>
                  </a:cubicBezTo>
                  <a:cubicBezTo>
                    <a:pt x="19949" y="40150"/>
                    <a:pt x="20227" y="48732"/>
                    <a:pt x="24382" y="65621"/>
                  </a:cubicBezTo>
                  <a:lnTo>
                    <a:pt x="39072" y="65621"/>
                  </a:lnTo>
                  <a:close/>
                  <a:moveTo>
                    <a:pt x="26051" y="71721"/>
                  </a:moveTo>
                  <a:cubicBezTo>
                    <a:pt x="36855" y="113811"/>
                    <a:pt x="65392" y="117963"/>
                    <a:pt x="72597" y="117963"/>
                  </a:cubicBezTo>
                  <a:cubicBezTo>
                    <a:pt x="85619" y="117963"/>
                    <a:pt x="93102" y="109927"/>
                    <a:pt x="93102" y="100520"/>
                  </a:cubicBezTo>
                  <a:cubicBezTo>
                    <a:pt x="93102" y="71721"/>
                    <a:pt x="48763" y="71721"/>
                    <a:pt x="37412" y="71721"/>
                  </a:cubicBezTo>
                  <a:lnTo>
                    <a:pt x="26051" y="71721"/>
                  </a:lnTo>
                  <a:close/>
                </a:path>
              </a:pathLst>
            </a:custGeom>
            <a:solidFill>
              <a:srgbClr val="000000"/>
            </a:solidFill>
            <a:ln w="27807" cap="flat">
              <a:noFill/>
              <a:prstDash val="solid"/>
              <a:miter/>
            </a:ln>
          </p:spPr>
          <p:txBody>
            <a:bodyPr/>
            <a:lstStyle/>
            <a:p>
              <a:endParaRPr lang="en-GB"/>
            </a:p>
          </p:txBody>
        </p:sp>
        <p:sp>
          <p:nvSpPr>
            <p:cNvPr id="159" name="Freeform: Shape 158">
              <a:extLst>
                <a:ext uri="{FF2B5EF4-FFF2-40B4-BE49-F238E27FC236}">
                  <a16:creationId xmlns:a16="http://schemas.microsoft.com/office/drawing/2014/main" id="{8AFC81EE-D483-068A-8B34-B528C499F55C}"/>
                </a:ext>
              </a:extLst>
            </p:cNvPr>
            <p:cNvSpPr/>
            <p:nvPr>
              <p:custDataLst>
                <p:tags r:id="rId60"/>
              </p:custDataLst>
            </p:nvPr>
          </p:nvSpPr>
          <p:spPr>
            <a:xfrm flipV="1">
              <a:off x="9834222" y="-17495741"/>
              <a:ext cx="50441" cy="193715"/>
            </a:xfrm>
            <a:custGeom>
              <a:avLst/>
              <a:gdLst>
                <a:gd name="csX0" fmla="*/ 46565 w 50441"/>
                <a:gd name="csY0" fmla="*/ 192313 h 193715"/>
                <a:gd name="csX1" fmla="*/ 0 w 50441"/>
                <a:gd name="csY1" fmla="*/ 95551 h 193715"/>
                <a:gd name="csX2" fmla="*/ 46565 w 50441"/>
                <a:gd name="csY2" fmla="*/ -1402 h 193715"/>
                <a:gd name="csX3" fmla="*/ 50441 w 50441"/>
                <a:gd name="csY3" fmla="*/ 926 h 193715"/>
                <a:gd name="csX4" fmla="*/ 48504 w 50441"/>
                <a:gd name="csY4" fmla="*/ 3836 h 193715"/>
                <a:gd name="csX5" fmla="*/ 13195 w 50441"/>
                <a:gd name="csY5" fmla="*/ 95360 h 193715"/>
                <a:gd name="csX6" fmla="*/ 49085 w 50441"/>
                <a:gd name="csY6" fmla="*/ 187657 h 193715"/>
                <a:gd name="csX7" fmla="*/ 50441 w 50441"/>
                <a:gd name="csY7" fmla="*/ 189985 h 193715"/>
                <a:gd name="csX8" fmla="*/ 46565 w 50441"/>
                <a:gd name="csY8" fmla="*/ 192313 h 193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0441" h="193715">
                  <a:moveTo>
                    <a:pt x="46565" y="192313"/>
                  </a:moveTo>
                  <a:cubicBezTo>
                    <a:pt x="9701" y="166328"/>
                    <a:pt x="0" y="125220"/>
                    <a:pt x="0" y="95551"/>
                  </a:cubicBezTo>
                  <a:cubicBezTo>
                    <a:pt x="0" y="68211"/>
                    <a:pt x="8145" y="25745"/>
                    <a:pt x="46565" y="-1402"/>
                  </a:cubicBezTo>
                  <a:cubicBezTo>
                    <a:pt x="48111" y="-1402"/>
                    <a:pt x="50441" y="-1402"/>
                    <a:pt x="50441" y="926"/>
                  </a:cubicBezTo>
                  <a:cubicBezTo>
                    <a:pt x="50441" y="2090"/>
                    <a:pt x="49859" y="2480"/>
                    <a:pt x="48504" y="3836"/>
                  </a:cubicBezTo>
                  <a:cubicBezTo>
                    <a:pt x="22696" y="27101"/>
                    <a:pt x="13195" y="60071"/>
                    <a:pt x="13195" y="95360"/>
                  </a:cubicBezTo>
                  <a:cubicBezTo>
                    <a:pt x="13195" y="147711"/>
                    <a:pt x="33178" y="173314"/>
                    <a:pt x="49085" y="187657"/>
                  </a:cubicBezTo>
                  <a:cubicBezTo>
                    <a:pt x="49859" y="188439"/>
                    <a:pt x="50441" y="189021"/>
                    <a:pt x="50441" y="189985"/>
                  </a:cubicBezTo>
                  <a:cubicBezTo>
                    <a:pt x="50441" y="192313"/>
                    <a:pt x="48111" y="192313"/>
                    <a:pt x="46565" y="192313"/>
                  </a:cubicBezTo>
                  <a:close/>
                </a:path>
              </a:pathLst>
            </a:custGeom>
            <a:solidFill>
              <a:srgbClr val="000000"/>
            </a:solidFill>
            <a:ln w="27807" cap="flat">
              <a:noFill/>
              <a:prstDash val="solid"/>
              <a:miter/>
            </a:ln>
          </p:spPr>
          <p:txBody>
            <a:bodyPr/>
            <a:lstStyle/>
            <a:p>
              <a:endParaRPr lang="en-GB"/>
            </a:p>
          </p:txBody>
        </p:sp>
        <p:sp>
          <p:nvSpPr>
            <p:cNvPr id="160" name="Freeform: Shape 159">
              <a:extLst>
                <a:ext uri="{FF2B5EF4-FFF2-40B4-BE49-F238E27FC236}">
                  <a16:creationId xmlns:a16="http://schemas.microsoft.com/office/drawing/2014/main" id="{33B99026-AC77-D51A-03B7-4D51C3B2770B}"/>
                </a:ext>
              </a:extLst>
            </p:cNvPr>
            <p:cNvSpPr/>
            <p:nvPr>
              <p:custDataLst>
                <p:tags r:id="rId61"/>
              </p:custDataLst>
            </p:nvPr>
          </p:nvSpPr>
          <p:spPr>
            <a:xfrm flipV="1">
              <a:off x="9905287" y="-17436405"/>
              <a:ext cx="118927" cy="86095"/>
            </a:xfrm>
            <a:custGeom>
              <a:avLst/>
              <a:gdLst>
                <a:gd name="csX0" fmla="*/ 69842 w 118927"/>
                <a:gd name="csY0" fmla="*/ 45522 h 86095"/>
                <a:gd name="csX1" fmla="*/ 96623 w 118927"/>
                <a:gd name="csY1" fmla="*/ 72479 h 86095"/>
                <a:gd name="csX2" fmla="*/ 114659 w 118927"/>
                <a:gd name="csY2" fmla="*/ 73835 h 86095"/>
                <a:gd name="csX3" fmla="*/ 114659 w 118927"/>
                <a:gd name="csY3" fmla="*/ 84694 h 86095"/>
                <a:gd name="csX4" fmla="*/ 95841 w 118927"/>
                <a:gd name="csY4" fmla="*/ 83920 h 86095"/>
                <a:gd name="csX5" fmla="*/ 74310 w 118927"/>
                <a:gd name="csY5" fmla="*/ 84694 h 86095"/>
                <a:gd name="csX6" fmla="*/ 74310 w 118927"/>
                <a:gd name="csY6" fmla="*/ 73835 h 86095"/>
                <a:gd name="csX7" fmla="*/ 79543 w 118927"/>
                <a:gd name="csY7" fmla="*/ 72671 h 86095"/>
                <a:gd name="csX8" fmla="*/ 61306 w 118927"/>
                <a:gd name="csY8" fmla="*/ 54252 h 86095"/>
                <a:gd name="csX9" fmla="*/ 42488 w 118927"/>
                <a:gd name="csY9" fmla="*/ 73835 h 86095"/>
                <a:gd name="csX10" fmla="*/ 47729 w 118927"/>
                <a:gd name="csY10" fmla="*/ 73835 h 86095"/>
                <a:gd name="csX11" fmla="*/ 47729 w 118927"/>
                <a:gd name="csY11" fmla="*/ 84694 h 86095"/>
                <a:gd name="csX12" fmla="*/ 23086 w 118927"/>
                <a:gd name="csY12" fmla="*/ 83920 h 86095"/>
                <a:gd name="csX13" fmla="*/ 1165 w 118927"/>
                <a:gd name="csY13" fmla="*/ 84694 h 86095"/>
                <a:gd name="csX14" fmla="*/ 1165 w 118927"/>
                <a:gd name="csY14" fmla="*/ 73835 h 86095"/>
                <a:gd name="csX15" fmla="*/ 15715 w 118927"/>
                <a:gd name="csY15" fmla="*/ 73835 h 86095"/>
                <a:gd name="csX16" fmla="*/ 47538 w 118927"/>
                <a:gd name="csY16" fmla="*/ 40674 h 86095"/>
                <a:gd name="csX17" fmla="*/ 19601 w 118927"/>
                <a:gd name="csY17" fmla="*/ 12560 h 86095"/>
                <a:gd name="csX18" fmla="*/ 10865 w 118927"/>
                <a:gd name="csY18" fmla="*/ 9650 h 86095"/>
                <a:gd name="csX19" fmla="*/ 0 w 118927"/>
                <a:gd name="csY19" fmla="*/ 9458 h 86095"/>
                <a:gd name="csX20" fmla="*/ 0 w 118927"/>
                <a:gd name="csY20" fmla="*/ -1402 h 86095"/>
                <a:gd name="csX21" fmla="*/ 18818 w 118927"/>
                <a:gd name="csY21" fmla="*/ -628 h 86095"/>
                <a:gd name="csX22" fmla="*/ 40358 w 118927"/>
                <a:gd name="csY22" fmla="*/ -1402 h 86095"/>
                <a:gd name="csX23" fmla="*/ 40358 w 118927"/>
                <a:gd name="csY23" fmla="*/ 9458 h 86095"/>
                <a:gd name="csX24" fmla="*/ 35116 w 118927"/>
                <a:gd name="csY24" fmla="*/ 10814 h 86095"/>
                <a:gd name="csX25" fmla="*/ 56074 w 118927"/>
                <a:gd name="csY25" fmla="*/ 31761 h 86095"/>
                <a:gd name="csX26" fmla="*/ 77604 w 118927"/>
                <a:gd name="csY26" fmla="*/ 9458 h 86095"/>
                <a:gd name="csX27" fmla="*/ 72563 w 118927"/>
                <a:gd name="csY27" fmla="*/ 9458 h 86095"/>
                <a:gd name="csX28" fmla="*/ 72563 w 118927"/>
                <a:gd name="csY28" fmla="*/ -1402 h 86095"/>
                <a:gd name="csX29" fmla="*/ 97205 w 118927"/>
                <a:gd name="csY29" fmla="*/ -628 h 86095"/>
                <a:gd name="csX30" fmla="*/ 118927 w 118927"/>
                <a:gd name="csY30" fmla="*/ -1402 h 86095"/>
                <a:gd name="csX31" fmla="*/ 118927 w 118927"/>
                <a:gd name="csY31" fmla="*/ 9458 h 86095"/>
                <a:gd name="csX32" fmla="*/ 104576 w 118927"/>
                <a:gd name="csY32" fmla="*/ 9458 h 86095"/>
                <a:gd name="csX33" fmla="*/ 69842 w 118927"/>
                <a:gd name="csY33" fmla="*/ 45522 h 86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18927" h="86095">
                  <a:moveTo>
                    <a:pt x="69842" y="45522"/>
                  </a:moveTo>
                  <a:lnTo>
                    <a:pt x="96623" y="72479"/>
                  </a:lnTo>
                  <a:cubicBezTo>
                    <a:pt x="101273" y="73835"/>
                    <a:pt x="106323" y="73835"/>
                    <a:pt x="114659" y="73835"/>
                  </a:cubicBezTo>
                  <a:lnTo>
                    <a:pt x="114659" y="84694"/>
                  </a:lnTo>
                  <a:cubicBezTo>
                    <a:pt x="108453" y="84112"/>
                    <a:pt x="102055" y="83920"/>
                    <a:pt x="95841" y="83920"/>
                  </a:cubicBezTo>
                  <a:cubicBezTo>
                    <a:pt x="89243" y="83920"/>
                    <a:pt x="75857" y="84502"/>
                    <a:pt x="74310" y="84694"/>
                  </a:cubicBezTo>
                  <a:lnTo>
                    <a:pt x="74310" y="73835"/>
                  </a:lnTo>
                  <a:cubicBezTo>
                    <a:pt x="76831" y="73835"/>
                    <a:pt x="78186" y="73451"/>
                    <a:pt x="79543" y="72671"/>
                  </a:cubicBezTo>
                  <a:lnTo>
                    <a:pt x="61306" y="54252"/>
                  </a:lnTo>
                  <a:lnTo>
                    <a:pt x="42488" y="73835"/>
                  </a:lnTo>
                  <a:lnTo>
                    <a:pt x="47729" y="73835"/>
                  </a:lnTo>
                  <a:lnTo>
                    <a:pt x="47729" y="84694"/>
                  </a:lnTo>
                  <a:cubicBezTo>
                    <a:pt x="46564" y="84694"/>
                    <a:pt x="31240" y="83920"/>
                    <a:pt x="23086" y="83920"/>
                  </a:cubicBezTo>
                  <a:cubicBezTo>
                    <a:pt x="15715" y="83920"/>
                    <a:pt x="8535" y="84112"/>
                    <a:pt x="1165" y="84694"/>
                  </a:cubicBezTo>
                  <a:lnTo>
                    <a:pt x="1165" y="73835"/>
                  </a:lnTo>
                  <a:lnTo>
                    <a:pt x="15715" y="73835"/>
                  </a:lnTo>
                  <a:lnTo>
                    <a:pt x="47538" y="40674"/>
                  </a:lnTo>
                  <a:lnTo>
                    <a:pt x="19601" y="12560"/>
                  </a:lnTo>
                  <a:cubicBezTo>
                    <a:pt x="17071" y="10232"/>
                    <a:pt x="16880" y="10040"/>
                    <a:pt x="10865" y="9650"/>
                  </a:cubicBezTo>
                  <a:cubicBezTo>
                    <a:pt x="7762" y="9458"/>
                    <a:pt x="973" y="9458"/>
                    <a:pt x="0" y="9458"/>
                  </a:cubicBezTo>
                  <a:lnTo>
                    <a:pt x="0" y="-1402"/>
                  </a:lnTo>
                  <a:cubicBezTo>
                    <a:pt x="6206" y="-820"/>
                    <a:pt x="12612" y="-628"/>
                    <a:pt x="18818" y="-628"/>
                  </a:cubicBezTo>
                  <a:cubicBezTo>
                    <a:pt x="24060" y="-628"/>
                    <a:pt x="37837" y="-1210"/>
                    <a:pt x="40358" y="-1402"/>
                  </a:cubicBezTo>
                  <a:lnTo>
                    <a:pt x="40358" y="9458"/>
                  </a:lnTo>
                  <a:cubicBezTo>
                    <a:pt x="37255" y="9458"/>
                    <a:pt x="36473" y="9850"/>
                    <a:pt x="35116" y="10814"/>
                  </a:cubicBezTo>
                  <a:lnTo>
                    <a:pt x="56074" y="31761"/>
                  </a:lnTo>
                  <a:lnTo>
                    <a:pt x="77604" y="9458"/>
                  </a:lnTo>
                  <a:lnTo>
                    <a:pt x="72563" y="9458"/>
                  </a:lnTo>
                  <a:lnTo>
                    <a:pt x="72563" y="-1402"/>
                  </a:lnTo>
                  <a:cubicBezTo>
                    <a:pt x="72754" y="-1402"/>
                    <a:pt x="88278" y="-628"/>
                    <a:pt x="97205" y="-628"/>
                  </a:cubicBezTo>
                  <a:cubicBezTo>
                    <a:pt x="104377" y="-628"/>
                    <a:pt x="111756" y="-820"/>
                    <a:pt x="118927" y="-1402"/>
                  </a:cubicBezTo>
                  <a:lnTo>
                    <a:pt x="118927" y="9458"/>
                  </a:lnTo>
                  <a:lnTo>
                    <a:pt x="104576" y="9458"/>
                  </a:lnTo>
                  <a:lnTo>
                    <a:pt x="69842" y="45522"/>
                  </a:lnTo>
                  <a:close/>
                </a:path>
              </a:pathLst>
            </a:custGeom>
            <a:solidFill>
              <a:srgbClr val="000000"/>
            </a:solidFill>
            <a:ln w="27807" cap="flat">
              <a:noFill/>
              <a:prstDash val="solid"/>
              <a:miter/>
            </a:ln>
          </p:spPr>
          <p:txBody>
            <a:bodyPr/>
            <a:lstStyle/>
            <a:p>
              <a:endParaRPr lang="en-GB"/>
            </a:p>
          </p:txBody>
        </p:sp>
        <p:sp>
          <p:nvSpPr>
            <p:cNvPr id="161" name="Freeform: Shape 160">
              <a:extLst>
                <a:ext uri="{FF2B5EF4-FFF2-40B4-BE49-F238E27FC236}">
                  <a16:creationId xmlns:a16="http://schemas.microsoft.com/office/drawing/2014/main" id="{DF640E17-C760-D7C6-C953-77D182AC5D5A}"/>
                </a:ext>
              </a:extLst>
            </p:cNvPr>
            <p:cNvSpPr/>
            <p:nvPr>
              <p:custDataLst>
                <p:tags r:id="rId62"/>
              </p:custDataLst>
            </p:nvPr>
          </p:nvSpPr>
          <p:spPr>
            <a:xfrm flipV="1">
              <a:off x="10043845" y="-17511300"/>
              <a:ext cx="38385" cy="72158"/>
            </a:xfrm>
            <a:custGeom>
              <a:avLst/>
              <a:gdLst>
                <a:gd name="csX0" fmla="*/ 36995 w 38385"/>
                <a:gd name="csY0" fmla="*/ 57729 h 72158"/>
                <a:gd name="csX1" fmla="*/ 38385 w 38385"/>
                <a:gd name="csY1" fmla="*/ 62577 h 72158"/>
                <a:gd name="csX2" fmla="*/ 29788 w 38385"/>
                <a:gd name="csY2" fmla="*/ 70751 h 72158"/>
                <a:gd name="csX3" fmla="*/ 21895 w 38385"/>
                <a:gd name="csY3" fmla="*/ 64384 h 72158"/>
                <a:gd name="csX4" fmla="*/ 548 w 38385"/>
                <a:gd name="csY4" fmla="*/ 4404 h 72158"/>
                <a:gd name="csX5" fmla="*/ 0 w 38385"/>
                <a:gd name="csY5" fmla="*/ 2188 h 72158"/>
                <a:gd name="csX6" fmla="*/ 5954 w 38385"/>
                <a:gd name="csY6" fmla="*/ -1408 h 72158"/>
                <a:gd name="csX7" fmla="*/ 8309 w 38385"/>
                <a:gd name="csY7" fmla="*/ 946 h 72158"/>
                <a:gd name="csX8" fmla="*/ 36995 w 38385"/>
                <a:gd name="csY8" fmla="*/ 57729 h 721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385" h="72158">
                  <a:moveTo>
                    <a:pt x="36995" y="57729"/>
                  </a:moveTo>
                  <a:cubicBezTo>
                    <a:pt x="37133" y="57867"/>
                    <a:pt x="38385" y="60500"/>
                    <a:pt x="38385" y="62577"/>
                  </a:cubicBezTo>
                  <a:cubicBezTo>
                    <a:pt x="38385" y="67562"/>
                    <a:pt x="33952" y="70751"/>
                    <a:pt x="29788" y="70751"/>
                  </a:cubicBezTo>
                  <a:cubicBezTo>
                    <a:pt x="24113" y="70751"/>
                    <a:pt x="22583" y="66459"/>
                    <a:pt x="21895" y="64384"/>
                  </a:cubicBezTo>
                  <a:lnTo>
                    <a:pt x="548" y="4404"/>
                  </a:lnTo>
                  <a:cubicBezTo>
                    <a:pt x="0" y="2745"/>
                    <a:pt x="0" y="2327"/>
                    <a:pt x="0" y="2188"/>
                  </a:cubicBezTo>
                  <a:cubicBezTo>
                    <a:pt x="0" y="-26"/>
                    <a:pt x="5816" y="-1408"/>
                    <a:pt x="5954" y="-1408"/>
                  </a:cubicBezTo>
                  <a:cubicBezTo>
                    <a:pt x="7206" y="-1408"/>
                    <a:pt x="7484" y="-714"/>
                    <a:pt x="8309" y="946"/>
                  </a:cubicBezTo>
                  <a:lnTo>
                    <a:pt x="36995" y="57729"/>
                  </a:lnTo>
                  <a:close/>
                </a:path>
              </a:pathLst>
            </a:custGeom>
            <a:solidFill>
              <a:srgbClr val="000000"/>
            </a:solidFill>
            <a:ln w="27807" cap="flat">
              <a:noFill/>
              <a:prstDash val="solid"/>
              <a:miter/>
            </a:ln>
          </p:spPr>
          <p:txBody>
            <a:bodyPr/>
            <a:lstStyle/>
            <a:p>
              <a:endParaRPr lang="en-GB"/>
            </a:p>
          </p:txBody>
        </p:sp>
        <p:sp>
          <p:nvSpPr>
            <p:cNvPr id="162" name="Freeform: Shape 161">
              <a:extLst>
                <a:ext uri="{FF2B5EF4-FFF2-40B4-BE49-F238E27FC236}">
                  <a16:creationId xmlns:a16="http://schemas.microsoft.com/office/drawing/2014/main" id="{DEA22C0D-BF58-81EA-5B8E-D9005A9016C1}"/>
                </a:ext>
              </a:extLst>
            </p:cNvPr>
            <p:cNvSpPr/>
            <p:nvPr>
              <p:custDataLst>
                <p:tags r:id="rId63"/>
              </p:custDataLst>
            </p:nvPr>
          </p:nvSpPr>
          <p:spPr>
            <a:xfrm flipV="1">
              <a:off x="10109967" y="-17486437"/>
              <a:ext cx="135607" cy="173743"/>
            </a:xfrm>
            <a:custGeom>
              <a:avLst/>
              <a:gdLst>
                <a:gd name="csX0" fmla="*/ 12612 w 135607"/>
                <a:gd name="csY0" fmla="*/ 2864 h 173743"/>
                <a:gd name="csX1" fmla="*/ 24442 w 135607"/>
                <a:gd name="csY1" fmla="*/ 50758 h 173743"/>
                <a:gd name="csX2" fmla="*/ 68486 w 135607"/>
                <a:gd name="csY2" fmla="*/ 33696 h 173743"/>
                <a:gd name="csX3" fmla="*/ 134060 w 135607"/>
                <a:gd name="csY3" fmla="*/ 87602 h 173743"/>
                <a:gd name="csX4" fmla="*/ 120866 w 135607"/>
                <a:gd name="csY4" fmla="*/ 113969 h 173743"/>
                <a:gd name="csX5" fmla="*/ 135608 w 135607"/>
                <a:gd name="csY5" fmla="*/ 144801 h 173743"/>
                <a:gd name="csX6" fmla="*/ 101073 w 135607"/>
                <a:gd name="csY6" fmla="*/ 172342 h 173743"/>
                <a:gd name="csX7" fmla="*/ 30066 w 135607"/>
                <a:gd name="csY7" fmla="*/ 122700 h 173743"/>
                <a:gd name="csX8" fmla="*/ 773 w 135607"/>
                <a:gd name="csY8" fmla="*/ 5383 h 173743"/>
                <a:gd name="csX9" fmla="*/ 0 w 135607"/>
                <a:gd name="csY9" fmla="*/ 2090 h 173743"/>
                <a:gd name="csX10" fmla="*/ 6206 w 135607"/>
                <a:gd name="csY10" fmla="*/ -1402 h 173743"/>
                <a:gd name="csX11" fmla="*/ 12612 w 135607"/>
                <a:gd name="csY11" fmla="*/ 2864 h 173743"/>
                <a:gd name="csX12" fmla="*/ 73336 w 135607"/>
                <a:gd name="csY12" fmla="*/ 111450 h 173743"/>
                <a:gd name="csX13" fmla="*/ 86331 w 135607"/>
                <a:gd name="csY13" fmla="*/ 113387 h 173743"/>
                <a:gd name="csX14" fmla="*/ 95449 w 135607"/>
                <a:gd name="csY14" fmla="*/ 112614 h 173743"/>
                <a:gd name="csX15" fmla="*/ 83619 w 135607"/>
                <a:gd name="csY15" fmla="*/ 110286 h 173743"/>
                <a:gd name="csX16" fmla="*/ 73336 w 135607"/>
                <a:gd name="csY16" fmla="*/ 111450 h 173743"/>
                <a:gd name="csX17" fmla="*/ 104767 w 135607"/>
                <a:gd name="csY17" fmla="*/ 120762 h 173743"/>
                <a:gd name="csX18" fmla="*/ 86913 w 135607"/>
                <a:gd name="csY18" fmla="*/ 122310 h 173743"/>
                <a:gd name="csX19" fmla="*/ 60916 w 135607"/>
                <a:gd name="csY19" fmla="*/ 110677 h 173743"/>
                <a:gd name="csX20" fmla="*/ 83228 w 135607"/>
                <a:gd name="csY20" fmla="*/ 101371 h 173743"/>
                <a:gd name="csX21" fmla="*/ 107088 w 135607"/>
                <a:gd name="csY21" fmla="*/ 105439 h 173743"/>
                <a:gd name="csX22" fmla="*/ 109418 w 135607"/>
                <a:gd name="csY22" fmla="*/ 95161 h 173743"/>
                <a:gd name="csX23" fmla="*/ 97970 w 135607"/>
                <a:gd name="csY23" fmla="*/ 56769 h 173743"/>
                <a:gd name="csX24" fmla="*/ 68286 w 135607"/>
                <a:gd name="csY24" fmla="*/ 42618 h 173743"/>
                <a:gd name="csX25" fmla="*/ 30266 w 135607"/>
                <a:gd name="csY25" fmla="*/ 70149 h 173743"/>
                <a:gd name="csX26" fmla="*/ 33751 w 135607"/>
                <a:gd name="csY26" fmla="*/ 87402 h 173743"/>
                <a:gd name="csX27" fmla="*/ 41322 w 135607"/>
                <a:gd name="csY27" fmla="*/ 118234 h 173743"/>
                <a:gd name="csX28" fmla="*/ 61888 w 135607"/>
                <a:gd name="csY28" fmla="*/ 149849 h 173743"/>
                <a:gd name="csX29" fmla="*/ 100109 w 135607"/>
                <a:gd name="csY29" fmla="*/ 163420 h 173743"/>
                <a:gd name="csX30" fmla="*/ 113303 w 135607"/>
                <a:gd name="csY30" fmla="*/ 151787 h 173743"/>
                <a:gd name="csX31" fmla="*/ 104767 w 135607"/>
                <a:gd name="csY31" fmla="*/ 120762 h 1737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35607" h="173743">
                  <a:moveTo>
                    <a:pt x="12612" y="2864"/>
                  </a:moveTo>
                  <a:lnTo>
                    <a:pt x="24442" y="50758"/>
                  </a:lnTo>
                  <a:cubicBezTo>
                    <a:pt x="28128" y="45910"/>
                    <a:pt x="41131" y="33696"/>
                    <a:pt x="68486" y="33696"/>
                  </a:cubicBezTo>
                  <a:cubicBezTo>
                    <a:pt x="111938" y="33696"/>
                    <a:pt x="134060" y="63165"/>
                    <a:pt x="134060" y="87602"/>
                  </a:cubicBezTo>
                  <a:cubicBezTo>
                    <a:pt x="134060" y="98845"/>
                    <a:pt x="129593" y="107767"/>
                    <a:pt x="120866" y="113969"/>
                  </a:cubicBezTo>
                  <a:cubicBezTo>
                    <a:pt x="129401" y="120954"/>
                    <a:pt x="135608" y="133360"/>
                    <a:pt x="135608" y="144801"/>
                  </a:cubicBezTo>
                  <a:cubicBezTo>
                    <a:pt x="135608" y="160508"/>
                    <a:pt x="124360" y="172342"/>
                    <a:pt x="101073" y="172342"/>
                  </a:cubicBezTo>
                  <a:cubicBezTo>
                    <a:pt x="72363" y="172342"/>
                    <a:pt x="37828" y="154115"/>
                    <a:pt x="30066" y="122700"/>
                  </a:cubicBezTo>
                  <a:lnTo>
                    <a:pt x="773" y="5383"/>
                  </a:lnTo>
                  <a:cubicBezTo>
                    <a:pt x="0" y="2672"/>
                    <a:pt x="0" y="2282"/>
                    <a:pt x="0" y="2090"/>
                  </a:cubicBezTo>
                  <a:cubicBezTo>
                    <a:pt x="0" y="-1402"/>
                    <a:pt x="3294" y="-1402"/>
                    <a:pt x="6206" y="-1402"/>
                  </a:cubicBezTo>
                  <a:cubicBezTo>
                    <a:pt x="10083" y="-1402"/>
                    <a:pt x="11639" y="-1402"/>
                    <a:pt x="12612" y="2864"/>
                  </a:cubicBezTo>
                  <a:close/>
                  <a:moveTo>
                    <a:pt x="73336" y="111450"/>
                  </a:moveTo>
                  <a:cubicBezTo>
                    <a:pt x="75857" y="112614"/>
                    <a:pt x="77604" y="113387"/>
                    <a:pt x="86331" y="113387"/>
                  </a:cubicBezTo>
                  <a:cubicBezTo>
                    <a:pt x="89434" y="113387"/>
                    <a:pt x="91955" y="113387"/>
                    <a:pt x="95449" y="112614"/>
                  </a:cubicBezTo>
                  <a:cubicBezTo>
                    <a:pt x="91181" y="110286"/>
                    <a:pt x="87105" y="110286"/>
                    <a:pt x="83619" y="110286"/>
                  </a:cubicBezTo>
                  <a:cubicBezTo>
                    <a:pt x="77795" y="110286"/>
                    <a:pt x="77213" y="110485"/>
                    <a:pt x="73336" y="111450"/>
                  </a:cubicBezTo>
                  <a:close/>
                  <a:moveTo>
                    <a:pt x="104767" y="120762"/>
                  </a:moveTo>
                  <a:cubicBezTo>
                    <a:pt x="97388" y="122310"/>
                    <a:pt x="90790" y="122310"/>
                    <a:pt x="86913" y="122310"/>
                  </a:cubicBezTo>
                  <a:cubicBezTo>
                    <a:pt x="78569" y="122310"/>
                    <a:pt x="60916" y="122310"/>
                    <a:pt x="60916" y="110677"/>
                  </a:cubicBezTo>
                  <a:cubicBezTo>
                    <a:pt x="60916" y="101563"/>
                    <a:pt x="73719" y="101371"/>
                    <a:pt x="83228" y="101371"/>
                  </a:cubicBezTo>
                  <a:cubicBezTo>
                    <a:pt x="88852" y="101371"/>
                    <a:pt x="96805" y="101371"/>
                    <a:pt x="107088" y="105439"/>
                  </a:cubicBezTo>
                  <a:cubicBezTo>
                    <a:pt x="108836" y="102727"/>
                    <a:pt x="109418" y="98653"/>
                    <a:pt x="109418" y="95161"/>
                  </a:cubicBezTo>
                  <a:cubicBezTo>
                    <a:pt x="109418" y="88376"/>
                    <a:pt x="105341" y="67047"/>
                    <a:pt x="97970" y="56769"/>
                  </a:cubicBezTo>
                  <a:cubicBezTo>
                    <a:pt x="90990" y="47266"/>
                    <a:pt x="80316" y="42618"/>
                    <a:pt x="68286" y="42618"/>
                  </a:cubicBezTo>
                  <a:cubicBezTo>
                    <a:pt x="51797" y="42618"/>
                    <a:pt x="30266" y="50176"/>
                    <a:pt x="30266" y="70149"/>
                  </a:cubicBezTo>
                  <a:cubicBezTo>
                    <a:pt x="30266" y="73832"/>
                    <a:pt x="32205" y="81782"/>
                    <a:pt x="33751" y="87402"/>
                  </a:cubicBezTo>
                  <a:cubicBezTo>
                    <a:pt x="34725" y="91676"/>
                    <a:pt x="40932" y="116488"/>
                    <a:pt x="41322" y="118234"/>
                  </a:cubicBezTo>
                  <a:cubicBezTo>
                    <a:pt x="43070" y="125028"/>
                    <a:pt x="46364" y="138207"/>
                    <a:pt x="61888" y="149849"/>
                  </a:cubicBezTo>
                  <a:cubicBezTo>
                    <a:pt x="77795" y="161864"/>
                    <a:pt x="93120" y="163420"/>
                    <a:pt x="100109" y="163420"/>
                  </a:cubicBezTo>
                  <a:cubicBezTo>
                    <a:pt x="113303" y="163420"/>
                    <a:pt x="113303" y="154889"/>
                    <a:pt x="113303" y="151787"/>
                  </a:cubicBezTo>
                  <a:cubicBezTo>
                    <a:pt x="113303" y="147129"/>
                    <a:pt x="109809" y="129486"/>
                    <a:pt x="104767" y="120762"/>
                  </a:cubicBezTo>
                  <a:close/>
                </a:path>
              </a:pathLst>
            </a:custGeom>
            <a:solidFill>
              <a:srgbClr val="000000"/>
            </a:solidFill>
            <a:ln w="27807" cap="flat">
              <a:noFill/>
              <a:prstDash val="solid"/>
              <a:miter/>
            </a:ln>
          </p:spPr>
          <p:txBody>
            <a:bodyPr/>
            <a:lstStyle/>
            <a:p>
              <a:endParaRPr lang="en-GB"/>
            </a:p>
          </p:txBody>
        </p:sp>
        <p:sp>
          <p:nvSpPr>
            <p:cNvPr id="163" name="Freeform: Shape 162">
              <a:extLst>
                <a:ext uri="{FF2B5EF4-FFF2-40B4-BE49-F238E27FC236}">
                  <a16:creationId xmlns:a16="http://schemas.microsoft.com/office/drawing/2014/main" id="{83FD2753-CECE-3E5A-05C4-2D3C65BEC3CC}"/>
                </a:ext>
              </a:extLst>
            </p:cNvPr>
            <p:cNvSpPr/>
            <p:nvPr>
              <p:custDataLst>
                <p:tags r:id="rId64"/>
              </p:custDataLst>
            </p:nvPr>
          </p:nvSpPr>
          <p:spPr>
            <a:xfrm flipV="1">
              <a:off x="10269229" y="-17495741"/>
              <a:ext cx="50249" cy="193715"/>
            </a:xfrm>
            <a:custGeom>
              <a:avLst/>
              <a:gdLst>
                <a:gd name="csX0" fmla="*/ 3685 w 50249"/>
                <a:gd name="csY0" fmla="*/ 192313 h 193715"/>
                <a:gd name="csX1" fmla="*/ 0 w 50249"/>
                <a:gd name="csY1" fmla="*/ 189985 h 193715"/>
                <a:gd name="csX2" fmla="*/ 1747 w 50249"/>
                <a:gd name="csY2" fmla="*/ 187075 h 193715"/>
                <a:gd name="csX3" fmla="*/ 37055 w 50249"/>
                <a:gd name="csY3" fmla="*/ 95551 h 193715"/>
                <a:gd name="csX4" fmla="*/ 3485 w 50249"/>
                <a:gd name="csY4" fmla="*/ 5390 h 193715"/>
                <a:gd name="csX5" fmla="*/ 0 w 50249"/>
                <a:gd name="csY5" fmla="*/ 926 h 193715"/>
                <a:gd name="csX6" fmla="*/ 2520 w 50249"/>
                <a:gd name="csY6" fmla="*/ -1402 h 193715"/>
                <a:gd name="csX7" fmla="*/ 36081 w 50249"/>
                <a:gd name="csY7" fmla="*/ 35632 h 193715"/>
                <a:gd name="csX8" fmla="*/ 50250 w 50249"/>
                <a:gd name="csY8" fmla="*/ 95360 h 193715"/>
                <a:gd name="csX9" fmla="*/ 3685 w 50249"/>
                <a:gd name="csY9" fmla="*/ 192313 h 193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0249" h="193715">
                  <a:moveTo>
                    <a:pt x="3685" y="192313"/>
                  </a:moveTo>
                  <a:cubicBezTo>
                    <a:pt x="2329" y="192313"/>
                    <a:pt x="0" y="192313"/>
                    <a:pt x="0" y="189985"/>
                  </a:cubicBezTo>
                  <a:cubicBezTo>
                    <a:pt x="0" y="189021"/>
                    <a:pt x="582" y="188439"/>
                    <a:pt x="1747" y="187075"/>
                  </a:cubicBezTo>
                  <a:cubicBezTo>
                    <a:pt x="18427" y="171758"/>
                    <a:pt x="37055" y="145583"/>
                    <a:pt x="37055" y="95551"/>
                  </a:cubicBezTo>
                  <a:cubicBezTo>
                    <a:pt x="37055" y="55023"/>
                    <a:pt x="24443" y="24391"/>
                    <a:pt x="3485" y="5390"/>
                  </a:cubicBezTo>
                  <a:cubicBezTo>
                    <a:pt x="191" y="2090"/>
                    <a:pt x="0" y="1898"/>
                    <a:pt x="0" y="926"/>
                  </a:cubicBezTo>
                  <a:cubicBezTo>
                    <a:pt x="0" y="-40"/>
                    <a:pt x="582" y="-1402"/>
                    <a:pt x="2520" y="-1402"/>
                  </a:cubicBezTo>
                  <a:cubicBezTo>
                    <a:pt x="4850" y="-1402"/>
                    <a:pt x="23277" y="11394"/>
                    <a:pt x="36081" y="35632"/>
                  </a:cubicBezTo>
                  <a:cubicBezTo>
                    <a:pt x="44618" y="51730"/>
                    <a:pt x="50250" y="72677"/>
                    <a:pt x="50250" y="95360"/>
                  </a:cubicBezTo>
                  <a:cubicBezTo>
                    <a:pt x="50250" y="122700"/>
                    <a:pt x="42096" y="165164"/>
                    <a:pt x="3685" y="192313"/>
                  </a:cubicBezTo>
                  <a:close/>
                </a:path>
              </a:pathLst>
            </a:custGeom>
            <a:solidFill>
              <a:srgbClr val="000000"/>
            </a:solidFill>
            <a:ln w="27807" cap="flat">
              <a:noFill/>
              <a:prstDash val="solid"/>
              <a:miter/>
            </a:ln>
          </p:spPr>
          <p:txBody>
            <a:bodyPr/>
            <a:lstStyle/>
            <a:p>
              <a:endParaRPr lang="en-GB"/>
            </a:p>
          </p:txBody>
        </p:sp>
      </p:grpSp>
      <p:sp>
        <p:nvSpPr>
          <p:cNvPr id="170" name="Rectangle: Rounded Corners 169">
            <a:extLst>
              <a:ext uri="{FF2B5EF4-FFF2-40B4-BE49-F238E27FC236}">
                <a16:creationId xmlns:a16="http://schemas.microsoft.com/office/drawing/2014/main" id="{DF0EBA89-1E4F-14FB-9361-4688D4314328}"/>
              </a:ext>
            </a:extLst>
          </p:cNvPr>
          <p:cNvSpPr/>
          <p:nvPr/>
        </p:nvSpPr>
        <p:spPr>
          <a:xfrm>
            <a:off x="5867061" y="1206499"/>
            <a:ext cx="2279626" cy="595213"/>
          </a:xfrm>
          <a:prstGeom prst="roundRect">
            <a:avLst>
              <a:gd name="adj" fmla="val 17766"/>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CO" b="1">
                <a:solidFill>
                  <a:schemeClr val="tx1"/>
                </a:solidFill>
                <a:highlight>
                  <a:srgbClr val="FFC000"/>
                </a:highlight>
              </a:rPr>
              <a:t>GPA</a:t>
            </a:r>
            <a:endParaRPr lang="en-GB" b="1">
              <a:solidFill>
                <a:schemeClr val="tx1"/>
              </a:solidFill>
              <a:highlight>
                <a:srgbClr val="FFC000"/>
              </a:highlight>
            </a:endParaRPr>
          </a:p>
        </p:txBody>
      </p:sp>
      <p:sp>
        <p:nvSpPr>
          <p:cNvPr id="171" name="TextBox 170">
            <a:extLst>
              <a:ext uri="{FF2B5EF4-FFF2-40B4-BE49-F238E27FC236}">
                <a16:creationId xmlns:a16="http://schemas.microsoft.com/office/drawing/2014/main" id="{C5A339FD-C6B6-86E2-C725-97B9F662840C}"/>
              </a:ext>
            </a:extLst>
          </p:cNvPr>
          <p:cNvSpPr txBox="1"/>
          <p:nvPr/>
        </p:nvSpPr>
        <p:spPr>
          <a:xfrm>
            <a:off x="6010072" y="1860436"/>
            <a:ext cx="59367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FF0000"/>
                </a:solidFill>
                <a:effectLst/>
                <a:uLnTx/>
                <a:uFillTx/>
                <a:latin typeface="Aptos Black" panose="020B0004020202020204" pitchFamily="34" charset="0"/>
                <a:ea typeface="+mn-ea"/>
                <a:cs typeface="+mn-cs"/>
              </a:rPr>
              <a:t>1.</a:t>
            </a:r>
            <a:endParaRPr kumimoji="0" lang="en-GB" sz="2400" b="1" i="0" u="none" strike="noStrike" kern="1200" cap="none" spc="0" normalizeH="0" baseline="0" noProof="0">
              <a:ln>
                <a:noFill/>
              </a:ln>
              <a:solidFill>
                <a:srgbClr val="FF0000"/>
              </a:solidFill>
              <a:effectLst/>
              <a:uLnTx/>
              <a:uFillTx/>
              <a:latin typeface="Aptos Black" panose="020B0004020202020204" pitchFamily="34" charset="0"/>
              <a:ea typeface="+mn-ea"/>
              <a:cs typeface="+mn-cs"/>
            </a:endParaRPr>
          </a:p>
        </p:txBody>
      </p:sp>
      <p:sp>
        <p:nvSpPr>
          <p:cNvPr id="172" name="TextBox 171">
            <a:extLst>
              <a:ext uri="{FF2B5EF4-FFF2-40B4-BE49-F238E27FC236}">
                <a16:creationId xmlns:a16="http://schemas.microsoft.com/office/drawing/2014/main" id="{356182EC-5CB0-7F51-90CA-51E22F66C4C4}"/>
              </a:ext>
            </a:extLst>
          </p:cNvPr>
          <p:cNvSpPr txBox="1"/>
          <p:nvPr/>
        </p:nvSpPr>
        <p:spPr>
          <a:xfrm>
            <a:off x="6426240" y="1917993"/>
            <a:ext cx="121306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Aptos" panose="020B0004020202020204"/>
                <a:ea typeface="+mn-ea"/>
                <a:cs typeface="+mn-cs"/>
              </a:rPr>
              <a:t>Odds ratio</a:t>
            </a:r>
            <a:endParaRPr kumimoji="0" lang="en-GB" sz="16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4" name="TextBox 173">
            <a:extLst>
              <a:ext uri="{FF2B5EF4-FFF2-40B4-BE49-F238E27FC236}">
                <a16:creationId xmlns:a16="http://schemas.microsoft.com/office/drawing/2014/main" id="{BDBE1247-D744-9DE6-06D0-C4B502FF26BB}"/>
              </a:ext>
            </a:extLst>
          </p:cNvPr>
          <p:cNvSpPr txBox="1"/>
          <p:nvPr/>
        </p:nvSpPr>
        <p:spPr>
          <a:xfrm>
            <a:off x="6399526" y="2322101"/>
            <a:ext cx="5419078" cy="646331"/>
          </a:xfrm>
          <a:prstGeom prst="rect">
            <a:avLst/>
          </a:prstGeom>
          <a:noFill/>
        </p:spPr>
        <p:txBody>
          <a:bodyPr wrap="square">
            <a:spAutoFit/>
          </a:bodyPr>
          <a:lstStyle/>
          <a:p>
            <a:r>
              <a:rPr lang="en-US" sz="1200"/>
              <a:t>The estimated coefficient for GPA is β = 0.084, </a:t>
            </a:r>
            <a:r>
              <a:rPr lang="en-US" sz="1200" b="1"/>
              <a:t>meaning that for each additional point in the GRE score, the log‑odds of being admitted increase by 0.084 units</a:t>
            </a:r>
            <a:r>
              <a:rPr lang="en-US" sz="1200"/>
              <a:t>. This translates into an </a:t>
            </a:r>
            <a:r>
              <a:rPr lang="en-US" sz="1200" b="1">
                <a:highlight>
                  <a:srgbClr val="FFC000"/>
                </a:highlight>
              </a:rPr>
              <a:t>odds ratio of:</a:t>
            </a:r>
            <a:endParaRPr lang="en-GB" sz="1200" b="1">
              <a:highlight>
                <a:srgbClr val="FFC000"/>
              </a:highlight>
            </a:endParaRPr>
          </a:p>
        </p:txBody>
      </p:sp>
      <p:grpSp>
        <p:nvGrpSpPr>
          <p:cNvPr id="455" name="Group 454" descr="\documentclass{article}&#10;\usepackage{amsmath}&#10;\pagestyle{empty}&#10;\begin{document}&#10;&#10;&#10;\[&#10;e^{0.804} \approx 2.2345&#10;\]&#10;&#10;\end{document}" title="IguanaTex Shape Display">
            <a:extLst>
              <a:ext uri="{FF2B5EF4-FFF2-40B4-BE49-F238E27FC236}">
                <a16:creationId xmlns:a16="http://schemas.microsoft.com/office/drawing/2014/main" id="{B5C7BFC2-7E89-3FF5-460C-FDF0A328022A}"/>
              </a:ext>
            </a:extLst>
          </p:cNvPr>
          <p:cNvGrpSpPr>
            <a:grpSpLocks noChangeAspect="1"/>
          </p:cNvGrpSpPr>
          <p:nvPr>
            <p:custDataLst>
              <p:tags r:id="rId4"/>
            </p:custDataLst>
          </p:nvPr>
        </p:nvGrpSpPr>
        <p:grpSpPr>
          <a:xfrm>
            <a:off x="6565900" y="3200400"/>
            <a:ext cx="1171095" cy="166845"/>
            <a:chOff x="11627159" y="-9800817"/>
            <a:chExt cx="1171095" cy="166845"/>
          </a:xfrm>
        </p:grpSpPr>
        <p:sp>
          <p:nvSpPr>
            <p:cNvPr id="47" name="Freeform: Shape 46">
              <a:extLst>
                <a:ext uri="{FF2B5EF4-FFF2-40B4-BE49-F238E27FC236}">
                  <a16:creationId xmlns:a16="http://schemas.microsoft.com/office/drawing/2014/main" id="{80510DBD-7A59-C74E-0460-F3E96B10C0C2}"/>
                </a:ext>
              </a:extLst>
            </p:cNvPr>
            <p:cNvSpPr/>
            <p:nvPr>
              <p:custDataLst>
                <p:tags r:id="rId45"/>
              </p:custDataLst>
            </p:nvPr>
          </p:nvSpPr>
          <p:spPr>
            <a:xfrm flipV="1">
              <a:off x="11627159" y="-9719329"/>
              <a:ext cx="70683" cy="83337"/>
            </a:xfrm>
            <a:custGeom>
              <a:avLst/>
              <a:gdLst>
                <a:gd name="csX0" fmla="*/ 25956 w 70683"/>
                <a:gd name="csY0" fmla="*/ 43124 h 83337"/>
                <a:gd name="csX1" fmla="*/ 54117 w 70683"/>
                <a:gd name="csY1" fmla="*/ 47354 h 83337"/>
                <a:gd name="csX2" fmla="*/ 67918 w 70683"/>
                <a:gd name="csY2" fmla="*/ 66308 h 83337"/>
                <a:gd name="csX3" fmla="*/ 48228 w 70683"/>
                <a:gd name="csY3" fmla="*/ 81943 h 83337"/>
                <a:gd name="csX4" fmla="*/ 0 w 70683"/>
                <a:gd name="csY4" fmla="*/ 31905 h 83337"/>
                <a:gd name="csX5" fmla="*/ 28900 w 70683"/>
                <a:gd name="csY5" fmla="*/ -1395 h 83337"/>
                <a:gd name="csX6" fmla="*/ 70684 w 70683"/>
                <a:gd name="csY6" fmla="*/ 20316 h 83337"/>
                <a:gd name="csX7" fmla="*/ 68472 w 70683"/>
                <a:gd name="csY7" fmla="*/ 22706 h 83337"/>
                <a:gd name="csX8" fmla="*/ 66082 w 70683"/>
                <a:gd name="csY8" fmla="*/ 20865 h 83337"/>
                <a:gd name="csX9" fmla="*/ 29270 w 70683"/>
                <a:gd name="csY9" fmla="*/ 2657 h 83337"/>
                <a:gd name="csX10" fmla="*/ 13252 w 70683"/>
                <a:gd name="csY10" fmla="*/ 23993 h 83337"/>
                <a:gd name="csX11" fmla="*/ 16197 w 70683"/>
                <a:gd name="csY11" fmla="*/ 43124 h 83337"/>
                <a:gd name="csX12" fmla="*/ 25956 w 70683"/>
                <a:gd name="csY12" fmla="*/ 43124 h 83337"/>
                <a:gd name="csX13" fmla="*/ 17306 w 70683"/>
                <a:gd name="csY13" fmla="*/ 47176 h 83337"/>
                <a:gd name="csX14" fmla="*/ 48228 w 70683"/>
                <a:gd name="csY14" fmla="*/ 77896 h 83337"/>
                <a:gd name="csX15" fmla="*/ 61849 w 70683"/>
                <a:gd name="csY15" fmla="*/ 66308 h 83337"/>
                <a:gd name="csX16" fmla="*/ 24853 w 70683"/>
                <a:gd name="csY16" fmla="*/ 47176 h 83337"/>
                <a:gd name="csX17" fmla="*/ 17306 w 70683"/>
                <a:gd name="csY17" fmla="*/ 47176 h 833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0683" h="83337">
                  <a:moveTo>
                    <a:pt x="25956" y="43124"/>
                  </a:moveTo>
                  <a:cubicBezTo>
                    <a:pt x="31291" y="43124"/>
                    <a:pt x="44913" y="43494"/>
                    <a:pt x="54117" y="47354"/>
                  </a:cubicBezTo>
                  <a:cubicBezTo>
                    <a:pt x="67000" y="52878"/>
                    <a:pt x="67918" y="63728"/>
                    <a:pt x="67918" y="66308"/>
                  </a:cubicBezTo>
                  <a:cubicBezTo>
                    <a:pt x="67918" y="74399"/>
                    <a:pt x="60925" y="81943"/>
                    <a:pt x="48228" y="81943"/>
                  </a:cubicBezTo>
                  <a:cubicBezTo>
                    <a:pt x="27797" y="81943"/>
                    <a:pt x="0" y="64098"/>
                    <a:pt x="0" y="31905"/>
                  </a:cubicBezTo>
                  <a:cubicBezTo>
                    <a:pt x="0" y="13143"/>
                    <a:pt x="10861" y="-1395"/>
                    <a:pt x="28900" y="-1395"/>
                  </a:cubicBezTo>
                  <a:cubicBezTo>
                    <a:pt x="55220" y="-1395"/>
                    <a:pt x="70684" y="18106"/>
                    <a:pt x="70684" y="20316"/>
                  </a:cubicBezTo>
                  <a:cubicBezTo>
                    <a:pt x="70684" y="21419"/>
                    <a:pt x="69575" y="22706"/>
                    <a:pt x="68472" y="22706"/>
                  </a:cubicBezTo>
                  <a:cubicBezTo>
                    <a:pt x="67554" y="22706"/>
                    <a:pt x="67185" y="22336"/>
                    <a:pt x="66082" y="20865"/>
                  </a:cubicBezTo>
                  <a:cubicBezTo>
                    <a:pt x="51542" y="2657"/>
                    <a:pt x="31476" y="2657"/>
                    <a:pt x="29270" y="2657"/>
                  </a:cubicBezTo>
                  <a:cubicBezTo>
                    <a:pt x="14910" y="2657"/>
                    <a:pt x="13252" y="18106"/>
                    <a:pt x="13252" y="23993"/>
                  </a:cubicBezTo>
                  <a:cubicBezTo>
                    <a:pt x="13252" y="26204"/>
                    <a:pt x="13437" y="31905"/>
                    <a:pt x="16197" y="43124"/>
                  </a:cubicBezTo>
                  <a:lnTo>
                    <a:pt x="25956" y="43124"/>
                  </a:lnTo>
                  <a:close/>
                  <a:moveTo>
                    <a:pt x="17306" y="47176"/>
                  </a:moveTo>
                  <a:cubicBezTo>
                    <a:pt x="24483" y="75138"/>
                    <a:pt x="43441" y="77896"/>
                    <a:pt x="48228" y="77896"/>
                  </a:cubicBezTo>
                  <a:cubicBezTo>
                    <a:pt x="56877" y="77896"/>
                    <a:pt x="61849" y="72558"/>
                    <a:pt x="61849" y="66308"/>
                  </a:cubicBezTo>
                  <a:cubicBezTo>
                    <a:pt x="61849" y="47176"/>
                    <a:pt x="32394" y="47176"/>
                    <a:pt x="24853" y="47176"/>
                  </a:cubicBezTo>
                  <a:lnTo>
                    <a:pt x="17306" y="47176"/>
                  </a:lnTo>
                  <a:close/>
                </a:path>
              </a:pathLst>
            </a:custGeom>
            <a:solidFill>
              <a:srgbClr val="000000"/>
            </a:solidFill>
            <a:ln w="27807" cap="flat">
              <a:noFill/>
              <a:prstDash val="solid"/>
              <a:miter/>
            </a:ln>
          </p:spPr>
          <p:txBody>
            <a:bodyPr/>
            <a:lstStyle/>
            <a:p>
              <a:endParaRPr lang="en-GB"/>
            </a:p>
          </p:txBody>
        </p:sp>
        <p:sp>
          <p:nvSpPr>
            <p:cNvPr id="448" name="Freeform: Shape 447">
              <a:extLst>
                <a:ext uri="{FF2B5EF4-FFF2-40B4-BE49-F238E27FC236}">
                  <a16:creationId xmlns:a16="http://schemas.microsoft.com/office/drawing/2014/main" id="{E79CFAEE-EBD5-46D1-6C59-7D25FC5EA562}"/>
                </a:ext>
              </a:extLst>
            </p:cNvPr>
            <p:cNvSpPr/>
            <p:nvPr>
              <p:custDataLst>
                <p:tags r:id="rId46"/>
              </p:custDataLst>
            </p:nvPr>
          </p:nvSpPr>
          <p:spPr>
            <a:xfrm flipV="1">
              <a:off x="11711118" y="-9799525"/>
              <a:ext cx="59798" cy="88104"/>
            </a:xfrm>
            <a:custGeom>
              <a:avLst/>
              <a:gdLst>
                <a:gd name="csX0" fmla="*/ 59799 w 59798"/>
                <a:gd name="csY0" fmla="*/ 42262 h 88104"/>
                <a:gd name="csX1" fmla="*/ 52194 w 59798"/>
                <a:gd name="csY1" fmla="*/ 75626 h 88104"/>
                <a:gd name="csX2" fmla="*/ 29899 w 59798"/>
                <a:gd name="csY2" fmla="*/ 86701 h 88104"/>
                <a:gd name="csX3" fmla="*/ 0 w 59798"/>
                <a:gd name="csY3" fmla="*/ 42262 h 88104"/>
                <a:gd name="csX4" fmla="*/ 29899 w 59798"/>
                <a:gd name="csY4" fmla="*/ -1403 h 88104"/>
                <a:gd name="csX5" fmla="*/ 59799 w 59798"/>
                <a:gd name="csY5" fmla="*/ 42262 h 88104"/>
                <a:gd name="csX6" fmla="*/ 29899 w 59798"/>
                <a:gd name="csY6" fmla="*/ 2204 h 88104"/>
                <a:gd name="csX7" fmla="*/ 13529 w 59798"/>
                <a:gd name="csY7" fmla="*/ 16240 h 88104"/>
                <a:gd name="csX8" fmla="*/ 11727 w 59798"/>
                <a:gd name="csY8" fmla="*/ 43936 h 88104"/>
                <a:gd name="csX9" fmla="*/ 13662 w 59798"/>
                <a:gd name="csY9" fmla="*/ 70218 h 88104"/>
                <a:gd name="csX10" fmla="*/ 29899 w 59798"/>
                <a:gd name="csY10" fmla="*/ 83100 h 88104"/>
                <a:gd name="csX11" fmla="*/ 45883 w 59798"/>
                <a:gd name="csY11" fmla="*/ 71372 h 88104"/>
                <a:gd name="csX12" fmla="*/ 48071 w 59798"/>
                <a:gd name="csY12" fmla="*/ 43936 h 88104"/>
                <a:gd name="csX13" fmla="*/ 46397 w 59798"/>
                <a:gd name="csY13" fmla="*/ 16759 h 88104"/>
                <a:gd name="csX14" fmla="*/ 29899 w 59798"/>
                <a:gd name="csY14" fmla="*/ 2204 h 881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9798" h="88104">
                  <a:moveTo>
                    <a:pt x="59799" y="42262"/>
                  </a:moveTo>
                  <a:cubicBezTo>
                    <a:pt x="59799" y="56430"/>
                    <a:pt x="58124" y="66611"/>
                    <a:pt x="52194" y="75626"/>
                  </a:cubicBezTo>
                  <a:cubicBezTo>
                    <a:pt x="48198" y="81553"/>
                    <a:pt x="40207" y="86701"/>
                    <a:pt x="29899" y="86701"/>
                  </a:cubicBezTo>
                  <a:cubicBezTo>
                    <a:pt x="0" y="86701"/>
                    <a:pt x="0" y="51537"/>
                    <a:pt x="0" y="42262"/>
                  </a:cubicBezTo>
                  <a:cubicBezTo>
                    <a:pt x="0" y="32988"/>
                    <a:pt x="0" y="-1403"/>
                    <a:pt x="29899" y="-1403"/>
                  </a:cubicBezTo>
                  <a:cubicBezTo>
                    <a:pt x="59799" y="-1403"/>
                    <a:pt x="59799" y="32988"/>
                    <a:pt x="59799" y="42262"/>
                  </a:cubicBezTo>
                  <a:close/>
                  <a:moveTo>
                    <a:pt x="29899" y="2204"/>
                  </a:moveTo>
                  <a:cubicBezTo>
                    <a:pt x="23969" y="2204"/>
                    <a:pt x="16110" y="5678"/>
                    <a:pt x="13529" y="16240"/>
                  </a:cubicBezTo>
                  <a:cubicBezTo>
                    <a:pt x="11727" y="23841"/>
                    <a:pt x="11727" y="34408"/>
                    <a:pt x="11727" y="43936"/>
                  </a:cubicBezTo>
                  <a:cubicBezTo>
                    <a:pt x="11727" y="53343"/>
                    <a:pt x="11727" y="63131"/>
                    <a:pt x="13662" y="70218"/>
                  </a:cubicBezTo>
                  <a:cubicBezTo>
                    <a:pt x="16364" y="80393"/>
                    <a:pt x="24616" y="83100"/>
                    <a:pt x="29899" y="83100"/>
                  </a:cubicBezTo>
                  <a:cubicBezTo>
                    <a:pt x="36858" y="83100"/>
                    <a:pt x="43561" y="78847"/>
                    <a:pt x="45883" y="71372"/>
                  </a:cubicBezTo>
                  <a:cubicBezTo>
                    <a:pt x="47944" y="64419"/>
                    <a:pt x="48071" y="55144"/>
                    <a:pt x="48071" y="43936"/>
                  </a:cubicBezTo>
                  <a:cubicBezTo>
                    <a:pt x="48071" y="34408"/>
                    <a:pt x="48071" y="24873"/>
                    <a:pt x="46397" y="16759"/>
                  </a:cubicBezTo>
                  <a:cubicBezTo>
                    <a:pt x="43816" y="5038"/>
                    <a:pt x="35056" y="2204"/>
                    <a:pt x="29899" y="2204"/>
                  </a:cubicBezTo>
                  <a:close/>
                </a:path>
              </a:pathLst>
            </a:custGeom>
            <a:solidFill>
              <a:srgbClr val="000000"/>
            </a:solidFill>
            <a:ln w="27807" cap="flat">
              <a:noFill/>
              <a:prstDash val="solid"/>
              <a:miter/>
            </a:ln>
          </p:spPr>
          <p:txBody>
            <a:bodyPr/>
            <a:lstStyle/>
            <a:p>
              <a:endParaRPr lang="en-GB"/>
            </a:p>
          </p:txBody>
        </p:sp>
        <p:sp>
          <p:nvSpPr>
            <p:cNvPr id="449" name="Freeform: Shape 448">
              <a:extLst>
                <a:ext uri="{FF2B5EF4-FFF2-40B4-BE49-F238E27FC236}">
                  <a16:creationId xmlns:a16="http://schemas.microsoft.com/office/drawing/2014/main" id="{32D8988D-FC2A-0477-D01E-D01884557EB5}"/>
                </a:ext>
              </a:extLst>
            </p:cNvPr>
            <p:cNvSpPr/>
            <p:nvPr>
              <p:custDataLst>
                <p:tags r:id="rId47"/>
              </p:custDataLst>
            </p:nvPr>
          </p:nvSpPr>
          <p:spPr>
            <a:xfrm flipV="1">
              <a:off x="11792226" y="-9728809"/>
              <a:ext cx="14822" cy="14814"/>
            </a:xfrm>
            <a:custGeom>
              <a:avLst/>
              <a:gdLst>
                <a:gd name="csX0" fmla="*/ 14823 w 14822"/>
                <a:gd name="csY0" fmla="*/ 5942 h 14814"/>
                <a:gd name="csX1" fmla="*/ 7472 w 14822"/>
                <a:gd name="csY1" fmla="*/ 13415 h 14814"/>
                <a:gd name="csX2" fmla="*/ 0 w 14822"/>
                <a:gd name="csY2" fmla="*/ 6075 h 14814"/>
                <a:gd name="csX3" fmla="*/ 7345 w 14822"/>
                <a:gd name="csY3" fmla="*/ -1399 h 14814"/>
                <a:gd name="csX4" fmla="*/ 14823 w 14822"/>
                <a:gd name="csY4" fmla="*/ 5942 h 14814"/>
              </a:gdLst>
              <a:ahLst/>
              <a:cxnLst>
                <a:cxn ang="0">
                  <a:pos x="csX0" y="csY0"/>
                </a:cxn>
                <a:cxn ang="0">
                  <a:pos x="csX1" y="csY1"/>
                </a:cxn>
                <a:cxn ang="0">
                  <a:pos x="csX2" y="csY2"/>
                </a:cxn>
                <a:cxn ang="0">
                  <a:pos x="csX3" y="csY3"/>
                </a:cxn>
                <a:cxn ang="0">
                  <a:pos x="csX4" y="csY4"/>
                </a:cxn>
              </a:cxnLst>
              <a:rect l="l" t="t" r="r" b="b"/>
              <a:pathLst>
                <a:path w="14822" h="14814">
                  <a:moveTo>
                    <a:pt x="14823" y="5942"/>
                  </a:moveTo>
                  <a:cubicBezTo>
                    <a:pt x="14823" y="10583"/>
                    <a:pt x="10954" y="13415"/>
                    <a:pt x="7472" y="13415"/>
                  </a:cubicBezTo>
                  <a:cubicBezTo>
                    <a:pt x="3222" y="13415"/>
                    <a:pt x="0" y="9936"/>
                    <a:pt x="0" y="6075"/>
                  </a:cubicBezTo>
                  <a:cubicBezTo>
                    <a:pt x="0" y="1434"/>
                    <a:pt x="3863" y="-1399"/>
                    <a:pt x="7345" y="-1399"/>
                  </a:cubicBezTo>
                  <a:cubicBezTo>
                    <a:pt x="11601" y="-1399"/>
                    <a:pt x="14823" y="2081"/>
                    <a:pt x="14823" y="5942"/>
                  </a:cubicBezTo>
                  <a:close/>
                </a:path>
              </a:pathLst>
            </a:custGeom>
            <a:solidFill>
              <a:srgbClr val="000000"/>
            </a:solidFill>
            <a:ln w="27807" cap="flat">
              <a:noFill/>
              <a:prstDash val="solid"/>
              <a:miter/>
            </a:ln>
          </p:spPr>
          <p:txBody>
            <a:bodyPr/>
            <a:lstStyle/>
            <a:p>
              <a:endParaRPr lang="en-GB"/>
            </a:p>
          </p:txBody>
        </p:sp>
        <p:sp>
          <p:nvSpPr>
            <p:cNvPr id="450" name="Freeform: Shape 449">
              <a:extLst>
                <a:ext uri="{FF2B5EF4-FFF2-40B4-BE49-F238E27FC236}">
                  <a16:creationId xmlns:a16="http://schemas.microsoft.com/office/drawing/2014/main" id="{3A5C06D5-568B-E893-F119-4371E3C274A7}"/>
                </a:ext>
              </a:extLst>
            </p:cNvPr>
            <p:cNvSpPr/>
            <p:nvPr>
              <p:custDataLst>
                <p:tags r:id="rId48"/>
              </p:custDataLst>
            </p:nvPr>
          </p:nvSpPr>
          <p:spPr>
            <a:xfrm flipV="1">
              <a:off x="11828466" y="-9800817"/>
              <a:ext cx="207862" cy="89397"/>
            </a:xfrm>
            <a:custGeom>
              <a:avLst/>
              <a:gdLst>
                <a:gd name="csX0" fmla="*/ 38798 w 207862"/>
                <a:gd name="csY0" fmla="*/ 47675 h 89397"/>
                <a:gd name="csX1" fmla="*/ 55295 w 207862"/>
                <a:gd name="csY1" fmla="*/ 67512 h 89397"/>
                <a:gd name="csX2" fmla="*/ 29773 w 207862"/>
                <a:gd name="csY2" fmla="*/ 86701 h 89397"/>
                <a:gd name="csX3" fmla="*/ 3996 w 207862"/>
                <a:gd name="csY3" fmla="*/ 65192 h 89397"/>
                <a:gd name="csX4" fmla="*/ 9153 w 207862"/>
                <a:gd name="csY4" fmla="*/ 52183 h 89397"/>
                <a:gd name="csX5" fmla="*/ 19980 w 207862"/>
                <a:gd name="csY5" fmla="*/ 44455 h 89397"/>
                <a:gd name="csX6" fmla="*/ 0 w 207862"/>
                <a:gd name="csY6" fmla="*/ 20879 h 89397"/>
                <a:gd name="csX7" fmla="*/ 29518 w 207862"/>
                <a:gd name="csY7" fmla="*/ -1403 h 89397"/>
                <a:gd name="csX8" fmla="*/ 59286 w 207862"/>
                <a:gd name="csY8" fmla="*/ 22940 h 89397"/>
                <a:gd name="csX9" fmla="*/ 46784 w 207862"/>
                <a:gd name="csY9" fmla="*/ 43036 h 89397"/>
                <a:gd name="csX10" fmla="*/ 38798 w 207862"/>
                <a:gd name="csY10" fmla="*/ 47675 h 89397"/>
                <a:gd name="csX11" fmla="*/ 17785 w 207862"/>
                <a:gd name="csY11" fmla="*/ 59911 h 89397"/>
                <a:gd name="csX12" fmla="*/ 10827 w 207862"/>
                <a:gd name="csY12" fmla="*/ 70085 h 89397"/>
                <a:gd name="csX13" fmla="*/ 29518 w 207862"/>
                <a:gd name="csY13" fmla="*/ 82967 h 89397"/>
                <a:gd name="csX14" fmla="*/ 48464 w 207862"/>
                <a:gd name="csY14" fmla="*/ 67512 h 89397"/>
                <a:gd name="csX15" fmla="*/ 34802 w 207862"/>
                <a:gd name="csY15" fmla="*/ 50250 h 89397"/>
                <a:gd name="csX16" fmla="*/ 33382 w 207862"/>
                <a:gd name="csY16" fmla="*/ 50896 h 89397"/>
                <a:gd name="csX17" fmla="*/ 17785 w 207862"/>
                <a:gd name="csY17" fmla="*/ 59911 h 89397"/>
                <a:gd name="csX18" fmla="*/ 24102 w 207862"/>
                <a:gd name="csY18" fmla="*/ 42002 h 89397"/>
                <a:gd name="csX19" fmla="*/ 41760 w 207862"/>
                <a:gd name="csY19" fmla="*/ 31828 h 89397"/>
                <a:gd name="csX20" fmla="*/ 51553 w 207862"/>
                <a:gd name="csY20" fmla="*/ 18432 h 89397"/>
                <a:gd name="csX21" fmla="*/ 29773 w 207862"/>
                <a:gd name="csY21" fmla="*/ 2718 h 89397"/>
                <a:gd name="csX22" fmla="*/ 7732 w 207862"/>
                <a:gd name="csY22" fmla="*/ 20879 h 89397"/>
                <a:gd name="csX23" fmla="*/ 24102 w 207862"/>
                <a:gd name="csY23" fmla="*/ 42002 h 89397"/>
                <a:gd name="csX24" fmla="*/ 132866 w 207862"/>
                <a:gd name="csY24" fmla="*/ 42262 h 89397"/>
                <a:gd name="csX25" fmla="*/ 125261 w 207862"/>
                <a:gd name="csY25" fmla="*/ 75626 h 89397"/>
                <a:gd name="csX26" fmla="*/ 102966 w 207862"/>
                <a:gd name="csY26" fmla="*/ 86701 h 89397"/>
                <a:gd name="csX27" fmla="*/ 73067 w 207862"/>
                <a:gd name="csY27" fmla="*/ 42262 h 89397"/>
                <a:gd name="csX28" fmla="*/ 102966 w 207862"/>
                <a:gd name="csY28" fmla="*/ -1403 h 89397"/>
                <a:gd name="csX29" fmla="*/ 132866 w 207862"/>
                <a:gd name="csY29" fmla="*/ 42262 h 89397"/>
                <a:gd name="csX30" fmla="*/ 102966 w 207862"/>
                <a:gd name="csY30" fmla="*/ 2204 h 89397"/>
                <a:gd name="csX31" fmla="*/ 86596 w 207862"/>
                <a:gd name="csY31" fmla="*/ 16240 h 89397"/>
                <a:gd name="csX32" fmla="*/ 84795 w 207862"/>
                <a:gd name="csY32" fmla="*/ 43936 h 89397"/>
                <a:gd name="csX33" fmla="*/ 86730 w 207862"/>
                <a:gd name="csY33" fmla="*/ 70218 h 89397"/>
                <a:gd name="csX34" fmla="*/ 102966 w 207862"/>
                <a:gd name="csY34" fmla="*/ 83100 h 89397"/>
                <a:gd name="csX35" fmla="*/ 118950 w 207862"/>
                <a:gd name="csY35" fmla="*/ 71372 h 89397"/>
                <a:gd name="csX36" fmla="*/ 121139 w 207862"/>
                <a:gd name="csY36" fmla="*/ 43936 h 89397"/>
                <a:gd name="csX37" fmla="*/ 119464 w 207862"/>
                <a:gd name="csY37" fmla="*/ 16759 h 89397"/>
                <a:gd name="csX38" fmla="*/ 102966 w 207862"/>
                <a:gd name="csY38" fmla="*/ 2204 h 89397"/>
                <a:gd name="csX39" fmla="*/ 207863 w 207862"/>
                <a:gd name="csY39" fmla="*/ 22294 h 89397"/>
                <a:gd name="csX40" fmla="*/ 207863 w 207862"/>
                <a:gd name="csY40" fmla="*/ 26934 h 89397"/>
                <a:gd name="csX41" fmla="*/ 193559 w 207862"/>
                <a:gd name="csY41" fmla="*/ 26934 h 89397"/>
                <a:gd name="csX42" fmla="*/ 193559 w 207862"/>
                <a:gd name="csY42" fmla="*/ 84387 h 89397"/>
                <a:gd name="csX43" fmla="*/ 190725 w 207862"/>
                <a:gd name="csY43" fmla="*/ 87994 h 89397"/>
                <a:gd name="csX44" fmla="*/ 187369 w 207862"/>
                <a:gd name="csY44" fmla="*/ 86187 h 89397"/>
                <a:gd name="csX45" fmla="*/ 144708 w 207862"/>
                <a:gd name="csY45" fmla="*/ 26934 h 89397"/>
                <a:gd name="csX46" fmla="*/ 144708 w 207862"/>
                <a:gd name="csY46" fmla="*/ 22294 h 89397"/>
                <a:gd name="csX47" fmla="*/ 182606 w 207862"/>
                <a:gd name="csY47" fmla="*/ 22294 h 89397"/>
                <a:gd name="csX48" fmla="*/ 182606 w 207862"/>
                <a:gd name="csY48" fmla="*/ 11732 h 89397"/>
                <a:gd name="csX49" fmla="*/ 172165 w 207862"/>
                <a:gd name="csY49" fmla="*/ 5811 h 89397"/>
                <a:gd name="csX50" fmla="*/ 168683 w 207862"/>
                <a:gd name="csY50" fmla="*/ 5811 h 89397"/>
                <a:gd name="csX51" fmla="*/ 168683 w 207862"/>
                <a:gd name="csY51" fmla="*/ 1170 h 89397"/>
                <a:gd name="csX52" fmla="*/ 188016 w 207862"/>
                <a:gd name="csY52" fmla="*/ 1684 h 89397"/>
                <a:gd name="csX53" fmla="*/ 207475 w 207862"/>
                <a:gd name="csY53" fmla="*/ 1170 h 89397"/>
                <a:gd name="csX54" fmla="*/ 207475 w 207862"/>
                <a:gd name="csY54" fmla="*/ 5811 h 89397"/>
                <a:gd name="csX55" fmla="*/ 203999 w 207862"/>
                <a:gd name="csY55" fmla="*/ 5811 h 89397"/>
                <a:gd name="csX56" fmla="*/ 193559 w 207862"/>
                <a:gd name="csY56" fmla="*/ 11732 h 89397"/>
                <a:gd name="csX57" fmla="*/ 193559 w 207862"/>
                <a:gd name="csY57" fmla="*/ 22294 h 89397"/>
                <a:gd name="csX58" fmla="*/ 207863 w 207862"/>
                <a:gd name="csY58" fmla="*/ 22294 h 89397"/>
                <a:gd name="csX59" fmla="*/ 183505 w 207862"/>
                <a:gd name="csY59" fmla="*/ 74079 h 89397"/>
                <a:gd name="csX60" fmla="*/ 183505 w 207862"/>
                <a:gd name="csY60" fmla="*/ 26934 h 89397"/>
                <a:gd name="csX61" fmla="*/ 149478 w 207862"/>
                <a:gd name="csY61" fmla="*/ 26934 h 89397"/>
                <a:gd name="csX62" fmla="*/ 183505 w 207862"/>
                <a:gd name="csY62" fmla="*/ 74079 h 89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207862" h="89397">
                  <a:moveTo>
                    <a:pt x="38798" y="47675"/>
                  </a:moveTo>
                  <a:cubicBezTo>
                    <a:pt x="48851" y="52569"/>
                    <a:pt x="55295" y="58624"/>
                    <a:pt x="55295" y="67512"/>
                  </a:cubicBezTo>
                  <a:cubicBezTo>
                    <a:pt x="55295" y="80007"/>
                    <a:pt x="42274" y="86701"/>
                    <a:pt x="29773" y="86701"/>
                  </a:cubicBezTo>
                  <a:cubicBezTo>
                    <a:pt x="15597" y="86701"/>
                    <a:pt x="3996" y="77426"/>
                    <a:pt x="3996" y="65192"/>
                  </a:cubicBezTo>
                  <a:cubicBezTo>
                    <a:pt x="3996" y="59138"/>
                    <a:pt x="6831" y="54757"/>
                    <a:pt x="9153" y="52183"/>
                  </a:cubicBezTo>
                  <a:cubicBezTo>
                    <a:pt x="11474" y="49476"/>
                    <a:pt x="12375" y="48962"/>
                    <a:pt x="19980" y="44455"/>
                  </a:cubicBezTo>
                  <a:cubicBezTo>
                    <a:pt x="12762" y="41362"/>
                    <a:pt x="0" y="34408"/>
                    <a:pt x="0" y="20879"/>
                  </a:cubicBezTo>
                  <a:cubicBezTo>
                    <a:pt x="0" y="6579"/>
                    <a:pt x="14823" y="-1403"/>
                    <a:pt x="29518" y="-1403"/>
                  </a:cubicBezTo>
                  <a:cubicBezTo>
                    <a:pt x="45883" y="-1403"/>
                    <a:pt x="59286" y="9031"/>
                    <a:pt x="59286" y="22940"/>
                  </a:cubicBezTo>
                  <a:cubicBezTo>
                    <a:pt x="59286" y="31441"/>
                    <a:pt x="54262" y="38655"/>
                    <a:pt x="46784" y="43036"/>
                  </a:cubicBezTo>
                  <a:cubicBezTo>
                    <a:pt x="45109" y="44068"/>
                    <a:pt x="40600" y="46643"/>
                    <a:pt x="38798" y="47675"/>
                  </a:cubicBezTo>
                  <a:close/>
                  <a:moveTo>
                    <a:pt x="17785" y="59911"/>
                  </a:moveTo>
                  <a:cubicBezTo>
                    <a:pt x="14436" y="61844"/>
                    <a:pt x="10827" y="65318"/>
                    <a:pt x="10827" y="70085"/>
                  </a:cubicBezTo>
                  <a:cubicBezTo>
                    <a:pt x="10827" y="78200"/>
                    <a:pt x="20240" y="82967"/>
                    <a:pt x="29518" y="82967"/>
                  </a:cubicBezTo>
                  <a:cubicBezTo>
                    <a:pt x="39572" y="82967"/>
                    <a:pt x="48464" y="76659"/>
                    <a:pt x="48464" y="67512"/>
                  </a:cubicBezTo>
                  <a:cubicBezTo>
                    <a:pt x="48464" y="56043"/>
                    <a:pt x="35057" y="50250"/>
                    <a:pt x="34802" y="50250"/>
                  </a:cubicBezTo>
                  <a:cubicBezTo>
                    <a:pt x="34542" y="50250"/>
                    <a:pt x="34282" y="50377"/>
                    <a:pt x="33382" y="50896"/>
                  </a:cubicBezTo>
                  <a:lnTo>
                    <a:pt x="17785" y="59911"/>
                  </a:lnTo>
                  <a:close/>
                  <a:moveTo>
                    <a:pt x="24102" y="42002"/>
                  </a:moveTo>
                  <a:lnTo>
                    <a:pt x="41760" y="31828"/>
                  </a:lnTo>
                  <a:cubicBezTo>
                    <a:pt x="45109" y="29895"/>
                    <a:pt x="51553" y="26033"/>
                    <a:pt x="51553" y="18432"/>
                  </a:cubicBezTo>
                  <a:cubicBezTo>
                    <a:pt x="51553" y="8771"/>
                    <a:pt x="40860" y="2718"/>
                    <a:pt x="29773" y="2718"/>
                  </a:cubicBezTo>
                  <a:cubicBezTo>
                    <a:pt x="17918" y="2718"/>
                    <a:pt x="7732" y="10319"/>
                    <a:pt x="7732" y="20879"/>
                  </a:cubicBezTo>
                  <a:cubicBezTo>
                    <a:pt x="7732" y="30413"/>
                    <a:pt x="14823" y="37755"/>
                    <a:pt x="24102" y="42002"/>
                  </a:cubicBezTo>
                  <a:close/>
                  <a:moveTo>
                    <a:pt x="132866" y="42262"/>
                  </a:moveTo>
                  <a:cubicBezTo>
                    <a:pt x="132866" y="56430"/>
                    <a:pt x="131192" y="66611"/>
                    <a:pt x="125261" y="75626"/>
                  </a:cubicBezTo>
                  <a:cubicBezTo>
                    <a:pt x="121266" y="81553"/>
                    <a:pt x="113274" y="86701"/>
                    <a:pt x="102966" y="86701"/>
                  </a:cubicBezTo>
                  <a:cubicBezTo>
                    <a:pt x="73067" y="86701"/>
                    <a:pt x="73067" y="51537"/>
                    <a:pt x="73067" y="42262"/>
                  </a:cubicBezTo>
                  <a:cubicBezTo>
                    <a:pt x="73067" y="32988"/>
                    <a:pt x="73067" y="-1403"/>
                    <a:pt x="102966" y="-1403"/>
                  </a:cubicBezTo>
                  <a:cubicBezTo>
                    <a:pt x="132866" y="-1403"/>
                    <a:pt x="132866" y="32988"/>
                    <a:pt x="132866" y="42262"/>
                  </a:cubicBezTo>
                  <a:close/>
                  <a:moveTo>
                    <a:pt x="102966" y="2204"/>
                  </a:moveTo>
                  <a:cubicBezTo>
                    <a:pt x="97037" y="2204"/>
                    <a:pt x="89177" y="5678"/>
                    <a:pt x="86596" y="16240"/>
                  </a:cubicBezTo>
                  <a:cubicBezTo>
                    <a:pt x="84795" y="23840"/>
                    <a:pt x="84795" y="34408"/>
                    <a:pt x="84795" y="43936"/>
                  </a:cubicBezTo>
                  <a:cubicBezTo>
                    <a:pt x="84795" y="53343"/>
                    <a:pt x="84795" y="63131"/>
                    <a:pt x="86730" y="70218"/>
                  </a:cubicBezTo>
                  <a:cubicBezTo>
                    <a:pt x="89432" y="80393"/>
                    <a:pt x="97683" y="83100"/>
                    <a:pt x="102966" y="83100"/>
                  </a:cubicBezTo>
                  <a:cubicBezTo>
                    <a:pt x="109925" y="83100"/>
                    <a:pt x="116629" y="78847"/>
                    <a:pt x="118950" y="71372"/>
                  </a:cubicBezTo>
                  <a:cubicBezTo>
                    <a:pt x="121011" y="64419"/>
                    <a:pt x="121139" y="55144"/>
                    <a:pt x="121139" y="43936"/>
                  </a:cubicBezTo>
                  <a:cubicBezTo>
                    <a:pt x="121139" y="34408"/>
                    <a:pt x="121139" y="24873"/>
                    <a:pt x="119464" y="16759"/>
                  </a:cubicBezTo>
                  <a:cubicBezTo>
                    <a:pt x="116883" y="5038"/>
                    <a:pt x="108123" y="2204"/>
                    <a:pt x="102966" y="2204"/>
                  </a:cubicBezTo>
                  <a:close/>
                  <a:moveTo>
                    <a:pt x="207863" y="22294"/>
                  </a:moveTo>
                  <a:lnTo>
                    <a:pt x="207863" y="26934"/>
                  </a:lnTo>
                  <a:lnTo>
                    <a:pt x="193559" y="26934"/>
                  </a:lnTo>
                  <a:lnTo>
                    <a:pt x="193559" y="84387"/>
                  </a:lnTo>
                  <a:cubicBezTo>
                    <a:pt x="193559" y="87088"/>
                    <a:pt x="193559" y="87994"/>
                    <a:pt x="190725" y="87994"/>
                  </a:cubicBezTo>
                  <a:cubicBezTo>
                    <a:pt x="189176" y="87994"/>
                    <a:pt x="188662" y="87994"/>
                    <a:pt x="187369" y="86187"/>
                  </a:cubicBezTo>
                  <a:lnTo>
                    <a:pt x="144708" y="26934"/>
                  </a:lnTo>
                  <a:lnTo>
                    <a:pt x="144708" y="22294"/>
                  </a:lnTo>
                  <a:lnTo>
                    <a:pt x="182606" y="22294"/>
                  </a:lnTo>
                  <a:lnTo>
                    <a:pt x="182606" y="11732"/>
                  </a:lnTo>
                  <a:cubicBezTo>
                    <a:pt x="182606" y="7352"/>
                    <a:pt x="182606" y="5811"/>
                    <a:pt x="172165" y="5811"/>
                  </a:cubicBezTo>
                  <a:lnTo>
                    <a:pt x="168683" y="5811"/>
                  </a:lnTo>
                  <a:lnTo>
                    <a:pt x="168683" y="1170"/>
                  </a:lnTo>
                  <a:cubicBezTo>
                    <a:pt x="175127" y="1431"/>
                    <a:pt x="183372" y="1684"/>
                    <a:pt x="188016" y="1684"/>
                  </a:cubicBezTo>
                  <a:cubicBezTo>
                    <a:pt x="192785" y="1684"/>
                    <a:pt x="201032" y="1431"/>
                    <a:pt x="207475" y="1170"/>
                  </a:cubicBezTo>
                  <a:lnTo>
                    <a:pt x="207475" y="5811"/>
                  </a:lnTo>
                  <a:lnTo>
                    <a:pt x="203999" y="5811"/>
                  </a:lnTo>
                  <a:cubicBezTo>
                    <a:pt x="193559" y="5811"/>
                    <a:pt x="193559" y="7352"/>
                    <a:pt x="193559" y="11732"/>
                  </a:cubicBezTo>
                  <a:lnTo>
                    <a:pt x="193559" y="22294"/>
                  </a:lnTo>
                  <a:lnTo>
                    <a:pt x="207863" y="22294"/>
                  </a:lnTo>
                  <a:close/>
                  <a:moveTo>
                    <a:pt x="183505" y="74079"/>
                  </a:moveTo>
                  <a:lnTo>
                    <a:pt x="183505" y="26934"/>
                  </a:lnTo>
                  <a:lnTo>
                    <a:pt x="149478" y="26934"/>
                  </a:lnTo>
                  <a:lnTo>
                    <a:pt x="183505" y="74079"/>
                  </a:lnTo>
                  <a:close/>
                </a:path>
              </a:pathLst>
            </a:custGeom>
            <a:solidFill>
              <a:srgbClr val="000000"/>
            </a:solidFill>
            <a:ln w="27807" cap="flat">
              <a:noFill/>
              <a:prstDash val="solid"/>
              <a:miter/>
            </a:ln>
          </p:spPr>
          <p:txBody>
            <a:bodyPr/>
            <a:lstStyle/>
            <a:p>
              <a:endParaRPr lang="en-GB"/>
            </a:p>
          </p:txBody>
        </p:sp>
        <p:sp>
          <p:nvSpPr>
            <p:cNvPr id="451" name="Freeform: Shape 450">
              <a:extLst>
                <a:ext uri="{FF2B5EF4-FFF2-40B4-BE49-F238E27FC236}">
                  <a16:creationId xmlns:a16="http://schemas.microsoft.com/office/drawing/2014/main" id="{B9A41579-FE75-95E4-773D-23A27D78E08F}"/>
                </a:ext>
              </a:extLst>
            </p:cNvPr>
            <p:cNvSpPr/>
            <p:nvPr>
              <p:custDataLst>
                <p:tags r:id="rId49"/>
              </p:custDataLst>
            </p:nvPr>
          </p:nvSpPr>
          <p:spPr>
            <a:xfrm flipV="1">
              <a:off x="12112124" y="-9726871"/>
              <a:ext cx="122767" cy="78552"/>
            </a:xfrm>
            <a:custGeom>
              <a:avLst/>
              <a:gdLst>
                <a:gd name="csX0" fmla="*/ 122768 w 122767"/>
                <a:gd name="csY0" fmla="*/ 71455 h 78552"/>
                <a:gd name="csX1" fmla="*/ 120193 w 122767"/>
                <a:gd name="csY1" fmla="*/ 76973 h 78552"/>
                <a:gd name="csX2" fmla="*/ 117617 w 122767"/>
                <a:gd name="csY2" fmla="*/ 72009 h 78552"/>
                <a:gd name="csX3" fmla="*/ 92031 w 122767"/>
                <a:gd name="csY3" fmla="*/ 51770 h 78552"/>
                <a:gd name="csX4" fmla="*/ 62582 w 122767"/>
                <a:gd name="csY4" fmla="*/ 63912 h 78552"/>
                <a:gd name="csX5" fmla="*/ 30737 w 122767"/>
                <a:gd name="csY5" fmla="*/ 77157 h 78552"/>
                <a:gd name="csX6" fmla="*/ 0 w 122767"/>
                <a:gd name="csY6" fmla="*/ 47170 h 78552"/>
                <a:gd name="csX7" fmla="*/ 2575 w 122767"/>
                <a:gd name="csY7" fmla="*/ 41652 h 78552"/>
                <a:gd name="csX8" fmla="*/ 5156 w 122767"/>
                <a:gd name="csY8" fmla="*/ 45882 h 78552"/>
                <a:gd name="csX9" fmla="*/ 30737 w 122767"/>
                <a:gd name="csY9" fmla="*/ 66855 h 78552"/>
                <a:gd name="csX10" fmla="*/ 60192 w 122767"/>
                <a:gd name="csY10" fmla="*/ 54713 h 78552"/>
                <a:gd name="csX11" fmla="*/ 92031 w 122767"/>
                <a:gd name="csY11" fmla="*/ 41467 h 78552"/>
                <a:gd name="csX12" fmla="*/ 122768 w 122767"/>
                <a:gd name="csY12" fmla="*/ 71455 h 78552"/>
                <a:gd name="csX13" fmla="*/ 122768 w 122767"/>
                <a:gd name="csY13" fmla="*/ 28407 h 78552"/>
                <a:gd name="csX14" fmla="*/ 120193 w 122767"/>
                <a:gd name="csY14" fmla="*/ 34109 h 78552"/>
                <a:gd name="csX15" fmla="*/ 117617 w 122767"/>
                <a:gd name="csY15" fmla="*/ 29140 h 78552"/>
                <a:gd name="csX16" fmla="*/ 92031 w 122767"/>
                <a:gd name="csY16" fmla="*/ 8906 h 78552"/>
                <a:gd name="csX17" fmla="*/ 62582 w 122767"/>
                <a:gd name="csY17" fmla="*/ 21049 h 78552"/>
                <a:gd name="csX18" fmla="*/ 30737 w 122767"/>
                <a:gd name="csY18" fmla="*/ 34294 h 78552"/>
                <a:gd name="csX19" fmla="*/ 0 w 122767"/>
                <a:gd name="csY19" fmla="*/ 4307 h 78552"/>
                <a:gd name="csX20" fmla="*/ 2575 w 122767"/>
                <a:gd name="csY20" fmla="*/ -1211 h 78552"/>
                <a:gd name="csX21" fmla="*/ 5156 w 122767"/>
                <a:gd name="csY21" fmla="*/ 3020 h 78552"/>
                <a:gd name="csX22" fmla="*/ 30737 w 122767"/>
                <a:gd name="csY22" fmla="*/ 23992 h 78552"/>
                <a:gd name="csX23" fmla="*/ 60192 w 122767"/>
                <a:gd name="csY23" fmla="*/ 11850 h 78552"/>
                <a:gd name="csX24" fmla="*/ 92031 w 122767"/>
                <a:gd name="csY24" fmla="*/ -1396 h 78552"/>
                <a:gd name="csX25" fmla="*/ 122768 w 122767"/>
                <a:gd name="csY25" fmla="*/ 28407 h 785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22767" h="78552">
                  <a:moveTo>
                    <a:pt x="122768" y="71455"/>
                  </a:moveTo>
                  <a:cubicBezTo>
                    <a:pt x="122768" y="75316"/>
                    <a:pt x="121480" y="76973"/>
                    <a:pt x="120193" y="76973"/>
                  </a:cubicBezTo>
                  <a:cubicBezTo>
                    <a:pt x="119459" y="76973"/>
                    <a:pt x="117802" y="76239"/>
                    <a:pt x="117617" y="72009"/>
                  </a:cubicBezTo>
                  <a:cubicBezTo>
                    <a:pt x="116878" y="59312"/>
                    <a:pt x="103996" y="51770"/>
                    <a:pt x="92031" y="51770"/>
                  </a:cubicBezTo>
                  <a:cubicBezTo>
                    <a:pt x="81354" y="51770"/>
                    <a:pt x="72156" y="57471"/>
                    <a:pt x="62582" y="63912"/>
                  </a:cubicBezTo>
                  <a:cubicBezTo>
                    <a:pt x="52645" y="70538"/>
                    <a:pt x="42701" y="77157"/>
                    <a:pt x="30737" y="77157"/>
                  </a:cubicBezTo>
                  <a:cubicBezTo>
                    <a:pt x="13622" y="77157"/>
                    <a:pt x="0" y="64097"/>
                    <a:pt x="0" y="47170"/>
                  </a:cubicBezTo>
                  <a:cubicBezTo>
                    <a:pt x="0" y="43124"/>
                    <a:pt x="1472" y="41652"/>
                    <a:pt x="2575" y="41652"/>
                  </a:cubicBezTo>
                  <a:cubicBezTo>
                    <a:pt x="4417" y="41652"/>
                    <a:pt x="5156" y="45150"/>
                    <a:pt x="5156" y="45882"/>
                  </a:cubicBezTo>
                  <a:cubicBezTo>
                    <a:pt x="6074" y="61337"/>
                    <a:pt x="21169" y="66855"/>
                    <a:pt x="30737" y="66855"/>
                  </a:cubicBezTo>
                  <a:cubicBezTo>
                    <a:pt x="41413" y="66855"/>
                    <a:pt x="50618" y="61154"/>
                    <a:pt x="60192" y="54713"/>
                  </a:cubicBezTo>
                  <a:cubicBezTo>
                    <a:pt x="70129" y="48093"/>
                    <a:pt x="80067" y="41467"/>
                    <a:pt x="92031" y="41467"/>
                  </a:cubicBezTo>
                  <a:cubicBezTo>
                    <a:pt x="109152" y="41467"/>
                    <a:pt x="122768" y="54528"/>
                    <a:pt x="122768" y="71455"/>
                  </a:cubicBezTo>
                  <a:close/>
                  <a:moveTo>
                    <a:pt x="122768" y="28407"/>
                  </a:moveTo>
                  <a:cubicBezTo>
                    <a:pt x="122768" y="33740"/>
                    <a:pt x="120562" y="34109"/>
                    <a:pt x="120193" y="34109"/>
                  </a:cubicBezTo>
                  <a:cubicBezTo>
                    <a:pt x="119459" y="34109"/>
                    <a:pt x="117802" y="33191"/>
                    <a:pt x="117617" y="29140"/>
                  </a:cubicBezTo>
                  <a:cubicBezTo>
                    <a:pt x="116878" y="16449"/>
                    <a:pt x="103996" y="8906"/>
                    <a:pt x="92031" y="8906"/>
                  </a:cubicBezTo>
                  <a:cubicBezTo>
                    <a:pt x="81354" y="8906"/>
                    <a:pt x="72156" y="14608"/>
                    <a:pt x="62582" y="21049"/>
                  </a:cubicBezTo>
                  <a:cubicBezTo>
                    <a:pt x="52645" y="27668"/>
                    <a:pt x="42701" y="34294"/>
                    <a:pt x="30737" y="34294"/>
                  </a:cubicBezTo>
                  <a:cubicBezTo>
                    <a:pt x="13622" y="34294"/>
                    <a:pt x="0" y="21234"/>
                    <a:pt x="0" y="4307"/>
                  </a:cubicBezTo>
                  <a:cubicBezTo>
                    <a:pt x="0" y="261"/>
                    <a:pt x="1472" y="-1211"/>
                    <a:pt x="2575" y="-1211"/>
                  </a:cubicBezTo>
                  <a:cubicBezTo>
                    <a:pt x="4417" y="-1211"/>
                    <a:pt x="5156" y="2287"/>
                    <a:pt x="5156" y="3020"/>
                  </a:cubicBezTo>
                  <a:cubicBezTo>
                    <a:pt x="6074" y="18475"/>
                    <a:pt x="21169" y="23992"/>
                    <a:pt x="30737" y="23992"/>
                  </a:cubicBezTo>
                  <a:cubicBezTo>
                    <a:pt x="41413" y="23992"/>
                    <a:pt x="50618" y="18290"/>
                    <a:pt x="60192" y="11850"/>
                  </a:cubicBezTo>
                  <a:cubicBezTo>
                    <a:pt x="70129" y="5230"/>
                    <a:pt x="80067" y="-1396"/>
                    <a:pt x="92031" y="-1396"/>
                  </a:cubicBezTo>
                  <a:cubicBezTo>
                    <a:pt x="109516" y="-1396"/>
                    <a:pt x="122768" y="12219"/>
                    <a:pt x="122768" y="28407"/>
                  </a:cubicBezTo>
                  <a:close/>
                </a:path>
              </a:pathLst>
            </a:custGeom>
            <a:solidFill>
              <a:srgbClr val="000000"/>
            </a:solidFill>
            <a:ln w="27807" cap="flat">
              <a:noFill/>
              <a:prstDash val="solid"/>
              <a:miter/>
            </a:ln>
          </p:spPr>
          <p:txBody>
            <a:bodyPr/>
            <a:lstStyle/>
            <a:p>
              <a:endParaRPr lang="en-GB"/>
            </a:p>
          </p:txBody>
        </p:sp>
        <p:sp>
          <p:nvSpPr>
            <p:cNvPr id="452" name="Freeform: Shape 451">
              <a:extLst>
                <a:ext uri="{FF2B5EF4-FFF2-40B4-BE49-F238E27FC236}">
                  <a16:creationId xmlns:a16="http://schemas.microsoft.com/office/drawing/2014/main" id="{A15775D4-CB23-26CC-7CEF-EC02A8A39CC1}"/>
                </a:ext>
              </a:extLst>
            </p:cNvPr>
            <p:cNvSpPr/>
            <p:nvPr>
              <p:custDataLst>
                <p:tags r:id="rId50"/>
              </p:custDataLst>
            </p:nvPr>
          </p:nvSpPr>
          <p:spPr>
            <a:xfrm flipV="1">
              <a:off x="12305520" y="-9760535"/>
              <a:ext cx="73437" cy="122517"/>
            </a:xfrm>
            <a:custGeom>
              <a:avLst/>
              <a:gdLst>
                <a:gd name="csX0" fmla="*/ 14170 w 73437"/>
                <a:gd name="csY0" fmla="*/ 12765 h 122517"/>
                <a:gd name="csX1" fmla="*/ 33682 w 73437"/>
                <a:gd name="csY1" fmla="*/ 31718 h 122517"/>
                <a:gd name="csX2" fmla="*/ 73438 w 73437"/>
                <a:gd name="csY2" fmla="*/ 85431 h 122517"/>
                <a:gd name="csX3" fmla="*/ 34420 w 73437"/>
                <a:gd name="csY3" fmla="*/ 121121 h 122517"/>
                <a:gd name="csX4" fmla="*/ 0 w 73437"/>
                <a:gd name="csY4" fmla="*/ 87826 h 122517"/>
                <a:gd name="csX5" fmla="*/ 9753 w 73437"/>
                <a:gd name="csY5" fmla="*/ 77525 h 122517"/>
                <a:gd name="csX6" fmla="*/ 19327 w 73437"/>
                <a:gd name="csY6" fmla="*/ 87273 h 122517"/>
                <a:gd name="csX7" fmla="*/ 9568 w 73437"/>
                <a:gd name="csY7" fmla="*/ 96841 h 122517"/>
                <a:gd name="csX8" fmla="*/ 7177 w 73437"/>
                <a:gd name="csY8" fmla="*/ 96657 h 122517"/>
                <a:gd name="csX9" fmla="*/ 32024 w 73437"/>
                <a:gd name="csY9" fmla="*/ 115419 h 122517"/>
                <a:gd name="csX10" fmla="*/ 56692 w 73437"/>
                <a:gd name="csY10" fmla="*/ 85431 h 122517"/>
                <a:gd name="csX11" fmla="*/ 37366 w 73437"/>
                <a:gd name="csY11" fmla="*/ 44779 h 122517"/>
                <a:gd name="csX12" fmla="*/ 2021 w 73437"/>
                <a:gd name="csY12" fmla="*/ 5407 h 122517"/>
                <a:gd name="csX13" fmla="*/ 0 w 73437"/>
                <a:gd name="csY13" fmla="*/ -1397 h 122517"/>
                <a:gd name="csX14" fmla="*/ 68287 w 73437"/>
                <a:gd name="csY14" fmla="*/ -1397 h 122517"/>
                <a:gd name="csX15" fmla="*/ 73438 w 73437"/>
                <a:gd name="csY15" fmla="*/ 30610 h 122517"/>
                <a:gd name="csX16" fmla="*/ 68836 w 73437"/>
                <a:gd name="csY16" fmla="*/ 30610 h 122517"/>
                <a:gd name="csX17" fmla="*/ 64788 w 73437"/>
                <a:gd name="csY17" fmla="*/ 14237 h 122517"/>
                <a:gd name="csX18" fmla="*/ 47303 w 73437"/>
                <a:gd name="csY18" fmla="*/ 12765 h 122517"/>
                <a:gd name="csX19" fmla="*/ 14170 w 73437"/>
                <a:gd name="csY19" fmla="*/ 12765 h 1225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73437" h="122517">
                  <a:moveTo>
                    <a:pt x="14170" y="12765"/>
                  </a:moveTo>
                  <a:lnTo>
                    <a:pt x="33682" y="31718"/>
                  </a:lnTo>
                  <a:cubicBezTo>
                    <a:pt x="62397" y="57106"/>
                    <a:pt x="73438" y="67039"/>
                    <a:pt x="73438" y="85431"/>
                  </a:cubicBezTo>
                  <a:cubicBezTo>
                    <a:pt x="73438" y="106404"/>
                    <a:pt x="56872" y="121121"/>
                    <a:pt x="34420" y="121121"/>
                  </a:cubicBezTo>
                  <a:cubicBezTo>
                    <a:pt x="13622" y="121121"/>
                    <a:pt x="0" y="104200"/>
                    <a:pt x="0" y="87826"/>
                  </a:cubicBezTo>
                  <a:cubicBezTo>
                    <a:pt x="0" y="77525"/>
                    <a:pt x="9204" y="77525"/>
                    <a:pt x="9753" y="77525"/>
                  </a:cubicBezTo>
                  <a:cubicBezTo>
                    <a:pt x="12882" y="77525"/>
                    <a:pt x="19327" y="79730"/>
                    <a:pt x="19327" y="87273"/>
                  </a:cubicBezTo>
                  <a:cubicBezTo>
                    <a:pt x="19327" y="92057"/>
                    <a:pt x="16012" y="96841"/>
                    <a:pt x="9568" y="96841"/>
                  </a:cubicBezTo>
                  <a:cubicBezTo>
                    <a:pt x="8095" y="96841"/>
                    <a:pt x="7732" y="96841"/>
                    <a:pt x="7177" y="96657"/>
                  </a:cubicBezTo>
                  <a:cubicBezTo>
                    <a:pt x="11410" y="108614"/>
                    <a:pt x="21348" y="115419"/>
                    <a:pt x="32024" y="115419"/>
                  </a:cubicBezTo>
                  <a:cubicBezTo>
                    <a:pt x="48776" y="115419"/>
                    <a:pt x="56692" y="100518"/>
                    <a:pt x="56692" y="85431"/>
                  </a:cubicBezTo>
                  <a:cubicBezTo>
                    <a:pt x="56692" y="70714"/>
                    <a:pt x="47488" y="56183"/>
                    <a:pt x="37366" y="44779"/>
                  </a:cubicBezTo>
                  <a:lnTo>
                    <a:pt x="2021" y="5407"/>
                  </a:lnTo>
                  <a:cubicBezTo>
                    <a:pt x="0" y="3387"/>
                    <a:pt x="0" y="3018"/>
                    <a:pt x="0" y="-1397"/>
                  </a:cubicBezTo>
                  <a:lnTo>
                    <a:pt x="68287" y="-1397"/>
                  </a:lnTo>
                  <a:lnTo>
                    <a:pt x="73438" y="30610"/>
                  </a:lnTo>
                  <a:lnTo>
                    <a:pt x="68836" y="30610"/>
                  </a:lnTo>
                  <a:cubicBezTo>
                    <a:pt x="67918" y="25093"/>
                    <a:pt x="66630" y="17001"/>
                    <a:pt x="64788" y="14237"/>
                  </a:cubicBezTo>
                  <a:cubicBezTo>
                    <a:pt x="63500" y="12765"/>
                    <a:pt x="51351" y="12765"/>
                    <a:pt x="47303" y="12765"/>
                  </a:cubicBezTo>
                  <a:lnTo>
                    <a:pt x="14170" y="12765"/>
                  </a:lnTo>
                  <a:close/>
                </a:path>
              </a:pathLst>
            </a:custGeom>
            <a:solidFill>
              <a:srgbClr val="000000"/>
            </a:solidFill>
            <a:ln w="27807" cap="flat">
              <a:noFill/>
              <a:prstDash val="solid"/>
              <a:miter/>
            </a:ln>
          </p:spPr>
          <p:txBody>
            <a:bodyPr/>
            <a:lstStyle/>
            <a:p>
              <a:endParaRPr lang="en-GB"/>
            </a:p>
          </p:txBody>
        </p:sp>
        <p:sp>
          <p:nvSpPr>
            <p:cNvPr id="453" name="Freeform: Shape 452">
              <a:extLst>
                <a:ext uri="{FF2B5EF4-FFF2-40B4-BE49-F238E27FC236}">
                  <a16:creationId xmlns:a16="http://schemas.microsoft.com/office/drawing/2014/main" id="{3EBB05BA-CCF2-ECCF-7975-712C8CC31843}"/>
                </a:ext>
              </a:extLst>
            </p:cNvPr>
            <p:cNvSpPr/>
            <p:nvPr>
              <p:custDataLst>
                <p:tags r:id="rId51"/>
              </p:custDataLst>
            </p:nvPr>
          </p:nvSpPr>
          <p:spPr>
            <a:xfrm flipV="1">
              <a:off x="12404182" y="-9657518"/>
              <a:ext cx="19511" cy="19500"/>
            </a:xfrm>
            <a:custGeom>
              <a:avLst/>
              <a:gdLst>
                <a:gd name="csX0" fmla="*/ 19512 w 19511"/>
                <a:gd name="csY0" fmla="*/ 8357 h 19500"/>
                <a:gd name="csX1" fmla="*/ 9758 w 19511"/>
                <a:gd name="csY1" fmla="*/ 18109 h 19500"/>
                <a:gd name="csX2" fmla="*/ 0 w 19511"/>
                <a:gd name="csY2" fmla="*/ 8357 h 19500"/>
                <a:gd name="csX3" fmla="*/ 9758 w 19511"/>
                <a:gd name="csY3" fmla="*/ -1391 h 19500"/>
                <a:gd name="csX4" fmla="*/ 19512 w 19511"/>
                <a:gd name="csY4" fmla="*/ 8357 h 19500"/>
              </a:gdLst>
              <a:ahLst/>
              <a:cxnLst>
                <a:cxn ang="0">
                  <a:pos x="csX0" y="csY0"/>
                </a:cxn>
                <a:cxn ang="0">
                  <a:pos x="csX1" y="csY1"/>
                </a:cxn>
                <a:cxn ang="0">
                  <a:pos x="csX2" y="csY2"/>
                </a:cxn>
                <a:cxn ang="0">
                  <a:pos x="csX3" y="csY3"/>
                </a:cxn>
                <a:cxn ang="0">
                  <a:pos x="csX4" y="csY4"/>
                </a:cxn>
              </a:cxnLst>
              <a:rect l="l" t="t" r="r" b="b"/>
              <a:pathLst>
                <a:path w="19511" h="19500">
                  <a:moveTo>
                    <a:pt x="19512" y="8357"/>
                  </a:moveTo>
                  <a:cubicBezTo>
                    <a:pt x="19512" y="13695"/>
                    <a:pt x="15094" y="18109"/>
                    <a:pt x="9758" y="18109"/>
                  </a:cubicBezTo>
                  <a:cubicBezTo>
                    <a:pt x="4417" y="18109"/>
                    <a:pt x="0" y="13695"/>
                    <a:pt x="0" y="8357"/>
                  </a:cubicBezTo>
                  <a:cubicBezTo>
                    <a:pt x="0" y="3024"/>
                    <a:pt x="4417" y="-1391"/>
                    <a:pt x="9758" y="-1391"/>
                  </a:cubicBezTo>
                  <a:cubicBezTo>
                    <a:pt x="15094" y="-1391"/>
                    <a:pt x="19512" y="3024"/>
                    <a:pt x="19512" y="8357"/>
                  </a:cubicBezTo>
                  <a:close/>
                </a:path>
              </a:pathLst>
            </a:custGeom>
            <a:solidFill>
              <a:srgbClr val="000000"/>
            </a:solidFill>
            <a:ln w="27807" cap="flat">
              <a:noFill/>
              <a:prstDash val="solid"/>
              <a:miter/>
            </a:ln>
          </p:spPr>
          <p:txBody>
            <a:bodyPr/>
            <a:lstStyle/>
            <a:p>
              <a:endParaRPr lang="en-GB"/>
            </a:p>
          </p:txBody>
        </p:sp>
        <p:sp>
          <p:nvSpPr>
            <p:cNvPr id="454" name="Freeform: Shape 453">
              <a:extLst>
                <a:ext uri="{FF2B5EF4-FFF2-40B4-BE49-F238E27FC236}">
                  <a16:creationId xmlns:a16="http://schemas.microsoft.com/office/drawing/2014/main" id="{90BDB0BE-B013-674F-2DA6-111BF96440DE}"/>
                </a:ext>
              </a:extLst>
            </p:cNvPr>
            <p:cNvSpPr/>
            <p:nvPr>
              <p:custDataLst>
                <p:tags r:id="rId52"/>
              </p:custDataLst>
            </p:nvPr>
          </p:nvSpPr>
          <p:spPr>
            <a:xfrm flipV="1">
              <a:off x="12448687" y="-9762561"/>
              <a:ext cx="349567" cy="128589"/>
            </a:xfrm>
            <a:custGeom>
              <a:avLst/>
              <a:gdLst>
                <a:gd name="csX0" fmla="*/ 14170 w 349567"/>
                <a:gd name="csY0" fmla="*/ 16811 h 128589"/>
                <a:gd name="csX1" fmla="*/ 33681 w 349567"/>
                <a:gd name="csY1" fmla="*/ 35763 h 128589"/>
                <a:gd name="csX2" fmla="*/ 73438 w 349567"/>
                <a:gd name="csY2" fmla="*/ 89477 h 128589"/>
                <a:gd name="csX3" fmla="*/ 34420 w 349567"/>
                <a:gd name="csY3" fmla="*/ 125166 h 128589"/>
                <a:gd name="csX4" fmla="*/ 0 w 349567"/>
                <a:gd name="csY4" fmla="*/ 91872 h 128589"/>
                <a:gd name="csX5" fmla="*/ 9753 w 349567"/>
                <a:gd name="csY5" fmla="*/ 81571 h 128589"/>
                <a:gd name="csX6" fmla="*/ 19327 w 349567"/>
                <a:gd name="csY6" fmla="*/ 91319 h 128589"/>
                <a:gd name="csX7" fmla="*/ 9568 w 349567"/>
                <a:gd name="csY7" fmla="*/ 100886 h 128589"/>
                <a:gd name="csX8" fmla="*/ 7177 w 349567"/>
                <a:gd name="csY8" fmla="*/ 100703 h 128589"/>
                <a:gd name="csX9" fmla="*/ 32024 w 349567"/>
                <a:gd name="csY9" fmla="*/ 119465 h 128589"/>
                <a:gd name="csX10" fmla="*/ 56692 w 349567"/>
                <a:gd name="csY10" fmla="*/ 89477 h 128589"/>
                <a:gd name="csX11" fmla="*/ 37365 w 349567"/>
                <a:gd name="csY11" fmla="*/ 48824 h 128589"/>
                <a:gd name="csX12" fmla="*/ 2021 w 349567"/>
                <a:gd name="csY12" fmla="*/ 9452 h 128589"/>
                <a:gd name="csX13" fmla="*/ 0 w 349567"/>
                <a:gd name="csY13" fmla="*/ 2649 h 128589"/>
                <a:gd name="csX14" fmla="*/ 68287 w 349567"/>
                <a:gd name="csY14" fmla="*/ 2649 h 128589"/>
                <a:gd name="csX15" fmla="*/ 73438 w 349567"/>
                <a:gd name="csY15" fmla="*/ 34655 h 128589"/>
                <a:gd name="csX16" fmla="*/ 68836 w 349567"/>
                <a:gd name="csY16" fmla="*/ 34655 h 128589"/>
                <a:gd name="csX17" fmla="*/ 64788 w 349567"/>
                <a:gd name="csY17" fmla="*/ 18283 h 128589"/>
                <a:gd name="csX18" fmla="*/ 47303 w 349567"/>
                <a:gd name="csY18" fmla="*/ 16811 h 128589"/>
                <a:gd name="csX19" fmla="*/ 14170 w 349567"/>
                <a:gd name="csY19" fmla="*/ 16811 h 128589"/>
                <a:gd name="csX20" fmla="*/ 136216 w 349567"/>
                <a:gd name="csY20" fmla="*/ 67402 h 128589"/>
                <a:gd name="csX21" fmla="*/ 161987 w 349567"/>
                <a:gd name="csY21" fmla="*/ 99778 h 128589"/>
                <a:gd name="csX22" fmla="*/ 128115 w 349567"/>
                <a:gd name="csY22" fmla="*/ 125166 h 128589"/>
                <a:gd name="csX23" fmla="*/ 95536 w 349567"/>
                <a:gd name="csY23" fmla="*/ 100148 h 128589"/>
                <a:gd name="csX24" fmla="*/ 104925 w 349567"/>
                <a:gd name="csY24" fmla="*/ 90585 h 128589"/>
                <a:gd name="csX25" fmla="*/ 114314 w 349567"/>
                <a:gd name="csY25" fmla="*/ 99963 h 128589"/>
                <a:gd name="csX26" fmla="*/ 102898 w 349567"/>
                <a:gd name="csY26" fmla="*/ 109163 h 128589"/>
                <a:gd name="csX27" fmla="*/ 127382 w 349567"/>
                <a:gd name="csY27" fmla="*/ 120567 h 128589"/>
                <a:gd name="csX28" fmla="*/ 145051 w 349567"/>
                <a:gd name="csY28" fmla="*/ 99963 h 128589"/>
                <a:gd name="csX29" fmla="*/ 139900 w 349567"/>
                <a:gd name="csY29" fmla="*/ 78990 h 128589"/>
                <a:gd name="csX30" fmla="*/ 123518 w 349567"/>
                <a:gd name="csY30" fmla="*/ 69427 h 128589"/>
                <a:gd name="csX31" fmla="*/ 116335 w 349567"/>
                <a:gd name="csY31" fmla="*/ 68874 h 128589"/>
                <a:gd name="csX32" fmla="*/ 113575 w 349567"/>
                <a:gd name="csY32" fmla="*/ 66669 h 128589"/>
                <a:gd name="csX33" fmla="*/ 117993 w 349567"/>
                <a:gd name="csY33" fmla="*/ 64643 h 128589"/>
                <a:gd name="csX34" fmla="*/ 126094 w 349567"/>
                <a:gd name="csY34" fmla="*/ 64643 h 128589"/>
                <a:gd name="csX35" fmla="*/ 147996 w 349567"/>
                <a:gd name="csY35" fmla="*/ 34108 h 128589"/>
                <a:gd name="csX36" fmla="*/ 127197 w 349567"/>
                <a:gd name="csY36" fmla="*/ 3751 h 128589"/>
                <a:gd name="csX37" fmla="*/ 99036 w 349567"/>
                <a:gd name="csY37" fmla="*/ 17735 h 128589"/>
                <a:gd name="csX38" fmla="*/ 111185 w 349567"/>
                <a:gd name="csY38" fmla="*/ 27852 h 128589"/>
                <a:gd name="csX39" fmla="*/ 100877 w 349567"/>
                <a:gd name="csY39" fmla="*/ 38153 h 128589"/>
                <a:gd name="csX40" fmla="*/ 90570 w 349567"/>
                <a:gd name="csY40" fmla="*/ 27482 h 128589"/>
                <a:gd name="csX41" fmla="*/ 127751 w 349567"/>
                <a:gd name="csY41" fmla="*/ -1397 h 128589"/>
                <a:gd name="csX42" fmla="*/ 166953 w 349567"/>
                <a:gd name="csY42" fmla="*/ 34108 h 128589"/>
                <a:gd name="csX43" fmla="*/ 136216 w 349567"/>
                <a:gd name="csY43" fmla="*/ 67402 h 128589"/>
                <a:gd name="csX44" fmla="*/ 228999 w 349567"/>
                <a:gd name="csY44" fmla="*/ 33005 h 128589"/>
                <a:gd name="csX45" fmla="*/ 228999 w 349567"/>
                <a:gd name="csY45" fmla="*/ 16996 h 128589"/>
                <a:gd name="csX46" fmla="*/ 215008 w 349567"/>
                <a:gd name="csY46" fmla="*/ 8350 h 128589"/>
                <a:gd name="csX47" fmla="*/ 211144 w 349567"/>
                <a:gd name="csY47" fmla="*/ 8350 h 128589"/>
                <a:gd name="csX48" fmla="*/ 211144 w 349567"/>
                <a:gd name="csY48" fmla="*/ 2649 h 128589"/>
                <a:gd name="csX49" fmla="*/ 235991 w 349567"/>
                <a:gd name="csY49" fmla="*/ 3202 h 128589"/>
                <a:gd name="csX50" fmla="*/ 261023 w 349567"/>
                <a:gd name="csY50" fmla="*/ 2649 h 128589"/>
                <a:gd name="csX51" fmla="*/ 261023 w 349567"/>
                <a:gd name="csY51" fmla="*/ 8350 h 128589"/>
                <a:gd name="csX52" fmla="*/ 257159 w 349567"/>
                <a:gd name="csY52" fmla="*/ 8350 h 128589"/>
                <a:gd name="csX53" fmla="*/ 243168 w 349567"/>
                <a:gd name="csY53" fmla="*/ 16996 h 128589"/>
                <a:gd name="csX54" fmla="*/ 243168 w 349567"/>
                <a:gd name="csY54" fmla="*/ 33005 h 128589"/>
                <a:gd name="csX55" fmla="*/ 261578 w 349567"/>
                <a:gd name="csY55" fmla="*/ 33005 h 128589"/>
                <a:gd name="csX56" fmla="*/ 261578 w 349567"/>
                <a:gd name="csY56" fmla="*/ 38708 h 128589"/>
                <a:gd name="csX57" fmla="*/ 243168 w 349567"/>
                <a:gd name="csY57" fmla="*/ 38708 h 128589"/>
                <a:gd name="csX58" fmla="*/ 243168 w 349567"/>
                <a:gd name="csY58" fmla="*/ 122408 h 128589"/>
                <a:gd name="csX59" fmla="*/ 240225 w 349567"/>
                <a:gd name="csY59" fmla="*/ 127193 h 128589"/>
                <a:gd name="csX60" fmla="*/ 236540 w 349567"/>
                <a:gd name="csY60" fmla="*/ 124982 h 128589"/>
                <a:gd name="csX61" fmla="*/ 180039 w 349567"/>
                <a:gd name="csY61" fmla="*/ 38708 h 128589"/>
                <a:gd name="csX62" fmla="*/ 180039 w 349567"/>
                <a:gd name="csY62" fmla="*/ 33005 h 128589"/>
                <a:gd name="csX63" fmla="*/ 228999 w 349567"/>
                <a:gd name="csY63" fmla="*/ 33005 h 128589"/>
                <a:gd name="csX64" fmla="*/ 230101 w 349567"/>
                <a:gd name="csY64" fmla="*/ 38708 h 128589"/>
                <a:gd name="csX65" fmla="*/ 185188 w 349567"/>
                <a:gd name="csY65" fmla="*/ 38708 h 128589"/>
                <a:gd name="csX66" fmla="*/ 230101 w 349567"/>
                <a:gd name="csY66" fmla="*/ 107321 h 128589"/>
                <a:gd name="csX67" fmla="*/ 230101 w 349567"/>
                <a:gd name="csY67" fmla="*/ 38708 h 128589"/>
                <a:gd name="csX68" fmla="*/ 349567 w 349567"/>
                <a:gd name="csY68" fmla="*/ 39625 h 128589"/>
                <a:gd name="csX69" fmla="*/ 314598 w 349567"/>
                <a:gd name="csY69" fmla="*/ 79914 h 128589"/>
                <a:gd name="csX70" fmla="*/ 291223 w 349567"/>
                <a:gd name="csY70" fmla="*/ 70530 h 128589"/>
                <a:gd name="csX71" fmla="*/ 291223 w 349567"/>
                <a:gd name="csY71" fmla="*/ 106404 h 128589"/>
                <a:gd name="csX72" fmla="*/ 306865 w 349567"/>
                <a:gd name="csY72" fmla="*/ 104015 h 128589"/>
                <a:gd name="csX73" fmla="*/ 342389 w 349567"/>
                <a:gd name="csY73" fmla="*/ 123146 h 128589"/>
                <a:gd name="csX74" fmla="*/ 340547 w 349567"/>
                <a:gd name="csY74" fmla="*/ 125166 h 128589"/>
                <a:gd name="csX75" fmla="*/ 339074 w 349567"/>
                <a:gd name="csY75" fmla="*/ 124618 h 128589"/>
                <a:gd name="csX76" fmla="*/ 314044 w 349567"/>
                <a:gd name="csY76" fmla="*/ 119280 h 128589"/>
                <a:gd name="csX77" fmla="*/ 289566 w 349567"/>
                <a:gd name="csY77" fmla="*/ 124433 h 128589"/>
                <a:gd name="csX78" fmla="*/ 287355 w 349567"/>
                <a:gd name="csY78" fmla="*/ 124982 h 128589"/>
                <a:gd name="csX79" fmla="*/ 285512 w 349567"/>
                <a:gd name="csY79" fmla="*/ 120567 h 128589"/>
                <a:gd name="csX80" fmla="*/ 285512 w 349567"/>
                <a:gd name="csY80" fmla="*/ 66116 h 128589"/>
                <a:gd name="csX81" fmla="*/ 288093 w 349567"/>
                <a:gd name="csY81" fmla="*/ 61331 h 128589"/>
                <a:gd name="csX82" fmla="*/ 290485 w 349567"/>
                <a:gd name="csY82" fmla="*/ 62986 h 128589"/>
                <a:gd name="csX83" fmla="*/ 314228 w 349567"/>
                <a:gd name="csY83" fmla="*/ 75868 h 128589"/>
                <a:gd name="csX84" fmla="*/ 329875 w 349567"/>
                <a:gd name="csY84" fmla="*/ 64095 h 128589"/>
                <a:gd name="csX85" fmla="*/ 333185 w 349567"/>
                <a:gd name="csY85" fmla="*/ 40911 h 128589"/>
                <a:gd name="csX86" fmla="*/ 328767 w 349567"/>
                <a:gd name="csY86" fmla="*/ 15708 h 128589"/>
                <a:gd name="csX87" fmla="*/ 309077 w 349567"/>
                <a:gd name="csY87" fmla="*/ 3751 h 128589"/>
                <a:gd name="csX88" fmla="*/ 282018 w 349567"/>
                <a:gd name="csY88" fmla="*/ 24354 h 128589"/>
                <a:gd name="csX89" fmla="*/ 285148 w 349567"/>
                <a:gd name="csY89" fmla="*/ 23991 h 128589"/>
                <a:gd name="csX90" fmla="*/ 294352 w 349567"/>
                <a:gd name="csY90" fmla="*/ 33005 h 128589"/>
                <a:gd name="csX91" fmla="*/ 285148 w 349567"/>
                <a:gd name="csY91" fmla="*/ 42014 h 128589"/>
                <a:gd name="csX92" fmla="*/ 276129 w 349567"/>
                <a:gd name="csY92" fmla="*/ 32267 h 128589"/>
                <a:gd name="csX93" fmla="*/ 309441 w 349567"/>
                <a:gd name="csY93" fmla="*/ -1397 h 128589"/>
                <a:gd name="csX94" fmla="*/ 349567 w 349567"/>
                <a:gd name="csY94" fmla="*/ 39625 h 128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Lst>
              <a:rect l="l" t="t" r="r" b="b"/>
              <a:pathLst>
                <a:path w="349567" h="128589">
                  <a:moveTo>
                    <a:pt x="14170" y="16811"/>
                  </a:moveTo>
                  <a:lnTo>
                    <a:pt x="33681" y="35763"/>
                  </a:lnTo>
                  <a:cubicBezTo>
                    <a:pt x="62397" y="61151"/>
                    <a:pt x="73438" y="71084"/>
                    <a:pt x="73438" y="89477"/>
                  </a:cubicBezTo>
                  <a:cubicBezTo>
                    <a:pt x="73438" y="110449"/>
                    <a:pt x="56871" y="125166"/>
                    <a:pt x="34420" y="125166"/>
                  </a:cubicBezTo>
                  <a:cubicBezTo>
                    <a:pt x="13622" y="125166"/>
                    <a:pt x="0" y="108246"/>
                    <a:pt x="0" y="91872"/>
                  </a:cubicBezTo>
                  <a:cubicBezTo>
                    <a:pt x="0" y="81571"/>
                    <a:pt x="9204" y="81571"/>
                    <a:pt x="9753" y="81571"/>
                  </a:cubicBezTo>
                  <a:cubicBezTo>
                    <a:pt x="12882" y="81571"/>
                    <a:pt x="19327" y="83775"/>
                    <a:pt x="19327" y="91319"/>
                  </a:cubicBezTo>
                  <a:cubicBezTo>
                    <a:pt x="19327" y="96102"/>
                    <a:pt x="16012" y="100886"/>
                    <a:pt x="9568" y="100886"/>
                  </a:cubicBezTo>
                  <a:cubicBezTo>
                    <a:pt x="8095" y="100886"/>
                    <a:pt x="7732" y="100886"/>
                    <a:pt x="7177" y="100703"/>
                  </a:cubicBezTo>
                  <a:cubicBezTo>
                    <a:pt x="11410" y="112660"/>
                    <a:pt x="21348" y="119465"/>
                    <a:pt x="32024" y="119465"/>
                  </a:cubicBezTo>
                  <a:cubicBezTo>
                    <a:pt x="48776" y="119465"/>
                    <a:pt x="56692" y="104563"/>
                    <a:pt x="56692" y="89477"/>
                  </a:cubicBezTo>
                  <a:cubicBezTo>
                    <a:pt x="56692" y="74760"/>
                    <a:pt x="47488" y="60228"/>
                    <a:pt x="37365" y="48824"/>
                  </a:cubicBezTo>
                  <a:lnTo>
                    <a:pt x="2021" y="9452"/>
                  </a:lnTo>
                  <a:cubicBezTo>
                    <a:pt x="0" y="7432"/>
                    <a:pt x="0" y="7064"/>
                    <a:pt x="0" y="2649"/>
                  </a:cubicBezTo>
                  <a:lnTo>
                    <a:pt x="68287" y="2649"/>
                  </a:lnTo>
                  <a:lnTo>
                    <a:pt x="73438" y="34655"/>
                  </a:lnTo>
                  <a:lnTo>
                    <a:pt x="68836" y="34655"/>
                  </a:lnTo>
                  <a:cubicBezTo>
                    <a:pt x="67917" y="29139"/>
                    <a:pt x="66630" y="21047"/>
                    <a:pt x="64788" y="18283"/>
                  </a:cubicBezTo>
                  <a:cubicBezTo>
                    <a:pt x="63500" y="16811"/>
                    <a:pt x="51351" y="16811"/>
                    <a:pt x="47303" y="16811"/>
                  </a:cubicBezTo>
                  <a:lnTo>
                    <a:pt x="14170" y="16811"/>
                  </a:lnTo>
                  <a:close/>
                  <a:moveTo>
                    <a:pt x="136216" y="67402"/>
                  </a:moveTo>
                  <a:cubicBezTo>
                    <a:pt x="151311" y="72372"/>
                    <a:pt x="161987" y="85246"/>
                    <a:pt x="161987" y="99778"/>
                  </a:cubicBezTo>
                  <a:cubicBezTo>
                    <a:pt x="161987" y="114865"/>
                    <a:pt x="145790" y="125166"/>
                    <a:pt x="128115" y="125166"/>
                  </a:cubicBezTo>
                  <a:cubicBezTo>
                    <a:pt x="109527" y="125166"/>
                    <a:pt x="95536" y="114132"/>
                    <a:pt x="95536" y="100148"/>
                  </a:cubicBezTo>
                  <a:cubicBezTo>
                    <a:pt x="95536" y="94077"/>
                    <a:pt x="99590" y="90585"/>
                    <a:pt x="104925" y="90585"/>
                  </a:cubicBezTo>
                  <a:cubicBezTo>
                    <a:pt x="110630" y="90585"/>
                    <a:pt x="114314" y="94630"/>
                    <a:pt x="114314" y="99963"/>
                  </a:cubicBezTo>
                  <a:cubicBezTo>
                    <a:pt x="114314" y="109163"/>
                    <a:pt x="105664" y="109163"/>
                    <a:pt x="102898" y="109163"/>
                  </a:cubicBezTo>
                  <a:cubicBezTo>
                    <a:pt x="108609" y="118178"/>
                    <a:pt x="120753" y="120567"/>
                    <a:pt x="127382" y="120567"/>
                  </a:cubicBezTo>
                  <a:cubicBezTo>
                    <a:pt x="134928" y="120567"/>
                    <a:pt x="145051" y="116522"/>
                    <a:pt x="145051" y="99963"/>
                  </a:cubicBezTo>
                  <a:cubicBezTo>
                    <a:pt x="145051" y="97759"/>
                    <a:pt x="144682" y="87088"/>
                    <a:pt x="139900" y="78990"/>
                  </a:cubicBezTo>
                  <a:cubicBezTo>
                    <a:pt x="134374" y="70161"/>
                    <a:pt x="128115" y="69612"/>
                    <a:pt x="123518" y="69427"/>
                  </a:cubicBezTo>
                  <a:cubicBezTo>
                    <a:pt x="122046" y="69242"/>
                    <a:pt x="117628" y="68874"/>
                    <a:pt x="116335" y="68874"/>
                  </a:cubicBezTo>
                  <a:cubicBezTo>
                    <a:pt x="114863" y="68689"/>
                    <a:pt x="113575" y="68510"/>
                    <a:pt x="113575" y="66669"/>
                  </a:cubicBezTo>
                  <a:cubicBezTo>
                    <a:pt x="113575" y="64643"/>
                    <a:pt x="114863" y="64643"/>
                    <a:pt x="117993" y="64643"/>
                  </a:cubicBezTo>
                  <a:lnTo>
                    <a:pt x="126094" y="64643"/>
                  </a:lnTo>
                  <a:cubicBezTo>
                    <a:pt x="141188" y="64643"/>
                    <a:pt x="147996" y="52137"/>
                    <a:pt x="147996" y="34108"/>
                  </a:cubicBezTo>
                  <a:cubicBezTo>
                    <a:pt x="147996" y="9089"/>
                    <a:pt x="135298" y="3751"/>
                    <a:pt x="127197" y="3751"/>
                  </a:cubicBezTo>
                  <a:cubicBezTo>
                    <a:pt x="119280" y="3751"/>
                    <a:pt x="105479" y="6879"/>
                    <a:pt x="99036" y="17735"/>
                  </a:cubicBezTo>
                  <a:cubicBezTo>
                    <a:pt x="105479" y="16811"/>
                    <a:pt x="111185" y="20863"/>
                    <a:pt x="111185" y="27852"/>
                  </a:cubicBezTo>
                  <a:cubicBezTo>
                    <a:pt x="111185" y="34477"/>
                    <a:pt x="106213" y="38153"/>
                    <a:pt x="100877" y="38153"/>
                  </a:cubicBezTo>
                  <a:cubicBezTo>
                    <a:pt x="96460" y="38153"/>
                    <a:pt x="90570" y="35580"/>
                    <a:pt x="90570" y="27482"/>
                  </a:cubicBezTo>
                  <a:cubicBezTo>
                    <a:pt x="90570" y="10745"/>
                    <a:pt x="107685" y="-1397"/>
                    <a:pt x="127751" y="-1397"/>
                  </a:cubicBezTo>
                  <a:cubicBezTo>
                    <a:pt x="150208" y="-1397"/>
                    <a:pt x="166953" y="15340"/>
                    <a:pt x="166953" y="34108"/>
                  </a:cubicBezTo>
                  <a:cubicBezTo>
                    <a:pt x="166953" y="49194"/>
                    <a:pt x="155358" y="63541"/>
                    <a:pt x="136216" y="67402"/>
                  </a:cubicBezTo>
                  <a:close/>
                  <a:moveTo>
                    <a:pt x="228999" y="33005"/>
                  </a:moveTo>
                  <a:lnTo>
                    <a:pt x="228999" y="16996"/>
                  </a:lnTo>
                  <a:cubicBezTo>
                    <a:pt x="228999" y="10377"/>
                    <a:pt x="228630" y="8350"/>
                    <a:pt x="215008" y="8350"/>
                  </a:cubicBezTo>
                  <a:lnTo>
                    <a:pt x="211144" y="8350"/>
                  </a:lnTo>
                  <a:lnTo>
                    <a:pt x="211144" y="2649"/>
                  </a:lnTo>
                  <a:cubicBezTo>
                    <a:pt x="218685" y="3202"/>
                    <a:pt x="228260" y="3202"/>
                    <a:pt x="235991" y="3202"/>
                  </a:cubicBezTo>
                  <a:cubicBezTo>
                    <a:pt x="243723" y="3202"/>
                    <a:pt x="253475" y="3202"/>
                    <a:pt x="261023" y="2649"/>
                  </a:cubicBezTo>
                  <a:lnTo>
                    <a:pt x="261023" y="8350"/>
                  </a:lnTo>
                  <a:lnTo>
                    <a:pt x="257159" y="8350"/>
                  </a:lnTo>
                  <a:cubicBezTo>
                    <a:pt x="243538" y="8350"/>
                    <a:pt x="243168" y="10377"/>
                    <a:pt x="243168" y="16996"/>
                  </a:cubicBezTo>
                  <a:lnTo>
                    <a:pt x="243168" y="33005"/>
                  </a:lnTo>
                  <a:lnTo>
                    <a:pt x="261578" y="33005"/>
                  </a:lnTo>
                  <a:lnTo>
                    <a:pt x="261578" y="38708"/>
                  </a:lnTo>
                  <a:lnTo>
                    <a:pt x="243168" y="38708"/>
                  </a:lnTo>
                  <a:lnTo>
                    <a:pt x="243168" y="122408"/>
                  </a:lnTo>
                  <a:cubicBezTo>
                    <a:pt x="243168" y="126090"/>
                    <a:pt x="243168" y="127193"/>
                    <a:pt x="240225" y="127193"/>
                  </a:cubicBezTo>
                  <a:cubicBezTo>
                    <a:pt x="238567" y="127193"/>
                    <a:pt x="238013" y="127193"/>
                    <a:pt x="236540" y="124982"/>
                  </a:cubicBezTo>
                  <a:lnTo>
                    <a:pt x="180039" y="38708"/>
                  </a:lnTo>
                  <a:lnTo>
                    <a:pt x="180039" y="33005"/>
                  </a:lnTo>
                  <a:lnTo>
                    <a:pt x="228999" y="33005"/>
                  </a:lnTo>
                  <a:close/>
                  <a:moveTo>
                    <a:pt x="230101" y="38708"/>
                  </a:moveTo>
                  <a:lnTo>
                    <a:pt x="185188" y="38708"/>
                  </a:lnTo>
                  <a:lnTo>
                    <a:pt x="230101" y="107321"/>
                  </a:lnTo>
                  <a:lnTo>
                    <a:pt x="230101" y="38708"/>
                  </a:lnTo>
                  <a:close/>
                  <a:moveTo>
                    <a:pt x="349567" y="39625"/>
                  </a:moveTo>
                  <a:cubicBezTo>
                    <a:pt x="349567" y="61515"/>
                    <a:pt x="334473" y="79914"/>
                    <a:pt x="314598" y="79914"/>
                  </a:cubicBezTo>
                  <a:cubicBezTo>
                    <a:pt x="305762" y="79914"/>
                    <a:pt x="297846" y="76971"/>
                    <a:pt x="291223" y="70530"/>
                  </a:cubicBezTo>
                  <a:lnTo>
                    <a:pt x="291223" y="106404"/>
                  </a:lnTo>
                  <a:cubicBezTo>
                    <a:pt x="294901" y="105302"/>
                    <a:pt x="300976" y="104015"/>
                    <a:pt x="306865" y="104015"/>
                  </a:cubicBezTo>
                  <a:cubicBezTo>
                    <a:pt x="329506" y="104015"/>
                    <a:pt x="342389" y="120752"/>
                    <a:pt x="342389" y="123146"/>
                  </a:cubicBezTo>
                  <a:cubicBezTo>
                    <a:pt x="342389" y="124249"/>
                    <a:pt x="341835" y="125166"/>
                    <a:pt x="340547" y="125166"/>
                  </a:cubicBezTo>
                  <a:cubicBezTo>
                    <a:pt x="340362" y="125166"/>
                    <a:pt x="339998" y="125166"/>
                    <a:pt x="339074" y="124618"/>
                  </a:cubicBezTo>
                  <a:cubicBezTo>
                    <a:pt x="335397" y="122961"/>
                    <a:pt x="326378" y="119280"/>
                    <a:pt x="314044" y="119280"/>
                  </a:cubicBezTo>
                  <a:cubicBezTo>
                    <a:pt x="306681" y="119280"/>
                    <a:pt x="298216" y="120567"/>
                    <a:pt x="289566" y="124433"/>
                  </a:cubicBezTo>
                  <a:cubicBezTo>
                    <a:pt x="288093" y="124982"/>
                    <a:pt x="287724" y="124982"/>
                    <a:pt x="287355" y="124982"/>
                  </a:cubicBezTo>
                  <a:cubicBezTo>
                    <a:pt x="285512" y="124982"/>
                    <a:pt x="285512" y="123510"/>
                    <a:pt x="285512" y="120567"/>
                  </a:cubicBezTo>
                  <a:lnTo>
                    <a:pt x="285512" y="66116"/>
                  </a:lnTo>
                  <a:cubicBezTo>
                    <a:pt x="285512" y="62803"/>
                    <a:pt x="285512" y="61331"/>
                    <a:pt x="288093" y="61331"/>
                  </a:cubicBezTo>
                  <a:cubicBezTo>
                    <a:pt x="289381" y="61331"/>
                    <a:pt x="289751" y="61885"/>
                    <a:pt x="290485" y="62986"/>
                  </a:cubicBezTo>
                  <a:cubicBezTo>
                    <a:pt x="292510" y="65931"/>
                    <a:pt x="299319" y="75868"/>
                    <a:pt x="314228" y="75868"/>
                  </a:cubicBezTo>
                  <a:cubicBezTo>
                    <a:pt x="323802" y="75868"/>
                    <a:pt x="328403" y="67402"/>
                    <a:pt x="329875" y="64095"/>
                  </a:cubicBezTo>
                  <a:cubicBezTo>
                    <a:pt x="332821" y="57285"/>
                    <a:pt x="333185" y="50112"/>
                    <a:pt x="333185" y="40911"/>
                  </a:cubicBezTo>
                  <a:cubicBezTo>
                    <a:pt x="333185" y="34477"/>
                    <a:pt x="333185" y="23436"/>
                    <a:pt x="328767" y="15708"/>
                  </a:cubicBezTo>
                  <a:cubicBezTo>
                    <a:pt x="324351" y="8535"/>
                    <a:pt x="317542" y="3751"/>
                    <a:pt x="309077" y="3751"/>
                  </a:cubicBezTo>
                  <a:cubicBezTo>
                    <a:pt x="295640" y="3751"/>
                    <a:pt x="285148" y="13505"/>
                    <a:pt x="282018" y="24354"/>
                  </a:cubicBezTo>
                  <a:cubicBezTo>
                    <a:pt x="282566" y="24169"/>
                    <a:pt x="283121" y="23991"/>
                    <a:pt x="285148" y="23991"/>
                  </a:cubicBezTo>
                  <a:cubicBezTo>
                    <a:pt x="291223" y="23991"/>
                    <a:pt x="294352" y="28590"/>
                    <a:pt x="294352" y="33005"/>
                  </a:cubicBezTo>
                  <a:cubicBezTo>
                    <a:pt x="294352" y="37420"/>
                    <a:pt x="291223" y="42014"/>
                    <a:pt x="285148" y="42014"/>
                  </a:cubicBezTo>
                  <a:cubicBezTo>
                    <a:pt x="282566" y="42014"/>
                    <a:pt x="276129" y="40728"/>
                    <a:pt x="276129" y="32267"/>
                  </a:cubicBezTo>
                  <a:cubicBezTo>
                    <a:pt x="276129" y="16448"/>
                    <a:pt x="288827" y="-1397"/>
                    <a:pt x="309441" y="-1397"/>
                  </a:cubicBezTo>
                  <a:cubicBezTo>
                    <a:pt x="330794" y="-1397"/>
                    <a:pt x="349567" y="16263"/>
                    <a:pt x="349567" y="39625"/>
                  </a:cubicBezTo>
                  <a:close/>
                </a:path>
              </a:pathLst>
            </a:custGeom>
            <a:solidFill>
              <a:srgbClr val="000000"/>
            </a:solidFill>
            <a:ln w="27807" cap="flat">
              <a:noFill/>
              <a:prstDash val="solid"/>
              <a:miter/>
            </a:ln>
          </p:spPr>
          <p:txBody>
            <a:bodyPr/>
            <a:lstStyle/>
            <a:p>
              <a:endParaRPr lang="en-GB"/>
            </a:p>
          </p:txBody>
        </p:sp>
      </p:grpSp>
      <p:grpSp>
        <p:nvGrpSpPr>
          <p:cNvPr id="494" name="Group 493" descr="\documentclass{article}&#10;\usepackage{amsmath}&#10;\pagestyle{empty}&#10;\begin{document}&#10;&#10;&#10;\[&#10;(2.2345 - 1) \times 100 = 123.45\%&#10;\]&#10;&#10;\end{document}" title="IguanaTex Shape Display">
            <a:extLst>
              <a:ext uri="{FF2B5EF4-FFF2-40B4-BE49-F238E27FC236}">
                <a16:creationId xmlns:a16="http://schemas.microsoft.com/office/drawing/2014/main" id="{AC422867-ED14-E05C-6F76-B6C267633FE0}"/>
              </a:ext>
            </a:extLst>
          </p:cNvPr>
          <p:cNvGrpSpPr>
            <a:grpSpLocks noChangeAspect="1"/>
          </p:cNvGrpSpPr>
          <p:nvPr>
            <p:custDataLst>
              <p:tags r:id="rId5"/>
            </p:custDataLst>
          </p:nvPr>
        </p:nvGrpSpPr>
        <p:grpSpPr>
          <a:xfrm>
            <a:off x="6489700" y="3492500"/>
            <a:ext cx="2354124" cy="183964"/>
            <a:chOff x="10969094" y="-9487085"/>
            <a:chExt cx="2354124" cy="183964"/>
          </a:xfrm>
        </p:grpSpPr>
        <p:sp>
          <p:nvSpPr>
            <p:cNvPr id="483" name="Freeform: Shape 482">
              <a:extLst>
                <a:ext uri="{FF2B5EF4-FFF2-40B4-BE49-F238E27FC236}">
                  <a16:creationId xmlns:a16="http://schemas.microsoft.com/office/drawing/2014/main" id="{BD9C6DD9-961B-5E03-5809-E6BBD5F1F427}"/>
                </a:ext>
              </a:extLst>
            </p:cNvPr>
            <p:cNvSpPr/>
            <p:nvPr>
              <p:custDataLst>
                <p:tags r:id="rId34"/>
              </p:custDataLst>
            </p:nvPr>
          </p:nvSpPr>
          <p:spPr>
            <a:xfrm flipV="1">
              <a:off x="10969094" y="-9487085"/>
              <a:ext cx="135844" cy="183964"/>
            </a:xfrm>
            <a:custGeom>
              <a:avLst/>
              <a:gdLst>
                <a:gd name="csX0" fmla="*/ 42701 w 135844"/>
                <a:gd name="csY0" fmla="*/ 445 h 183964"/>
                <a:gd name="csX1" fmla="*/ 39571 w 135844"/>
                <a:gd name="csY1" fmla="*/ 4491 h 183964"/>
                <a:gd name="csX2" fmla="*/ 10677 w 135844"/>
                <a:gd name="csY2" fmla="*/ 90586 h 183964"/>
                <a:gd name="csX3" fmla="*/ 40310 w 135844"/>
                <a:gd name="csY3" fmla="*/ 177599 h 183964"/>
                <a:gd name="csX4" fmla="*/ 42701 w 135844"/>
                <a:gd name="csY4" fmla="*/ 180727 h 183964"/>
                <a:gd name="csX5" fmla="*/ 40859 w 135844"/>
                <a:gd name="csY5" fmla="*/ 182569 h 183964"/>
                <a:gd name="csX6" fmla="*/ 11595 w 135844"/>
                <a:gd name="csY6" fmla="*/ 146695 h 183964"/>
                <a:gd name="csX7" fmla="*/ 0 w 135844"/>
                <a:gd name="csY7" fmla="*/ 90586 h 183964"/>
                <a:gd name="csX8" fmla="*/ 12149 w 135844"/>
                <a:gd name="csY8" fmla="*/ 33192 h 183964"/>
                <a:gd name="csX9" fmla="*/ 40859 w 135844"/>
                <a:gd name="csY9" fmla="*/ -1395 h 183964"/>
                <a:gd name="csX10" fmla="*/ 42701 w 135844"/>
                <a:gd name="csY10" fmla="*/ 445 h 183964"/>
                <a:gd name="csX11" fmla="*/ 76576 w 135844"/>
                <a:gd name="csY11" fmla="*/ 58758 h 183964"/>
                <a:gd name="csX12" fmla="*/ 96088 w 135844"/>
                <a:gd name="csY12" fmla="*/ 77710 h 183964"/>
                <a:gd name="csX13" fmla="*/ 135844 w 135844"/>
                <a:gd name="csY13" fmla="*/ 131424 h 183964"/>
                <a:gd name="csX14" fmla="*/ 96827 w 135844"/>
                <a:gd name="csY14" fmla="*/ 167113 h 183964"/>
                <a:gd name="csX15" fmla="*/ 62406 w 135844"/>
                <a:gd name="csY15" fmla="*/ 133819 h 183964"/>
                <a:gd name="csX16" fmla="*/ 72159 w 135844"/>
                <a:gd name="csY16" fmla="*/ 123518 h 183964"/>
                <a:gd name="csX17" fmla="*/ 81733 w 135844"/>
                <a:gd name="csY17" fmla="*/ 133266 h 183964"/>
                <a:gd name="csX18" fmla="*/ 71974 w 135844"/>
                <a:gd name="csY18" fmla="*/ 142833 h 183964"/>
                <a:gd name="csX19" fmla="*/ 69584 w 135844"/>
                <a:gd name="csY19" fmla="*/ 142650 h 183964"/>
                <a:gd name="csX20" fmla="*/ 94430 w 135844"/>
                <a:gd name="csY20" fmla="*/ 161412 h 183964"/>
                <a:gd name="csX21" fmla="*/ 119099 w 135844"/>
                <a:gd name="csY21" fmla="*/ 131424 h 183964"/>
                <a:gd name="csX22" fmla="*/ 99772 w 135844"/>
                <a:gd name="csY22" fmla="*/ 90771 h 183964"/>
                <a:gd name="csX23" fmla="*/ 64427 w 135844"/>
                <a:gd name="csY23" fmla="*/ 51399 h 183964"/>
                <a:gd name="csX24" fmla="*/ 62406 w 135844"/>
                <a:gd name="csY24" fmla="*/ 44596 h 183964"/>
                <a:gd name="csX25" fmla="*/ 130694 w 135844"/>
                <a:gd name="csY25" fmla="*/ 44596 h 183964"/>
                <a:gd name="csX26" fmla="*/ 135844 w 135844"/>
                <a:gd name="csY26" fmla="*/ 76602 h 183964"/>
                <a:gd name="csX27" fmla="*/ 131242 w 135844"/>
                <a:gd name="csY27" fmla="*/ 76602 h 183964"/>
                <a:gd name="csX28" fmla="*/ 127194 w 135844"/>
                <a:gd name="csY28" fmla="*/ 60230 h 183964"/>
                <a:gd name="csX29" fmla="*/ 109709 w 135844"/>
                <a:gd name="csY29" fmla="*/ 58758 h 183964"/>
                <a:gd name="csX30" fmla="*/ 76576 w 135844"/>
                <a:gd name="csY30" fmla="*/ 58758 h 1839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35844" h="183964">
                  <a:moveTo>
                    <a:pt x="42701" y="445"/>
                  </a:moveTo>
                  <a:cubicBezTo>
                    <a:pt x="42701" y="993"/>
                    <a:pt x="42701" y="1363"/>
                    <a:pt x="39571" y="4491"/>
                  </a:cubicBezTo>
                  <a:cubicBezTo>
                    <a:pt x="16566" y="27668"/>
                    <a:pt x="10677" y="62440"/>
                    <a:pt x="10677" y="90586"/>
                  </a:cubicBezTo>
                  <a:cubicBezTo>
                    <a:pt x="10677" y="122594"/>
                    <a:pt x="17669" y="154607"/>
                    <a:pt x="40310" y="177599"/>
                  </a:cubicBezTo>
                  <a:cubicBezTo>
                    <a:pt x="42701" y="179810"/>
                    <a:pt x="42701" y="180180"/>
                    <a:pt x="42701" y="180727"/>
                  </a:cubicBezTo>
                  <a:cubicBezTo>
                    <a:pt x="42701" y="182015"/>
                    <a:pt x="41962" y="182569"/>
                    <a:pt x="40859" y="182569"/>
                  </a:cubicBezTo>
                  <a:cubicBezTo>
                    <a:pt x="39017" y="182569"/>
                    <a:pt x="22456" y="170056"/>
                    <a:pt x="11595" y="146695"/>
                  </a:cubicBezTo>
                  <a:cubicBezTo>
                    <a:pt x="2206" y="126461"/>
                    <a:pt x="0" y="106041"/>
                    <a:pt x="0" y="90586"/>
                  </a:cubicBezTo>
                  <a:cubicBezTo>
                    <a:pt x="0" y="76239"/>
                    <a:pt x="2021" y="53979"/>
                    <a:pt x="12149" y="33192"/>
                  </a:cubicBezTo>
                  <a:cubicBezTo>
                    <a:pt x="23190" y="10562"/>
                    <a:pt x="39017" y="-1395"/>
                    <a:pt x="40859" y="-1395"/>
                  </a:cubicBezTo>
                  <a:cubicBezTo>
                    <a:pt x="41962" y="-1395"/>
                    <a:pt x="42701" y="-842"/>
                    <a:pt x="42701" y="445"/>
                  </a:cubicBezTo>
                  <a:close/>
                  <a:moveTo>
                    <a:pt x="76576" y="58758"/>
                  </a:moveTo>
                  <a:lnTo>
                    <a:pt x="96088" y="77710"/>
                  </a:lnTo>
                  <a:cubicBezTo>
                    <a:pt x="124804" y="103098"/>
                    <a:pt x="135844" y="113031"/>
                    <a:pt x="135844" y="131424"/>
                  </a:cubicBezTo>
                  <a:cubicBezTo>
                    <a:pt x="135844" y="152396"/>
                    <a:pt x="119278" y="167113"/>
                    <a:pt x="96827" y="167113"/>
                  </a:cubicBezTo>
                  <a:cubicBezTo>
                    <a:pt x="76028" y="167113"/>
                    <a:pt x="62406" y="150193"/>
                    <a:pt x="62406" y="133819"/>
                  </a:cubicBezTo>
                  <a:cubicBezTo>
                    <a:pt x="62406" y="123518"/>
                    <a:pt x="71610" y="123518"/>
                    <a:pt x="72159" y="123518"/>
                  </a:cubicBezTo>
                  <a:cubicBezTo>
                    <a:pt x="75289" y="123518"/>
                    <a:pt x="81733" y="125722"/>
                    <a:pt x="81733" y="133266"/>
                  </a:cubicBezTo>
                  <a:cubicBezTo>
                    <a:pt x="81733" y="138049"/>
                    <a:pt x="78418" y="142833"/>
                    <a:pt x="71974" y="142833"/>
                  </a:cubicBezTo>
                  <a:cubicBezTo>
                    <a:pt x="70502" y="142833"/>
                    <a:pt x="70138" y="142833"/>
                    <a:pt x="69584" y="142650"/>
                  </a:cubicBezTo>
                  <a:cubicBezTo>
                    <a:pt x="73816" y="154607"/>
                    <a:pt x="83754" y="161412"/>
                    <a:pt x="94430" y="161412"/>
                  </a:cubicBezTo>
                  <a:cubicBezTo>
                    <a:pt x="111182" y="161412"/>
                    <a:pt x="119099" y="146510"/>
                    <a:pt x="119099" y="131424"/>
                  </a:cubicBezTo>
                  <a:cubicBezTo>
                    <a:pt x="119099" y="116707"/>
                    <a:pt x="109894" y="102175"/>
                    <a:pt x="99772" y="90771"/>
                  </a:cubicBezTo>
                  <a:lnTo>
                    <a:pt x="64427" y="51399"/>
                  </a:lnTo>
                  <a:cubicBezTo>
                    <a:pt x="62406" y="49379"/>
                    <a:pt x="62406" y="49011"/>
                    <a:pt x="62406" y="44596"/>
                  </a:cubicBezTo>
                  <a:lnTo>
                    <a:pt x="130694" y="44596"/>
                  </a:lnTo>
                  <a:lnTo>
                    <a:pt x="135844" y="76602"/>
                  </a:lnTo>
                  <a:lnTo>
                    <a:pt x="131242" y="76602"/>
                  </a:lnTo>
                  <a:cubicBezTo>
                    <a:pt x="130324" y="71086"/>
                    <a:pt x="129036" y="62994"/>
                    <a:pt x="127194" y="60230"/>
                  </a:cubicBezTo>
                  <a:cubicBezTo>
                    <a:pt x="125907" y="58758"/>
                    <a:pt x="113757" y="58758"/>
                    <a:pt x="109709" y="58758"/>
                  </a:cubicBezTo>
                  <a:lnTo>
                    <a:pt x="76576" y="58758"/>
                  </a:lnTo>
                  <a:close/>
                </a:path>
              </a:pathLst>
            </a:custGeom>
            <a:solidFill>
              <a:srgbClr val="000000"/>
            </a:solidFill>
            <a:ln w="27807" cap="flat">
              <a:noFill/>
              <a:prstDash val="solid"/>
              <a:miter/>
            </a:ln>
          </p:spPr>
          <p:txBody>
            <a:bodyPr/>
            <a:lstStyle/>
            <a:p>
              <a:endParaRPr lang="en-GB"/>
            </a:p>
          </p:txBody>
        </p:sp>
        <p:sp>
          <p:nvSpPr>
            <p:cNvPr id="484" name="Freeform: Shape 483">
              <a:extLst>
                <a:ext uri="{FF2B5EF4-FFF2-40B4-BE49-F238E27FC236}">
                  <a16:creationId xmlns:a16="http://schemas.microsoft.com/office/drawing/2014/main" id="{2044A6E2-F33B-FAD6-3DC4-E585896DFB03}"/>
                </a:ext>
              </a:extLst>
            </p:cNvPr>
            <p:cNvSpPr/>
            <p:nvPr>
              <p:custDataLst>
                <p:tags r:id="rId35"/>
              </p:custDataLst>
            </p:nvPr>
          </p:nvSpPr>
          <p:spPr>
            <a:xfrm flipV="1">
              <a:off x="11130337" y="-9368612"/>
              <a:ext cx="19511" cy="19500"/>
            </a:xfrm>
            <a:custGeom>
              <a:avLst/>
              <a:gdLst>
                <a:gd name="csX0" fmla="*/ 19512 w 19511"/>
                <a:gd name="csY0" fmla="*/ 8357 h 19500"/>
                <a:gd name="csX1" fmla="*/ 9759 w 19511"/>
                <a:gd name="csY1" fmla="*/ 18109 h 19500"/>
                <a:gd name="csX2" fmla="*/ 0 w 19511"/>
                <a:gd name="csY2" fmla="*/ 8357 h 19500"/>
                <a:gd name="csX3" fmla="*/ 9759 w 19511"/>
                <a:gd name="csY3" fmla="*/ -1391 h 19500"/>
                <a:gd name="csX4" fmla="*/ 19512 w 19511"/>
                <a:gd name="csY4" fmla="*/ 8357 h 19500"/>
              </a:gdLst>
              <a:ahLst/>
              <a:cxnLst>
                <a:cxn ang="0">
                  <a:pos x="csX0" y="csY0"/>
                </a:cxn>
                <a:cxn ang="0">
                  <a:pos x="csX1" y="csY1"/>
                </a:cxn>
                <a:cxn ang="0">
                  <a:pos x="csX2" y="csY2"/>
                </a:cxn>
                <a:cxn ang="0">
                  <a:pos x="csX3" y="csY3"/>
                </a:cxn>
                <a:cxn ang="0">
                  <a:pos x="csX4" y="csY4"/>
                </a:cxn>
              </a:cxnLst>
              <a:rect l="l" t="t" r="r" b="b"/>
              <a:pathLst>
                <a:path w="19511" h="19500">
                  <a:moveTo>
                    <a:pt x="19512" y="8357"/>
                  </a:moveTo>
                  <a:cubicBezTo>
                    <a:pt x="19512" y="13695"/>
                    <a:pt x="15094" y="18109"/>
                    <a:pt x="9759" y="18109"/>
                  </a:cubicBezTo>
                  <a:cubicBezTo>
                    <a:pt x="4417" y="18109"/>
                    <a:pt x="0" y="13695"/>
                    <a:pt x="0" y="8357"/>
                  </a:cubicBezTo>
                  <a:cubicBezTo>
                    <a:pt x="0" y="3024"/>
                    <a:pt x="4417" y="-1391"/>
                    <a:pt x="9759" y="-1391"/>
                  </a:cubicBezTo>
                  <a:cubicBezTo>
                    <a:pt x="15094" y="-1391"/>
                    <a:pt x="19512" y="3024"/>
                    <a:pt x="19512" y="8357"/>
                  </a:cubicBezTo>
                  <a:close/>
                </a:path>
              </a:pathLst>
            </a:custGeom>
            <a:solidFill>
              <a:srgbClr val="000000"/>
            </a:solidFill>
            <a:ln w="27807" cap="flat">
              <a:noFill/>
              <a:prstDash val="solid"/>
              <a:miter/>
            </a:ln>
          </p:spPr>
          <p:txBody>
            <a:bodyPr/>
            <a:lstStyle/>
            <a:p>
              <a:endParaRPr lang="en-GB"/>
            </a:p>
          </p:txBody>
        </p:sp>
        <p:sp>
          <p:nvSpPr>
            <p:cNvPr id="485" name="Freeform: Shape 484">
              <a:extLst>
                <a:ext uri="{FF2B5EF4-FFF2-40B4-BE49-F238E27FC236}">
                  <a16:creationId xmlns:a16="http://schemas.microsoft.com/office/drawing/2014/main" id="{3C7943BA-A9AE-9A54-3B22-3E52FF249996}"/>
                </a:ext>
              </a:extLst>
            </p:cNvPr>
            <p:cNvSpPr/>
            <p:nvPr>
              <p:custDataLst>
                <p:tags r:id="rId36"/>
              </p:custDataLst>
            </p:nvPr>
          </p:nvSpPr>
          <p:spPr>
            <a:xfrm flipV="1">
              <a:off x="11174860" y="-9473656"/>
              <a:ext cx="349566" cy="128589"/>
            </a:xfrm>
            <a:custGeom>
              <a:avLst/>
              <a:gdLst>
                <a:gd name="csX0" fmla="*/ 14170 w 349566"/>
                <a:gd name="csY0" fmla="*/ 16811 h 128589"/>
                <a:gd name="csX1" fmla="*/ 33682 w 349566"/>
                <a:gd name="csY1" fmla="*/ 35764 h 128589"/>
                <a:gd name="csX2" fmla="*/ 73438 w 349566"/>
                <a:gd name="csY2" fmla="*/ 89477 h 128589"/>
                <a:gd name="csX3" fmla="*/ 34421 w 349566"/>
                <a:gd name="csY3" fmla="*/ 125166 h 128589"/>
                <a:gd name="csX4" fmla="*/ 0 w 349566"/>
                <a:gd name="csY4" fmla="*/ 91872 h 128589"/>
                <a:gd name="csX5" fmla="*/ 9753 w 349566"/>
                <a:gd name="csY5" fmla="*/ 81571 h 128589"/>
                <a:gd name="csX6" fmla="*/ 19327 w 349566"/>
                <a:gd name="csY6" fmla="*/ 91319 h 128589"/>
                <a:gd name="csX7" fmla="*/ 9568 w 349566"/>
                <a:gd name="csY7" fmla="*/ 100886 h 128589"/>
                <a:gd name="csX8" fmla="*/ 7178 w 349566"/>
                <a:gd name="csY8" fmla="*/ 100703 h 128589"/>
                <a:gd name="csX9" fmla="*/ 32024 w 349566"/>
                <a:gd name="csY9" fmla="*/ 119465 h 128589"/>
                <a:gd name="csX10" fmla="*/ 56693 w 349566"/>
                <a:gd name="csY10" fmla="*/ 89477 h 128589"/>
                <a:gd name="csX11" fmla="*/ 37366 w 349566"/>
                <a:gd name="csY11" fmla="*/ 48824 h 128589"/>
                <a:gd name="csX12" fmla="*/ 2021 w 349566"/>
                <a:gd name="csY12" fmla="*/ 9452 h 128589"/>
                <a:gd name="csX13" fmla="*/ 0 w 349566"/>
                <a:gd name="csY13" fmla="*/ 2649 h 128589"/>
                <a:gd name="csX14" fmla="*/ 68288 w 349566"/>
                <a:gd name="csY14" fmla="*/ 2649 h 128589"/>
                <a:gd name="csX15" fmla="*/ 73438 w 349566"/>
                <a:gd name="csY15" fmla="*/ 34655 h 128589"/>
                <a:gd name="csX16" fmla="*/ 68836 w 349566"/>
                <a:gd name="csY16" fmla="*/ 34655 h 128589"/>
                <a:gd name="csX17" fmla="*/ 64789 w 349566"/>
                <a:gd name="csY17" fmla="*/ 18283 h 128589"/>
                <a:gd name="csX18" fmla="*/ 47304 w 349566"/>
                <a:gd name="csY18" fmla="*/ 16811 h 128589"/>
                <a:gd name="csX19" fmla="*/ 14170 w 349566"/>
                <a:gd name="csY19" fmla="*/ 16811 h 128589"/>
                <a:gd name="csX20" fmla="*/ 136217 w 349566"/>
                <a:gd name="csY20" fmla="*/ 67402 h 128589"/>
                <a:gd name="csX21" fmla="*/ 161987 w 349566"/>
                <a:gd name="csY21" fmla="*/ 99778 h 128589"/>
                <a:gd name="csX22" fmla="*/ 128115 w 349566"/>
                <a:gd name="csY22" fmla="*/ 125166 h 128589"/>
                <a:gd name="csX23" fmla="*/ 95537 w 349566"/>
                <a:gd name="csY23" fmla="*/ 100148 h 128589"/>
                <a:gd name="csX24" fmla="*/ 104926 w 349566"/>
                <a:gd name="csY24" fmla="*/ 90585 h 128589"/>
                <a:gd name="csX25" fmla="*/ 114315 w 349566"/>
                <a:gd name="csY25" fmla="*/ 99963 h 128589"/>
                <a:gd name="csX26" fmla="*/ 102899 w 349566"/>
                <a:gd name="csY26" fmla="*/ 109163 h 128589"/>
                <a:gd name="csX27" fmla="*/ 127382 w 349566"/>
                <a:gd name="csY27" fmla="*/ 120567 h 128589"/>
                <a:gd name="csX28" fmla="*/ 145052 w 349566"/>
                <a:gd name="csY28" fmla="*/ 99963 h 128589"/>
                <a:gd name="csX29" fmla="*/ 139901 w 349566"/>
                <a:gd name="csY29" fmla="*/ 78990 h 128589"/>
                <a:gd name="csX30" fmla="*/ 123519 w 349566"/>
                <a:gd name="csY30" fmla="*/ 69427 h 128589"/>
                <a:gd name="csX31" fmla="*/ 116336 w 349566"/>
                <a:gd name="csY31" fmla="*/ 68874 h 128589"/>
                <a:gd name="csX32" fmla="*/ 113575 w 349566"/>
                <a:gd name="csY32" fmla="*/ 66669 h 128589"/>
                <a:gd name="csX33" fmla="*/ 117993 w 349566"/>
                <a:gd name="csY33" fmla="*/ 64644 h 128589"/>
                <a:gd name="csX34" fmla="*/ 126095 w 349566"/>
                <a:gd name="csY34" fmla="*/ 64644 h 128589"/>
                <a:gd name="csX35" fmla="*/ 147997 w 349566"/>
                <a:gd name="csY35" fmla="*/ 34108 h 128589"/>
                <a:gd name="csX36" fmla="*/ 127198 w 349566"/>
                <a:gd name="csY36" fmla="*/ 3751 h 128589"/>
                <a:gd name="csX37" fmla="*/ 99036 w 349566"/>
                <a:gd name="csY37" fmla="*/ 17735 h 128589"/>
                <a:gd name="csX38" fmla="*/ 111185 w 349566"/>
                <a:gd name="csY38" fmla="*/ 27852 h 128589"/>
                <a:gd name="csX39" fmla="*/ 100878 w 349566"/>
                <a:gd name="csY39" fmla="*/ 38153 h 128589"/>
                <a:gd name="csX40" fmla="*/ 90571 w 349566"/>
                <a:gd name="csY40" fmla="*/ 27482 h 128589"/>
                <a:gd name="csX41" fmla="*/ 127752 w 349566"/>
                <a:gd name="csY41" fmla="*/ -1397 h 128589"/>
                <a:gd name="csX42" fmla="*/ 166954 w 349566"/>
                <a:gd name="csY42" fmla="*/ 34108 h 128589"/>
                <a:gd name="csX43" fmla="*/ 136217 w 349566"/>
                <a:gd name="csY43" fmla="*/ 67402 h 128589"/>
                <a:gd name="csX44" fmla="*/ 228999 w 349566"/>
                <a:gd name="csY44" fmla="*/ 33005 h 128589"/>
                <a:gd name="csX45" fmla="*/ 228999 w 349566"/>
                <a:gd name="csY45" fmla="*/ 16996 h 128589"/>
                <a:gd name="csX46" fmla="*/ 215007 w 349566"/>
                <a:gd name="csY46" fmla="*/ 8350 h 128589"/>
                <a:gd name="csX47" fmla="*/ 211145 w 349566"/>
                <a:gd name="csY47" fmla="*/ 8350 h 128589"/>
                <a:gd name="csX48" fmla="*/ 211145 w 349566"/>
                <a:gd name="csY48" fmla="*/ 2649 h 128589"/>
                <a:gd name="csX49" fmla="*/ 235993 w 349566"/>
                <a:gd name="csY49" fmla="*/ 3202 h 128589"/>
                <a:gd name="csX50" fmla="*/ 261022 w 349566"/>
                <a:gd name="csY50" fmla="*/ 2649 h 128589"/>
                <a:gd name="csX51" fmla="*/ 261022 w 349566"/>
                <a:gd name="csY51" fmla="*/ 8350 h 128589"/>
                <a:gd name="csX52" fmla="*/ 257161 w 349566"/>
                <a:gd name="csY52" fmla="*/ 8350 h 128589"/>
                <a:gd name="csX53" fmla="*/ 243169 w 349566"/>
                <a:gd name="csY53" fmla="*/ 16996 h 128589"/>
                <a:gd name="csX54" fmla="*/ 243169 w 349566"/>
                <a:gd name="csY54" fmla="*/ 33005 h 128589"/>
                <a:gd name="csX55" fmla="*/ 261577 w 349566"/>
                <a:gd name="csY55" fmla="*/ 33005 h 128589"/>
                <a:gd name="csX56" fmla="*/ 261577 w 349566"/>
                <a:gd name="csY56" fmla="*/ 38708 h 128589"/>
                <a:gd name="csX57" fmla="*/ 243169 w 349566"/>
                <a:gd name="csY57" fmla="*/ 38708 h 128589"/>
                <a:gd name="csX58" fmla="*/ 243169 w 349566"/>
                <a:gd name="csY58" fmla="*/ 122408 h 128589"/>
                <a:gd name="csX59" fmla="*/ 240224 w 349566"/>
                <a:gd name="csY59" fmla="*/ 127193 h 128589"/>
                <a:gd name="csX60" fmla="*/ 236540 w 349566"/>
                <a:gd name="csY60" fmla="*/ 124982 h 128589"/>
                <a:gd name="csX61" fmla="*/ 180038 w 349566"/>
                <a:gd name="csY61" fmla="*/ 38708 h 128589"/>
                <a:gd name="csX62" fmla="*/ 180038 w 349566"/>
                <a:gd name="csY62" fmla="*/ 33005 h 128589"/>
                <a:gd name="csX63" fmla="*/ 228999 w 349566"/>
                <a:gd name="csY63" fmla="*/ 33005 h 128589"/>
                <a:gd name="csX64" fmla="*/ 230102 w 349566"/>
                <a:gd name="csY64" fmla="*/ 38708 h 128589"/>
                <a:gd name="csX65" fmla="*/ 185189 w 349566"/>
                <a:gd name="csY65" fmla="*/ 38708 h 128589"/>
                <a:gd name="csX66" fmla="*/ 230102 w 349566"/>
                <a:gd name="csY66" fmla="*/ 107322 h 128589"/>
                <a:gd name="csX67" fmla="*/ 230102 w 349566"/>
                <a:gd name="csY67" fmla="*/ 38708 h 128589"/>
                <a:gd name="csX68" fmla="*/ 349567 w 349566"/>
                <a:gd name="csY68" fmla="*/ 39625 h 128589"/>
                <a:gd name="csX69" fmla="*/ 314598 w 349566"/>
                <a:gd name="csY69" fmla="*/ 79914 h 128589"/>
                <a:gd name="csX70" fmla="*/ 291223 w 349566"/>
                <a:gd name="csY70" fmla="*/ 70530 h 128589"/>
                <a:gd name="csX71" fmla="*/ 291223 w 349566"/>
                <a:gd name="csY71" fmla="*/ 106404 h 128589"/>
                <a:gd name="csX72" fmla="*/ 306866 w 349566"/>
                <a:gd name="csY72" fmla="*/ 104015 h 128589"/>
                <a:gd name="csX73" fmla="*/ 342390 w 349566"/>
                <a:gd name="csY73" fmla="*/ 123146 h 128589"/>
                <a:gd name="csX74" fmla="*/ 340548 w 349566"/>
                <a:gd name="csY74" fmla="*/ 125166 h 128589"/>
                <a:gd name="csX75" fmla="*/ 339075 w 349566"/>
                <a:gd name="csY75" fmla="*/ 124618 h 128589"/>
                <a:gd name="csX76" fmla="*/ 314043 w 349566"/>
                <a:gd name="csY76" fmla="*/ 119280 h 128589"/>
                <a:gd name="csX77" fmla="*/ 289565 w 349566"/>
                <a:gd name="csY77" fmla="*/ 124434 h 128589"/>
                <a:gd name="csX78" fmla="*/ 287354 w 349566"/>
                <a:gd name="csY78" fmla="*/ 124982 h 128589"/>
                <a:gd name="csX79" fmla="*/ 285513 w 349566"/>
                <a:gd name="csY79" fmla="*/ 120567 h 128589"/>
                <a:gd name="csX80" fmla="*/ 285513 w 349566"/>
                <a:gd name="csY80" fmla="*/ 66116 h 128589"/>
                <a:gd name="csX81" fmla="*/ 288093 w 349566"/>
                <a:gd name="csY81" fmla="*/ 61331 h 128589"/>
                <a:gd name="csX82" fmla="*/ 290483 w 349566"/>
                <a:gd name="csY82" fmla="*/ 62987 h 128589"/>
                <a:gd name="csX83" fmla="*/ 314228 w 349566"/>
                <a:gd name="csY83" fmla="*/ 75868 h 128589"/>
                <a:gd name="csX84" fmla="*/ 329877 w 349566"/>
                <a:gd name="csY84" fmla="*/ 64095 h 128589"/>
                <a:gd name="csX85" fmla="*/ 333186 w 349566"/>
                <a:gd name="csY85" fmla="*/ 40911 h 128589"/>
                <a:gd name="csX86" fmla="*/ 328768 w 349566"/>
                <a:gd name="csY86" fmla="*/ 15708 h 128589"/>
                <a:gd name="csX87" fmla="*/ 309078 w 349566"/>
                <a:gd name="csY87" fmla="*/ 3751 h 128589"/>
                <a:gd name="csX88" fmla="*/ 282019 w 349566"/>
                <a:gd name="csY88" fmla="*/ 24354 h 128589"/>
                <a:gd name="csX89" fmla="*/ 285149 w 349566"/>
                <a:gd name="csY89" fmla="*/ 23991 h 128589"/>
                <a:gd name="csX90" fmla="*/ 294353 w 349566"/>
                <a:gd name="csY90" fmla="*/ 33005 h 128589"/>
                <a:gd name="csX91" fmla="*/ 285149 w 349566"/>
                <a:gd name="csY91" fmla="*/ 42014 h 128589"/>
                <a:gd name="csX92" fmla="*/ 276128 w 349566"/>
                <a:gd name="csY92" fmla="*/ 32267 h 128589"/>
                <a:gd name="csX93" fmla="*/ 309442 w 349566"/>
                <a:gd name="csY93" fmla="*/ -1397 h 128589"/>
                <a:gd name="csX94" fmla="*/ 349567 w 349566"/>
                <a:gd name="csY94" fmla="*/ 39625 h 128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Lst>
              <a:rect l="l" t="t" r="r" b="b"/>
              <a:pathLst>
                <a:path w="349566" h="128589">
                  <a:moveTo>
                    <a:pt x="14170" y="16811"/>
                  </a:moveTo>
                  <a:lnTo>
                    <a:pt x="33682" y="35764"/>
                  </a:lnTo>
                  <a:cubicBezTo>
                    <a:pt x="62398" y="61151"/>
                    <a:pt x="73438" y="71084"/>
                    <a:pt x="73438" y="89477"/>
                  </a:cubicBezTo>
                  <a:cubicBezTo>
                    <a:pt x="73438" y="110450"/>
                    <a:pt x="56871" y="125166"/>
                    <a:pt x="34421" y="125166"/>
                  </a:cubicBezTo>
                  <a:cubicBezTo>
                    <a:pt x="13622" y="125166"/>
                    <a:pt x="0" y="108246"/>
                    <a:pt x="0" y="91872"/>
                  </a:cubicBezTo>
                  <a:cubicBezTo>
                    <a:pt x="0" y="81571"/>
                    <a:pt x="9205" y="81571"/>
                    <a:pt x="9753" y="81571"/>
                  </a:cubicBezTo>
                  <a:cubicBezTo>
                    <a:pt x="12883" y="81571"/>
                    <a:pt x="19327" y="83775"/>
                    <a:pt x="19327" y="91319"/>
                  </a:cubicBezTo>
                  <a:cubicBezTo>
                    <a:pt x="19327" y="96103"/>
                    <a:pt x="16012" y="100886"/>
                    <a:pt x="9568" y="100886"/>
                  </a:cubicBezTo>
                  <a:cubicBezTo>
                    <a:pt x="8096" y="100886"/>
                    <a:pt x="7732" y="100886"/>
                    <a:pt x="7178" y="100703"/>
                  </a:cubicBezTo>
                  <a:cubicBezTo>
                    <a:pt x="11410" y="112660"/>
                    <a:pt x="21348" y="119465"/>
                    <a:pt x="32024" y="119465"/>
                  </a:cubicBezTo>
                  <a:cubicBezTo>
                    <a:pt x="48776" y="119465"/>
                    <a:pt x="56693" y="104563"/>
                    <a:pt x="56693" y="89477"/>
                  </a:cubicBezTo>
                  <a:cubicBezTo>
                    <a:pt x="56693" y="74760"/>
                    <a:pt x="47488" y="60228"/>
                    <a:pt x="37366" y="48824"/>
                  </a:cubicBezTo>
                  <a:lnTo>
                    <a:pt x="2021" y="9452"/>
                  </a:lnTo>
                  <a:cubicBezTo>
                    <a:pt x="0" y="7432"/>
                    <a:pt x="0" y="7064"/>
                    <a:pt x="0" y="2649"/>
                  </a:cubicBezTo>
                  <a:lnTo>
                    <a:pt x="68288" y="2649"/>
                  </a:lnTo>
                  <a:lnTo>
                    <a:pt x="73438" y="34655"/>
                  </a:lnTo>
                  <a:lnTo>
                    <a:pt x="68836" y="34655"/>
                  </a:lnTo>
                  <a:cubicBezTo>
                    <a:pt x="67918" y="29139"/>
                    <a:pt x="66630" y="21047"/>
                    <a:pt x="64789" y="18283"/>
                  </a:cubicBezTo>
                  <a:cubicBezTo>
                    <a:pt x="63501" y="16811"/>
                    <a:pt x="51351" y="16811"/>
                    <a:pt x="47304" y="16811"/>
                  </a:cubicBezTo>
                  <a:lnTo>
                    <a:pt x="14170" y="16811"/>
                  </a:lnTo>
                  <a:close/>
                  <a:moveTo>
                    <a:pt x="136217" y="67402"/>
                  </a:moveTo>
                  <a:cubicBezTo>
                    <a:pt x="151311" y="72372"/>
                    <a:pt x="161987" y="85246"/>
                    <a:pt x="161987" y="99778"/>
                  </a:cubicBezTo>
                  <a:cubicBezTo>
                    <a:pt x="161987" y="114865"/>
                    <a:pt x="145791" y="125166"/>
                    <a:pt x="128115" y="125166"/>
                  </a:cubicBezTo>
                  <a:cubicBezTo>
                    <a:pt x="109528" y="125166"/>
                    <a:pt x="95537" y="114132"/>
                    <a:pt x="95537" y="100148"/>
                  </a:cubicBezTo>
                  <a:cubicBezTo>
                    <a:pt x="95537" y="94077"/>
                    <a:pt x="99590" y="90585"/>
                    <a:pt x="104926" y="90585"/>
                  </a:cubicBezTo>
                  <a:cubicBezTo>
                    <a:pt x="110631" y="90585"/>
                    <a:pt x="114315" y="94630"/>
                    <a:pt x="114315" y="99963"/>
                  </a:cubicBezTo>
                  <a:cubicBezTo>
                    <a:pt x="114315" y="109163"/>
                    <a:pt x="105665" y="109163"/>
                    <a:pt x="102899" y="109163"/>
                  </a:cubicBezTo>
                  <a:cubicBezTo>
                    <a:pt x="108610" y="118178"/>
                    <a:pt x="120753" y="120567"/>
                    <a:pt x="127382" y="120567"/>
                  </a:cubicBezTo>
                  <a:cubicBezTo>
                    <a:pt x="134929" y="120567"/>
                    <a:pt x="145052" y="116522"/>
                    <a:pt x="145052" y="99963"/>
                  </a:cubicBezTo>
                  <a:cubicBezTo>
                    <a:pt x="145052" y="97759"/>
                    <a:pt x="144682" y="87088"/>
                    <a:pt x="139901" y="78990"/>
                  </a:cubicBezTo>
                  <a:cubicBezTo>
                    <a:pt x="134375" y="70161"/>
                    <a:pt x="128115" y="69612"/>
                    <a:pt x="123519" y="69427"/>
                  </a:cubicBezTo>
                  <a:cubicBezTo>
                    <a:pt x="122046" y="69242"/>
                    <a:pt x="117629" y="68874"/>
                    <a:pt x="116336" y="68874"/>
                  </a:cubicBezTo>
                  <a:cubicBezTo>
                    <a:pt x="114863" y="68689"/>
                    <a:pt x="113575" y="68510"/>
                    <a:pt x="113575" y="66669"/>
                  </a:cubicBezTo>
                  <a:cubicBezTo>
                    <a:pt x="113575" y="64644"/>
                    <a:pt x="114863" y="64644"/>
                    <a:pt x="117993" y="64644"/>
                  </a:cubicBezTo>
                  <a:lnTo>
                    <a:pt x="126095" y="64644"/>
                  </a:lnTo>
                  <a:cubicBezTo>
                    <a:pt x="141189" y="64644"/>
                    <a:pt x="147997" y="52137"/>
                    <a:pt x="147997" y="34108"/>
                  </a:cubicBezTo>
                  <a:cubicBezTo>
                    <a:pt x="147997" y="9089"/>
                    <a:pt x="135299" y="3751"/>
                    <a:pt x="127198" y="3751"/>
                  </a:cubicBezTo>
                  <a:cubicBezTo>
                    <a:pt x="119280" y="3751"/>
                    <a:pt x="105480" y="6879"/>
                    <a:pt x="99036" y="17735"/>
                  </a:cubicBezTo>
                  <a:cubicBezTo>
                    <a:pt x="105480" y="16811"/>
                    <a:pt x="111185" y="20863"/>
                    <a:pt x="111185" y="27852"/>
                  </a:cubicBezTo>
                  <a:cubicBezTo>
                    <a:pt x="111185" y="34477"/>
                    <a:pt x="106213" y="38153"/>
                    <a:pt x="100878" y="38153"/>
                  </a:cubicBezTo>
                  <a:cubicBezTo>
                    <a:pt x="96461" y="38153"/>
                    <a:pt x="90571" y="35580"/>
                    <a:pt x="90571" y="27482"/>
                  </a:cubicBezTo>
                  <a:cubicBezTo>
                    <a:pt x="90571" y="10745"/>
                    <a:pt x="107686" y="-1397"/>
                    <a:pt x="127752" y="-1397"/>
                  </a:cubicBezTo>
                  <a:cubicBezTo>
                    <a:pt x="150208" y="-1397"/>
                    <a:pt x="166954" y="15340"/>
                    <a:pt x="166954" y="34108"/>
                  </a:cubicBezTo>
                  <a:cubicBezTo>
                    <a:pt x="166954" y="49194"/>
                    <a:pt x="155359" y="63541"/>
                    <a:pt x="136217" y="67402"/>
                  </a:cubicBezTo>
                  <a:close/>
                  <a:moveTo>
                    <a:pt x="228999" y="33005"/>
                  </a:moveTo>
                  <a:lnTo>
                    <a:pt x="228999" y="16996"/>
                  </a:lnTo>
                  <a:cubicBezTo>
                    <a:pt x="228999" y="10377"/>
                    <a:pt x="228629" y="8350"/>
                    <a:pt x="215007" y="8350"/>
                  </a:cubicBezTo>
                  <a:lnTo>
                    <a:pt x="211145" y="8350"/>
                  </a:lnTo>
                  <a:lnTo>
                    <a:pt x="211145" y="2649"/>
                  </a:lnTo>
                  <a:cubicBezTo>
                    <a:pt x="218686" y="3202"/>
                    <a:pt x="228259" y="3202"/>
                    <a:pt x="235993" y="3202"/>
                  </a:cubicBezTo>
                  <a:cubicBezTo>
                    <a:pt x="243724" y="3202"/>
                    <a:pt x="253476" y="3202"/>
                    <a:pt x="261022" y="2649"/>
                  </a:cubicBezTo>
                  <a:lnTo>
                    <a:pt x="261022" y="8350"/>
                  </a:lnTo>
                  <a:lnTo>
                    <a:pt x="257161" y="8350"/>
                  </a:lnTo>
                  <a:cubicBezTo>
                    <a:pt x="243539" y="8350"/>
                    <a:pt x="243169" y="10377"/>
                    <a:pt x="243169" y="16996"/>
                  </a:cubicBezTo>
                  <a:lnTo>
                    <a:pt x="243169" y="33005"/>
                  </a:lnTo>
                  <a:lnTo>
                    <a:pt x="261577" y="33005"/>
                  </a:lnTo>
                  <a:lnTo>
                    <a:pt x="261577" y="38708"/>
                  </a:lnTo>
                  <a:lnTo>
                    <a:pt x="243169" y="38708"/>
                  </a:lnTo>
                  <a:lnTo>
                    <a:pt x="243169" y="122408"/>
                  </a:lnTo>
                  <a:cubicBezTo>
                    <a:pt x="243169" y="126091"/>
                    <a:pt x="243169" y="127193"/>
                    <a:pt x="240224" y="127193"/>
                  </a:cubicBezTo>
                  <a:cubicBezTo>
                    <a:pt x="238566" y="127193"/>
                    <a:pt x="238012" y="127193"/>
                    <a:pt x="236540" y="124982"/>
                  </a:cubicBezTo>
                  <a:lnTo>
                    <a:pt x="180038" y="38708"/>
                  </a:lnTo>
                  <a:lnTo>
                    <a:pt x="180038" y="33005"/>
                  </a:lnTo>
                  <a:lnTo>
                    <a:pt x="228999" y="33005"/>
                  </a:lnTo>
                  <a:close/>
                  <a:moveTo>
                    <a:pt x="230102" y="38708"/>
                  </a:moveTo>
                  <a:lnTo>
                    <a:pt x="185189" y="38708"/>
                  </a:lnTo>
                  <a:lnTo>
                    <a:pt x="230102" y="107322"/>
                  </a:lnTo>
                  <a:lnTo>
                    <a:pt x="230102" y="38708"/>
                  </a:lnTo>
                  <a:close/>
                  <a:moveTo>
                    <a:pt x="349567" y="39625"/>
                  </a:moveTo>
                  <a:cubicBezTo>
                    <a:pt x="349567" y="61516"/>
                    <a:pt x="334472" y="79914"/>
                    <a:pt x="314598" y="79914"/>
                  </a:cubicBezTo>
                  <a:cubicBezTo>
                    <a:pt x="305763" y="79914"/>
                    <a:pt x="297847" y="76971"/>
                    <a:pt x="291223" y="70530"/>
                  </a:cubicBezTo>
                  <a:lnTo>
                    <a:pt x="291223" y="106404"/>
                  </a:lnTo>
                  <a:cubicBezTo>
                    <a:pt x="294902" y="105302"/>
                    <a:pt x="300975" y="104015"/>
                    <a:pt x="306866" y="104015"/>
                  </a:cubicBezTo>
                  <a:cubicBezTo>
                    <a:pt x="329507" y="104015"/>
                    <a:pt x="342390" y="120752"/>
                    <a:pt x="342390" y="123146"/>
                  </a:cubicBezTo>
                  <a:cubicBezTo>
                    <a:pt x="342390" y="124249"/>
                    <a:pt x="341836" y="125166"/>
                    <a:pt x="340548" y="125166"/>
                  </a:cubicBezTo>
                  <a:cubicBezTo>
                    <a:pt x="340363" y="125166"/>
                    <a:pt x="339999" y="125166"/>
                    <a:pt x="339075" y="124618"/>
                  </a:cubicBezTo>
                  <a:cubicBezTo>
                    <a:pt x="335396" y="122961"/>
                    <a:pt x="326377" y="119280"/>
                    <a:pt x="314043" y="119280"/>
                  </a:cubicBezTo>
                  <a:cubicBezTo>
                    <a:pt x="306682" y="119280"/>
                    <a:pt x="298217" y="120567"/>
                    <a:pt x="289565" y="124434"/>
                  </a:cubicBezTo>
                  <a:cubicBezTo>
                    <a:pt x="288093" y="124982"/>
                    <a:pt x="287723" y="124982"/>
                    <a:pt x="287354" y="124982"/>
                  </a:cubicBezTo>
                  <a:cubicBezTo>
                    <a:pt x="285513" y="124982"/>
                    <a:pt x="285513" y="123510"/>
                    <a:pt x="285513" y="120567"/>
                  </a:cubicBezTo>
                  <a:lnTo>
                    <a:pt x="285513" y="66116"/>
                  </a:lnTo>
                  <a:cubicBezTo>
                    <a:pt x="285513" y="62803"/>
                    <a:pt x="285513" y="61331"/>
                    <a:pt x="288093" y="61331"/>
                  </a:cubicBezTo>
                  <a:cubicBezTo>
                    <a:pt x="289380" y="61331"/>
                    <a:pt x="289750" y="61885"/>
                    <a:pt x="290483" y="62987"/>
                  </a:cubicBezTo>
                  <a:cubicBezTo>
                    <a:pt x="292511" y="65931"/>
                    <a:pt x="299318" y="75868"/>
                    <a:pt x="314228" y="75868"/>
                  </a:cubicBezTo>
                  <a:cubicBezTo>
                    <a:pt x="323801" y="75868"/>
                    <a:pt x="328404" y="67402"/>
                    <a:pt x="329877" y="64095"/>
                  </a:cubicBezTo>
                  <a:cubicBezTo>
                    <a:pt x="332822" y="57285"/>
                    <a:pt x="333186" y="50112"/>
                    <a:pt x="333186" y="40911"/>
                  </a:cubicBezTo>
                  <a:cubicBezTo>
                    <a:pt x="333186" y="34477"/>
                    <a:pt x="333186" y="23436"/>
                    <a:pt x="328768" y="15708"/>
                  </a:cubicBezTo>
                  <a:cubicBezTo>
                    <a:pt x="324350" y="8535"/>
                    <a:pt x="317543" y="3751"/>
                    <a:pt x="309078" y="3751"/>
                  </a:cubicBezTo>
                  <a:cubicBezTo>
                    <a:pt x="295641" y="3751"/>
                    <a:pt x="285149" y="13505"/>
                    <a:pt x="282019" y="24354"/>
                  </a:cubicBezTo>
                  <a:cubicBezTo>
                    <a:pt x="282568" y="24169"/>
                    <a:pt x="283122" y="23991"/>
                    <a:pt x="285149" y="23991"/>
                  </a:cubicBezTo>
                  <a:cubicBezTo>
                    <a:pt x="291223" y="23991"/>
                    <a:pt x="294353" y="28590"/>
                    <a:pt x="294353" y="33005"/>
                  </a:cubicBezTo>
                  <a:cubicBezTo>
                    <a:pt x="294353" y="37421"/>
                    <a:pt x="291223" y="42014"/>
                    <a:pt x="285149" y="42014"/>
                  </a:cubicBezTo>
                  <a:cubicBezTo>
                    <a:pt x="282568" y="42014"/>
                    <a:pt x="276128" y="40728"/>
                    <a:pt x="276128" y="32267"/>
                  </a:cubicBezTo>
                  <a:cubicBezTo>
                    <a:pt x="276128" y="16448"/>
                    <a:pt x="288826" y="-1397"/>
                    <a:pt x="309442" y="-1397"/>
                  </a:cubicBezTo>
                  <a:cubicBezTo>
                    <a:pt x="330795" y="-1397"/>
                    <a:pt x="349567" y="16263"/>
                    <a:pt x="349567" y="39625"/>
                  </a:cubicBezTo>
                  <a:close/>
                </a:path>
              </a:pathLst>
            </a:custGeom>
            <a:solidFill>
              <a:srgbClr val="000000"/>
            </a:solidFill>
            <a:ln w="27807" cap="flat">
              <a:noFill/>
              <a:prstDash val="solid"/>
              <a:miter/>
            </a:ln>
          </p:spPr>
          <p:txBody>
            <a:bodyPr/>
            <a:lstStyle/>
            <a:p>
              <a:endParaRPr lang="en-GB"/>
            </a:p>
          </p:txBody>
        </p:sp>
        <p:sp>
          <p:nvSpPr>
            <p:cNvPr id="486" name="Freeform: Shape 485">
              <a:extLst>
                <a:ext uri="{FF2B5EF4-FFF2-40B4-BE49-F238E27FC236}">
                  <a16:creationId xmlns:a16="http://schemas.microsoft.com/office/drawing/2014/main" id="{266233CB-F5DC-2436-8EF0-8F5D9A0AF6B6}"/>
                </a:ext>
              </a:extLst>
            </p:cNvPr>
            <p:cNvSpPr/>
            <p:nvPr>
              <p:custDataLst>
                <p:tags r:id="rId37"/>
              </p:custDataLst>
            </p:nvPr>
          </p:nvSpPr>
          <p:spPr>
            <a:xfrm flipV="1">
              <a:off x="11590018" y="-9398779"/>
              <a:ext cx="112460" cy="7358"/>
            </a:xfrm>
            <a:custGeom>
              <a:avLst/>
              <a:gdLst>
                <a:gd name="csX0" fmla="*/ 106017 w 112460"/>
                <a:gd name="csY0" fmla="*/ -1395 h 7358"/>
                <a:gd name="csX1" fmla="*/ 112461 w 112460"/>
                <a:gd name="csY1" fmla="*/ 2286 h 7358"/>
                <a:gd name="csX2" fmla="*/ 106017 w 112460"/>
                <a:gd name="csY2" fmla="*/ 5963 h 7358"/>
                <a:gd name="csX3" fmla="*/ 6439 w 112460"/>
                <a:gd name="csY3" fmla="*/ 5963 h 7358"/>
                <a:gd name="csX4" fmla="*/ 0 w 112460"/>
                <a:gd name="csY4" fmla="*/ 2286 h 7358"/>
                <a:gd name="csX5" fmla="*/ 6439 w 112460"/>
                <a:gd name="csY5" fmla="*/ -1395 h 7358"/>
                <a:gd name="csX6" fmla="*/ 106017 w 112460"/>
                <a:gd name="csY6" fmla="*/ -1395 h 735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460" h="7358">
                  <a:moveTo>
                    <a:pt x="106017" y="-1395"/>
                  </a:moveTo>
                  <a:cubicBezTo>
                    <a:pt x="109147" y="-1395"/>
                    <a:pt x="112461" y="-1395"/>
                    <a:pt x="112461" y="2286"/>
                  </a:cubicBezTo>
                  <a:cubicBezTo>
                    <a:pt x="112461" y="5963"/>
                    <a:pt x="109147" y="5963"/>
                    <a:pt x="106017" y="5963"/>
                  </a:cubicBezTo>
                  <a:lnTo>
                    <a:pt x="6439" y="5963"/>
                  </a:lnTo>
                  <a:cubicBezTo>
                    <a:pt x="3308" y="5963"/>
                    <a:pt x="0" y="5963"/>
                    <a:pt x="0" y="2286"/>
                  </a:cubicBezTo>
                  <a:cubicBezTo>
                    <a:pt x="0" y="-1395"/>
                    <a:pt x="3308" y="-1395"/>
                    <a:pt x="6439" y="-1395"/>
                  </a:cubicBezTo>
                  <a:lnTo>
                    <a:pt x="106017" y="-1395"/>
                  </a:lnTo>
                  <a:close/>
                </a:path>
              </a:pathLst>
            </a:custGeom>
            <a:solidFill>
              <a:srgbClr val="000000"/>
            </a:solidFill>
            <a:ln w="27807" cap="flat">
              <a:noFill/>
              <a:prstDash val="solid"/>
              <a:miter/>
            </a:ln>
          </p:spPr>
          <p:txBody>
            <a:bodyPr/>
            <a:lstStyle/>
            <a:p>
              <a:endParaRPr lang="en-GB"/>
            </a:p>
          </p:txBody>
        </p:sp>
        <p:sp>
          <p:nvSpPr>
            <p:cNvPr id="487" name="Freeform: Shape 486">
              <a:extLst>
                <a:ext uri="{FF2B5EF4-FFF2-40B4-BE49-F238E27FC236}">
                  <a16:creationId xmlns:a16="http://schemas.microsoft.com/office/drawing/2014/main" id="{3A68F597-755C-CDF7-F138-34A89EC693A0}"/>
                </a:ext>
              </a:extLst>
            </p:cNvPr>
            <p:cNvSpPr/>
            <p:nvPr>
              <p:custDataLst>
                <p:tags r:id="rId38"/>
              </p:custDataLst>
            </p:nvPr>
          </p:nvSpPr>
          <p:spPr>
            <a:xfrm flipV="1">
              <a:off x="11775197" y="-9487085"/>
              <a:ext cx="128854" cy="183964"/>
            </a:xfrm>
            <a:custGeom>
              <a:avLst/>
              <a:gdLst>
                <a:gd name="csX0" fmla="*/ 37735 w 128854"/>
                <a:gd name="csY0" fmla="*/ 162335 h 183964"/>
                <a:gd name="csX1" fmla="*/ 33497 w 128854"/>
                <a:gd name="csY1" fmla="*/ 167113 h 183964"/>
                <a:gd name="csX2" fmla="*/ 0 w 128854"/>
                <a:gd name="csY2" fmla="*/ 155341 h 183964"/>
                <a:gd name="csX3" fmla="*/ 0 w 128854"/>
                <a:gd name="csY3" fmla="*/ 149638 h 183964"/>
                <a:gd name="csX4" fmla="*/ 24114 w 128854"/>
                <a:gd name="csY4" fmla="*/ 154422 h 183964"/>
                <a:gd name="csX5" fmla="*/ 24114 w 128854"/>
                <a:gd name="csY5" fmla="*/ 59127 h 183964"/>
                <a:gd name="csX6" fmla="*/ 6992 w 128854"/>
                <a:gd name="csY6" fmla="*/ 50297 h 183964"/>
                <a:gd name="csX7" fmla="*/ 1103 w 128854"/>
                <a:gd name="csY7" fmla="*/ 50297 h 183964"/>
                <a:gd name="csX8" fmla="*/ 1103 w 128854"/>
                <a:gd name="csY8" fmla="*/ 44596 h 183964"/>
                <a:gd name="csX9" fmla="*/ 30921 w 128854"/>
                <a:gd name="csY9" fmla="*/ 45149 h 183964"/>
                <a:gd name="csX10" fmla="*/ 60740 w 128854"/>
                <a:gd name="csY10" fmla="*/ 44596 h 183964"/>
                <a:gd name="csX11" fmla="*/ 60740 w 128854"/>
                <a:gd name="csY11" fmla="*/ 50297 h 183964"/>
                <a:gd name="csX12" fmla="*/ 54851 w 128854"/>
                <a:gd name="csY12" fmla="*/ 50297 h 183964"/>
                <a:gd name="csX13" fmla="*/ 37735 w 128854"/>
                <a:gd name="csY13" fmla="*/ 59127 h 183964"/>
                <a:gd name="csX14" fmla="*/ 37735 w 128854"/>
                <a:gd name="csY14" fmla="*/ 162335 h 183964"/>
                <a:gd name="csX15" fmla="*/ 128854 w 128854"/>
                <a:gd name="csY15" fmla="*/ 90586 h 183964"/>
                <a:gd name="csX16" fmla="*/ 116705 w 128854"/>
                <a:gd name="csY16" fmla="*/ 147982 h 183964"/>
                <a:gd name="csX17" fmla="*/ 87995 w 128854"/>
                <a:gd name="csY17" fmla="*/ 182569 h 183964"/>
                <a:gd name="csX18" fmla="*/ 86153 w 128854"/>
                <a:gd name="csY18" fmla="*/ 180727 h 183964"/>
                <a:gd name="csX19" fmla="*/ 89652 w 128854"/>
                <a:gd name="csY19" fmla="*/ 176497 h 183964"/>
                <a:gd name="csX20" fmla="*/ 118178 w 128854"/>
                <a:gd name="csY20" fmla="*/ 90586 h 183964"/>
                <a:gd name="csX21" fmla="*/ 88544 w 128854"/>
                <a:gd name="csY21" fmla="*/ 3573 h 183964"/>
                <a:gd name="csX22" fmla="*/ 86153 w 128854"/>
                <a:gd name="csY22" fmla="*/ 445 h 183964"/>
                <a:gd name="csX23" fmla="*/ 87995 w 128854"/>
                <a:gd name="csY23" fmla="*/ -1395 h 183964"/>
                <a:gd name="csX24" fmla="*/ 117260 w 128854"/>
                <a:gd name="csY24" fmla="*/ 34479 h 183964"/>
                <a:gd name="csX25" fmla="*/ 128854 w 128854"/>
                <a:gd name="csY25" fmla="*/ 90586 h 1839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28854" h="183964">
                  <a:moveTo>
                    <a:pt x="37735" y="162335"/>
                  </a:moveTo>
                  <a:cubicBezTo>
                    <a:pt x="37735" y="166750"/>
                    <a:pt x="37735" y="167113"/>
                    <a:pt x="33497" y="167113"/>
                  </a:cubicBezTo>
                  <a:cubicBezTo>
                    <a:pt x="22087" y="155341"/>
                    <a:pt x="5890" y="155341"/>
                    <a:pt x="0" y="155341"/>
                  </a:cubicBezTo>
                  <a:lnTo>
                    <a:pt x="0" y="149638"/>
                  </a:lnTo>
                  <a:cubicBezTo>
                    <a:pt x="3678" y="149638"/>
                    <a:pt x="14540" y="149638"/>
                    <a:pt x="24114" y="154422"/>
                  </a:cubicBezTo>
                  <a:lnTo>
                    <a:pt x="24114" y="59127"/>
                  </a:lnTo>
                  <a:cubicBezTo>
                    <a:pt x="24114" y="52507"/>
                    <a:pt x="23559" y="50297"/>
                    <a:pt x="6992" y="50297"/>
                  </a:cubicBezTo>
                  <a:lnTo>
                    <a:pt x="1103" y="50297"/>
                  </a:lnTo>
                  <a:lnTo>
                    <a:pt x="1103" y="44596"/>
                  </a:lnTo>
                  <a:cubicBezTo>
                    <a:pt x="7547" y="45149"/>
                    <a:pt x="23559" y="45149"/>
                    <a:pt x="30921" y="45149"/>
                  </a:cubicBezTo>
                  <a:cubicBezTo>
                    <a:pt x="38284" y="45149"/>
                    <a:pt x="54296" y="45149"/>
                    <a:pt x="60740" y="44596"/>
                  </a:cubicBezTo>
                  <a:lnTo>
                    <a:pt x="60740" y="50297"/>
                  </a:lnTo>
                  <a:lnTo>
                    <a:pt x="54851" y="50297"/>
                  </a:lnTo>
                  <a:cubicBezTo>
                    <a:pt x="38284" y="50297"/>
                    <a:pt x="37735" y="52324"/>
                    <a:pt x="37735" y="59127"/>
                  </a:cubicBezTo>
                  <a:lnTo>
                    <a:pt x="37735" y="162335"/>
                  </a:lnTo>
                  <a:close/>
                  <a:moveTo>
                    <a:pt x="128854" y="90586"/>
                  </a:moveTo>
                  <a:cubicBezTo>
                    <a:pt x="128854" y="104933"/>
                    <a:pt x="126834" y="127193"/>
                    <a:pt x="116705" y="147982"/>
                  </a:cubicBezTo>
                  <a:cubicBezTo>
                    <a:pt x="105665" y="170611"/>
                    <a:pt x="89832" y="182569"/>
                    <a:pt x="87995" y="182569"/>
                  </a:cubicBezTo>
                  <a:cubicBezTo>
                    <a:pt x="86886" y="182569"/>
                    <a:pt x="86153" y="181830"/>
                    <a:pt x="86153" y="180727"/>
                  </a:cubicBezTo>
                  <a:cubicBezTo>
                    <a:pt x="86153" y="180180"/>
                    <a:pt x="86153" y="179810"/>
                    <a:pt x="89652" y="176497"/>
                  </a:cubicBezTo>
                  <a:cubicBezTo>
                    <a:pt x="107686" y="158284"/>
                    <a:pt x="118178" y="129035"/>
                    <a:pt x="118178" y="90586"/>
                  </a:cubicBezTo>
                  <a:cubicBezTo>
                    <a:pt x="118178" y="59127"/>
                    <a:pt x="111370" y="26751"/>
                    <a:pt x="88544" y="3573"/>
                  </a:cubicBezTo>
                  <a:cubicBezTo>
                    <a:pt x="86153" y="1363"/>
                    <a:pt x="86153" y="993"/>
                    <a:pt x="86153" y="445"/>
                  </a:cubicBezTo>
                  <a:cubicBezTo>
                    <a:pt x="86153" y="-657"/>
                    <a:pt x="86886" y="-1395"/>
                    <a:pt x="87995" y="-1395"/>
                  </a:cubicBezTo>
                  <a:cubicBezTo>
                    <a:pt x="89832" y="-1395"/>
                    <a:pt x="106398" y="11117"/>
                    <a:pt x="117260" y="34479"/>
                  </a:cubicBezTo>
                  <a:cubicBezTo>
                    <a:pt x="126649" y="54712"/>
                    <a:pt x="128854" y="75131"/>
                    <a:pt x="128854" y="90586"/>
                  </a:cubicBezTo>
                  <a:close/>
                </a:path>
              </a:pathLst>
            </a:custGeom>
            <a:solidFill>
              <a:srgbClr val="000000"/>
            </a:solidFill>
            <a:ln w="27807" cap="flat">
              <a:noFill/>
              <a:prstDash val="solid"/>
              <a:miter/>
            </a:ln>
          </p:spPr>
          <p:txBody>
            <a:bodyPr/>
            <a:lstStyle/>
            <a:p>
              <a:endParaRPr lang="en-GB"/>
            </a:p>
          </p:txBody>
        </p:sp>
        <p:sp>
          <p:nvSpPr>
            <p:cNvPr id="488" name="Freeform: Shape 487">
              <a:extLst>
                <a:ext uri="{FF2B5EF4-FFF2-40B4-BE49-F238E27FC236}">
                  <a16:creationId xmlns:a16="http://schemas.microsoft.com/office/drawing/2014/main" id="{8668D9D9-313F-1A89-1280-C60167BD9328}"/>
                </a:ext>
              </a:extLst>
            </p:cNvPr>
            <p:cNvSpPr/>
            <p:nvPr>
              <p:custDataLst>
                <p:tags r:id="rId39"/>
              </p:custDataLst>
            </p:nvPr>
          </p:nvSpPr>
          <p:spPr>
            <a:xfrm flipV="1">
              <a:off x="11990424" y="-9439437"/>
              <a:ext cx="88901" cy="88670"/>
            </a:xfrm>
            <a:custGeom>
              <a:avLst/>
              <a:gdLst>
                <a:gd name="csX0" fmla="*/ 44543 w 88901"/>
                <a:gd name="csY0" fmla="*/ 48093 h 88670"/>
                <a:gd name="csX1" fmla="*/ 7732 w 88901"/>
                <a:gd name="csY1" fmla="*/ 84700 h 88670"/>
                <a:gd name="csX2" fmla="*/ 3678 w 88901"/>
                <a:gd name="csY2" fmla="*/ 87275 h 88670"/>
                <a:gd name="csX3" fmla="*/ 0 w 88901"/>
                <a:gd name="csY3" fmla="*/ 83599 h 88670"/>
                <a:gd name="csX4" fmla="*/ 2390 w 88901"/>
                <a:gd name="csY4" fmla="*/ 79916 h 88670"/>
                <a:gd name="csX5" fmla="*/ 39202 w 88901"/>
                <a:gd name="csY5" fmla="*/ 42940 h 88670"/>
                <a:gd name="csX6" fmla="*/ 2390 w 88901"/>
                <a:gd name="csY6" fmla="*/ 5963 h 88670"/>
                <a:gd name="csX7" fmla="*/ 0 w 88901"/>
                <a:gd name="csY7" fmla="*/ 2282 h 88670"/>
                <a:gd name="csX8" fmla="*/ 3678 w 88901"/>
                <a:gd name="csY8" fmla="*/ -1395 h 88670"/>
                <a:gd name="csX9" fmla="*/ 7732 w 88901"/>
                <a:gd name="csY9" fmla="*/ 1179 h 88670"/>
                <a:gd name="csX10" fmla="*/ 44358 w 88901"/>
                <a:gd name="csY10" fmla="*/ 37786 h 88670"/>
                <a:gd name="csX11" fmla="*/ 82457 w 88901"/>
                <a:gd name="csY11" fmla="*/ -293 h 88670"/>
                <a:gd name="csX12" fmla="*/ 85218 w 88901"/>
                <a:gd name="csY12" fmla="*/ -1395 h 88670"/>
                <a:gd name="csX13" fmla="*/ 88902 w 88901"/>
                <a:gd name="csY13" fmla="*/ 2282 h 88670"/>
                <a:gd name="csX14" fmla="*/ 88347 w 88901"/>
                <a:gd name="csY14" fmla="*/ 4307 h 88670"/>
                <a:gd name="csX15" fmla="*/ 49694 w 88901"/>
                <a:gd name="csY15" fmla="*/ 42940 h 88670"/>
                <a:gd name="csX16" fmla="*/ 83381 w 88901"/>
                <a:gd name="csY16" fmla="*/ 76604 h 88670"/>
                <a:gd name="csX17" fmla="*/ 87978 w 88901"/>
                <a:gd name="csY17" fmla="*/ 81204 h 88670"/>
                <a:gd name="csX18" fmla="*/ 88902 w 88901"/>
                <a:gd name="csY18" fmla="*/ 83599 h 88670"/>
                <a:gd name="csX19" fmla="*/ 85218 w 88901"/>
                <a:gd name="csY19" fmla="*/ 87275 h 88670"/>
                <a:gd name="csX20" fmla="*/ 80985 w 88901"/>
                <a:gd name="csY20" fmla="*/ 84516 h 88670"/>
                <a:gd name="csX21" fmla="*/ 44543 w 88901"/>
                <a:gd name="csY21" fmla="*/ 48093 h 886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8901" h="88670">
                  <a:moveTo>
                    <a:pt x="44543" y="48093"/>
                  </a:moveTo>
                  <a:lnTo>
                    <a:pt x="7732" y="84700"/>
                  </a:lnTo>
                  <a:cubicBezTo>
                    <a:pt x="5520" y="86905"/>
                    <a:pt x="5151" y="87275"/>
                    <a:pt x="3678" y="87275"/>
                  </a:cubicBezTo>
                  <a:cubicBezTo>
                    <a:pt x="1842" y="87275"/>
                    <a:pt x="0" y="85619"/>
                    <a:pt x="0" y="83599"/>
                  </a:cubicBezTo>
                  <a:cubicBezTo>
                    <a:pt x="0" y="82306"/>
                    <a:pt x="369" y="81942"/>
                    <a:pt x="2390" y="79916"/>
                  </a:cubicBezTo>
                  <a:lnTo>
                    <a:pt x="39202" y="42940"/>
                  </a:lnTo>
                  <a:lnTo>
                    <a:pt x="2390" y="5963"/>
                  </a:lnTo>
                  <a:cubicBezTo>
                    <a:pt x="369" y="3937"/>
                    <a:pt x="0" y="3575"/>
                    <a:pt x="0" y="2282"/>
                  </a:cubicBezTo>
                  <a:cubicBezTo>
                    <a:pt x="0" y="262"/>
                    <a:pt x="1842" y="-1395"/>
                    <a:pt x="3678" y="-1395"/>
                  </a:cubicBezTo>
                  <a:cubicBezTo>
                    <a:pt x="5151" y="-1395"/>
                    <a:pt x="5520" y="-1026"/>
                    <a:pt x="7732" y="1179"/>
                  </a:cubicBezTo>
                  <a:lnTo>
                    <a:pt x="44358" y="37786"/>
                  </a:lnTo>
                  <a:lnTo>
                    <a:pt x="82457" y="-293"/>
                  </a:lnTo>
                  <a:cubicBezTo>
                    <a:pt x="82827" y="-478"/>
                    <a:pt x="84115" y="-1395"/>
                    <a:pt x="85218" y="-1395"/>
                  </a:cubicBezTo>
                  <a:cubicBezTo>
                    <a:pt x="87429" y="-1395"/>
                    <a:pt x="88902" y="262"/>
                    <a:pt x="88902" y="2282"/>
                  </a:cubicBezTo>
                  <a:cubicBezTo>
                    <a:pt x="88902" y="2650"/>
                    <a:pt x="88902" y="3390"/>
                    <a:pt x="88347" y="4307"/>
                  </a:cubicBezTo>
                  <a:cubicBezTo>
                    <a:pt x="88162" y="4677"/>
                    <a:pt x="58898" y="33556"/>
                    <a:pt x="49694" y="42940"/>
                  </a:cubicBezTo>
                  <a:lnTo>
                    <a:pt x="83381" y="76604"/>
                  </a:lnTo>
                  <a:cubicBezTo>
                    <a:pt x="84299" y="77712"/>
                    <a:pt x="87059" y="80101"/>
                    <a:pt x="87978" y="81204"/>
                  </a:cubicBezTo>
                  <a:cubicBezTo>
                    <a:pt x="88162" y="81572"/>
                    <a:pt x="88902" y="82306"/>
                    <a:pt x="88902" y="83599"/>
                  </a:cubicBezTo>
                  <a:cubicBezTo>
                    <a:pt x="88902" y="85619"/>
                    <a:pt x="87429" y="87275"/>
                    <a:pt x="85218" y="87275"/>
                  </a:cubicBezTo>
                  <a:cubicBezTo>
                    <a:pt x="83745" y="87275"/>
                    <a:pt x="83012" y="86542"/>
                    <a:pt x="80985" y="84516"/>
                  </a:cubicBezTo>
                  <a:lnTo>
                    <a:pt x="44543" y="48093"/>
                  </a:lnTo>
                  <a:close/>
                </a:path>
              </a:pathLst>
            </a:custGeom>
            <a:solidFill>
              <a:srgbClr val="000000"/>
            </a:solidFill>
            <a:ln w="27807" cap="flat">
              <a:noFill/>
              <a:prstDash val="solid"/>
              <a:miter/>
            </a:ln>
          </p:spPr>
          <p:txBody>
            <a:bodyPr/>
            <a:lstStyle/>
            <a:p>
              <a:endParaRPr lang="en-GB"/>
            </a:p>
          </p:txBody>
        </p:sp>
        <p:sp>
          <p:nvSpPr>
            <p:cNvPr id="489" name="Freeform: Shape 488">
              <a:extLst>
                <a:ext uri="{FF2B5EF4-FFF2-40B4-BE49-F238E27FC236}">
                  <a16:creationId xmlns:a16="http://schemas.microsoft.com/office/drawing/2014/main" id="{8229513F-B7B5-9165-3EF8-6819CB93E533}"/>
                </a:ext>
              </a:extLst>
            </p:cNvPr>
            <p:cNvSpPr/>
            <p:nvPr>
              <p:custDataLst>
                <p:tags r:id="rId40"/>
              </p:custDataLst>
            </p:nvPr>
          </p:nvSpPr>
          <p:spPr>
            <a:xfrm flipV="1">
              <a:off x="12163843" y="-9471629"/>
              <a:ext cx="252373" cy="126563"/>
            </a:xfrm>
            <a:custGeom>
              <a:avLst/>
              <a:gdLst>
                <a:gd name="csX0" fmla="*/ 37735 w 252373"/>
                <a:gd name="csY0" fmla="*/ 120388 h 126563"/>
                <a:gd name="csX1" fmla="*/ 33497 w 252373"/>
                <a:gd name="csY1" fmla="*/ 125166 h 126563"/>
                <a:gd name="csX2" fmla="*/ 0 w 252373"/>
                <a:gd name="csY2" fmla="*/ 113394 h 126563"/>
                <a:gd name="csX3" fmla="*/ 0 w 252373"/>
                <a:gd name="csY3" fmla="*/ 107691 h 126563"/>
                <a:gd name="csX4" fmla="*/ 24114 w 252373"/>
                <a:gd name="csY4" fmla="*/ 112475 h 126563"/>
                <a:gd name="csX5" fmla="*/ 24114 w 252373"/>
                <a:gd name="csY5" fmla="*/ 17181 h 126563"/>
                <a:gd name="csX6" fmla="*/ 6992 w 252373"/>
                <a:gd name="csY6" fmla="*/ 8350 h 126563"/>
                <a:gd name="csX7" fmla="*/ 1103 w 252373"/>
                <a:gd name="csY7" fmla="*/ 8350 h 126563"/>
                <a:gd name="csX8" fmla="*/ 1103 w 252373"/>
                <a:gd name="csY8" fmla="*/ 2649 h 126563"/>
                <a:gd name="csX9" fmla="*/ 30921 w 252373"/>
                <a:gd name="csY9" fmla="*/ 3202 h 126563"/>
                <a:gd name="csX10" fmla="*/ 60740 w 252373"/>
                <a:gd name="csY10" fmla="*/ 2649 h 126563"/>
                <a:gd name="csX11" fmla="*/ 60740 w 252373"/>
                <a:gd name="csY11" fmla="*/ 8350 h 126563"/>
                <a:gd name="csX12" fmla="*/ 54851 w 252373"/>
                <a:gd name="csY12" fmla="*/ 8350 h 126563"/>
                <a:gd name="csX13" fmla="*/ 37735 w 252373"/>
                <a:gd name="csY13" fmla="*/ 17181 h 126563"/>
                <a:gd name="csX14" fmla="*/ 37735 w 252373"/>
                <a:gd name="csY14" fmla="*/ 120388 h 126563"/>
                <a:gd name="csX15" fmla="*/ 160330 w 252373"/>
                <a:gd name="csY15" fmla="*/ 61516 h 126563"/>
                <a:gd name="csX16" fmla="*/ 152968 w 252373"/>
                <a:gd name="csY16" fmla="*/ 104563 h 126563"/>
                <a:gd name="csX17" fmla="*/ 121677 w 252373"/>
                <a:gd name="csY17" fmla="*/ 125166 h 126563"/>
                <a:gd name="csX18" fmla="*/ 89652 w 252373"/>
                <a:gd name="csY18" fmla="*/ 103276 h 126563"/>
                <a:gd name="csX19" fmla="*/ 82839 w 252373"/>
                <a:gd name="csY19" fmla="*/ 61516 h 126563"/>
                <a:gd name="csX20" fmla="*/ 91125 w 252373"/>
                <a:gd name="csY20" fmla="*/ 17181 h 126563"/>
                <a:gd name="csX21" fmla="*/ 121492 w 252373"/>
                <a:gd name="csY21" fmla="*/ -1397 h 126563"/>
                <a:gd name="csX22" fmla="*/ 153522 w 252373"/>
                <a:gd name="csY22" fmla="*/ 19939 h 126563"/>
                <a:gd name="csX23" fmla="*/ 160330 w 252373"/>
                <a:gd name="csY23" fmla="*/ 61516 h 126563"/>
                <a:gd name="csX24" fmla="*/ 121492 w 252373"/>
                <a:gd name="csY24" fmla="*/ 2649 h 126563"/>
                <a:gd name="csX25" fmla="*/ 100139 w 252373"/>
                <a:gd name="csY25" fmla="*/ 24909 h 126563"/>
                <a:gd name="csX26" fmla="*/ 98118 w 252373"/>
                <a:gd name="csY26" fmla="*/ 63726 h 126563"/>
                <a:gd name="csX27" fmla="*/ 99590 w 252373"/>
                <a:gd name="csY27" fmla="*/ 97575 h 126563"/>
                <a:gd name="csX28" fmla="*/ 121492 w 252373"/>
                <a:gd name="csY28" fmla="*/ 121121 h 126563"/>
                <a:gd name="csX29" fmla="*/ 143209 w 252373"/>
                <a:gd name="csY29" fmla="*/ 99600 h 126563"/>
                <a:gd name="csX30" fmla="*/ 145052 w 252373"/>
                <a:gd name="csY30" fmla="*/ 63726 h 126563"/>
                <a:gd name="csX31" fmla="*/ 143030 w 252373"/>
                <a:gd name="csY31" fmla="*/ 25641 h 126563"/>
                <a:gd name="csX32" fmla="*/ 121492 w 252373"/>
                <a:gd name="csY32" fmla="*/ 2649 h 126563"/>
                <a:gd name="csX33" fmla="*/ 252373 w 252373"/>
                <a:gd name="csY33" fmla="*/ 61516 h 126563"/>
                <a:gd name="csX34" fmla="*/ 245011 w 252373"/>
                <a:gd name="csY34" fmla="*/ 104563 h 126563"/>
                <a:gd name="csX35" fmla="*/ 213719 w 252373"/>
                <a:gd name="csY35" fmla="*/ 125166 h 126563"/>
                <a:gd name="csX36" fmla="*/ 181695 w 252373"/>
                <a:gd name="csY36" fmla="*/ 103276 h 126563"/>
                <a:gd name="csX37" fmla="*/ 174882 w 252373"/>
                <a:gd name="csY37" fmla="*/ 61516 h 126563"/>
                <a:gd name="csX38" fmla="*/ 183168 w 252373"/>
                <a:gd name="csY38" fmla="*/ 17181 h 126563"/>
                <a:gd name="csX39" fmla="*/ 213534 w 252373"/>
                <a:gd name="csY39" fmla="*/ -1397 h 126563"/>
                <a:gd name="csX40" fmla="*/ 245566 w 252373"/>
                <a:gd name="csY40" fmla="*/ 19939 h 126563"/>
                <a:gd name="csX41" fmla="*/ 252373 w 252373"/>
                <a:gd name="csY41" fmla="*/ 61516 h 126563"/>
                <a:gd name="csX42" fmla="*/ 213534 w 252373"/>
                <a:gd name="csY42" fmla="*/ 2649 h 126563"/>
                <a:gd name="csX43" fmla="*/ 192181 w 252373"/>
                <a:gd name="csY43" fmla="*/ 24909 h 126563"/>
                <a:gd name="csX44" fmla="*/ 190160 w 252373"/>
                <a:gd name="csY44" fmla="*/ 63726 h 126563"/>
                <a:gd name="csX45" fmla="*/ 191633 w 252373"/>
                <a:gd name="csY45" fmla="*/ 97575 h 126563"/>
                <a:gd name="csX46" fmla="*/ 213534 w 252373"/>
                <a:gd name="csY46" fmla="*/ 121121 h 126563"/>
                <a:gd name="csX47" fmla="*/ 235253 w 252373"/>
                <a:gd name="csY47" fmla="*/ 99600 h 126563"/>
                <a:gd name="csX48" fmla="*/ 237094 w 252373"/>
                <a:gd name="csY48" fmla="*/ 63726 h 126563"/>
                <a:gd name="csX49" fmla="*/ 235074 w 252373"/>
                <a:gd name="csY49" fmla="*/ 25641 h 126563"/>
                <a:gd name="csX50" fmla="*/ 213534 w 252373"/>
                <a:gd name="csY50" fmla="*/ 2649 h 126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252373" h="126563">
                  <a:moveTo>
                    <a:pt x="37735" y="120388"/>
                  </a:moveTo>
                  <a:cubicBezTo>
                    <a:pt x="37735" y="124803"/>
                    <a:pt x="37735" y="125166"/>
                    <a:pt x="33497" y="125166"/>
                  </a:cubicBezTo>
                  <a:cubicBezTo>
                    <a:pt x="22087" y="113394"/>
                    <a:pt x="5890" y="113394"/>
                    <a:pt x="0" y="113394"/>
                  </a:cubicBezTo>
                  <a:lnTo>
                    <a:pt x="0" y="107691"/>
                  </a:lnTo>
                  <a:cubicBezTo>
                    <a:pt x="3678" y="107691"/>
                    <a:pt x="14540" y="107691"/>
                    <a:pt x="24114" y="112475"/>
                  </a:cubicBezTo>
                  <a:lnTo>
                    <a:pt x="24114" y="17181"/>
                  </a:lnTo>
                  <a:cubicBezTo>
                    <a:pt x="24114" y="10561"/>
                    <a:pt x="23559" y="8350"/>
                    <a:pt x="6992" y="8350"/>
                  </a:cubicBezTo>
                  <a:lnTo>
                    <a:pt x="1103" y="8350"/>
                  </a:lnTo>
                  <a:lnTo>
                    <a:pt x="1103" y="2649"/>
                  </a:lnTo>
                  <a:cubicBezTo>
                    <a:pt x="7547" y="3202"/>
                    <a:pt x="23559" y="3202"/>
                    <a:pt x="30921" y="3202"/>
                  </a:cubicBezTo>
                  <a:cubicBezTo>
                    <a:pt x="38284" y="3202"/>
                    <a:pt x="54296" y="3202"/>
                    <a:pt x="60740" y="2649"/>
                  </a:cubicBezTo>
                  <a:lnTo>
                    <a:pt x="60740" y="8350"/>
                  </a:lnTo>
                  <a:lnTo>
                    <a:pt x="54851" y="8350"/>
                  </a:lnTo>
                  <a:cubicBezTo>
                    <a:pt x="38284" y="8350"/>
                    <a:pt x="37735" y="10377"/>
                    <a:pt x="37735" y="17181"/>
                  </a:cubicBezTo>
                  <a:lnTo>
                    <a:pt x="37735" y="120388"/>
                  </a:lnTo>
                  <a:close/>
                  <a:moveTo>
                    <a:pt x="160330" y="61516"/>
                  </a:moveTo>
                  <a:cubicBezTo>
                    <a:pt x="160330" y="76232"/>
                    <a:pt x="159412" y="90949"/>
                    <a:pt x="152968" y="104563"/>
                  </a:cubicBezTo>
                  <a:cubicBezTo>
                    <a:pt x="144503" y="122223"/>
                    <a:pt x="129408" y="125166"/>
                    <a:pt x="121677" y="125166"/>
                  </a:cubicBezTo>
                  <a:cubicBezTo>
                    <a:pt x="110631" y="125166"/>
                    <a:pt x="97193" y="120388"/>
                    <a:pt x="89652" y="103276"/>
                  </a:cubicBezTo>
                  <a:cubicBezTo>
                    <a:pt x="83762" y="90585"/>
                    <a:pt x="82839" y="76232"/>
                    <a:pt x="82839" y="61516"/>
                  </a:cubicBezTo>
                  <a:cubicBezTo>
                    <a:pt x="82839" y="47722"/>
                    <a:pt x="83577" y="31165"/>
                    <a:pt x="91125" y="17181"/>
                  </a:cubicBezTo>
                  <a:cubicBezTo>
                    <a:pt x="99036" y="2279"/>
                    <a:pt x="112472" y="-1397"/>
                    <a:pt x="121492" y="-1397"/>
                  </a:cubicBezTo>
                  <a:cubicBezTo>
                    <a:pt x="131429" y="-1397"/>
                    <a:pt x="145421" y="2464"/>
                    <a:pt x="153522" y="19939"/>
                  </a:cubicBezTo>
                  <a:cubicBezTo>
                    <a:pt x="159412" y="32636"/>
                    <a:pt x="160330" y="46984"/>
                    <a:pt x="160330" y="61516"/>
                  </a:cubicBezTo>
                  <a:close/>
                  <a:moveTo>
                    <a:pt x="121492" y="2649"/>
                  </a:moveTo>
                  <a:cubicBezTo>
                    <a:pt x="114314" y="2649"/>
                    <a:pt x="103453" y="7249"/>
                    <a:pt x="100139" y="24909"/>
                  </a:cubicBezTo>
                  <a:cubicBezTo>
                    <a:pt x="98118" y="35948"/>
                    <a:pt x="98118" y="52870"/>
                    <a:pt x="98118" y="63726"/>
                  </a:cubicBezTo>
                  <a:cubicBezTo>
                    <a:pt x="98118" y="75500"/>
                    <a:pt x="98118" y="87642"/>
                    <a:pt x="99590" y="97575"/>
                  </a:cubicBezTo>
                  <a:cubicBezTo>
                    <a:pt x="103089" y="119465"/>
                    <a:pt x="116890" y="121121"/>
                    <a:pt x="121492" y="121121"/>
                  </a:cubicBezTo>
                  <a:cubicBezTo>
                    <a:pt x="127567" y="121121"/>
                    <a:pt x="139716" y="117808"/>
                    <a:pt x="143209" y="99600"/>
                  </a:cubicBezTo>
                  <a:cubicBezTo>
                    <a:pt x="145052" y="89299"/>
                    <a:pt x="145052" y="75315"/>
                    <a:pt x="145052" y="63726"/>
                  </a:cubicBezTo>
                  <a:cubicBezTo>
                    <a:pt x="145052" y="49927"/>
                    <a:pt x="145052" y="37421"/>
                    <a:pt x="143030" y="25641"/>
                  </a:cubicBezTo>
                  <a:cubicBezTo>
                    <a:pt x="140265" y="8166"/>
                    <a:pt x="129778" y="2649"/>
                    <a:pt x="121492" y="2649"/>
                  </a:cubicBezTo>
                  <a:close/>
                  <a:moveTo>
                    <a:pt x="252373" y="61516"/>
                  </a:moveTo>
                  <a:cubicBezTo>
                    <a:pt x="252373" y="76232"/>
                    <a:pt x="251455" y="90949"/>
                    <a:pt x="245011" y="104563"/>
                  </a:cubicBezTo>
                  <a:cubicBezTo>
                    <a:pt x="236547" y="122223"/>
                    <a:pt x="221452" y="125166"/>
                    <a:pt x="213719" y="125166"/>
                  </a:cubicBezTo>
                  <a:cubicBezTo>
                    <a:pt x="202673" y="125166"/>
                    <a:pt x="189236" y="120388"/>
                    <a:pt x="181695" y="103276"/>
                  </a:cubicBezTo>
                  <a:cubicBezTo>
                    <a:pt x="175806" y="90585"/>
                    <a:pt x="174882" y="76232"/>
                    <a:pt x="174882" y="61516"/>
                  </a:cubicBezTo>
                  <a:cubicBezTo>
                    <a:pt x="174882" y="47722"/>
                    <a:pt x="175621" y="31165"/>
                    <a:pt x="183168" y="17181"/>
                  </a:cubicBezTo>
                  <a:cubicBezTo>
                    <a:pt x="191078" y="2279"/>
                    <a:pt x="204515" y="-1397"/>
                    <a:pt x="213534" y="-1397"/>
                  </a:cubicBezTo>
                  <a:cubicBezTo>
                    <a:pt x="223474" y="-1397"/>
                    <a:pt x="237463" y="2464"/>
                    <a:pt x="245566" y="19939"/>
                  </a:cubicBezTo>
                  <a:cubicBezTo>
                    <a:pt x="251455" y="32636"/>
                    <a:pt x="252373" y="46984"/>
                    <a:pt x="252373" y="61516"/>
                  </a:cubicBezTo>
                  <a:close/>
                  <a:moveTo>
                    <a:pt x="213534" y="2649"/>
                  </a:moveTo>
                  <a:cubicBezTo>
                    <a:pt x="206358" y="2649"/>
                    <a:pt x="195496" y="7249"/>
                    <a:pt x="192181" y="24909"/>
                  </a:cubicBezTo>
                  <a:cubicBezTo>
                    <a:pt x="190160" y="35948"/>
                    <a:pt x="190160" y="52870"/>
                    <a:pt x="190160" y="63726"/>
                  </a:cubicBezTo>
                  <a:cubicBezTo>
                    <a:pt x="190160" y="75500"/>
                    <a:pt x="190160" y="87642"/>
                    <a:pt x="191633" y="97575"/>
                  </a:cubicBezTo>
                  <a:cubicBezTo>
                    <a:pt x="195132" y="119465"/>
                    <a:pt x="208933" y="121121"/>
                    <a:pt x="213534" y="121121"/>
                  </a:cubicBezTo>
                  <a:cubicBezTo>
                    <a:pt x="219610" y="121121"/>
                    <a:pt x="231759" y="117808"/>
                    <a:pt x="235253" y="99600"/>
                  </a:cubicBezTo>
                  <a:cubicBezTo>
                    <a:pt x="237094" y="89299"/>
                    <a:pt x="237094" y="75315"/>
                    <a:pt x="237094" y="63726"/>
                  </a:cubicBezTo>
                  <a:cubicBezTo>
                    <a:pt x="237094" y="49927"/>
                    <a:pt x="237094" y="37421"/>
                    <a:pt x="235074" y="25641"/>
                  </a:cubicBezTo>
                  <a:cubicBezTo>
                    <a:pt x="232308" y="8166"/>
                    <a:pt x="221822" y="2649"/>
                    <a:pt x="213534" y="2649"/>
                  </a:cubicBezTo>
                  <a:close/>
                </a:path>
              </a:pathLst>
            </a:custGeom>
            <a:solidFill>
              <a:srgbClr val="000000"/>
            </a:solidFill>
            <a:ln w="27807" cap="flat">
              <a:noFill/>
              <a:prstDash val="solid"/>
              <a:miter/>
            </a:ln>
          </p:spPr>
          <p:txBody>
            <a:bodyPr/>
            <a:lstStyle/>
            <a:p>
              <a:endParaRPr lang="en-GB"/>
            </a:p>
          </p:txBody>
        </p:sp>
        <p:sp>
          <p:nvSpPr>
            <p:cNvPr id="490" name="Freeform: Shape 489">
              <a:extLst>
                <a:ext uri="{FF2B5EF4-FFF2-40B4-BE49-F238E27FC236}">
                  <a16:creationId xmlns:a16="http://schemas.microsoft.com/office/drawing/2014/main" id="{D536F0B9-EB94-D243-B202-C1C6AF5898E5}"/>
                </a:ext>
              </a:extLst>
            </p:cNvPr>
            <p:cNvSpPr/>
            <p:nvPr>
              <p:custDataLst>
                <p:tags r:id="rId41"/>
              </p:custDataLst>
            </p:nvPr>
          </p:nvSpPr>
          <p:spPr>
            <a:xfrm flipV="1">
              <a:off x="12484847" y="-9416624"/>
              <a:ext cx="122403" cy="43048"/>
            </a:xfrm>
            <a:custGeom>
              <a:avLst/>
              <a:gdLst>
                <a:gd name="csX0" fmla="*/ 116144 w 122403"/>
                <a:gd name="csY0" fmla="*/ 34295 h 43048"/>
                <a:gd name="csX1" fmla="*/ 122403 w 122403"/>
                <a:gd name="csY1" fmla="*/ 37977 h 43048"/>
                <a:gd name="csX2" fmla="*/ 116329 w 122403"/>
                <a:gd name="csY2" fmla="*/ 41654 h 43048"/>
                <a:gd name="csX3" fmla="*/ 6073 w 122403"/>
                <a:gd name="csY3" fmla="*/ 41654 h 43048"/>
                <a:gd name="csX4" fmla="*/ 0 w 122403"/>
                <a:gd name="csY4" fmla="*/ 37977 h 43048"/>
                <a:gd name="csX5" fmla="*/ 6258 w 122403"/>
                <a:gd name="csY5" fmla="*/ 34295 h 43048"/>
                <a:gd name="csX6" fmla="*/ 116144 w 122403"/>
                <a:gd name="csY6" fmla="*/ 34295 h 43048"/>
                <a:gd name="csX7" fmla="*/ 116329 w 122403"/>
                <a:gd name="csY7" fmla="*/ -1395 h 43048"/>
                <a:gd name="csX8" fmla="*/ 122403 w 122403"/>
                <a:gd name="csY8" fmla="*/ 2287 h 43048"/>
                <a:gd name="csX9" fmla="*/ 116144 w 122403"/>
                <a:gd name="csY9" fmla="*/ 5970 h 43048"/>
                <a:gd name="csX10" fmla="*/ 6258 w 122403"/>
                <a:gd name="csY10" fmla="*/ 5970 h 43048"/>
                <a:gd name="csX11" fmla="*/ 0 w 122403"/>
                <a:gd name="csY11" fmla="*/ 2287 h 43048"/>
                <a:gd name="csX12" fmla="*/ 6073 w 122403"/>
                <a:gd name="csY12" fmla="*/ -1395 h 43048"/>
                <a:gd name="csX13" fmla="*/ 116329 w 122403"/>
                <a:gd name="csY13" fmla="*/ -1395 h 43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2403" h="43048">
                  <a:moveTo>
                    <a:pt x="116144" y="34295"/>
                  </a:moveTo>
                  <a:cubicBezTo>
                    <a:pt x="118905" y="34295"/>
                    <a:pt x="122403" y="34295"/>
                    <a:pt x="122403" y="37977"/>
                  </a:cubicBezTo>
                  <a:cubicBezTo>
                    <a:pt x="122403" y="41654"/>
                    <a:pt x="118905" y="41654"/>
                    <a:pt x="116329" y="41654"/>
                  </a:cubicBezTo>
                  <a:lnTo>
                    <a:pt x="6073" y="41654"/>
                  </a:lnTo>
                  <a:cubicBezTo>
                    <a:pt x="3498" y="41654"/>
                    <a:pt x="0" y="41654"/>
                    <a:pt x="0" y="37977"/>
                  </a:cubicBezTo>
                  <a:cubicBezTo>
                    <a:pt x="0" y="34295"/>
                    <a:pt x="3498" y="34295"/>
                    <a:pt x="6258" y="34295"/>
                  </a:cubicBezTo>
                  <a:lnTo>
                    <a:pt x="116144" y="34295"/>
                  </a:lnTo>
                  <a:close/>
                  <a:moveTo>
                    <a:pt x="116329" y="-1395"/>
                  </a:moveTo>
                  <a:cubicBezTo>
                    <a:pt x="118905" y="-1395"/>
                    <a:pt x="122403" y="-1395"/>
                    <a:pt x="122403" y="2287"/>
                  </a:cubicBezTo>
                  <a:cubicBezTo>
                    <a:pt x="122403" y="5970"/>
                    <a:pt x="118905" y="5970"/>
                    <a:pt x="116144" y="5970"/>
                  </a:cubicBezTo>
                  <a:lnTo>
                    <a:pt x="6258" y="5970"/>
                  </a:lnTo>
                  <a:cubicBezTo>
                    <a:pt x="3498" y="5970"/>
                    <a:pt x="0" y="5970"/>
                    <a:pt x="0" y="2287"/>
                  </a:cubicBezTo>
                  <a:cubicBezTo>
                    <a:pt x="0" y="-1395"/>
                    <a:pt x="3498" y="-1395"/>
                    <a:pt x="6073" y="-1395"/>
                  </a:cubicBezTo>
                  <a:lnTo>
                    <a:pt x="116329" y="-1395"/>
                  </a:lnTo>
                  <a:close/>
                </a:path>
              </a:pathLst>
            </a:custGeom>
            <a:solidFill>
              <a:srgbClr val="000000"/>
            </a:solidFill>
            <a:ln w="27807" cap="flat">
              <a:noFill/>
              <a:prstDash val="solid"/>
              <a:miter/>
            </a:ln>
          </p:spPr>
          <p:txBody>
            <a:bodyPr/>
            <a:lstStyle/>
            <a:p>
              <a:endParaRPr lang="en-GB"/>
            </a:p>
          </p:txBody>
        </p:sp>
        <p:sp>
          <p:nvSpPr>
            <p:cNvPr id="491" name="Freeform: Shape 490">
              <a:extLst>
                <a:ext uri="{FF2B5EF4-FFF2-40B4-BE49-F238E27FC236}">
                  <a16:creationId xmlns:a16="http://schemas.microsoft.com/office/drawing/2014/main" id="{4DCADE57-72E1-C483-9950-24C740CA8C64}"/>
                </a:ext>
              </a:extLst>
            </p:cNvPr>
            <p:cNvSpPr/>
            <p:nvPr>
              <p:custDataLst>
                <p:tags r:id="rId42"/>
              </p:custDataLst>
            </p:nvPr>
          </p:nvSpPr>
          <p:spPr>
            <a:xfrm flipV="1">
              <a:off x="12685084" y="-9471629"/>
              <a:ext cx="251818" cy="126563"/>
            </a:xfrm>
            <a:custGeom>
              <a:avLst/>
              <a:gdLst>
                <a:gd name="csX0" fmla="*/ 37736 w 251818"/>
                <a:gd name="csY0" fmla="*/ 120388 h 126563"/>
                <a:gd name="csX1" fmla="*/ 33497 w 251818"/>
                <a:gd name="csY1" fmla="*/ 125166 h 126563"/>
                <a:gd name="csX2" fmla="*/ 0 w 251818"/>
                <a:gd name="csY2" fmla="*/ 113394 h 126563"/>
                <a:gd name="csX3" fmla="*/ 0 w 251818"/>
                <a:gd name="csY3" fmla="*/ 107691 h 126563"/>
                <a:gd name="csX4" fmla="*/ 24114 w 251818"/>
                <a:gd name="csY4" fmla="*/ 112475 h 126563"/>
                <a:gd name="csX5" fmla="*/ 24114 w 251818"/>
                <a:gd name="csY5" fmla="*/ 17181 h 126563"/>
                <a:gd name="csX6" fmla="*/ 6992 w 251818"/>
                <a:gd name="csY6" fmla="*/ 8350 h 126563"/>
                <a:gd name="csX7" fmla="*/ 1104 w 251818"/>
                <a:gd name="csY7" fmla="*/ 8350 h 126563"/>
                <a:gd name="csX8" fmla="*/ 1104 w 251818"/>
                <a:gd name="csY8" fmla="*/ 2649 h 126563"/>
                <a:gd name="csX9" fmla="*/ 30921 w 251818"/>
                <a:gd name="csY9" fmla="*/ 3202 h 126563"/>
                <a:gd name="csX10" fmla="*/ 60741 w 251818"/>
                <a:gd name="csY10" fmla="*/ 2649 h 126563"/>
                <a:gd name="csX11" fmla="*/ 60741 w 251818"/>
                <a:gd name="csY11" fmla="*/ 8350 h 126563"/>
                <a:gd name="csX12" fmla="*/ 54850 w 251818"/>
                <a:gd name="csY12" fmla="*/ 8350 h 126563"/>
                <a:gd name="csX13" fmla="*/ 37736 w 251818"/>
                <a:gd name="csY13" fmla="*/ 17181 h 126563"/>
                <a:gd name="csX14" fmla="*/ 37736 w 251818"/>
                <a:gd name="csY14" fmla="*/ 120388 h 126563"/>
                <a:gd name="csX15" fmla="*/ 99036 w 251818"/>
                <a:gd name="csY15" fmla="*/ 16811 h 126563"/>
                <a:gd name="csX16" fmla="*/ 118547 w 251818"/>
                <a:gd name="csY16" fmla="*/ 35764 h 126563"/>
                <a:gd name="csX17" fmla="*/ 158304 w 251818"/>
                <a:gd name="csY17" fmla="*/ 89477 h 126563"/>
                <a:gd name="csX18" fmla="*/ 119286 w 251818"/>
                <a:gd name="csY18" fmla="*/ 125166 h 126563"/>
                <a:gd name="csX19" fmla="*/ 84865 w 251818"/>
                <a:gd name="csY19" fmla="*/ 91872 h 126563"/>
                <a:gd name="csX20" fmla="*/ 94618 w 251818"/>
                <a:gd name="csY20" fmla="*/ 81571 h 126563"/>
                <a:gd name="csX21" fmla="*/ 104191 w 251818"/>
                <a:gd name="csY21" fmla="*/ 91319 h 126563"/>
                <a:gd name="csX22" fmla="*/ 94433 w 251818"/>
                <a:gd name="csY22" fmla="*/ 100886 h 126563"/>
                <a:gd name="csX23" fmla="*/ 92042 w 251818"/>
                <a:gd name="csY23" fmla="*/ 100703 h 126563"/>
                <a:gd name="csX24" fmla="*/ 116889 w 251818"/>
                <a:gd name="csY24" fmla="*/ 119465 h 126563"/>
                <a:gd name="csX25" fmla="*/ 141558 w 251818"/>
                <a:gd name="csY25" fmla="*/ 89477 h 126563"/>
                <a:gd name="csX26" fmla="*/ 122232 w 251818"/>
                <a:gd name="csY26" fmla="*/ 48824 h 126563"/>
                <a:gd name="csX27" fmla="*/ 86887 w 251818"/>
                <a:gd name="csY27" fmla="*/ 9453 h 126563"/>
                <a:gd name="csX28" fmla="*/ 84865 w 251818"/>
                <a:gd name="csY28" fmla="*/ 2649 h 126563"/>
                <a:gd name="csX29" fmla="*/ 153153 w 251818"/>
                <a:gd name="csY29" fmla="*/ 2649 h 126563"/>
                <a:gd name="csX30" fmla="*/ 158304 w 251818"/>
                <a:gd name="csY30" fmla="*/ 34656 h 126563"/>
                <a:gd name="csX31" fmla="*/ 153701 w 251818"/>
                <a:gd name="csY31" fmla="*/ 34656 h 126563"/>
                <a:gd name="csX32" fmla="*/ 149655 w 251818"/>
                <a:gd name="csY32" fmla="*/ 18283 h 126563"/>
                <a:gd name="csX33" fmla="*/ 132169 w 251818"/>
                <a:gd name="csY33" fmla="*/ 16811 h 126563"/>
                <a:gd name="csX34" fmla="*/ 99036 w 251818"/>
                <a:gd name="csY34" fmla="*/ 16811 h 126563"/>
                <a:gd name="csX35" fmla="*/ 221083 w 251818"/>
                <a:gd name="csY35" fmla="*/ 67402 h 126563"/>
                <a:gd name="csX36" fmla="*/ 246854 w 251818"/>
                <a:gd name="csY36" fmla="*/ 99778 h 126563"/>
                <a:gd name="csX37" fmla="*/ 212980 w 251818"/>
                <a:gd name="csY37" fmla="*/ 125166 h 126563"/>
                <a:gd name="csX38" fmla="*/ 180402 w 251818"/>
                <a:gd name="csY38" fmla="*/ 100148 h 126563"/>
                <a:gd name="csX39" fmla="*/ 189790 w 251818"/>
                <a:gd name="csY39" fmla="*/ 90585 h 126563"/>
                <a:gd name="csX40" fmla="*/ 199181 w 251818"/>
                <a:gd name="csY40" fmla="*/ 99963 h 126563"/>
                <a:gd name="csX41" fmla="*/ 187765 w 251818"/>
                <a:gd name="csY41" fmla="*/ 109163 h 126563"/>
                <a:gd name="csX42" fmla="*/ 212248 w 251818"/>
                <a:gd name="csY42" fmla="*/ 120567 h 126563"/>
                <a:gd name="csX43" fmla="*/ 229917 w 251818"/>
                <a:gd name="csY43" fmla="*/ 99963 h 126563"/>
                <a:gd name="csX44" fmla="*/ 224767 w 251818"/>
                <a:gd name="csY44" fmla="*/ 78991 h 126563"/>
                <a:gd name="csX45" fmla="*/ 208384 w 251818"/>
                <a:gd name="csY45" fmla="*/ 69427 h 126563"/>
                <a:gd name="csX46" fmla="*/ 201200 w 251818"/>
                <a:gd name="csY46" fmla="*/ 68874 h 126563"/>
                <a:gd name="csX47" fmla="*/ 198442 w 251818"/>
                <a:gd name="csY47" fmla="*/ 66669 h 126563"/>
                <a:gd name="csX48" fmla="*/ 202858 w 251818"/>
                <a:gd name="csY48" fmla="*/ 64644 h 126563"/>
                <a:gd name="csX49" fmla="*/ 210960 w 251818"/>
                <a:gd name="csY49" fmla="*/ 64644 h 126563"/>
                <a:gd name="csX50" fmla="*/ 232862 w 251818"/>
                <a:gd name="csY50" fmla="*/ 34108 h 126563"/>
                <a:gd name="csX51" fmla="*/ 212064 w 251818"/>
                <a:gd name="csY51" fmla="*/ 3751 h 126563"/>
                <a:gd name="csX52" fmla="*/ 183901 w 251818"/>
                <a:gd name="csY52" fmla="*/ 17735 h 126563"/>
                <a:gd name="csX53" fmla="*/ 196051 w 251818"/>
                <a:gd name="csY53" fmla="*/ 27852 h 126563"/>
                <a:gd name="csX54" fmla="*/ 185744 w 251818"/>
                <a:gd name="csY54" fmla="*/ 38153 h 126563"/>
                <a:gd name="csX55" fmla="*/ 175437 w 251818"/>
                <a:gd name="csY55" fmla="*/ 27482 h 126563"/>
                <a:gd name="csX56" fmla="*/ 212618 w 251818"/>
                <a:gd name="csY56" fmla="*/ -1397 h 126563"/>
                <a:gd name="csX57" fmla="*/ 251819 w 251818"/>
                <a:gd name="csY57" fmla="*/ 34108 h 126563"/>
                <a:gd name="csX58" fmla="*/ 221083 w 251818"/>
                <a:gd name="csY58" fmla="*/ 67402 h 126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Lst>
              <a:rect l="l" t="t" r="r" b="b"/>
              <a:pathLst>
                <a:path w="251818" h="126563">
                  <a:moveTo>
                    <a:pt x="37736" y="120388"/>
                  </a:moveTo>
                  <a:cubicBezTo>
                    <a:pt x="37736" y="124803"/>
                    <a:pt x="37736" y="125166"/>
                    <a:pt x="33497" y="125166"/>
                  </a:cubicBezTo>
                  <a:cubicBezTo>
                    <a:pt x="22087" y="113394"/>
                    <a:pt x="5889" y="113394"/>
                    <a:pt x="0" y="113394"/>
                  </a:cubicBezTo>
                  <a:lnTo>
                    <a:pt x="0" y="107691"/>
                  </a:lnTo>
                  <a:cubicBezTo>
                    <a:pt x="3679" y="107691"/>
                    <a:pt x="14540" y="107691"/>
                    <a:pt x="24114" y="112475"/>
                  </a:cubicBezTo>
                  <a:lnTo>
                    <a:pt x="24114" y="17181"/>
                  </a:lnTo>
                  <a:cubicBezTo>
                    <a:pt x="24114" y="10561"/>
                    <a:pt x="23560" y="8350"/>
                    <a:pt x="6992" y="8350"/>
                  </a:cubicBezTo>
                  <a:lnTo>
                    <a:pt x="1104" y="8350"/>
                  </a:lnTo>
                  <a:lnTo>
                    <a:pt x="1104" y="2649"/>
                  </a:lnTo>
                  <a:cubicBezTo>
                    <a:pt x="7547" y="3202"/>
                    <a:pt x="23560" y="3202"/>
                    <a:pt x="30921" y="3202"/>
                  </a:cubicBezTo>
                  <a:cubicBezTo>
                    <a:pt x="38284" y="3202"/>
                    <a:pt x="54296" y="3202"/>
                    <a:pt x="60741" y="2649"/>
                  </a:cubicBezTo>
                  <a:lnTo>
                    <a:pt x="60741" y="8350"/>
                  </a:lnTo>
                  <a:lnTo>
                    <a:pt x="54850" y="8350"/>
                  </a:lnTo>
                  <a:cubicBezTo>
                    <a:pt x="38284" y="8350"/>
                    <a:pt x="37736" y="10377"/>
                    <a:pt x="37736" y="17181"/>
                  </a:cubicBezTo>
                  <a:lnTo>
                    <a:pt x="37736" y="120388"/>
                  </a:lnTo>
                  <a:close/>
                  <a:moveTo>
                    <a:pt x="99036" y="16811"/>
                  </a:moveTo>
                  <a:lnTo>
                    <a:pt x="118547" y="35764"/>
                  </a:lnTo>
                  <a:cubicBezTo>
                    <a:pt x="147263" y="61152"/>
                    <a:pt x="158304" y="71084"/>
                    <a:pt x="158304" y="89477"/>
                  </a:cubicBezTo>
                  <a:cubicBezTo>
                    <a:pt x="158304" y="110450"/>
                    <a:pt x="141737" y="125166"/>
                    <a:pt x="119286" y="125166"/>
                  </a:cubicBezTo>
                  <a:cubicBezTo>
                    <a:pt x="98487" y="125166"/>
                    <a:pt x="84865" y="108246"/>
                    <a:pt x="84865" y="91872"/>
                  </a:cubicBezTo>
                  <a:cubicBezTo>
                    <a:pt x="84865" y="81571"/>
                    <a:pt x="94069" y="81571"/>
                    <a:pt x="94618" y="81571"/>
                  </a:cubicBezTo>
                  <a:cubicBezTo>
                    <a:pt x="97748" y="81571"/>
                    <a:pt x="104191" y="83776"/>
                    <a:pt x="104191" y="91319"/>
                  </a:cubicBezTo>
                  <a:cubicBezTo>
                    <a:pt x="104191" y="96103"/>
                    <a:pt x="100878" y="100886"/>
                    <a:pt x="94433" y="100886"/>
                  </a:cubicBezTo>
                  <a:cubicBezTo>
                    <a:pt x="92961" y="100886"/>
                    <a:pt x="92596" y="100886"/>
                    <a:pt x="92042" y="100703"/>
                  </a:cubicBezTo>
                  <a:cubicBezTo>
                    <a:pt x="96275" y="112660"/>
                    <a:pt x="106213" y="119465"/>
                    <a:pt x="116889" y="119465"/>
                  </a:cubicBezTo>
                  <a:cubicBezTo>
                    <a:pt x="133642" y="119465"/>
                    <a:pt x="141558" y="104563"/>
                    <a:pt x="141558" y="89477"/>
                  </a:cubicBezTo>
                  <a:cubicBezTo>
                    <a:pt x="141558" y="74760"/>
                    <a:pt x="132354" y="60228"/>
                    <a:pt x="122232" y="48824"/>
                  </a:cubicBezTo>
                  <a:lnTo>
                    <a:pt x="86887" y="9453"/>
                  </a:lnTo>
                  <a:cubicBezTo>
                    <a:pt x="84865" y="7433"/>
                    <a:pt x="84865" y="7064"/>
                    <a:pt x="84865" y="2649"/>
                  </a:cubicBezTo>
                  <a:lnTo>
                    <a:pt x="153153" y="2649"/>
                  </a:lnTo>
                  <a:lnTo>
                    <a:pt x="158304" y="34656"/>
                  </a:lnTo>
                  <a:lnTo>
                    <a:pt x="153701" y="34656"/>
                  </a:lnTo>
                  <a:cubicBezTo>
                    <a:pt x="152783" y="29139"/>
                    <a:pt x="151495" y="21047"/>
                    <a:pt x="149655" y="18283"/>
                  </a:cubicBezTo>
                  <a:cubicBezTo>
                    <a:pt x="148367" y="16811"/>
                    <a:pt x="136217" y="16811"/>
                    <a:pt x="132169" y="16811"/>
                  </a:cubicBezTo>
                  <a:lnTo>
                    <a:pt x="99036" y="16811"/>
                  </a:lnTo>
                  <a:close/>
                  <a:moveTo>
                    <a:pt x="221083" y="67402"/>
                  </a:moveTo>
                  <a:cubicBezTo>
                    <a:pt x="236177" y="72372"/>
                    <a:pt x="246854" y="85247"/>
                    <a:pt x="246854" y="99778"/>
                  </a:cubicBezTo>
                  <a:cubicBezTo>
                    <a:pt x="246854" y="114865"/>
                    <a:pt x="230656" y="125166"/>
                    <a:pt x="212980" y="125166"/>
                  </a:cubicBezTo>
                  <a:cubicBezTo>
                    <a:pt x="194393" y="125166"/>
                    <a:pt x="180402" y="114132"/>
                    <a:pt x="180402" y="100148"/>
                  </a:cubicBezTo>
                  <a:cubicBezTo>
                    <a:pt x="180402" y="94077"/>
                    <a:pt x="184456" y="90585"/>
                    <a:pt x="189790" y="90585"/>
                  </a:cubicBezTo>
                  <a:cubicBezTo>
                    <a:pt x="195496" y="90585"/>
                    <a:pt x="199181" y="94631"/>
                    <a:pt x="199181" y="99963"/>
                  </a:cubicBezTo>
                  <a:cubicBezTo>
                    <a:pt x="199181" y="109163"/>
                    <a:pt x="190530" y="109163"/>
                    <a:pt x="187765" y="109163"/>
                  </a:cubicBezTo>
                  <a:cubicBezTo>
                    <a:pt x="193475" y="118178"/>
                    <a:pt x="205618" y="120567"/>
                    <a:pt x="212248" y="120567"/>
                  </a:cubicBezTo>
                  <a:cubicBezTo>
                    <a:pt x="219795" y="120567"/>
                    <a:pt x="229917" y="116522"/>
                    <a:pt x="229917" y="99963"/>
                  </a:cubicBezTo>
                  <a:cubicBezTo>
                    <a:pt x="229917" y="97760"/>
                    <a:pt x="229548" y="87088"/>
                    <a:pt x="224767" y="78991"/>
                  </a:cubicBezTo>
                  <a:cubicBezTo>
                    <a:pt x="219241" y="70161"/>
                    <a:pt x="212980" y="69612"/>
                    <a:pt x="208384" y="69427"/>
                  </a:cubicBezTo>
                  <a:cubicBezTo>
                    <a:pt x="206912" y="69243"/>
                    <a:pt x="202494" y="68874"/>
                    <a:pt x="201200" y="68874"/>
                  </a:cubicBezTo>
                  <a:cubicBezTo>
                    <a:pt x="199730" y="68689"/>
                    <a:pt x="198442" y="68510"/>
                    <a:pt x="198442" y="66669"/>
                  </a:cubicBezTo>
                  <a:cubicBezTo>
                    <a:pt x="198442" y="64644"/>
                    <a:pt x="199730" y="64644"/>
                    <a:pt x="202858" y="64644"/>
                  </a:cubicBezTo>
                  <a:lnTo>
                    <a:pt x="210960" y="64644"/>
                  </a:lnTo>
                  <a:cubicBezTo>
                    <a:pt x="226053" y="64644"/>
                    <a:pt x="232862" y="52137"/>
                    <a:pt x="232862" y="34108"/>
                  </a:cubicBezTo>
                  <a:cubicBezTo>
                    <a:pt x="232862" y="9090"/>
                    <a:pt x="220164" y="3751"/>
                    <a:pt x="212064" y="3751"/>
                  </a:cubicBezTo>
                  <a:cubicBezTo>
                    <a:pt x="204146" y="3751"/>
                    <a:pt x="190345" y="6879"/>
                    <a:pt x="183901" y="17735"/>
                  </a:cubicBezTo>
                  <a:cubicBezTo>
                    <a:pt x="190345" y="16811"/>
                    <a:pt x="196051" y="20863"/>
                    <a:pt x="196051" y="27852"/>
                  </a:cubicBezTo>
                  <a:cubicBezTo>
                    <a:pt x="196051" y="34477"/>
                    <a:pt x="191078" y="38153"/>
                    <a:pt x="185744" y="38153"/>
                  </a:cubicBezTo>
                  <a:cubicBezTo>
                    <a:pt x="181326" y="38153"/>
                    <a:pt x="175437" y="35580"/>
                    <a:pt x="175437" y="27482"/>
                  </a:cubicBezTo>
                  <a:cubicBezTo>
                    <a:pt x="175437" y="10745"/>
                    <a:pt x="192551" y="-1397"/>
                    <a:pt x="212618" y="-1397"/>
                  </a:cubicBezTo>
                  <a:cubicBezTo>
                    <a:pt x="235074" y="-1397"/>
                    <a:pt x="251819" y="15340"/>
                    <a:pt x="251819" y="34108"/>
                  </a:cubicBezTo>
                  <a:cubicBezTo>
                    <a:pt x="251819" y="49194"/>
                    <a:pt x="240224" y="63541"/>
                    <a:pt x="221083" y="67402"/>
                  </a:cubicBezTo>
                  <a:close/>
                </a:path>
              </a:pathLst>
            </a:custGeom>
            <a:solidFill>
              <a:srgbClr val="000000"/>
            </a:solidFill>
            <a:ln w="27807" cap="flat">
              <a:noFill/>
              <a:prstDash val="solid"/>
              <a:miter/>
            </a:ln>
          </p:spPr>
          <p:txBody>
            <a:bodyPr/>
            <a:lstStyle/>
            <a:p>
              <a:endParaRPr lang="en-GB"/>
            </a:p>
          </p:txBody>
        </p:sp>
        <p:sp>
          <p:nvSpPr>
            <p:cNvPr id="492" name="Freeform: Shape 491">
              <a:extLst>
                <a:ext uri="{FF2B5EF4-FFF2-40B4-BE49-F238E27FC236}">
                  <a16:creationId xmlns:a16="http://schemas.microsoft.com/office/drawing/2014/main" id="{E8F00050-5F0B-CE0A-CFB5-FCDE48B10BEA}"/>
                </a:ext>
              </a:extLst>
            </p:cNvPr>
            <p:cNvSpPr/>
            <p:nvPr>
              <p:custDataLst>
                <p:tags r:id="rId43"/>
              </p:custDataLst>
            </p:nvPr>
          </p:nvSpPr>
          <p:spPr>
            <a:xfrm flipV="1">
              <a:off x="12960997" y="-9368612"/>
              <a:ext cx="19511" cy="19500"/>
            </a:xfrm>
            <a:custGeom>
              <a:avLst/>
              <a:gdLst>
                <a:gd name="csX0" fmla="*/ 19512 w 19511"/>
                <a:gd name="csY0" fmla="*/ 8357 h 19500"/>
                <a:gd name="csX1" fmla="*/ 9759 w 19511"/>
                <a:gd name="csY1" fmla="*/ 18109 h 19500"/>
                <a:gd name="csX2" fmla="*/ 0 w 19511"/>
                <a:gd name="csY2" fmla="*/ 8357 h 19500"/>
                <a:gd name="csX3" fmla="*/ 9759 w 19511"/>
                <a:gd name="csY3" fmla="*/ -1391 h 19500"/>
                <a:gd name="csX4" fmla="*/ 19512 w 19511"/>
                <a:gd name="csY4" fmla="*/ 8357 h 19500"/>
              </a:gdLst>
              <a:ahLst/>
              <a:cxnLst>
                <a:cxn ang="0">
                  <a:pos x="csX0" y="csY0"/>
                </a:cxn>
                <a:cxn ang="0">
                  <a:pos x="csX1" y="csY1"/>
                </a:cxn>
                <a:cxn ang="0">
                  <a:pos x="csX2" y="csY2"/>
                </a:cxn>
                <a:cxn ang="0">
                  <a:pos x="csX3" y="csY3"/>
                </a:cxn>
                <a:cxn ang="0">
                  <a:pos x="csX4" y="csY4"/>
                </a:cxn>
              </a:cxnLst>
              <a:rect l="l" t="t" r="r" b="b"/>
              <a:pathLst>
                <a:path w="19511" h="19500">
                  <a:moveTo>
                    <a:pt x="19512" y="8357"/>
                  </a:moveTo>
                  <a:cubicBezTo>
                    <a:pt x="19512" y="13695"/>
                    <a:pt x="15094" y="18109"/>
                    <a:pt x="9759" y="18109"/>
                  </a:cubicBezTo>
                  <a:cubicBezTo>
                    <a:pt x="4418" y="18109"/>
                    <a:pt x="0" y="13695"/>
                    <a:pt x="0" y="8357"/>
                  </a:cubicBezTo>
                  <a:cubicBezTo>
                    <a:pt x="0" y="3024"/>
                    <a:pt x="4418" y="-1391"/>
                    <a:pt x="9759" y="-1391"/>
                  </a:cubicBezTo>
                  <a:cubicBezTo>
                    <a:pt x="15094" y="-1391"/>
                    <a:pt x="19512" y="3024"/>
                    <a:pt x="19512" y="8357"/>
                  </a:cubicBezTo>
                  <a:close/>
                </a:path>
              </a:pathLst>
            </a:custGeom>
            <a:solidFill>
              <a:srgbClr val="000000"/>
            </a:solidFill>
            <a:ln w="27807" cap="flat">
              <a:noFill/>
              <a:prstDash val="solid"/>
              <a:miter/>
            </a:ln>
          </p:spPr>
          <p:txBody>
            <a:bodyPr/>
            <a:lstStyle/>
            <a:p>
              <a:endParaRPr lang="en-GB"/>
            </a:p>
          </p:txBody>
        </p:sp>
        <p:sp>
          <p:nvSpPr>
            <p:cNvPr id="493" name="Freeform: Shape 492">
              <a:extLst>
                <a:ext uri="{FF2B5EF4-FFF2-40B4-BE49-F238E27FC236}">
                  <a16:creationId xmlns:a16="http://schemas.microsoft.com/office/drawing/2014/main" id="{9BEF3118-7ACC-E8F8-2E98-C1B8E6AF9DCC}"/>
                </a:ext>
              </a:extLst>
            </p:cNvPr>
            <p:cNvSpPr/>
            <p:nvPr>
              <p:custDataLst>
                <p:tags r:id="rId44"/>
              </p:custDataLst>
            </p:nvPr>
          </p:nvSpPr>
          <p:spPr>
            <a:xfrm flipV="1">
              <a:off x="13001455" y="-9487085"/>
              <a:ext cx="321763" cy="148275"/>
            </a:xfrm>
            <a:custGeom>
              <a:avLst/>
              <a:gdLst>
                <a:gd name="csX0" fmla="*/ 48961 w 321763"/>
                <a:gd name="csY0" fmla="*/ 39261 h 148275"/>
                <a:gd name="csX1" fmla="*/ 48961 w 321763"/>
                <a:gd name="csY1" fmla="*/ 23251 h 148275"/>
                <a:gd name="csX2" fmla="*/ 34970 w 321763"/>
                <a:gd name="csY2" fmla="*/ 14606 h 148275"/>
                <a:gd name="csX3" fmla="*/ 31106 w 321763"/>
                <a:gd name="csY3" fmla="*/ 14606 h 148275"/>
                <a:gd name="csX4" fmla="*/ 31106 w 321763"/>
                <a:gd name="csY4" fmla="*/ 8904 h 148275"/>
                <a:gd name="csX5" fmla="*/ 55954 w 321763"/>
                <a:gd name="csY5" fmla="*/ 9458 h 148275"/>
                <a:gd name="csX6" fmla="*/ 80985 w 321763"/>
                <a:gd name="csY6" fmla="*/ 8904 h 148275"/>
                <a:gd name="csX7" fmla="*/ 80985 w 321763"/>
                <a:gd name="csY7" fmla="*/ 14606 h 148275"/>
                <a:gd name="csX8" fmla="*/ 77122 w 321763"/>
                <a:gd name="csY8" fmla="*/ 14606 h 148275"/>
                <a:gd name="csX9" fmla="*/ 63131 w 321763"/>
                <a:gd name="csY9" fmla="*/ 23251 h 148275"/>
                <a:gd name="csX10" fmla="*/ 63131 w 321763"/>
                <a:gd name="csY10" fmla="*/ 39261 h 148275"/>
                <a:gd name="csX11" fmla="*/ 81539 w 321763"/>
                <a:gd name="csY11" fmla="*/ 39261 h 148275"/>
                <a:gd name="csX12" fmla="*/ 81539 w 321763"/>
                <a:gd name="csY12" fmla="*/ 44963 h 148275"/>
                <a:gd name="csX13" fmla="*/ 63131 w 321763"/>
                <a:gd name="csY13" fmla="*/ 44963 h 148275"/>
                <a:gd name="csX14" fmla="*/ 63131 w 321763"/>
                <a:gd name="csY14" fmla="*/ 128664 h 148275"/>
                <a:gd name="csX15" fmla="*/ 60186 w 321763"/>
                <a:gd name="csY15" fmla="*/ 133449 h 148275"/>
                <a:gd name="csX16" fmla="*/ 56502 w 321763"/>
                <a:gd name="csY16" fmla="*/ 131238 h 148275"/>
                <a:gd name="csX17" fmla="*/ 0 w 321763"/>
                <a:gd name="csY17" fmla="*/ 44963 h 148275"/>
                <a:gd name="csX18" fmla="*/ 0 w 321763"/>
                <a:gd name="csY18" fmla="*/ 39261 h 148275"/>
                <a:gd name="csX19" fmla="*/ 48961 w 321763"/>
                <a:gd name="csY19" fmla="*/ 39261 h 148275"/>
                <a:gd name="csX20" fmla="*/ 50064 w 321763"/>
                <a:gd name="csY20" fmla="*/ 44963 h 148275"/>
                <a:gd name="csX21" fmla="*/ 5151 w 321763"/>
                <a:gd name="csY21" fmla="*/ 44963 h 148275"/>
                <a:gd name="csX22" fmla="*/ 50064 w 321763"/>
                <a:gd name="csY22" fmla="*/ 113577 h 148275"/>
                <a:gd name="csX23" fmla="*/ 50064 w 321763"/>
                <a:gd name="csY23" fmla="*/ 44963 h 148275"/>
                <a:gd name="csX24" fmla="*/ 169529 w 321763"/>
                <a:gd name="csY24" fmla="*/ 45881 h 148275"/>
                <a:gd name="csX25" fmla="*/ 134560 w 321763"/>
                <a:gd name="csY25" fmla="*/ 86169 h 148275"/>
                <a:gd name="csX26" fmla="*/ 111185 w 321763"/>
                <a:gd name="csY26" fmla="*/ 76785 h 148275"/>
                <a:gd name="csX27" fmla="*/ 111185 w 321763"/>
                <a:gd name="csY27" fmla="*/ 112660 h 148275"/>
                <a:gd name="csX28" fmla="*/ 126828 w 321763"/>
                <a:gd name="csY28" fmla="*/ 110271 h 148275"/>
                <a:gd name="csX29" fmla="*/ 162351 w 321763"/>
                <a:gd name="csY29" fmla="*/ 129402 h 148275"/>
                <a:gd name="csX30" fmla="*/ 160509 w 321763"/>
                <a:gd name="csY30" fmla="*/ 131422 h 148275"/>
                <a:gd name="csX31" fmla="*/ 159037 w 321763"/>
                <a:gd name="csY31" fmla="*/ 130874 h 148275"/>
                <a:gd name="csX32" fmla="*/ 134005 w 321763"/>
                <a:gd name="csY32" fmla="*/ 125536 h 148275"/>
                <a:gd name="csX33" fmla="*/ 109528 w 321763"/>
                <a:gd name="csY33" fmla="*/ 130689 h 148275"/>
                <a:gd name="csX34" fmla="*/ 107316 w 321763"/>
                <a:gd name="csY34" fmla="*/ 131238 h 148275"/>
                <a:gd name="csX35" fmla="*/ 105474 w 321763"/>
                <a:gd name="csY35" fmla="*/ 126823 h 148275"/>
                <a:gd name="csX36" fmla="*/ 105474 w 321763"/>
                <a:gd name="csY36" fmla="*/ 72371 h 148275"/>
                <a:gd name="csX37" fmla="*/ 108055 w 321763"/>
                <a:gd name="csY37" fmla="*/ 67586 h 148275"/>
                <a:gd name="csX38" fmla="*/ 110446 w 321763"/>
                <a:gd name="csY38" fmla="*/ 69242 h 148275"/>
                <a:gd name="csX39" fmla="*/ 134190 w 321763"/>
                <a:gd name="csY39" fmla="*/ 82124 h 148275"/>
                <a:gd name="csX40" fmla="*/ 149839 w 321763"/>
                <a:gd name="csY40" fmla="*/ 70350 h 148275"/>
                <a:gd name="csX41" fmla="*/ 153147 w 321763"/>
                <a:gd name="csY41" fmla="*/ 47167 h 148275"/>
                <a:gd name="csX42" fmla="*/ 148730 w 321763"/>
                <a:gd name="csY42" fmla="*/ 21964 h 148275"/>
                <a:gd name="csX43" fmla="*/ 129040 w 321763"/>
                <a:gd name="csY43" fmla="*/ 10007 h 148275"/>
                <a:gd name="csX44" fmla="*/ 101981 w 321763"/>
                <a:gd name="csY44" fmla="*/ 30610 h 148275"/>
                <a:gd name="csX45" fmla="*/ 105110 w 321763"/>
                <a:gd name="csY45" fmla="*/ 30247 h 148275"/>
                <a:gd name="csX46" fmla="*/ 114314 w 321763"/>
                <a:gd name="csY46" fmla="*/ 39261 h 148275"/>
                <a:gd name="csX47" fmla="*/ 105110 w 321763"/>
                <a:gd name="csY47" fmla="*/ 48269 h 148275"/>
                <a:gd name="csX48" fmla="*/ 96091 w 321763"/>
                <a:gd name="csY48" fmla="*/ 38523 h 148275"/>
                <a:gd name="csX49" fmla="*/ 129403 w 321763"/>
                <a:gd name="csY49" fmla="*/ 4859 h 148275"/>
                <a:gd name="csX50" fmla="*/ 169529 w 321763"/>
                <a:gd name="csY50" fmla="*/ 45881 h 148275"/>
                <a:gd name="csX51" fmla="*/ 305013 w 321763"/>
                <a:gd name="csY51" fmla="*/ 139888 h 148275"/>
                <a:gd name="csX52" fmla="*/ 306484 w 321763"/>
                <a:gd name="csY52" fmla="*/ 143195 h 148275"/>
                <a:gd name="csX53" fmla="*/ 302802 w 321763"/>
                <a:gd name="csY53" fmla="*/ 146878 h 148275"/>
                <a:gd name="csX54" fmla="*/ 298938 w 321763"/>
                <a:gd name="csY54" fmla="*/ 144303 h 148275"/>
                <a:gd name="csX55" fmla="*/ 263968 w 321763"/>
                <a:gd name="csY55" fmla="*/ 126823 h 148275"/>
                <a:gd name="csX56" fmla="*/ 229548 w 321763"/>
                <a:gd name="csY56" fmla="*/ 140991 h 148275"/>
                <a:gd name="csX57" fmla="*/ 216295 w 321763"/>
                <a:gd name="csY57" fmla="*/ 146878 h 148275"/>
                <a:gd name="csX58" fmla="*/ 189237 w 321763"/>
                <a:gd name="csY58" fmla="*/ 109901 h 148275"/>
                <a:gd name="csX59" fmla="*/ 216295 w 321763"/>
                <a:gd name="csY59" fmla="*/ 72740 h 148275"/>
                <a:gd name="csX60" fmla="*/ 240224 w 321763"/>
                <a:gd name="csY60" fmla="*/ 109716 h 148275"/>
                <a:gd name="csX61" fmla="*/ 236355 w 321763"/>
                <a:gd name="csY61" fmla="*/ 130504 h 148275"/>
                <a:gd name="csX62" fmla="*/ 264153 w 321763"/>
                <a:gd name="csY62" fmla="*/ 122777 h 148275"/>
                <a:gd name="csX63" fmla="*/ 288631 w 321763"/>
                <a:gd name="csY63" fmla="*/ 129217 h 148275"/>
                <a:gd name="csX64" fmla="*/ 288816 w 321763"/>
                <a:gd name="csY64" fmla="*/ 129033 h 148275"/>
                <a:gd name="csX65" fmla="*/ 206173 w 321763"/>
                <a:gd name="csY65" fmla="*/ 5961 h 148275"/>
                <a:gd name="csX66" fmla="*/ 204515 w 321763"/>
                <a:gd name="csY66" fmla="*/ 2279 h 148275"/>
                <a:gd name="csX67" fmla="*/ 208195 w 321763"/>
                <a:gd name="csY67" fmla="*/ -1397 h 148275"/>
                <a:gd name="csX68" fmla="*/ 211877 w 321763"/>
                <a:gd name="csY68" fmla="*/ 1361 h 148275"/>
                <a:gd name="csX69" fmla="*/ 305013 w 321763"/>
                <a:gd name="csY69" fmla="*/ 139888 h 148275"/>
                <a:gd name="csX70" fmla="*/ 216480 w 321763"/>
                <a:gd name="csY70" fmla="*/ 76785 h 148275"/>
                <a:gd name="csX71" fmla="*/ 200647 w 321763"/>
                <a:gd name="csY71" fmla="*/ 109716 h 148275"/>
                <a:gd name="csX72" fmla="*/ 216480 w 321763"/>
                <a:gd name="csY72" fmla="*/ 142832 h 148275"/>
                <a:gd name="csX73" fmla="*/ 235621 w 321763"/>
                <a:gd name="csY73" fmla="*/ 109901 h 148275"/>
                <a:gd name="csX74" fmla="*/ 216480 w 321763"/>
                <a:gd name="csY74" fmla="*/ 76785 h 148275"/>
                <a:gd name="csX75" fmla="*/ 298019 w 321763"/>
                <a:gd name="csY75" fmla="*/ 2648 h 148275"/>
                <a:gd name="csX76" fmla="*/ 282185 w 321763"/>
                <a:gd name="csY76" fmla="*/ 35578 h 148275"/>
                <a:gd name="csX77" fmla="*/ 298019 w 321763"/>
                <a:gd name="csY77" fmla="*/ 68694 h 148275"/>
                <a:gd name="csX78" fmla="*/ 317162 w 321763"/>
                <a:gd name="csY78" fmla="*/ 35763 h 148275"/>
                <a:gd name="csX79" fmla="*/ 298019 w 321763"/>
                <a:gd name="csY79" fmla="*/ 2648 h 148275"/>
                <a:gd name="csX80" fmla="*/ 321763 w 321763"/>
                <a:gd name="csY80" fmla="*/ 35578 h 148275"/>
                <a:gd name="csX81" fmla="*/ 297835 w 321763"/>
                <a:gd name="csY81" fmla="*/ 72740 h 148275"/>
                <a:gd name="csX82" fmla="*/ 270775 w 321763"/>
                <a:gd name="csY82" fmla="*/ 35763 h 148275"/>
                <a:gd name="csX83" fmla="*/ 297835 w 321763"/>
                <a:gd name="csY83" fmla="*/ -1397 h 148275"/>
                <a:gd name="csX84" fmla="*/ 321763 w 321763"/>
                <a:gd name="csY84" fmla="*/ 35578 h 148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Lst>
              <a:rect l="l" t="t" r="r" b="b"/>
              <a:pathLst>
                <a:path w="321763" h="148275">
                  <a:moveTo>
                    <a:pt x="48961" y="39261"/>
                  </a:moveTo>
                  <a:lnTo>
                    <a:pt x="48961" y="23251"/>
                  </a:lnTo>
                  <a:cubicBezTo>
                    <a:pt x="48961" y="16632"/>
                    <a:pt x="48591" y="14606"/>
                    <a:pt x="34970" y="14606"/>
                  </a:cubicBezTo>
                  <a:lnTo>
                    <a:pt x="31106" y="14606"/>
                  </a:lnTo>
                  <a:lnTo>
                    <a:pt x="31106" y="8904"/>
                  </a:lnTo>
                  <a:cubicBezTo>
                    <a:pt x="38647" y="9458"/>
                    <a:pt x="48222" y="9458"/>
                    <a:pt x="55954" y="9458"/>
                  </a:cubicBezTo>
                  <a:cubicBezTo>
                    <a:pt x="63685" y="9458"/>
                    <a:pt x="73438" y="9458"/>
                    <a:pt x="80985" y="8904"/>
                  </a:cubicBezTo>
                  <a:lnTo>
                    <a:pt x="80985" y="14606"/>
                  </a:lnTo>
                  <a:lnTo>
                    <a:pt x="77122" y="14606"/>
                  </a:lnTo>
                  <a:cubicBezTo>
                    <a:pt x="63500" y="14606"/>
                    <a:pt x="63131" y="16632"/>
                    <a:pt x="63131" y="23251"/>
                  </a:cubicBezTo>
                  <a:lnTo>
                    <a:pt x="63131" y="39261"/>
                  </a:lnTo>
                  <a:lnTo>
                    <a:pt x="81539" y="39261"/>
                  </a:lnTo>
                  <a:lnTo>
                    <a:pt x="81539" y="44963"/>
                  </a:lnTo>
                  <a:lnTo>
                    <a:pt x="63131" y="44963"/>
                  </a:lnTo>
                  <a:lnTo>
                    <a:pt x="63131" y="128664"/>
                  </a:lnTo>
                  <a:cubicBezTo>
                    <a:pt x="63131" y="132346"/>
                    <a:pt x="63131" y="133449"/>
                    <a:pt x="60186" y="133449"/>
                  </a:cubicBezTo>
                  <a:cubicBezTo>
                    <a:pt x="58529" y="133449"/>
                    <a:pt x="57975" y="133449"/>
                    <a:pt x="56502" y="131238"/>
                  </a:cubicBezTo>
                  <a:lnTo>
                    <a:pt x="0" y="44963"/>
                  </a:lnTo>
                  <a:lnTo>
                    <a:pt x="0" y="39261"/>
                  </a:lnTo>
                  <a:lnTo>
                    <a:pt x="48961" y="39261"/>
                  </a:lnTo>
                  <a:close/>
                  <a:moveTo>
                    <a:pt x="50064" y="44963"/>
                  </a:moveTo>
                  <a:lnTo>
                    <a:pt x="5151" y="44963"/>
                  </a:lnTo>
                  <a:lnTo>
                    <a:pt x="50064" y="113577"/>
                  </a:lnTo>
                  <a:lnTo>
                    <a:pt x="50064" y="44963"/>
                  </a:lnTo>
                  <a:close/>
                  <a:moveTo>
                    <a:pt x="169529" y="45881"/>
                  </a:moveTo>
                  <a:cubicBezTo>
                    <a:pt x="169529" y="67771"/>
                    <a:pt x="154435" y="86169"/>
                    <a:pt x="134560" y="86169"/>
                  </a:cubicBezTo>
                  <a:cubicBezTo>
                    <a:pt x="125725" y="86169"/>
                    <a:pt x="117808" y="83226"/>
                    <a:pt x="111185" y="76785"/>
                  </a:cubicBezTo>
                  <a:lnTo>
                    <a:pt x="111185" y="112660"/>
                  </a:lnTo>
                  <a:cubicBezTo>
                    <a:pt x="114863" y="111557"/>
                    <a:pt x="120938" y="110271"/>
                    <a:pt x="126828" y="110271"/>
                  </a:cubicBezTo>
                  <a:cubicBezTo>
                    <a:pt x="149469" y="110271"/>
                    <a:pt x="162351" y="127008"/>
                    <a:pt x="162351" y="129402"/>
                  </a:cubicBezTo>
                  <a:cubicBezTo>
                    <a:pt x="162351" y="130504"/>
                    <a:pt x="161797" y="131422"/>
                    <a:pt x="160509" y="131422"/>
                  </a:cubicBezTo>
                  <a:cubicBezTo>
                    <a:pt x="160325" y="131422"/>
                    <a:pt x="159961" y="131422"/>
                    <a:pt x="159037" y="130874"/>
                  </a:cubicBezTo>
                  <a:cubicBezTo>
                    <a:pt x="155359" y="129217"/>
                    <a:pt x="146340" y="125536"/>
                    <a:pt x="134005" y="125536"/>
                  </a:cubicBezTo>
                  <a:cubicBezTo>
                    <a:pt x="126643" y="125536"/>
                    <a:pt x="118178" y="126823"/>
                    <a:pt x="109528" y="130689"/>
                  </a:cubicBezTo>
                  <a:cubicBezTo>
                    <a:pt x="108055" y="131238"/>
                    <a:pt x="107686" y="131238"/>
                    <a:pt x="107316" y="131238"/>
                  </a:cubicBezTo>
                  <a:cubicBezTo>
                    <a:pt x="105474" y="131238"/>
                    <a:pt x="105474" y="129766"/>
                    <a:pt x="105474" y="126823"/>
                  </a:cubicBezTo>
                  <a:lnTo>
                    <a:pt x="105474" y="72371"/>
                  </a:lnTo>
                  <a:cubicBezTo>
                    <a:pt x="105474" y="69058"/>
                    <a:pt x="105474" y="67586"/>
                    <a:pt x="108055" y="67586"/>
                  </a:cubicBezTo>
                  <a:cubicBezTo>
                    <a:pt x="109343" y="67586"/>
                    <a:pt x="109712" y="68141"/>
                    <a:pt x="110446" y="69242"/>
                  </a:cubicBezTo>
                  <a:cubicBezTo>
                    <a:pt x="112473" y="72186"/>
                    <a:pt x="119281" y="82124"/>
                    <a:pt x="134190" y="82124"/>
                  </a:cubicBezTo>
                  <a:cubicBezTo>
                    <a:pt x="143764" y="82124"/>
                    <a:pt x="148366" y="73657"/>
                    <a:pt x="149839" y="70350"/>
                  </a:cubicBezTo>
                  <a:cubicBezTo>
                    <a:pt x="152783" y="63541"/>
                    <a:pt x="153147" y="56367"/>
                    <a:pt x="153147" y="47167"/>
                  </a:cubicBezTo>
                  <a:cubicBezTo>
                    <a:pt x="153147" y="40733"/>
                    <a:pt x="153147" y="29692"/>
                    <a:pt x="148730" y="21964"/>
                  </a:cubicBezTo>
                  <a:cubicBezTo>
                    <a:pt x="144312" y="14790"/>
                    <a:pt x="137504" y="10007"/>
                    <a:pt x="129040" y="10007"/>
                  </a:cubicBezTo>
                  <a:cubicBezTo>
                    <a:pt x="115602" y="10007"/>
                    <a:pt x="105110" y="19760"/>
                    <a:pt x="101981" y="30610"/>
                  </a:cubicBezTo>
                  <a:cubicBezTo>
                    <a:pt x="102530" y="30425"/>
                    <a:pt x="103084" y="30247"/>
                    <a:pt x="105110" y="30247"/>
                  </a:cubicBezTo>
                  <a:cubicBezTo>
                    <a:pt x="111185" y="30247"/>
                    <a:pt x="114314" y="34846"/>
                    <a:pt x="114314" y="39261"/>
                  </a:cubicBezTo>
                  <a:cubicBezTo>
                    <a:pt x="114314" y="43676"/>
                    <a:pt x="111185" y="48269"/>
                    <a:pt x="105110" y="48269"/>
                  </a:cubicBezTo>
                  <a:cubicBezTo>
                    <a:pt x="102530" y="48269"/>
                    <a:pt x="96091" y="46983"/>
                    <a:pt x="96091" y="38523"/>
                  </a:cubicBezTo>
                  <a:cubicBezTo>
                    <a:pt x="96091" y="22703"/>
                    <a:pt x="108789" y="4859"/>
                    <a:pt x="129403" y="4859"/>
                  </a:cubicBezTo>
                  <a:cubicBezTo>
                    <a:pt x="150757" y="4859"/>
                    <a:pt x="169529" y="22519"/>
                    <a:pt x="169529" y="45881"/>
                  </a:cubicBezTo>
                  <a:close/>
                  <a:moveTo>
                    <a:pt x="305013" y="139888"/>
                  </a:moveTo>
                  <a:cubicBezTo>
                    <a:pt x="306115" y="141545"/>
                    <a:pt x="306484" y="142093"/>
                    <a:pt x="306484" y="143195"/>
                  </a:cubicBezTo>
                  <a:cubicBezTo>
                    <a:pt x="306484" y="145221"/>
                    <a:pt x="304828" y="146878"/>
                    <a:pt x="302802" y="146878"/>
                  </a:cubicBezTo>
                  <a:cubicBezTo>
                    <a:pt x="300965" y="146878"/>
                    <a:pt x="300041" y="145591"/>
                    <a:pt x="298938" y="144303"/>
                  </a:cubicBezTo>
                  <a:cubicBezTo>
                    <a:pt x="289734" y="131792"/>
                    <a:pt x="277405" y="126823"/>
                    <a:pt x="263968" y="126823"/>
                  </a:cubicBezTo>
                  <a:cubicBezTo>
                    <a:pt x="251080" y="126823"/>
                    <a:pt x="239670" y="131422"/>
                    <a:pt x="229548" y="140991"/>
                  </a:cubicBezTo>
                  <a:cubicBezTo>
                    <a:pt x="226048" y="144119"/>
                    <a:pt x="222186" y="146878"/>
                    <a:pt x="216295" y="146878"/>
                  </a:cubicBezTo>
                  <a:cubicBezTo>
                    <a:pt x="202304" y="146878"/>
                    <a:pt x="189237" y="131422"/>
                    <a:pt x="189237" y="109901"/>
                  </a:cubicBezTo>
                  <a:cubicBezTo>
                    <a:pt x="189237" y="87641"/>
                    <a:pt x="202489" y="72740"/>
                    <a:pt x="216295" y="72740"/>
                  </a:cubicBezTo>
                  <a:cubicBezTo>
                    <a:pt x="229732" y="72740"/>
                    <a:pt x="240224" y="89113"/>
                    <a:pt x="240224" y="109716"/>
                  </a:cubicBezTo>
                  <a:cubicBezTo>
                    <a:pt x="240224" y="112291"/>
                    <a:pt x="240224" y="120935"/>
                    <a:pt x="236355" y="130504"/>
                  </a:cubicBezTo>
                  <a:cubicBezTo>
                    <a:pt x="248319" y="123700"/>
                    <a:pt x="257525" y="122777"/>
                    <a:pt x="264153" y="122777"/>
                  </a:cubicBezTo>
                  <a:cubicBezTo>
                    <a:pt x="278139" y="122777"/>
                    <a:pt x="287528" y="128479"/>
                    <a:pt x="288631" y="129217"/>
                  </a:cubicBezTo>
                  <a:lnTo>
                    <a:pt x="288816" y="129033"/>
                  </a:lnTo>
                  <a:lnTo>
                    <a:pt x="206173" y="5961"/>
                  </a:lnTo>
                  <a:cubicBezTo>
                    <a:pt x="204515" y="3571"/>
                    <a:pt x="204515" y="2648"/>
                    <a:pt x="204515" y="2279"/>
                  </a:cubicBezTo>
                  <a:cubicBezTo>
                    <a:pt x="204515" y="259"/>
                    <a:pt x="206358" y="-1397"/>
                    <a:pt x="208195" y="-1397"/>
                  </a:cubicBezTo>
                  <a:cubicBezTo>
                    <a:pt x="210037" y="-1397"/>
                    <a:pt x="210407" y="-665"/>
                    <a:pt x="211877" y="1361"/>
                  </a:cubicBezTo>
                  <a:lnTo>
                    <a:pt x="305013" y="139888"/>
                  </a:lnTo>
                  <a:close/>
                  <a:moveTo>
                    <a:pt x="216480" y="76785"/>
                  </a:moveTo>
                  <a:cubicBezTo>
                    <a:pt x="212796" y="76785"/>
                    <a:pt x="200647" y="79181"/>
                    <a:pt x="200647" y="109716"/>
                  </a:cubicBezTo>
                  <a:cubicBezTo>
                    <a:pt x="200647" y="140437"/>
                    <a:pt x="212611" y="142832"/>
                    <a:pt x="216480" y="142832"/>
                  </a:cubicBezTo>
                  <a:cubicBezTo>
                    <a:pt x="226233" y="142832"/>
                    <a:pt x="235621" y="129217"/>
                    <a:pt x="235621" y="109901"/>
                  </a:cubicBezTo>
                  <a:cubicBezTo>
                    <a:pt x="235621" y="90031"/>
                    <a:pt x="226048" y="76785"/>
                    <a:pt x="216480" y="76785"/>
                  </a:cubicBezTo>
                  <a:close/>
                  <a:moveTo>
                    <a:pt x="298019" y="2648"/>
                  </a:moveTo>
                  <a:cubicBezTo>
                    <a:pt x="294335" y="2648"/>
                    <a:pt x="282185" y="5044"/>
                    <a:pt x="282185" y="35578"/>
                  </a:cubicBezTo>
                  <a:cubicBezTo>
                    <a:pt x="282185" y="66299"/>
                    <a:pt x="294150" y="68694"/>
                    <a:pt x="298019" y="68694"/>
                  </a:cubicBezTo>
                  <a:cubicBezTo>
                    <a:pt x="307772" y="68694"/>
                    <a:pt x="317162" y="55080"/>
                    <a:pt x="317162" y="35763"/>
                  </a:cubicBezTo>
                  <a:cubicBezTo>
                    <a:pt x="317162" y="15893"/>
                    <a:pt x="307587" y="2648"/>
                    <a:pt x="298019" y="2648"/>
                  </a:cubicBezTo>
                  <a:close/>
                  <a:moveTo>
                    <a:pt x="321763" y="35578"/>
                  </a:moveTo>
                  <a:cubicBezTo>
                    <a:pt x="321763" y="56736"/>
                    <a:pt x="310902" y="72740"/>
                    <a:pt x="297835" y="72740"/>
                  </a:cubicBezTo>
                  <a:cubicBezTo>
                    <a:pt x="283843" y="72740"/>
                    <a:pt x="270775" y="57285"/>
                    <a:pt x="270775" y="35763"/>
                  </a:cubicBezTo>
                  <a:cubicBezTo>
                    <a:pt x="270775" y="13504"/>
                    <a:pt x="284028" y="-1397"/>
                    <a:pt x="297835" y="-1397"/>
                  </a:cubicBezTo>
                  <a:cubicBezTo>
                    <a:pt x="311272" y="-1397"/>
                    <a:pt x="321763" y="14975"/>
                    <a:pt x="321763" y="35578"/>
                  </a:cubicBezTo>
                  <a:close/>
                </a:path>
              </a:pathLst>
            </a:custGeom>
            <a:solidFill>
              <a:srgbClr val="000000"/>
            </a:solidFill>
            <a:ln w="27807" cap="flat">
              <a:noFill/>
              <a:prstDash val="solid"/>
              <a:miter/>
            </a:ln>
          </p:spPr>
          <p:txBody>
            <a:bodyPr/>
            <a:lstStyle/>
            <a:p>
              <a:endParaRPr lang="en-GB"/>
            </a:p>
          </p:txBody>
        </p:sp>
      </p:grpSp>
      <p:cxnSp>
        <p:nvCxnSpPr>
          <p:cNvPr id="326" name="Straight Connector 325">
            <a:extLst>
              <a:ext uri="{FF2B5EF4-FFF2-40B4-BE49-F238E27FC236}">
                <a16:creationId xmlns:a16="http://schemas.microsoft.com/office/drawing/2014/main" id="{1D671AD3-4B75-E227-67C0-A641D89AAED4}"/>
              </a:ext>
            </a:extLst>
          </p:cNvPr>
          <p:cNvCxnSpPr>
            <a:cxnSpLocks/>
          </p:cNvCxnSpPr>
          <p:nvPr/>
        </p:nvCxnSpPr>
        <p:spPr>
          <a:xfrm>
            <a:off x="8963936" y="3074885"/>
            <a:ext cx="0" cy="73152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328" name="TextBox 327">
            <a:extLst>
              <a:ext uri="{FF2B5EF4-FFF2-40B4-BE49-F238E27FC236}">
                <a16:creationId xmlns:a16="http://schemas.microsoft.com/office/drawing/2014/main" id="{5783BD49-EF37-226F-26D7-3E18A4BBFF54}"/>
              </a:ext>
            </a:extLst>
          </p:cNvPr>
          <p:cNvSpPr txBox="1"/>
          <p:nvPr/>
        </p:nvSpPr>
        <p:spPr>
          <a:xfrm>
            <a:off x="8995202" y="3140252"/>
            <a:ext cx="2823402" cy="646331"/>
          </a:xfrm>
          <a:prstGeom prst="rect">
            <a:avLst/>
          </a:prstGeom>
          <a:noFill/>
        </p:spPr>
        <p:txBody>
          <a:bodyPr wrap="square">
            <a:spAutoFit/>
          </a:bodyPr>
          <a:lstStyle/>
          <a:p>
            <a:r>
              <a:rPr lang="en-US" sz="1200"/>
              <a:t>That is, a 123.45% increase in the odds of admission for every additional GRE point.</a:t>
            </a:r>
            <a:endParaRPr lang="en-GB" sz="1200" b="1">
              <a:highlight>
                <a:srgbClr val="FFC000"/>
              </a:highlight>
            </a:endParaRPr>
          </a:p>
        </p:txBody>
      </p:sp>
      <p:sp>
        <p:nvSpPr>
          <p:cNvPr id="329" name="TextBox 328">
            <a:extLst>
              <a:ext uri="{FF2B5EF4-FFF2-40B4-BE49-F238E27FC236}">
                <a16:creationId xmlns:a16="http://schemas.microsoft.com/office/drawing/2014/main" id="{63830EA1-49C3-0970-0142-83E10819D6FF}"/>
              </a:ext>
            </a:extLst>
          </p:cNvPr>
          <p:cNvSpPr txBox="1"/>
          <p:nvPr/>
        </p:nvSpPr>
        <p:spPr>
          <a:xfrm>
            <a:off x="6094468" y="3935140"/>
            <a:ext cx="59367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a:solidFill>
                  <a:srgbClr val="FF0000"/>
                </a:solidFill>
                <a:latin typeface="Aptos Black" panose="020B0004020202020204" pitchFamily="34" charset="0"/>
              </a:rPr>
              <a:t>2</a:t>
            </a:r>
            <a:r>
              <a:rPr kumimoji="0" lang="en-GB" sz="2400" b="0" i="0" u="none" strike="noStrike" kern="1200" cap="none" spc="0" normalizeH="0" baseline="0" noProof="0">
                <a:ln>
                  <a:noFill/>
                </a:ln>
                <a:solidFill>
                  <a:srgbClr val="FF0000"/>
                </a:solidFill>
                <a:effectLst/>
                <a:uLnTx/>
                <a:uFillTx/>
                <a:latin typeface="Aptos Black" panose="020B0004020202020204" pitchFamily="34" charset="0"/>
                <a:ea typeface="+mn-ea"/>
                <a:cs typeface="+mn-cs"/>
              </a:rPr>
              <a:t>.</a:t>
            </a:r>
            <a:endParaRPr kumimoji="0" lang="en-GB" sz="2400" b="1" i="0" u="none" strike="noStrike" kern="1200" cap="none" spc="0" normalizeH="0" baseline="0" noProof="0">
              <a:ln>
                <a:noFill/>
              </a:ln>
              <a:solidFill>
                <a:srgbClr val="FF0000"/>
              </a:solidFill>
              <a:effectLst/>
              <a:uLnTx/>
              <a:uFillTx/>
              <a:latin typeface="Aptos Black" panose="020B0004020202020204" pitchFamily="34" charset="0"/>
              <a:ea typeface="+mn-ea"/>
              <a:cs typeface="+mn-cs"/>
            </a:endParaRPr>
          </a:p>
        </p:txBody>
      </p:sp>
      <p:sp>
        <p:nvSpPr>
          <p:cNvPr id="330" name="TextBox 329">
            <a:extLst>
              <a:ext uri="{FF2B5EF4-FFF2-40B4-BE49-F238E27FC236}">
                <a16:creationId xmlns:a16="http://schemas.microsoft.com/office/drawing/2014/main" id="{8CDF538A-E740-C55F-F542-6B078E621C3F}"/>
              </a:ext>
            </a:extLst>
          </p:cNvPr>
          <p:cNvSpPr txBox="1"/>
          <p:nvPr/>
        </p:nvSpPr>
        <p:spPr>
          <a:xfrm>
            <a:off x="6505461" y="3994508"/>
            <a:ext cx="121306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Aptos" panose="020B0004020202020204"/>
                <a:ea typeface="+mn-ea"/>
                <a:cs typeface="+mn-cs"/>
              </a:rPr>
              <a:t>0.25 rule</a:t>
            </a:r>
            <a:endParaRPr kumimoji="0" lang="en-GB" sz="1600" b="1"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101" name="Group 100" descr="\documentclass{article}&#10;\usepackage{amsmath}&#10;\pagestyle{empty}&#10;\usepackage{amssymb}&#10;\begin{document}&#10;&#10;&#10;\[&#10;\vartriangle p \approx 0.804 \times 0.25 = 0.201&#10;\]&#10;&#10;\end{document}" title="IguanaTex Shape Display">
            <a:extLst>
              <a:ext uri="{FF2B5EF4-FFF2-40B4-BE49-F238E27FC236}">
                <a16:creationId xmlns:a16="http://schemas.microsoft.com/office/drawing/2014/main" id="{4DBEEEAD-68B0-C871-A2B9-09C8709BEF9F}"/>
              </a:ext>
            </a:extLst>
          </p:cNvPr>
          <p:cNvGrpSpPr>
            <a:grpSpLocks noChangeAspect="1"/>
          </p:cNvGrpSpPr>
          <p:nvPr>
            <p:custDataLst>
              <p:tags r:id="rId6"/>
            </p:custDataLst>
          </p:nvPr>
        </p:nvGrpSpPr>
        <p:grpSpPr>
          <a:xfrm>
            <a:off x="6489700" y="5080000"/>
            <a:ext cx="1948258" cy="146690"/>
            <a:chOff x="10680020" y="-6786584"/>
            <a:chExt cx="1948258" cy="146690"/>
          </a:xfrm>
        </p:grpSpPr>
        <p:sp>
          <p:nvSpPr>
            <p:cNvPr id="510" name="Freeform: Shape 509">
              <a:extLst>
                <a:ext uri="{FF2B5EF4-FFF2-40B4-BE49-F238E27FC236}">
                  <a16:creationId xmlns:a16="http://schemas.microsoft.com/office/drawing/2014/main" id="{CB19C949-4190-FF41-20CC-752C23A8C472}"/>
                </a:ext>
              </a:extLst>
            </p:cNvPr>
            <p:cNvSpPr/>
            <p:nvPr>
              <p:custDataLst>
                <p:tags r:id="rId20"/>
              </p:custDataLst>
            </p:nvPr>
          </p:nvSpPr>
          <p:spPr>
            <a:xfrm flipV="1">
              <a:off x="10680020" y="-6769575"/>
              <a:ext cx="93181" cy="100380"/>
            </a:xfrm>
            <a:custGeom>
              <a:avLst/>
              <a:gdLst>
                <a:gd name="csX0" fmla="*/ 50214 w 93181"/>
                <a:gd name="csY0" fmla="*/ 95614 h 100380"/>
                <a:gd name="csX1" fmla="*/ 46672 w 93181"/>
                <a:gd name="csY1" fmla="*/ 98984 h 100380"/>
                <a:gd name="csX2" fmla="*/ 42798 w 93181"/>
                <a:gd name="csY2" fmla="*/ 95614 h 100380"/>
                <a:gd name="csX3" fmla="*/ 1010 w 93181"/>
                <a:gd name="csY3" fmla="*/ 5008 h 100380"/>
                <a:gd name="csX4" fmla="*/ 0 w 93181"/>
                <a:gd name="csY4" fmla="*/ 1975 h 100380"/>
                <a:gd name="csX5" fmla="*/ 5894 w 93181"/>
                <a:gd name="csY5" fmla="*/ -1396 h 100380"/>
                <a:gd name="csX6" fmla="*/ 87282 w 93181"/>
                <a:gd name="csY6" fmla="*/ -1396 h 100380"/>
                <a:gd name="csX7" fmla="*/ 93182 w 93181"/>
                <a:gd name="csY7" fmla="*/ 1975 h 100380"/>
                <a:gd name="csX8" fmla="*/ 92341 w 93181"/>
                <a:gd name="csY8" fmla="*/ 4670 h 100380"/>
                <a:gd name="csX9" fmla="*/ 50214 w 93181"/>
                <a:gd name="csY9" fmla="*/ 95614 h 100380"/>
                <a:gd name="csX10" fmla="*/ 46503 w 93181"/>
                <a:gd name="csY10" fmla="*/ 87699 h 100380"/>
                <a:gd name="csX11" fmla="*/ 84586 w 93181"/>
                <a:gd name="csY11" fmla="*/ 5346 h 100380"/>
                <a:gd name="csX12" fmla="*/ 8590 w 93181"/>
                <a:gd name="csY12" fmla="*/ 5346 h 100380"/>
                <a:gd name="csX13" fmla="*/ 46503 w 93181"/>
                <a:gd name="csY13" fmla="*/ 87699 h 100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93181" h="100380">
                  <a:moveTo>
                    <a:pt x="50214" y="95614"/>
                  </a:moveTo>
                  <a:cubicBezTo>
                    <a:pt x="49199" y="97638"/>
                    <a:pt x="48697" y="98984"/>
                    <a:pt x="46672" y="98984"/>
                  </a:cubicBezTo>
                  <a:cubicBezTo>
                    <a:pt x="45494" y="98984"/>
                    <a:pt x="44146" y="98647"/>
                    <a:pt x="42798" y="95614"/>
                  </a:cubicBezTo>
                  <a:lnTo>
                    <a:pt x="1010" y="5008"/>
                  </a:lnTo>
                  <a:cubicBezTo>
                    <a:pt x="0" y="2985"/>
                    <a:pt x="0" y="2651"/>
                    <a:pt x="0" y="1975"/>
                  </a:cubicBezTo>
                  <a:cubicBezTo>
                    <a:pt x="0" y="-1396"/>
                    <a:pt x="3198" y="-1396"/>
                    <a:pt x="5894" y="-1396"/>
                  </a:cubicBezTo>
                  <a:lnTo>
                    <a:pt x="87282" y="-1396"/>
                  </a:lnTo>
                  <a:cubicBezTo>
                    <a:pt x="89978" y="-1396"/>
                    <a:pt x="93182" y="-1396"/>
                    <a:pt x="93182" y="1975"/>
                  </a:cubicBezTo>
                  <a:cubicBezTo>
                    <a:pt x="93182" y="2651"/>
                    <a:pt x="93012" y="3322"/>
                    <a:pt x="92341" y="4670"/>
                  </a:cubicBezTo>
                  <a:lnTo>
                    <a:pt x="50214" y="95614"/>
                  </a:lnTo>
                  <a:close/>
                  <a:moveTo>
                    <a:pt x="46503" y="87699"/>
                  </a:moveTo>
                  <a:lnTo>
                    <a:pt x="84586" y="5346"/>
                  </a:lnTo>
                  <a:lnTo>
                    <a:pt x="8590" y="5346"/>
                  </a:lnTo>
                  <a:lnTo>
                    <a:pt x="46503" y="87699"/>
                  </a:lnTo>
                  <a:close/>
                </a:path>
              </a:pathLst>
            </a:custGeom>
            <a:solidFill>
              <a:srgbClr val="000000"/>
            </a:solidFill>
            <a:ln w="27807" cap="flat">
              <a:noFill/>
              <a:prstDash val="solid"/>
              <a:miter/>
            </a:ln>
          </p:spPr>
          <p:txBody>
            <a:bodyPr/>
            <a:lstStyle/>
            <a:p>
              <a:endParaRPr lang="en-GB"/>
            </a:p>
          </p:txBody>
        </p:sp>
        <p:sp>
          <p:nvSpPr>
            <p:cNvPr id="511" name="Freeform: Shape 510">
              <a:extLst>
                <a:ext uri="{FF2B5EF4-FFF2-40B4-BE49-F238E27FC236}">
                  <a16:creationId xmlns:a16="http://schemas.microsoft.com/office/drawing/2014/main" id="{6517B6B9-1A3B-681F-FA24-2C938EB9FD42}"/>
                </a:ext>
              </a:extLst>
            </p:cNvPr>
            <p:cNvSpPr/>
            <p:nvPr>
              <p:custDataLst>
                <p:tags r:id="rId21"/>
              </p:custDataLst>
            </p:nvPr>
          </p:nvSpPr>
          <p:spPr>
            <a:xfrm flipV="1">
              <a:off x="10829008" y="-6747005"/>
              <a:ext cx="87958" cy="107111"/>
            </a:xfrm>
            <a:custGeom>
              <a:avLst/>
              <a:gdLst>
                <a:gd name="csX0" fmla="*/ 12973 w 87958"/>
                <a:gd name="csY0" fmla="*/ 10732 h 107111"/>
                <a:gd name="csX1" fmla="*/ 3875 w 87958"/>
                <a:gd name="csY1" fmla="*/ 3827 h 107111"/>
                <a:gd name="csX2" fmla="*/ 0 w 87958"/>
                <a:gd name="csY2" fmla="*/ 631 h 107111"/>
                <a:gd name="csX3" fmla="*/ 2188 w 87958"/>
                <a:gd name="csY3" fmla="*/ -1393 h 107111"/>
                <a:gd name="csX4" fmla="*/ 16345 w 87958"/>
                <a:gd name="csY4" fmla="*/ -886 h 107111"/>
                <a:gd name="csX5" fmla="*/ 33029 w 87958"/>
                <a:gd name="csY5" fmla="*/ -1393 h 107111"/>
                <a:gd name="csX6" fmla="*/ 36058 w 87958"/>
                <a:gd name="csY6" fmla="*/ 1977 h 107111"/>
                <a:gd name="csX7" fmla="*/ 32014 w 87958"/>
                <a:gd name="csY7" fmla="*/ 3827 h 107111"/>
                <a:gd name="csX8" fmla="*/ 23593 w 87958"/>
                <a:gd name="csY8" fmla="*/ 6522 h 107111"/>
                <a:gd name="csX9" fmla="*/ 31850 w 87958"/>
                <a:gd name="csY9" fmla="*/ 40204 h 107111"/>
                <a:gd name="csX10" fmla="*/ 47350 w 87958"/>
                <a:gd name="csY10" fmla="*/ 29426 h 107111"/>
                <a:gd name="csX11" fmla="*/ 87959 w 87958"/>
                <a:gd name="csY11" fmla="*/ 78773 h 107111"/>
                <a:gd name="csX12" fmla="*/ 65550 w 87958"/>
                <a:gd name="csY12" fmla="*/ 105719 h 107111"/>
                <a:gd name="csX13" fmla="*/ 43475 w 87958"/>
                <a:gd name="csY13" fmla="*/ 93086 h 107111"/>
                <a:gd name="csX14" fmla="*/ 28308 w 87958"/>
                <a:gd name="csY14" fmla="*/ 105719 h 107111"/>
                <a:gd name="csX15" fmla="*/ 15838 w 87958"/>
                <a:gd name="csY15" fmla="*/ 96119 h 107111"/>
                <a:gd name="csX16" fmla="*/ 10615 w 87958"/>
                <a:gd name="csY16" fmla="*/ 79782 h 107111"/>
                <a:gd name="csX17" fmla="*/ 12640 w 87958"/>
                <a:gd name="csY17" fmla="*/ 78101 h 107111"/>
                <a:gd name="csX18" fmla="*/ 15505 w 87958"/>
                <a:gd name="csY18" fmla="*/ 81974 h 107111"/>
                <a:gd name="csX19" fmla="*/ 27801 w 87958"/>
                <a:gd name="csY19" fmla="*/ 102014 h 107111"/>
                <a:gd name="csX20" fmla="*/ 33029 w 87958"/>
                <a:gd name="csY20" fmla="*/ 94269 h 107111"/>
                <a:gd name="csX21" fmla="*/ 31850 w 87958"/>
                <a:gd name="csY21" fmla="*/ 85678 h 107111"/>
                <a:gd name="csX22" fmla="*/ 12973 w 87958"/>
                <a:gd name="csY22" fmla="*/ 10732 h 107111"/>
                <a:gd name="csX23" fmla="*/ 42634 w 87958"/>
                <a:gd name="csY23" fmla="*/ 83823 h 107111"/>
                <a:gd name="csX24" fmla="*/ 51393 w 87958"/>
                <a:gd name="csY24" fmla="*/ 95616 h 107111"/>
                <a:gd name="csX25" fmla="*/ 65043 w 87958"/>
                <a:gd name="csY25" fmla="*/ 102014 h 107111"/>
                <a:gd name="csX26" fmla="*/ 75827 w 87958"/>
                <a:gd name="csY26" fmla="*/ 86185 h 107111"/>
                <a:gd name="csX27" fmla="*/ 67231 w 87958"/>
                <a:gd name="csY27" fmla="*/ 50480 h 107111"/>
                <a:gd name="csX28" fmla="*/ 47180 w 87958"/>
                <a:gd name="csY28" fmla="*/ 33134 h 107111"/>
                <a:gd name="csX29" fmla="*/ 33869 w 87958"/>
                <a:gd name="csY29" fmla="*/ 48123 h 107111"/>
                <a:gd name="csX30" fmla="*/ 34377 w 87958"/>
                <a:gd name="csY30" fmla="*/ 50818 h 107111"/>
                <a:gd name="csX31" fmla="*/ 42634 w 87958"/>
                <a:gd name="csY31" fmla="*/ 83823 h 1071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87958" h="107111">
                  <a:moveTo>
                    <a:pt x="12973" y="10732"/>
                  </a:moveTo>
                  <a:cubicBezTo>
                    <a:pt x="11625" y="5005"/>
                    <a:pt x="11292" y="3827"/>
                    <a:pt x="3875" y="3827"/>
                  </a:cubicBezTo>
                  <a:cubicBezTo>
                    <a:pt x="1855" y="3827"/>
                    <a:pt x="0" y="3827"/>
                    <a:pt x="0" y="631"/>
                  </a:cubicBezTo>
                  <a:cubicBezTo>
                    <a:pt x="0" y="-717"/>
                    <a:pt x="840" y="-1393"/>
                    <a:pt x="2188" y="-1393"/>
                  </a:cubicBezTo>
                  <a:cubicBezTo>
                    <a:pt x="6740" y="-1393"/>
                    <a:pt x="11625" y="-886"/>
                    <a:pt x="16345" y="-886"/>
                  </a:cubicBezTo>
                  <a:cubicBezTo>
                    <a:pt x="21907" y="-886"/>
                    <a:pt x="27637" y="-1393"/>
                    <a:pt x="33029" y="-1393"/>
                  </a:cubicBezTo>
                  <a:cubicBezTo>
                    <a:pt x="33869" y="-1393"/>
                    <a:pt x="36058" y="-1393"/>
                    <a:pt x="36058" y="1977"/>
                  </a:cubicBezTo>
                  <a:cubicBezTo>
                    <a:pt x="36058" y="3827"/>
                    <a:pt x="34377" y="3827"/>
                    <a:pt x="32014" y="3827"/>
                  </a:cubicBezTo>
                  <a:cubicBezTo>
                    <a:pt x="23593" y="3827"/>
                    <a:pt x="23593" y="5005"/>
                    <a:pt x="23593" y="6522"/>
                  </a:cubicBezTo>
                  <a:cubicBezTo>
                    <a:pt x="23593" y="8546"/>
                    <a:pt x="30666" y="35998"/>
                    <a:pt x="31850" y="40204"/>
                  </a:cubicBezTo>
                  <a:cubicBezTo>
                    <a:pt x="34038" y="35322"/>
                    <a:pt x="38754" y="29426"/>
                    <a:pt x="47350" y="29426"/>
                  </a:cubicBezTo>
                  <a:cubicBezTo>
                    <a:pt x="66898" y="29426"/>
                    <a:pt x="87959" y="54014"/>
                    <a:pt x="87959" y="78773"/>
                  </a:cubicBezTo>
                  <a:cubicBezTo>
                    <a:pt x="87959" y="94602"/>
                    <a:pt x="78353" y="105719"/>
                    <a:pt x="65550" y="105719"/>
                  </a:cubicBezTo>
                  <a:cubicBezTo>
                    <a:pt x="57124" y="105719"/>
                    <a:pt x="49036" y="99658"/>
                    <a:pt x="43475" y="93086"/>
                  </a:cubicBezTo>
                  <a:cubicBezTo>
                    <a:pt x="41788" y="102183"/>
                    <a:pt x="34546" y="105719"/>
                    <a:pt x="28308" y="105719"/>
                  </a:cubicBezTo>
                  <a:cubicBezTo>
                    <a:pt x="20558" y="105719"/>
                    <a:pt x="17355" y="99151"/>
                    <a:pt x="15838" y="96119"/>
                  </a:cubicBezTo>
                  <a:cubicBezTo>
                    <a:pt x="12809" y="90391"/>
                    <a:pt x="10615" y="80289"/>
                    <a:pt x="10615" y="79782"/>
                  </a:cubicBezTo>
                  <a:cubicBezTo>
                    <a:pt x="10615" y="78101"/>
                    <a:pt x="12301" y="78101"/>
                    <a:pt x="12640" y="78101"/>
                  </a:cubicBezTo>
                  <a:cubicBezTo>
                    <a:pt x="14320" y="78101"/>
                    <a:pt x="14490" y="78265"/>
                    <a:pt x="15505" y="81974"/>
                  </a:cubicBezTo>
                  <a:cubicBezTo>
                    <a:pt x="18365" y="93931"/>
                    <a:pt x="21737" y="102014"/>
                    <a:pt x="27801" y="102014"/>
                  </a:cubicBezTo>
                  <a:cubicBezTo>
                    <a:pt x="30666" y="102014"/>
                    <a:pt x="33029" y="100667"/>
                    <a:pt x="33029" y="94269"/>
                  </a:cubicBezTo>
                  <a:cubicBezTo>
                    <a:pt x="33029" y="90391"/>
                    <a:pt x="32521" y="88541"/>
                    <a:pt x="31850" y="85678"/>
                  </a:cubicBezTo>
                  <a:lnTo>
                    <a:pt x="12973" y="10732"/>
                  </a:lnTo>
                  <a:close/>
                  <a:moveTo>
                    <a:pt x="42634" y="83823"/>
                  </a:moveTo>
                  <a:cubicBezTo>
                    <a:pt x="43813" y="88373"/>
                    <a:pt x="48359" y="93086"/>
                    <a:pt x="51393" y="95616"/>
                  </a:cubicBezTo>
                  <a:cubicBezTo>
                    <a:pt x="57293" y="100837"/>
                    <a:pt x="62177" y="102014"/>
                    <a:pt x="65043" y="102014"/>
                  </a:cubicBezTo>
                  <a:cubicBezTo>
                    <a:pt x="71783" y="102014"/>
                    <a:pt x="75827" y="96119"/>
                    <a:pt x="75827" y="86185"/>
                  </a:cubicBezTo>
                  <a:cubicBezTo>
                    <a:pt x="75827" y="76247"/>
                    <a:pt x="70265" y="56878"/>
                    <a:pt x="67231" y="50480"/>
                  </a:cubicBezTo>
                  <a:cubicBezTo>
                    <a:pt x="61506" y="38692"/>
                    <a:pt x="53418" y="33134"/>
                    <a:pt x="47180" y="33134"/>
                  </a:cubicBezTo>
                  <a:cubicBezTo>
                    <a:pt x="36058" y="33134"/>
                    <a:pt x="33869" y="47109"/>
                    <a:pt x="33869" y="48123"/>
                  </a:cubicBezTo>
                  <a:cubicBezTo>
                    <a:pt x="33869" y="48456"/>
                    <a:pt x="33869" y="48795"/>
                    <a:pt x="34377" y="50818"/>
                  </a:cubicBezTo>
                  <a:lnTo>
                    <a:pt x="42634" y="83823"/>
                  </a:lnTo>
                  <a:close/>
                </a:path>
              </a:pathLst>
            </a:custGeom>
            <a:solidFill>
              <a:srgbClr val="000000"/>
            </a:solidFill>
            <a:ln w="27807" cap="flat">
              <a:noFill/>
              <a:prstDash val="solid"/>
              <a:miter/>
            </a:ln>
          </p:spPr>
          <p:txBody>
            <a:bodyPr/>
            <a:lstStyle/>
            <a:p>
              <a:endParaRPr lang="en-GB"/>
            </a:p>
          </p:txBody>
        </p:sp>
        <p:sp>
          <p:nvSpPr>
            <p:cNvPr id="87" name="Freeform: Shape 86">
              <a:extLst>
                <a:ext uri="{FF2B5EF4-FFF2-40B4-BE49-F238E27FC236}">
                  <a16:creationId xmlns:a16="http://schemas.microsoft.com/office/drawing/2014/main" id="{B6C6E40D-F17A-FEB8-B025-47B71A29B07A}"/>
                </a:ext>
              </a:extLst>
            </p:cNvPr>
            <p:cNvSpPr/>
            <p:nvPr>
              <p:custDataLst>
                <p:tags r:id="rId22"/>
              </p:custDataLst>
            </p:nvPr>
          </p:nvSpPr>
          <p:spPr>
            <a:xfrm flipV="1">
              <a:off x="10975275" y="-6753910"/>
              <a:ext cx="112391" cy="71912"/>
            </a:xfrm>
            <a:custGeom>
              <a:avLst/>
              <a:gdLst>
                <a:gd name="csX0" fmla="*/ 112392 w 112391"/>
                <a:gd name="csY0" fmla="*/ 65297 h 71912"/>
                <a:gd name="csX1" fmla="*/ 110034 w 112391"/>
                <a:gd name="csY1" fmla="*/ 70349 h 71912"/>
                <a:gd name="csX2" fmla="*/ 107676 w 112391"/>
                <a:gd name="csY2" fmla="*/ 65804 h 71912"/>
                <a:gd name="csX3" fmla="*/ 84253 w 112391"/>
                <a:gd name="csY3" fmla="*/ 47276 h 71912"/>
                <a:gd name="csX4" fmla="*/ 57293 w 112391"/>
                <a:gd name="csY4" fmla="*/ 58392 h 71912"/>
                <a:gd name="csX5" fmla="*/ 28139 w 112391"/>
                <a:gd name="csY5" fmla="*/ 70517 h 71912"/>
                <a:gd name="csX6" fmla="*/ 0 w 112391"/>
                <a:gd name="csY6" fmla="*/ 43065 h 71912"/>
                <a:gd name="csX7" fmla="*/ 2358 w 112391"/>
                <a:gd name="csY7" fmla="*/ 38013 h 71912"/>
                <a:gd name="csX8" fmla="*/ 4720 w 112391"/>
                <a:gd name="csY8" fmla="*/ 41886 h 71912"/>
                <a:gd name="csX9" fmla="*/ 28139 w 112391"/>
                <a:gd name="csY9" fmla="*/ 61086 h 71912"/>
                <a:gd name="csX10" fmla="*/ 55104 w 112391"/>
                <a:gd name="csY10" fmla="*/ 49970 h 71912"/>
                <a:gd name="csX11" fmla="*/ 84253 w 112391"/>
                <a:gd name="csY11" fmla="*/ 37844 h 71912"/>
                <a:gd name="csX12" fmla="*/ 112392 w 112391"/>
                <a:gd name="csY12" fmla="*/ 65297 h 71912"/>
                <a:gd name="csX13" fmla="*/ 112392 w 112391"/>
                <a:gd name="csY13" fmla="*/ 25888 h 71912"/>
                <a:gd name="csX14" fmla="*/ 110034 w 112391"/>
                <a:gd name="csY14" fmla="*/ 31108 h 71912"/>
                <a:gd name="csX15" fmla="*/ 107676 w 112391"/>
                <a:gd name="csY15" fmla="*/ 26559 h 71912"/>
                <a:gd name="csX16" fmla="*/ 84253 w 112391"/>
                <a:gd name="csY16" fmla="*/ 8035 h 71912"/>
                <a:gd name="csX17" fmla="*/ 57293 w 112391"/>
                <a:gd name="csY17" fmla="*/ 19152 h 71912"/>
                <a:gd name="csX18" fmla="*/ 28139 w 112391"/>
                <a:gd name="csY18" fmla="*/ 31277 h 71912"/>
                <a:gd name="csX19" fmla="*/ 0 w 112391"/>
                <a:gd name="csY19" fmla="*/ 3825 h 71912"/>
                <a:gd name="csX20" fmla="*/ 2358 w 112391"/>
                <a:gd name="csY20" fmla="*/ -1226 h 71912"/>
                <a:gd name="csX21" fmla="*/ 4720 w 112391"/>
                <a:gd name="csY21" fmla="*/ 2646 h 71912"/>
                <a:gd name="csX22" fmla="*/ 28139 w 112391"/>
                <a:gd name="csY22" fmla="*/ 21846 h 71912"/>
                <a:gd name="csX23" fmla="*/ 55104 w 112391"/>
                <a:gd name="csY23" fmla="*/ 10730 h 71912"/>
                <a:gd name="csX24" fmla="*/ 84253 w 112391"/>
                <a:gd name="csY24" fmla="*/ -1396 h 71912"/>
                <a:gd name="csX25" fmla="*/ 112392 w 112391"/>
                <a:gd name="csY25" fmla="*/ 25888 h 719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12391" h="71912">
                  <a:moveTo>
                    <a:pt x="112392" y="65297"/>
                  </a:moveTo>
                  <a:cubicBezTo>
                    <a:pt x="112392" y="68832"/>
                    <a:pt x="111213" y="70349"/>
                    <a:pt x="110034" y="70349"/>
                  </a:cubicBezTo>
                  <a:cubicBezTo>
                    <a:pt x="109363" y="70349"/>
                    <a:pt x="107846" y="69677"/>
                    <a:pt x="107676" y="65804"/>
                  </a:cubicBezTo>
                  <a:cubicBezTo>
                    <a:pt x="106999" y="54181"/>
                    <a:pt x="95206" y="47276"/>
                    <a:pt x="84253" y="47276"/>
                  </a:cubicBezTo>
                  <a:cubicBezTo>
                    <a:pt x="74478" y="47276"/>
                    <a:pt x="66058" y="52495"/>
                    <a:pt x="57293" y="58392"/>
                  </a:cubicBezTo>
                  <a:cubicBezTo>
                    <a:pt x="48195" y="64457"/>
                    <a:pt x="39092" y="70517"/>
                    <a:pt x="28139" y="70517"/>
                  </a:cubicBezTo>
                  <a:cubicBezTo>
                    <a:pt x="12470" y="70517"/>
                    <a:pt x="0" y="58561"/>
                    <a:pt x="0" y="43065"/>
                  </a:cubicBezTo>
                  <a:cubicBezTo>
                    <a:pt x="0" y="39361"/>
                    <a:pt x="1348" y="38013"/>
                    <a:pt x="2358" y="38013"/>
                  </a:cubicBezTo>
                  <a:cubicBezTo>
                    <a:pt x="4044" y="38013"/>
                    <a:pt x="4720" y="41215"/>
                    <a:pt x="4720" y="41886"/>
                  </a:cubicBezTo>
                  <a:cubicBezTo>
                    <a:pt x="5561" y="56035"/>
                    <a:pt x="19379" y="61086"/>
                    <a:pt x="28139" y="61086"/>
                  </a:cubicBezTo>
                  <a:cubicBezTo>
                    <a:pt x="37913" y="61086"/>
                    <a:pt x="46339" y="55867"/>
                    <a:pt x="55104" y="49970"/>
                  </a:cubicBezTo>
                  <a:cubicBezTo>
                    <a:pt x="64202" y="43910"/>
                    <a:pt x="73299" y="37844"/>
                    <a:pt x="84253" y="37844"/>
                  </a:cubicBezTo>
                  <a:cubicBezTo>
                    <a:pt x="99926" y="37844"/>
                    <a:pt x="112392" y="49801"/>
                    <a:pt x="112392" y="65297"/>
                  </a:cubicBezTo>
                  <a:close/>
                  <a:moveTo>
                    <a:pt x="112392" y="25888"/>
                  </a:moveTo>
                  <a:cubicBezTo>
                    <a:pt x="112392" y="30770"/>
                    <a:pt x="110373" y="31108"/>
                    <a:pt x="110034" y="31108"/>
                  </a:cubicBezTo>
                  <a:cubicBezTo>
                    <a:pt x="109363" y="31108"/>
                    <a:pt x="107846" y="30268"/>
                    <a:pt x="107676" y="26559"/>
                  </a:cubicBezTo>
                  <a:cubicBezTo>
                    <a:pt x="106999" y="14941"/>
                    <a:pt x="95206" y="8035"/>
                    <a:pt x="84253" y="8035"/>
                  </a:cubicBezTo>
                  <a:cubicBezTo>
                    <a:pt x="74478" y="8035"/>
                    <a:pt x="66058" y="13256"/>
                    <a:pt x="57293" y="19152"/>
                  </a:cubicBezTo>
                  <a:cubicBezTo>
                    <a:pt x="48195" y="25211"/>
                    <a:pt x="39092" y="31277"/>
                    <a:pt x="28139" y="31277"/>
                  </a:cubicBezTo>
                  <a:cubicBezTo>
                    <a:pt x="12470" y="31277"/>
                    <a:pt x="0" y="19321"/>
                    <a:pt x="0" y="3825"/>
                  </a:cubicBezTo>
                  <a:cubicBezTo>
                    <a:pt x="0" y="121"/>
                    <a:pt x="1348" y="-1226"/>
                    <a:pt x="2358" y="-1226"/>
                  </a:cubicBezTo>
                  <a:cubicBezTo>
                    <a:pt x="4044" y="-1226"/>
                    <a:pt x="4720" y="1976"/>
                    <a:pt x="4720" y="2646"/>
                  </a:cubicBezTo>
                  <a:cubicBezTo>
                    <a:pt x="5561" y="16795"/>
                    <a:pt x="19379" y="21846"/>
                    <a:pt x="28139" y="21846"/>
                  </a:cubicBezTo>
                  <a:cubicBezTo>
                    <a:pt x="37913" y="21846"/>
                    <a:pt x="46339" y="16626"/>
                    <a:pt x="55104" y="10730"/>
                  </a:cubicBezTo>
                  <a:cubicBezTo>
                    <a:pt x="64202" y="4670"/>
                    <a:pt x="73299" y="-1396"/>
                    <a:pt x="84253" y="-1396"/>
                  </a:cubicBezTo>
                  <a:cubicBezTo>
                    <a:pt x="100259" y="-1396"/>
                    <a:pt x="112392" y="11068"/>
                    <a:pt x="112392" y="25888"/>
                  </a:cubicBezTo>
                  <a:close/>
                </a:path>
              </a:pathLst>
            </a:custGeom>
            <a:solidFill>
              <a:srgbClr val="000000"/>
            </a:solidFill>
            <a:ln w="27807" cap="flat">
              <a:noFill/>
              <a:prstDash val="solid"/>
              <a:miter/>
            </a:ln>
          </p:spPr>
          <p:txBody>
            <a:bodyPr/>
            <a:lstStyle/>
            <a:p>
              <a:endParaRPr lang="en-GB"/>
            </a:p>
          </p:txBody>
        </p:sp>
        <p:sp>
          <p:nvSpPr>
            <p:cNvPr id="90" name="Freeform: Shape 89">
              <a:extLst>
                <a:ext uri="{FF2B5EF4-FFF2-40B4-BE49-F238E27FC236}">
                  <a16:creationId xmlns:a16="http://schemas.microsoft.com/office/drawing/2014/main" id="{B41229EF-4239-2D3C-5B96-D325CFAA4782}"/>
                </a:ext>
              </a:extLst>
            </p:cNvPr>
            <p:cNvSpPr/>
            <p:nvPr>
              <p:custDataLst>
                <p:tags r:id="rId23"/>
              </p:custDataLst>
            </p:nvPr>
          </p:nvSpPr>
          <p:spPr>
            <a:xfrm flipV="1">
              <a:off x="11150469" y="-6784728"/>
              <a:ext cx="70942" cy="115865"/>
            </a:xfrm>
            <a:custGeom>
              <a:avLst/>
              <a:gdLst>
                <a:gd name="csX0" fmla="*/ 70942 w 70942"/>
                <a:gd name="csY0" fmla="*/ 56198 h 115865"/>
                <a:gd name="csX1" fmla="*/ 64202 w 70942"/>
                <a:gd name="csY1" fmla="*/ 95607 h 115865"/>
                <a:gd name="csX2" fmla="*/ 35556 w 70942"/>
                <a:gd name="csY2" fmla="*/ 114469 h 115865"/>
                <a:gd name="csX3" fmla="*/ 6238 w 70942"/>
                <a:gd name="csY3" fmla="*/ 94429 h 115865"/>
                <a:gd name="csX4" fmla="*/ 0 w 70942"/>
                <a:gd name="csY4" fmla="*/ 56198 h 115865"/>
                <a:gd name="csX5" fmla="*/ 7586 w 70942"/>
                <a:gd name="csY5" fmla="*/ 15610 h 115865"/>
                <a:gd name="csX6" fmla="*/ 35387 w 70942"/>
                <a:gd name="csY6" fmla="*/ -1397 h 115865"/>
                <a:gd name="csX7" fmla="*/ 64710 w 70942"/>
                <a:gd name="csY7" fmla="*/ 18135 h 115865"/>
                <a:gd name="csX8" fmla="*/ 70942 w 70942"/>
                <a:gd name="csY8" fmla="*/ 56198 h 115865"/>
                <a:gd name="csX9" fmla="*/ 35387 w 70942"/>
                <a:gd name="csY9" fmla="*/ 2307 h 115865"/>
                <a:gd name="csX10" fmla="*/ 15838 w 70942"/>
                <a:gd name="csY10" fmla="*/ 22685 h 115865"/>
                <a:gd name="csX11" fmla="*/ 13988 w 70942"/>
                <a:gd name="csY11" fmla="*/ 58222 h 115865"/>
                <a:gd name="csX12" fmla="*/ 15335 w 70942"/>
                <a:gd name="csY12" fmla="*/ 89209 h 115865"/>
                <a:gd name="csX13" fmla="*/ 35387 w 70942"/>
                <a:gd name="csY13" fmla="*/ 110765 h 115865"/>
                <a:gd name="csX14" fmla="*/ 55268 w 70942"/>
                <a:gd name="csY14" fmla="*/ 91064 h 115865"/>
                <a:gd name="csX15" fmla="*/ 56955 w 70942"/>
                <a:gd name="csY15" fmla="*/ 58222 h 115865"/>
                <a:gd name="csX16" fmla="*/ 55104 w 70942"/>
                <a:gd name="csY16" fmla="*/ 23356 h 115865"/>
                <a:gd name="csX17" fmla="*/ 35387 w 70942"/>
                <a:gd name="csY17" fmla="*/ 2307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0942" h="115865">
                  <a:moveTo>
                    <a:pt x="70942" y="56198"/>
                  </a:moveTo>
                  <a:cubicBezTo>
                    <a:pt x="70942" y="69671"/>
                    <a:pt x="70102" y="83144"/>
                    <a:pt x="64202" y="95607"/>
                  </a:cubicBezTo>
                  <a:cubicBezTo>
                    <a:pt x="56452" y="111774"/>
                    <a:pt x="42634" y="114469"/>
                    <a:pt x="35556" y="114469"/>
                  </a:cubicBezTo>
                  <a:cubicBezTo>
                    <a:pt x="25443" y="114469"/>
                    <a:pt x="13142" y="110094"/>
                    <a:pt x="6238" y="94429"/>
                  </a:cubicBezTo>
                  <a:cubicBezTo>
                    <a:pt x="846" y="82810"/>
                    <a:pt x="0" y="69671"/>
                    <a:pt x="0" y="56198"/>
                  </a:cubicBezTo>
                  <a:cubicBezTo>
                    <a:pt x="0" y="43570"/>
                    <a:pt x="677" y="28412"/>
                    <a:pt x="7586" y="15610"/>
                  </a:cubicBezTo>
                  <a:cubicBezTo>
                    <a:pt x="14828" y="1968"/>
                    <a:pt x="27129" y="-1397"/>
                    <a:pt x="35387" y="-1397"/>
                  </a:cubicBezTo>
                  <a:cubicBezTo>
                    <a:pt x="44484" y="-1397"/>
                    <a:pt x="57293" y="2138"/>
                    <a:pt x="64710" y="18135"/>
                  </a:cubicBezTo>
                  <a:cubicBezTo>
                    <a:pt x="70102" y="29759"/>
                    <a:pt x="70942" y="42894"/>
                    <a:pt x="70942" y="56198"/>
                  </a:cubicBezTo>
                  <a:close/>
                  <a:moveTo>
                    <a:pt x="35387" y="2307"/>
                  </a:moveTo>
                  <a:cubicBezTo>
                    <a:pt x="28816" y="2307"/>
                    <a:pt x="18872" y="6518"/>
                    <a:pt x="15838" y="22685"/>
                  </a:cubicBezTo>
                  <a:cubicBezTo>
                    <a:pt x="13988" y="32792"/>
                    <a:pt x="13988" y="48283"/>
                    <a:pt x="13988" y="58222"/>
                  </a:cubicBezTo>
                  <a:cubicBezTo>
                    <a:pt x="13988" y="69000"/>
                    <a:pt x="13988" y="80116"/>
                    <a:pt x="15335" y="89209"/>
                  </a:cubicBezTo>
                  <a:cubicBezTo>
                    <a:pt x="18539" y="109249"/>
                    <a:pt x="31173" y="110765"/>
                    <a:pt x="35387" y="110765"/>
                  </a:cubicBezTo>
                  <a:cubicBezTo>
                    <a:pt x="40948" y="110765"/>
                    <a:pt x="52070" y="107732"/>
                    <a:pt x="55268" y="91064"/>
                  </a:cubicBezTo>
                  <a:cubicBezTo>
                    <a:pt x="56955" y="81633"/>
                    <a:pt x="56955" y="68831"/>
                    <a:pt x="56955" y="58222"/>
                  </a:cubicBezTo>
                  <a:cubicBezTo>
                    <a:pt x="56955" y="45589"/>
                    <a:pt x="56955" y="34140"/>
                    <a:pt x="55104" y="23356"/>
                  </a:cubicBezTo>
                  <a:cubicBezTo>
                    <a:pt x="52572" y="7358"/>
                    <a:pt x="42972" y="2307"/>
                    <a:pt x="35387" y="2307"/>
                  </a:cubicBezTo>
                  <a:close/>
                </a:path>
              </a:pathLst>
            </a:custGeom>
            <a:solidFill>
              <a:srgbClr val="000000"/>
            </a:solidFill>
            <a:ln w="27807" cap="flat">
              <a:noFill/>
              <a:prstDash val="solid"/>
              <a:miter/>
            </a:ln>
          </p:spPr>
          <p:txBody>
            <a:bodyPr/>
            <a:lstStyle/>
            <a:p>
              <a:endParaRPr lang="en-GB"/>
            </a:p>
          </p:txBody>
        </p:sp>
        <p:sp>
          <p:nvSpPr>
            <p:cNvPr id="91" name="Freeform: Shape 90">
              <a:extLst>
                <a:ext uri="{FF2B5EF4-FFF2-40B4-BE49-F238E27FC236}">
                  <a16:creationId xmlns:a16="http://schemas.microsoft.com/office/drawing/2014/main" id="{FD54280D-E289-A0F0-F979-9114ECDEF368}"/>
                </a:ext>
              </a:extLst>
            </p:cNvPr>
            <p:cNvSpPr/>
            <p:nvPr>
              <p:custDataLst>
                <p:tags r:id="rId24"/>
              </p:custDataLst>
            </p:nvPr>
          </p:nvSpPr>
          <p:spPr>
            <a:xfrm flipV="1">
              <a:off x="11242647" y="-6690419"/>
              <a:ext cx="17862" cy="17852"/>
            </a:xfrm>
            <a:custGeom>
              <a:avLst/>
              <a:gdLst>
                <a:gd name="csX0" fmla="*/ 17862 w 17862"/>
                <a:gd name="csY0" fmla="*/ 7533 h 17852"/>
                <a:gd name="csX1" fmla="*/ 8934 w 17862"/>
                <a:gd name="csY1" fmla="*/ 16461 h 17852"/>
                <a:gd name="csX2" fmla="*/ 0 w 17862"/>
                <a:gd name="csY2" fmla="*/ 7533 h 17852"/>
                <a:gd name="csX3" fmla="*/ 8934 w 17862"/>
                <a:gd name="csY3" fmla="*/ -1391 h 17852"/>
                <a:gd name="csX4" fmla="*/ 17862 w 17862"/>
                <a:gd name="csY4" fmla="*/ 7533 h 17852"/>
              </a:gdLst>
              <a:ahLst/>
              <a:cxnLst>
                <a:cxn ang="0">
                  <a:pos x="csX0" y="csY0"/>
                </a:cxn>
                <a:cxn ang="0">
                  <a:pos x="csX1" y="csY1"/>
                </a:cxn>
                <a:cxn ang="0">
                  <a:pos x="csX2" y="csY2"/>
                </a:cxn>
                <a:cxn ang="0">
                  <a:pos x="csX3" y="csY3"/>
                </a:cxn>
                <a:cxn ang="0">
                  <a:pos x="csX4" y="csY4"/>
                </a:cxn>
              </a:cxnLst>
              <a:rect l="l" t="t" r="r" b="b"/>
              <a:pathLst>
                <a:path w="17862" h="17852">
                  <a:moveTo>
                    <a:pt x="17862" y="7533"/>
                  </a:moveTo>
                  <a:cubicBezTo>
                    <a:pt x="17862" y="12420"/>
                    <a:pt x="13818" y="16461"/>
                    <a:pt x="8934" y="16461"/>
                  </a:cubicBezTo>
                  <a:cubicBezTo>
                    <a:pt x="4044" y="16461"/>
                    <a:pt x="0" y="12420"/>
                    <a:pt x="0" y="7533"/>
                  </a:cubicBezTo>
                  <a:cubicBezTo>
                    <a:pt x="0" y="2651"/>
                    <a:pt x="4044" y="-1391"/>
                    <a:pt x="8934" y="-1391"/>
                  </a:cubicBezTo>
                  <a:cubicBezTo>
                    <a:pt x="13818" y="-1391"/>
                    <a:pt x="17862" y="2651"/>
                    <a:pt x="17862" y="7533"/>
                  </a:cubicBezTo>
                  <a:close/>
                </a:path>
              </a:pathLst>
            </a:custGeom>
            <a:solidFill>
              <a:srgbClr val="000000"/>
            </a:solidFill>
            <a:ln w="27807" cap="flat">
              <a:noFill/>
              <a:prstDash val="solid"/>
              <a:miter/>
            </a:ln>
          </p:spPr>
          <p:txBody>
            <a:bodyPr/>
            <a:lstStyle/>
            <a:p>
              <a:endParaRPr lang="en-GB"/>
            </a:p>
          </p:txBody>
        </p:sp>
        <p:sp>
          <p:nvSpPr>
            <p:cNvPr id="92" name="Freeform: Shape 91">
              <a:extLst>
                <a:ext uri="{FF2B5EF4-FFF2-40B4-BE49-F238E27FC236}">
                  <a16:creationId xmlns:a16="http://schemas.microsoft.com/office/drawing/2014/main" id="{1B6C8F77-B01B-BEC1-60D2-F6ACC95D517B}"/>
                </a:ext>
              </a:extLst>
            </p:cNvPr>
            <p:cNvSpPr/>
            <p:nvPr>
              <p:custDataLst>
                <p:tags r:id="rId25"/>
              </p:custDataLst>
            </p:nvPr>
          </p:nvSpPr>
          <p:spPr>
            <a:xfrm flipV="1">
              <a:off x="11282042" y="-6786584"/>
              <a:ext cx="240818" cy="117720"/>
            </a:xfrm>
            <a:custGeom>
              <a:avLst/>
              <a:gdLst>
                <a:gd name="csX0" fmla="*/ 20389 w 240818"/>
                <a:gd name="csY0" fmla="*/ 79271 h 117720"/>
                <a:gd name="csX1" fmla="*/ 11963 w 240818"/>
                <a:gd name="csY1" fmla="*/ 92913 h 117720"/>
                <a:gd name="csX2" fmla="*/ 34879 w 240818"/>
                <a:gd name="csY2" fmla="*/ 110258 h 117720"/>
                <a:gd name="csX3" fmla="*/ 57964 w 240818"/>
                <a:gd name="csY3" fmla="*/ 89378 h 117720"/>
                <a:gd name="csX4" fmla="*/ 41281 w 240818"/>
                <a:gd name="csY4" fmla="*/ 65798 h 117720"/>
                <a:gd name="csX5" fmla="*/ 20389 w 240818"/>
                <a:gd name="csY5" fmla="*/ 79271 h 117720"/>
                <a:gd name="csX6" fmla="*/ 44992 w 240818"/>
                <a:gd name="csY6" fmla="*/ 63272 h 117720"/>
                <a:gd name="csX7" fmla="*/ 65381 w 240818"/>
                <a:gd name="csY7" fmla="*/ 89378 h 117720"/>
                <a:gd name="csX8" fmla="*/ 35049 w 240818"/>
                <a:gd name="csY8" fmla="*/ 114468 h 117720"/>
                <a:gd name="csX9" fmla="*/ 4547 w 240818"/>
                <a:gd name="csY9" fmla="*/ 86345 h 117720"/>
                <a:gd name="csX10" fmla="*/ 11963 w 240818"/>
                <a:gd name="csY10" fmla="*/ 67821 h 117720"/>
                <a:gd name="csX11" fmla="*/ 24264 w 240818"/>
                <a:gd name="csY11" fmla="*/ 58723 h 117720"/>
                <a:gd name="csX12" fmla="*/ 0 w 240818"/>
                <a:gd name="csY12" fmla="*/ 27735 h 117720"/>
                <a:gd name="csX13" fmla="*/ 34879 w 240818"/>
                <a:gd name="csY13" fmla="*/ -1397 h 117720"/>
                <a:gd name="csX14" fmla="*/ 69927 w 240818"/>
                <a:gd name="csY14" fmla="*/ 30599 h 117720"/>
                <a:gd name="csX15" fmla="*/ 61670 w 240818"/>
                <a:gd name="csY15" fmla="*/ 51316 h 117720"/>
                <a:gd name="csX16" fmla="*/ 44992 w 240818"/>
                <a:gd name="csY16" fmla="*/ 63272 h 117720"/>
                <a:gd name="csX17" fmla="*/ 28139 w 240818"/>
                <a:gd name="csY17" fmla="*/ 56198 h 117720"/>
                <a:gd name="csX18" fmla="*/ 48867 w 240818"/>
                <a:gd name="csY18" fmla="*/ 43064 h 117720"/>
                <a:gd name="csX19" fmla="*/ 61501 w 240818"/>
                <a:gd name="csY19" fmla="*/ 24539 h 117720"/>
                <a:gd name="csX20" fmla="*/ 35049 w 240818"/>
                <a:gd name="csY20" fmla="*/ 3316 h 117720"/>
                <a:gd name="csX21" fmla="*/ 8427 w 240818"/>
                <a:gd name="csY21" fmla="*/ 27735 h 117720"/>
                <a:gd name="csX22" fmla="*/ 28139 w 240818"/>
                <a:gd name="csY22" fmla="*/ 56198 h 117720"/>
                <a:gd name="csX23" fmla="*/ 154699 w 240818"/>
                <a:gd name="csY23" fmla="*/ 56198 h 117720"/>
                <a:gd name="csX24" fmla="*/ 147958 w 240818"/>
                <a:gd name="csY24" fmla="*/ 95607 h 117720"/>
                <a:gd name="csX25" fmla="*/ 119312 w 240818"/>
                <a:gd name="csY25" fmla="*/ 114468 h 117720"/>
                <a:gd name="csX26" fmla="*/ 89994 w 240818"/>
                <a:gd name="csY26" fmla="*/ 94429 h 117720"/>
                <a:gd name="csX27" fmla="*/ 83756 w 240818"/>
                <a:gd name="csY27" fmla="*/ 56198 h 117720"/>
                <a:gd name="csX28" fmla="*/ 91342 w 240818"/>
                <a:gd name="csY28" fmla="*/ 15610 h 117720"/>
                <a:gd name="csX29" fmla="*/ 119143 w 240818"/>
                <a:gd name="csY29" fmla="*/ -1397 h 117720"/>
                <a:gd name="csX30" fmla="*/ 148466 w 240818"/>
                <a:gd name="csY30" fmla="*/ 18135 h 117720"/>
                <a:gd name="csX31" fmla="*/ 154699 w 240818"/>
                <a:gd name="csY31" fmla="*/ 56198 h 117720"/>
                <a:gd name="csX32" fmla="*/ 119143 w 240818"/>
                <a:gd name="csY32" fmla="*/ 2307 h 117720"/>
                <a:gd name="csX33" fmla="*/ 99594 w 240818"/>
                <a:gd name="csY33" fmla="*/ 22685 h 117720"/>
                <a:gd name="csX34" fmla="*/ 97744 w 240818"/>
                <a:gd name="csY34" fmla="*/ 58221 h 117720"/>
                <a:gd name="csX35" fmla="*/ 99092 w 240818"/>
                <a:gd name="csY35" fmla="*/ 89209 h 117720"/>
                <a:gd name="csX36" fmla="*/ 119143 w 240818"/>
                <a:gd name="csY36" fmla="*/ 110765 h 117720"/>
                <a:gd name="csX37" fmla="*/ 139024 w 240818"/>
                <a:gd name="csY37" fmla="*/ 91063 h 117720"/>
                <a:gd name="csX38" fmla="*/ 140711 w 240818"/>
                <a:gd name="csY38" fmla="*/ 58221 h 117720"/>
                <a:gd name="csX39" fmla="*/ 138861 w 240818"/>
                <a:gd name="csY39" fmla="*/ 23356 h 117720"/>
                <a:gd name="csX40" fmla="*/ 119143 w 240818"/>
                <a:gd name="csY40" fmla="*/ 2307 h 117720"/>
                <a:gd name="csX41" fmla="*/ 210991 w 240818"/>
                <a:gd name="csY41" fmla="*/ 30097 h 117720"/>
                <a:gd name="csX42" fmla="*/ 210991 w 240818"/>
                <a:gd name="csY42" fmla="*/ 15441 h 117720"/>
                <a:gd name="csX43" fmla="*/ 198184 w 240818"/>
                <a:gd name="csY43" fmla="*/ 7526 h 117720"/>
                <a:gd name="csX44" fmla="*/ 194647 w 240818"/>
                <a:gd name="csY44" fmla="*/ 7526 h 117720"/>
                <a:gd name="csX45" fmla="*/ 194647 w 240818"/>
                <a:gd name="csY45" fmla="*/ 2307 h 117720"/>
                <a:gd name="csX46" fmla="*/ 217394 w 240818"/>
                <a:gd name="csY46" fmla="*/ 2813 h 117720"/>
                <a:gd name="csX47" fmla="*/ 240311 w 240818"/>
                <a:gd name="csY47" fmla="*/ 2307 h 117720"/>
                <a:gd name="csX48" fmla="*/ 240311 w 240818"/>
                <a:gd name="csY48" fmla="*/ 7526 h 117720"/>
                <a:gd name="csX49" fmla="*/ 236773 w 240818"/>
                <a:gd name="csY49" fmla="*/ 7526 h 117720"/>
                <a:gd name="csX50" fmla="*/ 223964 w 240818"/>
                <a:gd name="csY50" fmla="*/ 15441 h 117720"/>
                <a:gd name="csX51" fmla="*/ 223964 w 240818"/>
                <a:gd name="csY51" fmla="*/ 30097 h 117720"/>
                <a:gd name="csX52" fmla="*/ 240818 w 240818"/>
                <a:gd name="csY52" fmla="*/ 30097 h 117720"/>
                <a:gd name="csX53" fmla="*/ 240818 w 240818"/>
                <a:gd name="csY53" fmla="*/ 35318 h 117720"/>
                <a:gd name="csX54" fmla="*/ 223964 w 240818"/>
                <a:gd name="csY54" fmla="*/ 35318 h 117720"/>
                <a:gd name="csX55" fmla="*/ 223964 w 240818"/>
                <a:gd name="csY55" fmla="*/ 111943 h 117720"/>
                <a:gd name="csX56" fmla="*/ 221268 w 240818"/>
                <a:gd name="csY56" fmla="*/ 116324 h 117720"/>
                <a:gd name="csX57" fmla="*/ 217897 w 240818"/>
                <a:gd name="csY57" fmla="*/ 114300 h 117720"/>
                <a:gd name="csX58" fmla="*/ 166170 w 240818"/>
                <a:gd name="csY58" fmla="*/ 35318 h 117720"/>
                <a:gd name="csX59" fmla="*/ 166170 w 240818"/>
                <a:gd name="csY59" fmla="*/ 30097 h 117720"/>
                <a:gd name="csX60" fmla="*/ 210991 w 240818"/>
                <a:gd name="csY60" fmla="*/ 30097 h 117720"/>
                <a:gd name="csX61" fmla="*/ 212001 w 240818"/>
                <a:gd name="csY61" fmla="*/ 35318 h 117720"/>
                <a:gd name="csX62" fmla="*/ 170885 w 240818"/>
                <a:gd name="csY62" fmla="*/ 35318 h 117720"/>
                <a:gd name="csX63" fmla="*/ 212001 w 240818"/>
                <a:gd name="csY63" fmla="*/ 98132 h 117720"/>
                <a:gd name="csX64" fmla="*/ 212001 w 240818"/>
                <a:gd name="csY64" fmla="*/ 35318 h 1177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Lst>
              <a:rect l="l" t="t" r="r" b="b"/>
              <a:pathLst>
                <a:path w="240818" h="117720">
                  <a:moveTo>
                    <a:pt x="20389" y="79271"/>
                  </a:moveTo>
                  <a:cubicBezTo>
                    <a:pt x="12634" y="84327"/>
                    <a:pt x="11963" y="90049"/>
                    <a:pt x="11963" y="92913"/>
                  </a:cubicBezTo>
                  <a:cubicBezTo>
                    <a:pt x="11963" y="103189"/>
                    <a:pt x="22916" y="110258"/>
                    <a:pt x="34879" y="110258"/>
                  </a:cubicBezTo>
                  <a:cubicBezTo>
                    <a:pt x="47180" y="110258"/>
                    <a:pt x="57964" y="101503"/>
                    <a:pt x="57964" y="89378"/>
                  </a:cubicBezTo>
                  <a:cubicBezTo>
                    <a:pt x="57964" y="79777"/>
                    <a:pt x="51394" y="71694"/>
                    <a:pt x="41281" y="65798"/>
                  </a:cubicBezTo>
                  <a:lnTo>
                    <a:pt x="20389" y="79271"/>
                  </a:lnTo>
                  <a:close/>
                  <a:moveTo>
                    <a:pt x="44992" y="63272"/>
                  </a:moveTo>
                  <a:cubicBezTo>
                    <a:pt x="57124" y="69501"/>
                    <a:pt x="65381" y="78261"/>
                    <a:pt x="65381" y="89378"/>
                  </a:cubicBezTo>
                  <a:cubicBezTo>
                    <a:pt x="65381" y="104869"/>
                    <a:pt x="50384" y="114468"/>
                    <a:pt x="35049" y="114468"/>
                  </a:cubicBezTo>
                  <a:cubicBezTo>
                    <a:pt x="18196" y="114468"/>
                    <a:pt x="4547" y="102010"/>
                    <a:pt x="4547" y="86345"/>
                  </a:cubicBezTo>
                  <a:cubicBezTo>
                    <a:pt x="4547" y="83313"/>
                    <a:pt x="4885" y="75736"/>
                    <a:pt x="11963" y="67821"/>
                  </a:cubicBezTo>
                  <a:cubicBezTo>
                    <a:pt x="13819" y="65798"/>
                    <a:pt x="20051" y="61587"/>
                    <a:pt x="24264" y="58723"/>
                  </a:cubicBezTo>
                  <a:cubicBezTo>
                    <a:pt x="14490" y="53841"/>
                    <a:pt x="0" y="44410"/>
                    <a:pt x="0" y="27735"/>
                  </a:cubicBezTo>
                  <a:cubicBezTo>
                    <a:pt x="0" y="9883"/>
                    <a:pt x="17186" y="-1397"/>
                    <a:pt x="34879" y="-1397"/>
                  </a:cubicBezTo>
                  <a:cubicBezTo>
                    <a:pt x="53920" y="-1397"/>
                    <a:pt x="69927" y="12577"/>
                    <a:pt x="69927" y="30599"/>
                  </a:cubicBezTo>
                  <a:cubicBezTo>
                    <a:pt x="69927" y="36665"/>
                    <a:pt x="68077" y="44241"/>
                    <a:pt x="61670" y="51316"/>
                  </a:cubicBezTo>
                  <a:cubicBezTo>
                    <a:pt x="58472" y="54850"/>
                    <a:pt x="55776" y="56536"/>
                    <a:pt x="44992" y="63272"/>
                  </a:cubicBezTo>
                  <a:close/>
                  <a:moveTo>
                    <a:pt x="28139" y="56198"/>
                  </a:moveTo>
                  <a:lnTo>
                    <a:pt x="48867" y="43064"/>
                  </a:lnTo>
                  <a:cubicBezTo>
                    <a:pt x="53582" y="39861"/>
                    <a:pt x="61501" y="34810"/>
                    <a:pt x="61501" y="24539"/>
                  </a:cubicBezTo>
                  <a:cubicBezTo>
                    <a:pt x="61501" y="12076"/>
                    <a:pt x="48867" y="3316"/>
                    <a:pt x="35049" y="3316"/>
                  </a:cubicBezTo>
                  <a:cubicBezTo>
                    <a:pt x="20559" y="3316"/>
                    <a:pt x="8427" y="13761"/>
                    <a:pt x="8427" y="27735"/>
                  </a:cubicBezTo>
                  <a:cubicBezTo>
                    <a:pt x="8427" y="37505"/>
                    <a:pt x="13819" y="48283"/>
                    <a:pt x="28139" y="56198"/>
                  </a:cubicBezTo>
                  <a:close/>
                  <a:moveTo>
                    <a:pt x="154699" y="56198"/>
                  </a:moveTo>
                  <a:cubicBezTo>
                    <a:pt x="154699" y="69671"/>
                    <a:pt x="153858" y="83143"/>
                    <a:pt x="147958" y="95607"/>
                  </a:cubicBezTo>
                  <a:cubicBezTo>
                    <a:pt x="140209" y="111774"/>
                    <a:pt x="126390" y="114468"/>
                    <a:pt x="119312" y="114468"/>
                  </a:cubicBezTo>
                  <a:cubicBezTo>
                    <a:pt x="109199" y="114468"/>
                    <a:pt x="96898" y="110094"/>
                    <a:pt x="89994" y="94429"/>
                  </a:cubicBezTo>
                  <a:cubicBezTo>
                    <a:pt x="84602" y="82810"/>
                    <a:pt x="83756" y="69671"/>
                    <a:pt x="83756" y="56198"/>
                  </a:cubicBezTo>
                  <a:cubicBezTo>
                    <a:pt x="83756" y="43570"/>
                    <a:pt x="84433" y="28412"/>
                    <a:pt x="91342" y="15610"/>
                  </a:cubicBezTo>
                  <a:cubicBezTo>
                    <a:pt x="98584" y="1968"/>
                    <a:pt x="110886" y="-1397"/>
                    <a:pt x="119143" y="-1397"/>
                  </a:cubicBezTo>
                  <a:cubicBezTo>
                    <a:pt x="128241" y="-1397"/>
                    <a:pt x="141049" y="2137"/>
                    <a:pt x="148466" y="18135"/>
                  </a:cubicBezTo>
                  <a:cubicBezTo>
                    <a:pt x="153858" y="29759"/>
                    <a:pt x="154699" y="42894"/>
                    <a:pt x="154699" y="56198"/>
                  </a:cubicBezTo>
                  <a:close/>
                  <a:moveTo>
                    <a:pt x="119143" y="2307"/>
                  </a:moveTo>
                  <a:cubicBezTo>
                    <a:pt x="112572" y="2307"/>
                    <a:pt x="102628" y="6518"/>
                    <a:pt x="99594" y="22685"/>
                  </a:cubicBezTo>
                  <a:cubicBezTo>
                    <a:pt x="97744" y="32792"/>
                    <a:pt x="97744" y="48283"/>
                    <a:pt x="97744" y="58221"/>
                  </a:cubicBezTo>
                  <a:cubicBezTo>
                    <a:pt x="97744" y="69000"/>
                    <a:pt x="97744" y="80116"/>
                    <a:pt x="99092" y="89209"/>
                  </a:cubicBezTo>
                  <a:cubicBezTo>
                    <a:pt x="102296" y="109249"/>
                    <a:pt x="114929" y="110765"/>
                    <a:pt x="119143" y="110765"/>
                  </a:cubicBezTo>
                  <a:cubicBezTo>
                    <a:pt x="124704" y="110765"/>
                    <a:pt x="135826" y="107732"/>
                    <a:pt x="139024" y="91063"/>
                  </a:cubicBezTo>
                  <a:cubicBezTo>
                    <a:pt x="140711" y="81633"/>
                    <a:pt x="140711" y="68831"/>
                    <a:pt x="140711" y="58221"/>
                  </a:cubicBezTo>
                  <a:cubicBezTo>
                    <a:pt x="140711" y="45589"/>
                    <a:pt x="140711" y="34139"/>
                    <a:pt x="138861" y="23356"/>
                  </a:cubicBezTo>
                  <a:cubicBezTo>
                    <a:pt x="136329" y="7358"/>
                    <a:pt x="126729" y="2307"/>
                    <a:pt x="119143" y="2307"/>
                  </a:cubicBezTo>
                  <a:close/>
                  <a:moveTo>
                    <a:pt x="210991" y="30097"/>
                  </a:moveTo>
                  <a:lnTo>
                    <a:pt x="210991" y="15441"/>
                  </a:lnTo>
                  <a:cubicBezTo>
                    <a:pt x="210991" y="9382"/>
                    <a:pt x="210653" y="7526"/>
                    <a:pt x="198184" y="7526"/>
                  </a:cubicBezTo>
                  <a:lnTo>
                    <a:pt x="194647" y="7526"/>
                  </a:lnTo>
                  <a:lnTo>
                    <a:pt x="194647" y="2307"/>
                  </a:lnTo>
                  <a:cubicBezTo>
                    <a:pt x="201550" y="2813"/>
                    <a:pt x="210315" y="2813"/>
                    <a:pt x="217394" y="2813"/>
                  </a:cubicBezTo>
                  <a:cubicBezTo>
                    <a:pt x="224472" y="2813"/>
                    <a:pt x="233400" y="2813"/>
                    <a:pt x="240311" y="2307"/>
                  </a:cubicBezTo>
                  <a:lnTo>
                    <a:pt x="240311" y="7526"/>
                  </a:lnTo>
                  <a:lnTo>
                    <a:pt x="236773" y="7526"/>
                  </a:lnTo>
                  <a:cubicBezTo>
                    <a:pt x="224303" y="7526"/>
                    <a:pt x="223964" y="9382"/>
                    <a:pt x="223964" y="15441"/>
                  </a:cubicBezTo>
                  <a:lnTo>
                    <a:pt x="223964" y="30097"/>
                  </a:lnTo>
                  <a:lnTo>
                    <a:pt x="240818" y="30097"/>
                  </a:lnTo>
                  <a:lnTo>
                    <a:pt x="240818" y="35318"/>
                  </a:lnTo>
                  <a:lnTo>
                    <a:pt x="223964" y="35318"/>
                  </a:lnTo>
                  <a:lnTo>
                    <a:pt x="223964" y="111943"/>
                  </a:lnTo>
                  <a:cubicBezTo>
                    <a:pt x="223964" y="115315"/>
                    <a:pt x="223964" y="116324"/>
                    <a:pt x="221268" y="116324"/>
                  </a:cubicBezTo>
                  <a:cubicBezTo>
                    <a:pt x="219752" y="116324"/>
                    <a:pt x="219245" y="116324"/>
                    <a:pt x="217897" y="114300"/>
                  </a:cubicBezTo>
                  <a:lnTo>
                    <a:pt x="166170" y="35318"/>
                  </a:lnTo>
                  <a:lnTo>
                    <a:pt x="166170" y="30097"/>
                  </a:lnTo>
                  <a:lnTo>
                    <a:pt x="210991" y="30097"/>
                  </a:lnTo>
                  <a:close/>
                  <a:moveTo>
                    <a:pt x="212001" y="35318"/>
                  </a:moveTo>
                  <a:lnTo>
                    <a:pt x="170885" y="35318"/>
                  </a:lnTo>
                  <a:lnTo>
                    <a:pt x="212001" y="98132"/>
                  </a:lnTo>
                  <a:lnTo>
                    <a:pt x="212001" y="35318"/>
                  </a:lnTo>
                  <a:close/>
                </a:path>
              </a:pathLst>
            </a:custGeom>
            <a:solidFill>
              <a:srgbClr val="000000"/>
            </a:solidFill>
            <a:ln w="27807" cap="flat">
              <a:noFill/>
              <a:prstDash val="solid"/>
              <a:miter/>
            </a:ln>
          </p:spPr>
          <p:txBody>
            <a:bodyPr/>
            <a:lstStyle/>
            <a:p>
              <a:endParaRPr lang="en-GB"/>
            </a:p>
          </p:txBody>
        </p:sp>
        <p:sp>
          <p:nvSpPr>
            <p:cNvPr id="93" name="Freeform: Shape 92">
              <a:extLst>
                <a:ext uri="{FF2B5EF4-FFF2-40B4-BE49-F238E27FC236}">
                  <a16:creationId xmlns:a16="http://schemas.microsoft.com/office/drawing/2014/main" id="{8B2E0201-E833-8167-FCD6-A38D3773F5AE}"/>
                </a:ext>
              </a:extLst>
            </p:cNvPr>
            <p:cNvSpPr/>
            <p:nvPr>
              <p:custDataLst>
                <p:tags r:id="rId26"/>
              </p:custDataLst>
            </p:nvPr>
          </p:nvSpPr>
          <p:spPr>
            <a:xfrm flipV="1">
              <a:off x="11589983" y="-6755258"/>
              <a:ext cx="81387" cy="81175"/>
            </a:xfrm>
            <a:custGeom>
              <a:avLst/>
              <a:gdLst>
                <a:gd name="csX0" fmla="*/ 40779 w 81387"/>
                <a:gd name="csY0" fmla="*/ 43910 h 81175"/>
                <a:gd name="csX1" fmla="*/ 7079 w 81387"/>
                <a:gd name="csY1" fmla="*/ 77423 h 81175"/>
                <a:gd name="csX2" fmla="*/ 3367 w 81387"/>
                <a:gd name="csY2" fmla="*/ 79780 h 81175"/>
                <a:gd name="csX3" fmla="*/ 0 w 81387"/>
                <a:gd name="csY3" fmla="*/ 76415 h 81175"/>
                <a:gd name="csX4" fmla="*/ 2189 w 81387"/>
                <a:gd name="csY4" fmla="*/ 73043 h 81175"/>
                <a:gd name="csX5" fmla="*/ 35889 w 81387"/>
                <a:gd name="csY5" fmla="*/ 39192 h 81175"/>
                <a:gd name="csX6" fmla="*/ 2189 w 81387"/>
                <a:gd name="csY6" fmla="*/ 5341 h 81175"/>
                <a:gd name="csX7" fmla="*/ 0 w 81387"/>
                <a:gd name="csY7" fmla="*/ 1971 h 81175"/>
                <a:gd name="csX8" fmla="*/ 3367 w 81387"/>
                <a:gd name="csY8" fmla="*/ -1395 h 81175"/>
                <a:gd name="csX9" fmla="*/ 7079 w 81387"/>
                <a:gd name="csY9" fmla="*/ 962 h 81175"/>
                <a:gd name="csX10" fmla="*/ 40609 w 81387"/>
                <a:gd name="csY10" fmla="*/ 34474 h 81175"/>
                <a:gd name="csX11" fmla="*/ 75489 w 81387"/>
                <a:gd name="csY11" fmla="*/ -386 h 81175"/>
                <a:gd name="csX12" fmla="*/ 78015 w 81387"/>
                <a:gd name="csY12" fmla="*/ -1395 h 81175"/>
                <a:gd name="csX13" fmla="*/ 81388 w 81387"/>
                <a:gd name="csY13" fmla="*/ 1971 h 81175"/>
                <a:gd name="csX14" fmla="*/ 80880 w 81387"/>
                <a:gd name="csY14" fmla="*/ 3825 h 81175"/>
                <a:gd name="csX15" fmla="*/ 45494 w 81387"/>
                <a:gd name="csY15" fmla="*/ 39192 h 81175"/>
                <a:gd name="csX16" fmla="*/ 76334 w 81387"/>
                <a:gd name="csY16" fmla="*/ 70011 h 81175"/>
                <a:gd name="csX17" fmla="*/ 80542 w 81387"/>
                <a:gd name="csY17" fmla="*/ 74222 h 81175"/>
                <a:gd name="csX18" fmla="*/ 81388 w 81387"/>
                <a:gd name="csY18" fmla="*/ 76415 h 81175"/>
                <a:gd name="csX19" fmla="*/ 78015 w 81387"/>
                <a:gd name="csY19" fmla="*/ 79780 h 81175"/>
                <a:gd name="csX20" fmla="*/ 74140 w 81387"/>
                <a:gd name="csY20" fmla="*/ 77255 h 81175"/>
                <a:gd name="csX21" fmla="*/ 40779 w 81387"/>
                <a:gd name="csY21" fmla="*/ 43910 h 81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1387" h="81175">
                  <a:moveTo>
                    <a:pt x="40779" y="43910"/>
                  </a:moveTo>
                  <a:lnTo>
                    <a:pt x="7079" y="77423"/>
                  </a:lnTo>
                  <a:cubicBezTo>
                    <a:pt x="5054" y="79441"/>
                    <a:pt x="4715" y="79780"/>
                    <a:pt x="3367" y="79780"/>
                  </a:cubicBezTo>
                  <a:cubicBezTo>
                    <a:pt x="1687" y="79780"/>
                    <a:pt x="0" y="78264"/>
                    <a:pt x="0" y="76415"/>
                  </a:cubicBezTo>
                  <a:cubicBezTo>
                    <a:pt x="0" y="75231"/>
                    <a:pt x="339" y="74898"/>
                    <a:pt x="2189" y="73043"/>
                  </a:cubicBezTo>
                  <a:lnTo>
                    <a:pt x="35889" y="39192"/>
                  </a:lnTo>
                  <a:lnTo>
                    <a:pt x="2189" y="5341"/>
                  </a:lnTo>
                  <a:cubicBezTo>
                    <a:pt x="339" y="3487"/>
                    <a:pt x="0" y="3154"/>
                    <a:pt x="0" y="1971"/>
                  </a:cubicBezTo>
                  <a:cubicBezTo>
                    <a:pt x="0" y="122"/>
                    <a:pt x="1687" y="-1395"/>
                    <a:pt x="3367" y="-1395"/>
                  </a:cubicBezTo>
                  <a:cubicBezTo>
                    <a:pt x="4715" y="-1395"/>
                    <a:pt x="5054" y="-1057"/>
                    <a:pt x="7079" y="962"/>
                  </a:cubicBezTo>
                  <a:lnTo>
                    <a:pt x="40609" y="34474"/>
                  </a:lnTo>
                  <a:lnTo>
                    <a:pt x="75489" y="-386"/>
                  </a:lnTo>
                  <a:cubicBezTo>
                    <a:pt x="75827" y="-555"/>
                    <a:pt x="77006" y="-1395"/>
                    <a:pt x="78015" y="-1395"/>
                  </a:cubicBezTo>
                  <a:cubicBezTo>
                    <a:pt x="80040" y="-1395"/>
                    <a:pt x="81388" y="122"/>
                    <a:pt x="81388" y="1971"/>
                  </a:cubicBezTo>
                  <a:cubicBezTo>
                    <a:pt x="81388" y="2308"/>
                    <a:pt x="81388" y="2985"/>
                    <a:pt x="80880" y="3825"/>
                  </a:cubicBezTo>
                  <a:cubicBezTo>
                    <a:pt x="80712" y="4164"/>
                    <a:pt x="53920" y="30602"/>
                    <a:pt x="45494" y="39192"/>
                  </a:cubicBezTo>
                  <a:lnTo>
                    <a:pt x="76334" y="70011"/>
                  </a:lnTo>
                  <a:cubicBezTo>
                    <a:pt x="77175" y="71025"/>
                    <a:pt x="79702" y="73213"/>
                    <a:pt x="80542" y="74222"/>
                  </a:cubicBezTo>
                  <a:cubicBezTo>
                    <a:pt x="80712" y="74559"/>
                    <a:pt x="81388" y="75231"/>
                    <a:pt x="81388" y="76415"/>
                  </a:cubicBezTo>
                  <a:cubicBezTo>
                    <a:pt x="81388" y="78264"/>
                    <a:pt x="80040" y="79780"/>
                    <a:pt x="78015" y="79780"/>
                  </a:cubicBezTo>
                  <a:cubicBezTo>
                    <a:pt x="76667" y="79780"/>
                    <a:pt x="75996" y="79109"/>
                    <a:pt x="74140" y="77255"/>
                  </a:cubicBezTo>
                  <a:lnTo>
                    <a:pt x="40779" y="43910"/>
                  </a:lnTo>
                  <a:close/>
                </a:path>
              </a:pathLst>
            </a:custGeom>
            <a:solidFill>
              <a:srgbClr val="000000"/>
            </a:solidFill>
            <a:ln w="27807" cap="flat">
              <a:noFill/>
              <a:prstDash val="solid"/>
              <a:miter/>
            </a:ln>
          </p:spPr>
          <p:txBody>
            <a:bodyPr/>
            <a:lstStyle/>
            <a:p>
              <a:endParaRPr lang="en-GB"/>
            </a:p>
          </p:txBody>
        </p:sp>
        <p:sp>
          <p:nvSpPr>
            <p:cNvPr id="94" name="Freeform: Shape 93">
              <a:extLst>
                <a:ext uri="{FF2B5EF4-FFF2-40B4-BE49-F238E27FC236}">
                  <a16:creationId xmlns:a16="http://schemas.microsoft.com/office/drawing/2014/main" id="{773A2614-C6EE-60E0-4C96-B3C510DDE117}"/>
                </a:ext>
              </a:extLst>
            </p:cNvPr>
            <p:cNvSpPr/>
            <p:nvPr>
              <p:custDataLst>
                <p:tags r:id="rId27"/>
              </p:custDataLst>
            </p:nvPr>
          </p:nvSpPr>
          <p:spPr>
            <a:xfrm flipV="1">
              <a:off x="11740317" y="-6784728"/>
              <a:ext cx="70942" cy="115865"/>
            </a:xfrm>
            <a:custGeom>
              <a:avLst/>
              <a:gdLst>
                <a:gd name="csX0" fmla="*/ 70942 w 70942"/>
                <a:gd name="csY0" fmla="*/ 56198 h 115865"/>
                <a:gd name="csX1" fmla="*/ 64202 w 70942"/>
                <a:gd name="csY1" fmla="*/ 95607 h 115865"/>
                <a:gd name="csX2" fmla="*/ 35556 w 70942"/>
                <a:gd name="csY2" fmla="*/ 114469 h 115865"/>
                <a:gd name="csX3" fmla="*/ 6238 w 70942"/>
                <a:gd name="csY3" fmla="*/ 94429 h 115865"/>
                <a:gd name="csX4" fmla="*/ 0 w 70942"/>
                <a:gd name="csY4" fmla="*/ 56198 h 115865"/>
                <a:gd name="csX5" fmla="*/ 7586 w 70942"/>
                <a:gd name="csY5" fmla="*/ 15610 h 115865"/>
                <a:gd name="csX6" fmla="*/ 35387 w 70942"/>
                <a:gd name="csY6" fmla="*/ -1397 h 115865"/>
                <a:gd name="csX7" fmla="*/ 64710 w 70942"/>
                <a:gd name="csY7" fmla="*/ 18135 h 115865"/>
                <a:gd name="csX8" fmla="*/ 70942 w 70942"/>
                <a:gd name="csY8" fmla="*/ 56198 h 115865"/>
                <a:gd name="csX9" fmla="*/ 35387 w 70942"/>
                <a:gd name="csY9" fmla="*/ 2307 h 115865"/>
                <a:gd name="csX10" fmla="*/ 15838 w 70942"/>
                <a:gd name="csY10" fmla="*/ 22685 h 115865"/>
                <a:gd name="csX11" fmla="*/ 13988 w 70942"/>
                <a:gd name="csY11" fmla="*/ 58222 h 115865"/>
                <a:gd name="csX12" fmla="*/ 15336 w 70942"/>
                <a:gd name="csY12" fmla="*/ 89209 h 115865"/>
                <a:gd name="csX13" fmla="*/ 35387 w 70942"/>
                <a:gd name="csY13" fmla="*/ 110765 h 115865"/>
                <a:gd name="csX14" fmla="*/ 55269 w 70942"/>
                <a:gd name="csY14" fmla="*/ 91064 h 115865"/>
                <a:gd name="csX15" fmla="*/ 56955 w 70942"/>
                <a:gd name="csY15" fmla="*/ 58222 h 115865"/>
                <a:gd name="csX16" fmla="*/ 55104 w 70942"/>
                <a:gd name="csY16" fmla="*/ 23356 h 115865"/>
                <a:gd name="csX17" fmla="*/ 35387 w 70942"/>
                <a:gd name="csY17" fmla="*/ 2307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0942" h="115865">
                  <a:moveTo>
                    <a:pt x="70942" y="56198"/>
                  </a:moveTo>
                  <a:cubicBezTo>
                    <a:pt x="70942" y="69671"/>
                    <a:pt x="70102" y="83144"/>
                    <a:pt x="64202" y="95607"/>
                  </a:cubicBezTo>
                  <a:cubicBezTo>
                    <a:pt x="56452" y="111774"/>
                    <a:pt x="42634" y="114469"/>
                    <a:pt x="35556" y="114469"/>
                  </a:cubicBezTo>
                  <a:cubicBezTo>
                    <a:pt x="25443" y="114469"/>
                    <a:pt x="13142" y="110094"/>
                    <a:pt x="6238" y="94429"/>
                  </a:cubicBezTo>
                  <a:cubicBezTo>
                    <a:pt x="846" y="82810"/>
                    <a:pt x="0" y="69671"/>
                    <a:pt x="0" y="56198"/>
                  </a:cubicBezTo>
                  <a:cubicBezTo>
                    <a:pt x="0" y="43570"/>
                    <a:pt x="677" y="28412"/>
                    <a:pt x="7586" y="15610"/>
                  </a:cubicBezTo>
                  <a:cubicBezTo>
                    <a:pt x="14828" y="1968"/>
                    <a:pt x="27129" y="-1397"/>
                    <a:pt x="35387" y="-1397"/>
                  </a:cubicBezTo>
                  <a:cubicBezTo>
                    <a:pt x="44484" y="-1397"/>
                    <a:pt x="57293" y="2138"/>
                    <a:pt x="64710" y="18135"/>
                  </a:cubicBezTo>
                  <a:cubicBezTo>
                    <a:pt x="70102" y="29759"/>
                    <a:pt x="70942" y="42894"/>
                    <a:pt x="70942" y="56198"/>
                  </a:cubicBezTo>
                  <a:close/>
                  <a:moveTo>
                    <a:pt x="35387" y="2307"/>
                  </a:moveTo>
                  <a:cubicBezTo>
                    <a:pt x="28816" y="2307"/>
                    <a:pt x="18872" y="6518"/>
                    <a:pt x="15838" y="22685"/>
                  </a:cubicBezTo>
                  <a:cubicBezTo>
                    <a:pt x="13988" y="32792"/>
                    <a:pt x="13988" y="48283"/>
                    <a:pt x="13988" y="58222"/>
                  </a:cubicBezTo>
                  <a:cubicBezTo>
                    <a:pt x="13988" y="69000"/>
                    <a:pt x="13988" y="80116"/>
                    <a:pt x="15336" y="89209"/>
                  </a:cubicBezTo>
                  <a:cubicBezTo>
                    <a:pt x="18539" y="109249"/>
                    <a:pt x="31174" y="110765"/>
                    <a:pt x="35387" y="110765"/>
                  </a:cubicBezTo>
                  <a:cubicBezTo>
                    <a:pt x="40948" y="110765"/>
                    <a:pt x="52070" y="107732"/>
                    <a:pt x="55269" y="91064"/>
                  </a:cubicBezTo>
                  <a:cubicBezTo>
                    <a:pt x="56955" y="81633"/>
                    <a:pt x="56955" y="68831"/>
                    <a:pt x="56955" y="58222"/>
                  </a:cubicBezTo>
                  <a:cubicBezTo>
                    <a:pt x="56955" y="45589"/>
                    <a:pt x="56955" y="34140"/>
                    <a:pt x="55104" y="23356"/>
                  </a:cubicBezTo>
                  <a:cubicBezTo>
                    <a:pt x="52572" y="7358"/>
                    <a:pt x="42972" y="2307"/>
                    <a:pt x="35387" y="2307"/>
                  </a:cubicBezTo>
                  <a:close/>
                </a:path>
              </a:pathLst>
            </a:custGeom>
            <a:solidFill>
              <a:srgbClr val="000000"/>
            </a:solidFill>
            <a:ln w="27807" cap="flat">
              <a:noFill/>
              <a:prstDash val="solid"/>
              <a:miter/>
            </a:ln>
          </p:spPr>
          <p:txBody>
            <a:bodyPr/>
            <a:lstStyle/>
            <a:p>
              <a:endParaRPr lang="en-GB"/>
            </a:p>
          </p:txBody>
        </p:sp>
        <p:sp>
          <p:nvSpPr>
            <p:cNvPr id="95" name="Freeform: Shape 94">
              <a:extLst>
                <a:ext uri="{FF2B5EF4-FFF2-40B4-BE49-F238E27FC236}">
                  <a16:creationId xmlns:a16="http://schemas.microsoft.com/office/drawing/2014/main" id="{8D68CD87-B74F-347F-A279-529EE34C5504}"/>
                </a:ext>
              </a:extLst>
            </p:cNvPr>
            <p:cNvSpPr/>
            <p:nvPr>
              <p:custDataLst>
                <p:tags r:id="rId28"/>
              </p:custDataLst>
            </p:nvPr>
          </p:nvSpPr>
          <p:spPr>
            <a:xfrm flipV="1">
              <a:off x="11832495" y="-6690419"/>
              <a:ext cx="17862" cy="17852"/>
            </a:xfrm>
            <a:custGeom>
              <a:avLst/>
              <a:gdLst>
                <a:gd name="csX0" fmla="*/ 17862 w 17862"/>
                <a:gd name="csY0" fmla="*/ 7533 h 17852"/>
                <a:gd name="csX1" fmla="*/ 8934 w 17862"/>
                <a:gd name="csY1" fmla="*/ 16461 h 17852"/>
                <a:gd name="csX2" fmla="*/ 0 w 17862"/>
                <a:gd name="csY2" fmla="*/ 7533 h 17852"/>
                <a:gd name="csX3" fmla="*/ 8934 w 17862"/>
                <a:gd name="csY3" fmla="*/ -1391 h 17852"/>
                <a:gd name="csX4" fmla="*/ 17862 w 17862"/>
                <a:gd name="csY4" fmla="*/ 7533 h 17852"/>
              </a:gdLst>
              <a:ahLst/>
              <a:cxnLst>
                <a:cxn ang="0">
                  <a:pos x="csX0" y="csY0"/>
                </a:cxn>
                <a:cxn ang="0">
                  <a:pos x="csX1" y="csY1"/>
                </a:cxn>
                <a:cxn ang="0">
                  <a:pos x="csX2" y="csY2"/>
                </a:cxn>
                <a:cxn ang="0">
                  <a:pos x="csX3" y="csY3"/>
                </a:cxn>
                <a:cxn ang="0">
                  <a:pos x="csX4" y="csY4"/>
                </a:cxn>
              </a:cxnLst>
              <a:rect l="l" t="t" r="r" b="b"/>
              <a:pathLst>
                <a:path w="17862" h="17852">
                  <a:moveTo>
                    <a:pt x="17862" y="7533"/>
                  </a:moveTo>
                  <a:cubicBezTo>
                    <a:pt x="17862" y="12420"/>
                    <a:pt x="13818" y="16461"/>
                    <a:pt x="8934" y="16461"/>
                  </a:cubicBezTo>
                  <a:cubicBezTo>
                    <a:pt x="4044" y="16461"/>
                    <a:pt x="0" y="12420"/>
                    <a:pt x="0" y="7533"/>
                  </a:cubicBezTo>
                  <a:cubicBezTo>
                    <a:pt x="0" y="2651"/>
                    <a:pt x="4044" y="-1391"/>
                    <a:pt x="8934" y="-1391"/>
                  </a:cubicBezTo>
                  <a:cubicBezTo>
                    <a:pt x="13818" y="-1391"/>
                    <a:pt x="17862" y="2651"/>
                    <a:pt x="17862" y="7533"/>
                  </a:cubicBezTo>
                  <a:close/>
                </a:path>
              </a:pathLst>
            </a:custGeom>
            <a:solidFill>
              <a:srgbClr val="000000"/>
            </a:solidFill>
            <a:ln w="27807" cap="flat">
              <a:noFill/>
              <a:prstDash val="solid"/>
              <a:miter/>
            </a:ln>
          </p:spPr>
          <p:txBody>
            <a:bodyPr/>
            <a:lstStyle/>
            <a:p>
              <a:endParaRPr lang="en-GB"/>
            </a:p>
          </p:txBody>
        </p:sp>
        <p:sp>
          <p:nvSpPr>
            <p:cNvPr id="96" name="Freeform: Shape 95">
              <a:extLst>
                <a:ext uri="{FF2B5EF4-FFF2-40B4-BE49-F238E27FC236}">
                  <a16:creationId xmlns:a16="http://schemas.microsoft.com/office/drawing/2014/main" id="{BB758A27-4ACC-03EE-A6CC-FE568EB66689}"/>
                </a:ext>
              </a:extLst>
            </p:cNvPr>
            <p:cNvSpPr/>
            <p:nvPr>
              <p:custDataLst>
                <p:tags r:id="rId29"/>
              </p:custDataLst>
            </p:nvPr>
          </p:nvSpPr>
          <p:spPr>
            <a:xfrm flipV="1">
              <a:off x="11873256" y="-6784728"/>
              <a:ext cx="151494" cy="115865"/>
            </a:xfrm>
            <a:custGeom>
              <a:avLst/>
              <a:gdLst>
                <a:gd name="csX0" fmla="*/ 12973 w 151494"/>
                <a:gd name="csY0" fmla="*/ 15272 h 115865"/>
                <a:gd name="csX1" fmla="*/ 30835 w 151494"/>
                <a:gd name="csY1" fmla="*/ 32623 h 115865"/>
                <a:gd name="csX2" fmla="*/ 67231 w 151494"/>
                <a:gd name="csY2" fmla="*/ 81796 h 115865"/>
                <a:gd name="csX3" fmla="*/ 31512 w 151494"/>
                <a:gd name="csY3" fmla="*/ 114469 h 115865"/>
                <a:gd name="csX4" fmla="*/ 0 w 151494"/>
                <a:gd name="csY4" fmla="*/ 83989 h 115865"/>
                <a:gd name="csX5" fmla="*/ 8929 w 151494"/>
                <a:gd name="csY5" fmla="*/ 74558 h 115865"/>
                <a:gd name="csX6" fmla="*/ 17694 w 151494"/>
                <a:gd name="csY6" fmla="*/ 83482 h 115865"/>
                <a:gd name="csX7" fmla="*/ 8760 w 151494"/>
                <a:gd name="csY7" fmla="*/ 92241 h 115865"/>
                <a:gd name="csX8" fmla="*/ 6571 w 151494"/>
                <a:gd name="csY8" fmla="*/ 92073 h 115865"/>
                <a:gd name="csX9" fmla="*/ 29318 w 151494"/>
                <a:gd name="csY9" fmla="*/ 109249 h 115865"/>
                <a:gd name="csX10" fmla="*/ 51901 w 151494"/>
                <a:gd name="csY10" fmla="*/ 81796 h 115865"/>
                <a:gd name="csX11" fmla="*/ 34208 w 151494"/>
                <a:gd name="csY11" fmla="*/ 44580 h 115865"/>
                <a:gd name="csX12" fmla="*/ 1850 w 151494"/>
                <a:gd name="csY12" fmla="*/ 8536 h 115865"/>
                <a:gd name="csX13" fmla="*/ 0 w 151494"/>
                <a:gd name="csY13" fmla="*/ 2307 h 115865"/>
                <a:gd name="csX14" fmla="*/ 62516 w 151494"/>
                <a:gd name="csY14" fmla="*/ 2307 h 115865"/>
                <a:gd name="csX15" fmla="*/ 67231 w 151494"/>
                <a:gd name="csY15" fmla="*/ 31608 h 115865"/>
                <a:gd name="csX16" fmla="*/ 63018 w 151494"/>
                <a:gd name="csY16" fmla="*/ 31608 h 115865"/>
                <a:gd name="csX17" fmla="*/ 59312 w 151494"/>
                <a:gd name="csY17" fmla="*/ 16620 h 115865"/>
                <a:gd name="csX18" fmla="*/ 43306 w 151494"/>
                <a:gd name="csY18" fmla="*/ 15272 h 115865"/>
                <a:gd name="csX19" fmla="*/ 12973 w 151494"/>
                <a:gd name="csY19" fmla="*/ 15272 h 115865"/>
                <a:gd name="csX20" fmla="*/ 151495 w 151494"/>
                <a:gd name="csY20" fmla="*/ 36158 h 115865"/>
                <a:gd name="csX21" fmla="*/ 119481 w 151494"/>
                <a:gd name="csY21" fmla="*/ 73041 h 115865"/>
                <a:gd name="csX22" fmla="*/ 98082 w 151494"/>
                <a:gd name="csY22" fmla="*/ 64450 h 115865"/>
                <a:gd name="csX23" fmla="*/ 98082 w 151494"/>
                <a:gd name="csY23" fmla="*/ 97292 h 115865"/>
                <a:gd name="csX24" fmla="*/ 112403 w 151494"/>
                <a:gd name="csY24" fmla="*/ 95106 h 115865"/>
                <a:gd name="csX25" fmla="*/ 144924 w 151494"/>
                <a:gd name="csY25" fmla="*/ 112619 h 115865"/>
                <a:gd name="csX26" fmla="*/ 143238 w 151494"/>
                <a:gd name="csY26" fmla="*/ 114469 h 115865"/>
                <a:gd name="csX27" fmla="*/ 141890 w 151494"/>
                <a:gd name="csY27" fmla="*/ 113967 h 115865"/>
                <a:gd name="csX28" fmla="*/ 118974 w 151494"/>
                <a:gd name="csY28" fmla="*/ 109080 h 115865"/>
                <a:gd name="csX29" fmla="*/ 96565 w 151494"/>
                <a:gd name="csY29" fmla="*/ 113798 h 115865"/>
                <a:gd name="csX30" fmla="*/ 94541 w 151494"/>
                <a:gd name="csY30" fmla="*/ 114300 h 115865"/>
                <a:gd name="csX31" fmla="*/ 92854 w 151494"/>
                <a:gd name="csY31" fmla="*/ 110258 h 115865"/>
                <a:gd name="csX32" fmla="*/ 92854 w 151494"/>
                <a:gd name="csY32" fmla="*/ 60409 h 115865"/>
                <a:gd name="csX33" fmla="*/ 95217 w 151494"/>
                <a:gd name="csY33" fmla="*/ 56029 h 115865"/>
                <a:gd name="csX34" fmla="*/ 97406 w 151494"/>
                <a:gd name="csY34" fmla="*/ 57545 h 115865"/>
                <a:gd name="csX35" fmla="*/ 119142 w 151494"/>
                <a:gd name="csY35" fmla="*/ 69337 h 115865"/>
                <a:gd name="csX36" fmla="*/ 133469 w 151494"/>
                <a:gd name="csY36" fmla="*/ 58559 h 115865"/>
                <a:gd name="csX37" fmla="*/ 136497 w 151494"/>
                <a:gd name="csY37" fmla="*/ 37335 h 115865"/>
                <a:gd name="csX38" fmla="*/ 132454 w 151494"/>
                <a:gd name="csY38" fmla="*/ 14263 h 115865"/>
                <a:gd name="csX39" fmla="*/ 114427 w 151494"/>
                <a:gd name="csY39" fmla="*/ 3316 h 115865"/>
                <a:gd name="csX40" fmla="*/ 89656 w 151494"/>
                <a:gd name="csY40" fmla="*/ 22178 h 115865"/>
                <a:gd name="csX41" fmla="*/ 92521 w 151494"/>
                <a:gd name="csY41" fmla="*/ 21845 h 115865"/>
                <a:gd name="csX42" fmla="*/ 100948 w 151494"/>
                <a:gd name="csY42" fmla="*/ 30098 h 115865"/>
                <a:gd name="csX43" fmla="*/ 92521 w 151494"/>
                <a:gd name="csY43" fmla="*/ 38345 h 115865"/>
                <a:gd name="csX44" fmla="*/ 84264 w 151494"/>
                <a:gd name="csY44" fmla="*/ 29422 h 115865"/>
                <a:gd name="csX45" fmla="*/ 114761 w 151494"/>
                <a:gd name="csY45" fmla="*/ -1397 h 115865"/>
                <a:gd name="csX46" fmla="*/ 151495 w 151494"/>
                <a:gd name="csY46" fmla="*/ 36158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51494" h="115865">
                  <a:moveTo>
                    <a:pt x="12973" y="15272"/>
                  </a:moveTo>
                  <a:lnTo>
                    <a:pt x="30835" y="32623"/>
                  </a:lnTo>
                  <a:cubicBezTo>
                    <a:pt x="57124" y="55865"/>
                    <a:pt x="67231" y="64958"/>
                    <a:pt x="67231" y="81796"/>
                  </a:cubicBezTo>
                  <a:cubicBezTo>
                    <a:pt x="67231" y="100996"/>
                    <a:pt x="52065" y="114469"/>
                    <a:pt x="31512" y="114469"/>
                  </a:cubicBezTo>
                  <a:cubicBezTo>
                    <a:pt x="12471" y="114469"/>
                    <a:pt x="0" y="98978"/>
                    <a:pt x="0" y="83989"/>
                  </a:cubicBezTo>
                  <a:cubicBezTo>
                    <a:pt x="0" y="74558"/>
                    <a:pt x="8427" y="74558"/>
                    <a:pt x="8929" y="74558"/>
                  </a:cubicBezTo>
                  <a:cubicBezTo>
                    <a:pt x="11794" y="74558"/>
                    <a:pt x="17694" y="76576"/>
                    <a:pt x="17694" y="83482"/>
                  </a:cubicBezTo>
                  <a:cubicBezTo>
                    <a:pt x="17694" y="87861"/>
                    <a:pt x="14659" y="92241"/>
                    <a:pt x="8760" y="92241"/>
                  </a:cubicBezTo>
                  <a:cubicBezTo>
                    <a:pt x="7412" y="92241"/>
                    <a:pt x="7079" y="92241"/>
                    <a:pt x="6571" y="92073"/>
                  </a:cubicBezTo>
                  <a:cubicBezTo>
                    <a:pt x="10446" y="103019"/>
                    <a:pt x="19544" y="109249"/>
                    <a:pt x="29318" y="109249"/>
                  </a:cubicBezTo>
                  <a:cubicBezTo>
                    <a:pt x="44654" y="109249"/>
                    <a:pt x="51901" y="95607"/>
                    <a:pt x="51901" y="81796"/>
                  </a:cubicBezTo>
                  <a:cubicBezTo>
                    <a:pt x="51901" y="68323"/>
                    <a:pt x="43475" y="55020"/>
                    <a:pt x="34208" y="44580"/>
                  </a:cubicBezTo>
                  <a:lnTo>
                    <a:pt x="1850" y="8536"/>
                  </a:lnTo>
                  <a:cubicBezTo>
                    <a:pt x="0" y="6686"/>
                    <a:pt x="0" y="6349"/>
                    <a:pt x="0" y="2307"/>
                  </a:cubicBezTo>
                  <a:lnTo>
                    <a:pt x="62516" y="2307"/>
                  </a:lnTo>
                  <a:lnTo>
                    <a:pt x="67231" y="31608"/>
                  </a:lnTo>
                  <a:lnTo>
                    <a:pt x="63018" y="31608"/>
                  </a:lnTo>
                  <a:cubicBezTo>
                    <a:pt x="62177" y="26558"/>
                    <a:pt x="60999" y="19150"/>
                    <a:pt x="59312" y="16620"/>
                  </a:cubicBezTo>
                  <a:cubicBezTo>
                    <a:pt x="58134" y="15272"/>
                    <a:pt x="47011" y="15272"/>
                    <a:pt x="43306" y="15272"/>
                  </a:cubicBezTo>
                  <a:lnTo>
                    <a:pt x="12973" y="15272"/>
                  </a:lnTo>
                  <a:close/>
                  <a:moveTo>
                    <a:pt x="151495" y="36158"/>
                  </a:moveTo>
                  <a:cubicBezTo>
                    <a:pt x="151495" y="56198"/>
                    <a:pt x="137677" y="73041"/>
                    <a:pt x="119481" y="73041"/>
                  </a:cubicBezTo>
                  <a:cubicBezTo>
                    <a:pt x="111393" y="73041"/>
                    <a:pt x="104146" y="70347"/>
                    <a:pt x="98082" y="64450"/>
                  </a:cubicBezTo>
                  <a:lnTo>
                    <a:pt x="98082" y="97292"/>
                  </a:lnTo>
                  <a:cubicBezTo>
                    <a:pt x="101449" y="96283"/>
                    <a:pt x="107011" y="95106"/>
                    <a:pt x="112403" y="95106"/>
                  </a:cubicBezTo>
                  <a:cubicBezTo>
                    <a:pt x="133131" y="95106"/>
                    <a:pt x="144924" y="110428"/>
                    <a:pt x="144924" y="112619"/>
                  </a:cubicBezTo>
                  <a:cubicBezTo>
                    <a:pt x="144924" y="113629"/>
                    <a:pt x="144417" y="114469"/>
                    <a:pt x="143238" y="114469"/>
                  </a:cubicBezTo>
                  <a:cubicBezTo>
                    <a:pt x="143069" y="114469"/>
                    <a:pt x="142736" y="114469"/>
                    <a:pt x="141890" y="113967"/>
                  </a:cubicBezTo>
                  <a:cubicBezTo>
                    <a:pt x="138522" y="112450"/>
                    <a:pt x="130265" y="109080"/>
                    <a:pt x="118974" y="109080"/>
                  </a:cubicBezTo>
                  <a:cubicBezTo>
                    <a:pt x="112234" y="109080"/>
                    <a:pt x="104484" y="110258"/>
                    <a:pt x="96565" y="113798"/>
                  </a:cubicBezTo>
                  <a:cubicBezTo>
                    <a:pt x="95217" y="114300"/>
                    <a:pt x="94879" y="114300"/>
                    <a:pt x="94541" y="114300"/>
                  </a:cubicBezTo>
                  <a:cubicBezTo>
                    <a:pt x="92854" y="114300"/>
                    <a:pt x="92854" y="112953"/>
                    <a:pt x="92854" y="110258"/>
                  </a:cubicBezTo>
                  <a:lnTo>
                    <a:pt x="92854" y="60409"/>
                  </a:lnTo>
                  <a:cubicBezTo>
                    <a:pt x="92854" y="57376"/>
                    <a:pt x="92854" y="56029"/>
                    <a:pt x="95217" y="56029"/>
                  </a:cubicBezTo>
                  <a:cubicBezTo>
                    <a:pt x="96396" y="56029"/>
                    <a:pt x="96734" y="56536"/>
                    <a:pt x="97406" y="57545"/>
                  </a:cubicBezTo>
                  <a:cubicBezTo>
                    <a:pt x="99261" y="60240"/>
                    <a:pt x="105494" y="69337"/>
                    <a:pt x="119142" y="69337"/>
                  </a:cubicBezTo>
                  <a:cubicBezTo>
                    <a:pt x="127908" y="69337"/>
                    <a:pt x="132121" y="61587"/>
                    <a:pt x="133469" y="58559"/>
                  </a:cubicBezTo>
                  <a:cubicBezTo>
                    <a:pt x="136164" y="52325"/>
                    <a:pt x="136497" y="45758"/>
                    <a:pt x="136497" y="37335"/>
                  </a:cubicBezTo>
                  <a:cubicBezTo>
                    <a:pt x="136497" y="31445"/>
                    <a:pt x="136497" y="21338"/>
                    <a:pt x="132454" y="14263"/>
                  </a:cubicBezTo>
                  <a:cubicBezTo>
                    <a:pt x="128410" y="7696"/>
                    <a:pt x="122177" y="3316"/>
                    <a:pt x="114427" y="3316"/>
                  </a:cubicBezTo>
                  <a:cubicBezTo>
                    <a:pt x="102126" y="3316"/>
                    <a:pt x="92521" y="12245"/>
                    <a:pt x="89656" y="22178"/>
                  </a:cubicBezTo>
                  <a:cubicBezTo>
                    <a:pt x="90158" y="22008"/>
                    <a:pt x="90666" y="21845"/>
                    <a:pt x="92521" y="21845"/>
                  </a:cubicBezTo>
                  <a:cubicBezTo>
                    <a:pt x="98082" y="21845"/>
                    <a:pt x="100948" y="26055"/>
                    <a:pt x="100948" y="30098"/>
                  </a:cubicBezTo>
                  <a:cubicBezTo>
                    <a:pt x="100948" y="34140"/>
                    <a:pt x="98082" y="38345"/>
                    <a:pt x="92521" y="38345"/>
                  </a:cubicBezTo>
                  <a:cubicBezTo>
                    <a:pt x="90158" y="38345"/>
                    <a:pt x="84264" y="37167"/>
                    <a:pt x="84264" y="29422"/>
                  </a:cubicBezTo>
                  <a:cubicBezTo>
                    <a:pt x="84264" y="14940"/>
                    <a:pt x="95888" y="-1397"/>
                    <a:pt x="114761" y="-1397"/>
                  </a:cubicBezTo>
                  <a:cubicBezTo>
                    <a:pt x="134309" y="-1397"/>
                    <a:pt x="151495" y="14770"/>
                    <a:pt x="151495" y="36158"/>
                  </a:cubicBezTo>
                  <a:close/>
                </a:path>
              </a:pathLst>
            </a:custGeom>
            <a:solidFill>
              <a:srgbClr val="000000"/>
            </a:solidFill>
            <a:ln w="27807" cap="flat">
              <a:noFill/>
              <a:prstDash val="solid"/>
              <a:miter/>
            </a:ln>
          </p:spPr>
          <p:txBody>
            <a:bodyPr/>
            <a:lstStyle/>
            <a:p>
              <a:endParaRPr lang="en-GB"/>
            </a:p>
          </p:txBody>
        </p:sp>
        <p:sp>
          <p:nvSpPr>
            <p:cNvPr id="97" name="Freeform: Shape 96">
              <a:extLst>
                <a:ext uri="{FF2B5EF4-FFF2-40B4-BE49-F238E27FC236}">
                  <a16:creationId xmlns:a16="http://schemas.microsoft.com/office/drawing/2014/main" id="{5FA52AF2-5BD6-07AD-8934-50058E2CC5DB}"/>
                </a:ext>
              </a:extLst>
            </p:cNvPr>
            <p:cNvSpPr/>
            <p:nvPr>
              <p:custDataLst>
                <p:tags r:id="rId30"/>
              </p:custDataLst>
            </p:nvPr>
          </p:nvSpPr>
          <p:spPr>
            <a:xfrm flipV="1">
              <a:off x="12089449" y="-6734372"/>
              <a:ext cx="112057" cy="39410"/>
            </a:xfrm>
            <a:custGeom>
              <a:avLst/>
              <a:gdLst>
                <a:gd name="csX0" fmla="*/ 106328 w 112057"/>
                <a:gd name="csY0" fmla="*/ 31278 h 39410"/>
                <a:gd name="csX1" fmla="*/ 112058 w 112057"/>
                <a:gd name="csY1" fmla="*/ 34649 h 39410"/>
                <a:gd name="csX2" fmla="*/ 106497 w 112057"/>
                <a:gd name="csY2" fmla="*/ 38015 h 39410"/>
                <a:gd name="csX3" fmla="*/ 5560 w 112057"/>
                <a:gd name="csY3" fmla="*/ 38015 h 39410"/>
                <a:gd name="csX4" fmla="*/ 0 w 112057"/>
                <a:gd name="csY4" fmla="*/ 34649 h 39410"/>
                <a:gd name="csX5" fmla="*/ 5730 w 112057"/>
                <a:gd name="csY5" fmla="*/ 31278 h 39410"/>
                <a:gd name="csX6" fmla="*/ 106328 w 112057"/>
                <a:gd name="csY6" fmla="*/ 31278 h 39410"/>
                <a:gd name="csX7" fmla="*/ 106497 w 112057"/>
                <a:gd name="csY7" fmla="*/ -1395 h 39410"/>
                <a:gd name="csX8" fmla="*/ 112058 w 112057"/>
                <a:gd name="csY8" fmla="*/ 1976 h 39410"/>
                <a:gd name="csX9" fmla="*/ 106328 w 112057"/>
                <a:gd name="csY9" fmla="*/ 5347 h 39410"/>
                <a:gd name="csX10" fmla="*/ 5730 w 112057"/>
                <a:gd name="csY10" fmla="*/ 5347 h 39410"/>
                <a:gd name="csX11" fmla="*/ 0 w 112057"/>
                <a:gd name="csY11" fmla="*/ 1976 h 39410"/>
                <a:gd name="csX12" fmla="*/ 5560 w 112057"/>
                <a:gd name="csY12" fmla="*/ -1395 h 39410"/>
                <a:gd name="csX13" fmla="*/ 106497 w 112057"/>
                <a:gd name="csY13" fmla="*/ -1395 h 394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2057" h="39410">
                  <a:moveTo>
                    <a:pt x="106328" y="31278"/>
                  </a:moveTo>
                  <a:cubicBezTo>
                    <a:pt x="108855" y="31278"/>
                    <a:pt x="112058" y="31278"/>
                    <a:pt x="112058" y="34649"/>
                  </a:cubicBezTo>
                  <a:cubicBezTo>
                    <a:pt x="112058" y="38015"/>
                    <a:pt x="108855" y="38015"/>
                    <a:pt x="106497" y="38015"/>
                  </a:cubicBezTo>
                  <a:lnTo>
                    <a:pt x="5560" y="38015"/>
                  </a:lnTo>
                  <a:cubicBezTo>
                    <a:pt x="3202" y="38015"/>
                    <a:pt x="0" y="38015"/>
                    <a:pt x="0" y="34649"/>
                  </a:cubicBezTo>
                  <a:cubicBezTo>
                    <a:pt x="0" y="31278"/>
                    <a:pt x="3202" y="31278"/>
                    <a:pt x="5730" y="31278"/>
                  </a:cubicBezTo>
                  <a:lnTo>
                    <a:pt x="106328" y="31278"/>
                  </a:lnTo>
                  <a:close/>
                  <a:moveTo>
                    <a:pt x="106497" y="-1395"/>
                  </a:moveTo>
                  <a:cubicBezTo>
                    <a:pt x="108855" y="-1395"/>
                    <a:pt x="112058" y="-1395"/>
                    <a:pt x="112058" y="1976"/>
                  </a:cubicBezTo>
                  <a:cubicBezTo>
                    <a:pt x="112058" y="5347"/>
                    <a:pt x="108855" y="5347"/>
                    <a:pt x="106328" y="5347"/>
                  </a:cubicBezTo>
                  <a:lnTo>
                    <a:pt x="5730" y="5347"/>
                  </a:lnTo>
                  <a:cubicBezTo>
                    <a:pt x="3202" y="5347"/>
                    <a:pt x="0" y="5347"/>
                    <a:pt x="0" y="1976"/>
                  </a:cubicBezTo>
                  <a:cubicBezTo>
                    <a:pt x="0" y="-1395"/>
                    <a:pt x="3202" y="-1395"/>
                    <a:pt x="5560" y="-1395"/>
                  </a:cubicBezTo>
                  <a:lnTo>
                    <a:pt x="106497" y="-1395"/>
                  </a:lnTo>
                  <a:close/>
                </a:path>
              </a:pathLst>
            </a:custGeom>
            <a:solidFill>
              <a:srgbClr val="000000"/>
            </a:solidFill>
            <a:ln w="27807" cap="flat">
              <a:noFill/>
              <a:prstDash val="solid"/>
              <a:miter/>
            </a:ln>
          </p:spPr>
          <p:txBody>
            <a:bodyPr/>
            <a:lstStyle/>
            <a:p>
              <a:endParaRPr lang="en-GB"/>
            </a:p>
          </p:txBody>
        </p:sp>
        <p:sp>
          <p:nvSpPr>
            <p:cNvPr id="98" name="Freeform: Shape 97">
              <a:extLst>
                <a:ext uri="{FF2B5EF4-FFF2-40B4-BE49-F238E27FC236}">
                  <a16:creationId xmlns:a16="http://schemas.microsoft.com/office/drawing/2014/main" id="{22FAE314-D88C-ECCF-D674-1EA6A51A8292}"/>
                </a:ext>
              </a:extLst>
            </p:cNvPr>
            <p:cNvSpPr/>
            <p:nvPr>
              <p:custDataLst>
                <p:tags r:id="rId31"/>
              </p:custDataLst>
            </p:nvPr>
          </p:nvSpPr>
          <p:spPr>
            <a:xfrm flipV="1">
              <a:off x="12264337" y="-6784728"/>
              <a:ext cx="70941" cy="115865"/>
            </a:xfrm>
            <a:custGeom>
              <a:avLst/>
              <a:gdLst>
                <a:gd name="csX0" fmla="*/ 70941 w 70941"/>
                <a:gd name="csY0" fmla="*/ 56198 h 115865"/>
                <a:gd name="csX1" fmla="*/ 64202 w 70941"/>
                <a:gd name="csY1" fmla="*/ 95607 h 115865"/>
                <a:gd name="csX2" fmla="*/ 35556 w 70941"/>
                <a:gd name="csY2" fmla="*/ 114469 h 115865"/>
                <a:gd name="csX3" fmla="*/ 6237 w 70941"/>
                <a:gd name="csY3" fmla="*/ 94429 h 115865"/>
                <a:gd name="csX4" fmla="*/ 0 w 70941"/>
                <a:gd name="csY4" fmla="*/ 56198 h 115865"/>
                <a:gd name="csX5" fmla="*/ 7585 w 70941"/>
                <a:gd name="csY5" fmla="*/ 15610 h 115865"/>
                <a:gd name="csX6" fmla="*/ 35387 w 70941"/>
                <a:gd name="csY6" fmla="*/ -1397 h 115865"/>
                <a:gd name="csX7" fmla="*/ 64709 w 70941"/>
                <a:gd name="csY7" fmla="*/ 18135 h 115865"/>
                <a:gd name="csX8" fmla="*/ 70941 w 70941"/>
                <a:gd name="csY8" fmla="*/ 56198 h 115865"/>
                <a:gd name="csX9" fmla="*/ 35387 w 70941"/>
                <a:gd name="csY9" fmla="*/ 2307 h 115865"/>
                <a:gd name="csX10" fmla="*/ 15837 w 70941"/>
                <a:gd name="csY10" fmla="*/ 22685 h 115865"/>
                <a:gd name="csX11" fmla="*/ 13988 w 70941"/>
                <a:gd name="csY11" fmla="*/ 58222 h 115865"/>
                <a:gd name="csX12" fmla="*/ 15336 w 70941"/>
                <a:gd name="csY12" fmla="*/ 89209 h 115865"/>
                <a:gd name="csX13" fmla="*/ 35387 w 70941"/>
                <a:gd name="csY13" fmla="*/ 110765 h 115865"/>
                <a:gd name="csX14" fmla="*/ 55269 w 70941"/>
                <a:gd name="csY14" fmla="*/ 91064 h 115865"/>
                <a:gd name="csX15" fmla="*/ 56955 w 70941"/>
                <a:gd name="csY15" fmla="*/ 58222 h 115865"/>
                <a:gd name="csX16" fmla="*/ 55104 w 70941"/>
                <a:gd name="csY16" fmla="*/ 23356 h 115865"/>
                <a:gd name="csX17" fmla="*/ 35387 w 70941"/>
                <a:gd name="csY17" fmla="*/ 2307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0941" h="115865">
                  <a:moveTo>
                    <a:pt x="70941" y="56198"/>
                  </a:moveTo>
                  <a:cubicBezTo>
                    <a:pt x="70941" y="69671"/>
                    <a:pt x="70102" y="83144"/>
                    <a:pt x="64202" y="95607"/>
                  </a:cubicBezTo>
                  <a:cubicBezTo>
                    <a:pt x="56452" y="111774"/>
                    <a:pt x="42634" y="114469"/>
                    <a:pt x="35556" y="114469"/>
                  </a:cubicBezTo>
                  <a:cubicBezTo>
                    <a:pt x="25443" y="114469"/>
                    <a:pt x="13142" y="110094"/>
                    <a:pt x="6237" y="94429"/>
                  </a:cubicBezTo>
                  <a:cubicBezTo>
                    <a:pt x="846" y="82810"/>
                    <a:pt x="0" y="69671"/>
                    <a:pt x="0" y="56198"/>
                  </a:cubicBezTo>
                  <a:cubicBezTo>
                    <a:pt x="0" y="43570"/>
                    <a:pt x="677" y="28412"/>
                    <a:pt x="7585" y="15610"/>
                  </a:cubicBezTo>
                  <a:cubicBezTo>
                    <a:pt x="14828" y="1968"/>
                    <a:pt x="27128" y="-1397"/>
                    <a:pt x="35387" y="-1397"/>
                  </a:cubicBezTo>
                  <a:cubicBezTo>
                    <a:pt x="44484" y="-1397"/>
                    <a:pt x="57293" y="2138"/>
                    <a:pt x="64709" y="18135"/>
                  </a:cubicBezTo>
                  <a:cubicBezTo>
                    <a:pt x="70102" y="29759"/>
                    <a:pt x="70941" y="42894"/>
                    <a:pt x="70941" y="56198"/>
                  </a:cubicBezTo>
                  <a:close/>
                  <a:moveTo>
                    <a:pt x="35387" y="2307"/>
                  </a:moveTo>
                  <a:cubicBezTo>
                    <a:pt x="28815" y="2307"/>
                    <a:pt x="18872" y="6518"/>
                    <a:pt x="15837" y="22685"/>
                  </a:cubicBezTo>
                  <a:cubicBezTo>
                    <a:pt x="13988" y="32792"/>
                    <a:pt x="13988" y="48283"/>
                    <a:pt x="13988" y="58222"/>
                  </a:cubicBezTo>
                  <a:cubicBezTo>
                    <a:pt x="13988" y="69000"/>
                    <a:pt x="13988" y="80116"/>
                    <a:pt x="15336" y="89209"/>
                  </a:cubicBezTo>
                  <a:cubicBezTo>
                    <a:pt x="18538" y="109249"/>
                    <a:pt x="31173" y="110765"/>
                    <a:pt x="35387" y="110765"/>
                  </a:cubicBezTo>
                  <a:cubicBezTo>
                    <a:pt x="40947" y="110765"/>
                    <a:pt x="52070" y="107732"/>
                    <a:pt x="55269" y="91064"/>
                  </a:cubicBezTo>
                  <a:cubicBezTo>
                    <a:pt x="56955" y="81633"/>
                    <a:pt x="56955" y="68831"/>
                    <a:pt x="56955" y="58222"/>
                  </a:cubicBezTo>
                  <a:cubicBezTo>
                    <a:pt x="56955" y="45589"/>
                    <a:pt x="56955" y="34140"/>
                    <a:pt x="55104" y="23356"/>
                  </a:cubicBezTo>
                  <a:cubicBezTo>
                    <a:pt x="52572" y="7358"/>
                    <a:pt x="42972" y="2307"/>
                    <a:pt x="35387" y="2307"/>
                  </a:cubicBezTo>
                  <a:close/>
                </a:path>
              </a:pathLst>
            </a:custGeom>
            <a:solidFill>
              <a:srgbClr val="000000"/>
            </a:solidFill>
            <a:ln w="27807" cap="flat">
              <a:noFill/>
              <a:prstDash val="solid"/>
              <a:miter/>
            </a:ln>
          </p:spPr>
          <p:txBody>
            <a:bodyPr/>
            <a:lstStyle/>
            <a:p>
              <a:endParaRPr lang="en-GB"/>
            </a:p>
          </p:txBody>
        </p:sp>
        <p:sp>
          <p:nvSpPr>
            <p:cNvPr id="99" name="Freeform: Shape 98">
              <a:extLst>
                <a:ext uri="{FF2B5EF4-FFF2-40B4-BE49-F238E27FC236}">
                  <a16:creationId xmlns:a16="http://schemas.microsoft.com/office/drawing/2014/main" id="{592D1BCD-9807-01B2-70E9-E2293E4236F2}"/>
                </a:ext>
              </a:extLst>
            </p:cNvPr>
            <p:cNvSpPr/>
            <p:nvPr>
              <p:custDataLst>
                <p:tags r:id="rId32"/>
              </p:custDataLst>
            </p:nvPr>
          </p:nvSpPr>
          <p:spPr>
            <a:xfrm flipV="1">
              <a:off x="12356812" y="-6690419"/>
              <a:ext cx="17862" cy="17852"/>
            </a:xfrm>
            <a:custGeom>
              <a:avLst/>
              <a:gdLst>
                <a:gd name="csX0" fmla="*/ 17862 w 17862"/>
                <a:gd name="csY0" fmla="*/ 7533 h 17852"/>
                <a:gd name="csX1" fmla="*/ 8934 w 17862"/>
                <a:gd name="csY1" fmla="*/ 16461 h 17852"/>
                <a:gd name="csX2" fmla="*/ 0 w 17862"/>
                <a:gd name="csY2" fmla="*/ 7533 h 17852"/>
                <a:gd name="csX3" fmla="*/ 8934 w 17862"/>
                <a:gd name="csY3" fmla="*/ -1391 h 17852"/>
                <a:gd name="csX4" fmla="*/ 17862 w 17862"/>
                <a:gd name="csY4" fmla="*/ 7533 h 17852"/>
              </a:gdLst>
              <a:ahLst/>
              <a:cxnLst>
                <a:cxn ang="0">
                  <a:pos x="csX0" y="csY0"/>
                </a:cxn>
                <a:cxn ang="0">
                  <a:pos x="csX1" y="csY1"/>
                </a:cxn>
                <a:cxn ang="0">
                  <a:pos x="csX2" y="csY2"/>
                </a:cxn>
                <a:cxn ang="0">
                  <a:pos x="csX3" y="csY3"/>
                </a:cxn>
                <a:cxn ang="0">
                  <a:pos x="csX4" y="csY4"/>
                </a:cxn>
              </a:cxnLst>
              <a:rect l="l" t="t" r="r" b="b"/>
              <a:pathLst>
                <a:path w="17862" h="17852">
                  <a:moveTo>
                    <a:pt x="17862" y="7533"/>
                  </a:moveTo>
                  <a:cubicBezTo>
                    <a:pt x="17862" y="12420"/>
                    <a:pt x="13818" y="16461"/>
                    <a:pt x="8934" y="16461"/>
                  </a:cubicBezTo>
                  <a:cubicBezTo>
                    <a:pt x="4044" y="16461"/>
                    <a:pt x="0" y="12420"/>
                    <a:pt x="0" y="7533"/>
                  </a:cubicBezTo>
                  <a:cubicBezTo>
                    <a:pt x="0" y="2651"/>
                    <a:pt x="4044" y="-1391"/>
                    <a:pt x="8934" y="-1391"/>
                  </a:cubicBezTo>
                  <a:cubicBezTo>
                    <a:pt x="13818" y="-1391"/>
                    <a:pt x="17862" y="2651"/>
                    <a:pt x="17862" y="7533"/>
                  </a:cubicBezTo>
                  <a:close/>
                </a:path>
              </a:pathLst>
            </a:custGeom>
            <a:solidFill>
              <a:srgbClr val="000000"/>
            </a:solidFill>
            <a:ln w="27807" cap="flat">
              <a:noFill/>
              <a:prstDash val="solid"/>
              <a:miter/>
            </a:ln>
          </p:spPr>
          <p:txBody>
            <a:bodyPr/>
            <a:lstStyle/>
            <a:p>
              <a:endParaRPr lang="en-GB"/>
            </a:p>
          </p:txBody>
        </p:sp>
        <p:sp>
          <p:nvSpPr>
            <p:cNvPr id="100" name="Freeform: Shape 99">
              <a:extLst>
                <a:ext uri="{FF2B5EF4-FFF2-40B4-BE49-F238E27FC236}">
                  <a16:creationId xmlns:a16="http://schemas.microsoft.com/office/drawing/2014/main" id="{FD3BF1D1-FACD-C5A4-84CA-27DF6170D738}"/>
                </a:ext>
              </a:extLst>
            </p:cNvPr>
            <p:cNvSpPr/>
            <p:nvPr>
              <p:custDataLst>
                <p:tags r:id="rId33"/>
              </p:custDataLst>
            </p:nvPr>
          </p:nvSpPr>
          <p:spPr>
            <a:xfrm flipV="1">
              <a:off x="12397573" y="-6784728"/>
              <a:ext cx="230705" cy="115865"/>
            </a:xfrm>
            <a:custGeom>
              <a:avLst/>
              <a:gdLst>
                <a:gd name="csX0" fmla="*/ 12973 w 230705"/>
                <a:gd name="csY0" fmla="*/ 15272 h 115865"/>
                <a:gd name="csX1" fmla="*/ 30835 w 230705"/>
                <a:gd name="csY1" fmla="*/ 32623 h 115865"/>
                <a:gd name="csX2" fmla="*/ 67231 w 230705"/>
                <a:gd name="csY2" fmla="*/ 81796 h 115865"/>
                <a:gd name="csX3" fmla="*/ 31512 w 230705"/>
                <a:gd name="csY3" fmla="*/ 114469 h 115865"/>
                <a:gd name="csX4" fmla="*/ 0 w 230705"/>
                <a:gd name="csY4" fmla="*/ 83989 h 115865"/>
                <a:gd name="csX5" fmla="*/ 8929 w 230705"/>
                <a:gd name="csY5" fmla="*/ 74558 h 115865"/>
                <a:gd name="csX6" fmla="*/ 17694 w 230705"/>
                <a:gd name="csY6" fmla="*/ 83482 h 115865"/>
                <a:gd name="csX7" fmla="*/ 8760 w 230705"/>
                <a:gd name="csY7" fmla="*/ 92241 h 115865"/>
                <a:gd name="csX8" fmla="*/ 6571 w 230705"/>
                <a:gd name="csY8" fmla="*/ 92073 h 115865"/>
                <a:gd name="csX9" fmla="*/ 29318 w 230705"/>
                <a:gd name="csY9" fmla="*/ 109249 h 115865"/>
                <a:gd name="csX10" fmla="*/ 51901 w 230705"/>
                <a:gd name="csY10" fmla="*/ 81796 h 115865"/>
                <a:gd name="csX11" fmla="*/ 34208 w 230705"/>
                <a:gd name="csY11" fmla="*/ 44580 h 115865"/>
                <a:gd name="csX12" fmla="*/ 1850 w 230705"/>
                <a:gd name="csY12" fmla="*/ 8536 h 115865"/>
                <a:gd name="csX13" fmla="*/ 0 w 230705"/>
                <a:gd name="csY13" fmla="*/ 2307 h 115865"/>
                <a:gd name="csX14" fmla="*/ 62516 w 230705"/>
                <a:gd name="csY14" fmla="*/ 2307 h 115865"/>
                <a:gd name="csX15" fmla="*/ 67231 w 230705"/>
                <a:gd name="csY15" fmla="*/ 31608 h 115865"/>
                <a:gd name="csX16" fmla="*/ 63018 w 230705"/>
                <a:gd name="csY16" fmla="*/ 31608 h 115865"/>
                <a:gd name="csX17" fmla="*/ 59312 w 230705"/>
                <a:gd name="csY17" fmla="*/ 16620 h 115865"/>
                <a:gd name="csX18" fmla="*/ 43305 w 230705"/>
                <a:gd name="csY18" fmla="*/ 15272 h 115865"/>
                <a:gd name="csX19" fmla="*/ 12973 w 230705"/>
                <a:gd name="csY19" fmla="*/ 15272 h 115865"/>
                <a:gd name="csX20" fmla="*/ 153350 w 230705"/>
                <a:gd name="csY20" fmla="*/ 56198 h 115865"/>
                <a:gd name="csX21" fmla="*/ 146611 w 230705"/>
                <a:gd name="csY21" fmla="*/ 95607 h 115865"/>
                <a:gd name="csX22" fmla="*/ 117964 w 230705"/>
                <a:gd name="csY22" fmla="*/ 114469 h 115865"/>
                <a:gd name="csX23" fmla="*/ 88646 w 230705"/>
                <a:gd name="csY23" fmla="*/ 94429 h 115865"/>
                <a:gd name="csX24" fmla="*/ 82408 w 230705"/>
                <a:gd name="csY24" fmla="*/ 56198 h 115865"/>
                <a:gd name="csX25" fmla="*/ 89994 w 230705"/>
                <a:gd name="csY25" fmla="*/ 15610 h 115865"/>
                <a:gd name="csX26" fmla="*/ 117795 w 230705"/>
                <a:gd name="csY26" fmla="*/ -1397 h 115865"/>
                <a:gd name="csX27" fmla="*/ 147118 w 230705"/>
                <a:gd name="csY27" fmla="*/ 18135 h 115865"/>
                <a:gd name="csX28" fmla="*/ 153350 w 230705"/>
                <a:gd name="csY28" fmla="*/ 56198 h 115865"/>
                <a:gd name="csX29" fmla="*/ 117795 w 230705"/>
                <a:gd name="csY29" fmla="*/ 2307 h 115865"/>
                <a:gd name="csX30" fmla="*/ 98246 w 230705"/>
                <a:gd name="csY30" fmla="*/ 22685 h 115865"/>
                <a:gd name="csX31" fmla="*/ 96396 w 230705"/>
                <a:gd name="csY31" fmla="*/ 58222 h 115865"/>
                <a:gd name="csX32" fmla="*/ 97744 w 230705"/>
                <a:gd name="csY32" fmla="*/ 89209 h 115865"/>
                <a:gd name="csX33" fmla="*/ 117795 w 230705"/>
                <a:gd name="csY33" fmla="*/ 110765 h 115865"/>
                <a:gd name="csX34" fmla="*/ 137677 w 230705"/>
                <a:gd name="csY34" fmla="*/ 91064 h 115865"/>
                <a:gd name="csX35" fmla="*/ 139363 w 230705"/>
                <a:gd name="csY35" fmla="*/ 58222 h 115865"/>
                <a:gd name="csX36" fmla="*/ 137512 w 230705"/>
                <a:gd name="csY36" fmla="*/ 23356 h 115865"/>
                <a:gd name="csX37" fmla="*/ 117795 w 230705"/>
                <a:gd name="csY37" fmla="*/ 2307 h 115865"/>
                <a:gd name="csX38" fmla="*/ 209645 w 230705"/>
                <a:gd name="csY38" fmla="*/ 110094 h 115865"/>
                <a:gd name="csX39" fmla="*/ 205764 w 230705"/>
                <a:gd name="csY39" fmla="*/ 114469 h 115865"/>
                <a:gd name="csX40" fmla="*/ 175098 w 230705"/>
                <a:gd name="csY40" fmla="*/ 103691 h 115865"/>
                <a:gd name="csX41" fmla="*/ 175098 w 230705"/>
                <a:gd name="csY41" fmla="*/ 98471 h 115865"/>
                <a:gd name="csX42" fmla="*/ 197174 w 230705"/>
                <a:gd name="csY42" fmla="*/ 102850 h 115865"/>
                <a:gd name="csX43" fmla="*/ 197174 w 230705"/>
                <a:gd name="csY43" fmla="*/ 15610 h 115865"/>
                <a:gd name="csX44" fmla="*/ 181499 w 230705"/>
                <a:gd name="csY44" fmla="*/ 7526 h 115865"/>
                <a:gd name="csX45" fmla="*/ 176108 w 230705"/>
                <a:gd name="csY45" fmla="*/ 7526 h 115865"/>
                <a:gd name="csX46" fmla="*/ 176108 w 230705"/>
                <a:gd name="csY46" fmla="*/ 2307 h 115865"/>
                <a:gd name="csX47" fmla="*/ 203406 w 230705"/>
                <a:gd name="csY47" fmla="*/ 2813 h 115865"/>
                <a:gd name="csX48" fmla="*/ 230705 w 230705"/>
                <a:gd name="csY48" fmla="*/ 2307 h 115865"/>
                <a:gd name="csX49" fmla="*/ 230705 w 230705"/>
                <a:gd name="csY49" fmla="*/ 7526 h 115865"/>
                <a:gd name="csX50" fmla="*/ 225312 w 230705"/>
                <a:gd name="csY50" fmla="*/ 7526 h 115865"/>
                <a:gd name="csX51" fmla="*/ 209645 w 230705"/>
                <a:gd name="csY51" fmla="*/ 15610 h 115865"/>
                <a:gd name="csX52" fmla="*/ 209645 w 230705"/>
                <a:gd name="csY52" fmla="*/ 110094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Lst>
              <a:rect l="l" t="t" r="r" b="b"/>
              <a:pathLst>
                <a:path w="230705" h="115865">
                  <a:moveTo>
                    <a:pt x="12973" y="15272"/>
                  </a:moveTo>
                  <a:lnTo>
                    <a:pt x="30835" y="32623"/>
                  </a:lnTo>
                  <a:cubicBezTo>
                    <a:pt x="57124" y="55865"/>
                    <a:pt x="67231" y="64958"/>
                    <a:pt x="67231" y="81796"/>
                  </a:cubicBezTo>
                  <a:cubicBezTo>
                    <a:pt x="67231" y="100996"/>
                    <a:pt x="52065" y="114469"/>
                    <a:pt x="31512" y="114469"/>
                  </a:cubicBezTo>
                  <a:cubicBezTo>
                    <a:pt x="12471" y="114469"/>
                    <a:pt x="0" y="98978"/>
                    <a:pt x="0" y="83989"/>
                  </a:cubicBezTo>
                  <a:cubicBezTo>
                    <a:pt x="0" y="74558"/>
                    <a:pt x="8427" y="74558"/>
                    <a:pt x="8929" y="74558"/>
                  </a:cubicBezTo>
                  <a:cubicBezTo>
                    <a:pt x="11794" y="74558"/>
                    <a:pt x="17694" y="76576"/>
                    <a:pt x="17694" y="83482"/>
                  </a:cubicBezTo>
                  <a:cubicBezTo>
                    <a:pt x="17694" y="87861"/>
                    <a:pt x="14659" y="92241"/>
                    <a:pt x="8760" y="92241"/>
                  </a:cubicBezTo>
                  <a:cubicBezTo>
                    <a:pt x="7412" y="92241"/>
                    <a:pt x="7079" y="92241"/>
                    <a:pt x="6571" y="92073"/>
                  </a:cubicBezTo>
                  <a:cubicBezTo>
                    <a:pt x="10446" y="103019"/>
                    <a:pt x="19543" y="109249"/>
                    <a:pt x="29318" y="109249"/>
                  </a:cubicBezTo>
                  <a:cubicBezTo>
                    <a:pt x="44654" y="109249"/>
                    <a:pt x="51901" y="95607"/>
                    <a:pt x="51901" y="81796"/>
                  </a:cubicBezTo>
                  <a:cubicBezTo>
                    <a:pt x="51901" y="68323"/>
                    <a:pt x="43475" y="55020"/>
                    <a:pt x="34208" y="44580"/>
                  </a:cubicBezTo>
                  <a:lnTo>
                    <a:pt x="1850" y="8536"/>
                  </a:lnTo>
                  <a:cubicBezTo>
                    <a:pt x="0" y="6686"/>
                    <a:pt x="0" y="6349"/>
                    <a:pt x="0" y="2307"/>
                  </a:cubicBezTo>
                  <a:lnTo>
                    <a:pt x="62516" y="2307"/>
                  </a:lnTo>
                  <a:lnTo>
                    <a:pt x="67231" y="31608"/>
                  </a:lnTo>
                  <a:lnTo>
                    <a:pt x="63018" y="31608"/>
                  </a:lnTo>
                  <a:cubicBezTo>
                    <a:pt x="62177" y="26558"/>
                    <a:pt x="60999" y="19150"/>
                    <a:pt x="59312" y="16620"/>
                  </a:cubicBezTo>
                  <a:cubicBezTo>
                    <a:pt x="58133" y="15272"/>
                    <a:pt x="47011" y="15272"/>
                    <a:pt x="43305" y="15272"/>
                  </a:cubicBezTo>
                  <a:lnTo>
                    <a:pt x="12973" y="15272"/>
                  </a:lnTo>
                  <a:close/>
                  <a:moveTo>
                    <a:pt x="153350" y="56198"/>
                  </a:moveTo>
                  <a:cubicBezTo>
                    <a:pt x="153350" y="69671"/>
                    <a:pt x="152510" y="83144"/>
                    <a:pt x="146611" y="95607"/>
                  </a:cubicBezTo>
                  <a:cubicBezTo>
                    <a:pt x="138861" y="111774"/>
                    <a:pt x="125042" y="114469"/>
                    <a:pt x="117964" y="114469"/>
                  </a:cubicBezTo>
                  <a:cubicBezTo>
                    <a:pt x="107851" y="114469"/>
                    <a:pt x="95550" y="110094"/>
                    <a:pt x="88646" y="94429"/>
                  </a:cubicBezTo>
                  <a:cubicBezTo>
                    <a:pt x="83254" y="82810"/>
                    <a:pt x="82408" y="69671"/>
                    <a:pt x="82408" y="56198"/>
                  </a:cubicBezTo>
                  <a:cubicBezTo>
                    <a:pt x="82408" y="43570"/>
                    <a:pt x="83085" y="28412"/>
                    <a:pt x="89994" y="15610"/>
                  </a:cubicBezTo>
                  <a:cubicBezTo>
                    <a:pt x="97236" y="1968"/>
                    <a:pt x="109537" y="-1397"/>
                    <a:pt x="117795" y="-1397"/>
                  </a:cubicBezTo>
                  <a:cubicBezTo>
                    <a:pt x="126892" y="-1397"/>
                    <a:pt x="139701" y="2138"/>
                    <a:pt x="147118" y="18135"/>
                  </a:cubicBezTo>
                  <a:cubicBezTo>
                    <a:pt x="152510" y="29759"/>
                    <a:pt x="153350" y="42894"/>
                    <a:pt x="153350" y="56198"/>
                  </a:cubicBezTo>
                  <a:close/>
                  <a:moveTo>
                    <a:pt x="117795" y="2307"/>
                  </a:moveTo>
                  <a:cubicBezTo>
                    <a:pt x="111224" y="2307"/>
                    <a:pt x="101281" y="6518"/>
                    <a:pt x="98246" y="22685"/>
                  </a:cubicBezTo>
                  <a:cubicBezTo>
                    <a:pt x="96396" y="32792"/>
                    <a:pt x="96396" y="48283"/>
                    <a:pt x="96396" y="58222"/>
                  </a:cubicBezTo>
                  <a:cubicBezTo>
                    <a:pt x="96396" y="69000"/>
                    <a:pt x="96396" y="80116"/>
                    <a:pt x="97744" y="89209"/>
                  </a:cubicBezTo>
                  <a:cubicBezTo>
                    <a:pt x="100947" y="109249"/>
                    <a:pt x="113582" y="110765"/>
                    <a:pt x="117795" y="110765"/>
                  </a:cubicBezTo>
                  <a:cubicBezTo>
                    <a:pt x="123356" y="110765"/>
                    <a:pt x="134478" y="107732"/>
                    <a:pt x="137677" y="91064"/>
                  </a:cubicBezTo>
                  <a:cubicBezTo>
                    <a:pt x="139363" y="81633"/>
                    <a:pt x="139363" y="68831"/>
                    <a:pt x="139363" y="58222"/>
                  </a:cubicBezTo>
                  <a:cubicBezTo>
                    <a:pt x="139363" y="45589"/>
                    <a:pt x="139363" y="34140"/>
                    <a:pt x="137512" y="23356"/>
                  </a:cubicBezTo>
                  <a:cubicBezTo>
                    <a:pt x="134981" y="7358"/>
                    <a:pt x="125381" y="2307"/>
                    <a:pt x="117795" y="2307"/>
                  </a:cubicBezTo>
                  <a:close/>
                  <a:moveTo>
                    <a:pt x="209645" y="110094"/>
                  </a:moveTo>
                  <a:cubicBezTo>
                    <a:pt x="209645" y="114136"/>
                    <a:pt x="209645" y="114469"/>
                    <a:pt x="205764" y="114469"/>
                  </a:cubicBezTo>
                  <a:cubicBezTo>
                    <a:pt x="195318" y="103691"/>
                    <a:pt x="180489" y="103691"/>
                    <a:pt x="175098" y="103691"/>
                  </a:cubicBezTo>
                  <a:lnTo>
                    <a:pt x="175098" y="98471"/>
                  </a:lnTo>
                  <a:cubicBezTo>
                    <a:pt x="178466" y="98471"/>
                    <a:pt x="188409" y="98471"/>
                    <a:pt x="197174" y="102850"/>
                  </a:cubicBezTo>
                  <a:lnTo>
                    <a:pt x="197174" y="15610"/>
                  </a:lnTo>
                  <a:cubicBezTo>
                    <a:pt x="197174" y="9550"/>
                    <a:pt x="196666" y="7526"/>
                    <a:pt x="181499" y="7526"/>
                  </a:cubicBezTo>
                  <a:lnTo>
                    <a:pt x="176108" y="7526"/>
                  </a:lnTo>
                  <a:lnTo>
                    <a:pt x="176108" y="2307"/>
                  </a:lnTo>
                  <a:cubicBezTo>
                    <a:pt x="182007" y="2813"/>
                    <a:pt x="196666" y="2813"/>
                    <a:pt x="203406" y="2813"/>
                  </a:cubicBezTo>
                  <a:cubicBezTo>
                    <a:pt x="210147" y="2813"/>
                    <a:pt x="224804" y="2813"/>
                    <a:pt x="230705" y="2307"/>
                  </a:cubicBezTo>
                  <a:lnTo>
                    <a:pt x="230705" y="7526"/>
                  </a:lnTo>
                  <a:lnTo>
                    <a:pt x="225312" y="7526"/>
                  </a:lnTo>
                  <a:cubicBezTo>
                    <a:pt x="210147" y="7526"/>
                    <a:pt x="209645" y="9382"/>
                    <a:pt x="209645" y="15610"/>
                  </a:cubicBezTo>
                  <a:lnTo>
                    <a:pt x="209645" y="110094"/>
                  </a:lnTo>
                  <a:close/>
                </a:path>
              </a:pathLst>
            </a:custGeom>
            <a:solidFill>
              <a:srgbClr val="000000"/>
            </a:solidFill>
            <a:ln w="27807" cap="flat">
              <a:noFill/>
              <a:prstDash val="solid"/>
              <a:miter/>
            </a:ln>
          </p:spPr>
          <p:txBody>
            <a:bodyPr/>
            <a:lstStyle/>
            <a:p>
              <a:endParaRPr lang="en-GB"/>
            </a:p>
          </p:txBody>
        </p:sp>
      </p:grpSp>
      <p:sp>
        <p:nvSpPr>
          <p:cNvPr id="411" name="TextBox 410">
            <a:extLst>
              <a:ext uri="{FF2B5EF4-FFF2-40B4-BE49-F238E27FC236}">
                <a16:creationId xmlns:a16="http://schemas.microsoft.com/office/drawing/2014/main" id="{FDC8CBD4-D024-8CFD-AB2C-1444132BD42B}"/>
              </a:ext>
            </a:extLst>
          </p:cNvPr>
          <p:cNvSpPr txBox="1"/>
          <p:nvPr/>
        </p:nvSpPr>
        <p:spPr>
          <a:xfrm>
            <a:off x="6426240" y="4406166"/>
            <a:ext cx="539236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To get the maximum change in probability resulting from a one‑unit change in the log‑odds, </a:t>
            </a:r>
            <a:r>
              <a:rPr kumimoji="0" lang="en-US" sz="12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we use the inflection point of the logistic curve</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a:t>
            </a:r>
          </a:p>
        </p:txBody>
      </p:sp>
      <p:sp>
        <p:nvSpPr>
          <p:cNvPr id="414" name="TextBox 413">
            <a:extLst>
              <a:ext uri="{FF2B5EF4-FFF2-40B4-BE49-F238E27FC236}">
                <a16:creationId xmlns:a16="http://schemas.microsoft.com/office/drawing/2014/main" id="{F64B5E58-F025-40D3-2AF4-0DC337C59E3A}"/>
              </a:ext>
            </a:extLst>
          </p:cNvPr>
          <p:cNvSpPr txBox="1"/>
          <p:nvPr/>
        </p:nvSpPr>
        <p:spPr>
          <a:xfrm>
            <a:off x="9035061" y="5019078"/>
            <a:ext cx="2689844" cy="1015663"/>
          </a:xfrm>
          <a:prstGeom prst="rect">
            <a:avLst/>
          </a:prstGeom>
          <a:noFill/>
        </p:spPr>
        <p:txBody>
          <a:bodyPr wrap="square">
            <a:spAutoFit/>
          </a:bodyPr>
          <a:lstStyle>
            <a:defPPr>
              <a:defRPr lang="en-US"/>
            </a:defPPr>
            <a:lvl1pPr>
              <a:defRPr sz="1200"/>
            </a:lvl1pPr>
          </a:lstStyle>
          <a:p>
            <a:r>
              <a:rPr lang="en-US"/>
              <a:t>This corresponds to an increase of about 20 percentage points in the probability of admission per additional </a:t>
            </a:r>
            <a:r>
              <a:rPr lang="en-US" b="1">
                <a:solidFill>
                  <a:srgbClr val="FF0000"/>
                </a:solidFill>
              </a:rPr>
              <a:t>10 GPA points</a:t>
            </a:r>
            <a:r>
              <a:rPr lang="en-US"/>
              <a:t>, </a:t>
            </a:r>
            <a:r>
              <a:rPr lang="en-US" b="1">
                <a:highlight>
                  <a:srgbClr val="FFC000"/>
                </a:highlight>
              </a:rPr>
              <a:t>assuming the baseline probability is near 0.5.</a:t>
            </a:r>
            <a:endParaRPr lang="en-GB" b="1">
              <a:highlight>
                <a:srgbClr val="FFC000"/>
              </a:highlight>
            </a:endParaRPr>
          </a:p>
        </p:txBody>
      </p:sp>
      <p:cxnSp>
        <p:nvCxnSpPr>
          <p:cNvPr id="415" name="Straight Connector 414">
            <a:extLst>
              <a:ext uri="{FF2B5EF4-FFF2-40B4-BE49-F238E27FC236}">
                <a16:creationId xmlns:a16="http://schemas.microsoft.com/office/drawing/2014/main" id="{944B642E-A282-511C-2EF0-36701434F71B}"/>
              </a:ext>
            </a:extLst>
          </p:cNvPr>
          <p:cNvCxnSpPr>
            <a:cxnSpLocks/>
          </p:cNvCxnSpPr>
          <p:nvPr/>
        </p:nvCxnSpPr>
        <p:spPr>
          <a:xfrm>
            <a:off x="8964722" y="5078899"/>
            <a:ext cx="0" cy="96534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nvGrpSpPr>
          <p:cNvPr id="132" name="Group 131" descr="\documentclass{article}&#10;\usepackage{amsmath}&#10;\pagestyle{empty}&#10;\usepackage{amssymb}&#10;\begin{document}&#10;&#10;&#10;\[&#10;\approx 0.0023 \times 0.25 \times 10 = 201&#10;\]&#10;&#10;\end{document}" title="IguanaTex Shape Display">
            <a:extLst>
              <a:ext uri="{FF2B5EF4-FFF2-40B4-BE49-F238E27FC236}">
                <a16:creationId xmlns:a16="http://schemas.microsoft.com/office/drawing/2014/main" id="{4D850111-3315-ECE6-3178-F467BA9F5962}"/>
              </a:ext>
            </a:extLst>
          </p:cNvPr>
          <p:cNvGrpSpPr>
            <a:grpSpLocks noChangeAspect="1"/>
          </p:cNvGrpSpPr>
          <p:nvPr>
            <p:custDataLst>
              <p:tags r:id="rId7"/>
            </p:custDataLst>
          </p:nvPr>
        </p:nvGrpSpPr>
        <p:grpSpPr>
          <a:xfrm>
            <a:off x="6489700" y="5384800"/>
            <a:ext cx="1980387" cy="115865"/>
            <a:chOff x="10667138" y="-6475202"/>
            <a:chExt cx="1980387" cy="115865"/>
          </a:xfrm>
        </p:grpSpPr>
        <p:sp>
          <p:nvSpPr>
            <p:cNvPr id="120" name="Freeform: Shape 119">
              <a:extLst>
                <a:ext uri="{FF2B5EF4-FFF2-40B4-BE49-F238E27FC236}">
                  <a16:creationId xmlns:a16="http://schemas.microsoft.com/office/drawing/2014/main" id="{5EB081CE-A7F4-42FB-3C68-97F2194E13B8}"/>
                </a:ext>
              </a:extLst>
            </p:cNvPr>
            <p:cNvSpPr/>
            <p:nvPr>
              <p:custDataLst>
                <p:tags r:id="rId8"/>
              </p:custDataLst>
            </p:nvPr>
          </p:nvSpPr>
          <p:spPr>
            <a:xfrm flipV="1">
              <a:off x="10667138" y="-6444384"/>
              <a:ext cx="112392" cy="71912"/>
            </a:xfrm>
            <a:custGeom>
              <a:avLst/>
              <a:gdLst>
                <a:gd name="csX0" fmla="*/ 112392 w 112392"/>
                <a:gd name="csY0" fmla="*/ 65297 h 71912"/>
                <a:gd name="csX1" fmla="*/ 110034 w 112392"/>
                <a:gd name="csY1" fmla="*/ 70349 h 71912"/>
                <a:gd name="csX2" fmla="*/ 107677 w 112392"/>
                <a:gd name="csY2" fmla="*/ 65804 h 71912"/>
                <a:gd name="csX3" fmla="*/ 84253 w 112392"/>
                <a:gd name="csY3" fmla="*/ 47276 h 71912"/>
                <a:gd name="csX4" fmla="*/ 57293 w 112392"/>
                <a:gd name="csY4" fmla="*/ 58392 h 71912"/>
                <a:gd name="csX5" fmla="*/ 28139 w 112392"/>
                <a:gd name="csY5" fmla="*/ 70517 h 71912"/>
                <a:gd name="csX6" fmla="*/ 0 w 112392"/>
                <a:gd name="csY6" fmla="*/ 43065 h 71912"/>
                <a:gd name="csX7" fmla="*/ 2358 w 112392"/>
                <a:gd name="csY7" fmla="*/ 38013 h 71912"/>
                <a:gd name="csX8" fmla="*/ 4721 w 112392"/>
                <a:gd name="csY8" fmla="*/ 41886 h 71912"/>
                <a:gd name="csX9" fmla="*/ 28139 w 112392"/>
                <a:gd name="csY9" fmla="*/ 61086 h 71912"/>
                <a:gd name="csX10" fmla="*/ 55104 w 112392"/>
                <a:gd name="csY10" fmla="*/ 49970 h 71912"/>
                <a:gd name="csX11" fmla="*/ 84253 w 112392"/>
                <a:gd name="csY11" fmla="*/ 37844 h 71912"/>
                <a:gd name="csX12" fmla="*/ 112392 w 112392"/>
                <a:gd name="csY12" fmla="*/ 65297 h 71912"/>
                <a:gd name="csX13" fmla="*/ 112392 w 112392"/>
                <a:gd name="csY13" fmla="*/ 25888 h 71912"/>
                <a:gd name="csX14" fmla="*/ 110034 w 112392"/>
                <a:gd name="csY14" fmla="*/ 31108 h 71912"/>
                <a:gd name="csX15" fmla="*/ 107677 w 112392"/>
                <a:gd name="csY15" fmla="*/ 26559 h 71912"/>
                <a:gd name="csX16" fmla="*/ 84253 w 112392"/>
                <a:gd name="csY16" fmla="*/ 8035 h 71912"/>
                <a:gd name="csX17" fmla="*/ 57293 w 112392"/>
                <a:gd name="csY17" fmla="*/ 19152 h 71912"/>
                <a:gd name="csX18" fmla="*/ 28139 w 112392"/>
                <a:gd name="csY18" fmla="*/ 31277 h 71912"/>
                <a:gd name="csX19" fmla="*/ 0 w 112392"/>
                <a:gd name="csY19" fmla="*/ 3825 h 71912"/>
                <a:gd name="csX20" fmla="*/ 2358 w 112392"/>
                <a:gd name="csY20" fmla="*/ -1226 h 71912"/>
                <a:gd name="csX21" fmla="*/ 4721 w 112392"/>
                <a:gd name="csY21" fmla="*/ 2646 h 71912"/>
                <a:gd name="csX22" fmla="*/ 28139 w 112392"/>
                <a:gd name="csY22" fmla="*/ 21846 h 71912"/>
                <a:gd name="csX23" fmla="*/ 55104 w 112392"/>
                <a:gd name="csY23" fmla="*/ 10730 h 71912"/>
                <a:gd name="csX24" fmla="*/ 84253 w 112392"/>
                <a:gd name="csY24" fmla="*/ -1396 h 71912"/>
                <a:gd name="csX25" fmla="*/ 112392 w 112392"/>
                <a:gd name="csY25" fmla="*/ 25888 h 719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12392" h="71912">
                  <a:moveTo>
                    <a:pt x="112392" y="65297"/>
                  </a:moveTo>
                  <a:cubicBezTo>
                    <a:pt x="112392" y="68832"/>
                    <a:pt x="111213" y="70349"/>
                    <a:pt x="110034" y="70349"/>
                  </a:cubicBezTo>
                  <a:cubicBezTo>
                    <a:pt x="109363" y="70349"/>
                    <a:pt x="107846" y="69677"/>
                    <a:pt x="107677" y="65804"/>
                  </a:cubicBezTo>
                  <a:cubicBezTo>
                    <a:pt x="107000" y="54181"/>
                    <a:pt x="95206" y="47276"/>
                    <a:pt x="84253" y="47276"/>
                  </a:cubicBezTo>
                  <a:cubicBezTo>
                    <a:pt x="74479" y="47276"/>
                    <a:pt x="66058" y="52495"/>
                    <a:pt x="57293" y="58392"/>
                  </a:cubicBezTo>
                  <a:cubicBezTo>
                    <a:pt x="48195" y="64457"/>
                    <a:pt x="39092" y="70517"/>
                    <a:pt x="28139" y="70517"/>
                  </a:cubicBezTo>
                  <a:cubicBezTo>
                    <a:pt x="12471" y="70517"/>
                    <a:pt x="0" y="58561"/>
                    <a:pt x="0" y="43065"/>
                  </a:cubicBezTo>
                  <a:cubicBezTo>
                    <a:pt x="0" y="39361"/>
                    <a:pt x="1348" y="38013"/>
                    <a:pt x="2358" y="38013"/>
                  </a:cubicBezTo>
                  <a:cubicBezTo>
                    <a:pt x="4044" y="38013"/>
                    <a:pt x="4721" y="41215"/>
                    <a:pt x="4721" y="41886"/>
                  </a:cubicBezTo>
                  <a:cubicBezTo>
                    <a:pt x="5561" y="56035"/>
                    <a:pt x="19380" y="61086"/>
                    <a:pt x="28139" y="61086"/>
                  </a:cubicBezTo>
                  <a:cubicBezTo>
                    <a:pt x="37913" y="61086"/>
                    <a:pt x="46340" y="55867"/>
                    <a:pt x="55104" y="49970"/>
                  </a:cubicBezTo>
                  <a:cubicBezTo>
                    <a:pt x="64202" y="43910"/>
                    <a:pt x="73300" y="37844"/>
                    <a:pt x="84253" y="37844"/>
                  </a:cubicBezTo>
                  <a:cubicBezTo>
                    <a:pt x="99927" y="37844"/>
                    <a:pt x="112392" y="49801"/>
                    <a:pt x="112392" y="65297"/>
                  </a:cubicBezTo>
                  <a:close/>
                  <a:moveTo>
                    <a:pt x="112392" y="25888"/>
                  </a:moveTo>
                  <a:cubicBezTo>
                    <a:pt x="112392" y="30770"/>
                    <a:pt x="110373" y="31108"/>
                    <a:pt x="110034" y="31108"/>
                  </a:cubicBezTo>
                  <a:cubicBezTo>
                    <a:pt x="109363" y="31108"/>
                    <a:pt x="107846" y="30268"/>
                    <a:pt x="107677" y="26559"/>
                  </a:cubicBezTo>
                  <a:cubicBezTo>
                    <a:pt x="107000" y="14941"/>
                    <a:pt x="95206" y="8035"/>
                    <a:pt x="84253" y="8035"/>
                  </a:cubicBezTo>
                  <a:cubicBezTo>
                    <a:pt x="74479" y="8035"/>
                    <a:pt x="66058" y="13256"/>
                    <a:pt x="57293" y="19152"/>
                  </a:cubicBezTo>
                  <a:cubicBezTo>
                    <a:pt x="48195" y="25211"/>
                    <a:pt x="39092" y="31277"/>
                    <a:pt x="28139" y="31277"/>
                  </a:cubicBezTo>
                  <a:cubicBezTo>
                    <a:pt x="12471" y="31277"/>
                    <a:pt x="0" y="19321"/>
                    <a:pt x="0" y="3825"/>
                  </a:cubicBezTo>
                  <a:cubicBezTo>
                    <a:pt x="0" y="121"/>
                    <a:pt x="1348" y="-1226"/>
                    <a:pt x="2358" y="-1226"/>
                  </a:cubicBezTo>
                  <a:cubicBezTo>
                    <a:pt x="4044" y="-1226"/>
                    <a:pt x="4721" y="1976"/>
                    <a:pt x="4721" y="2646"/>
                  </a:cubicBezTo>
                  <a:cubicBezTo>
                    <a:pt x="5561" y="16795"/>
                    <a:pt x="19380" y="21846"/>
                    <a:pt x="28139" y="21846"/>
                  </a:cubicBezTo>
                  <a:cubicBezTo>
                    <a:pt x="37913" y="21846"/>
                    <a:pt x="46340" y="16626"/>
                    <a:pt x="55104" y="10730"/>
                  </a:cubicBezTo>
                  <a:cubicBezTo>
                    <a:pt x="64202" y="4670"/>
                    <a:pt x="73300" y="-1396"/>
                    <a:pt x="84253" y="-1396"/>
                  </a:cubicBezTo>
                  <a:cubicBezTo>
                    <a:pt x="100260" y="-1396"/>
                    <a:pt x="112392" y="11068"/>
                    <a:pt x="112392" y="25888"/>
                  </a:cubicBezTo>
                  <a:close/>
                </a:path>
              </a:pathLst>
            </a:custGeom>
            <a:solidFill>
              <a:srgbClr val="000000"/>
            </a:solidFill>
            <a:ln w="27807" cap="flat">
              <a:noFill/>
              <a:prstDash val="solid"/>
              <a:miter/>
            </a:ln>
          </p:spPr>
          <p:txBody>
            <a:bodyPr/>
            <a:lstStyle/>
            <a:p>
              <a:endParaRPr lang="en-GB"/>
            </a:p>
          </p:txBody>
        </p:sp>
        <p:sp>
          <p:nvSpPr>
            <p:cNvPr id="121" name="Freeform: Shape 120">
              <a:extLst>
                <a:ext uri="{FF2B5EF4-FFF2-40B4-BE49-F238E27FC236}">
                  <a16:creationId xmlns:a16="http://schemas.microsoft.com/office/drawing/2014/main" id="{E1B1AF52-6CC9-B030-38DB-8EB8DDAD8F41}"/>
                </a:ext>
              </a:extLst>
            </p:cNvPr>
            <p:cNvSpPr/>
            <p:nvPr>
              <p:custDataLst>
                <p:tags r:id="rId9"/>
              </p:custDataLst>
            </p:nvPr>
          </p:nvSpPr>
          <p:spPr>
            <a:xfrm flipV="1">
              <a:off x="10842332" y="-6475202"/>
              <a:ext cx="70942" cy="115865"/>
            </a:xfrm>
            <a:custGeom>
              <a:avLst/>
              <a:gdLst>
                <a:gd name="csX0" fmla="*/ 70942 w 70942"/>
                <a:gd name="csY0" fmla="*/ 56198 h 115865"/>
                <a:gd name="csX1" fmla="*/ 64202 w 70942"/>
                <a:gd name="csY1" fmla="*/ 95607 h 115865"/>
                <a:gd name="csX2" fmla="*/ 35556 w 70942"/>
                <a:gd name="csY2" fmla="*/ 114469 h 115865"/>
                <a:gd name="csX3" fmla="*/ 6238 w 70942"/>
                <a:gd name="csY3" fmla="*/ 94429 h 115865"/>
                <a:gd name="csX4" fmla="*/ 0 w 70942"/>
                <a:gd name="csY4" fmla="*/ 56198 h 115865"/>
                <a:gd name="csX5" fmla="*/ 7586 w 70942"/>
                <a:gd name="csY5" fmla="*/ 15610 h 115865"/>
                <a:gd name="csX6" fmla="*/ 35387 w 70942"/>
                <a:gd name="csY6" fmla="*/ -1397 h 115865"/>
                <a:gd name="csX7" fmla="*/ 64710 w 70942"/>
                <a:gd name="csY7" fmla="*/ 18135 h 115865"/>
                <a:gd name="csX8" fmla="*/ 70942 w 70942"/>
                <a:gd name="csY8" fmla="*/ 56198 h 115865"/>
                <a:gd name="csX9" fmla="*/ 35387 w 70942"/>
                <a:gd name="csY9" fmla="*/ 2307 h 115865"/>
                <a:gd name="csX10" fmla="*/ 15838 w 70942"/>
                <a:gd name="csY10" fmla="*/ 22685 h 115865"/>
                <a:gd name="csX11" fmla="*/ 13988 w 70942"/>
                <a:gd name="csY11" fmla="*/ 58222 h 115865"/>
                <a:gd name="csX12" fmla="*/ 15336 w 70942"/>
                <a:gd name="csY12" fmla="*/ 89209 h 115865"/>
                <a:gd name="csX13" fmla="*/ 35387 w 70942"/>
                <a:gd name="csY13" fmla="*/ 110765 h 115865"/>
                <a:gd name="csX14" fmla="*/ 55268 w 70942"/>
                <a:gd name="csY14" fmla="*/ 91064 h 115865"/>
                <a:gd name="csX15" fmla="*/ 56955 w 70942"/>
                <a:gd name="csY15" fmla="*/ 58222 h 115865"/>
                <a:gd name="csX16" fmla="*/ 55104 w 70942"/>
                <a:gd name="csY16" fmla="*/ 23356 h 115865"/>
                <a:gd name="csX17" fmla="*/ 35387 w 70942"/>
                <a:gd name="csY17" fmla="*/ 2307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0942" h="115865">
                  <a:moveTo>
                    <a:pt x="70942" y="56198"/>
                  </a:moveTo>
                  <a:cubicBezTo>
                    <a:pt x="70942" y="69671"/>
                    <a:pt x="70102" y="83144"/>
                    <a:pt x="64202" y="95607"/>
                  </a:cubicBezTo>
                  <a:cubicBezTo>
                    <a:pt x="56452" y="111774"/>
                    <a:pt x="42634" y="114469"/>
                    <a:pt x="35556" y="114469"/>
                  </a:cubicBezTo>
                  <a:cubicBezTo>
                    <a:pt x="25443" y="114469"/>
                    <a:pt x="13142" y="110094"/>
                    <a:pt x="6238" y="94429"/>
                  </a:cubicBezTo>
                  <a:cubicBezTo>
                    <a:pt x="846" y="82810"/>
                    <a:pt x="0" y="69671"/>
                    <a:pt x="0" y="56198"/>
                  </a:cubicBezTo>
                  <a:cubicBezTo>
                    <a:pt x="0" y="43570"/>
                    <a:pt x="677" y="28412"/>
                    <a:pt x="7586" y="15610"/>
                  </a:cubicBezTo>
                  <a:cubicBezTo>
                    <a:pt x="14828" y="1968"/>
                    <a:pt x="27129" y="-1397"/>
                    <a:pt x="35387" y="-1397"/>
                  </a:cubicBezTo>
                  <a:cubicBezTo>
                    <a:pt x="44484" y="-1397"/>
                    <a:pt x="57293" y="2138"/>
                    <a:pt x="64710" y="18135"/>
                  </a:cubicBezTo>
                  <a:cubicBezTo>
                    <a:pt x="70102" y="29759"/>
                    <a:pt x="70942" y="42894"/>
                    <a:pt x="70942" y="56198"/>
                  </a:cubicBezTo>
                  <a:close/>
                  <a:moveTo>
                    <a:pt x="35387" y="2307"/>
                  </a:moveTo>
                  <a:cubicBezTo>
                    <a:pt x="28815" y="2307"/>
                    <a:pt x="18872" y="6518"/>
                    <a:pt x="15838" y="22685"/>
                  </a:cubicBezTo>
                  <a:cubicBezTo>
                    <a:pt x="13988" y="32792"/>
                    <a:pt x="13988" y="48283"/>
                    <a:pt x="13988" y="58222"/>
                  </a:cubicBezTo>
                  <a:cubicBezTo>
                    <a:pt x="13988" y="69000"/>
                    <a:pt x="13988" y="80116"/>
                    <a:pt x="15336" y="89209"/>
                  </a:cubicBezTo>
                  <a:cubicBezTo>
                    <a:pt x="18539" y="109249"/>
                    <a:pt x="31174" y="110765"/>
                    <a:pt x="35387" y="110765"/>
                  </a:cubicBezTo>
                  <a:cubicBezTo>
                    <a:pt x="40948" y="110765"/>
                    <a:pt x="52070" y="107732"/>
                    <a:pt x="55268" y="91064"/>
                  </a:cubicBezTo>
                  <a:cubicBezTo>
                    <a:pt x="56955" y="81633"/>
                    <a:pt x="56955" y="68831"/>
                    <a:pt x="56955" y="58222"/>
                  </a:cubicBezTo>
                  <a:cubicBezTo>
                    <a:pt x="56955" y="45589"/>
                    <a:pt x="56955" y="34140"/>
                    <a:pt x="55104" y="23356"/>
                  </a:cubicBezTo>
                  <a:cubicBezTo>
                    <a:pt x="52572" y="7358"/>
                    <a:pt x="42972" y="2307"/>
                    <a:pt x="35387" y="2307"/>
                  </a:cubicBezTo>
                  <a:close/>
                </a:path>
              </a:pathLst>
            </a:custGeom>
            <a:solidFill>
              <a:srgbClr val="000000"/>
            </a:solidFill>
            <a:ln w="27807" cap="flat">
              <a:noFill/>
              <a:prstDash val="solid"/>
              <a:miter/>
            </a:ln>
          </p:spPr>
          <p:txBody>
            <a:bodyPr/>
            <a:lstStyle/>
            <a:p>
              <a:endParaRPr lang="en-GB"/>
            </a:p>
          </p:txBody>
        </p:sp>
        <p:sp>
          <p:nvSpPr>
            <p:cNvPr id="122" name="Freeform: Shape 121">
              <a:extLst>
                <a:ext uri="{FF2B5EF4-FFF2-40B4-BE49-F238E27FC236}">
                  <a16:creationId xmlns:a16="http://schemas.microsoft.com/office/drawing/2014/main" id="{14B23311-87B4-A2DD-F6DD-F01E7C8D17BB}"/>
                </a:ext>
              </a:extLst>
            </p:cNvPr>
            <p:cNvSpPr/>
            <p:nvPr>
              <p:custDataLst>
                <p:tags r:id="rId10"/>
              </p:custDataLst>
            </p:nvPr>
          </p:nvSpPr>
          <p:spPr>
            <a:xfrm flipV="1">
              <a:off x="10934510" y="-6380893"/>
              <a:ext cx="17862" cy="17852"/>
            </a:xfrm>
            <a:custGeom>
              <a:avLst/>
              <a:gdLst>
                <a:gd name="csX0" fmla="*/ 17862 w 17862"/>
                <a:gd name="csY0" fmla="*/ 7533 h 17852"/>
                <a:gd name="csX1" fmla="*/ 8934 w 17862"/>
                <a:gd name="csY1" fmla="*/ 16461 h 17852"/>
                <a:gd name="csX2" fmla="*/ 0 w 17862"/>
                <a:gd name="csY2" fmla="*/ 7533 h 17852"/>
                <a:gd name="csX3" fmla="*/ 8934 w 17862"/>
                <a:gd name="csY3" fmla="*/ -1391 h 17852"/>
                <a:gd name="csX4" fmla="*/ 17862 w 17862"/>
                <a:gd name="csY4" fmla="*/ 7533 h 17852"/>
              </a:gdLst>
              <a:ahLst/>
              <a:cxnLst>
                <a:cxn ang="0">
                  <a:pos x="csX0" y="csY0"/>
                </a:cxn>
                <a:cxn ang="0">
                  <a:pos x="csX1" y="csY1"/>
                </a:cxn>
                <a:cxn ang="0">
                  <a:pos x="csX2" y="csY2"/>
                </a:cxn>
                <a:cxn ang="0">
                  <a:pos x="csX3" y="csY3"/>
                </a:cxn>
                <a:cxn ang="0">
                  <a:pos x="csX4" y="csY4"/>
                </a:cxn>
              </a:cxnLst>
              <a:rect l="l" t="t" r="r" b="b"/>
              <a:pathLst>
                <a:path w="17862" h="17852">
                  <a:moveTo>
                    <a:pt x="17862" y="7533"/>
                  </a:moveTo>
                  <a:cubicBezTo>
                    <a:pt x="17862" y="12420"/>
                    <a:pt x="13818" y="16461"/>
                    <a:pt x="8934" y="16461"/>
                  </a:cubicBezTo>
                  <a:cubicBezTo>
                    <a:pt x="4044" y="16461"/>
                    <a:pt x="0" y="12420"/>
                    <a:pt x="0" y="7533"/>
                  </a:cubicBezTo>
                  <a:cubicBezTo>
                    <a:pt x="0" y="2651"/>
                    <a:pt x="4044" y="-1391"/>
                    <a:pt x="8934" y="-1391"/>
                  </a:cubicBezTo>
                  <a:cubicBezTo>
                    <a:pt x="13818" y="-1391"/>
                    <a:pt x="17862" y="2651"/>
                    <a:pt x="17862" y="7533"/>
                  </a:cubicBezTo>
                  <a:close/>
                </a:path>
              </a:pathLst>
            </a:custGeom>
            <a:solidFill>
              <a:srgbClr val="000000"/>
            </a:solidFill>
            <a:ln w="27807" cap="flat">
              <a:noFill/>
              <a:prstDash val="solid"/>
              <a:miter/>
            </a:ln>
          </p:spPr>
          <p:txBody>
            <a:bodyPr/>
            <a:lstStyle/>
            <a:p>
              <a:endParaRPr lang="en-GB"/>
            </a:p>
          </p:txBody>
        </p:sp>
        <p:sp>
          <p:nvSpPr>
            <p:cNvPr id="123" name="Freeform: Shape 122">
              <a:extLst>
                <a:ext uri="{FF2B5EF4-FFF2-40B4-BE49-F238E27FC236}">
                  <a16:creationId xmlns:a16="http://schemas.microsoft.com/office/drawing/2014/main" id="{32740BF8-3BAB-D72C-9CC6-2C73DB739B62}"/>
                </a:ext>
              </a:extLst>
            </p:cNvPr>
            <p:cNvSpPr/>
            <p:nvPr>
              <p:custDataLst>
                <p:tags r:id="rId11"/>
              </p:custDataLst>
            </p:nvPr>
          </p:nvSpPr>
          <p:spPr>
            <a:xfrm flipV="1">
              <a:off x="10973399" y="-6475202"/>
              <a:ext cx="323225" cy="115865"/>
            </a:xfrm>
            <a:custGeom>
              <a:avLst/>
              <a:gdLst>
                <a:gd name="csX0" fmla="*/ 70942 w 323225"/>
                <a:gd name="csY0" fmla="*/ 56198 h 115865"/>
                <a:gd name="csX1" fmla="*/ 64202 w 323225"/>
                <a:gd name="csY1" fmla="*/ 95607 h 115865"/>
                <a:gd name="csX2" fmla="*/ 35555 w 323225"/>
                <a:gd name="csY2" fmla="*/ 114469 h 115865"/>
                <a:gd name="csX3" fmla="*/ 6238 w 323225"/>
                <a:gd name="csY3" fmla="*/ 94429 h 115865"/>
                <a:gd name="csX4" fmla="*/ 0 w 323225"/>
                <a:gd name="csY4" fmla="*/ 56198 h 115865"/>
                <a:gd name="csX5" fmla="*/ 7586 w 323225"/>
                <a:gd name="csY5" fmla="*/ 15610 h 115865"/>
                <a:gd name="csX6" fmla="*/ 35387 w 323225"/>
                <a:gd name="csY6" fmla="*/ -1397 h 115865"/>
                <a:gd name="csX7" fmla="*/ 64710 w 323225"/>
                <a:gd name="csY7" fmla="*/ 18135 h 115865"/>
                <a:gd name="csX8" fmla="*/ 70942 w 323225"/>
                <a:gd name="csY8" fmla="*/ 56198 h 115865"/>
                <a:gd name="csX9" fmla="*/ 35387 w 323225"/>
                <a:gd name="csY9" fmla="*/ 2307 h 115865"/>
                <a:gd name="csX10" fmla="*/ 15838 w 323225"/>
                <a:gd name="csY10" fmla="*/ 22685 h 115865"/>
                <a:gd name="csX11" fmla="*/ 13988 w 323225"/>
                <a:gd name="csY11" fmla="*/ 58222 h 115865"/>
                <a:gd name="csX12" fmla="*/ 15335 w 323225"/>
                <a:gd name="csY12" fmla="*/ 89209 h 115865"/>
                <a:gd name="csX13" fmla="*/ 35387 w 323225"/>
                <a:gd name="csY13" fmla="*/ 110765 h 115865"/>
                <a:gd name="csX14" fmla="*/ 55268 w 323225"/>
                <a:gd name="csY14" fmla="*/ 91064 h 115865"/>
                <a:gd name="csX15" fmla="*/ 56955 w 323225"/>
                <a:gd name="csY15" fmla="*/ 58222 h 115865"/>
                <a:gd name="csX16" fmla="*/ 55104 w 323225"/>
                <a:gd name="csY16" fmla="*/ 23356 h 115865"/>
                <a:gd name="csX17" fmla="*/ 35387 w 323225"/>
                <a:gd name="csY17" fmla="*/ 2307 h 115865"/>
                <a:gd name="csX18" fmla="*/ 155206 w 323225"/>
                <a:gd name="csY18" fmla="*/ 56198 h 115865"/>
                <a:gd name="csX19" fmla="*/ 148466 w 323225"/>
                <a:gd name="csY19" fmla="*/ 95607 h 115865"/>
                <a:gd name="csX20" fmla="*/ 119819 w 323225"/>
                <a:gd name="csY20" fmla="*/ 114469 h 115865"/>
                <a:gd name="csX21" fmla="*/ 90501 w 323225"/>
                <a:gd name="csY21" fmla="*/ 94429 h 115865"/>
                <a:gd name="csX22" fmla="*/ 84264 w 323225"/>
                <a:gd name="csY22" fmla="*/ 56198 h 115865"/>
                <a:gd name="csX23" fmla="*/ 91849 w 323225"/>
                <a:gd name="csY23" fmla="*/ 15610 h 115865"/>
                <a:gd name="csX24" fmla="*/ 119650 w 323225"/>
                <a:gd name="csY24" fmla="*/ -1397 h 115865"/>
                <a:gd name="csX25" fmla="*/ 148973 w 323225"/>
                <a:gd name="csY25" fmla="*/ 18135 h 115865"/>
                <a:gd name="csX26" fmla="*/ 155206 w 323225"/>
                <a:gd name="csY26" fmla="*/ 56198 h 115865"/>
                <a:gd name="csX27" fmla="*/ 119650 w 323225"/>
                <a:gd name="csY27" fmla="*/ 2307 h 115865"/>
                <a:gd name="csX28" fmla="*/ 100101 w 323225"/>
                <a:gd name="csY28" fmla="*/ 22685 h 115865"/>
                <a:gd name="csX29" fmla="*/ 98251 w 323225"/>
                <a:gd name="csY29" fmla="*/ 58222 h 115865"/>
                <a:gd name="csX30" fmla="*/ 99599 w 323225"/>
                <a:gd name="csY30" fmla="*/ 89209 h 115865"/>
                <a:gd name="csX31" fmla="*/ 119650 w 323225"/>
                <a:gd name="csY31" fmla="*/ 110765 h 115865"/>
                <a:gd name="csX32" fmla="*/ 139532 w 323225"/>
                <a:gd name="csY32" fmla="*/ 91064 h 115865"/>
                <a:gd name="csX33" fmla="*/ 141218 w 323225"/>
                <a:gd name="csY33" fmla="*/ 58222 h 115865"/>
                <a:gd name="csX34" fmla="*/ 139368 w 323225"/>
                <a:gd name="csY34" fmla="*/ 23356 h 115865"/>
                <a:gd name="csX35" fmla="*/ 119650 w 323225"/>
                <a:gd name="csY35" fmla="*/ 2307 h 115865"/>
                <a:gd name="csX36" fmla="*/ 183354 w 323225"/>
                <a:gd name="csY36" fmla="*/ 15272 h 115865"/>
                <a:gd name="csX37" fmla="*/ 201218 w 323225"/>
                <a:gd name="csY37" fmla="*/ 32623 h 115865"/>
                <a:gd name="csX38" fmla="*/ 237613 w 323225"/>
                <a:gd name="csY38" fmla="*/ 81796 h 115865"/>
                <a:gd name="csX39" fmla="*/ 201895 w 323225"/>
                <a:gd name="csY39" fmla="*/ 114469 h 115865"/>
                <a:gd name="csX40" fmla="*/ 170383 w 323225"/>
                <a:gd name="csY40" fmla="*/ 83989 h 115865"/>
                <a:gd name="csX41" fmla="*/ 179312 w 323225"/>
                <a:gd name="csY41" fmla="*/ 74558 h 115865"/>
                <a:gd name="csX42" fmla="*/ 188076 w 323225"/>
                <a:gd name="csY42" fmla="*/ 83482 h 115865"/>
                <a:gd name="csX43" fmla="*/ 179142 w 323225"/>
                <a:gd name="csY43" fmla="*/ 92241 h 115865"/>
                <a:gd name="csX44" fmla="*/ 176954 w 323225"/>
                <a:gd name="csY44" fmla="*/ 92073 h 115865"/>
                <a:gd name="csX45" fmla="*/ 199701 w 323225"/>
                <a:gd name="csY45" fmla="*/ 109249 h 115865"/>
                <a:gd name="csX46" fmla="*/ 222284 w 323225"/>
                <a:gd name="csY46" fmla="*/ 81796 h 115865"/>
                <a:gd name="csX47" fmla="*/ 204591 w 323225"/>
                <a:gd name="csY47" fmla="*/ 44580 h 115865"/>
                <a:gd name="csX48" fmla="*/ 172232 w 323225"/>
                <a:gd name="csY48" fmla="*/ 8536 h 115865"/>
                <a:gd name="csX49" fmla="*/ 170383 w 323225"/>
                <a:gd name="csY49" fmla="*/ 2307 h 115865"/>
                <a:gd name="csX50" fmla="*/ 232898 w 323225"/>
                <a:gd name="csY50" fmla="*/ 2307 h 115865"/>
                <a:gd name="csX51" fmla="*/ 237613 w 323225"/>
                <a:gd name="csY51" fmla="*/ 31608 h 115865"/>
                <a:gd name="csX52" fmla="*/ 233401 w 323225"/>
                <a:gd name="csY52" fmla="*/ 31608 h 115865"/>
                <a:gd name="csX53" fmla="*/ 229695 w 323225"/>
                <a:gd name="csY53" fmla="*/ 16620 h 115865"/>
                <a:gd name="csX54" fmla="*/ 213689 w 323225"/>
                <a:gd name="csY54" fmla="*/ 15272 h 115865"/>
                <a:gd name="csX55" fmla="*/ 183354 w 323225"/>
                <a:gd name="csY55" fmla="*/ 15272 h 115865"/>
                <a:gd name="csX56" fmla="*/ 295086 w 323225"/>
                <a:gd name="csY56" fmla="*/ 61587 h 115865"/>
                <a:gd name="csX57" fmla="*/ 318678 w 323225"/>
                <a:gd name="csY57" fmla="*/ 91227 h 115865"/>
                <a:gd name="csX58" fmla="*/ 287669 w 323225"/>
                <a:gd name="csY58" fmla="*/ 114469 h 115865"/>
                <a:gd name="csX59" fmla="*/ 257845 w 323225"/>
                <a:gd name="csY59" fmla="*/ 91565 h 115865"/>
                <a:gd name="csX60" fmla="*/ 266440 w 323225"/>
                <a:gd name="csY60" fmla="*/ 82810 h 115865"/>
                <a:gd name="csX61" fmla="*/ 275035 w 323225"/>
                <a:gd name="csY61" fmla="*/ 91396 h 115865"/>
                <a:gd name="csX62" fmla="*/ 264584 w 323225"/>
                <a:gd name="csY62" fmla="*/ 99818 h 115865"/>
                <a:gd name="csX63" fmla="*/ 286998 w 323225"/>
                <a:gd name="csY63" fmla="*/ 110258 h 115865"/>
                <a:gd name="csX64" fmla="*/ 303175 w 323225"/>
                <a:gd name="csY64" fmla="*/ 91396 h 115865"/>
                <a:gd name="csX65" fmla="*/ 298459 w 323225"/>
                <a:gd name="csY65" fmla="*/ 72196 h 115865"/>
                <a:gd name="csX66" fmla="*/ 283463 w 323225"/>
                <a:gd name="csY66" fmla="*/ 63441 h 115865"/>
                <a:gd name="csX67" fmla="*/ 276886 w 323225"/>
                <a:gd name="csY67" fmla="*/ 62934 h 115865"/>
                <a:gd name="csX68" fmla="*/ 274358 w 323225"/>
                <a:gd name="csY68" fmla="*/ 60916 h 115865"/>
                <a:gd name="csX69" fmla="*/ 278403 w 323225"/>
                <a:gd name="csY69" fmla="*/ 59062 h 115865"/>
                <a:gd name="csX70" fmla="*/ 285819 w 323225"/>
                <a:gd name="csY70" fmla="*/ 59062 h 115865"/>
                <a:gd name="csX71" fmla="*/ 305869 w 323225"/>
                <a:gd name="csY71" fmla="*/ 31107 h 115865"/>
                <a:gd name="csX72" fmla="*/ 286829 w 323225"/>
                <a:gd name="csY72" fmla="*/ 3316 h 115865"/>
                <a:gd name="csX73" fmla="*/ 261049 w 323225"/>
                <a:gd name="csY73" fmla="*/ 16118 h 115865"/>
                <a:gd name="csX74" fmla="*/ 272171 w 323225"/>
                <a:gd name="csY74" fmla="*/ 25380 h 115865"/>
                <a:gd name="csX75" fmla="*/ 262734 w 323225"/>
                <a:gd name="csY75" fmla="*/ 34810 h 115865"/>
                <a:gd name="csX76" fmla="*/ 253298 w 323225"/>
                <a:gd name="csY76" fmla="*/ 25041 h 115865"/>
                <a:gd name="csX77" fmla="*/ 287336 w 323225"/>
                <a:gd name="csY77" fmla="*/ -1397 h 115865"/>
                <a:gd name="csX78" fmla="*/ 323225 w 323225"/>
                <a:gd name="csY78" fmla="*/ 31107 h 115865"/>
                <a:gd name="csX79" fmla="*/ 295086 w 323225"/>
                <a:gd name="csY79" fmla="*/ 61587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Lst>
              <a:rect l="l" t="t" r="r" b="b"/>
              <a:pathLst>
                <a:path w="323225" h="115865">
                  <a:moveTo>
                    <a:pt x="70942" y="56198"/>
                  </a:moveTo>
                  <a:cubicBezTo>
                    <a:pt x="70942" y="69671"/>
                    <a:pt x="70102" y="83144"/>
                    <a:pt x="64202" y="95607"/>
                  </a:cubicBezTo>
                  <a:cubicBezTo>
                    <a:pt x="56452" y="111774"/>
                    <a:pt x="42634" y="114469"/>
                    <a:pt x="35555" y="114469"/>
                  </a:cubicBezTo>
                  <a:cubicBezTo>
                    <a:pt x="25443" y="114469"/>
                    <a:pt x="13142" y="110094"/>
                    <a:pt x="6238" y="94429"/>
                  </a:cubicBezTo>
                  <a:cubicBezTo>
                    <a:pt x="846" y="82810"/>
                    <a:pt x="0" y="69671"/>
                    <a:pt x="0" y="56198"/>
                  </a:cubicBezTo>
                  <a:cubicBezTo>
                    <a:pt x="0" y="43570"/>
                    <a:pt x="677" y="28412"/>
                    <a:pt x="7586" y="15610"/>
                  </a:cubicBezTo>
                  <a:cubicBezTo>
                    <a:pt x="14828" y="1968"/>
                    <a:pt x="27129" y="-1397"/>
                    <a:pt x="35387" y="-1397"/>
                  </a:cubicBezTo>
                  <a:cubicBezTo>
                    <a:pt x="44484" y="-1397"/>
                    <a:pt x="57293" y="2138"/>
                    <a:pt x="64710" y="18135"/>
                  </a:cubicBezTo>
                  <a:cubicBezTo>
                    <a:pt x="70102" y="29759"/>
                    <a:pt x="70942" y="42894"/>
                    <a:pt x="70942" y="56198"/>
                  </a:cubicBezTo>
                  <a:close/>
                  <a:moveTo>
                    <a:pt x="35387" y="2307"/>
                  </a:moveTo>
                  <a:cubicBezTo>
                    <a:pt x="28815" y="2307"/>
                    <a:pt x="18872" y="6518"/>
                    <a:pt x="15838" y="22685"/>
                  </a:cubicBezTo>
                  <a:cubicBezTo>
                    <a:pt x="13988" y="32792"/>
                    <a:pt x="13988" y="48283"/>
                    <a:pt x="13988" y="58222"/>
                  </a:cubicBezTo>
                  <a:cubicBezTo>
                    <a:pt x="13988" y="69000"/>
                    <a:pt x="13988" y="80116"/>
                    <a:pt x="15335" y="89209"/>
                  </a:cubicBezTo>
                  <a:cubicBezTo>
                    <a:pt x="18539" y="109249"/>
                    <a:pt x="31173" y="110765"/>
                    <a:pt x="35387" y="110765"/>
                  </a:cubicBezTo>
                  <a:cubicBezTo>
                    <a:pt x="40948" y="110765"/>
                    <a:pt x="52070" y="107732"/>
                    <a:pt x="55268" y="91064"/>
                  </a:cubicBezTo>
                  <a:cubicBezTo>
                    <a:pt x="56955" y="81633"/>
                    <a:pt x="56955" y="68831"/>
                    <a:pt x="56955" y="58222"/>
                  </a:cubicBezTo>
                  <a:cubicBezTo>
                    <a:pt x="56955" y="45589"/>
                    <a:pt x="56955" y="34140"/>
                    <a:pt x="55104" y="23356"/>
                  </a:cubicBezTo>
                  <a:cubicBezTo>
                    <a:pt x="52572" y="7358"/>
                    <a:pt x="42972" y="2307"/>
                    <a:pt x="35387" y="2307"/>
                  </a:cubicBezTo>
                  <a:close/>
                  <a:moveTo>
                    <a:pt x="155206" y="56198"/>
                  </a:moveTo>
                  <a:cubicBezTo>
                    <a:pt x="155206" y="69671"/>
                    <a:pt x="154365" y="83144"/>
                    <a:pt x="148466" y="95607"/>
                  </a:cubicBezTo>
                  <a:cubicBezTo>
                    <a:pt x="140716" y="111774"/>
                    <a:pt x="126897" y="114469"/>
                    <a:pt x="119819" y="114469"/>
                  </a:cubicBezTo>
                  <a:cubicBezTo>
                    <a:pt x="109707" y="114469"/>
                    <a:pt x="97405" y="110094"/>
                    <a:pt x="90501" y="94429"/>
                  </a:cubicBezTo>
                  <a:cubicBezTo>
                    <a:pt x="85109" y="82810"/>
                    <a:pt x="84264" y="69671"/>
                    <a:pt x="84264" y="56198"/>
                  </a:cubicBezTo>
                  <a:cubicBezTo>
                    <a:pt x="84264" y="43570"/>
                    <a:pt x="84941" y="28412"/>
                    <a:pt x="91849" y="15610"/>
                  </a:cubicBezTo>
                  <a:cubicBezTo>
                    <a:pt x="99092" y="1968"/>
                    <a:pt x="111393" y="-1397"/>
                    <a:pt x="119650" y="-1397"/>
                  </a:cubicBezTo>
                  <a:cubicBezTo>
                    <a:pt x="128748" y="-1397"/>
                    <a:pt x="141557" y="2138"/>
                    <a:pt x="148973" y="18135"/>
                  </a:cubicBezTo>
                  <a:cubicBezTo>
                    <a:pt x="154365" y="29759"/>
                    <a:pt x="155206" y="42894"/>
                    <a:pt x="155206" y="56198"/>
                  </a:cubicBezTo>
                  <a:close/>
                  <a:moveTo>
                    <a:pt x="119650" y="2307"/>
                  </a:moveTo>
                  <a:cubicBezTo>
                    <a:pt x="113079" y="2307"/>
                    <a:pt x="103135" y="6518"/>
                    <a:pt x="100101" y="22685"/>
                  </a:cubicBezTo>
                  <a:cubicBezTo>
                    <a:pt x="98251" y="32792"/>
                    <a:pt x="98251" y="48283"/>
                    <a:pt x="98251" y="58222"/>
                  </a:cubicBezTo>
                  <a:cubicBezTo>
                    <a:pt x="98251" y="69000"/>
                    <a:pt x="98251" y="80116"/>
                    <a:pt x="99599" y="89209"/>
                  </a:cubicBezTo>
                  <a:cubicBezTo>
                    <a:pt x="102802" y="109249"/>
                    <a:pt x="115437" y="110765"/>
                    <a:pt x="119650" y="110765"/>
                  </a:cubicBezTo>
                  <a:cubicBezTo>
                    <a:pt x="125211" y="110765"/>
                    <a:pt x="136334" y="107732"/>
                    <a:pt x="139532" y="91064"/>
                  </a:cubicBezTo>
                  <a:cubicBezTo>
                    <a:pt x="141218" y="81633"/>
                    <a:pt x="141218" y="68831"/>
                    <a:pt x="141218" y="58222"/>
                  </a:cubicBezTo>
                  <a:cubicBezTo>
                    <a:pt x="141218" y="45589"/>
                    <a:pt x="141218" y="34140"/>
                    <a:pt x="139368" y="23356"/>
                  </a:cubicBezTo>
                  <a:cubicBezTo>
                    <a:pt x="136836" y="7358"/>
                    <a:pt x="127236" y="2307"/>
                    <a:pt x="119650" y="2307"/>
                  </a:cubicBezTo>
                  <a:close/>
                  <a:moveTo>
                    <a:pt x="183354" y="15272"/>
                  </a:moveTo>
                  <a:lnTo>
                    <a:pt x="201218" y="32623"/>
                  </a:lnTo>
                  <a:cubicBezTo>
                    <a:pt x="227506" y="55865"/>
                    <a:pt x="237613" y="64958"/>
                    <a:pt x="237613" y="81796"/>
                  </a:cubicBezTo>
                  <a:cubicBezTo>
                    <a:pt x="237613" y="100996"/>
                    <a:pt x="222448" y="114469"/>
                    <a:pt x="201895" y="114469"/>
                  </a:cubicBezTo>
                  <a:cubicBezTo>
                    <a:pt x="182854" y="114469"/>
                    <a:pt x="170383" y="98978"/>
                    <a:pt x="170383" y="83989"/>
                  </a:cubicBezTo>
                  <a:cubicBezTo>
                    <a:pt x="170383" y="74558"/>
                    <a:pt x="178809" y="74558"/>
                    <a:pt x="179312" y="74558"/>
                  </a:cubicBezTo>
                  <a:cubicBezTo>
                    <a:pt x="182177" y="74558"/>
                    <a:pt x="188076" y="76576"/>
                    <a:pt x="188076" y="83482"/>
                  </a:cubicBezTo>
                  <a:cubicBezTo>
                    <a:pt x="188076" y="87861"/>
                    <a:pt x="185041" y="92241"/>
                    <a:pt x="179142" y="92241"/>
                  </a:cubicBezTo>
                  <a:cubicBezTo>
                    <a:pt x="177794" y="92241"/>
                    <a:pt x="177461" y="92241"/>
                    <a:pt x="176954" y="92073"/>
                  </a:cubicBezTo>
                  <a:cubicBezTo>
                    <a:pt x="180829" y="103019"/>
                    <a:pt x="189927" y="109249"/>
                    <a:pt x="199701" y="109249"/>
                  </a:cubicBezTo>
                  <a:cubicBezTo>
                    <a:pt x="215037" y="109249"/>
                    <a:pt x="222284" y="95607"/>
                    <a:pt x="222284" y="81796"/>
                  </a:cubicBezTo>
                  <a:cubicBezTo>
                    <a:pt x="222284" y="68323"/>
                    <a:pt x="213857" y="55020"/>
                    <a:pt x="204591" y="44580"/>
                  </a:cubicBezTo>
                  <a:lnTo>
                    <a:pt x="172232" y="8536"/>
                  </a:lnTo>
                  <a:cubicBezTo>
                    <a:pt x="170383" y="6686"/>
                    <a:pt x="170383" y="6349"/>
                    <a:pt x="170383" y="2307"/>
                  </a:cubicBezTo>
                  <a:lnTo>
                    <a:pt x="232898" y="2307"/>
                  </a:lnTo>
                  <a:lnTo>
                    <a:pt x="237613" y="31608"/>
                  </a:lnTo>
                  <a:lnTo>
                    <a:pt x="233401" y="31608"/>
                  </a:lnTo>
                  <a:cubicBezTo>
                    <a:pt x="232560" y="26558"/>
                    <a:pt x="231381" y="19150"/>
                    <a:pt x="229695" y="16620"/>
                  </a:cubicBezTo>
                  <a:cubicBezTo>
                    <a:pt x="228516" y="15272"/>
                    <a:pt x="217393" y="15272"/>
                    <a:pt x="213689" y="15272"/>
                  </a:cubicBezTo>
                  <a:lnTo>
                    <a:pt x="183354" y="15272"/>
                  </a:lnTo>
                  <a:close/>
                  <a:moveTo>
                    <a:pt x="295086" y="61587"/>
                  </a:moveTo>
                  <a:cubicBezTo>
                    <a:pt x="308904" y="66136"/>
                    <a:pt x="318678" y="77923"/>
                    <a:pt x="318678" y="91227"/>
                  </a:cubicBezTo>
                  <a:cubicBezTo>
                    <a:pt x="318678" y="105038"/>
                    <a:pt x="303852" y="114469"/>
                    <a:pt x="287669" y="114469"/>
                  </a:cubicBezTo>
                  <a:cubicBezTo>
                    <a:pt x="270654" y="114469"/>
                    <a:pt x="257845" y="104367"/>
                    <a:pt x="257845" y="91565"/>
                  </a:cubicBezTo>
                  <a:cubicBezTo>
                    <a:pt x="257845" y="86007"/>
                    <a:pt x="261556" y="82810"/>
                    <a:pt x="266440" y="82810"/>
                  </a:cubicBezTo>
                  <a:cubicBezTo>
                    <a:pt x="271663" y="82810"/>
                    <a:pt x="275035" y="86514"/>
                    <a:pt x="275035" y="91396"/>
                  </a:cubicBezTo>
                  <a:cubicBezTo>
                    <a:pt x="275035" y="99818"/>
                    <a:pt x="267116" y="99818"/>
                    <a:pt x="264584" y="99818"/>
                  </a:cubicBezTo>
                  <a:cubicBezTo>
                    <a:pt x="269813" y="108071"/>
                    <a:pt x="280930" y="110258"/>
                    <a:pt x="286998" y="110258"/>
                  </a:cubicBezTo>
                  <a:cubicBezTo>
                    <a:pt x="293908" y="110258"/>
                    <a:pt x="303175" y="106555"/>
                    <a:pt x="303175" y="91396"/>
                  </a:cubicBezTo>
                  <a:cubicBezTo>
                    <a:pt x="303175" y="89378"/>
                    <a:pt x="302837" y="79609"/>
                    <a:pt x="298459" y="72196"/>
                  </a:cubicBezTo>
                  <a:cubicBezTo>
                    <a:pt x="293401" y="64113"/>
                    <a:pt x="287669" y="63610"/>
                    <a:pt x="283463" y="63441"/>
                  </a:cubicBezTo>
                  <a:cubicBezTo>
                    <a:pt x="282114" y="63272"/>
                    <a:pt x="278070" y="62934"/>
                    <a:pt x="276886" y="62934"/>
                  </a:cubicBezTo>
                  <a:cubicBezTo>
                    <a:pt x="275537" y="62765"/>
                    <a:pt x="274358" y="62601"/>
                    <a:pt x="274358" y="60916"/>
                  </a:cubicBezTo>
                  <a:cubicBezTo>
                    <a:pt x="274358" y="59062"/>
                    <a:pt x="275537" y="59062"/>
                    <a:pt x="278403" y="59062"/>
                  </a:cubicBezTo>
                  <a:lnTo>
                    <a:pt x="285819" y="59062"/>
                  </a:lnTo>
                  <a:cubicBezTo>
                    <a:pt x="299638" y="59062"/>
                    <a:pt x="305869" y="47612"/>
                    <a:pt x="305869" y="31107"/>
                  </a:cubicBezTo>
                  <a:cubicBezTo>
                    <a:pt x="305869" y="8203"/>
                    <a:pt x="294247" y="3316"/>
                    <a:pt x="286829" y="3316"/>
                  </a:cubicBezTo>
                  <a:cubicBezTo>
                    <a:pt x="279582" y="3316"/>
                    <a:pt x="266948" y="6180"/>
                    <a:pt x="261049" y="16118"/>
                  </a:cubicBezTo>
                  <a:cubicBezTo>
                    <a:pt x="266948" y="15272"/>
                    <a:pt x="272171" y="18982"/>
                    <a:pt x="272171" y="25380"/>
                  </a:cubicBezTo>
                  <a:cubicBezTo>
                    <a:pt x="272171" y="31445"/>
                    <a:pt x="267619" y="34810"/>
                    <a:pt x="262734" y="34810"/>
                  </a:cubicBezTo>
                  <a:cubicBezTo>
                    <a:pt x="258690" y="34810"/>
                    <a:pt x="253298" y="32454"/>
                    <a:pt x="253298" y="25041"/>
                  </a:cubicBezTo>
                  <a:cubicBezTo>
                    <a:pt x="253298" y="9719"/>
                    <a:pt x="268967" y="-1397"/>
                    <a:pt x="287336" y="-1397"/>
                  </a:cubicBezTo>
                  <a:cubicBezTo>
                    <a:pt x="307895" y="-1397"/>
                    <a:pt x="323225" y="13925"/>
                    <a:pt x="323225" y="31107"/>
                  </a:cubicBezTo>
                  <a:cubicBezTo>
                    <a:pt x="323225" y="44918"/>
                    <a:pt x="312611" y="58052"/>
                    <a:pt x="295086" y="61587"/>
                  </a:cubicBezTo>
                  <a:close/>
                </a:path>
              </a:pathLst>
            </a:custGeom>
            <a:solidFill>
              <a:srgbClr val="000000"/>
            </a:solidFill>
            <a:ln w="27807" cap="flat">
              <a:noFill/>
              <a:prstDash val="solid"/>
              <a:miter/>
            </a:ln>
          </p:spPr>
          <p:txBody>
            <a:bodyPr/>
            <a:lstStyle/>
            <a:p>
              <a:endParaRPr lang="en-GB"/>
            </a:p>
          </p:txBody>
        </p:sp>
        <p:sp>
          <p:nvSpPr>
            <p:cNvPr id="124" name="Freeform: Shape 123">
              <a:extLst>
                <a:ext uri="{FF2B5EF4-FFF2-40B4-BE49-F238E27FC236}">
                  <a16:creationId xmlns:a16="http://schemas.microsoft.com/office/drawing/2014/main" id="{A6E4698F-C90C-A522-4D16-6287E01F3714}"/>
                </a:ext>
              </a:extLst>
            </p:cNvPr>
            <p:cNvSpPr/>
            <p:nvPr>
              <p:custDataLst>
                <p:tags r:id="rId12"/>
              </p:custDataLst>
            </p:nvPr>
          </p:nvSpPr>
          <p:spPr>
            <a:xfrm flipV="1">
              <a:off x="11366122" y="-6445732"/>
              <a:ext cx="81387" cy="81175"/>
            </a:xfrm>
            <a:custGeom>
              <a:avLst/>
              <a:gdLst>
                <a:gd name="csX0" fmla="*/ 40778 w 81387"/>
                <a:gd name="csY0" fmla="*/ 43910 h 81175"/>
                <a:gd name="csX1" fmla="*/ 7078 w 81387"/>
                <a:gd name="csY1" fmla="*/ 77423 h 81175"/>
                <a:gd name="csX2" fmla="*/ 3367 w 81387"/>
                <a:gd name="csY2" fmla="*/ 79780 h 81175"/>
                <a:gd name="csX3" fmla="*/ 0 w 81387"/>
                <a:gd name="csY3" fmla="*/ 76415 h 81175"/>
                <a:gd name="csX4" fmla="*/ 2188 w 81387"/>
                <a:gd name="csY4" fmla="*/ 73043 h 81175"/>
                <a:gd name="csX5" fmla="*/ 35888 w 81387"/>
                <a:gd name="csY5" fmla="*/ 39192 h 81175"/>
                <a:gd name="csX6" fmla="*/ 2188 w 81387"/>
                <a:gd name="csY6" fmla="*/ 5341 h 81175"/>
                <a:gd name="csX7" fmla="*/ 0 w 81387"/>
                <a:gd name="csY7" fmla="*/ 1971 h 81175"/>
                <a:gd name="csX8" fmla="*/ 3367 w 81387"/>
                <a:gd name="csY8" fmla="*/ -1395 h 81175"/>
                <a:gd name="csX9" fmla="*/ 7078 w 81387"/>
                <a:gd name="csY9" fmla="*/ 962 h 81175"/>
                <a:gd name="csX10" fmla="*/ 40609 w 81387"/>
                <a:gd name="csY10" fmla="*/ 34474 h 81175"/>
                <a:gd name="csX11" fmla="*/ 75488 w 81387"/>
                <a:gd name="csY11" fmla="*/ -386 h 81175"/>
                <a:gd name="csX12" fmla="*/ 78015 w 81387"/>
                <a:gd name="csY12" fmla="*/ -1395 h 81175"/>
                <a:gd name="csX13" fmla="*/ 81388 w 81387"/>
                <a:gd name="csY13" fmla="*/ 1971 h 81175"/>
                <a:gd name="csX14" fmla="*/ 80880 w 81387"/>
                <a:gd name="csY14" fmla="*/ 3825 h 81175"/>
                <a:gd name="csX15" fmla="*/ 45494 w 81387"/>
                <a:gd name="csY15" fmla="*/ 39192 h 81175"/>
                <a:gd name="csX16" fmla="*/ 76334 w 81387"/>
                <a:gd name="csY16" fmla="*/ 70011 h 81175"/>
                <a:gd name="csX17" fmla="*/ 80542 w 81387"/>
                <a:gd name="csY17" fmla="*/ 74222 h 81175"/>
                <a:gd name="csX18" fmla="*/ 81388 w 81387"/>
                <a:gd name="csY18" fmla="*/ 76415 h 81175"/>
                <a:gd name="csX19" fmla="*/ 78015 w 81387"/>
                <a:gd name="csY19" fmla="*/ 79780 h 81175"/>
                <a:gd name="csX20" fmla="*/ 74140 w 81387"/>
                <a:gd name="csY20" fmla="*/ 77255 h 81175"/>
                <a:gd name="csX21" fmla="*/ 40778 w 81387"/>
                <a:gd name="csY21" fmla="*/ 43910 h 81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1387" h="81175">
                  <a:moveTo>
                    <a:pt x="40778" y="43910"/>
                  </a:moveTo>
                  <a:lnTo>
                    <a:pt x="7078" y="77423"/>
                  </a:lnTo>
                  <a:cubicBezTo>
                    <a:pt x="5053" y="79441"/>
                    <a:pt x="4715" y="79780"/>
                    <a:pt x="3367" y="79780"/>
                  </a:cubicBezTo>
                  <a:cubicBezTo>
                    <a:pt x="1686" y="79780"/>
                    <a:pt x="0" y="78264"/>
                    <a:pt x="0" y="76415"/>
                  </a:cubicBezTo>
                  <a:cubicBezTo>
                    <a:pt x="0" y="75231"/>
                    <a:pt x="338" y="74898"/>
                    <a:pt x="2188" y="73043"/>
                  </a:cubicBezTo>
                  <a:lnTo>
                    <a:pt x="35888" y="39192"/>
                  </a:lnTo>
                  <a:lnTo>
                    <a:pt x="2188" y="5341"/>
                  </a:lnTo>
                  <a:cubicBezTo>
                    <a:pt x="338" y="3487"/>
                    <a:pt x="0" y="3154"/>
                    <a:pt x="0" y="1971"/>
                  </a:cubicBezTo>
                  <a:cubicBezTo>
                    <a:pt x="0" y="122"/>
                    <a:pt x="1686" y="-1395"/>
                    <a:pt x="3367" y="-1395"/>
                  </a:cubicBezTo>
                  <a:cubicBezTo>
                    <a:pt x="4715" y="-1395"/>
                    <a:pt x="5053" y="-1057"/>
                    <a:pt x="7078" y="962"/>
                  </a:cubicBezTo>
                  <a:lnTo>
                    <a:pt x="40609" y="34474"/>
                  </a:lnTo>
                  <a:lnTo>
                    <a:pt x="75488" y="-386"/>
                  </a:lnTo>
                  <a:cubicBezTo>
                    <a:pt x="75826" y="-555"/>
                    <a:pt x="77005" y="-1395"/>
                    <a:pt x="78015" y="-1395"/>
                  </a:cubicBezTo>
                  <a:cubicBezTo>
                    <a:pt x="80040" y="-1395"/>
                    <a:pt x="81388" y="122"/>
                    <a:pt x="81388" y="1971"/>
                  </a:cubicBezTo>
                  <a:cubicBezTo>
                    <a:pt x="81388" y="2308"/>
                    <a:pt x="81388" y="2985"/>
                    <a:pt x="80880" y="3825"/>
                  </a:cubicBezTo>
                  <a:cubicBezTo>
                    <a:pt x="80711" y="4164"/>
                    <a:pt x="53920" y="30602"/>
                    <a:pt x="45494" y="39192"/>
                  </a:cubicBezTo>
                  <a:lnTo>
                    <a:pt x="76334" y="70011"/>
                  </a:lnTo>
                  <a:cubicBezTo>
                    <a:pt x="77175" y="71025"/>
                    <a:pt x="79701" y="73213"/>
                    <a:pt x="80542" y="74222"/>
                  </a:cubicBezTo>
                  <a:cubicBezTo>
                    <a:pt x="80711" y="74559"/>
                    <a:pt x="81388" y="75231"/>
                    <a:pt x="81388" y="76415"/>
                  </a:cubicBezTo>
                  <a:cubicBezTo>
                    <a:pt x="81388" y="78264"/>
                    <a:pt x="80040" y="79780"/>
                    <a:pt x="78015" y="79780"/>
                  </a:cubicBezTo>
                  <a:cubicBezTo>
                    <a:pt x="76667" y="79780"/>
                    <a:pt x="75996" y="79109"/>
                    <a:pt x="74140" y="77255"/>
                  </a:cubicBezTo>
                  <a:lnTo>
                    <a:pt x="40778" y="43910"/>
                  </a:lnTo>
                  <a:close/>
                </a:path>
              </a:pathLst>
            </a:custGeom>
            <a:solidFill>
              <a:srgbClr val="000000"/>
            </a:solidFill>
            <a:ln w="27807" cap="flat">
              <a:noFill/>
              <a:prstDash val="solid"/>
              <a:miter/>
            </a:ln>
          </p:spPr>
          <p:txBody>
            <a:bodyPr/>
            <a:lstStyle/>
            <a:p>
              <a:endParaRPr lang="en-GB"/>
            </a:p>
          </p:txBody>
        </p:sp>
        <p:sp>
          <p:nvSpPr>
            <p:cNvPr id="125" name="Freeform: Shape 124">
              <a:extLst>
                <a:ext uri="{FF2B5EF4-FFF2-40B4-BE49-F238E27FC236}">
                  <a16:creationId xmlns:a16="http://schemas.microsoft.com/office/drawing/2014/main" id="{79805D99-96AB-8378-CE76-9A2C283BF4CD}"/>
                </a:ext>
              </a:extLst>
            </p:cNvPr>
            <p:cNvSpPr/>
            <p:nvPr>
              <p:custDataLst>
                <p:tags r:id="rId13"/>
              </p:custDataLst>
            </p:nvPr>
          </p:nvSpPr>
          <p:spPr>
            <a:xfrm flipV="1">
              <a:off x="11516441" y="-6475202"/>
              <a:ext cx="70942" cy="115865"/>
            </a:xfrm>
            <a:custGeom>
              <a:avLst/>
              <a:gdLst>
                <a:gd name="csX0" fmla="*/ 70942 w 70942"/>
                <a:gd name="csY0" fmla="*/ 56198 h 115865"/>
                <a:gd name="csX1" fmla="*/ 64202 w 70942"/>
                <a:gd name="csY1" fmla="*/ 95607 h 115865"/>
                <a:gd name="csX2" fmla="*/ 35555 w 70942"/>
                <a:gd name="csY2" fmla="*/ 114469 h 115865"/>
                <a:gd name="csX3" fmla="*/ 6238 w 70942"/>
                <a:gd name="csY3" fmla="*/ 94429 h 115865"/>
                <a:gd name="csX4" fmla="*/ 0 w 70942"/>
                <a:gd name="csY4" fmla="*/ 56198 h 115865"/>
                <a:gd name="csX5" fmla="*/ 7586 w 70942"/>
                <a:gd name="csY5" fmla="*/ 15610 h 115865"/>
                <a:gd name="csX6" fmla="*/ 35387 w 70942"/>
                <a:gd name="csY6" fmla="*/ -1397 h 115865"/>
                <a:gd name="csX7" fmla="*/ 64710 w 70942"/>
                <a:gd name="csY7" fmla="*/ 18135 h 115865"/>
                <a:gd name="csX8" fmla="*/ 70942 w 70942"/>
                <a:gd name="csY8" fmla="*/ 56198 h 115865"/>
                <a:gd name="csX9" fmla="*/ 35387 w 70942"/>
                <a:gd name="csY9" fmla="*/ 2307 h 115865"/>
                <a:gd name="csX10" fmla="*/ 15838 w 70942"/>
                <a:gd name="csY10" fmla="*/ 22685 h 115865"/>
                <a:gd name="csX11" fmla="*/ 13988 w 70942"/>
                <a:gd name="csY11" fmla="*/ 58222 h 115865"/>
                <a:gd name="csX12" fmla="*/ 15335 w 70942"/>
                <a:gd name="csY12" fmla="*/ 89209 h 115865"/>
                <a:gd name="csX13" fmla="*/ 35387 w 70942"/>
                <a:gd name="csY13" fmla="*/ 110765 h 115865"/>
                <a:gd name="csX14" fmla="*/ 55268 w 70942"/>
                <a:gd name="csY14" fmla="*/ 91064 h 115865"/>
                <a:gd name="csX15" fmla="*/ 56955 w 70942"/>
                <a:gd name="csY15" fmla="*/ 58222 h 115865"/>
                <a:gd name="csX16" fmla="*/ 55104 w 70942"/>
                <a:gd name="csY16" fmla="*/ 23356 h 115865"/>
                <a:gd name="csX17" fmla="*/ 35387 w 70942"/>
                <a:gd name="csY17" fmla="*/ 2307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0942" h="115865">
                  <a:moveTo>
                    <a:pt x="70942" y="56198"/>
                  </a:moveTo>
                  <a:cubicBezTo>
                    <a:pt x="70942" y="69671"/>
                    <a:pt x="70102" y="83144"/>
                    <a:pt x="64202" y="95607"/>
                  </a:cubicBezTo>
                  <a:cubicBezTo>
                    <a:pt x="56452" y="111774"/>
                    <a:pt x="42634" y="114469"/>
                    <a:pt x="35555" y="114469"/>
                  </a:cubicBezTo>
                  <a:cubicBezTo>
                    <a:pt x="25443" y="114469"/>
                    <a:pt x="13142" y="110094"/>
                    <a:pt x="6238" y="94429"/>
                  </a:cubicBezTo>
                  <a:cubicBezTo>
                    <a:pt x="846" y="82810"/>
                    <a:pt x="0" y="69671"/>
                    <a:pt x="0" y="56198"/>
                  </a:cubicBezTo>
                  <a:cubicBezTo>
                    <a:pt x="0" y="43570"/>
                    <a:pt x="677" y="28412"/>
                    <a:pt x="7586" y="15610"/>
                  </a:cubicBezTo>
                  <a:cubicBezTo>
                    <a:pt x="14828" y="1968"/>
                    <a:pt x="27129" y="-1397"/>
                    <a:pt x="35387" y="-1397"/>
                  </a:cubicBezTo>
                  <a:cubicBezTo>
                    <a:pt x="44484" y="-1397"/>
                    <a:pt x="57293" y="2138"/>
                    <a:pt x="64710" y="18135"/>
                  </a:cubicBezTo>
                  <a:cubicBezTo>
                    <a:pt x="70102" y="29759"/>
                    <a:pt x="70942" y="42894"/>
                    <a:pt x="70942" y="56198"/>
                  </a:cubicBezTo>
                  <a:close/>
                  <a:moveTo>
                    <a:pt x="35387" y="2307"/>
                  </a:moveTo>
                  <a:cubicBezTo>
                    <a:pt x="28816" y="2307"/>
                    <a:pt x="18872" y="6518"/>
                    <a:pt x="15838" y="22685"/>
                  </a:cubicBezTo>
                  <a:cubicBezTo>
                    <a:pt x="13988" y="32792"/>
                    <a:pt x="13988" y="48283"/>
                    <a:pt x="13988" y="58222"/>
                  </a:cubicBezTo>
                  <a:cubicBezTo>
                    <a:pt x="13988" y="69000"/>
                    <a:pt x="13988" y="80116"/>
                    <a:pt x="15335" y="89209"/>
                  </a:cubicBezTo>
                  <a:cubicBezTo>
                    <a:pt x="18539" y="109249"/>
                    <a:pt x="31173" y="110765"/>
                    <a:pt x="35387" y="110765"/>
                  </a:cubicBezTo>
                  <a:cubicBezTo>
                    <a:pt x="40948" y="110765"/>
                    <a:pt x="52070" y="107732"/>
                    <a:pt x="55268" y="91064"/>
                  </a:cubicBezTo>
                  <a:cubicBezTo>
                    <a:pt x="56955" y="81633"/>
                    <a:pt x="56955" y="68831"/>
                    <a:pt x="56955" y="58222"/>
                  </a:cubicBezTo>
                  <a:cubicBezTo>
                    <a:pt x="56955" y="45589"/>
                    <a:pt x="56955" y="34140"/>
                    <a:pt x="55104" y="23356"/>
                  </a:cubicBezTo>
                  <a:cubicBezTo>
                    <a:pt x="52572" y="7358"/>
                    <a:pt x="42972" y="2307"/>
                    <a:pt x="35387" y="2307"/>
                  </a:cubicBezTo>
                  <a:close/>
                </a:path>
              </a:pathLst>
            </a:custGeom>
            <a:solidFill>
              <a:srgbClr val="000000"/>
            </a:solidFill>
            <a:ln w="27807" cap="flat">
              <a:noFill/>
              <a:prstDash val="solid"/>
              <a:miter/>
            </a:ln>
          </p:spPr>
          <p:txBody>
            <a:bodyPr/>
            <a:lstStyle/>
            <a:p>
              <a:endParaRPr lang="en-GB"/>
            </a:p>
          </p:txBody>
        </p:sp>
        <p:sp>
          <p:nvSpPr>
            <p:cNvPr id="126" name="Freeform: Shape 125">
              <a:extLst>
                <a:ext uri="{FF2B5EF4-FFF2-40B4-BE49-F238E27FC236}">
                  <a16:creationId xmlns:a16="http://schemas.microsoft.com/office/drawing/2014/main" id="{6B510408-EB61-172E-47D3-3B6F1F46F701}"/>
                </a:ext>
              </a:extLst>
            </p:cNvPr>
            <p:cNvSpPr/>
            <p:nvPr>
              <p:custDataLst>
                <p:tags r:id="rId14"/>
              </p:custDataLst>
            </p:nvPr>
          </p:nvSpPr>
          <p:spPr>
            <a:xfrm flipV="1">
              <a:off x="11608636" y="-6380893"/>
              <a:ext cx="17862" cy="17852"/>
            </a:xfrm>
            <a:custGeom>
              <a:avLst/>
              <a:gdLst>
                <a:gd name="csX0" fmla="*/ 17862 w 17862"/>
                <a:gd name="csY0" fmla="*/ 7533 h 17852"/>
                <a:gd name="csX1" fmla="*/ 8934 w 17862"/>
                <a:gd name="csY1" fmla="*/ 16461 h 17852"/>
                <a:gd name="csX2" fmla="*/ 0 w 17862"/>
                <a:gd name="csY2" fmla="*/ 7533 h 17852"/>
                <a:gd name="csX3" fmla="*/ 8934 w 17862"/>
                <a:gd name="csY3" fmla="*/ -1391 h 17852"/>
                <a:gd name="csX4" fmla="*/ 17862 w 17862"/>
                <a:gd name="csY4" fmla="*/ 7533 h 17852"/>
              </a:gdLst>
              <a:ahLst/>
              <a:cxnLst>
                <a:cxn ang="0">
                  <a:pos x="csX0" y="csY0"/>
                </a:cxn>
                <a:cxn ang="0">
                  <a:pos x="csX1" y="csY1"/>
                </a:cxn>
                <a:cxn ang="0">
                  <a:pos x="csX2" y="csY2"/>
                </a:cxn>
                <a:cxn ang="0">
                  <a:pos x="csX3" y="csY3"/>
                </a:cxn>
                <a:cxn ang="0">
                  <a:pos x="csX4" y="csY4"/>
                </a:cxn>
              </a:cxnLst>
              <a:rect l="l" t="t" r="r" b="b"/>
              <a:pathLst>
                <a:path w="17862" h="17852">
                  <a:moveTo>
                    <a:pt x="17862" y="7533"/>
                  </a:moveTo>
                  <a:cubicBezTo>
                    <a:pt x="17862" y="12420"/>
                    <a:pt x="13818" y="16461"/>
                    <a:pt x="8934" y="16461"/>
                  </a:cubicBezTo>
                  <a:cubicBezTo>
                    <a:pt x="4044" y="16461"/>
                    <a:pt x="0" y="12420"/>
                    <a:pt x="0" y="7533"/>
                  </a:cubicBezTo>
                  <a:cubicBezTo>
                    <a:pt x="0" y="2651"/>
                    <a:pt x="4044" y="-1391"/>
                    <a:pt x="8934" y="-1391"/>
                  </a:cubicBezTo>
                  <a:cubicBezTo>
                    <a:pt x="13818" y="-1391"/>
                    <a:pt x="17862" y="2651"/>
                    <a:pt x="17862" y="7533"/>
                  </a:cubicBezTo>
                  <a:close/>
                </a:path>
              </a:pathLst>
            </a:custGeom>
            <a:solidFill>
              <a:srgbClr val="000000"/>
            </a:solidFill>
            <a:ln w="27807" cap="flat">
              <a:noFill/>
              <a:prstDash val="solid"/>
              <a:miter/>
            </a:ln>
          </p:spPr>
          <p:txBody>
            <a:bodyPr/>
            <a:lstStyle/>
            <a:p>
              <a:endParaRPr lang="en-GB"/>
            </a:p>
          </p:txBody>
        </p:sp>
        <p:sp>
          <p:nvSpPr>
            <p:cNvPr id="127" name="Freeform: Shape 126">
              <a:extLst>
                <a:ext uri="{FF2B5EF4-FFF2-40B4-BE49-F238E27FC236}">
                  <a16:creationId xmlns:a16="http://schemas.microsoft.com/office/drawing/2014/main" id="{DE7ED89A-666E-4069-0996-701360F5BEBA}"/>
                </a:ext>
              </a:extLst>
            </p:cNvPr>
            <p:cNvSpPr/>
            <p:nvPr>
              <p:custDataLst>
                <p:tags r:id="rId15"/>
              </p:custDataLst>
            </p:nvPr>
          </p:nvSpPr>
          <p:spPr>
            <a:xfrm flipV="1">
              <a:off x="11649379" y="-6475202"/>
              <a:ext cx="151494" cy="115865"/>
            </a:xfrm>
            <a:custGeom>
              <a:avLst/>
              <a:gdLst>
                <a:gd name="csX0" fmla="*/ 12973 w 151494"/>
                <a:gd name="csY0" fmla="*/ 15272 h 115865"/>
                <a:gd name="csX1" fmla="*/ 30835 w 151494"/>
                <a:gd name="csY1" fmla="*/ 32623 h 115865"/>
                <a:gd name="csX2" fmla="*/ 67231 w 151494"/>
                <a:gd name="csY2" fmla="*/ 81796 h 115865"/>
                <a:gd name="csX3" fmla="*/ 31511 w 151494"/>
                <a:gd name="csY3" fmla="*/ 114469 h 115865"/>
                <a:gd name="csX4" fmla="*/ 0 w 151494"/>
                <a:gd name="csY4" fmla="*/ 83989 h 115865"/>
                <a:gd name="csX5" fmla="*/ 8928 w 151494"/>
                <a:gd name="csY5" fmla="*/ 74558 h 115865"/>
                <a:gd name="csX6" fmla="*/ 17693 w 151494"/>
                <a:gd name="csY6" fmla="*/ 83482 h 115865"/>
                <a:gd name="csX7" fmla="*/ 8759 w 151494"/>
                <a:gd name="csY7" fmla="*/ 92241 h 115865"/>
                <a:gd name="csX8" fmla="*/ 6571 w 151494"/>
                <a:gd name="csY8" fmla="*/ 92073 h 115865"/>
                <a:gd name="csX9" fmla="*/ 29318 w 151494"/>
                <a:gd name="csY9" fmla="*/ 109249 h 115865"/>
                <a:gd name="csX10" fmla="*/ 51901 w 151494"/>
                <a:gd name="csY10" fmla="*/ 81796 h 115865"/>
                <a:gd name="csX11" fmla="*/ 34208 w 151494"/>
                <a:gd name="csY11" fmla="*/ 44580 h 115865"/>
                <a:gd name="csX12" fmla="*/ 1850 w 151494"/>
                <a:gd name="csY12" fmla="*/ 8536 h 115865"/>
                <a:gd name="csX13" fmla="*/ 0 w 151494"/>
                <a:gd name="csY13" fmla="*/ 2307 h 115865"/>
                <a:gd name="csX14" fmla="*/ 62516 w 151494"/>
                <a:gd name="csY14" fmla="*/ 2307 h 115865"/>
                <a:gd name="csX15" fmla="*/ 67231 w 151494"/>
                <a:gd name="csY15" fmla="*/ 31608 h 115865"/>
                <a:gd name="csX16" fmla="*/ 63018 w 151494"/>
                <a:gd name="csY16" fmla="*/ 31608 h 115865"/>
                <a:gd name="csX17" fmla="*/ 59312 w 151494"/>
                <a:gd name="csY17" fmla="*/ 16620 h 115865"/>
                <a:gd name="csX18" fmla="*/ 43305 w 151494"/>
                <a:gd name="csY18" fmla="*/ 15272 h 115865"/>
                <a:gd name="csX19" fmla="*/ 12973 w 151494"/>
                <a:gd name="csY19" fmla="*/ 15272 h 115865"/>
                <a:gd name="csX20" fmla="*/ 151495 w 151494"/>
                <a:gd name="csY20" fmla="*/ 36158 h 115865"/>
                <a:gd name="csX21" fmla="*/ 119481 w 151494"/>
                <a:gd name="csY21" fmla="*/ 73041 h 115865"/>
                <a:gd name="csX22" fmla="*/ 98082 w 151494"/>
                <a:gd name="csY22" fmla="*/ 64450 h 115865"/>
                <a:gd name="csX23" fmla="*/ 98082 w 151494"/>
                <a:gd name="csY23" fmla="*/ 97292 h 115865"/>
                <a:gd name="csX24" fmla="*/ 112402 w 151494"/>
                <a:gd name="csY24" fmla="*/ 95106 h 115865"/>
                <a:gd name="csX25" fmla="*/ 144923 w 151494"/>
                <a:gd name="csY25" fmla="*/ 112619 h 115865"/>
                <a:gd name="csX26" fmla="*/ 143237 w 151494"/>
                <a:gd name="csY26" fmla="*/ 114469 h 115865"/>
                <a:gd name="csX27" fmla="*/ 141890 w 151494"/>
                <a:gd name="csY27" fmla="*/ 113967 h 115865"/>
                <a:gd name="csX28" fmla="*/ 118973 w 151494"/>
                <a:gd name="csY28" fmla="*/ 109080 h 115865"/>
                <a:gd name="csX29" fmla="*/ 96565 w 151494"/>
                <a:gd name="csY29" fmla="*/ 113798 h 115865"/>
                <a:gd name="csX30" fmla="*/ 94540 w 151494"/>
                <a:gd name="csY30" fmla="*/ 114300 h 115865"/>
                <a:gd name="csX31" fmla="*/ 92853 w 151494"/>
                <a:gd name="csY31" fmla="*/ 110258 h 115865"/>
                <a:gd name="csX32" fmla="*/ 92853 w 151494"/>
                <a:gd name="csY32" fmla="*/ 60409 h 115865"/>
                <a:gd name="csX33" fmla="*/ 95217 w 151494"/>
                <a:gd name="csY33" fmla="*/ 56029 h 115865"/>
                <a:gd name="csX34" fmla="*/ 97405 w 151494"/>
                <a:gd name="csY34" fmla="*/ 57545 h 115865"/>
                <a:gd name="csX35" fmla="*/ 119142 w 151494"/>
                <a:gd name="csY35" fmla="*/ 69337 h 115865"/>
                <a:gd name="csX36" fmla="*/ 133468 w 151494"/>
                <a:gd name="csY36" fmla="*/ 58559 h 115865"/>
                <a:gd name="csX37" fmla="*/ 136497 w 151494"/>
                <a:gd name="csY37" fmla="*/ 37335 h 115865"/>
                <a:gd name="csX38" fmla="*/ 132453 w 151494"/>
                <a:gd name="csY38" fmla="*/ 14263 h 115865"/>
                <a:gd name="csX39" fmla="*/ 114427 w 151494"/>
                <a:gd name="csY39" fmla="*/ 3316 h 115865"/>
                <a:gd name="csX40" fmla="*/ 89655 w 151494"/>
                <a:gd name="csY40" fmla="*/ 22178 h 115865"/>
                <a:gd name="csX41" fmla="*/ 92520 w 151494"/>
                <a:gd name="csY41" fmla="*/ 21845 h 115865"/>
                <a:gd name="csX42" fmla="*/ 100947 w 151494"/>
                <a:gd name="csY42" fmla="*/ 30098 h 115865"/>
                <a:gd name="csX43" fmla="*/ 92520 w 151494"/>
                <a:gd name="csY43" fmla="*/ 38345 h 115865"/>
                <a:gd name="csX44" fmla="*/ 84263 w 151494"/>
                <a:gd name="csY44" fmla="*/ 29422 h 115865"/>
                <a:gd name="csX45" fmla="*/ 114760 w 151494"/>
                <a:gd name="csY45" fmla="*/ -1397 h 115865"/>
                <a:gd name="csX46" fmla="*/ 151495 w 151494"/>
                <a:gd name="csY46" fmla="*/ 36158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51494" h="115865">
                  <a:moveTo>
                    <a:pt x="12973" y="15272"/>
                  </a:moveTo>
                  <a:lnTo>
                    <a:pt x="30835" y="32623"/>
                  </a:lnTo>
                  <a:cubicBezTo>
                    <a:pt x="57123" y="55865"/>
                    <a:pt x="67231" y="64958"/>
                    <a:pt x="67231" y="81796"/>
                  </a:cubicBezTo>
                  <a:cubicBezTo>
                    <a:pt x="67231" y="100996"/>
                    <a:pt x="52064" y="114469"/>
                    <a:pt x="31511" y="114469"/>
                  </a:cubicBezTo>
                  <a:cubicBezTo>
                    <a:pt x="12470" y="114469"/>
                    <a:pt x="0" y="98978"/>
                    <a:pt x="0" y="83989"/>
                  </a:cubicBezTo>
                  <a:cubicBezTo>
                    <a:pt x="0" y="74558"/>
                    <a:pt x="8426" y="74558"/>
                    <a:pt x="8928" y="74558"/>
                  </a:cubicBezTo>
                  <a:cubicBezTo>
                    <a:pt x="11793" y="74558"/>
                    <a:pt x="17693" y="76576"/>
                    <a:pt x="17693" y="83482"/>
                  </a:cubicBezTo>
                  <a:cubicBezTo>
                    <a:pt x="17693" y="87861"/>
                    <a:pt x="14659" y="92241"/>
                    <a:pt x="8759" y="92241"/>
                  </a:cubicBezTo>
                  <a:cubicBezTo>
                    <a:pt x="7411" y="92241"/>
                    <a:pt x="7078" y="92241"/>
                    <a:pt x="6571" y="92073"/>
                  </a:cubicBezTo>
                  <a:cubicBezTo>
                    <a:pt x="10446" y="103019"/>
                    <a:pt x="19543" y="109249"/>
                    <a:pt x="29318" y="109249"/>
                  </a:cubicBezTo>
                  <a:cubicBezTo>
                    <a:pt x="44653" y="109249"/>
                    <a:pt x="51901" y="95607"/>
                    <a:pt x="51901" y="81796"/>
                  </a:cubicBezTo>
                  <a:cubicBezTo>
                    <a:pt x="51901" y="68323"/>
                    <a:pt x="43475" y="55020"/>
                    <a:pt x="34208" y="44580"/>
                  </a:cubicBezTo>
                  <a:lnTo>
                    <a:pt x="1850" y="8536"/>
                  </a:lnTo>
                  <a:cubicBezTo>
                    <a:pt x="0" y="6686"/>
                    <a:pt x="0" y="6349"/>
                    <a:pt x="0" y="2307"/>
                  </a:cubicBezTo>
                  <a:lnTo>
                    <a:pt x="62516" y="2307"/>
                  </a:lnTo>
                  <a:lnTo>
                    <a:pt x="67231" y="31608"/>
                  </a:lnTo>
                  <a:lnTo>
                    <a:pt x="63018" y="31608"/>
                  </a:lnTo>
                  <a:cubicBezTo>
                    <a:pt x="62177" y="26558"/>
                    <a:pt x="60998" y="19150"/>
                    <a:pt x="59312" y="16620"/>
                  </a:cubicBezTo>
                  <a:cubicBezTo>
                    <a:pt x="58133" y="15272"/>
                    <a:pt x="47011" y="15272"/>
                    <a:pt x="43305" y="15272"/>
                  </a:cubicBezTo>
                  <a:lnTo>
                    <a:pt x="12973" y="15272"/>
                  </a:lnTo>
                  <a:close/>
                  <a:moveTo>
                    <a:pt x="151495" y="36158"/>
                  </a:moveTo>
                  <a:cubicBezTo>
                    <a:pt x="151495" y="56198"/>
                    <a:pt x="137676" y="73041"/>
                    <a:pt x="119481" y="73041"/>
                  </a:cubicBezTo>
                  <a:cubicBezTo>
                    <a:pt x="111393" y="73041"/>
                    <a:pt x="104145" y="70347"/>
                    <a:pt x="98082" y="64450"/>
                  </a:cubicBezTo>
                  <a:lnTo>
                    <a:pt x="98082" y="97292"/>
                  </a:lnTo>
                  <a:cubicBezTo>
                    <a:pt x="101449" y="96283"/>
                    <a:pt x="107010" y="95106"/>
                    <a:pt x="112402" y="95106"/>
                  </a:cubicBezTo>
                  <a:cubicBezTo>
                    <a:pt x="133130" y="95106"/>
                    <a:pt x="144923" y="110428"/>
                    <a:pt x="144923" y="112619"/>
                  </a:cubicBezTo>
                  <a:cubicBezTo>
                    <a:pt x="144923" y="113629"/>
                    <a:pt x="144416" y="114469"/>
                    <a:pt x="143237" y="114469"/>
                  </a:cubicBezTo>
                  <a:cubicBezTo>
                    <a:pt x="143068" y="114469"/>
                    <a:pt x="142735" y="114469"/>
                    <a:pt x="141890" y="113967"/>
                  </a:cubicBezTo>
                  <a:cubicBezTo>
                    <a:pt x="138522" y="112450"/>
                    <a:pt x="130265" y="109080"/>
                    <a:pt x="118973" y="109080"/>
                  </a:cubicBezTo>
                  <a:cubicBezTo>
                    <a:pt x="112233" y="109080"/>
                    <a:pt x="104483" y="110258"/>
                    <a:pt x="96565" y="113798"/>
                  </a:cubicBezTo>
                  <a:cubicBezTo>
                    <a:pt x="95217" y="114300"/>
                    <a:pt x="94878" y="114300"/>
                    <a:pt x="94540" y="114300"/>
                  </a:cubicBezTo>
                  <a:cubicBezTo>
                    <a:pt x="92853" y="114300"/>
                    <a:pt x="92853" y="112953"/>
                    <a:pt x="92853" y="110258"/>
                  </a:cubicBezTo>
                  <a:lnTo>
                    <a:pt x="92853" y="60409"/>
                  </a:lnTo>
                  <a:cubicBezTo>
                    <a:pt x="92853" y="57376"/>
                    <a:pt x="92853" y="56029"/>
                    <a:pt x="95217" y="56029"/>
                  </a:cubicBezTo>
                  <a:cubicBezTo>
                    <a:pt x="96395" y="56029"/>
                    <a:pt x="96734" y="56536"/>
                    <a:pt x="97405" y="57545"/>
                  </a:cubicBezTo>
                  <a:cubicBezTo>
                    <a:pt x="99261" y="60240"/>
                    <a:pt x="105493" y="69337"/>
                    <a:pt x="119142" y="69337"/>
                  </a:cubicBezTo>
                  <a:cubicBezTo>
                    <a:pt x="127907" y="69337"/>
                    <a:pt x="132120" y="61587"/>
                    <a:pt x="133468" y="58559"/>
                  </a:cubicBezTo>
                  <a:cubicBezTo>
                    <a:pt x="136164" y="52325"/>
                    <a:pt x="136497" y="45758"/>
                    <a:pt x="136497" y="37335"/>
                  </a:cubicBezTo>
                  <a:cubicBezTo>
                    <a:pt x="136497" y="31445"/>
                    <a:pt x="136497" y="21338"/>
                    <a:pt x="132453" y="14263"/>
                  </a:cubicBezTo>
                  <a:cubicBezTo>
                    <a:pt x="128409" y="7696"/>
                    <a:pt x="122177" y="3316"/>
                    <a:pt x="114427" y="3316"/>
                  </a:cubicBezTo>
                  <a:cubicBezTo>
                    <a:pt x="102126" y="3316"/>
                    <a:pt x="92520" y="12245"/>
                    <a:pt x="89655" y="22178"/>
                  </a:cubicBezTo>
                  <a:cubicBezTo>
                    <a:pt x="90158" y="22008"/>
                    <a:pt x="90665" y="21845"/>
                    <a:pt x="92520" y="21845"/>
                  </a:cubicBezTo>
                  <a:cubicBezTo>
                    <a:pt x="98082" y="21845"/>
                    <a:pt x="100947" y="26055"/>
                    <a:pt x="100947" y="30098"/>
                  </a:cubicBezTo>
                  <a:cubicBezTo>
                    <a:pt x="100947" y="34140"/>
                    <a:pt x="98082" y="38345"/>
                    <a:pt x="92520" y="38345"/>
                  </a:cubicBezTo>
                  <a:cubicBezTo>
                    <a:pt x="90158" y="38345"/>
                    <a:pt x="84263" y="37167"/>
                    <a:pt x="84263" y="29422"/>
                  </a:cubicBezTo>
                  <a:cubicBezTo>
                    <a:pt x="84263" y="14940"/>
                    <a:pt x="95888" y="-1397"/>
                    <a:pt x="114760" y="-1397"/>
                  </a:cubicBezTo>
                  <a:cubicBezTo>
                    <a:pt x="134309" y="-1397"/>
                    <a:pt x="151495" y="14770"/>
                    <a:pt x="151495" y="36158"/>
                  </a:cubicBezTo>
                  <a:close/>
                </a:path>
              </a:pathLst>
            </a:custGeom>
            <a:solidFill>
              <a:srgbClr val="000000"/>
            </a:solidFill>
            <a:ln w="27807" cap="flat">
              <a:noFill/>
              <a:prstDash val="solid"/>
              <a:miter/>
            </a:ln>
          </p:spPr>
          <p:txBody>
            <a:bodyPr/>
            <a:lstStyle/>
            <a:p>
              <a:endParaRPr lang="en-GB"/>
            </a:p>
          </p:txBody>
        </p:sp>
        <p:sp>
          <p:nvSpPr>
            <p:cNvPr id="128" name="Freeform: Shape 127">
              <a:extLst>
                <a:ext uri="{FF2B5EF4-FFF2-40B4-BE49-F238E27FC236}">
                  <a16:creationId xmlns:a16="http://schemas.microsoft.com/office/drawing/2014/main" id="{5E787D46-A8D4-E481-068D-B7EF86BACC4D}"/>
                </a:ext>
              </a:extLst>
            </p:cNvPr>
            <p:cNvSpPr/>
            <p:nvPr>
              <p:custDataLst>
                <p:tags r:id="rId16"/>
              </p:custDataLst>
            </p:nvPr>
          </p:nvSpPr>
          <p:spPr>
            <a:xfrm flipV="1">
              <a:off x="11871713" y="-6445732"/>
              <a:ext cx="81387" cy="81175"/>
            </a:xfrm>
            <a:custGeom>
              <a:avLst/>
              <a:gdLst>
                <a:gd name="csX0" fmla="*/ 40779 w 81387"/>
                <a:gd name="csY0" fmla="*/ 43910 h 81175"/>
                <a:gd name="csX1" fmla="*/ 7079 w 81387"/>
                <a:gd name="csY1" fmla="*/ 77423 h 81175"/>
                <a:gd name="csX2" fmla="*/ 3367 w 81387"/>
                <a:gd name="csY2" fmla="*/ 79780 h 81175"/>
                <a:gd name="csX3" fmla="*/ 0 w 81387"/>
                <a:gd name="csY3" fmla="*/ 76415 h 81175"/>
                <a:gd name="csX4" fmla="*/ 2189 w 81387"/>
                <a:gd name="csY4" fmla="*/ 73043 h 81175"/>
                <a:gd name="csX5" fmla="*/ 35889 w 81387"/>
                <a:gd name="csY5" fmla="*/ 39192 h 81175"/>
                <a:gd name="csX6" fmla="*/ 2189 w 81387"/>
                <a:gd name="csY6" fmla="*/ 5341 h 81175"/>
                <a:gd name="csX7" fmla="*/ 0 w 81387"/>
                <a:gd name="csY7" fmla="*/ 1971 h 81175"/>
                <a:gd name="csX8" fmla="*/ 3367 w 81387"/>
                <a:gd name="csY8" fmla="*/ -1395 h 81175"/>
                <a:gd name="csX9" fmla="*/ 7079 w 81387"/>
                <a:gd name="csY9" fmla="*/ 962 h 81175"/>
                <a:gd name="csX10" fmla="*/ 40609 w 81387"/>
                <a:gd name="csY10" fmla="*/ 34474 h 81175"/>
                <a:gd name="csX11" fmla="*/ 75489 w 81387"/>
                <a:gd name="csY11" fmla="*/ -386 h 81175"/>
                <a:gd name="csX12" fmla="*/ 78016 w 81387"/>
                <a:gd name="csY12" fmla="*/ -1395 h 81175"/>
                <a:gd name="csX13" fmla="*/ 81388 w 81387"/>
                <a:gd name="csY13" fmla="*/ 1971 h 81175"/>
                <a:gd name="csX14" fmla="*/ 80880 w 81387"/>
                <a:gd name="csY14" fmla="*/ 3825 h 81175"/>
                <a:gd name="csX15" fmla="*/ 45494 w 81387"/>
                <a:gd name="csY15" fmla="*/ 39192 h 81175"/>
                <a:gd name="csX16" fmla="*/ 76334 w 81387"/>
                <a:gd name="csY16" fmla="*/ 70011 h 81175"/>
                <a:gd name="csX17" fmla="*/ 80542 w 81387"/>
                <a:gd name="csY17" fmla="*/ 74222 h 81175"/>
                <a:gd name="csX18" fmla="*/ 81388 w 81387"/>
                <a:gd name="csY18" fmla="*/ 76415 h 81175"/>
                <a:gd name="csX19" fmla="*/ 78016 w 81387"/>
                <a:gd name="csY19" fmla="*/ 79780 h 81175"/>
                <a:gd name="csX20" fmla="*/ 74140 w 81387"/>
                <a:gd name="csY20" fmla="*/ 77255 h 81175"/>
                <a:gd name="csX21" fmla="*/ 40779 w 81387"/>
                <a:gd name="csY21" fmla="*/ 43910 h 81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1387" h="81175">
                  <a:moveTo>
                    <a:pt x="40779" y="43910"/>
                  </a:moveTo>
                  <a:lnTo>
                    <a:pt x="7079" y="77423"/>
                  </a:lnTo>
                  <a:cubicBezTo>
                    <a:pt x="5054" y="79441"/>
                    <a:pt x="4716" y="79780"/>
                    <a:pt x="3367" y="79780"/>
                  </a:cubicBezTo>
                  <a:cubicBezTo>
                    <a:pt x="1687" y="79780"/>
                    <a:pt x="0" y="78264"/>
                    <a:pt x="0" y="76415"/>
                  </a:cubicBezTo>
                  <a:cubicBezTo>
                    <a:pt x="0" y="75231"/>
                    <a:pt x="339" y="74898"/>
                    <a:pt x="2189" y="73043"/>
                  </a:cubicBezTo>
                  <a:lnTo>
                    <a:pt x="35889" y="39192"/>
                  </a:lnTo>
                  <a:lnTo>
                    <a:pt x="2189" y="5341"/>
                  </a:lnTo>
                  <a:cubicBezTo>
                    <a:pt x="339" y="3487"/>
                    <a:pt x="0" y="3154"/>
                    <a:pt x="0" y="1971"/>
                  </a:cubicBezTo>
                  <a:cubicBezTo>
                    <a:pt x="0" y="122"/>
                    <a:pt x="1687" y="-1395"/>
                    <a:pt x="3367" y="-1395"/>
                  </a:cubicBezTo>
                  <a:cubicBezTo>
                    <a:pt x="4716" y="-1395"/>
                    <a:pt x="5054" y="-1057"/>
                    <a:pt x="7079" y="962"/>
                  </a:cubicBezTo>
                  <a:lnTo>
                    <a:pt x="40609" y="34474"/>
                  </a:lnTo>
                  <a:lnTo>
                    <a:pt x="75489" y="-386"/>
                  </a:lnTo>
                  <a:cubicBezTo>
                    <a:pt x="75827" y="-555"/>
                    <a:pt x="77006" y="-1395"/>
                    <a:pt x="78016" y="-1395"/>
                  </a:cubicBezTo>
                  <a:cubicBezTo>
                    <a:pt x="80040" y="-1395"/>
                    <a:pt x="81388" y="122"/>
                    <a:pt x="81388" y="1971"/>
                  </a:cubicBezTo>
                  <a:cubicBezTo>
                    <a:pt x="81388" y="2308"/>
                    <a:pt x="81388" y="2985"/>
                    <a:pt x="80880" y="3825"/>
                  </a:cubicBezTo>
                  <a:cubicBezTo>
                    <a:pt x="80712" y="4164"/>
                    <a:pt x="53920" y="30602"/>
                    <a:pt x="45494" y="39192"/>
                  </a:cubicBezTo>
                  <a:lnTo>
                    <a:pt x="76334" y="70011"/>
                  </a:lnTo>
                  <a:cubicBezTo>
                    <a:pt x="77175" y="71025"/>
                    <a:pt x="79702" y="73213"/>
                    <a:pt x="80542" y="74222"/>
                  </a:cubicBezTo>
                  <a:cubicBezTo>
                    <a:pt x="80712" y="74559"/>
                    <a:pt x="81388" y="75231"/>
                    <a:pt x="81388" y="76415"/>
                  </a:cubicBezTo>
                  <a:cubicBezTo>
                    <a:pt x="81388" y="78264"/>
                    <a:pt x="80040" y="79780"/>
                    <a:pt x="78016" y="79780"/>
                  </a:cubicBezTo>
                  <a:cubicBezTo>
                    <a:pt x="76667" y="79780"/>
                    <a:pt x="75996" y="79109"/>
                    <a:pt x="74140" y="77255"/>
                  </a:cubicBezTo>
                  <a:lnTo>
                    <a:pt x="40779" y="43910"/>
                  </a:lnTo>
                  <a:close/>
                </a:path>
              </a:pathLst>
            </a:custGeom>
            <a:solidFill>
              <a:srgbClr val="000000"/>
            </a:solidFill>
            <a:ln w="27807" cap="flat">
              <a:noFill/>
              <a:prstDash val="solid"/>
              <a:miter/>
            </a:ln>
          </p:spPr>
          <p:txBody>
            <a:bodyPr/>
            <a:lstStyle/>
            <a:p>
              <a:endParaRPr lang="en-GB"/>
            </a:p>
          </p:txBody>
        </p:sp>
        <p:sp>
          <p:nvSpPr>
            <p:cNvPr id="129" name="Freeform: Shape 128">
              <a:extLst>
                <a:ext uri="{FF2B5EF4-FFF2-40B4-BE49-F238E27FC236}">
                  <a16:creationId xmlns:a16="http://schemas.microsoft.com/office/drawing/2014/main" id="{EE8C22D9-037B-7F0B-F46D-F8522B3EA6E6}"/>
                </a:ext>
              </a:extLst>
            </p:cNvPr>
            <p:cNvSpPr/>
            <p:nvPr>
              <p:custDataLst>
                <p:tags r:id="rId17"/>
              </p:custDataLst>
            </p:nvPr>
          </p:nvSpPr>
          <p:spPr>
            <a:xfrm flipV="1">
              <a:off x="12030457" y="-6475202"/>
              <a:ext cx="146779" cy="115865"/>
            </a:xfrm>
            <a:custGeom>
              <a:avLst/>
              <a:gdLst>
                <a:gd name="csX0" fmla="*/ 34546 w 146779"/>
                <a:gd name="csY0" fmla="*/ 110094 h 115865"/>
                <a:gd name="csX1" fmla="*/ 30666 w 146779"/>
                <a:gd name="csY1" fmla="*/ 114469 h 115865"/>
                <a:gd name="csX2" fmla="*/ 0 w 146779"/>
                <a:gd name="csY2" fmla="*/ 103691 h 115865"/>
                <a:gd name="csX3" fmla="*/ 0 w 146779"/>
                <a:gd name="csY3" fmla="*/ 98471 h 115865"/>
                <a:gd name="csX4" fmla="*/ 22075 w 146779"/>
                <a:gd name="csY4" fmla="*/ 102850 h 115865"/>
                <a:gd name="csX5" fmla="*/ 22075 w 146779"/>
                <a:gd name="csY5" fmla="*/ 15610 h 115865"/>
                <a:gd name="csX6" fmla="*/ 6401 w 146779"/>
                <a:gd name="csY6" fmla="*/ 7526 h 115865"/>
                <a:gd name="csX7" fmla="*/ 1010 w 146779"/>
                <a:gd name="csY7" fmla="*/ 7526 h 115865"/>
                <a:gd name="csX8" fmla="*/ 1010 w 146779"/>
                <a:gd name="csY8" fmla="*/ 2307 h 115865"/>
                <a:gd name="csX9" fmla="*/ 28308 w 146779"/>
                <a:gd name="csY9" fmla="*/ 2813 h 115865"/>
                <a:gd name="csX10" fmla="*/ 55606 w 146779"/>
                <a:gd name="csY10" fmla="*/ 2307 h 115865"/>
                <a:gd name="csX11" fmla="*/ 55606 w 146779"/>
                <a:gd name="csY11" fmla="*/ 7526 h 115865"/>
                <a:gd name="csX12" fmla="*/ 50214 w 146779"/>
                <a:gd name="csY12" fmla="*/ 7526 h 115865"/>
                <a:gd name="csX13" fmla="*/ 34546 w 146779"/>
                <a:gd name="csY13" fmla="*/ 15610 h 115865"/>
                <a:gd name="csX14" fmla="*/ 34546 w 146779"/>
                <a:gd name="csY14" fmla="*/ 110094 h 115865"/>
                <a:gd name="csX15" fmla="*/ 146779 w 146779"/>
                <a:gd name="csY15" fmla="*/ 56198 h 115865"/>
                <a:gd name="csX16" fmla="*/ 140039 w 146779"/>
                <a:gd name="csY16" fmla="*/ 95607 h 115865"/>
                <a:gd name="csX17" fmla="*/ 111393 w 146779"/>
                <a:gd name="csY17" fmla="*/ 114469 h 115865"/>
                <a:gd name="csX18" fmla="*/ 82075 w 146779"/>
                <a:gd name="csY18" fmla="*/ 94429 h 115865"/>
                <a:gd name="csX19" fmla="*/ 75837 w 146779"/>
                <a:gd name="csY19" fmla="*/ 56198 h 115865"/>
                <a:gd name="csX20" fmla="*/ 83423 w 146779"/>
                <a:gd name="csY20" fmla="*/ 15610 h 115865"/>
                <a:gd name="csX21" fmla="*/ 111224 w 146779"/>
                <a:gd name="csY21" fmla="*/ -1397 h 115865"/>
                <a:gd name="csX22" fmla="*/ 140547 w 146779"/>
                <a:gd name="csY22" fmla="*/ 18135 h 115865"/>
                <a:gd name="csX23" fmla="*/ 146779 w 146779"/>
                <a:gd name="csY23" fmla="*/ 56198 h 115865"/>
                <a:gd name="csX24" fmla="*/ 111224 w 146779"/>
                <a:gd name="csY24" fmla="*/ 2307 h 115865"/>
                <a:gd name="csX25" fmla="*/ 91675 w 146779"/>
                <a:gd name="csY25" fmla="*/ 22685 h 115865"/>
                <a:gd name="csX26" fmla="*/ 89825 w 146779"/>
                <a:gd name="csY26" fmla="*/ 58222 h 115865"/>
                <a:gd name="csX27" fmla="*/ 91173 w 146779"/>
                <a:gd name="csY27" fmla="*/ 89209 h 115865"/>
                <a:gd name="csX28" fmla="*/ 111224 w 146779"/>
                <a:gd name="csY28" fmla="*/ 110765 h 115865"/>
                <a:gd name="csX29" fmla="*/ 131105 w 146779"/>
                <a:gd name="csY29" fmla="*/ 91064 h 115865"/>
                <a:gd name="csX30" fmla="*/ 132792 w 146779"/>
                <a:gd name="csY30" fmla="*/ 58222 h 115865"/>
                <a:gd name="csX31" fmla="*/ 130942 w 146779"/>
                <a:gd name="csY31" fmla="*/ 23356 h 115865"/>
                <a:gd name="csX32" fmla="*/ 111224 w 146779"/>
                <a:gd name="csY32" fmla="*/ 2307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146779" h="115865">
                  <a:moveTo>
                    <a:pt x="34546" y="110094"/>
                  </a:moveTo>
                  <a:cubicBezTo>
                    <a:pt x="34546" y="114136"/>
                    <a:pt x="34546" y="114469"/>
                    <a:pt x="30666" y="114469"/>
                  </a:cubicBezTo>
                  <a:cubicBezTo>
                    <a:pt x="20220" y="103691"/>
                    <a:pt x="5392" y="103691"/>
                    <a:pt x="0" y="103691"/>
                  </a:cubicBezTo>
                  <a:lnTo>
                    <a:pt x="0" y="98471"/>
                  </a:lnTo>
                  <a:cubicBezTo>
                    <a:pt x="3367" y="98471"/>
                    <a:pt x="13311" y="98471"/>
                    <a:pt x="22075" y="102850"/>
                  </a:cubicBezTo>
                  <a:lnTo>
                    <a:pt x="22075" y="15610"/>
                  </a:lnTo>
                  <a:cubicBezTo>
                    <a:pt x="22075" y="9550"/>
                    <a:pt x="21568" y="7526"/>
                    <a:pt x="6401" y="7526"/>
                  </a:cubicBezTo>
                  <a:lnTo>
                    <a:pt x="1010" y="7526"/>
                  </a:lnTo>
                  <a:lnTo>
                    <a:pt x="1010" y="2307"/>
                  </a:lnTo>
                  <a:cubicBezTo>
                    <a:pt x="6909" y="2813"/>
                    <a:pt x="21568" y="2813"/>
                    <a:pt x="28308" y="2813"/>
                  </a:cubicBezTo>
                  <a:cubicBezTo>
                    <a:pt x="35048" y="2813"/>
                    <a:pt x="49707" y="2813"/>
                    <a:pt x="55606" y="2307"/>
                  </a:cubicBezTo>
                  <a:lnTo>
                    <a:pt x="55606" y="7526"/>
                  </a:lnTo>
                  <a:lnTo>
                    <a:pt x="50214" y="7526"/>
                  </a:lnTo>
                  <a:cubicBezTo>
                    <a:pt x="35048" y="7526"/>
                    <a:pt x="34546" y="9382"/>
                    <a:pt x="34546" y="15610"/>
                  </a:cubicBezTo>
                  <a:lnTo>
                    <a:pt x="34546" y="110094"/>
                  </a:lnTo>
                  <a:close/>
                  <a:moveTo>
                    <a:pt x="146779" y="56198"/>
                  </a:moveTo>
                  <a:cubicBezTo>
                    <a:pt x="146779" y="69671"/>
                    <a:pt x="145938" y="83144"/>
                    <a:pt x="140039" y="95607"/>
                  </a:cubicBezTo>
                  <a:cubicBezTo>
                    <a:pt x="132290" y="111774"/>
                    <a:pt x="118471" y="114469"/>
                    <a:pt x="111393" y="114469"/>
                  </a:cubicBezTo>
                  <a:cubicBezTo>
                    <a:pt x="101280" y="114469"/>
                    <a:pt x="88979" y="110094"/>
                    <a:pt x="82075" y="94429"/>
                  </a:cubicBezTo>
                  <a:cubicBezTo>
                    <a:pt x="76683" y="82810"/>
                    <a:pt x="75837" y="69671"/>
                    <a:pt x="75837" y="56198"/>
                  </a:cubicBezTo>
                  <a:cubicBezTo>
                    <a:pt x="75837" y="43570"/>
                    <a:pt x="76514" y="28412"/>
                    <a:pt x="83423" y="15610"/>
                  </a:cubicBezTo>
                  <a:cubicBezTo>
                    <a:pt x="90665" y="1968"/>
                    <a:pt x="102966" y="-1397"/>
                    <a:pt x="111224" y="-1397"/>
                  </a:cubicBezTo>
                  <a:cubicBezTo>
                    <a:pt x="120321" y="-1397"/>
                    <a:pt x="133130" y="2138"/>
                    <a:pt x="140547" y="18135"/>
                  </a:cubicBezTo>
                  <a:cubicBezTo>
                    <a:pt x="145938" y="29759"/>
                    <a:pt x="146779" y="42894"/>
                    <a:pt x="146779" y="56198"/>
                  </a:cubicBezTo>
                  <a:close/>
                  <a:moveTo>
                    <a:pt x="111224" y="2307"/>
                  </a:moveTo>
                  <a:cubicBezTo>
                    <a:pt x="104653" y="2307"/>
                    <a:pt x="94709" y="6518"/>
                    <a:pt x="91675" y="22685"/>
                  </a:cubicBezTo>
                  <a:cubicBezTo>
                    <a:pt x="89825" y="32792"/>
                    <a:pt x="89825" y="48283"/>
                    <a:pt x="89825" y="58222"/>
                  </a:cubicBezTo>
                  <a:cubicBezTo>
                    <a:pt x="89825" y="69000"/>
                    <a:pt x="89825" y="80116"/>
                    <a:pt x="91173" y="89209"/>
                  </a:cubicBezTo>
                  <a:cubicBezTo>
                    <a:pt x="94376" y="109249"/>
                    <a:pt x="107010" y="110765"/>
                    <a:pt x="111224" y="110765"/>
                  </a:cubicBezTo>
                  <a:cubicBezTo>
                    <a:pt x="116785" y="110765"/>
                    <a:pt x="127907" y="107732"/>
                    <a:pt x="131105" y="91064"/>
                  </a:cubicBezTo>
                  <a:cubicBezTo>
                    <a:pt x="132792" y="81633"/>
                    <a:pt x="132792" y="68831"/>
                    <a:pt x="132792" y="58222"/>
                  </a:cubicBezTo>
                  <a:cubicBezTo>
                    <a:pt x="132792" y="45589"/>
                    <a:pt x="132792" y="34140"/>
                    <a:pt x="130942" y="23356"/>
                  </a:cubicBezTo>
                  <a:cubicBezTo>
                    <a:pt x="128409" y="7358"/>
                    <a:pt x="118809" y="2307"/>
                    <a:pt x="111224" y="2307"/>
                  </a:cubicBezTo>
                  <a:close/>
                </a:path>
              </a:pathLst>
            </a:custGeom>
            <a:solidFill>
              <a:srgbClr val="000000"/>
            </a:solidFill>
            <a:ln w="27807" cap="flat">
              <a:noFill/>
              <a:prstDash val="solid"/>
              <a:miter/>
            </a:ln>
          </p:spPr>
          <p:txBody>
            <a:bodyPr/>
            <a:lstStyle/>
            <a:p>
              <a:endParaRPr lang="en-GB"/>
            </a:p>
          </p:txBody>
        </p:sp>
        <p:sp>
          <p:nvSpPr>
            <p:cNvPr id="130" name="Freeform: Shape 129">
              <a:extLst>
                <a:ext uri="{FF2B5EF4-FFF2-40B4-BE49-F238E27FC236}">
                  <a16:creationId xmlns:a16="http://schemas.microsoft.com/office/drawing/2014/main" id="{79707544-4C88-36DD-C24F-4C8F6843D241}"/>
                </a:ext>
              </a:extLst>
            </p:cNvPr>
            <p:cNvSpPr/>
            <p:nvPr>
              <p:custDataLst>
                <p:tags r:id="rId18"/>
              </p:custDataLst>
            </p:nvPr>
          </p:nvSpPr>
          <p:spPr>
            <a:xfrm flipV="1">
              <a:off x="12240079" y="-6424846"/>
              <a:ext cx="112057" cy="39410"/>
            </a:xfrm>
            <a:custGeom>
              <a:avLst/>
              <a:gdLst>
                <a:gd name="csX0" fmla="*/ 106328 w 112057"/>
                <a:gd name="csY0" fmla="*/ 31278 h 39410"/>
                <a:gd name="csX1" fmla="*/ 112058 w 112057"/>
                <a:gd name="csY1" fmla="*/ 34649 h 39410"/>
                <a:gd name="csX2" fmla="*/ 106498 w 112057"/>
                <a:gd name="csY2" fmla="*/ 38015 h 39410"/>
                <a:gd name="csX3" fmla="*/ 5560 w 112057"/>
                <a:gd name="csY3" fmla="*/ 38015 h 39410"/>
                <a:gd name="csX4" fmla="*/ 0 w 112057"/>
                <a:gd name="csY4" fmla="*/ 34649 h 39410"/>
                <a:gd name="csX5" fmla="*/ 5730 w 112057"/>
                <a:gd name="csY5" fmla="*/ 31278 h 39410"/>
                <a:gd name="csX6" fmla="*/ 106328 w 112057"/>
                <a:gd name="csY6" fmla="*/ 31278 h 39410"/>
                <a:gd name="csX7" fmla="*/ 106498 w 112057"/>
                <a:gd name="csY7" fmla="*/ -1395 h 39410"/>
                <a:gd name="csX8" fmla="*/ 112058 w 112057"/>
                <a:gd name="csY8" fmla="*/ 1976 h 39410"/>
                <a:gd name="csX9" fmla="*/ 106328 w 112057"/>
                <a:gd name="csY9" fmla="*/ 5347 h 39410"/>
                <a:gd name="csX10" fmla="*/ 5730 w 112057"/>
                <a:gd name="csY10" fmla="*/ 5347 h 39410"/>
                <a:gd name="csX11" fmla="*/ 0 w 112057"/>
                <a:gd name="csY11" fmla="*/ 1976 h 39410"/>
                <a:gd name="csX12" fmla="*/ 5560 w 112057"/>
                <a:gd name="csY12" fmla="*/ -1395 h 39410"/>
                <a:gd name="csX13" fmla="*/ 106498 w 112057"/>
                <a:gd name="csY13" fmla="*/ -1395 h 394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2057" h="39410">
                  <a:moveTo>
                    <a:pt x="106328" y="31278"/>
                  </a:moveTo>
                  <a:cubicBezTo>
                    <a:pt x="108855" y="31278"/>
                    <a:pt x="112058" y="31278"/>
                    <a:pt x="112058" y="34649"/>
                  </a:cubicBezTo>
                  <a:cubicBezTo>
                    <a:pt x="112058" y="38015"/>
                    <a:pt x="108855" y="38015"/>
                    <a:pt x="106498" y="38015"/>
                  </a:cubicBezTo>
                  <a:lnTo>
                    <a:pt x="5560" y="38015"/>
                  </a:lnTo>
                  <a:cubicBezTo>
                    <a:pt x="3202" y="38015"/>
                    <a:pt x="0" y="38015"/>
                    <a:pt x="0" y="34649"/>
                  </a:cubicBezTo>
                  <a:cubicBezTo>
                    <a:pt x="0" y="31278"/>
                    <a:pt x="3202" y="31278"/>
                    <a:pt x="5730" y="31278"/>
                  </a:cubicBezTo>
                  <a:lnTo>
                    <a:pt x="106328" y="31278"/>
                  </a:lnTo>
                  <a:close/>
                  <a:moveTo>
                    <a:pt x="106498" y="-1395"/>
                  </a:moveTo>
                  <a:cubicBezTo>
                    <a:pt x="108855" y="-1395"/>
                    <a:pt x="112058" y="-1395"/>
                    <a:pt x="112058" y="1976"/>
                  </a:cubicBezTo>
                  <a:cubicBezTo>
                    <a:pt x="112058" y="5347"/>
                    <a:pt x="108855" y="5347"/>
                    <a:pt x="106328" y="5347"/>
                  </a:cubicBezTo>
                  <a:lnTo>
                    <a:pt x="5730" y="5347"/>
                  </a:lnTo>
                  <a:cubicBezTo>
                    <a:pt x="3202" y="5347"/>
                    <a:pt x="0" y="5347"/>
                    <a:pt x="0" y="1976"/>
                  </a:cubicBezTo>
                  <a:cubicBezTo>
                    <a:pt x="0" y="-1395"/>
                    <a:pt x="3202" y="-1395"/>
                    <a:pt x="5560" y="-1395"/>
                  </a:cubicBezTo>
                  <a:lnTo>
                    <a:pt x="106498" y="-1395"/>
                  </a:lnTo>
                  <a:close/>
                </a:path>
              </a:pathLst>
            </a:custGeom>
            <a:solidFill>
              <a:srgbClr val="000000"/>
            </a:solidFill>
            <a:ln w="27807" cap="flat">
              <a:noFill/>
              <a:prstDash val="solid"/>
              <a:miter/>
            </a:ln>
          </p:spPr>
          <p:txBody>
            <a:bodyPr/>
            <a:lstStyle/>
            <a:p>
              <a:endParaRPr lang="en-GB"/>
            </a:p>
          </p:txBody>
        </p:sp>
        <p:sp>
          <p:nvSpPr>
            <p:cNvPr id="131" name="Freeform: Shape 130">
              <a:extLst>
                <a:ext uri="{FF2B5EF4-FFF2-40B4-BE49-F238E27FC236}">
                  <a16:creationId xmlns:a16="http://schemas.microsoft.com/office/drawing/2014/main" id="{15F1F963-165D-07F3-450A-C469F0D9C187}"/>
                </a:ext>
              </a:extLst>
            </p:cNvPr>
            <p:cNvSpPr/>
            <p:nvPr>
              <p:custDataLst>
                <p:tags r:id="rId19"/>
              </p:custDataLst>
            </p:nvPr>
          </p:nvSpPr>
          <p:spPr>
            <a:xfrm flipV="1">
              <a:off x="12416822" y="-6475202"/>
              <a:ext cx="230703" cy="115865"/>
            </a:xfrm>
            <a:custGeom>
              <a:avLst/>
              <a:gdLst>
                <a:gd name="csX0" fmla="*/ 12972 w 230703"/>
                <a:gd name="csY0" fmla="*/ 15272 h 115865"/>
                <a:gd name="csX1" fmla="*/ 30835 w 230703"/>
                <a:gd name="csY1" fmla="*/ 32623 h 115865"/>
                <a:gd name="csX2" fmla="*/ 67230 w 230703"/>
                <a:gd name="csY2" fmla="*/ 81796 h 115865"/>
                <a:gd name="csX3" fmla="*/ 31511 w 230703"/>
                <a:gd name="csY3" fmla="*/ 114469 h 115865"/>
                <a:gd name="csX4" fmla="*/ 0 w 230703"/>
                <a:gd name="csY4" fmla="*/ 83989 h 115865"/>
                <a:gd name="csX5" fmla="*/ 8928 w 230703"/>
                <a:gd name="csY5" fmla="*/ 74558 h 115865"/>
                <a:gd name="csX6" fmla="*/ 17693 w 230703"/>
                <a:gd name="csY6" fmla="*/ 83482 h 115865"/>
                <a:gd name="csX7" fmla="*/ 8759 w 230703"/>
                <a:gd name="csY7" fmla="*/ 92241 h 115865"/>
                <a:gd name="csX8" fmla="*/ 6570 w 230703"/>
                <a:gd name="csY8" fmla="*/ 92073 h 115865"/>
                <a:gd name="csX9" fmla="*/ 29317 w 230703"/>
                <a:gd name="csY9" fmla="*/ 109249 h 115865"/>
                <a:gd name="csX10" fmla="*/ 51901 w 230703"/>
                <a:gd name="csY10" fmla="*/ 81796 h 115865"/>
                <a:gd name="csX11" fmla="*/ 34208 w 230703"/>
                <a:gd name="csY11" fmla="*/ 44580 h 115865"/>
                <a:gd name="csX12" fmla="*/ 1849 w 230703"/>
                <a:gd name="csY12" fmla="*/ 8536 h 115865"/>
                <a:gd name="csX13" fmla="*/ 0 w 230703"/>
                <a:gd name="csY13" fmla="*/ 2307 h 115865"/>
                <a:gd name="csX14" fmla="*/ 62515 w 230703"/>
                <a:gd name="csY14" fmla="*/ 2307 h 115865"/>
                <a:gd name="csX15" fmla="*/ 67230 w 230703"/>
                <a:gd name="csY15" fmla="*/ 31608 h 115865"/>
                <a:gd name="csX16" fmla="*/ 63018 w 230703"/>
                <a:gd name="csY16" fmla="*/ 31608 h 115865"/>
                <a:gd name="csX17" fmla="*/ 59311 w 230703"/>
                <a:gd name="csY17" fmla="*/ 16620 h 115865"/>
                <a:gd name="csX18" fmla="*/ 43305 w 230703"/>
                <a:gd name="csY18" fmla="*/ 15272 h 115865"/>
                <a:gd name="csX19" fmla="*/ 12972 w 230703"/>
                <a:gd name="csY19" fmla="*/ 15272 h 115865"/>
                <a:gd name="csX20" fmla="*/ 153350 w 230703"/>
                <a:gd name="csY20" fmla="*/ 56198 h 115865"/>
                <a:gd name="csX21" fmla="*/ 146609 w 230703"/>
                <a:gd name="csY21" fmla="*/ 95607 h 115865"/>
                <a:gd name="csX22" fmla="*/ 117963 w 230703"/>
                <a:gd name="csY22" fmla="*/ 114469 h 115865"/>
                <a:gd name="csX23" fmla="*/ 88646 w 230703"/>
                <a:gd name="csY23" fmla="*/ 94429 h 115865"/>
                <a:gd name="csX24" fmla="*/ 82407 w 230703"/>
                <a:gd name="csY24" fmla="*/ 56198 h 115865"/>
                <a:gd name="csX25" fmla="*/ 89994 w 230703"/>
                <a:gd name="csY25" fmla="*/ 15610 h 115865"/>
                <a:gd name="csX26" fmla="*/ 117794 w 230703"/>
                <a:gd name="csY26" fmla="*/ -1397 h 115865"/>
                <a:gd name="csX27" fmla="*/ 147116 w 230703"/>
                <a:gd name="csY27" fmla="*/ 18135 h 115865"/>
                <a:gd name="csX28" fmla="*/ 153350 w 230703"/>
                <a:gd name="csY28" fmla="*/ 56198 h 115865"/>
                <a:gd name="csX29" fmla="*/ 117794 w 230703"/>
                <a:gd name="csY29" fmla="*/ 2307 h 115865"/>
                <a:gd name="csX30" fmla="*/ 98246 w 230703"/>
                <a:gd name="csY30" fmla="*/ 22685 h 115865"/>
                <a:gd name="csX31" fmla="*/ 96395 w 230703"/>
                <a:gd name="csY31" fmla="*/ 58222 h 115865"/>
                <a:gd name="csX32" fmla="*/ 97743 w 230703"/>
                <a:gd name="csY32" fmla="*/ 89209 h 115865"/>
                <a:gd name="csX33" fmla="*/ 117794 w 230703"/>
                <a:gd name="csY33" fmla="*/ 110765 h 115865"/>
                <a:gd name="csX34" fmla="*/ 137675 w 230703"/>
                <a:gd name="csY34" fmla="*/ 91064 h 115865"/>
                <a:gd name="csX35" fmla="*/ 139362 w 230703"/>
                <a:gd name="csY35" fmla="*/ 58222 h 115865"/>
                <a:gd name="csX36" fmla="*/ 137511 w 230703"/>
                <a:gd name="csY36" fmla="*/ 23356 h 115865"/>
                <a:gd name="csX37" fmla="*/ 117794 w 230703"/>
                <a:gd name="csY37" fmla="*/ 2307 h 115865"/>
                <a:gd name="csX38" fmla="*/ 209643 w 230703"/>
                <a:gd name="csY38" fmla="*/ 110094 h 115865"/>
                <a:gd name="csX39" fmla="*/ 205763 w 230703"/>
                <a:gd name="csY39" fmla="*/ 114469 h 115865"/>
                <a:gd name="csX40" fmla="*/ 175097 w 230703"/>
                <a:gd name="csY40" fmla="*/ 103691 h 115865"/>
                <a:gd name="csX41" fmla="*/ 175097 w 230703"/>
                <a:gd name="csY41" fmla="*/ 98471 h 115865"/>
                <a:gd name="csX42" fmla="*/ 197173 w 230703"/>
                <a:gd name="csY42" fmla="*/ 102850 h 115865"/>
                <a:gd name="csX43" fmla="*/ 197173 w 230703"/>
                <a:gd name="csY43" fmla="*/ 15610 h 115865"/>
                <a:gd name="csX44" fmla="*/ 181499 w 230703"/>
                <a:gd name="csY44" fmla="*/ 7526 h 115865"/>
                <a:gd name="csX45" fmla="*/ 176107 w 230703"/>
                <a:gd name="csY45" fmla="*/ 7526 h 115865"/>
                <a:gd name="csX46" fmla="*/ 176107 w 230703"/>
                <a:gd name="csY46" fmla="*/ 2307 h 115865"/>
                <a:gd name="csX47" fmla="*/ 203405 w 230703"/>
                <a:gd name="csY47" fmla="*/ 2813 h 115865"/>
                <a:gd name="csX48" fmla="*/ 230704 w 230703"/>
                <a:gd name="csY48" fmla="*/ 2307 h 115865"/>
                <a:gd name="csX49" fmla="*/ 230704 w 230703"/>
                <a:gd name="csY49" fmla="*/ 7526 h 115865"/>
                <a:gd name="csX50" fmla="*/ 225311 w 230703"/>
                <a:gd name="csY50" fmla="*/ 7526 h 115865"/>
                <a:gd name="csX51" fmla="*/ 209643 w 230703"/>
                <a:gd name="csY51" fmla="*/ 15610 h 115865"/>
                <a:gd name="csX52" fmla="*/ 209643 w 230703"/>
                <a:gd name="csY52" fmla="*/ 110094 h 11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Lst>
              <a:rect l="l" t="t" r="r" b="b"/>
              <a:pathLst>
                <a:path w="230703" h="115865">
                  <a:moveTo>
                    <a:pt x="12972" y="15272"/>
                  </a:moveTo>
                  <a:lnTo>
                    <a:pt x="30835" y="32623"/>
                  </a:lnTo>
                  <a:cubicBezTo>
                    <a:pt x="57122" y="55865"/>
                    <a:pt x="67230" y="64958"/>
                    <a:pt x="67230" y="81796"/>
                  </a:cubicBezTo>
                  <a:cubicBezTo>
                    <a:pt x="67230" y="100996"/>
                    <a:pt x="52064" y="114469"/>
                    <a:pt x="31511" y="114469"/>
                  </a:cubicBezTo>
                  <a:cubicBezTo>
                    <a:pt x="12471" y="114469"/>
                    <a:pt x="0" y="98978"/>
                    <a:pt x="0" y="83989"/>
                  </a:cubicBezTo>
                  <a:cubicBezTo>
                    <a:pt x="0" y="74558"/>
                    <a:pt x="8426" y="74558"/>
                    <a:pt x="8928" y="74558"/>
                  </a:cubicBezTo>
                  <a:cubicBezTo>
                    <a:pt x="11794" y="74558"/>
                    <a:pt x="17693" y="76576"/>
                    <a:pt x="17693" y="83482"/>
                  </a:cubicBezTo>
                  <a:cubicBezTo>
                    <a:pt x="17693" y="87861"/>
                    <a:pt x="14658" y="92241"/>
                    <a:pt x="8759" y="92241"/>
                  </a:cubicBezTo>
                  <a:cubicBezTo>
                    <a:pt x="7411" y="92241"/>
                    <a:pt x="7078" y="92241"/>
                    <a:pt x="6570" y="92073"/>
                  </a:cubicBezTo>
                  <a:cubicBezTo>
                    <a:pt x="10446" y="103019"/>
                    <a:pt x="19543" y="109249"/>
                    <a:pt x="29317" y="109249"/>
                  </a:cubicBezTo>
                  <a:cubicBezTo>
                    <a:pt x="44654" y="109249"/>
                    <a:pt x="51901" y="95607"/>
                    <a:pt x="51901" y="81796"/>
                  </a:cubicBezTo>
                  <a:cubicBezTo>
                    <a:pt x="51901" y="68323"/>
                    <a:pt x="43475" y="55020"/>
                    <a:pt x="34208" y="44580"/>
                  </a:cubicBezTo>
                  <a:lnTo>
                    <a:pt x="1849" y="8536"/>
                  </a:lnTo>
                  <a:cubicBezTo>
                    <a:pt x="0" y="6686"/>
                    <a:pt x="0" y="6349"/>
                    <a:pt x="0" y="2307"/>
                  </a:cubicBezTo>
                  <a:lnTo>
                    <a:pt x="62515" y="2307"/>
                  </a:lnTo>
                  <a:lnTo>
                    <a:pt x="67230" y="31608"/>
                  </a:lnTo>
                  <a:lnTo>
                    <a:pt x="63018" y="31608"/>
                  </a:lnTo>
                  <a:cubicBezTo>
                    <a:pt x="62177" y="26558"/>
                    <a:pt x="60998" y="19150"/>
                    <a:pt x="59311" y="16620"/>
                  </a:cubicBezTo>
                  <a:cubicBezTo>
                    <a:pt x="58132" y="15272"/>
                    <a:pt x="47010" y="15272"/>
                    <a:pt x="43305" y="15272"/>
                  </a:cubicBezTo>
                  <a:lnTo>
                    <a:pt x="12972" y="15272"/>
                  </a:lnTo>
                  <a:close/>
                  <a:moveTo>
                    <a:pt x="153350" y="56198"/>
                  </a:moveTo>
                  <a:cubicBezTo>
                    <a:pt x="153350" y="69671"/>
                    <a:pt x="152509" y="83144"/>
                    <a:pt x="146609" y="95607"/>
                  </a:cubicBezTo>
                  <a:cubicBezTo>
                    <a:pt x="138860" y="111774"/>
                    <a:pt x="125041" y="114469"/>
                    <a:pt x="117963" y="114469"/>
                  </a:cubicBezTo>
                  <a:cubicBezTo>
                    <a:pt x="107851" y="114469"/>
                    <a:pt x="95549" y="110094"/>
                    <a:pt x="88646" y="94429"/>
                  </a:cubicBezTo>
                  <a:cubicBezTo>
                    <a:pt x="83253" y="82810"/>
                    <a:pt x="82407" y="69671"/>
                    <a:pt x="82407" y="56198"/>
                  </a:cubicBezTo>
                  <a:cubicBezTo>
                    <a:pt x="82407" y="43570"/>
                    <a:pt x="83084" y="28412"/>
                    <a:pt x="89994" y="15610"/>
                  </a:cubicBezTo>
                  <a:cubicBezTo>
                    <a:pt x="97236" y="1968"/>
                    <a:pt x="109537" y="-1397"/>
                    <a:pt x="117794" y="-1397"/>
                  </a:cubicBezTo>
                  <a:cubicBezTo>
                    <a:pt x="126891" y="-1397"/>
                    <a:pt x="139700" y="2138"/>
                    <a:pt x="147116" y="18135"/>
                  </a:cubicBezTo>
                  <a:cubicBezTo>
                    <a:pt x="152509" y="29759"/>
                    <a:pt x="153350" y="42894"/>
                    <a:pt x="153350" y="56198"/>
                  </a:cubicBezTo>
                  <a:close/>
                  <a:moveTo>
                    <a:pt x="117794" y="2307"/>
                  </a:moveTo>
                  <a:cubicBezTo>
                    <a:pt x="111224" y="2307"/>
                    <a:pt x="101281" y="6518"/>
                    <a:pt x="98246" y="22685"/>
                  </a:cubicBezTo>
                  <a:cubicBezTo>
                    <a:pt x="96395" y="32792"/>
                    <a:pt x="96395" y="48283"/>
                    <a:pt x="96395" y="58222"/>
                  </a:cubicBezTo>
                  <a:cubicBezTo>
                    <a:pt x="96395" y="69000"/>
                    <a:pt x="96395" y="80116"/>
                    <a:pt x="97743" y="89209"/>
                  </a:cubicBezTo>
                  <a:cubicBezTo>
                    <a:pt x="100947" y="109249"/>
                    <a:pt x="113580" y="110765"/>
                    <a:pt x="117794" y="110765"/>
                  </a:cubicBezTo>
                  <a:cubicBezTo>
                    <a:pt x="123356" y="110765"/>
                    <a:pt x="134478" y="107732"/>
                    <a:pt x="137675" y="91064"/>
                  </a:cubicBezTo>
                  <a:cubicBezTo>
                    <a:pt x="139362" y="81633"/>
                    <a:pt x="139362" y="68831"/>
                    <a:pt x="139362" y="58222"/>
                  </a:cubicBezTo>
                  <a:cubicBezTo>
                    <a:pt x="139362" y="45589"/>
                    <a:pt x="139362" y="34140"/>
                    <a:pt x="137511" y="23356"/>
                  </a:cubicBezTo>
                  <a:cubicBezTo>
                    <a:pt x="134979" y="7358"/>
                    <a:pt x="125379" y="2307"/>
                    <a:pt x="117794" y="2307"/>
                  </a:cubicBezTo>
                  <a:close/>
                  <a:moveTo>
                    <a:pt x="209643" y="110094"/>
                  </a:moveTo>
                  <a:cubicBezTo>
                    <a:pt x="209643" y="114136"/>
                    <a:pt x="209643" y="114469"/>
                    <a:pt x="205763" y="114469"/>
                  </a:cubicBezTo>
                  <a:cubicBezTo>
                    <a:pt x="195317" y="103691"/>
                    <a:pt x="180490" y="103691"/>
                    <a:pt x="175097" y="103691"/>
                  </a:cubicBezTo>
                  <a:lnTo>
                    <a:pt x="175097" y="98471"/>
                  </a:lnTo>
                  <a:cubicBezTo>
                    <a:pt x="178465" y="98471"/>
                    <a:pt x="188408" y="98471"/>
                    <a:pt x="197173" y="102850"/>
                  </a:cubicBezTo>
                  <a:lnTo>
                    <a:pt x="197173" y="15610"/>
                  </a:lnTo>
                  <a:cubicBezTo>
                    <a:pt x="197173" y="9550"/>
                    <a:pt x="196666" y="7526"/>
                    <a:pt x="181499" y="7526"/>
                  </a:cubicBezTo>
                  <a:lnTo>
                    <a:pt x="176107" y="7526"/>
                  </a:lnTo>
                  <a:lnTo>
                    <a:pt x="176107" y="2307"/>
                  </a:lnTo>
                  <a:cubicBezTo>
                    <a:pt x="182006" y="2813"/>
                    <a:pt x="196666" y="2813"/>
                    <a:pt x="203405" y="2813"/>
                  </a:cubicBezTo>
                  <a:cubicBezTo>
                    <a:pt x="210146" y="2813"/>
                    <a:pt x="224804" y="2813"/>
                    <a:pt x="230704" y="2307"/>
                  </a:cubicBezTo>
                  <a:lnTo>
                    <a:pt x="230704" y="7526"/>
                  </a:lnTo>
                  <a:lnTo>
                    <a:pt x="225311" y="7526"/>
                  </a:lnTo>
                  <a:cubicBezTo>
                    <a:pt x="210146" y="7526"/>
                    <a:pt x="209643" y="9382"/>
                    <a:pt x="209643" y="15610"/>
                  </a:cubicBezTo>
                  <a:lnTo>
                    <a:pt x="209643" y="110094"/>
                  </a:lnTo>
                  <a:close/>
                </a:path>
              </a:pathLst>
            </a:custGeom>
            <a:solidFill>
              <a:srgbClr val="000000"/>
            </a:solidFill>
            <a:ln w="27807" cap="flat">
              <a:noFill/>
              <a:prstDash val="solid"/>
              <a:miter/>
            </a:ln>
          </p:spPr>
          <p:txBody>
            <a:bodyPr/>
            <a:lstStyle/>
            <a:p>
              <a:endParaRPr lang="en-GB"/>
            </a:p>
          </p:txBody>
        </p:sp>
      </p:grpSp>
      <p:sp>
        <p:nvSpPr>
          <p:cNvPr id="7" name="Rectangle: Rounded Corners 6">
            <a:extLst>
              <a:ext uri="{FF2B5EF4-FFF2-40B4-BE49-F238E27FC236}">
                <a16:creationId xmlns:a16="http://schemas.microsoft.com/office/drawing/2014/main" id="{25D319E1-3FAC-5332-DAC2-353C71D2102A}"/>
              </a:ext>
            </a:extLst>
          </p:cNvPr>
          <p:cNvSpPr/>
          <p:nvPr/>
        </p:nvSpPr>
        <p:spPr>
          <a:xfrm>
            <a:off x="973015" y="5303353"/>
            <a:ext cx="3180362" cy="223556"/>
          </a:xfrm>
          <a:prstGeom prst="roundRect">
            <a:avLst>
              <a:gd name="adj" fmla="val 17766"/>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b="1">
              <a:solidFill>
                <a:schemeClr val="tx1"/>
              </a:solidFill>
              <a:highlight>
                <a:srgbClr val="FFC000"/>
              </a:highlight>
            </a:endParaRPr>
          </a:p>
        </p:txBody>
      </p:sp>
    </p:spTree>
    <p:extLst>
      <p:ext uri="{BB962C8B-B14F-4D97-AF65-F5344CB8AC3E}">
        <p14:creationId xmlns:p14="http://schemas.microsoft.com/office/powerpoint/2010/main" val="9034049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fade">
                                      <p:cBhvr>
                                        <p:cTn id="7" dur="500"/>
                                        <p:tgtEl>
                                          <p:spTgt spid="17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8"/>
                                        </p:tgtEl>
                                        <p:attrNameLst>
                                          <p:attrName>style.visibility</p:attrName>
                                        </p:attrNameLst>
                                      </p:cBhvr>
                                      <p:to>
                                        <p:strVal val="visible"/>
                                      </p:to>
                                    </p:set>
                                    <p:animEffect transition="in" filter="fade">
                                      <p:cBhvr>
                                        <p:cTn id="10" dur="500"/>
                                        <p:tgtEl>
                                          <p:spTgt spid="16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1"/>
                                        </p:tgtEl>
                                        <p:attrNameLst>
                                          <p:attrName>style.visibility</p:attrName>
                                        </p:attrNameLst>
                                      </p:cBhvr>
                                      <p:to>
                                        <p:strVal val="visible"/>
                                      </p:to>
                                    </p:set>
                                    <p:animEffect transition="in" filter="fade">
                                      <p:cBhvr>
                                        <p:cTn id="15" dur="500"/>
                                        <p:tgtEl>
                                          <p:spTgt spid="17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2"/>
                                        </p:tgtEl>
                                        <p:attrNameLst>
                                          <p:attrName>style.visibility</p:attrName>
                                        </p:attrNameLst>
                                      </p:cBhvr>
                                      <p:to>
                                        <p:strVal val="visible"/>
                                      </p:to>
                                    </p:set>
                                    <p:animEffect transition="in" filter="fade">
                                      <p:cBhvr>
                                        <p:cTn id="18" dur="500"/>
                                        <p:tgtEl>
                                          <p:spTgt spid="172"/>
                                        </p:tgtEl>
                                      </p:cBhvr>
                                    </p:animEffect>
                                  </p:childTnLst>
                                </p:cTn>
                              </p:par>
                              <p:par>
                                <p:cTn id="19" presetID="10" presetClass="entr" presetSubtype="0" fill="hold" nodeType="withEffect">
                                  <p:stCondLst>
                                    <p:cond delay="0"/>
                                  </p:stCondLst>
                                  <p:childTnLst>
                                    <p:set>
                                      <p:cBhvr>
                                        <p:cTn id="20" dur="1" fill="hold">
                                          <p:stCondLst>
                                            <p:cond delay="0"/>
                                          </p:stCondLst>
                                        </p:cTn>
                                        <p:tgtEl>
                                          <p:spTgt spid="455"/>
                                        </p:tgtEl>
                                        <p:attrNameLst>
                                          <p:attrName>style.visibility</p:attrName>
                                        </p:attrNameLst>
                                      </p:cBhvr>
                                      <p:to>
                                        <p:strVal val="visible"/>
                                      </p:to>
                                    </p:set>
                                    <p:animEffect transition="in" filter="fade">
                                      <p:cBhvr>
                                        <p:cTn id="21" dur="500"/>
                                        <p:tgtEl>
                                          <p:spTgt spid="455"/>
                                        </p:tgtEl>
                                      </p:cBhvr>
                                    </p:animEffect>
                                  </p:childTnLst>
                                </p:cTn>
                              </p:par>
                              <p:par>
                                <p:cTn id="22" presetID="10" presetClass="entr" presetSubtype="0" fill="hold" nodeType="withEffect">
                                  <p:stCondLst>
                                    <p:cond delay="0"/>
                                  </p:stCondLst>
                                  <p:childTnLst>
                                    <p:set>
                                      <p:cBhvr>
                                        <p:cTn id="23" dur="1" fill="hold">
                                          <p:stCondLst>
                                            <p:cond delay="0"/>
                                          </p:stCondLst>
                                        </p:cTn>
                                        <p:tgtEl>
                                          <p:spTgt spid="494"/>
                                        </p:tgtEl>
                                        <p:attrNameLst>
                                          <p:attrName>style.visibility</p:attrName>
                                        </p:attrNameLst>
                                      </p:cBhvr>
                                      <p:to>
                                        <p:strVal val="visible"/>
                                      </p:to>
                                    </p:set>
                                    <p:animEffect transition="in" filter="fade">
                                      <p:cBhvr>
                                        <p:cTn id="24" dur="500"/>
                                        <p:tgtEl>
                                          <p:spTgt spid="494"/>
                                        </p:tgtEl>
                                      </p:cBhvr>
                                    </p:animEffect>
                                  </p:childTnLst>
                                </p:cTn>
                              </p:par>
                              <p:par>
                                <p:cTn id="25" presetID="10" presetClass="entr" presetSubtype="0" fill="hold" nodeType="withEffect">
                                  <p:stCondLst>
                                    <p:cond delay="0"/>
                                  </p:stCondLst>
                                  <p:childTnLst>
                                    <p:set>
                                      <p:cBhvr>
                                        <p:cTn id="26" dur="1" fill="hold">
                                          <p:stCondLst>
                                            <p:cond delay="0"/>
                                          </p:stCondLst>
                                        </p:cTn>
                                        <p:tgtEl>
                                          <p:spTgt spid="326"/>
                                        </p:tgtEl>
                                        <p:attrNameLst>
                                          <p:attrName>style.visibility</p:attrName>
                                        </p:attrNameLst>
                                      </p:cBhvr>
                                      <p:to>
                                        <p:strVal val="visible"/>
                                      </p:to>
                                    </p:set>
                                    <p:animEffect transition="in" filter="fade">
                                      <p:cBhvr>
                                        <p:cTn id="27" dur="500"/>
                                        <p:tgtEl>
                                          <p:spTgt spid="32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28"/>
                                        </p:tgtEl>
                                        <p:attrNameLst>
                                          <p:attrName>style.visibility</p:attrName>
                                        </p:attrNameLst>
                                      </p:cBhvr>
                                      <p:to>
                                        <p:strVal val="visible"/>
                                      </p:to>
                                    </p:set>
                                    <p:animEffect transition="in" filter="fade">
                                      <p:cBhvr>
                                        <p:cTn id="30" dur="500"/>
                                        <p:tgtEl>
                                          <p:spTgt spid="32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4"/>
                                        </p:tgtEl>
                                        <p:attrNameLst>
                                          <p:attrName>style.visibility</p:attrName>
                                        </p:attrNameLst>
                                      </p:cBhvr>
                                      <p:to>
                                        <p:strVal val="visible"/>
                                      </p:to>
                                    </p:set>
                                    <p:animEffect transition="in" filter="fade">
                                      <p:cBhvr>
                                        <p:cTn id="33" dur="500"/>
                                        <p:tgtEl>
                                          <p:spTgt spid="17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29"/>
                                        </p:tgtEl>
                                        <p:attrNameLst>
                                          <p:attrName>style.visibility</p:attrName>
                                        </p:attrNameLst>
                                      </p:cBhvr>
                                      <p:to>
                                        <p:strVal val="visible"/>
                                      </p:to>
                                    </p:set>
                                    <p:animEffect transition="in" filter="fade">
                                      <p:cBhvr>
                                        <p:cTn id="38" dur="500"/>
                                        <p:tgtEl>
                                          <p:spTgt spid="32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30"/>
                                        </p:tgtEl>
                                        <p:attrNameLst>
                                          <p:attrName>style.visibility</p:attrName>
                                        </p:attrNameLst>
                                      </p:cBhvr>
                                      <p:to>
                                        <p:strVal val="visible"/>
                                      </p:to>
                                    </p:set>
                                    <p:animEffect transition="in" filter="fade">
                                      <p:cBhvr>
                                        <p:cTn id="41" dur="500"/>
                                        <p:tgtEl>
                                          <p:spTgt spid="33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11"/>
                                        </p:tgtEl>
                                        <p:attrNameLst>
                                          <p:attrName>style.visibility</p:attrName>
                                        </p:attrNameLst>
                                      </p:cBhvr>
                                      <p:to>
                                        <p:strVal val="visible"/>
                                      </p:to>
                                    </p:set>
                                    <p:animEffect transition="in" filter="fade">
                                      <p:cBhvr>
                                        <p:cTn id="44" dur="500"/>
                                        <p:tgtEl>
                                          <p:spTgt spid="411"/>
                                        </p:tgtEl>
                                      </p:cBhvr>
                                    </p:animEffect>
                                  </p:childTnLst>
                                </p:cTn>
                              </p:par>
                              <p:par>
                                <p:cTn id="45" presetID="10" presetClass="entr" presetSubtype="0" fill="hold" nodeType="withEffect">
                                  <p:stCondLst>
                                    <p:cond delay="0"/>
                                  </p:stCondLst>
                                  <p:childTnLst>
                                    <p:set>
                                      <p:cBhvr>
                                        <p:cTn id="46" dur="1" fill="hold">
                                          <p:stCondLst>
                                            <p:cond delay="0"/>
                                          </p:stCondLst>
                                        </p:cTn>
                                        <p:tgtEl>
                                          <p:spTgt spid="101"/>
                                        </p:tgtEl>
                                        <p:attrNameLst>
                                          <p:attrName>style.visibility</p:attrName>
                                        </p:attrNameLst>
                                      </p:cBhvr>
                                      <p:to>
                                        <p:strVal val="visible"/>
                                      </p:to>
                                    </p:set>
                                    <p:animEffect transition="in" filter="fade">
                                      <p:cBhvr>
                                        <p:cTn id="47" dur="500"/>
                                        <p:tgtEl>
                                          <p:spTgt spid="101"/>
                                        </p:tgtEl>
                                      </p:cBhvr>
                                    </p:animEffect>
                                  </p:childTnLst>
                                </p:cTn>
                              </p:par>
                              <p:par>
                                <p:cTn id="48" presetID="10" presetClass="entr" presetSubtype="0" fill="hold" nodeType="withEffect">
                                  <p:stCondLst>
                                    <p:cond delay="0"/>
                                  </p:stCondLst>
                                  <p:childTnLst>
                                    <p:set>
                                      <p:cBhvr>
                                        <p:cTn id="49" dur="1" fill="hold">
                                          <p:stCondLst>
                                            <p:cond delay="0"/>
                                          </p:stCondLst>
                                        </p:cTn>
                                        <p:tgtEl>
                                          <p:spTgt spid="415"/>
                                        </p:tgtEl>
                                        <p:attrNameLst>
                                          <p:attrName>style.visibility</p:attrName>
                                        </p:attrNameLst>
                                      </p:cBhvr>
                                      <p:to>
                                        <p:strVal val="visible"/>
                                      </p:to>
                                    </p:set>
                                    <p:animEffect transition="in" filter="fade">
                                      <p:cBhvr>
                                        <p:cTn id="50" dur="500"/>
                                        <p:tgtEl>
                                          <p:spTgt spid="415"/>
                                        </p:tgtEl>
                                      </p:cBhvr>
                                    </p:animEffect>
                                  </p:childTnLst>
                                </p:cTn>
                              </p:par>
                              <p:par>
                                <p:cTn id="51" presetID="10" presetClass="entr" presetSubtype="0" fill="hold" nodeType="withEffect">
                                  <p:stCondLst>
                                    <p:cond delay="0"/>
                                  </p:stCondLst>
                                  <p:childTnLst>
                                    <p:set>
                                      <p:cBhvr>
                                        <p:cTn id="52" dur="1" fill="hold">
                                          <p:stCondLst>
                                            <p:cond delay="0"/>
                                          </p:stCondLst>
                                        </p:cTn>
                                        <p:tgtEl>
                                          <p:spTgt spid="132"/>
                                        </p:tgtEl>
                                        <p:attrNameLst>
                                          <p:attrName>style.visibility</p:attrName>
                                        </p:attrNameLst>
                                      </p:cBhvr>
                                      <p:to>
                                        <p:strVal val="visible"/>
                                      </p:to>
                                    </p:set>
                                    <p:animEffect transition="in" filter="fade">
                                      <p:cBhvr>
                                        <p:cTn id="53" dur="500"/>
                                        <p:tgtEl>
                                          <p:spTgt spid="13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14"/>
                                        </p:tgtEl>
                                        <p:attrNameLst>
                                          <p:attrName>style.visibility</p:attrName>
                                        </p:attrNameLst>
                                      </p:cBhvr>
                                      <p:to>
                                        <p:strVal val="visible"/>
                                      </p:to>
                                    </p:set>
                                    <p:animEffect transition="in" filter="fade">
                                      <p:cBhvr>
                                        <p:cTn id="56" dur="500"/>
                                        <p:tgtEl>
                                          <p:spTgt spid="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animBg="1"/>
      <p:bldP spid="170" grpId="0" animBg="1"/>
      <p:bldP spid="171" grpId="0"/>
      <p:bldP spid="172" grpId="0"/>
      <p:bldP spid="174" grpId="0"/>
      <p:bldP spid="328" grpId="0"/>
      <p:bldP spid="329" grpId="0"/>
      <p:bldP spid="330" grpId="0"/>
      <p:bldP spid="411" grpId="0"/>
      <p:bldP spid="41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A3277-FF93-17A5-FD1A-3EBCB02C9C92}"/>
            </a:ext>
          </a:extLst>
        </p:cNvPr>
        <p:cNvGrpSpPr/>
        <p:nvPr/>
      </p:nvGrpSpPr>
      <p:grpSpPr>
        <a:xfrm>
          <a:off x="0" y="0"/>
          <a:ext cx="0" cy="0"/>
          <a:chOff x="0" y="0"/>
          <a:chExt cx="0" cy="0"/>
        </a:xfrm>
      </p:grpSpPr>
      <p:sp>
        <p:nvSpPr>
          <p:cNvPr id="168" name="Freeform: Shape 167">
            <a:extLst>
              <a:ext uri="{FF2B5EF4-FFF2-40B4-BE49-F238E27FC236}">
                <a16:creationId xmlns:a16="http://schemas.microsoft.com/office/drawing/2014/main" id="{EFD26179-2AAC-8F75-0CC2-2681CED11F70}"/>
              </a:ext>
            </a:extLst>
          </p:cNvPr>
          <p:cNvSpPr/>
          <p:nvPr/>
        </p:nvSpPr>
        <p:spPr>
          <a:xfrm>
            <a:off x="5867061" y="1206499"/>
            <a:ext cx="6336000" cy="5664249"/>
          </a:xfrm>
          <a:custGeom>
            <a:avLst/>
            <a:gdLst>
              <a:gd name="csX0" fmla="*/ 533119 w 5212353"/>
              <a:gd name="csY0" fmla="*/ 0 h 5664249"/>
              <a:gd name="csX1" fmla="*/ 5173103 w 5212353"/>
              <a:gd name="csY1" fmla="*/ 0 h 5664249"/>
              <a:gd name="csX2" fmla="*/ 5212353 w 5212353"/>
              <a:gd name="csY2" fmla="*/ 3957 h 5664249"/>
              <a:gd name="csX3" fmla="*/ 5212353 w 5212353"/>
              <a:gd name="csY3" fmla="*/ 5660293 h 5664249"/>
              <a:gd name="csX4" fmla="*/ 5173103 w 5212353"/>
              <a:gd name="csY4" fmla="*/ 5664249 h 5664249"/>
              <a:gd name="csX5" fmla="*/ 533119 w 5212353"/>
              <a:gd name="csY5" fmla="*/ 5664249 h 5664249"/>
              <a:gd name="csX6" fmla="*/ 0 w 5212353"/>
              <a:gd name="csY6" fmla="*/ 5131130 h 5664249"/>
              <a:gd name="csX7" fmla="*/ 0 w 5212353"/>
              <a:gd name="csY7" fmla="*/ 533119 h 5664249"/>
              <a:gd name="csX8" fmla="*/ 533119 w 5212353"/>
              <a:gd name="csY8" fmla="*/ 0 h 56642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212353" h="5664249">
                <a:moveTo>
                  <a:pt x="533119" y="0"/>
                </a:moveTo>
                <a:lnTo>
                  <a:pt x="5173103" y="0"/>
                </a:lnTo>
                <a:lnTo>
                  <a:pt x="5212353" y="3957"/>
                </a:lnTo>
                <a:lnTo>
                  <a:pt x="5212353" y="5660293"/>
                </a:lnTo>
                <a:lnTo>
                  <a:pt x="5173103" y="5664249"/>
                </a:lnTo>
                <a:lnTo>
                  <a:pt x="533119" y="5664249"/>
                </a:lnTo>
                <a:cubicBezTo>
                  <a:pt x="238686" y="5664249"/>
                  <a:pt x="0" y="5425563"/>
                  <a:pt x="0" y="5131130"/>
                </a:cubicBezTo>
                <a:lnTo>
                  <a:pt x="0" y="533119"/>
                </a:lnTo>
                <a:cubicBezTo>
                  <a:pt x="0" y="238686"/>
                  <a:pt x="238686" y="0"/>
                  <a:pt x="533119" y="0"/>
                </a:cubicBez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Slide Number Placeholder 2">
            <a:extLst>
              <a:ext uri="{FF2B5EF4-FFF2-40B4-BE49-F238E27FC236}">
                <a16:creationId xmlns:a16="http://schemas.microsoft.com/office/drawing/2014/main" id="{6760DDE0-FAA7-89DA-B690-ED300BE85255}"/>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D1E3B6CD-84CE-CFB4-03AD-5EBDF7ED7F1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7E40C1D9-DE28-CA0F-CB72-D6101B2804E7}"/>
              </a:ext>
            </a:extLst>
          </p:cNvPr>
          <p:cNvSpPr txBox="1">
            <a:spLocks/>
          </p:cNvSpPr>
          <p:nvPr/>
        </p:nvSpPr>
        <p:spPr>
          <a:xfrm>
            <a:off x="896087" y="518284"/>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The Logit Model</a:t>
            </a:r>
          </a:p>
        </p:txBody>
      </p:sp>
      <p:sp>
        <p:nvSpPr>
          <p:cNvPr id="10" name="Date Placeholder 3 2">
            <a:extLst>
              <a:ext uri="{FF2B5EF4-FFF2-40B4-BE49-F238E27FC236}">
                <a16:creationId xmlns:a16="http://schemas.microsoft.com/office/drawing/2014/main" id="{1CE02D74-DEE2-EFDC-8AB0-409FF5AAF069}"/>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2" name="TextBox 1">
            <a:extLst>
              <a:ext uri="{FF2B5EF4-FFF2-40B4-BE49-F238E27FC236}">
                <a16:creationId xmlns:a16="http://schemas.microsoft.com/office/drawing/2014/main" id="{470AAD06-20A2-4B37-2ACA-365522B32E07}"/>
              </a:ext>
            </a:extLst>
          </p:cNvPr>
          <p:cNvSpPr txBox="1"/>
          <p:nvPr/>
        </p:nvSpPr>
        <p:spPr>
          <a:xfrm>
            <a:off x="896087" y="1193751"/>
            <a:ext cx="427281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To interpret the results, we can (and should) also apply the </a:t>
            </a:r>
            <a:r>
              <a:rPr kumimoji="0" lang="en-US" sz="12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exponential function to the estimated </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parameters to obtain the odds ratios (ORs):</a:t>
            </a: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TextBox 47">
            <a:extLst>
              <a:ext uri="{FF2B5EF4-FFF2-40B4-BE49-F238E27FC236}">
                <a16:creationId xmlns:a16="http://schemas.microsoft.com/office/drawing/2014/main" id="{A815C563-83C9-C4B3-69B7-4B1CAA177AB1}"/>
              </a:ext>
            </a:extLst>
          </p:cNvPr>
          <p:cNvSpPr txBox="1"/>
          <p:nvPr/>
        </p:nvSpPr>
        <p:spPr>
          <a:xfrm>
            <a:off x="896086" y="4227087"/>
            <a:ext cx="389569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ptos" panose="020B0004020202020204"/>
                <a:ea typeface="+mn-ea"/>
                <a:cs typeface="+mn-cs"/>
              </a:rPr>
              <a:t>Results of the logistic regression regarding the probability of acceptance in terms of odds ratios (OR)</a:t>
            </a:r>
            <a:endParaRPr kumimoji="0" lang="en-GB" sz="1200" b="1"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49" name="Group 48" descr="\documentclass{article}&#10;\usepackage{amsmath}&#10;\pagestyle{empty}&#10;\begin{document}&#10;&#10;&#10;\[&#10;\frac{p}{1 - p} =  e^{(\mathbf{x}'\boldsymbol{\beta})} \longrightarrow e^ {(\mathbf{x}'\boldsymbol{\beta} + \beta_j)} =  e^ {(\mathbf{x}'\boldsymbol{\beta})} \cdot e^{(\beta_j)}&#10;\]&#10;&#10;&#10;\end{document}" title="IguanaTex Shape Display">
            <a:extLst>
              <a:ext uri="{FF2B5EF4-FFF2-40B4-BE49-F238E27FC236}">
                <a16:creationId xmlns:a16="http://schemas.microsoft.com/office/drawing/2014/main" id="{15C9C8DC-DC89-7199-3ED3-609765E27E75}"/>
              </a:ext>
            </a:extLst>
          </p:cNvPr>
          <p:cNvGrpSpPr>
            <a:grpSpLocks noChangeAspect="1"/>
          </p:cNvGrpSpPr>
          <p:nvPr>
            <p:custDataLst>
              <p:tags r:id="rId1"/>
            </p:custDataLst>
          </p:nvPr>
        </p:nvGrpSpPr>
        <p:grpSpPr>
          <a:xfrm>
            <a:off x="990347" y="3623084"/>
            <a:ext cx="4114800" cy="435410"/>
            <a:chOff x="8927256" y="6662974"/>
            <a:chExt cx="3331771" cy="352553"/>
          </a:xfrm>
        </p:grpSpPr>
        <p:sp>
          <p:nvSpPr>
            <p:cNvPr id="50" name="Freeform: Shape 49">
              <a:extLst>
                <a:ext uri="{FF2B5EF4-FFF2-40B4-BE49-F238E27FC236}">
                  <a16:creationId xmlns:a16="http://schemas.microsoft.com/office/drawing/2014/main" id="{2D9459C2-68B1-4E0E-A033-909C1E694D21}"/>
                </a:ext>
              </a:extLst>
            </p:cNvPr>
            <p:cNvSpPr/>
            <p:nvPr>
              <p:custDataLst>
                <p:tags r:id="rId48"/>
              </p:custDataLst>
            </p:nvPr>
          </p:nvSpPr>
          <p:spPr>
            <a:xfrm>
              <a:off x="9076866" y="6662974"/>
              <a:ext cx="94193" cy="112198"/>
            </a:xfrm>
            <a:custGeom>
              <a:avLst/>
              <a:gdLst>
                <a:gd name="connsiteX0" fmla="*/ 14045 w 94193"/>
                <a:gd name="connsiteY0" fmla="*/ 99565 h 112198"/>
                <a:gd name="connsiteX1" fmla="*/ 4300 w 94193"/>
                <a:gd name="connsiteY1" fmla="*/ 106798 h 112198"/>
                <a:gd name="connsiteX2" fmla="*/ 150 w 94193"/>
                <a:gd name="connsiteY2" fmla="*/ 110149 h 112198"/>
                <a:gd name="connsiteX3" fmla="*/ 2496 w 94193"/>
                <a:gd name="connsiteY3" fmla="*/ 112266 h 112198"/>
                <a:gd name="connsiteX4" fmla="*/ 17654 w 94193"/>
                <a:gd name="connsiteY4" fmla="*/ 111737 h 112198"/>
                <a:gd name="connsiteX5" fmla="*/ 35518 w 94193"/>
                <a:gd name="connsiteY5" fmla="*/ 112266 h 112198"/>
                <a:gd name="connsiteX6" fmla="*/ 38766 w 94193"/>
                <a:gd name="connsiteY6" fmla="*/ 108738 h 112198"/>
                <a:gd name="connsiteX7" fmla="*/ 34435 w 94193"/>
                <a:gd name="connsiteY7" fmla="*/ 106798 h 112198"/>
                <a:gd name="connsiteX8" fmla="*/ 25413 w 94193"/>
                <a:gd name="connsiteY8" fmla="*/ 103975 h 112198"/>
                <a:gd name="connsiteX9" fmla="*/ 34255 w 94193"/>
                <a:gd name="connsiteY9" fmla="*/ 68692 h 112198"/>
                <a:gd name="connsiteX10" fmla="*/ 50856 w 94193"/>
                <a:gd name="connsiteY10" fmla="*/ 79983 h 112198"/>
                <a:gd name="connsiteX11" fmla="*/ 94343 w 94193"/>
                <a:gd name="connsiteY11" fmla="*/ 28294 h 112198"/>
                <a:gd name="connsiteX12" fmla="*/ 70344 w 94193"/>
                <a:gd name="connsiteY12" fmla="*/ 68 h 112198"/>
                <a:gd name="connsiteX13" fmla="*/ 46705 w 94193"/>
                <a:gd name="connsiteY13" fmla="*/ 13299 h 112198"/>
                <a:gd name="connsiteX14" fmla="*/ 30465 w 94193"/>
                <a:gd name="connsiteY14" fmla="*/ 68 h 112198"/>
                <a:gd name="connsiteX15" fmla="*/ 17112 w 94193"/>
                <a:gd name="connsiteY15" fmla="*/ 10124 h 112198"/>
                <a:gd name="connsiteX16" fmla="*/ 11518 w 94193"/>
                <a:gd name="connsiteY16" fmla="*/ 27236 h 112198"/>
                <a:gd name="connsiteX17" fmla="*/ 13684 w 94193"/>
                <a:gd name="connsiteY17" fmla="*/ 29000 h 112198"/>
                <a:gd name="connsiteX18" fmla="*/ 16751 w 94193"/>
                <a:gd name="connsiteY18" fmla="*/ 24942 h 112198"/>
                <a:gd name="connsiteX19" fmla="*/ 29924 w 94193"/>
                <a:gd name="connsiteY19" fmla="*/ 3949 h 112198"/>
                <a:gd name="connsiteX20" fmla="*/ 35518 w 94193"/>
                <a:gd name="connsiteY20" fmla="*/ 12064 h 112198"/>
                <a:gd name="connsiteX21" fmla="*/ 34255 w 94193"/>
                <a:gd name="connsiteY21" fmla="*/ 21061 h 112198"/>
                <a:gd name="connsiteX22" fmla="*/ 14045 w 94193"/>
                <a:gd name="connsiteY22" fmla="*/ 99565 h 112198"/>
                <a:gd name="connsiteX23" fmla="*/ 45803 w 94193"/>
                <a:gd name="connsiteY23" fmla="*/ 23002 h 112198"/>
                <a:gd name="connsiteX24" fmla="*/ 55186 w 94193"/>
                <a:gd name="connsiteY24" fmla="*/ 10653 h 112198"/>
                <a:gd name="connsiteX25" fmla="*/ 69803 w 94193"/>
                <a:gd name="connsiteY25" fmla="*/ 3949 h 112198"/>
                <a:gd name="connsiteX26" fmla="*/ 81351 w 94193"/>
                <a:gd name="connsiteY26" fmla="*/ 20532 h 112198"/>
                <a:gd name="connsiteX27" fmla="*/ 72148 w 94193"/>
                <a:gd name="connsiteY27" fmla="*/ 57931 h 112198"/>
                <a:gd name="connsiteX28" fmla="*/ 50675 w 94193"/>
                <a:gd name="connsiteY28" fmla="*/ 76102 h 112198"/>
                <a:gd name="connsiteX29" fmla="*/ 36420 w 94193"/>
                <a:gd name="connsiteY29" fmla="*/ 60401 h 112198"/>
                <a:gd name="connsiteX30" fmla="*/ 36961 w 94193"/>
                <a:gd name="connsiteY30" fmla="*/ 57578 h 112198"/>
                <a:gd name="connsiteX31" fmla="*/ 45803 w 94193"/>
                <a:gd name="connsiteY31" fmla="*/ 23002 h 11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193" h="112198">
                  <a:moveTo>
                    <a:pt x="14045" y="99565"/>
                  </a:moveTo>
                  <a:cubicBezTo>
                    <a:pt x="12601" y="105563"/>
                    <a:pt x="12240" y="106798"/>
                    <a:pt x="4300" y="106798"/>
                  </a:cubicBezTo>
                  <a:cubicBezTo>
                    <a:pt x="2135" y="106798"/>
                    <a:pt x="150" y="106798"/>
                    <a:pt x="150" y="110149"/>
                  </a:cubicBezTo>
                  <a:cubicBezTo>
                    <a:pt x="150" y="111561"/>
                    <a:pt x="1052" y="112266"/>
                    <a:pt x="2496" y="112266"/>
                  </a:cubicBezTo>
                  <a:cubicBezTo>
                    <a:pt x="7368" y="112266"/>
                    <a:pt x="12601" y="111737"/>
                    <a:pt x="17654" y="111737"/>
                  </a:cubicBezTo>
                  <a:cubicBezTo>
                    <a:pt x="23608" y="111737"/>
                    <a:pt x="29743" y="112266"/>
                    <a:pt x="35518" y="112266"/>
                  </a:cubicBezTo>
                  <a:cubicBezTo>
                    <a:pt x="36420" y="112266"/>
                    <a:pt x="38766" y="112266"/>
                    <a:pt x="38766" y="108738"/>
                  </a:cubicBezTo>
                  <a:cubicBezTo>
                    <a:pt x="38766" y="106798"/>
                    <a:pt x="36961" y="106798"/>
                    <a:pt x="34435" y="106798"/>
                  </a:cubicBezTo>
                  <a:cubicBezTo>
                    <a:pt x="25413" y="106798"/>
                    <a:pt x="25413" y="105563"/>
                    <a:pt x="25413" y="103975"/>
                  </a:cubicBezTo>
                  <a:cubicBezTo>
                    <a:pt x="25413" y="101858"/>
                    <a:pt x="32991" y="73103"/>
                    <a:pt x="34255" y="68692"/>
                  </a:cubicBezTo>
                  <a:cubicBezTo>
                    <a:pt x="36600" y="73808"/>
                    <a:pt x="41653" y="79983"/>
                    <a:pt x="50856" y="79983"/>
                  </a:cubicBezTo>
                  <a:cubicBezTo>
                    <a:pt x="71788" y="79983"/>
                    <a:pt x="94343" y="54227"/>
                    <a:pt x="94343" y="28294"/>
                  </a:cubicBezTo>
                  <a:cubicBezTo>
                    <a:pt x="94343" y="11711"/>
                    <a:pt x="84058" y="68"/>
                    <a:pt x="70344" y="68"/>
                  </a:cubicBezTo>
                  <a:cubicBezTo>
                    <a:pt x="61322" y="68"/>
                    <a:pt x="52660" y="6419"/>
                    <a:pt x="46705" y="13299"/>
                  </a:cubicBezTo>
                  <a:cubicBezTo>
                    <a:pt x="44901" y="3773"/>
                    <a:pt x="37142" y="68"/>
                    <a:pt x="30465" y="68"/>
                  </a:cubicBezTo>
                  <a:cubicBezTo>
                    <a:pt x="22165" y="68"/>
                    <a:pt x="18736" y="6948"/>
                    <a:pt x="17112" y="10124"/>
                  </a:cubicBezTo>
                  <a:cubicBezTo>
                    <a:pt x="13864" y="16122"/>
                    <a:pt x="11518" y="26706"/>
                    <a:pt x="11518" y="27236"/>
                  </a:cubicBezTo>
                  <a:cubicBezTo>
                    <a:pt x="11518" y="29000"/>
                    <a:pt x="13323" y="29000"/>
                    <a:pt x="13684" y="29000"/>
                  </a:cubicBezTo>
                  <a:cubicBezTo>
                    <a:pt x="15488" y="29000"/>
                    <a:pt x="15669" y="28823"/>
                    <a:pt x="16751" y="24942"/>
                  </a:cubicBezTo>
                  <a:cubicBezTo>
                    <a:pt x="19819" y="12417"/>
                    <a:pt x="23428" y="3949"/>
                    <a:pt x="29924" y="3949"/>
                  </a:cubicBezTo>
                  <a:cubicBezTo>
                    <a:pt x="32991" y="3949"/>
                    <a:pt x="35518" y="5360"/>
                    <a:pt x="35518" y="12064"/>
                  </a:cubicBezTo>
                  <a:cubicBezTo>
                    <a:pt x="35518" y="16122"/>
                    <a:pt x="34976" y="18062"/>
                    <a:pt x="34255" y="21061"/>
                  </a:cubicBezTo>
                  <a:lnTo>
                    <a:pt x="14045" y="99565"/>
                  </a:lnTo>
                  <a:close/>
                  <a:moveTo>
                    <a:pt x="45803" y="23002"/>
                  </a:moveTo>
                  <a:cubicBezTo>
                    <a:pt x="47066" y="18238"/>
                    <a:pt x="51938" y="13299"/>
                    <a:pt x="55186" y="10653"/>
                  </a:cubicBezTo>
                  <a:cubicBezTo>
                    <a:pt x="61502" y="5184"/>
                    <a:pt x="66735" y="3949"/>
                    <a:pt x="69803" y="3949"/>
                  </a:cubicBezTo>
                  <a:cubicBezTo>
                    <a:pt x="77021" y="3949"/>
                    <a:pt x="81351" y="10124"/>
                    <a:pt x="81351" y="20532"/>
                  </a:cubicBezTo>
                  <a:cubicBezTo>
                    <a:pt x="81351" y="30940"/>
                    <a:pt x="75397" y="51228"/>
                    <a:pt x="72148" y="57931"/>
                  </a:cubicBezTo>
                  <a:cubicBezTo>
                    <a:pt x="66013" y="70280"/>
                    <a:pt x="57352" y="76102"/>
                    <a:pt x="50675" y="76102"/>
                  </a:cubicBezTo>
                  <a:cubicBezTo>
                    <a:pt x="38766" y="76102"/>
                    <a:pt x="36420" y="61460"/>
                    <a:pt x="36420" y="60401"/>
                  </a:cubicBezTo>
                  <a:cubicBezTo>
                    <a:pt x="36420" y="60048"/>
                    <a:pt x="36420" y="59695"/>
                    <a:pt x="36961" y="57578"/>
                  </a:cubicBezTo>
                  <a:lnTo>
                    <a:pt x="45803" y="230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 name="Freeform: Shape 50">
              <a:extLst>
                <a:ext uri="{FF2B5EF4-FFF2-40B4-BE49-F238E27FC236}">
                  <a16:creationId xmlns:a16="http://schemas.microsoft.com/office/drawing/2014/main" id="{18CCE8C4-B9E8-8892-6C7A-93ED52B49325}"/>
                </a:ext>
              </a:extLst>
            </p:cNvPr>
            <p:cNvSpPr/>
            <p:nvPr>
              <p:custDataLst>
                <p:tags r:id="rId49"/>
              </p:custDataLst>
            </p:nvPr>
          </p:nvSpPr>
          <p:spPr>
            <a:xfrm>
              <a:off x="8927256" y="6812662"/>
              <a:ext cx="401555" cy="7056"/>
            </a:xfrm>
            <a:custGeom>
              <a:avLst/>
              <a:gdLst>
                <a:gd name="connsiteX0" fmla="*/ 0 w 401555"/>
                <a:gd name="connsiteY0" fmla="*/ 0 h 7056"/>
                <a:gd name="connsiteX1" fmla="*/ 401555 w 401555"/>
                <a:gd name="connsiteY1" fmla="*/ 0 h 7056"/>
                <a:gd name="connsiteX2" fmla="*/ 401555 w 401555"/>
                <a:gd name="connsiteY2" fmla="*/ 7056 h 7056"/>
                <a:gd name="connsiteX3" fmla="*/ 0 w 401555"/>
                <a:gd name="connsiteY3" fmla="*/ 7056 h 7056"/>
              </a:gdLst>
              <a:ahLst/>
              <a:cxnLst>
                <a:cxn ang="0">
                  <a:pos x="connsiteX0" y="connsiteY0"/>
                </a:cxn>
                <a:cxn ang="0">
                  <a:pos x="connsiteX1" y="connsiteY1"/>
                </a:cxn>
                <a:cxn ang="0">
                  <a:pos x="connsiteX2" y="connsiteY2"/>
                </a:cxn>
                <a:cxn ang="0">
                  <a:pos x="connsiteX3" y="connsiteY3"/>
                </a:cxn>
              </a:cxnLst>
              <a:rect l="l" t="t" r="r" b="b"/>
              <a:pathLst>
                <a:path w="401555" h="7056">
                  <a:moveTo>
                    <a:pt x="0" y="0"/>
                  </a:moveTo>
                  <a:lnTo>
                    <a:pt x="401555" y="0"/>
                  </a:lnTo>
                  <a:lnTo>
                    <a:pt x="401555" y="7056"/>
                  </a:lnTo>
                  <a:lnTo>
                    <a:pt x="0" y="705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 name="Freeform: Shape 51">
              <a:extLst>
                <a:ext uri="{FF2B5EF4-FFF2-40B4-BE49-F238E27FC236}">
                  <a16:creationId xmlns:a16="http://schemas.microsoft.com/office/drawing/2014/main" id="{B32D725D-0508-621B-6656-8113A7420102}"/>
                </a:ext>
              </a:extLst>
            </p:cNvPr>
            <p:cNvSpPr/>
            <p:nvPr>
              <p:custDataLst>
                <p:tags r:id="rId50"/>
              </p:custDataLst>
            </p:nvPr>
          </p:nvSpPr>
          <p:spPr>
            <a:xfrm>
              <a:off x="8943316" y="6863812"/>
              <a:ext cx="59547" cy="117490"/>
            </a:xfrm>
            <a:custGeom>
              <a:avLst/>
              <a:gdLst>
                <a:gd name="connsiteX0" fmla="*/ 37133 w 59547"/>
                <a:gd name="connsiteY0" fmla="*/ 4668 h 117490"/>
                <a:gd name="connsiteX1" fmla="*/ 32983 w 59547"/>
                <a:gd name="connsiteY1" fmla="*/ 82 h 117490"/>
                <a:gd name="connsiteX2" fmla="*/ 142 w 59547"/>
                <a:gd name="connsiteY2" fmla="*/ 11372 h 117490"/>
                <a:gd name="connsiteX3" fmla="*/ 142 w 59547"/>
                <a:gd name="connsiteY3" fmla="*/ 16841 h 117490"/>
                <a:gd name="connsiteX4" fmla="*/ 23780 w 59547"/>
                <a:gd name="connsiteY4" fmla="*/ 12254 h 117490"/>
                <a:gd name="connsiteX5" fmla="*/ 23780 w 59547"/>
                <a:gd name="connsiteY5" fmla="*/ 103636 h 117490"/>
                <a:gd name="connsiteX6" fmla="*/ 6999 w 59547"/>
                <a:gd name="connsiteY6" fmla="*/ 112103 h 117490"/>
                <a:gd name="connsiteX7" fmla="*/ 1224 w 59547"/>
                <a:gd name="connsiteY7" fmla="*/ 112103 h 117490"/>
                <a:gd name="connsiteX8" fmla="*/ 1224 w 59547"/>
                <a:gd name="connsiteY8" fmla="*/ 117572 h 117490"/>
                <a:gd name="connsiteX9" fmla="*/ 30457 w 59547"/>
                <a:gd name="connsiteY9" fmla="*/ 117043 h 117490"/>
                <a:gd name="connsiteX10" fmla="*/ 59689 w 59547"/>
                <a:gd name="connsiteY10" fmla="*/ 117572 h 117490"/>
                <a:gd name="connsiteX11" fmla="*/ 59689 w 59547"/>
                <a:gd name="connsiteY11" fmla="*/ 112103 h 117490"/>
                <a:gd name="connsiteX12" fmla="*/ 53915 w 59547"/>
                <a:gd name="connsiteY12" fmla="*/ 112103 h 117490"/>
                <a:gd name="connsiteX13" fmla="*/ 37133 w 59547"/>
                <a:gd name="connsiteY13" fmla="*/ 103636 h 117490"/>
                <a:gd name="connsiteX14" fmla="*/ 37133 w 59547"/>
                <a:gd name="connsiteY14" fmla="*/ 4668 h 117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547" h="117490">
                  <a:moveTo>
                    <a:pt x="37133" y="4668"/>
                  </a:moveTo>
                  <a:cubicBezTo>
                    <a:pt x="37133" y="434"/>
                    <a:pt x="37133" y="82"/>
                    <a:pt x="32983" y="82"/>
                  </a:cubicBezTo>
                  <a:cubicBezTo>
                    <a:pt x="21795" y="11372"/>
                    <a:pt x="5916" y="11372"/>
                    <a:pt x="142" y="11372"/>
                  </a:cubicBezTo>
                  <a:lnTo>
                    <a:pt x="142" y="16841"/>
                  </a:lnTo>
                  <a:cubicBezTo>
                    <a:pt x="3751" y="16841"/>
                    <a:pt x="14397" y="16841"/>
                    <a:pt x="23780" y="12254"/>
                  </a:cubicBezTo>
                  <a:lnTo>
                    <a:pt x="23780" y="103636"/>
                  </a:lnTo>
                  <a:cubicBezTo>
                    <a:pt x="23780" y="109987"/>
                    <a:pt x="23239" y="112103"/>
                    <a:pt x="6999" y="112103"/>
                  </a:cubicBezTo>
                  <a:lnTo>
                    <a:pt x="1224" y="112103"/>
                  </a:lnTo>
                  <a:lnTo>
                    <a:pt x="1224" y="117572"/>
                  </a:lnTo>
                  <a:cubicBezTo>
                    <a:pt x="7540" y="117043"/>
                    <a:pt x="23239" y="117043"/>
                    <a:pt x="30457" y="117043"/>
                  </a:cubicBezTo>
                  <a:cubicBezTo>
                    <a:pt x="37675" y="117043"/>
                    <a:pt x="53373" y="117043"/>
                    <a:pt x="59689" y="117572"/>
                  </a:cubicBezTo>
                  <a:lnTo>
                    <a:pt x="59689" y="112103"/>
                  </a:lnTo>
                  <a:lnTo>
                    <a:pt x="53915" y="112103"/>
                  </a:lnTo>
                  <a:cubicBezTo>
                    <a:pt x="37675" y="112103"/>
                    <a:pt x="37133" y="110163"/>
                    <a:pt x="37133" y="103636"/>
                  </a:cubicBezTo>
                  <a:lnTo>
                    <a:pt x="37133" y="466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 name="Freeform: Shape 52">
              <a:extLst>
                <a:ext uri="{FF2B5EF4-FFF2-40B4-BE49-F238E27FC236}">
                  <a16:creationId xmlns:a16="http://schemas.microsoft.com/office/drawing/2014/main" id="{88457500-3ADB-3D34-C912-615A663FC252}"/>
                </a:ext>
              </a:extLst>
            </p:cNvPr>
            <p:cNvSpPr/>
            <p:nvPr>
              <p:custDataLst>
                <p:tags r:id="rId51"/>
              </p:custDataLst>
            </p:nvPr>
          </p:nvSpPr>
          <p:spPr>
            <a:xfrm>
              <a:off x="9072556" y="6933672"/>
              <a:ext cx="110253" cy="7056"/>
            </a:xfrm>
            <a:custGeom>
              <a:avLst/>
              <a:gdLst>
                <a:gd name="connsiteX0" fmla="*/ 104086 w 110253"/>
                <a:gd name="connsiteY0" fmla="*/ 7138 h 7056"/>
                <a:gd name="connsiteX1" fmla="*/ 110402 w 110253"/>
                <a:gd name="connsiteY1" fmla="*/ 3610 h 7056"/>
                <a:gd name="connsiteX2" fmla="*/ 104086 w 110253"/>
                <a:gd name="connsiteY2" fmla="*/ 82 h 7056"/>
                <a:gd name="connsiteX3" fmla="*/ 6464 w 110253"/>
                <a:gd name="connsiteY3" fmla="*/ 82 h 7056"/>
                <a:gd name="connsiteX4" fmla="*/ 149 w 110253"/>
                <a:gd name="connsiteY4" fmla="*/ 3610 h 7056"/>
                <a:gd name="connsiteX5" fmla="*/ 6464 w 110253"/>
                <a:gd name="connsiteY5" fmla="*/ 7138 h 7056"/>
                <a:gd name="connsiteX6" fmla="*/ 104086 w 110253"/>
                <a:gd name="connsiteY6" fmla="*/ 7138 h 7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253" h="7056">
                  <a:moveTo>
                    <a:pt x="104086" y="7138"/>
                  </a:moveTo>
                  <a:cubicBezTo>
                    <a:pt x="107154" y="7138"/>
                    <a:pt x="110402" y="7138"/>
                    <a:pt x="110402" y="3610"/>
                  </a:cubicBezTo>
                  <a:cubicBezTo>
                    <a:pt x="110402" y="82"/>
                    <a:pt x="107154" y="82"/>
                    <a:pt x="104086" y="82"/>
                  </a:cubicBezTo>
                  <a:lnTo>
                    <a:pt x="6464" y="82"/>
                  </a:lnTo>
                  <a:cubicBezTo>
                    <a:pt x="3397" y="82"/>
                    <a:pt x="149" y="82"/>
                    <a:pt x="149" y="3610"/>
                  </a:cubicBezTo>
                  <a:cubicBezTo>
                    <a:pt x="149" y="7138"/>
                    <a:pt x="3397" y="7138"/>
                    <a:pt x="6464" y="7138"/>
                  </a:cubicBezTo>
                  <a:lnTo>
                    <a:pt x="104086" y="713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4" name="Freeform: Shape 53">
              <a:extLst>
                <a:ext uri="{FF2B5EF4-FFF2-40B4-BE49-F238E27FC236}">
                  <a16:creationId xmlns:a16="http://schemas.microsoft.com/office/drawing/2014/main" id="{EBD1A9C4-617F-465D-FE6F-5CC6E179C248}"/>
                </a:ext>
              </a:extLst>
            </p:cNvPr>
            <p:cNvSpPr/>
            <p:nvPr>
              <p:custDataLst>
                <p:tags r:id="rId52"/>
              </p:custDataLst>
            </p:nvPr>
          </p:nvSpPr>
          <p:spPr>
            <a:xfrm>
              <a:off x="9232251" y="6903329"/>
              <a:ext cx="94193" cy="112198"/>
            </a:xfrm>
            <a:custGeom>
              <a:avLst/>
              <a:gdLst>
                <a:gd name="connsiteX0" fmla="*/ 14053 w 94193"/>
                <a:gd name="connsiteY0" fmla="*/ 99578 h 112198"/>
                <a:gd name="connsiteX1" fmla="*/ 4309 w 94193"/>
                <a:gd name="connsiteY1" fmla="*/ 106811 h 112198"/>
                <a:gd name="connsiteX2" fmla="*/ 159 w 94193"/>
                <a:gd name="connsiteY2" fmla="*/ 110163 h 112198"/>
                <a:gd name="connsiteX3" fmla="*/ 2505 w 94193"/>
                <a:gd name="connsiteY3" fmla="*/ 112280 h 112198"/>
                <a:gd name="connsiteX4" fmla="*/ 17662 w 94193"/>
                <a:gd name="connsiteY4" fmla="*/ 111751 h 112198"/>
                <a:gd name="connsiteX5" fmla="*/ 35526 w 94193"/>
                <a:gd name="connsiteY5" fmla="*/ 112280 h 112198"/>
                <a:gd name="connsiteX6" fmla="*/ 38774 w 94193"/>
                <a:gd name="connsiteY6" fmla="*/ 108752 h 112198"/>
                <a:gd name="connsiteX7" fmla="*/ 34444 w 94193"/>
                <a:gd name="connsiteY7" fmla="*/ 106811 h 112198"/>
                <a:gd name="connsiteX8" fmla="*/ 25421 w 94193"/>
                <a:gd name="connsiteY8" fmla="*/ 103988 h 112198"/>
                <a:gd name="connsiteX9" fmla="*/ 34263 w 94193"/>
                <a:gd name="connsiteY9" fmla="*/ 68706 h 112198"/>
                <a:gd name="connsiteX10" fmla="*/ 50864 w 94193"/>
                <a:gd name="connsiteY10" fmla="*/ 79996 h 112198"/>
                <a:gd name="connsiteX11" fmla="*/ 94352 w 94193"/>
                <a:gd name="connsiteY11" fmla="*/ 28308 h 112198"/>
                <a:gd name="connsiteX12" fmla="*/ 70353 w 94193"/>
                <a:gd name="connsiteY12" fmla="*/ 82 h 112198"/>
                <a:gd name="connsiteX13" fmla="*/ 46714 w 94193"/>
                <a:gd name="connsiteY13" fmla="*/ 13312 h 112198"/>
                <a:gd name="connsiteX14" fmla="*/ 30474 w 94193"/>
                <a:gd name="connsiteY14" fmla="*/ 82 h 112198"/>
                <a:gd name="connsiteX15" fmla="*/ 17121 w 94193"/>
                <a:gd name="connsiteY15" fmla="*/ 10137 h 112198"/>
                <a:gd name="connsiteX16" fmla="*/ 11527 w 94193"/>
                <a:gd name="connsiteY16" fmla="*/ 27249 h 112198"/>
                <a:gd name="connsiteX17" fmla="*/ 13692 w 94193"/>
                <a:gd name="connsiteY17" fmla="*/ 29013 h 112198"/>
                <a:gd name="connsiteX18" fmla="*/ 16760 w 94193"/>
                <a:gd name="connsiteY18" fmla="*/ 24956 h 112198"/>
                <a:gd name="connsiteX19" fmla="*/ 29932 w 94193"/>
                <a:gd name="connsiteY19" fmla="*/ 3963 h 112198"/>
                <a:gd name="connsiteX20" fmla="*/ 35526 w 94193"/>
                <a:gd name="connsiteY20" fmla="*/ 12078 h 112198"/>
                <a:gd name="connsiteX21" fmla="*/ 34263 w 94193"/>
                <a:gd name="connsiteY21" fmla="*/ 21075 h 112198"/>
                <a:gd name="connsiteX22" fmla="*/ 14053 w 94193"/>
                <a:gd name="connsiteY22" fmla="*/ 99578 h 112198"/>
                <a:gd name="connsiteX23" fmla="*/ 45812 w 94193"/>
                <a:gd name="connsiteY23" fmla="*/ 23015 h 112198"/>
                <a:gd name="connsiteX24" fmla="*/ 55195 w 94193"/>
                <a:gd name="connsiteY24" fmla="*/ 10666 h 112198"/>
                <a:gd name="connsiteX25" fmla="*/ 69811 w 94193"/>
                <a:gd name="connsiteY25" fmla="*/ 3963 h 112198"/>
                <a:gd name="connsiteX26" fmla="*/ 81360 w 94193"/>
                <a:gd name="connsiteY26" fmla="*/ 20545 h 112198"/>
                <a:gd name="connsiteX27" fmla="*/ 72157 w 94193"/>
                <a:gd name="connsiteY27" fmla="*/ 57945 h 112198"/>
                <a:gd name="connsiteX28" fmla="*/ 50684 w 94193"/>
                <a:gd name="connsiteY28" fmla="*/ 76115 h 112198"/>
                <a:gd name="connsiteX29" fmla="*/ 36429 w 94193"/>
                <a:gd name="connsiteY29" fmla="*/ 60415 h 112198"/>
                <a:gd name="connsiteX30" fmla="*/ 36970 w 94193"/>
                <a:gd name="connsiteY30" fmla="*/ 57592 h 112198"/>
                <a:gd name="connsiteX31" fmla="*/ 45812 w 94193"/>
                <a:gd name="connsiteY31" fmla="*/ 23015 h 11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193" h="112198">
                  <a:moveTo>
                    <a:pt x="14053" y="99578"/>
                  </a:moveTo>
                  <a:cubicBezTo>
                    <a:pt x="12610" y="105576"/>
                    <a:pt x="12249" y="106811"/>
                    <a:pt x="4309" y="106811"/>
                  </a:cubicBezTo>
                  <a:cubicBezTo>
                    <a:pt x="2144" y="106811"/>
                    <a:pt x="159" y="106811"/>
                    <a:pt x="159" y="110163"/>
                  </a:cubicBezTo>
                  <a:cubicBezTo>
                    <a:pt x="159" y="111574"/>
                    <a:pt x="1061" y="112280"/>
                    <a:pt x="2505" y="112280"/>
                  </a:cubicBezTo>
                  <a:cubicBezTo>
                    <a:pt x="7377" y="112280"/>
                    <a:pt x="12610" y="111751"/>
                    <a:pt x="17662" y="111751"/>
                  </a:cubicBezTo>
                  <a:cubicBezTo>
                    <a:pt x="23617" y="111751"/>
                    <a:pt x="29752" y="112280"/>
                    <a:pt x="35526" y="112280"/>
                  </a:cubicBezTo>
                  <a:cubicBezTo>
                    <a:pt x="36429" y="112280"/>
                    <a:pt x="38774" y="112280"/>
                    <a:pt x="38774" y="108752"/>
                  </a:cubicBezTo>
                  <a:cubicBezTo>
                    <a:pt x="38774" y="106811"/>
                    <a:pt x="36970" y="106811"/>
                    <a:pt x="34444" y="106811"/>
                  </a:cubicBezTo>
                  <a:cubicBezTo>
                    <a:pt x="25421" y="106811"/>
                    <a:pt x="25421" y="105576"/>
                    <a:pt x="25421" y="103988"/>
                  </a:cubicBezTo>
                  <a:cubicBezTo>
                    <a:pt x="25421" y="101872"/>
                    <a:pt x="33000" y="73116"/>
                    <a:pt x="34263" y="68706"/>
                  </a:cubicBezTo>
                  <a:cubicBezTo>
                    <a:pt x="36609" y="73822"/>
                    <a:pt x="41662" y="79996"/>
                    <a:pt x="50864" y="79996"/>
                  </a:cubicBezTo>
                  <a:cubicBezTo>
                    <a:pt x="71796" y="79996"/>
                    <a:pt x="94352" y="54240"/>
                    <a:pt x="94352" y="28308"/>
                  </a:cubicBezTo>
                  <a:cubicBezTo>
                    <a:pt x="94352" y="11725"/>
                    <a:pt x="84067" y="82"/>
                    <a:pt x="70353" y="82"/>
                  </a:cubicBezTo>
                  <a:cubicBezTo>
                    <a:pt x="61330" y="82"/>
                    <a:pt x="52669" y="6432"/>
                    <a:pt x="46714" y="13312"/>
                  </a:cubicBezTo>
                  <a:cubicBezTo>
                    <a:pt x="44910" y="3786"/>
                    <a:pt x="37150" y="82"/>
                    <a:pt x="30474" y="82"/>
                  </a:cubicBezTo>
                  <a:cubicBezTo>
                    <a:pt x="22173" y="82"/>
                    <a:pt x="18745" y="6962"/>
                    <a:pt x="17121" y="10137"/>
                  </a:cubicBezTo>
                  <a:cubicBezTo>
                    <a:pt x="13873" y="16135"/>
                    <a:pt x="11527" y="26720"/>
                    <a:pt x="11527" y="27249"/>
                  </a:cubicBezTo>
                  <a:cubicBezTo>
                    <a:pt x="11527" y="29013"/>
                    <a:pt x="13331" y="29013"/>
                    <a:pt x="13692" y="29013"/>
                  </a:cubicBezTo>
                  <a:cubicBezTo>
                    <a:pt x="15497" y="29013"/>
                    <a:pt x="15677" y="28837"/>
                    <a:pt x="16760" y="24956"/>
                  </a:cubicBezTo>
                  <a:cubicBezTo>
                    <a:pt x="19827" y="12430"/>
                    <a:pt x="23436" y="3963"/>
                    <a:pt x="29932" y="3963"/>
                  </a:cubicBezTo>
                  <a:cubicBezTo>
                    <a:pt x="33000" y="3963"/>
                    <a:pt x="35526" y="5374"/>
                    <a:pt x="35526" y="12078"/>
                  </a:cubicBezTo>
                  <a:cubicBezTo>
                    <a:pt x="35526" y="16135"/>
                    <a:pt x="34985" y="18076"/>
                    <a:pt x="34263" y="21075"/>
                  </a:cubicBezTo>
                  <a:lnTo>
                    <a:pt x="14053" y="99578"/>
                  </a:lnTo>
                  <a:close/>
                  <a:moveTo>
                    <a:pt x="45812" y="23015"/>
                  </a:moveTo>
                  <a:cubicBezTo>
                    <a:pt x="47075" y="18252"/>
                    <a:pt x="51947" y="13312"/>
                    <a:pt x="55195" y="10666"/>
                  </a:cubicBezTo>
                  <a:cubicBezTo>
                    <a:pt x="61511" y="5198"/>
                    <a:pt x="66744" y="3963"/>
                    <a:pt x="69811" y="3963"/>
                  </a:cubicBezTo>
                  <a:cubicBezTo>
                    <a:pt x="77029" y="3963"/>
                    <a:pt x="81360" y="10137"/>
                    <a:pt x="81360" y="20545"/>
                  </a:cubicBezTo>
                  <a:cubicBezTo>
                    <a:pt x="81360" y="30954"/>
                    <a:pt x="75405" y="51241"/>
                    <a:pt x="72157" y="57945"/>
                  </a:cubicBezTo>
                  <a:cubicBezTo>
                    <a:pt x="66022" y="70294"/>
                    <a:pt x="57360" y="76115"/>
                    <a:pt x="50684" y="76115"/>
                  </a:cubicBezTo>
                  <a:cubicBezTo>
                    <a:pt x="38774" y="76115"/>
                    <a:pt x="36429" y="61473"/>
                    <a:pt x="36429" y="60415"/>
                  </a:cubicBezTo>
                  <a:cubicBezTo>
                    <a:pt x="36429" y="60062"/>
                    <a:pt x="36429" y="59709"/>
                    <a:pt x="36970" y="57592"/>
                  </a:cubicBezTo>
                  <a:lnTo>
                    <a:pt x="45812" y="23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 name="Freeform: Shape 54">
              <a:extLst>
                <a:ext uri="{FF2B5EF4-FFF2-40B4-BE49-F238E27FC236}">
                  <a16:creationId xmlns:a16="http://schemas.microsoft.com/office/drawing/2014/main" id="{22226A04-9EF4-D43A-E9E1-95E837881244}"/>
                </a:ext>
              </a:extLst>
            </p:cNvPr>
            <p:cNvSpPr/>
            <p:nvPr>
              <p:custDataLst>
                <p:tags r:id="rId53"/>
              </p:custDataLst>
            </p:nvPr>
          </p:nvSpPr>
          <p:spPr>
            <a:xfrm>
              <a:off x="9410694" y="6795550"/>
              <a:ext cx="119997" cy="41280"/>
            </a:xfrm>
            <a:custGeom>
              <a:avLst/>
              <a:gdLst>
                <a:gd name="connsiteX0" fmla="*/ 114030 w 119997"/>
                <a:gd name="connsiteY0" fmla="*/ 7131 h 41280"/>
                <a:gd name="connsiteX1" fmla="*/ 120165 w 119997"/>
                <a:gd name="connsiteY1" fmla="*/ 3603 h 41280"/>
                <a:gd name="connsiteX2" fmla="*/ 114210 w 119997"/>
                <a:gd name="connsiteY2" fmla="*/ 75 h 41280"/>
                <a:gd name="connsiteX3" fmla="*/ 6122 w 119997"/>
                <a:gd name="connsiteY3" fmla="*/ 75 h 41280"/>
                <a:gd name="connsiteX4" fmla="*/ 168 w 119997"/>
                <a:gd name="connsiteY4" fmla="*/ 3603 h 41280"/>
                <a:gd name="connsiteX5" fmla="*/ 6303 w 119997"/>
                <a:gd name="connsiteY5" fmla="*/ 7131 h 41280"/>
                <a:gd name="connsiteX6" fmla="*/ 114030 w 119997"/>
                <a:gd name="connsiteY6" fmla="*/ 7131 h 41280"/>
                <a:gd name="connsiteX7" fmla="*/ 114210 w 119997"/>
                <a:gd name="connsiteY7" fmla="*/ 41355 h 41280"/>
                <a:gd name="connsiteX8" fmla="*/ 120165 w 119997"/>
                <a:gd name="connsiteY8" fmla="*/ 37827 h 41280"/>
                <a:gd name="connsiteX9" fmla="*/ 114030 w 119997"/>
                <a:gd name="connsiteY9" fmla="*/ 34299 h 41280"/>
                <a:gd name="connsiteX10" fmla="*/ 6303 w 119997"/>
                <a:gd name="connsiteY10" fmla="*/ 34299 h 41280"/>
                <a:gd name="connsiteX11" fmla="*/ 168 w 119997"/>
                <a:gd name="connsiteY11" fmla="*/ 37827 h 41280"/>
                <a:gd name="connsiteX12" fmla="*/ 6122 w 119997"/>
                <a:gd name="connsiteY12" fmla="*/ 41355 h 41280"/>
                <a:gd name="connsiteX13" fmla="*/ 114210 w 119997"/>
                <a:gd name="connsiteY13" fmla="*/ 41355 h 4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9997" h="41280">
                  <a:moveTo>
                    <a:pt x="114030" y="7131"/>
                  </a:moveTo>
                  <a:cubicBezTo>
                    <a:pt x="116736" y="7131"/>
                    <a:pt x="120165" y="7131"/>
                    <a:pt x="120165" y="3603"/>
                  </a:cubicBezTo>
                  <a:cubicBezTo>
                    <a:pt x="120165" y="75"/>
                    <a:pt x="116736" y="75"/>
                    <a:pt x="114210" y="75"/>
                  </a:cubicBezTo>
                  <a:lnTo>
                    <a:pt x="6122" y="75"/>
                  </a:lnTo>
                  <a:cubicBezTo>
                    <a:pt x="3596" y="75"/>
                    <a:pt x="168" y="75"/>
                    <a:pt x="168" y="3603"/>
                  </a:cubicBezTo>
                  <a:cubicBezTo>
                    <a:pt x="168" y="7131"/>
                    <a:pt x="3596" y="7131"/>
                    <a:pt x="6303" y="7131"/>
                  </a:cubicBezTo>
                  <a:lnTo>
                    <a:pt x="114030" y="7131"/>
                  </a:lnTo>
                  <a:close/>
                  <a:moveTo>
                    <a:pt x="114210" y="41355"/>
                  </a:moveTo>
                  <a:cubicBezTo>
                    <a:pt x="116736" y="41355"/>
                    <a:pt x="120165" y="41355"/>
                    <a:pt x="120165" y="37827"/>
                  </a:cubicBezTo>
                  <a:cubicBezTo>
                    <a:pt x="120165" y="34299"/>
                    <a:pt x="116736" y="34299"/>
                    <a:pt x="114030" y="34299"/>
                  </a:cubicBezTo>
                  <a:lnTo>
                    <a:pt x="6303" y="34299"/>
                  </a:lnTo>
                  <a:cubicBezTo>
                    <a:pt x="3596" y="34299"/>
                    <a:pt x="168" y="34299"/>
                    <a:pt x="168" y="37827"/>
                  </a:cubicBezTo>
                  <a:cubicBezTo>
                    <a:pt x="168" y="41355"/>
                    <a:pt x="3596" y="41355"/>
                    <a:pt x="6122" y="41355"/>
                  </a:cubicBezTo>
                  <a:lnTo>
                    <a:pt x="114210" y="413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6" name="Freeform: Shape 55">
              <a:extLst>
                <a:ext uri="{FF2B5EF4-FFF2-40B4-BE49-F238E27FC236}">
                  <a16:creationId xmlns:a16="http://schemas.microsoft.com/office/drawing/2014/main" id="{89AF7A6B-55FC-F2BF-64E8-F66EA417CB3C}"/>
                </a:ext>
              </a:extLst>
            </p:cNvPr>
            <p:cNvSpPr/>
            <p:nvPr>
              <p:custDataLst>
                <p:tags r:id="rId54"/>
              </p:custDataLst>
            </p:nvPr>
          </p:nvSpPr>
          <p:spPr>
            <a:xfrm>
              <a:off x="9599360" y="6782319"/>
              <a:ext cx="69291" cy="79914"/>
            </a:xfrm>
            <a:custGeom>
              <a:avLst/>
              <a:gdLst>
                <a:gd name="connsiteX0" fmla="*/ 25621 w 69291"/>
                <a:gd name="connsiteY0" fmla="*/ 37298 h 79914"/>
                <a:gd name="connsiteX1" fmla="*/ 53230 w 69291"/>
                <a:gd name="connsiteY1" fmla="*/ 33240 h 79914"/>
                <a:gd name="connsiteX2" fmla="*/ 66763 w 69291"/>
                <a:gd name="connsiteY2" fmla="*/ 15070 h 79914"/>
                <a:gd name="connsiteX3" fmla="*/ 47455 w 69291"/>
                <a:gd name="connsiteY3" fmla="*/ 75 h 79914"/>
                <a:gd name="connsiteX4" fmla="*/ 178 w 69291"/>
                <a:gd name="connsiteY4" fmla="*/ 48059 h 79914"/>
                <a:gd name="connsiteX5" fmla="*/ 28508 w 69291"/>
                <a:gd name="connsiteY5" fmla="*/ 79990 h 79914"/>
                <a:gd name="connsiteX6" fmla="*/ 69470 w 69291"/>
                <a:gd name="connsiteY6" fmla="*/ 59173 h 79914"/>
                <a:gd name="connsiteX7" fmla="*/ 67305 w 69291"/>
                <a:gd name="connsiteY7" fmla="*/ 56880 h 79914"/>
                <a:gd name="connsiteX8" fmla="*/ 64959 w 69291"/>
                <a:gd name="connsiteY8" fmla="*/ 58644 h 79914"/>
                <a:gd name="connsiteX9" fmla="*/ 28869 w 69291"/>
                <a:gd name="connsiteY9" fmla="*/ 76108 h 79914"/>
                <a:gd name="connsiteX10" fmla="*/ 13170 w 69291"/>
                <a:gd name="connsiteY10" fmla="*/ 55645 h 79914"/>
                <a:gd name="connsiteX11" fmla="*/ 16058 w 69291"/>
                <a:gd name="connsiteY11" fmla="*/ 37298 h 79914"/>
                <a:gd name="connsiteX12" fmla="*/ 25621 w 69291"/>
                <a:gd name="connsiteY12" fmla="*/ 37298 h 79914"/>
                <a:gd name="connsiteX13" fmla="*/ 17140 w 69291"/>
                <a:gd name="connsiteY13" fmla="*/ 33417 h 79914"/>
                <a:gd name="connsiteX14" fmla="*/ 47455 w 69291"/>
                <a:gd name="connsiteY14" fmla="*/ 3956 h 79914"/>
                <a:gd name="connsiteX15" fmla="*/ 60808 w 69291"/>
                <a:gd name="connsiteY15" fmla="*/ 15070 h 79914"/>
                <a:gd name="connsiteX16" fmla="*/ 24539 w 69291"/>
                <a:gd name="connsiteY16" fmla="*/ 33417 h 79914"/>
                <a:gd name="connsiteX17" fmla="*/ 17140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621" y="37298"/>
                  </a:moveTo>
                  <a:cubicBezTo>
                    <a:pt x="30854" y="37298"/>
                    <a:pt x="44207" y="36945"/>
                    <a:pt x="53230" y="33240"/>
                  </a:cubicBezTo>
                  <a:cubicBezTo>
                    <a:pt x="65861" y="27948"/>
                    <a:pt x="66763" y="17540"/>
                    <a:pt x="66763" y="15070"/>
                  </a:cubicBezTo>
                  <a:cubicBezTo>
                    <a:pt x="66763" y="7308"/>
                    <a:pt x="59906" y="75"/>
                    <a:pt x="47455" y="75"/>
                  </a:cubicBezTo>
                  <a:cubicBezTo>
                    <a:pt x="27426" y="75"/>
                    <a:pt x="178" y="17187"/>
                    <a:pt x="178" y="48059"/>
                  </a:cubicBezTo>
                  <a:cubicBezTo>
                    <a:pt x="178" y="66053"/>
                    <a:pt x="10825" y="79990"/>
                    <a:pt x="28508" y="79990"/>
                  </a:cubicBezTo>
                  <a:cubicBezTo>
                    <a:pt x="54312" y="79990"/>
                    <a:pt x="69470" y="61290"/>
                    <a:pt x="69470" y="59173"/>
                  </a:cubicBezTo>
                  <a:cubicBezTo>
                    <a:pt x="69470" y="58114"/>
                    <a:pt x="68387" y="56880"/>
                    <a:pt x="67305" y="56880"/>
                  </a:cubicBezTo>
                  <a:cubicBezTo>
                    <a:pt x="66402" y="56880"/>
                    <a:pt x="66041" y="57232"/>
                    <a:pt x="64959" y="58644"/>
                  </a:cubicBezTo>
                  <a:cubicBezTo>
                    <a:pt x="50703" y="76108"/>
                    <a:pt x="31035" y="76108"/>
                    <a:pt x="28869" y="76108"/>
                  </a:cubicBezTo>
                  <a:cubicBezTo>
                    <a:pt x="14794" y="76108"/>
                    <a:pt x="13170" y="61290"/>
                    <a:pt x="13170" y="55645"/>
                  </a:cubicBezTo>
                  <a:cubicBezTo>
                    <a:pt x="13170" y="53528"/>
                    <a:pt x="13351" y="48059"/>
                    <a:pt x="16058" y="37298"/>
                  </a:cubicBezTo>
                  <a:lnTo>
                    <a:pt x="25621" y="37298"/>
                  </a:lnTo>
                  <a:close/>
                  <a:moveTo>
                    <a:pt x="17140" y="33417"/>
                  </a:moveTo>
                  <a:cubicBezTo>
                    <a:pt x="24178" y="6602"/>
                    <a:pt x="42764" y="3956"/>
                    <a:pt x="47455" y="3956"/>
                  </a:cubicBezTo>
                  <a:cubicBezTo>
                    <a:pt x="55936" y="3956"/>
                    <a:pt x="60808" y="9072"/>
                    <a:pt x="60808" y="15070"/>
                  </a:cubicBezTo>
                  <a:cubicBezTo>
                    <a:pt x="60808" y="33417"/>
                    <a:pt x="31937" y="33417"/>
                    <a:pt x="24539" y="33417"/>
                  </a:cubicBezTo>
                  <a:lnTo>
                    <a:pt x="17140"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 name="Freeform: Shape 56">
              <a:extLst>
                <a:ext uri="{FF2B5EF4-FFF2-40B4-BE49-F238E27FC236}">
                  <a16:creationId xmlns:a16="http://schemas.microsoft.com/office/drawing/2014/main" id="{473F8A69-38A3-45A8-73D2-BD3163DB1816}"/>
                </a:ext>
              </a:extLst>
            </p:cNvPr>
            <p:cNvSpPr/>
            <p:nvPr>
              <p:custDataLst>
                <p:tags r:id="rId55"/>
              </p:custDataLst>
            </p:nvPr>
          </p:nvSpPr>
          <p:spPr>
            <a:xfrm>
              <a:off x="9689606" y="6694837"/>
              <a:ext cx="32841" cy="123365"/>
            </a:xfrm>
            <a:custGeom>
              <a:avLst/>
              <a:gdLst>
                <a:gd name="connsiteX0" fmla="*/ 30498 w 32841"/>
                <a:gd name="connsiteY0" fmla="*/ 71 h 123365"/>
                <a:gd name="connsiteX1" fmla="*/ 183 w 32841"/>
                <a:gd name="connsiteY1" fmla="*/ 61691 h 123365"/>
                <a:gd name="connsiteX2" fmla="*/ 30498 w 32841"/>
                <a:gd name="connsiteY2" fmla="*/ 123436 h 123365"/>
                <a:gd name="connsiteX3" fmla="*/ 33024 w 32841"/>
                <a:gd name="connsiteY3" fmla="*/ 121954 h 123365"/>
                <a:gd name="connsiteX4" fmla="*/ 31761 w 32841"/>
                <a:gd name="connsiteY4" fmla="*/ 120102 h 123365"/>
                <a:gd name="connsiteX5" fmla="*/ 8772 w 32841"/>
                <a:gd name="connsiteY5" fmla="*/ 61815 h 123365"/>
                <a:gd name="connsiteX6" fmla="*/ 32140 w 32841"/>
                <a:gd name="connsiteY6" fmla="*/ 3034 h 123365"/>
                <a:gd name="connsiteX7" fmla="*/ 33024 w 32841"/>
                <a:gd name="connsiteY7" fmla="*/ 1552 h 123365"/>
                <a:gd name="connsiteX8" fmla="*/ 30498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498" y="71"/>
                  </a:moveTo>
                  <a:cubicBezTo>
                    <a:pt x="6499" y="16618"/>
                    <a:pt x="183" y="42798"/>
                    <a:pt x="183" y="61691"/>
                  </a:cubicBezTo>
                  <a:cubicBezTo>
                    <a:pt x="183" y="79103"/>
                    <a:pt x="5488" y="106147"/>
                    <a:pt x="30498" y="123436"/>
                  </a:cubicBezTo>
                  <a:cubicBezTo>
                    <a:pt x="31508" y="123436"/>
                    <a:pt x="33024" y="123436"/>
                    <a:pt x="33024" y="121954"/>
                  </a:cubicBezTo>
                  <a:cubicBezTo>
                    <a:pt x="33024" y="121213"/>
                    <a:pt x="32645" y="120966"/>
                    <a:pt x="31761" y="120102"/>
                  </a:cubicBezTo>
                  <a:cubicBezTo>
                    <a:pt x="14961" y="105283"/>
                    <a:pt x="8772" y="84290"/>
                    <a:pt x="8772" y="61815"/>
                  </a:cubicBezTo>
                  <a:cubicBezTo>
                    <a:pt x="8772" y="28473"/>
                    <a:pt x="21782" y="12172"/>
                    <a:pt x="32140" y="3034"/>
                  </a:cubicBezTo>
                  <a:cubicBezTo>
                    <a:pt x="32645" y="2540"/>
                    <a:pt x="33024" y="2170"/>
                    <a:pt x="33024" y="1552"/>
                  </a:cubicBezTo>
                  <a:cubicBezTo>
                    <a:pt x="33024" y="71"/>
                    <a:pt x="31508" y="71"/>
                    <a:pt x="30498"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8" name="Freeform: Shape 57">
              <a:extLst>
                <a:ext uri="{FF2B5EF4-FFF2-40B4-BE49-F238E27FC236}">
                  <a16:creationId xmlns:a16="http://schemas.microsoft.com/office/drawing/2014/main" id="{CA854CB4-D90F-3809-968B-716D1DF52A3C}"/>
                </a:ext>
              </a:extLst>
            </p:cNvPr>
            <p:cNvSpPr/>
            <p:nvPr>
              <p:custDataLst>
                <p:tags r:id="rId56"/>
              </p:custDataLst>
            </p:nvPr>
          </p:nvSpPr>
          <p:spPr>
            <a:xfrm>
              <a:off x="9735891" y="6732625"/>
              <a:ext cx="77429" cy="54828"/>
            </a:xfrm>
            <a:custGeom>
              <a:avLst/>
              <a:gdLst>
                <a:gd name="connsiteX0" fmla="*/ 45659 w 77429"/>
                <a:gd name="connsiteY0" fmla="*/ 25015 h 54828"/>
                <a:gd name="connsiteX1" fmla="*/ 63090 w 77429"/>
                <a:gd name="connsiteY1" fmla="*/ 7850 h 54828"/>
                <a:gd name="connsiteX2" fmla="*/ 74837 w 77429"/>
                <a:gd name="connsiteY2" fmla="*/ 6986 h 54828"/>
                <a:gd name="connsiteX3" fmla="*/ 74837 w 77429"/>
                <a:gd name="connsiteY3" fmla="*/ 71 h 54828"/>
                <a:gd name="connsiteX4" fmla="*/ 62585 w 77429"/>
                <a:gd name="connsiteY4" fmla="*/ 565 h 54828"/>
                <a:gd name="connsiteX5" fmla="*/ 48564 w 77429"/>
                <a:gd name="connsiteY5" fmla="*/ 71 h 54828"/>
                <a:gd name="connsiteX6" fmla="*/ 48564 w 77429"/>
                <a:gd name="connsiteY6" fmla="*/ 6986 h 54828"/>
                <a:gd name="connsiteX7" fmla="*/ 51974 w 77429"/>
                <a:gd name="connsiteY7" fmla="*/ 7727 h 54828"/>
                <a:gd name="connsiteX8" fmla="*/ 40101 w 77429"/>
                <a:gd name="connsiteY8" fmla="*/ 19458 h 54828"/>
                <a:gd name="connsiteX9" fmla="*/ 27848 w 77429"/>
                <a:gd name="connsiteY9" fmla="*/ 6986 h 54828"/>
                <a:gd name="connsiteX10" fmla="*/ 31259 w 77429"/>
                <a:gd name="connsiteY10" fmla="*/ 6986 h 54828"/>
                <a:gd name="connsiteX11" fmla="*/ 31259 w 77429"/>
                <a:gd name="connsiteY11" fmla="*/ 71 h 54828"/>
                <a:gd name="connsiteX12" fmla="*/ 15217 w 77429"/>
                <a:gd name="connsiteY12" fmla="*/ 565 h 54828"/>
                <a:gd name="connsiteX13" fmla="*/ 944 w 77429"/>
                <a:gd name="connsiteY13" fmla="*/ 71 h 54828"/>
                <a:gd name="connsiteX14" fmla="*/ 944 w 77429"/>
                <a:gd name="connsiteY14" fmla="*/ 6986 h 54828"/>
                <a:gd name="connsiteX15" fmla="*/ 10417 w 77429"/>
                <a:gd name="connsiteY15" fmla="*/ 6986 h 54828"/>
                <a:gd name="connsiteX16" fmla="*/ 31133 w 77429"/>
                <a:gd name="connsiteY16" fmla="*/ 28103 h 54828"/>
                <a:gd name="connsiteX17" fmla="*/ 12944 w 77429"/>
                <a:gd name="connsiteY17" fmla="*/ 46008 h 54828"/>
                <a:gd name="connsiteX18" fmla="*/ 7260 w 77429"/>
                <a:gd name="connsiteY18" fmla="*/ 47861 h 54828"/>
                <a:gd name="connsiteX19" fmla="*/ 186 w 77429"/>
                <a:gd name="connsiteY19" fmla="*/ 47984 h 54828"/>
                <a:gd name="connsiteX20" fmla="*/ 186 w 77429"/>
                <a:gd name="connsiteY20" fmla="*/ 54900 h 54828"/>
                <a:gd name="connsiteX21" fmla="*/ 12438 w 77429"/>
                <a:gd name="connsiteY21" fmla="*/ 54406 h 54828"/>
                <a:gd name="connsiteX22" fmla="*/ 26459 w 77429"/>
                <a:gd name="connsiteY22" fmla="*/ 54900 h 54828"/>
                <a:gd name="connsiteX23" fmla="*/ 26459 w 77429"/>
                <a:gd name="connsiteY23" fmla="*/ 47984 h 54828"/>
                <a:gd name="connsiteX24" fmla="*/ 23049 w 77429"/>
                <a:gd name="connsiteY24" fmla="*/ 47120 h 54828"/>
                <a:gd name="connsiteX25" fmla="*/ 36690 w 77429"/>
                <a:gd name="connsiteY25" fmla="*/ 33783 h 54828"/>
                <a:gd name="connsiteX26" fmla="*/ 50711 w 77429"/>
                <a:gd name="connsiteY26" fmla="*/ 47984 h 54828"/>
                <a:gd name="connsiteX27" fmla="*/ 47427 w 77429"/>
                <a:gd name="connsiteY27" fmla="*/ 47984 h 54828"/>
                <a:gd name="connsiteX28" fmla="*/ 47427 w 77429"/>
                <a:gd name="connsiteY28" fmla="*/ 54900 h 54828"/>
                <a:gd name="connsiteX29" fmla="*/ 63469 w 77429"/>
                <a:gd name="connsiteY29" fmla="*/ 54406 h 54828"/>
                <a:gd name="connsiteX30" fmla="*/ 77616 w 77429"/>
                <a:gd name="connsiteY30" fmla="*/ 54900 h 54828"/>
                <a:gd name="connsiteX31" fmla="*/ 77616 w 77429"/>
                <a:gd name="connsiteY31" fmla="*/ 47984 h 54828"/>
                <a:gd name="connsiteX32" fmla="*/ 68269 w 77429"/>
                <a:gd name="connsiteY32" fmla="*/ 47984 h 54828"/>
                <a:gd name="connsiteX33" fmla="*/ 45659 w 77429"/>
                <a:gd name="connsiteY33" fmla="*/ 25015 h 5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429" h="54828">
                  <a:moveTo>
                    <a:pt x="45659" y="25015"/>
                  </a:moveTo>
                  <a:lnTo>
                    <a:pt x="63090" y="7850"/>
                  </a:lnTo>
                  <a:cubicBezTo>
                    <a:pt x="66121" y="6986"/>
                    <a:pt x="69405" y="6986"/>
                    <a:pt x="74837" y="6986"/>
                  </a:cubicBezTo>
                  <a:lnTo>
                    <a:pt x="74837" y="71"/>
                  </a:lnTo>
                  <a:cubicBezTo>
                    <a:pt x="70795" y="441"/>
                    <a:pt x="66627" y="565"/>
                    <a:pt x="62585" y="565"/>
                  </a:cubicBezTo>
                  <a:cubicBezTo>
                    <a:pt x="58290" y="565"/>
                    <a:pt x="49574" y="194"/>
                    <a:pt x="48564" y="71"/>
                  </a:cubicBezTo>
                  <a:lnTo>
                    <a:pt x="48564" y="6986"/>
                  </a:lnTo>
                  <a:cubicBezTo>
                    <a:pt x="50206" y="6986"/>
                    <a:pt x="51090" y="7233"/>
                    <a:pt x="51974" y="7727"/>
                  </a:cubicBezTo>
                  <a:lnTo>
                    <a:pt x="40101" y="19458"/>
                  </a:lnTo>
                  <a:lnTo>
                    <a:pt x="27848" y="6986"/>
                  </a:lnTo>
                  <a:lnTo>
                    <a:pt x="31259" y="6986"/>
                  </a:lnTo>
                  <a:lnTo>
                    <a:pt x="31259" y="71"/>
                  </a:lnTo>
                  <a:cubicBezTo>
                    <a:pt x="30501" y="71"/>
                    <a:pt x="20522" y="565"/>
                    <a:pt x="15217" y="565"/>
                  </a:cubicBezTo>
                  <a:cubicBezTo>
                    <a:pt x="10417" y="565"/>
                    <a:pt x="5744" y="441"/>
                    <a:pt x="944" y="71"/>
                  </a:cubicBezTo>
                  <a:lnTo>
                    <a:pt x="944" y="6986"/>
                  </a:lnTo>
                  <a:lnTo>
                    <a:pt x="10417" y="6986"/>
                  </a:lnTo>
                  <a:lnTo>
                    <a:pt x="31133" y="28103"/>
                  </a:lnTo>
                  <a:lnTo>
                    <a:pt x="12944" y="46008"/>
                  </a:lnTo>
                  <a:cubicBezTo>
                    <a:pt x="11302" y="47490"/>
                    <a:pt x="11175" y="47614"/>
                    <a:pt x="7260" y="47861"/>
                  </a:cubicBezTo>
                  <a:cubicBezTo>
                    <a:pt x="5239" y="47984"/>
                    <a:pt x="818" y="47984"/>
                    <a:pt x="186" y="47984"/>
                  </a:cubicBezTo>
                  <a:lnTo>
                    <a:pt x="186" y="54900"/>
                  </a:lnTo>
                  <a:cubicBezTo>
                    <a:pt x="4228" y="54529"/>
                    <a:pt x="8396" y="54406"/>
                    <a:pt x="12438" y="54406"/>
                  </a:cubicBezTo>
                  <a:cubicBezTo>
                    <a:pt x="15849" y="54406"/>
                    <a:pt x="24817" y="54776"/>
                    <a:pt x="26459" y="54900"/>
                  </a:cubicBezTo>
                  <a:lnTo>
                    <a:pt x="26459" y="47984"/>
                  </a:lnTo>
                  <a:cubicBezTo>
                    <a:pt x="24438" y="47984"/>
                    <a:pt x="23933" y="47737"/>
                    <a:pt x="23049" y="47120"/>
                  </a:cubicBezTo>
                  <a:lnTo>
                    <a:pt x="36690" y="33783"/>
                  </a:lnTo>
                  <a:lnTo>
                    <a:pt x="50711" y="47984"/>
                  </a:lnTo>
                  <a:lnTo>
                    <a:pt x="47427" y="47984"/>
                  </a:lnTo>
                  <a:lnTo>
                    <a:pt x="47427" y="54900"/>
                  </a:lnTo>
                  <a:cubicBezTo>
                    <a:pt x="47553" y="54900"/>
                    <a:pt x="57658" y="54406"/>
                    <a:pt x="63469" y="54406"/>
                  </a:cubicBezTo>
                  <a:cubicBezTo>
                    <a:pt x="68142" y="54406"/>
                    <a:pt x="72942" y="54529"/>
                    <a:pt x="77616" y="54900"/>
                  </a:cubicBezTo>
                  <a:lnTo>
                    <a:pt x="77616" y="47984"/>
                  </a:lnTo>
                  <a:lnTo>
                    <a:pt x="68269" y="47984"/>
                  </a:lnTo>
                  <a:lnTo>
                    <a:pt x="45659" y="25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 name="Freeform: Shape 58">
              <a:extLst>
                <a:ext uri="{FF2B5EF4-FFF2-40B4-BE49-F238E27FC236}">
                  <a16:creationId xmlns:a16="http://schemas.microsoft.com/office/drawing/2014/main" id="{B2087B26-20CF-D6A4-1D2B-15D50BC5173B}"/>
                </a:ext>
              </a:extLst>
            </p:cNvPr>
            <p:cNvSpPr/>
            <p:nvPr>
              <p:custDataLst>
                <p:tags r:id="rId57"/>
              </p:custDataLst>
            </p:nvPr>
          </p:nvSpPr>
          <p:spPr>
            <a:xfrm>
              <a:off x="9826100" y="6684909"/>
              <a:ext cx="24991" cy="45955"/>
            </a:xfrm>
            <a:custGeom>
              <a:avLst/>
              <a:gdLst>
                <a:gd name="connsiteX0" fmla="*/ 24280 w 24991"/>
                <a:gd name="connsiteY0" fmla="*/ 8359 h 45955"/>
                <a:gd name="connsiteX1" fmla="*/ 25183 w 24991"/>
                <a:gd name="connsiteY1" fmla="*/ 5272 h 45955"/>
                <a:gd name="connsiteX2" fmla="*/ 19589 w 24991"/>
                <a:gd name="connsiteY2" fmla="*/ 68 h 45955"/>
                <a:gd name="connsiteX3" fmla="*/ 14446 w 24991"/>
                <a:gd name="connsiteY3" fmla="*/ 4125 h 45955"/>
                <a:gd name="connsiteX4" fmla="*/ 552 w 24991"/>
                <a:gd name="connsiteY4" fmla="*/ 42318 h 45955"/>
                <a:gd name="connsiteX5" fmla="*/ 191 w 24991"/>
                <a:gd name="connsiteY5" fmla="*/ 43730 h 45955"/>
                <a:gd name="connsiteX6" fmla="*/ 4070 w 24991"/>
                <a:gd name="connsiteY6" fmla="*/ 46023 h 45955"/>
                <a:gd name="connsiteX7" fmla="*/ 5604 w 24991"/>
                <a:gd name="connsiteY7" fmla="*/ 44524 h 45955"/>
                <a:gd name="connsiteX8" fmla="*/ 24280 w 24991"/>
                <a:gd name="connsiteY8" fmla="*/ 8359 h 4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91" h="45955">
                  <a:moveTo>
                    <a:pt x="24280" y="8359"/>
                  </a:moveTo>
                  <a:cubicBezTo>
                    <a:pt x="24371" y="8271"/>
                    <a:pt x="25183" y="6595"/>
                    <a:pt x="25183" y="5272"/>
                  </a:cubicBezTo>
                  <a:cubicBezTo>
                    <a:pt x="25183" y="2096"/>
                    <a:pt x="22295" y="68"/>
                    <a:pt x="19589" y="68"/>
                  </a:cubicBezTo>
                  <a:cubicBezTo>
                    <a:pt x="15890" y="68"/>
                    <a:pt x="14897" y="2802"/>
                    <a:pt x="14446" y="4125"/>
                  </a:cubicBezTo>
                  <a:lnTo>
                    <a:pt x="552" y="42318"/>
                  </a:lnTo>
                  <a:cubicBezTo>
                    <a:pt x="191" y="43377"/>
                    <a:pt x="191" y="43641"/>
                    <a:pt x="191" y="43730"/>
                  </a:cubicBezTo>
                  <a:cubicBezTo>
                    <a:pt x="191" y="45141"/>
                    <a:pt x="3980" y="46023"/>
                    <a:pt x="4070" y="46023"/>
                  </a:cubicBezTo>
                  <a:cubicBezTo>
                    <a:pt x="4882" y="46023"/>
                    <a:pt x="5063" y="45582"/>
                    <a:pt x="5604" y="44524"/>
                  </a:cubicBezTo>
                  <a:lnTo>
                    <a:pt x="24280" y="83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 name="Freeform: Shape 59">
              <a:extLst>
                <a:ext uri="{FF2B5EF4-FFF2-40B4-BE49-F238E27FC236}">
                  <a16:creationId xmlns:a16="http://schemas.microsoft.com/office/drawing/2014/main" id="{994E110F-D5F9-12D9-6980-397DA04B9ED7}"/>
                </a:ext>
              </a:extLst>
            </p:cNvPr>
            <p:cNvSpPr/>
            <p:nvPr>
              <p:custDataLst>
                <p:tags r:id="rId58"/>
              </p:custDataLst>
            </p:nvPr>
          </p:nvSpPr>
          <p:spPr>
            <a:xfrm>
              <a:off x="9869170" y="6700765"/>
              <a:ext cx="88292" cy="110645"/>
            </a:xfrm>
            <a:custGeom>
              <a:avLst/>
              <a:gdLst>
                <a:gd name="connsiteX0" fmla="*/ 8404 w 88292"/>
                <a:gd name="connsiteY0" fmla="*/ 108000 h 110645"/>
                <a:gd name="connsiteX1" fmla="*/ 16109 w 88292"/>
                <a:gd name="connsiteY1" fmla="*/ 77498 h 110645"/>
                <a:gd name="connsiteX2" fmla="*/ 44782 w 88292"/>
                <a:gd name="connsiteY2" fmla="*/ 88365 h 110645"/>
                <a:gd name="connsiteX3" fmla="*/ 87476 w 88292"/>
                <a:gd name="connsiteY3" fmla="*/ 54035 h 110645"/>
                <a:gd name="connsiteX4" fmla="*/ 78886 w 88292"/>
                <a:gd name="connsiteY4" fmla="*/ 37241 h 110645"/>
                <a:gd name="connsiteX5" fmla="*/ 88486 w 88292"/>
                <a:gd name="connsiteY5" fmla="*/ 17606 h 110645"/>
                <a:gd name="connsiteX6" fmla="*/ 66002 w 88292"/>
                <a:gd name="connsiteY6" fmla="*/ 71 h 110645"/>
                <a:gd name="connsiteX7" fmla="*/ 19772 w 88292"/>
                <a:gd name="connsiteY7" fmla="*/ 31684 h 110645"/>
                <a:gd name="connsiteX8" fmla="*/ 699 w 88292"/>
                <a:gd name="connsiteY8" fmla="*/ 106394 h 110645"/>
                <a:gd name="connsiteX9" fmla="*/ 193 w 88292"/>
                <a:gd name="connsiteY9" fmla="*/ 108494 h 110645"/>
                <a:gd name="connsiteX10" fmla="*/ 4235 w 88292"/>
                <a:gd name="connsiteY10" fmla="*/ 110717 h 110645"/>
                <a:gd name="connsiteX11" fmla="*/ 8404 w 88292"/>
                <a:gd name="connsiteY11" fmla="*/ 108000 h 110645"/>
                <a:gd name="connsiteX12" fmla="*/ 47940 w 88292"/>
                <a:gd name="connsiteY12" fmla="*/ 38846 h 110645"/>
                <a:gd name="connsiteX13" fmla="*/ 56403 w 88292"/>
                <a:gd name="connsiteY13" fmla="*/ 37611 h 110645"/>
                <a:gd name="connsiteX14" fmla="*/ 62339 w 88292"/>
                <a:gd name="connsiteY14" fmla="*/ 38105 h 110645"/>
                <a:gd name="connsiteX15" fmla="*/ 54634 w 88292"/>
                <a:gd name="connsiteY15" fmla="*/ 39587 h 110645"/>
                <a:gd name="connsiteX16" fmla="*/ 47940 w 88292"/>
                <a:gd name="connsiteY16" fmla="*/ 38846 h 110645"/>
                <a:gd name="connsiteX17" fmla="*/ 68402 w 88292"/>
                <a:gd name="connsiteY17" fmla="*/ 32919 h 110645"/>
                <a:gd name="connsiteX18" fmla="*/ 56782 w 88292"/>
                <a:gd name="connsiteY18" fmla="*/ 31931 h 110645"/>
                <a:gd name="connsiteX19" fmla="*/ 39856 w 88292"/>
                <a:gd name="connsiteY19" fmla="*/ 39340 h 110645"/>
                <a:gd name="connsiteX20" fmla="*/ 54382 w 88292"/>
                <a:gd name="connsiteY20" fmla="*/ 45267 h 110645"/>
                <a:gd name="connsiteX21" fmla="*/ 69918 w 88292"/>
                <a:gd name="connsiteY21" fmla="*/ 42674 h 110645"/>
                <a:gd name="connsiteX22" fmla="*/ 71434 w 88292"/>
                <a:gd name="connsiteY22" fmla="*/ 49219 h 110645"/>
                <a:gd name="connsiteX23" fmla="*/ 63981 w 88292"/>
                <a:gd name="connsiteY23" fmla="*/ 73670 h 110645"/>
                <a:gd name="connsiteX24" fmla="*/ 44656 w 88292"/>
                <a:gd name="connsiteY24" fmla="*/ 82685 h 110645"/>
                <a:gd name="connsiteX25" fmla="*/ 19898 w 88292"/>
                <a:gd name="connsiteY25" fmla="*/ 65149 h 110645"/>
                <a:gd name="connsiteX26" fmla="*/ 22172 w 88292"/>
                <a:gd name="connsiteY26" fmla="*/ 54159 h 110645"/>
                <a:gd name="connsiteX27" fmla="*/ 27098 w 88292"/>
                <a:gd name="connsiteY27" fmla="*/ 34524 h 110645"/>
                <a:gd name="connsiteX28" fmla="*/ 40487 w 88292"/>
                <a:gd name="connsiteY28" fmla="*/ 14395 h 110645"/>
                <a:gd name="connsiteX29" fmla="*/ 65371 w 88292"/>
                <a:gd name="connsiteY29" fmla="*/ 5751 h 110645"/>
                <a:gd name="connsiteX30" fmla="*/ 73960 w 88292"/>
                <a:gd name="connsiteY30" fmla="*/ 13160 h 110645"/>
                <a:gd name="connsiteX31" fmla="*/ 68402 w 88292"/>
                <a:gd name="connsiteY31" fmla="*/ 32919 h 1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292" h="110645">
                  <a:moveTo>
                    <a:pt x="8404" y="108000"/>
                  </a:moveTo>
                  <a:lnTo>
                    <a:pt x="16109" y="77498"/>
                  </a:lnTo>
                  <a:cubicBezTo>
                    <a:pt x="18509" y="80585"/>
                    <a:pt x="26972" y="88365"/>
                    <a:pt x="44782" y="88365"/>
                  </a:cubicBezTo>
                  <a:cubicBezTo>
                    <a:pt x="73076" y="88365"/>
                    <a:pt x="87476" y="69595"/>
                    <a:pt x="87476" y="54035"/>
                  </a:cubicBezTo>
                  <a:cubicBezTo>
                    <a:pt x="87476" y="46873"/>
                    <a:pt x="84570" y="41192"/>
                    <a:pt x="78886" y="37241"/>
                  </a:cubicBezTo>
                  <a:cubicBezTo>
                    <a:pt x="84444" y="32795"/>
                    <a:pt x="88486" y="24892"/>
                    <a:pt x="88486" y="17606"/>
                  </a:cubicBezTo>
                  <a:cubicBezTo>
                    <a:pt x="88486" y="7603"/>
                    <a:pt x="81160" y="71"/>
                    <a:pt x="66002" y="71"/>
                  </a:cubicBezTo>
                  <a:cubicBezTo>
                    <a:pt x="47308" y="71"/>
                    <a:pt x="24824" y="11679"/>
                    <a:pt x="19772" y="31684"/>
                  </a:cubicBezTo>
                  <a:lnTo>
                    <a:pt x="699" y="106394"/>
                  </a:lnTo>
                  <a:cubicBezTo>
                    <a:pt x="193" y="108123"/>
                    <a:pt x="193" y="108370"/>
                    <a:pt x="193" y="108494"/>
                  </a:cubicBezTo>
                  <a:cubicBezTo>
                    <a:pt x="193" y="110717"/>
                    <a:pt x="2341" y="110717"/>
                    <a:pt x="4235" y="110717"/>
                  </a:cubicBezTo>
                  <a:cubicBezTo>
                    <a:pt x="6762" y="110717"/>
                    <a:pt x="7772" y="110717"/>
                    <a:pt x="8404" y="108000"/>
                  </a:cubicBezTo>
                  <a:close/>
                  <a:moveTo>
                    <a:pt x="47940" y="38846"/>
                  </a:moveTo>
                  <a:cubicBezTo>
                    <a:pt x="49582" y="38105"/>
                    <a:pt x="50719" y="37611"/>
                    <a:pt x="56403" y="37611"/>
                  </a:cubicBezTo>
                  <a:cubicBezTo>
                    <a:pt x="58424" y="37611"/>
                    <a:pt x="60066" y="37611"/>
                    <a:pt x="62339" y="38105"/>
                  </a:cubicBezTo>
                  <a:cubicBezTo>
                    <a:pt x="59560" y="39587"/>
                    <a:pt x="56908" y="39587"/>
                    <a:pt x="54634" y="39587"/>
                  </a:cubicBezTo>
                  <a:cubicBezTo>
                    <a:pt x="50845" y="39587"/>
                    <a:pt x="50466" y="39463"/>
                    <a:pt x="47940" y="38846"/>
                  </a:cubicBezTo>
                  <a:close/>
                  <a:moveTo>
                    <a:pt x="68402" y="32919"/>
                  </a:moveTo>
                  <a:cubicBezTo>
                    <a:pt x="63602" y="31931"/>
                    <a:pt x="59308" y="31931"/>
                    <a:pt x="56782" y="31931"/>
                  </a:cubicBezTo>
                  <a:cubicBezTo>
                    <a:pt x="51350" y="31931"/>
                    <a:pt x="39856" y="31931"/>
                    <a:pt x="39856" y="39340"/>
                  </a:cubicBezTo>
                  <a:cubicBezTo>
                    <a:pt x="39856" y="45144"/>
                    <a:pt x="48192" y="45267"/>
                    <a:pt x="54382" y="45267"/>
                  </a:cubicBezTo>
                  <a:cubicBezTo>
                    <a:pt x="58045" y="45267"/>
                    <a:pt x="63224" y="45267"/>
                    <a:pt x="69918" y="42674"/>
                  </a:cubicBezTo>
                  <a:cubicBezTo>
                    <a:pt x="71055" y="44403"/>
                    <a:pt x="71434" y="46996"/>
                    <a:pt x="71434" y="49219"/>
                  </a:cubicBezTo>
                  <a:cubicBezTo>
                    <a:pt x="71434" y="53541"/>
                    <a:pt x="68781" y="67125"/>
                    <a:pt x="63981" y="73670"/>
                  </a:cubicBezTo>
                  <a:cubicBezTo>
                    <a:pt x="59434" y="79721"/>
                    <a:pt x="52487" y="82685"/>
                    <a:pt x="44656" y="82685"/>
                  </a:cubicBezTo>
                  <a:cubicBezTo>
                    <a:pt x="33919" y="82685"/>
                    <a:pt x="19898" y="77868"/>
                    <a:pt x="19898" y="65149"/>
                  </a:cubicBezTo>
                  <a:cubicBezTo>
                    <a:pt x="19898" y="62803"/>
                    <a:pt x="21161" y="57740"/>
                    <a:pt x="22172" y="54159"/>
                  </a:cubicBezTo>
                  <a:cubicBezTo>
                    <a:pt x="22803" y="51442"/>
                    <a:pt x="26845" y="35635"/>
                    <a:pt x="27098" y="34524"/>
                  </a:cubicBezTo>
                  <a:cubicBezTo>
                    <a:pt x="28235" y="30202"/>
                    <a:pt x="30382" y="21805"/>
                    <a:pt x="40487" y="14395"/>
                  </a:cubicBezTo>
                  <a:cubicBezTo>
                    <a:pt x="50845" y="6739"/>
                    <a:pt x="60824" y="5751"/>
                    <a:pt x="65371" y="5751"/>
                  </a:cubicBezTo>
                  <a:cubicBezTo>
                    <a:pt x="73960" y="5751"/>
                    <a:pt x="73960" y="11185"/>
                    <a:pt x="73960" y="13160"/>
                  </a:cubicBezTo>
                  <a:cubicBezTo>
                    <a:pt x="73960" y="16124"/>
                    <a:pt x="71687" y="27362"/>
                    <a:pt x="68402" y="3291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 name="Freeform: Shape 60">
              <a:extLst>
                <a:ext uri="{FF2B5EF4-FFF2-40B4-BE49-F238E27FC236}">
                  <a16:creationId xmlns:a16="http://schemas.microsoft.com/office/drawing/2014/main" id="{E81BD419-A9BD-67A5-BC3B-2ABBD278FA1E}"/>
                </a:ext>
              </a:extLst>
            </p:cNvPr>
            <p:cNvSpPr/>
            <p:nvPr>
              <p:custDataLst>
                <p:tags r:id="rId59"/>
              </p:custDataLst>
            </p:nvPr>
          </p:nvSpPr>
          <p:spPr>
            <a:xfrm>
              <a:off x="9972865" y="6694837"/>
              <a:ext cx="32715" cy="123365"/>
            </a:xfrm>
            <a:custGeom>
              <a:avLst/>
              <a:gdLst>
                <a:gd name="connsiteX0" fmla="*/ 2599 w 32715"/>
                <a:gd name="connsiteY0" fmla="*/ 71 h 123365"/>
                <a:gd name="connsiteX1" fmla="*/ 199 w 32715"/>
                <a:gd name="connsiteY1" fmla="*/ 1552 h 123365"/>
                <a:gd name="connsiteX2" fmla="*/ 1336 w 32715"/>
                <a:gd name="connsiteY2" fmla="*/ 3405 h 123365"/>
                <a:gd name="connsiteX3" fmla="*/ 24325 w 32715"/>
                <a:gd name="connsiteY3" fmla="*/ 61691 h 123365"/>
                <a:gd name="connsiteX4" fmla="*/ 2472 w 32715"/>
                <a:gd name="connsiteY4" fmla="*/ 119114 h 123365"/>
                <a:gd name="connsiteX5" fmla="*/ 199 w 32715"/>
                <a:gd name="connsiteY5" fmla="*/ 121954 h 123365"/>
                <a:gd name="connsiteX6" fmla="*/ 1841 w 32715"/>
                <a:gd name="connsiteY6" fmla="*/ 123436 h 123365"/>
                <a:gd name="connsiteX7" fmla="*/ 23693 w 32715"/>
                <a:gd name="connsiteY7" fmla="*/ 99849 h 123365"/>
                <a:gd name="connsiteX8" fmla="*/ 32914 w 32715"/>
                <a:gd name="connsiteY8" fmla="*/ 61815 h 123365"/>
                <a:gd name="connsiteX9" fmla="*/ 2599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599" y="71"/>
                  </a:moveTo>
                  <a:cubicBezTo>
                    <a:pt x="1715" y="71"/>
                    <a:pt x="199" y="71"/>
                    <a:pt x="199" y="1552"/>
                  </a:cubicBezTo>
                  <a:cubicBezTo>
                    <a:pt x="199" y="2170"/>
                    <a:pt x="578" y="2540"/>
                    <a:pt x="1336" y="3405"/>
                  </a:cubicBezTo>
                  <a:cubicBezTo>
                    <a:pt x="12199" y="13160"/>
                    <a:pt x="24325" y="29831"/>
                    <a:pt x="24325" y="61691"/>
                  </a:cubicBezTo>
                  <a:cubicBezTo>
                    <a:pt x="24325" y="87501"/>
                    <a:pt x="16114" y="107012"/>
                    <a:pt x="2472" y="119114"/>
                  </a:cubicBezTo>
                  <a:cubicBezTo>
                    <a:pt x="325" y="121213"/>
                    <a:pt x="199" y="121337"/>
                    <a:pt x="199" y="121954"/>
                  </a:cubicBezTo>
                  <a:cubicBezTo>
                    <a:pt x="199" y="122571"/>
                    <a:pt x="578" y="123436"/>
                    <a:pt x="1841" y="123436"/>
                  </a:cubicBezTo>
                  <a:cubicBezTo>
                    <a:pt x="3357" y="123436"/>
                    <a:pt x="15356" y="115286"/>
                    <a:pt x="23693" y="99849"/>
                  </a:cubicBezTo>
                  <a:cubicBezTo>
                    <a:pt x="29251" y="89600"/>
                    <a:pt x="32914" y="76263"/>
                    <a:pt x="32914" y="61815"/>
                  </a:cubicBezTo>
                  <a:cubicBezTo>
                    <a:pt x="32914" y="44403"/>
                    <a:pt x="27609" y="17359"/>
                    <a:pt x="2599"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 name="Freeform: Shape 61">
              <a:extLst>
                <a:ext uri="{FF2B5EF4-FFF2-40B4-BE49-F238E27FC236}">
                  <a16:creationId xmlns:a16="http://schemas.microsoft.com/office/drawing/2014/main" id="{BA483467-3D85-0E78-8C2C-6D06951C4DFF}"/>
                </a:ext>
              </a:extLst>
            </p:cNvPr>
            <p:cNvSpPr/>
            <p:nvPr>
              <p:custDataLst>
                <p:tags r:id="rId60"/>
              </p:custDataLst>
            </p:nvPr>
          </p:nvSpPr>
          <p:spPr>
            <a:xfrm>
              <a:off x="10094409" y="6812662"/>
              <a:ext cx="110253" cy="7056"/>
            </a:xfrm>
            <a:custGeom>
              <a:avLst/>
              <a:gdLst>
                <a:gd name="connsiteX0" fmla="*/ 104143 w 110253"/>
                <a:gd name="connsiteY0" fmla="*/ 7131 h 7056"/>
                <a:gd name="connsiteX1" fmla="*/ 110458 w 110253"/>
                <a:gd name="connsiteY1" fmla="*/ 3603 h 7056"/>
                <a:gd name="connsiteX2" fmla="*/ 104143 w 110253"/>
                <a:gd name="connsiteY2" fmla="*/ 75 h 7056"/>
                <a:gd name="connsiteX3" fmla="*/ 6521 w 110253"/>
                <a:gd name="connsiteY3" fmla="*/ 75 h 7056"/>
                <a:gd name="connsiteX4" fmla="*/ 205 w 110253"/>
                <a:gd name="connsiteY4" fmla="*/ 3603 h 7056"/>
                <a:gd name="connsiteX5" fmla="*/ 6521 w 110253"/>
                <a:gd name="connsiteY5" fmla="*/ 7131 h 7056"/>
                <a:gd name="connsiteX6" fmla="*/ 104143 w 110253"/>
                <a:gd name="connsiteY6" fmla="*/ 7131 h 7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253" h="7056">
                  <a:moveTo>
                    <a:pt x="104143" y="7131"/>
                  </a:moveTo>
                  <a:cubicBezTo>
                    <a:pt x="107210" y="7131"/>
                    <a:pt x="110458" y="7131"/>
                    <a:pt x="110458" y="3603"/>
                  </a:cubicBezTo>
                  <a:cubicBezTo>
                    <a:pt x="110458" y="75"/>
                    <a:pt x="107210" y="75"/>
                    <a:pt x="104143" y="75"/>
                  </a:cubicBezTo>
                  <a:lnTo>
                    <a:pt x="6521" y="75"/>
                  </a:lnTo>
                  <a:cubicBezTo>
                    <a:pt x="3453" y="75"/>
                    <a:pt x="205" y="75"/>
                    <a:pt x="205" y="3603"/>
                  </a:cubicBezTo>
                  <a:cubicBezTo>
                    <a:pt x="205" y="7131"/>
                    <a:pt x="3453" y="7131"/>
                    <a:pt x="6521" y="7131"/>
                  </a:cubicBezTo>
                  <a:lnTo>
                    <a:pt x="104143" y="713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 name="Freeform: Shape 62">
              <a:extLst>
                <a:ext uri="{FF2B5EF4-FFF2-40B4-BE49-F238E27FC236}">
                  <a16:creationId xmlns:a16="http://schemas.microsoft.com/office/drawing/2014/main" id="{E3E9FB1D-580D-F47B-C04E-D64EB4917A72}"/>
                </a:ext>
              </a:extLst>
            </p:cNvPr>
            <p:cNvSpPr/>
            <p:nvPr>
              <p:custDataLst>
                <p:tags r:id="rId61"/>
              </p:custDataLst>
            </p:nvPr>
          </p:nvSpPr>
          <p:spPr>
            <a:xfrm>
              <a:off x="10199631" y="6770146"/>
              <a:ext cx="160236" cy="92087"/>
            </a:xfrm>
            <a:custGeom>
              <a:avLst/>
              <a:gdLst>
                <a:gd name="connsiteX0" fmla="*/ 140779 w 160236"/>
                <a:gd name="connsiteY0" fmla="*/ 49647 h 92087"/>
                <a:gd name="connsiteX1" fmla="*/ 124539 w 160236"/>
                <a:gd name="connsiteY1" fmla="*/ 66582 h 92087"/>
                <a:gd name="connsiteX2" fmla="*/ 114976 w 160236"/>
                <a:gd name="connsiteY2" fmla="*/ 90045 h 92087"/>
                <a:gd name="connsiteX3" fmla="*/ 118584 w 160236"/>
                <a:gd name="connsiteY3" fmla="*/ 92162 h 92087"/>
                <a:gd name="connsiteX4" fmla="*/ 122554 w 160236"/>
                <a:gd name="connsiteY4" fmla="*/ 88634 h 92087"/>
                <a:gd name="connsiteX5" fmla="*/ 157741 w 160236"/>
                <a:gd name="connsiteY5" fmla="*/ 48412 h 92087"/>
                <a:gd name="connsiteX6" fmla="*/ 160448 w 160236"/>
                <a:gd name="connsiteY6" fmla="*/ 46118 h 92087"/>
                <a:gd name="connsiteX7" fmla="*/ 159005 w 160236"/>
                <a:gd name="connsiteY7" fmla="*/ 44178 h 92087"/>
                <a:gd name="connsiteX8" fmla="*/ 122374 w 160236"/>
                <a:gd name="connsiteY8" fmla="*/ 2721 h 92087"/>
                <a:gd name="connsiteX9" fmla="*/ 118584 w 160236"/>
                <a:gd name="connsiteY9" fmla="*/ 75 h 92087"/>
                <a:gd name="connsiteX10" fmla="*/ 114976 w 160236"/>
                <a:gd name="connsiteY10" fmla="*/ 2192 h 92087"/>
                <a:gd name="connsiteX11" fmla="*/ 124178 w 160236"/>
                <a:gd name="connsiteY11" fmla="*/ 25478 h 92087"/>
                <a:gd name="connsiteX12" fmla="*/ 140779 w 160236"/>
                <a:gd name="connsiteY12" fmla="*/ 42590 h 92087"/>
                <a:gd name="connsiteX13" fmla="*/ 6707 w 160236"/>
                <a:gd name="connsiteY13" fmla="*/ 42590 h 92087"/>
                <a:gd name="connsiteX14" fmla="*/ 211 w 160236"/>
                <a:gd name="connsiteY14" fmla="*/ 46118 h 92087"/>
                <a:gd name="connsiteX15" fmla="*/ 6707 w 160236"/>
                <a:gd name="connsiteY15" fmla="*/ 49647 h 92087"/>
                <a:gd name="connsiteX16" fmla="*/ 140779 w 160236"/>
                <a:gd name="connsiteY16" fmla="*/ 49647 h 92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236" h="92087">
                  <a:moveTo>
                    <a:pt x="140779" y="49647"/>
                  </a:moveTo>
                  <a:cubicBezTo>
                    <a:pt x="130855" y="57056"/>
                    <a:pt x="125983" y="64289"/>
                    <a:pt x="124539" y="66582"/>
                  </a:cubicBezTo>
                  <a:cubicBezTo>
                    <a:pt x="116419" y="78755"/>
                    <a:pt x="114976" y="89869"/>
                    <a:pt x="114976" y="90045"/>
                  </a:cubicBezTo>
                  <a:cubicBezTo>
                    <a:pt x="114976" y="92162"/>
                    <a:pt x="117141" y="92162"/>
                    <a:pt x="118584" y="92162"/>
                  </a:cubicBezTo>
                  <a:cubicBezTo>
                    <a:pt x="121652" y="92162"/>
                    <a:pt x="121833" y="91809"/>
                    <a:pt x="122554" y="88634"/>
                  </a:cubicBezTo>
                  <a:cubicBezTo>
                    <a:pt x="126705" y="71345"/>
                    <a:pt x="137351" y="56527"/>
                    <a:pt x="157741" y="48412"/>
                  </a:cubicBezTo>
                  <a:cubicBezTo>
                    <a:pt x="159907" y="47706"/>
                    <a:pt x="160448" y="47353"/>
                    <a:pt x="160448" y="46118"/>
                  </a:cubicBezTo>
                  <a:cubicBezTo>
                    <a:pt x="160448" y="44883"/>
                    <a:pt x="159365" y="44354"/>
                    <a:pt x="159005" y="44178"/>
                  </a:cubicBezTo>
                  <a:cubicBezTo>
                    <a:pt x="151065" y="41179"/>
                    <a:pt x="129231" y="32358"/>
                    <a:pt x="122374" y="2721"/>
                  </a:cubicBezTo>
                  <a:cubicBezTo>
                    <a:pt x="121833" y="604"/>
                    <a:pt x="121652" y="75"/>
                    <a:pt x="118584" y="75"/>
                  </a:cubicBezTo>
                  <a:cubicBezTo>
                    <a:pt x="117141" y="75"/>
                    <a:pt x="114976" y="75"/>
                    <a:pt x="114976" y="2192"/>
                  </a:cubicBezTo>
                  <a:cubicBezTo>
                    <a:pt x="114976" y="2544"/>
                    <a:pt x="116600" y="13658"/>
                    <a:pt x="124178" y="25478"/>
                  </a:cubicBezTo>
                  <a:cubicBezTo>
                    <a:pt x="127787" y="30770"/>
                    <a:pt x="133020" y="36945"/>
                    <a:pt x="140779" y="42590"/>
                  </a:cubicBezTo>
                  <a:lnTo>
                    <a:pt x="6707" y="42590"/>
                  </a:lnTo>
                  <a:cubicBezTo>
                    <a:pt x="3459" y="42590"/>
                    <a:pt x="211" y="42590"/>
                    <a:pt x="211" y="46118"/>
                  </a:cubicBezTo>
                  <a:cubicBezTo>
                    <a:pt x="211" y="49647"/>
                    <a:pt x="3459" y="49647"/>
                    <a:pt x="6707" y="49647"/>
                  </a:cubicBezTo>
                  <a:lnTo>
                    <a:pt x="140779" y="4964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 name="Freeform: Shape 63">
              <a:extLst>
                <a:ext uri="{FF2B5EF4-FFF2-40B4-BE49-F238E27FC236}">
                  <a16:creationId xmlns:a16="http://schemas.microsoft.com/office/drawing/2014/main" id="{FC9D16DC-4BE2-E658-B600-AF3F3566DC3F}"/>
                </a:ext>
              </a:extLst>
            </p:cNvPr>
            <p:cNvSpPr/>
            <p:nvPr>
              <p:custDataLst>
                <p:tags r:id="rId62"/>
              </p:custDataLst>
            </p:nvPr>
          </p:nvSpPr>
          <p:spPr>
            <a:xfrm>
              <a:off x="10428577" y="6782319"/>
              <a:ext cx="69291" cy="79914"/>
            </a:xfrm>
            <a:custGeom>
              <a:avLst/>
              <a:gdLst>
                <a:gd name="connsiteX0" fmla="*/ 25667 w 69291"/>
                <a:gd name="connsiteY0" fmla="*/ 37298 h 79914"/>
                <a:gd name="connsiteX1" fmla="*/ 53275 w 69291"/>
                <a:gd name="connsiteY1" fmla="*/ 33240 h 79914"/>
                <a:gd name="connsiteX2" fmla="*/ 66809 w 69291"/>
                <a:gd name="connsiteY2" fmla="*/ 15070 h 79914"/>
                <a:gd name="connsiteX3" fmla="*/ 47501 w 69291"/>
                <a:gd name="connsiteY3" fmla="*/ 75 h 79914"/>
                <a:gd name="connsiteX4" fmla="*/ 224 w 69291"/>
                <a:gd name="connsiteY4" fmla="*/ 48059 h 79914"/>
                <a:gd name="connsiteX5" fmla="*/ 28554 w 69291"/>
                <a:gd name="connsiteY5" fmla="*/ 79990 h 79914"/>
                <a:gd name="connsiteX6" fmla="*/ 69516 w 69291"/>
                <a:gd name="connsiteY6" fmla="*/ 59173 h 79914"/>
                <a:gd name="connsiteX7" fmla="*/ 67350 w 69291"/>
                <a:gd name="connsiteY7" fmla="*/ 56880 h 79914"/>
                <a:gd name="connsiteX8" fmla="*/ 65004 w 69291"/>
                <a:gd name="connsiteY8" fmla="*/ 58644 h 79914"/>
                <a:gd name="connsiteX9" fmla="*/ 28915 w 69291"/>
                <a:gd name="connsiteY9" fmla="*/ 76108 h 79914"/>
                <a:gd name="connsiteX10" fmla="*/ 13216 w 69291"/>
                <a:gd name="connsiteY10" fmla="*/ 55645 h 79914"/>
                <a:gd name="connsiteX11" fmla="*/ 16103 w 69291"/>
                <a:gd name="connsiteY11" fmla="*/ 37298 h 79914"/>
                <a:gd name="connsiteX12" fmla="*/ 25667 w 69291"/>
                <a:gd name="connsiteY12" fmla="*/ 37298 h 79914"/>
                <a:gd name="connsiteX13" fmla="*/ 17186 w 69291"/>
                <a:gd name="connsiteY13" fmla="*/ 33417 h 79914"/>
                <a:gd name="connsiteX14" fmla="*/ 47501 w 69291"/>
                <a:gd name="connsiteY14" fmla="*/ 3956 h 79914"/>
                <a:gd name="connsiteX15" fmla="*/ 60854 w 69291"/>
                <a:gd name="connsiteY15" fmla="*/ 15070 h 79914"/>
                <a:gd name="connsiteX16" fmla="*/ 24584 w 69291"/>
                <a:gd name="connsiteY16" fmla="*/ 33417 h 79914"/>
                <a:gd name="connsiteX17" fmla="*/ 17186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667" y="37298"/>
                  </a:moveTo>
                  <a:cubicBezTo>
                    <a:pt x="30900" y="37298"/>
                    <a:pt x="44253" y="36945"/>
                    <a:pt x="53275" y="33240"/>
                  </a:cubicBezTo>
                  <a:cubicBezTo>
                    <a:pt x="65907" y="27948"/>
                    <a:pt x="66809" y="17540"/>
                    <a:pt x="66809" y="15070"/>
                  </a:cubicBezTo>
                  <a:cubicBezTo>
                    <a:pt x="66809" y="7308"/>
                    <a:pt x="59952" y="75"/>
                    <a:pt x="47501" y="75"/>
                  </a:cubicBezTo>
                  <a:cubicBezTo>
                    <a:pt x="27472" y="75"/>
                    <a:pt x="224" y="17187"/>
                    <a:pt x="224" y="48059"/>
                  </a:cubicBezTo>
                  <a:cubicBezTo>
                    <a:pt x="224" y="66053"/>
                    <a:pt x="10870" y="79990"/>
                    <a:pt x="28554" y="79990"/>
                  </a:cubicBezTo>
                  <a:cubicBezTo>
                    <a:pt x="54358" y="79990"/>
                    <a:pt x="69516" y="61290"/>
                    <a:pt x="69516" y="59173"/>
                  </a:cubicBezTo>
                  <a:cubicBezTo>
                    <a:pt x="69516" y="58114"/>
                    <a:pt x="68433" y="56880"/>
                    <a:pt x="67350" y="56880"/>
                  </a:cubicBezTo>
                  <a:cubicBezTo>
                    <a:pt x="66448" y="56880"/>
                    <a:pt x="66087" y="57232"/>
                    <a:pt x="65004" y="58644"/>
                  </a:cubicBezTo>
                  <a:cubicBezTo>
                    <a:pt x="50749" y="76108"/>
                    <a:pt x="31080" y="76108"/>
                    <a:pt x="28915" y="76108"/>
                  </a:cubicBezTo>
                  <a:cubicBezTo>
                    <a:pt x="14840" y="76108"/>
                    <a:pt x="13216" y="61290"/>
                    <a:pt x="13216" y="55645"/>
                  </a:cubicBezTo>
                  <a:cubicBezTo>
                    <a:pt x="13216" y="53528"/>
                    <a:pt x="13397" y="48059"/>
                    <a:pt x="16103" y="37298"/>
                  </a:cubicBezTo>
                  <a:lnTo>
                    <a:pt x="25667" y="37298"/>
                  </a:lnTo>
                  <a:close/>
                  <a:moveTo>
                    <a:pt x="17186" y="33417"/>
                  </a:moveTo>
                  <a:cubicBezTo>
                    <a:pt x="24223" y="6602"/>
                    <a:pt x="42810" y="3956"/>
                    <a:pt x="47501" y="3956"/>
                  </a:cubicBezTo>
                  <a:cubicBezTo>
                    <a:pt x="55982" y="3956"/>
                    <a:pt x="60854" y="9072"/>
                    <a:pt x="60854" y="15070"/>
                  </a:cubicBezTo>
                  <a:cubicBezTo>
                    <a:pt x="60854" y="33417"/>
                    <a:pt x="31983" y="33417"/>
                    <a:pt x="24584" y="33417"/>
                  </a:cubicBezTo>
                  <a:lnTo>
                    <a:pt x="17186"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5" name="Freeform: Shape 64">
              <a:extLst>
                <a:ext uri="{FF2B5EF4-FFF2-40B4-BE49-F238E27FC236}">
                  <a16:creationId xmlns:a16="http://schemas.microsoft.com/office/drawing/2014/main" id="{1EFA09B4-B487-B54B-8BDC-399CD0882146}"/>
                </a:ext>
              </a:extLst>
            </p:cNvPr>
            <p:cNvSpPr/>
            <p:nvPr>
              <p:custDataLst>
                <p:tags r:id="rId63"/>
              </p:custDataLst>
            </p:nvPr>
          </p:nvSpPr>
          <p:spPr>
            <a:xfrm>
              <a:off x="10518823" y="6694837"/>
              <a:ext cx="32841" cy="123365"/>
            </a:xfrm>
            <a:custGeom>
              <a:avLst/>
              <a:gdLst>
                <a:gd name="connsiteX0" fmla="*/ 30544 w 32841"/>
                <a:gd name="connsiteY0" fmla="*/ 71 h 123365"/>
                <a:gd name="connsiteX1" fmla="*/ 229 w 32841"/>
                <a:gd name="connsiteY1" fmla="*/ 61691 h 123365"/>
                <a:gd name="connsiteX2" fmla="*/ 30544 w 32841"/>
                <a:gd name="connsiteY2" fmla="*/ 123436 h 123365"/>
                <a:gd name="connsiteX3" fmla="*/ 33070 w 32841"/>
                <a:gd name="connsiteY3" fmla="*/ 121954 h 123365"/>
                <a:gd name="connsiteX4" fmla="*/ 31807 w 32841"/>
                <a:gd name="connsiteY4" fmla="*/ 120102 h 123365"/>
                <a:gd name="connsiteX5" fmla="*/ 8818 w 32841"/>
                <a:gd name="connsiteY5" fmla="*/ 61815 h 123365"/>
                <a:gd name="connsiteX6" fmla="*/ 32186 w 32841"/>
                <a:gd name="connsiteY6" fmla="*/ 3034 h 123365"/>
                <a:gd name="connsiteX7" fmla="*/ 33070 w 32841"/>
                <a:gd name="connsiteY7" fmla="*/ 1552 h 123365"/>
                <a:gd name="connsiteX8" fmla="*/ 30544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544" y="71"/>
                  </a:moveTo>
                  <a:cubicBezTo>
                    <a:pt x="6544" y="16618"/>
                    <a:pt x="229" y="42798"/>
                    <a:pt x="229" y="61691"/>
                  </a:cubicBezTo>
                  <a:cubicBezTo>
                    <a:pt x="229" y="79103"/>
                    <a:pt x="5534" y="106147"/>
                    <a:pt x="30544" y="123436"/>
                  </a:cubicBezTo>
                  <a:cubicBezTo>
                    <a:pt x="31554" y="123436"/>
                    <a:pt x="33070" y="123436"/>
                    <a:pt x="33070" y="121954"/>
                  </a:cubicBezTo>
                  <a:cubicBezTo>
                    <a:pt x="33070" y="121213"/>
                    <a:pt x="32691" y="120966"/>
                    <a:pt x="31807" y="120102"/>
                  </a:cubicBezTo>
                  <a:cubicBezTo>
                    <a:pt x="15007" y="105283"/>
                    <a:pt x="8818" y="84290"/>
                    <a:pt x="8818" y="61815"/>
                  </a:cubicBezTo>
                  <a:cubicBezTo>
                    <a:pt x="8818" y="28473"/>
                    <a:pt x="21828" y="12172"/>
                    <a:pt x="32186" y="3034"/>
                  </a:cubicBezTo>
                  <a:cubicBezTo>
                    <a:pt x="32691" y="2540"/>
                    <a:pt x="33070" y="2170"/>
                    <a:pt x="33070" y="1552"/>
                  </a:cubicBezTo>
                  <a:cubicBezTo>
                    <a:pt x="33070" y="71"/>
                    <a:pt x="31554" y="71"/>
                    <a:pt x="30544"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 name="Freeform: Shape 65">
              <a:extLst>
                <a:ext uri="{FF2B5EF4-FFF2-40B4-BE49-F238E27FC236}">
                  <a16:creationId xmlns:a16="http://schemas.microsoft.com/office/drawing/2014/main" id="{E5BEA7F3-0C0D-5769-AE37-90304E2E9DA0}"/>
                </a:ext>
              </a:extLst>
            </p:cNvPr>
            <p:cNvSpPr/>
            <p:nvPr>
              <p:custDataLst>
                <p:tags r:id="rId64"/>
              </p:custDataLst>
            </p:nvPr>
          </p:nvSpPr>
          <p:spPr>
            <a:xfrm>
              <a:off x="10565108" y="6732625"/>
              <a:ext cx="77429" cy="54828"/>
            </a:xfrm>
            <a:custGeom>
              <a:avLst/>
              <a:gdLst>
                <a:gd name="connsiteX0" fmla="*/ 45704 w 77429"/>
                <a:gd name="connsiteY0" fmla="*/ 25015 h 54828"/>
                <a:gd name="connsiteX1" fmla="*/ 63136 w 77429"/>
                <a:gd name="connsiteY1" fmla="*/ 7850 h 54828"/>
                <a:gd name="connsiteX2" fmla="*/ 74883 w 77429"/>
                <a:gd name="connsiteY2" fmla="*/ 6986 h 54828"/>
                <a:gd name="connsiteX3" fmla="*/ 74883 w 77429"/>
                <a:gd name="connsiteY3" fmla="*/ 71 h 54828"/>
                <a:gd name="connsiteX4" fmla="*/ 62630 w 77429"/>
                <a:gd name="connsiteY4" fmla="*/ 565 h 54828"/>
                <a:gd name="connsiteX5" fmla="*/ 48610 w 77429"/>
                <a:gd name="connsiteY5" fmla="*/ 71 h 54828"/>
                <a:gd name="connsiteX6" fmla="*/ 48610 w 77429"/>
                <a:gd name="connsiteY6" fmla="*/ 6986 h 54828"/>
                <a:gd name="connsiteX7" fmla="*/ 52020 w 77429"/>
                <a:gd name="connsiteY7" fmla="*/ 7727 h 54828"/>
                <a:gd name="connsiteX8" fmla="*/ 40147 w 77429"/>
                <a:gd name="connsiteY8" fmla="*/ 19458 h 54828"/>
                <a:gd name="connsiteX9" fmla="*/ 27894 w 77429"/>
                <a:gd name="connsiteY9" fmla="*/ 6986 h 54828"/>
                <a:gd name="connsiteX10" fmla="*/ 31305 w 77429"/>
                <a:gd name="connsiteY10" fmla="*/ 6986 h 54828"/>
                <a:gd name="connsiteX11" fmla="*/ 31305 w 77429"/>
                <a:gd name="connsiteY11" fmla="*/ 71 h 54828"/>
                <a:gd name="connsiteX12" fmla="*/ 15263 w 77429"/>
                <a:gd name="connsiteY12" fmla="*/ 565 h 54828"/>
                <a:gd name="connsiteX13" fmla="*/ 990 w 77429"/>
                <a:gd name="connsiteY13" fmla="*/ 71 h 54828"/>
                <a:gd name="connsiteX14" fmla="*/ 990 w 77429"/>
                <a:gd name="connsiteY14" fmla="*/ 6986 h 54828"/>
                <a:gd name="connsiteX15" fmla="*/ 10463 w 77429"/>
                <a:gd name="connsiteY15" fmla="*/ 6986 h 54828"/>
                <a:gd name="connsiteX16" fmla="*/ 31178 w 77429"/>
                <a:gd name="connsiteY16" fmla="*/ 28103 h 54828"/>
                <a:gd name="connsiteX17" fmla="*/ 12989 w 77429"/>
                <a:gd name="connsiteY17" fmla="*/ 46008 h 54828"/>
                <a:gd name="connsiteX18" fmla="*/ 7305 w 77429"/>
                <a:gd name="connsiteY18" fmla="*/ 47861 h 54828"/>
                <a:gd name="connsiteX19" fmla="*/ 232 w 77429"/>
                <a:gd name="connsiteY19" fmla="*/ 47984 h 54828"/>
                <a:gd name="connsiteX20" fmla="*/ 232 w 77429"/>
                <a:gd name="connsiteY20" fmla="*/ 54900 h 54828"/>
                <a:gd name="connsiteX21" fmla="*/ 12484 w 77429"/>
                <a:gd name="connsiteY21" fmla="*/ 54406 h 54828"/>
                <a:gd name="connsiteX22" fmla="*/ 26505 w 77429"/>
                <a:gd name="connsiteY22" fmla="*/ 54900 h 54828"/>
                <a:gd name="connsiteX23" fmla="*/ 26505 w 77429"/>
                <a:gd name="connsiteY23" fmla="*/ 47984 h 54828"/>
                <a:gd name="connsiteX24" fmla="*/ 23094 w 77429"/>
                <a:gd name="connsiteY24" fmla="*/ 47120 h 54828"/>
                <a:gd name="connsiteX25" fmla="*/ 36736 w 77429"/>
                <a:gd name="connsiteY25" fmla="*/ 33783 h 54828"/>
                <a:gd name="connsiteX26" fmla="*/ 50757 w 77429"/>
                <a:gd name="connsiteY26" fmla="*/ 47984 h 54828"/>
                <a:gd name="connsiteX27" fmla="*/ 47473 w 77429"/>
                <a:gd name="connsiteY27" fmla="*/ 47984 h 54828"/>
                <a:gd name="connsiteX28" fmla="*/ 47473 w 77429"/>
                <a:gd name="connsiteY28" fmla="*/ 54900 h 54828"/>
                <a:gd name="connsiteX29" fmla="*/ 63515 w 77429"/>
                <a:gd name="connsiteY29" fmla="*/ 54406 h 54828"/>
                <a:gd name="connsiteX30" fmla="*/ 77662 w 77429"/>
                <a:gd name="connsiteY30" fmla="*/ 54900 h 54828"/>
                <a:gd name="connsiteX31" fmla="*/ 77662 w 77429"/>
                <a:gd name="connsiteY31" fmla="*/ 47984 h 54828"/>
                <a:gd name="connsiteX32" fmla="*/ 68314 w 77429"/>
                <a:gd name="connsiteY32" fmla="*/ 47984 h 54828"/>
                <a:gd name="connsiteX33" fmla="*/ 45704 w 77429"/>
                <a:gd name="connsiteY33" fmla="*/ 25015 h 5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429" h="54828">
                  <a:moveTo>
                    <a:pt x="45704" y="25015"/>
                  </a:moveTo>
                  <a:lnTo>
                    <a:pt x="63136" y="7850"/>
                  </a:lnTo>
                  <a:cubicBezTo>
                    <a:pt x="66167" y="6986"/>
                    <a:pt x="69451" y="6986"/>
                    <a:pt x="74883" y="6986"/>
                  </a:cubicBezTo>
                  <a:lnTo>
                    <a:pt x="74883" y="71"/>
                  </a:lnTo>
                  <a:cubicBezTo>
                    <a:pt x="70841" y="441"/>
                    <a:pt x="66672" y="565"/>
                    <a:pt x="62630" y="565"/>
                  </a:cubicBezTo>
                  <a:cubicBezTo>
                    <a:pt x="58336" y="565"/>
                    <a:pt x="49620" y="194"/>
                    <a:pt x="48610" y="71"/>
                  </a:cubicBezTo>
                  <a:lnTo>
                    <a:pt x="48610" y="6986"/>
                  </a:lnTo>
                  <a:cubicBezTo>
                    <a:pt x="50252" y="6986"/>
                    <a:pt x="51136" y="7233"/>
                    <a:pt x="52020" y="7727"/>
                  </a:cubicBezTo>
                  <a:lnTo>
                    <a:pt x="40147" y="19458"/>
                  </a:lnTo>
                  <a:lnTo>
                    <a:pt x="27894" y="6986"/>
                  </a:lnTo>
                  <a:lnTo>
                    <a:pt x="31305" y="6986"/>
                  </a:lnTo>
                  <a:lnTo>
                    <a:pt x="31305" y="71"/>
                  </a:lnTo>
                  <a:cubicBezTo>
                    <a:pt x="30547" y="71"/>
                    <a:pt x="20568" y="565"/>
                    <a:pt x="15263" y="565"/>
                  </a:cubicBezTo>
                  <a:cubicBezTo>
                    <a:pt x="10463" y="565"/>
                    <a:pt x="5790" y="441"/>
                    <a:pt x="990" y="71"/>
                  </a:cubicBezTo>
                  <a:lnTo>
                    <a:pt x="990" y="6986"/>
                  </a:lnTo>
                  <a:lnTo>
                    <a:pt x="10463" y="6986"/>
                  </a:lnTo>
                  <a:lnTo>
                    <a:pt x="31178" y="28103"/>
                  </a:lnTo>
                  <a:lnTo>
                    <a:pt x="12989" y="46008"/>
                  </a:lnTo>
                  <a:cubicBezTo>
                    <a:pt x="11347" y="47490"/>
                    <a:pt x="11221" y="47614"/>
                    <a:pt x="7305" y="47861"/>
                  </a:cubicBezTo>
                  <a:cubicBezTo>
                    <a:pt x="5284" y="47984"/>
                    <a:pt x="863" y="47984"/>
                    <a:pt x="232" y="47984"/>
                  </a:cubicBezTo>
                  <a:lnTo>
                    <a:pt x="232" y="54900"/>
                  </a:lnTo>
                  <a:cubicBezTo>
                    <a:pt x="4274" y="54529"/>
                    <a:pt x="8442" y="54406"/>
                    <a:pt x="12484" y="54406"/>
                  </a:cubicBezTo>
                  <a:cubicBezTo>
                    <a:pt x="15895" y="54406"/>
                    <a:pt x="24863" y="54776"/>
                    <a:pt x="26505" y="54900"/>
                  </a:cubicBezTo>
                  <a:lnTo>
                    <a:pt x="26505" y="47984"/>
                  </a:lnTo>
                  <a:cubicBezTo>
                    <a:pt x="24484" y="47984"/>
                    <a:pt x="23979" y="47737"/>
                    <a:pt x="23094" y="47120"/>
                  </a:cubicBezTo>
                  <a:lnTo>
                    <a:pt x="36736" y="33783"/>
                  </a:lnTo>
                  <a:lnTo>
                    <a:pt x="50757" y="47984"/>
                  </a:lnTo>
                  <a:lnTo>
                    <a:pt x="47473" y="47984"/>
                  </a:lnTo>
                  <a:lnTo>
                    <a:pt x="47473" y="54900"/>
                  </a:lnTo>
                  <a:cubicBezTo>
                    <a:pt x="47599" y="54900"/>
                    <a:pt x="57704" y="54406"/>
                    <a:pt x="63515" y="54406"/>
                  </a:cubicBezTo>
                  <a:cubicBezTo>
                    <a:pt x="68188" y="54406"/>
                    <a:pt x="72988" y="54529"/>
                    <a:pt x="77662" y="54900"/>
                  </a:cubicBezTo>
                  <a:lnTo>
                    <a:pt x="77662" y="47984"/>
                  </a:lnTo>
                  <a:lnTo>
                    <a:pt x="68314" y="47984"/>
                  </a:lnTo>
                  <a:lnTo>
                    <a:pt x="45704" y="25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7" name="Freeform: Shape 66">
              <a:extLst>
                <a:ext uri="{FF2B5EF4-FFF2-40B4-BE49-F238E27FC236}">
                  <a16:creationId xmlns:a16="http://schemas.microsoft.com/office/drawing/2014/main" id="{0BC04E6F-9DA9-5466-1EA8-9E244B99EAFE}"/>
                </a:ext>
              </a:extLst>
            </p:cNvPr>
            <p:cNvSpPr/>
            <p:nvPr>
              <p:custDataLst>
                <p:tags r:id="rId65"/>
              </p:custDataLst>
            </p:nvPr>
          </p:nvSpPr>
          <p:spPr>
            <a:xfrm>
              <a:off x="10655316" y="6684909"/>
              <a:ext cx="24991" cy="45955"/>
            </a:xfrm>
            <a:custGeom>
              <a:avLst/>
              <a:gdLst>
                <a:gd name="connsiteX0" fmla="*/ 24326 w 24991"/>
                <a:gd name="connsiteY0" fmla="*/ 8359 h 45955"/>
                <a:gd name="connsiteX1" fmla="*/ 25228 w 24991"/>
                <a:gd name="connsiteY1" fmla="*/ 5272 h 45955"/>
                <a:gd name="connsiteX2" fmla="*/ 19635 w 24991"/>
                <a:gd name="connsiteY2" fmla="*/ 68 h 45955"/>
                <a:gd name="connsiteX3" fmla="*/ 14492 w 24991"/>
                <a:gd name="connsiteY3" fmla="*/ 4125 h 45955"/>
                <a:gd name="connsiteX4" fmla="*/ 597 w 24991"/>
                <a:gd name="connsiteY4" fmla="*/ 42318 h 45955"/>
                <a:gd name="connsiteX5" fmla="*/ 237 w 24991"/>
                <a:gd name="connsiteY5" fmla="*/ 43730 h 45955"/>
                <a:gd name="connsiteX6" fmla="*/ 4116 w 24991"/>
                <a:gd name="connsiteY6" fmla="*/ 46023 h 45955"/>
                <a:gd name="connsiteX7" fmla="*/ 5650 w 24991"/>
                <a:gd name="connsiteY7" fmla="*/ 44524 h 45955"/>
                <a:gd name="connsiteX8" fmla="*/ 24326 w 24991"/>
                <a:gd name="connsiteY8" fmla="*/ 8359 h 4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91" h="45955">
                  <a:moveTo>
                    <a:pt x="24326" y="8359"/>
                  </a:moveTo>
                  <a:cubicBezTo>
                    <a:pt x="24416" y="8271"/>
                    <a:pt x="25228" y="6595"/>
                    <a:pt x="25228" y="5272"/>
                  </a:cubicBezTo>
                  <a:cubicBezTo>
                    <a:pt x="25228" y="2096"/>
                    <a:pt x="22341" y="68"/>
                    <a:pt x="19635" y="68"/>
                  </a:cubicBezTo>
                  <a:cubicBezTo>
                    <a:pt x="15935" y="68"/>
                    <a:pt x="14943" y="2802"/>
                    <a:pt x="14492" y="4125"/>
                  </a:cubicBezTo>
                  <a:lnTo>
                    <a:pt x="597" y="42318"/>
                  </a:lnTo>
                  <a:cubicBezTo>
                    <a:pt x="237" y="43377"/>
                    <a:pt x="237" y="43641"/>
                    <a:pt x="237" y="43730"/>
                  </a:cubicBezTo>
                  <a:cubicBezTo>
                    <a:pt x="237" y="45141"/>
                    <a:pt x="4026" y="46023"/>
                    <a:pt x="4116" y="46023"/>
                  </a:cubicBezTo>
                  <a:cubicBezTo>
                    <a:pt x="4928" y="46023"/>
                    <a:pt x="5109" y="45582"/>
                    <a:pt x="5650" y="44524"/>
                  </a:cubicBezTo>
                  <a:lnTo>
                    <a:pt x="24326" y="83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8" name="Freeform: Shape 67">
              <a:extLst>
                <a:ext uri="{FF2B5EF4-FFF2-40B4-BE49-F238E27FC236}">
                  <a16:creationId xmlns:a16="http://schemas.microsoft.com/office/drawing/2014/main" id="{4DD2E3FB-D32A-A08D-000D-9CB740304D67}"/>
                </a:ext>
              </a:extLst>
            </p:cNvPr>
            <p:cNvSpPr/>
            <p:nvPr>
              <p:custDataLst>
                <p:tags r:id="rId66"/>
              </p:custDataLst>
            </p:nvPr>
          </p:nvSpPr>
          <p:spPr>
            <a:xfrm>
              <a:off x="10698387" y="6700765"/>
              <a:ext cx="88292" cy="110645"/>
            </a:xfrm>
            <a:custGeom>
              <a:avLst/>
              <a:gdLst>
                <a:gd name="connsiteX0" fmla="*/ 8450 w 88292"/>
                <a:gd name="connsiteY0" fmla="*/ 108000 h 110645"/>
                <a:gd name="connsiteX1" fmla="*/ 16155 w 88292"/>
                <a:gd name="connsiteY1" fmla="*/ 77498 h 110645"/>
                <a:gd name="connsiteX2" fmla="*/ 44828 w 88292"/>
                <a:gd name="connsiteY2" fmla="*/ 88365 h 110645"/>
                <a:gd name="connsiteX3" fmla="*/ 87521 w 88292"/>
                <a:gd name="connsiteY3" fmla="*/ 54035 h 110645"/>
                <a:gd name="connsiteX4" fmla="*/ 78932 w 88292"/>
                <a:gd name="connsiteY4" fmla="*/ 37241 h 110645"/>
                <a:gd name="connsiteX5" fmla="*/ 88532 w 88292"/>
                <a:gd name="connsiteY5" fmla="*/ 17606 h 110645"/>
                <a:gd name="connsiteX6" fmla="*/ 66048 w 88292"/>
                <a:gd name="connsiteY6" fmla="*/ 71 h 110645"/>
                <a:gd name="connsiteX7" fmla="*/ 19818 w 88292"/>
                <a:gd name="connsiteY7" fmla="*/ 31684 h 110645"/>
                <a:gd name="connsiteX8" fmla="*/ 744 w 88292"/>
                <a:gd name="connsiteY8" fmla="*/ 106394 h 110645"/>
                <a:gd name="connsiteX9" fmla="*/ 239 w 88292"/>
                <a:gd name="connsiteY9" fmla="*/ 108494 h 110645"/>
                <a:gd name="connsiteX10" fmla="*/ 4281 w 88292"/>
                <a:gd name="connsiteY10" fmla="*/ 110717 h 110645"/>
                <a:gd name="connsiteX11" fmla="*/ 8450 w 88292"/>
                <a:gd name="connsiteY11" fmla="*/ 108000 h 110645"/>
                <a:gd name="connsiteX12" fmla="*/ 47985 w 88292"/>
                <a:gd name="connsiteY12" fmla="*/ 38846 h 110645"/>
                <a:gd name="connsiteX13" fmla="*/ 56448 w 88292"/>
                <a:gd name="connsiteY13" fmla="*/ 37611 h 110645"/>
                <a:gd name="connsiteX14" fmla="*/ 62385 w 88292"/>
                <a:gd name="connsiteY14" fmla="*/ 38105 h 110645"/>
                <a:gd name="connsiteX15" fmla="*/ 54680 w 88292"/>
                <a:gd name="connsiteY15" fmla="*/ 39587 h 110645"/>
                <a:gd name="connsiteX16" fmla="*/ 47985 w 88292"/>
                <a:gd name="connsiteY16" fmla="*/ 38846 h 110645"/>
                <a:gd name="connsiteX17" fmla="*/ 68448 w 88292"/>
                <a:gd name="connsiteY17" fmla="*/ 32919 h 110645"/>
                <a:gd name="connsiteX18" fmla="*/ 56827 w 88292"/>
                <a:gd name="connsiteY18" fmla="*/ 31931 h 110645"/>
                <a:gd name="connsiteX19" fmla="*/ 39901 w 88292"/>
                <a:gd name="connsiteY19" fmla="*/ 39340 h 110645"/>
                <a:gd name="connsiteX20" fmla="*/ 54427 w 88292"/>
                <a:gd name="connsiteY20" fmla="*/ 45267 h 110645"/>
                <a:gd name="connsiteX21" fmla="*/ 69964 w 88292"/>
                <a:gd name="connsiteY21" fmla="*/ 42674 h 110645"/>
                <a:gd name="connsiteX22" fmla="*/ 71480 w 88292"/>
                <a:gd name="connsiteY22" fmla="*/ 49219 h 110645"/>
                <a:gd name="connsiteX23" fmla="*/ 64027 w 88292"/>
                <a:gd name="connsiteY23" fmla="*/ 73670 h 110645"/>
                <a:gd name="connsiteX24" fmla="*/ 44701 w 88292"/>
                <a:gd name="connsiteY24" fmla="*/ 82685 h 110645"/>
                <a:gd name="connsiteX25" fmla="*/ 19944 w 88292"/>
                <a:gd name="connsiteY25" fmla="*/ 65149 h 110645"/>
                <a:gd name="connsiteX26" fmla="*/ 22218 w 88292"/>
                <a:gd name="connsiteY26" fmla="*/ 54159 h 110645"/>
                <a:gd name="connsiteX27" fmla="*/ 27144 w 88292"/>
                <a:gd name="connsiteY27" fmla="*/ 34524 h 110645"/>
                <a:gd name="connsiteX28" fmla="*/ 40533 w 88292"/>
                <a:gd name="connsiteY28" fmla="*/ 14395 h 110645"/>
                <a:gd name="connsiteX29" fmla="*/ 65417 w 88292"/>
                <a:gd name="connsiteY29" fmla="*/ 5751 h 110645"/>
                <a:gd name="connsiteX30" fmla="*/ 74006 w 88292"/>
                <a:gd name="connsiteY30" fmla="*/ 13160 h 110645"/>
                <a:gd name="connsiteX31" fmla="*/ 68448 w 88292"/>
                <a:gd name="connsiteY31" fmla="*/ 32919 h 1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292" h="110645">
                  <a:moveTo>
                    <a:pt x="8450" y="108000"/>
                  </a:moveTo>
                  <a:lnTo>
                    <a:pt x="16155" y="77498"/>
                  </a:lnTo>
                  <a:cubicBezTo>
                    <a:pt x="18555" y="80585"/>
                    <a:pt x="27018" y="88365"/>
                    <a:pt x="44828" y="88365"/>
                  </a:cubicBezTo>
                  <a:cubicBezTo>
                    <a:pt x="73122" y="88365"/>
                    <a:pt x="87521" y="69595"/>
                    <a:pt x="87521" y="54035"/>
                  </a:cubicBezTo>
                  <a:cubicBezTo>
                    <a:pt x="87521" y="46873"/>
                    <a:pt x="84616" y="41192"/>
                    <a:pt x="78932" y="37241"/>
                  </a:cubicBezTo>
                  <a:cubicBezTo>
                    <a:pt x="84490" y="32795"/>
                    <a:pt x="88532" y="24892"/>
                    <a:pt x="88532" y="17606"/>
                  </a:cubicBezTo>
                  <a:cubicBezTo>
                    <a:pt x="88532" y="7603"/>
                    <a:pt x="81206" y="71"/>
                    <a:pt x="66048" y="71"/>
                  </a:cubicBezTo>
                  <a:cubicBezTo>
                    <a:pt x="47354" y="71"/>
                    <a:pt x="24870" y="11679"/>
                    <a:pt x="19818" y="31684"/>
                  </a:cubicBezTo>
                  <a:lnTo>
                    <a:pt x="744" y="106394"/>
                  </a:lnTo>
                  <a:cubicBezTo>
                    <a:pt x="239" y="108123"/>
                    <a:pt x="239" y="108370"/>
                    <a:pt x="239" y="108494"/>
                  </a:cubicBezTo>
                  <a:cubicBezTo>
                    <a:pt x="239" y="110717"/>
                    <a:pt x="2387" y="110717"/>
                    <a:pt x="4281" y="110717"/>
                  </a:cubicBezTo>
                  <a:cubicBezTo>
                    <a:pt x="6807" y="110717"/>
                    <a:pt x="7818" y="110717"/>
                    <a:pt x="8450" y="108000"/>
                  </a:cubicBezTo>
                  <a:close/>
                  <a:moveTo>
                    <a:pt x="47985" y="38846"/>
                  </a:moveTo>
                  <a:cubicBezTo>
                    <a:pt x="49628" y="38105"/>
                    <a:pt x="50764" y="37611"/>
                    <a:pt x="56448" y="37611"/>
                  </a:cubicBezTo>
                  <a:cubicBezTo>
                    <a:pt x="58469" y="37611"/>
                    <a:pt x="60112" y="37611"/>
                    <a:pt x="62385" y="38105"/>
                  </a:cubicBezTo>
                  <a:cubicBezTo>
                    <a:pt x="59606" y="39587"/>
                    <a:pt x="56954" y="39587"/>
                    <a:pt x="54680" y="39587"/>
                  </a:cubicBezTo>
                  <a:cubicBezTo>
                    <a:pt x="50891" y="39587"/>
                    <a:pt x="50512" y="39463"/>
                    <a:pt x="47985" y="38846"/>
                  </a:cubicBezTo>
                  <a:close/>
                  <a:moveTo>
                    <a:pt x="68448" y="32919"/>
                  </a:moveTo>
                  <a:cubicBezTo>
                    <a:pt x="63648" y="31931"/>
                    <a:pt x="59354" y="31931"/>
                    <a:pt x="56827" y="31931"/>
                  </a:cubicBezTo>
                  <a:cubicBezTo>
                    <a:pt x="51396" y="31931"/>
                    <a:pt x="39901" y="31931"/>
                    <a:pt x="39901" y="39340"/>
                  </a:cubicBezTo>
                  <a:cubicBezTo>
                    <a:pt x="39901" y="45144"/>
                    <a:pt x="48238" y="45267"/>
                    <a:pt x="54427" y="45267"/>
                  </a:cubicBezTo>
                  <a:cubicBezTo>
                    <a:pt x="58090" y="45267"/>
                    <a:pt x="63269" y="45267"/>
                    <a:pt x="69964" y="42674"/>
                  </a:cubicBezTo>
                  <a:cubicBezTo>
                    <a:pt x="71101" y="44403"/>
                    <a:pt x="71480" y="46996"/>
                    <a:pt x="71480" y="49219"/>
                  </a:cubicBezTo>
                  <a:cubicBezTo>
                    <a:pt x="71480" y="53541"/>
                    <a:pt x="68827" y="67125"/>
                    <a:pt x="64027" y="73670"/>
                  </a:cubicBezTo>
                  <a:cubicBezTo>
                    <a:pt x="59480" y="79721"/>
                    <a:pt x="52533" y="82685"/>
                    <a:pt x="44701" y="82685"/>
                  </a:cubicBezTo>
                  <a:cubicBezTo>
                    <a:pt x="33965" y="82685"/>
                    <a:pt x="19944" y="77868"/>
                    <a:pt x="19944" y="65149"/>
                  </a:cubicBezTo>
                  <a:cubicBezTo>
                    <a:pt x="19944" y="62803"/>
                    <a:pt x="21207" y="57740"/>
                    <a:pt x="22218" y="54159"/>
                  </a:cubicBezTo>
                  <a:cubicBezTo>
                    <a:pt x="22849" y="51442"/>
                    <a:pt x="26891" y="35635"/>
                    <a:pt x="27144" y="34524"/>
                  </a:cubicBezTo>
                  <a:cubicBezTo>
                    <a:pt x="28281" y="30202"/>
                    <a:pt x="30428" y="21805"/>
                    <a:pt x="40533" y="14395"/>
                  </a:cubicBezTo>
                  <a:cubicBezTo>
                    <a:pt x="50891" y="6739"/>
                    <a:pt x="60869" y="5751"/>
                    <a:pt x="65417" y="5751"/>
                  </a:cubicBezTo>
                  <a:cubicBezTo>
                    <a:pt x="74006" y="5751"/>
                    <a:pt x="74006" y="11185"/>
                    <a:pt x="74006" y="13160"/>
                  </a:cubicBezTo>
                  <a:cubicBezTo>
                    <a:pt x="74006" y="16124"/>
                    <a:pt x="71732" y="27362"/>
                    <a:pt x="68448" y="3291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9" name="Freeform: Shape 68">
              <a:extLst>
                <a:ext uri="{FF2B5EF4-FFF2-40B4-BE49-F238E27FC236}">
                  <a16:creationId xmlns:a16="http://schemas.microsoft.com/office/drawing/2014/main" id="{E380B14F-A7CC-CAB9-9681-B3C63AE1A440}"/>
                </a:ext>
              </a:extLst>
            </p:cNvPr>
            <p:cNvSpPr/>
            <p:nvPr>
              <p:custDataLst>
                <p:tags r:id="rId67"/>
              </p:custDataLst>
            </p:nvPr>
          </p:nvSpPr>
          <p:spPr>
            <a:xfrm>
              <a:off x="10801955" y="6711014"/>
              <a:ext cx="92966" cy="91011"/>
            </a:xfrm>
            <a:custGeom>
              <a:avLst/>
              <a:gdLst>
                <a:gd name="connsiteX0" fmla="*/ 49886 w 92966"/>
                <a:gd name="connsiteY0" fmla="*/ 48602 h 91011"/>
                <a:gd name="connsiteX1" fmla="*/ 88537 w 92966"/>
                <a:gd name="connsiteY1" fmla="*/ 48602 h 91011"/>
                <a:gd name="connsiteX2" fmla="*/ 93211 w 92966"/>
                <a:gd name="connsiteY2" fmla="*/ 45638 h 91011"/>
                <a:gd name="connsiteX3" fmla="*/ 88537 w 92966"/>
                <a:gd name="connsiteY3" fmla="*/ 42551 h 91011"/>
                <a:gd name="connsiteX4" fmla="*/ 49886 w 92966"/>
                <a:gd name="connsiteY4" fmla="*/ 42551 h 91011"/>
                <a:gd name="connsiteX5" fmla="*/ 49886 w 92966"/>
                <a:gd name="connsiteY5" fmla="*/ 4640 h 91011"/>
                <a:gd name="connsiteX6" fmla="*/ 46854 w 92966"/>
                <a:gd name="connsiteY6" fmla="*/ 71 h 91011"/>
                <a:gd name="connsiteX7" fmla="*/ 43696 w 92966"/>
                <a:gd name="connsiteY7" fmla="*/ 4640 h 91011"/>
                <a:gd name="connsiteX8" fmla="*/ 43696 w 92966"/>
                <a:gd name="connsiteY8" fmla="*/ 42551 h 91011"/>
                <a:gd name="connsiteX9" fmla="*/ 4918 w 92966"/>
                <a:gd name="connsiteY9" fmla="*/ 42551 h 91011"/>
                <a:gd name="connsiteX10" fmla="*/ 245 w 92966"/>
                <a:gd name="connsiteY10" fmla="*/ 45514 h 91011"/>
                <a:gd name="connsiteX11" fmla="*/ 4918 w 92966"/>
                <a:gd name="connsiteY11" fmla="*/ 48602 h 91011"/>
                <a:gd name="connsiteX12" fmla="*/ 43696 w 92966"/>
                <a:gd name="connsiteY12" fmla="*/ 48602 h 91011"/>
                <a:gd name="connsiteX13" fmla="*/ 43696 w 92966"/>
                <a:gd name="connsiteY13" fmla="*/ 86513 h 91011"/>
                <a:gd name="connsiteX14" fmla="*/ 46728 w 92966"/>
                <a:gd name="connsiteY14" fmla="*/ 91082 h 91011"/>
                <a:gd name="connsiteX15" fmla="*/ 49886 w 92966"/>
                <a:gd name="connsiteY15" fmla="*/ 86513 h 91011"/>
                <a:gd name="connsiteX16" fmla="*/ 49886 w 92966"/>
                <a:gd name="connsiteY16" fmla="*/ 48602 h 91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966" h="91011">
                  <a:moveTo>
                    <a:pt x="49886" y="48602"/>
                  </a:moveTo>
                  <a:lnTo>
                    <a:pt x="88537" y="48602"/>
                  </a:lnTo>
                  <a:cubicBezTo>
                    <a:pt x="90179" y="48602"/>
                    <a:pt x="93211" y="48602"/>
                    <a:pt x="93211" y="45638"/>
                  </a:cubicBezTo>
                  <a:cubicBezTo>
                    <a:pt x="93211" y="42551"/>
                    <a:pt x="90306" y="42551"/>
                    <a:pt x="88537" y="42551"/>
                  </a:cubicBezTo>
                  <a:lnTo>
                    <a:pt x="49886" y="42551"/>
                  </a:lnTo>
                  <a:lnTo>
                    <a:pt x="49886" y="4640"/>
                  </a:lnTo>
                  <a:cubicBezTo>
                    <a:pt x="49886" y="3034"/>
                    <a:pt x="49886" y="71"/>
                    <a:pt x="46854" y="71"/>
                  </a:cubicBezTo>
                  <a:cubicBezTo>
                    <a:pt x="43696" y="71"/>
                    <a:pt x="43696" y="2911"/>
                    <a:pt x="43696" y="4640"/>
                  </a:cubicBezTo>
                  <a:lnTo>
                    <a:pt x="43696" y="42551"/>
                  </a:lnTo>
                  <a:lnTo>
                    <a:pt x="4918" y="42551"/>
                  </a:lnTo>
                  <a:cubicBezTo>
                    <a:pt x="3276" y="42551"/>
                    <a:pt x="245" y="42551"/>
                    <a:pt x="245" y="45514"/>
                  </a:cubicBezTo>
                  <a:cubicBezTo>
                    <a:pt x="245" y="48602"/>
                    <a:pt x="3150" y="48602"/>
                    <a:pt x="4918" y="48602"/>
                  </a:cubicBezTo>
                  <a:lnTo>
                    <a:pt x="43696" y="48602"/>
                  </a:lnTo>
                  <a:lnTo>
                    <a:pt x="43696" y="86513"/>
                  </a:lnTo>
                  <a:cubicBezTo>
                    <a:pt x="43696" y="88118"/>
                    <a:pt x="43696" y="91082"/>
                    <a:pt x="46728" y="91082"/>
                  </a:cubicBezTo>
                  <a:cubicBezTo>
                    <a:pt x="49886" y="91082"/>
                    <a:pt x="49886" y="88242"/>
                    <a:pt x="49886" y="86513"/>
                  </a:cubicBezTo>
                  <a:lnTo>
                    <a:pt x="49886" y="4860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0" name="Freeform: Shape 69">
              <a:extLst>
                <a:ext uri="{FF2B5EF4-FFF2-40B4-BE49-F238E27FC236}">
                  <a16:creationId xmlns:a16="http://schemas.microsoft.com/office/drawing/2014/main" id="{FECE31F5-73B6-F2D7-D705-BC1834FA6638}"/>
                </a:ext>
              </a:extLst>
            </p:cNvPr>
            <p:cNvSpPr/>
            <p:nvPr>
              <p:custDataLst>
                <p:tags r:id="rId68"/>
              </p:custDataLst>
            </p:nvPr>
          </p:nvSpPr>
          <p:spPr>
            <a:xfrm>
              <a:off x="10910045" y="6700394"/>
              <a:ext cx="73799" cy="111016"/>
            </a:xfrm>
            <a:custGeom>
              <a:avLst/>
              <a:gdLst>
                <a:gd name="connsiteX0" fmla="*/ 74050 w 73799"/>
                <a:gd name="connsiteY0" fmla="*/ 17236 h 111016"/>
                <a:gd name="connsiteX1" fmla="*/ 53335 w 73799"/>
                <a:gd name="connsiteY1" fmla="*/ 71 h 111016"/>
                <a:gd name="connsiteX2" fmla="*/ 20115 w 73799"/>
                <a:gd name="connsiteY2" fmla="*/ 31807 h 111016"/>
                <a:gd name="connsiteX3" fmla="*/ 284 w 73799"/>
                <a:gd name="connsiteY3" fmla="*/ 109605 h 111016"/>
                <a:gd name="connsiteX4" fmla="*/ 2052 w 73799"/>
                <a:gd name="connsiteY4" fmla="*/ 111087 h 111016"/>
                <a:gd name="connsiteX5" fmla="*/ 4452 w 73799"/>
                <a:gd name="connsiteY5" fmla="*/ 110223 h 111016"/>
                <a:gd name="connsiteX6" fmla="*/ 12915 w 73799"/>
                <a:gd name="connsiteY6" fmla="*/ 77251 h 111016"/>
                <a:gd name="connsiteX7" fmla="*/ 31862 w 73799"/>
                <a:gd name="connsiteY7" fmla="*/ 88242 h 111016"/>
                <a:gd name="connsiteX8" fmla="*/ 69503 w 73799"/>
                <a:gd name="connsiteY8" fmla="*/ 56875 h 111016"/>
                <a:gd name="connsiteX9" fmla="*/ 59651 w 73799"/>
                <a:gd name="connsiteY9" fmla="*/ 38105 h 111016"/>
                <a:gd name="connsiteX10" fmla="*/ 74050 w 73799"/>
                <a:gd name="connsiteY10" fmla="*/ 17236 h 111016"/>
                <a:gd name="connsiteX11" fmla="*/ 49040 w 73799"/>
                <a:gd name="connsiteY11" fmla="*/ 37982 h 111016"/>
                <a:gd name="connsiteX12" fmla="*/ 42598 w 73799"/>
                <a:gd name="connsiteY12" fmla="*/ 38846 h 111016"/>
                <a:gd name="connsiteX13" fmla="*/ 36662 w 73799"/>
                <a:gd name="connsiteY13" fmla="*/ 38229 h 111016"/>
                <a:gd name="connsiteX14" fmla="*/ 42598 w 73799"/>
                <a:gd name="connsiteY14" fmla="*/ 37364 h 111016"/>
                <a:gd name="connsiteX15" fmla="*/ 49040 w 73799"/>
                <a:gd name="connsiteY15" fmla="*/ 37982 h 111016"/>
                <a:gd name="connsiteX16" fmla="*/ 65714 w 73799"/>
                <a:gd name="connsiteY16" fmla="*/ 15013 h 111016"/>
                <a:gd name="connsiteX17" fmla="*/ 54598 w 73799"/>
                <a:gd name="connsiteY17" fmla="*/ 35512 h 111016"/>
                <a:gd name="connsiteX18" fmla="*/ 42725 w 73799"/>
                <a:gd name="connsiteY18" fmla="*/ 33907 h 111016"/>
                <a:gd name="connsiteX19" fmla="*/ 31988 w 73799"/>
                <a:gd name="connsiteY19" fmla="*/ 38599 h 111016"/>
                <a:gd name="connsiteX20" fmla="*/ 42346 w 73799"/>
                <a:gd name="connsiteY20" fmla="*/ 42180 h 111016"/>
                <a:gd name="connsiteX21" fmla="*/ 54345 w 73799"/>
                <a:gd name="connsiteY21" fmla="*/ 40451 h 111016"/>
                <a:gd name="connsiteX22" fmla="*/ 60156 w 73799"/>
                <a:gd name="connsiteY22" fmla="*/ 53541 h 111016"/>
                <a:gd name="connsiteX23" fmla="*/ 32241 w 73799"/>
                <a:gd name="connsiteY23" fmla="*/ 84784 h 111016"/>
                <a:gd name="connsiteX24" fmla="*/ 15567 w 73799"/>
                <a:gd name="connsiteY24" fmla="*/ 69224 h 111016"/>
                <a:gd name="connsiteX25" fmla="*/ 15946 w 73799"/>
                <a:gd name="connsiteY25" fmla="*/ 65643 h 111016"/>
                <a:gd name="connsiteX26" fmla="*/ 24283 w 73799"/>
                <a:gd name="connsiteY26" fmla="*/ 32795 h 111016"/>
                <a:gd name="connsiteX27" fmla="*/ 53082 w 73799"/>
                <a:gd name="connsiteY27" fmla="*/ 3528 h 111016"/>
                <a:gd name="connsiteX28" fmla="*/ 65714 w 73799"/>
                <a:gd name="connsiteY28" fmla="*/ 15013 h 11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3799" h="111016">
                  <a:moveTo>
                    <a:pt x="74050" y="17236"/>
                  </a:moveTo>
                  <a:cubicBezTo>
                    <a:pt x="74050" y="6369"/>
                    <a:pt x="64450" y="71"/>
                    <a:pt x="53335" y="71"/>
                  </a:cubicBezTo>
                  <a:cubicBezTo>
                    <a:pt x="36030" y="71"/>
                    <a:pt x="23273" y="19335"/>
                    <a:pt x="20115" y="31807"/>
                  </a:cubicBezTo>
                  <a:lnTo>
                    <a:pt x="284" y="109605"/>
                  </a:lnTo>
                  <a:cubicBezTo>
                    <a:pt x="31" y="110470"/>
                    <a:pt x="1294" y="111087"/>
                    <a:pt x="2052" y="111087"/>
                  </a:cubicBezTo>
                  <a:cubicBezTo>
                    <a:pt x="3189" y="111087"/>
                    <a:pt x="4199" y="110963"/>
                    <a:pt x="4452" y="110223"/>
                  </a:cubicBezTo>
                  <a:lnTo>
                    <a:pt x="12915" y="77251"/>
                  </a:lnTo>
                  <a:cubicBezTo>
                    <a:pt x="15567" y="82932"/>
                    <a:pt x="21630" y="88242"/>
                    <a:pt x="31862" y="88242"/>
                  </a:cubicBezTo>
                  <a:cubicBezTo>
                    <a:pt x="49546" y="88242"/>
                    <a:pt x="69503" y="75769"/>
                    <a:pt x="69503" y="56875"/>
                  </a:cubicBezTo>
                  <a:cubicBezTo>
                    <a:pt x="69503" y="49590"/>
                    <a:pt x="66093" y="42180"/>
                    <a:pt x="59651" y="38105"/>
                  </a:cubicBezTo>
                  <a:cubicBezTo>
                    <a:pt x="65840" y="34277"/>
                    <a:pt x="74050" y="27238"/>
                    <a:pt x="74050" y="17236"/>
                  </a:cubicBezTo>
                  <a:close/>
                  <a:moveTo>
                    <a:pt x="49040" y="37982"/>
                  </a:moveTo>
                  <a:cubicBezTo>
                    <a:pt x="47146" y="38352"/>
                    <a:pt x="46261" y="38846"/>
                    <a:pt x="42598" y="38846"/>
                  </a:cubicBezTo>
                  <a:cubicBezTo>
                    <a:pt x="40577" y="38846"/>
                    <a:pt x="37546" y="38723"/>
                    <a:pt x="36662" y="38229"/>
                  </a:cubicBezTo>
                  <a:cubicBezTo>
                    <a:pt x="37925" y="37488"/>
                    <a:pt x="41462" y="37364"/>
                    <a:pt x="42598" y="37364"/>
                  </a:cubicBezTo>
                  <a:cubicBezTo>
                    <a:pt x="44493" y="37364"/>
                    <a:pt x="47272" y="37488"/>
                    <a:pt x="49040" y="37982"/>
                  </a:cubicBezTo>
                  <a:close/>
                  <a:moveTo>
                    <a:pt x="65714" y="15013"/>
                  </a:moveTo>
                  <a:cubicBezTo>
                    <a:pt x="65714" y="21558"/>
                    <a:pt x="62429" y="31190"/>
                    <a:pt x="54598" y="35512"/>
                  </a:cubicBezTo>
                  <a:cubicBezTo>
                    <a:pt x="52198" y="34771"/>
                    <a:pt x="49798" y="33907"/>
                    <a:pt x="42725" y="33907"/>
                  </a:cubicBezTo>
                  <a:cubicBezTo>
                    <a:pt x="38304" y="33907"/>
                    <a:pt x="31988" y="34153"/>
                    <a:pt x="31988" y="38599"/>
                  </a:cubicBezTo>
                  <a:cubicBezTo>
                    <a:pt x="31988" y="41686"/>
                    <a:pt x="35904" y="42180"/>
                    <a:pt x="42346" y="42180"/>
                  </a:cubicBezTo>
                  <a:cubicBezTo>
                    <a:pt x="46640" y="42180"/>
                    <a:pt x="50430" y="41563"/>
                    <a:pt x="54345" y="40451"/>
                  </a:cubicBezTo>
                  <a:cubicBezTo>
                    <a:pt x="58135" y="43045"/>
                    <a:pt x="60156" y="48108"/>
                    <a:pt x="60156" y="53541"/>
                  </a:cubicBezTo>
                  <a:cubicBezTo>
                    <a:pt x="60156" y="71447"/>
                    <a:pt x="47651" y="84784"/>
                    <a:pt x="32241" y="84784"/>
                  </a:cubicBezTo>
                  <a:cubicBezTo>
                    <a:pt x="22515" y="84784"/>
                    <a:pt x="15567" y="78980"/>
                    <a:pt x="15567" y="69224"/>
                  </a:cubicBezTo>
                  <a:cubicBezTo>
                    <a:pt x="15567" y="67989"/>
                    <a:pt x="15694" y="66755"/>
                    <a:pt x="15946" y="65643"/>
                  </a:cubicBezTo>
                  <a:lnTo>
                    <a:pt x="24283" y="32795"/>
                  </a:lnTo>
                  <a:cubicBezTo>
                    <a:pt x="27315" y="21064"/>
                    <a:pt x="38430" y="3528"/>
                    <a:pt x="53082" y="3528"/>
                  </a:cubicBezTo>
                  <a:cubicBezTo>
                    <a:pt x="60535" y="3528"/>
                    <a:pt x="65714" y="7480"/>
                    <a:pt x="65714" y="1501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1" name="Freeform: Shape 70">
              <a:extLst>
                <a:ext uri="{FF2B5EF4-FFF2-40B4-BE49-F238E27FC236}">
                  <a16:creationId xmlns:a16="http://schemas.microsoft.com/office/drawing/2014/main" id="{E0EA4269-20BE-11DC-34CE-7520163C0283}"/>
                </a:ext>
              </a:extLst>
            </p:cNvPr>
            <p:cNvSpPr/>
            <p:nvPr>
              <p:custDataLst>
                <p:tags r:id="rId69"/>
              </p:custDataLst>
            </p:nvPr>
          </p:nvSpPr>
          <p:spPr>
            <a:xfrm>
              <a:off x="10989049" y="6746261"/>
              <a:ext cx="42675" cy="76915"/>
            </a:xfrm>
            <a:custGeom>
              <a:avLst/>
              <a:gdLst>
                <a:gd name="connsiteX0" fmla="*/ 42931 w 42675"/>
                <a:gd name="connsiteY0" fmla="*/ 3864 h 76915"/>
                <a:gd name="connsiteX1" fmla="*/ 38961 w 42675"/>
                <a:gd name="connsiteY1" fmla="*/ 72 h 76915"/>
                <a:gd name="connsiteX2" fmla="*/ 33367 w 42675"/>
                <a:gd name="connsiteY2" fmla="*/ 5364 h 76915"/>
                <a:gd name="connsiteX3" fmla="*/ 37337 w 42675"/>
                <a:gd name="connsiteY3" fmla="*/ 9157 h 76915"/>
                <a:gd name="connsiteX4" fmla="*/ 42931 w 42675"/>
                <a:gd name="connsiteY4" fmla="*/ 3864 h 76915"/>
                <a:gd name="connsiteX5" fmla="*/ 23262 w 42675"/>
                <a:gd name="connsiteY5" fmla="*/ 62874 h 76915"/>
                <a:gd name="connsiteX6" fmla="*/ 10360 w 42675"/>
                <a:gd name="connsiteY6" fmla="*/ 73988 h 76915"/>
                <a:gd name="connsiteX7" fmla="*/ 7112 w 42675"/>
                <a:gd name="connsiteY7" fmla="*/ 73547 h 76915"/>
                <a:gd name="connsiteX8" fmla="*/ 9909 w 42675"/>
                <a:gd name="connsiteY8" fmla="*/ 68872 h 76915"/>
                <a:gd name="connsiteX9" fmla="*/ 5849 w 42675"/>
                <a:gd name="connsiteY9" fmla="*/ 65256 h 76915"/>
                <a:gd name="connsiteX10" fmla="*/ 255 w 42675"/>
                <a:gd name="connsiteY10" fmla="*/ 70901 h 76915"/>
                <a:gd name="connsiteX11" fmla="*/ 10450 w 42675"/>
                <a:gd name="connsiteY11" fmla="*/ 76987 h 76915"/>
                <a:gd name="connsiteX12" fmla="*/ 31112 w 42675"/>
                <a:gd name="connsiteY12" fmla="*/ 62963 h 76915"/>
                <a:gd name="connsiteX13" fmla="*/ 39232 w 42675"/>
                <a:gd name="connsiteY13" fmla="*/ 31385 h 76915"/>
                <a:gd name="connsiteX14" fmla="*/ 39683 w 42675"/>
                <a:gd name="connsiteY14" fmla="*/ 28474 h 76915"/>
                <a:gd name="connsiteX15" fmla="*/ 28585 w 42675"/>
                <a:gd name="connsiteY15" fmla="*/ 19918 h 76915"/>
                <a:gd name="connsiteX16" fmla="*/ 10992 w 42675"/>
                <a:gd name="connsiteY16" fmla="*/ 33590 h 76915"/>
                <a:gd name="connsiteX17" fmla="*/ 12887 w 42675"/>
                <a:gd name="connsiteY17" fmla="*/ 34825 h 76915"/>
                <a:gd name="connsiteX18" fmla="*/ 14871 w 42675"/>
                <a:gd name="connsiteY18" fmla="*/ 33590 h 76915"/>
                <a:gd name="connsiteX19" fmla="*/ 28225 w 42675"/>
                <a:gd name="connsiteY19" fmla="*/ 22917 h 76915"/>
                <a:gd name="connsiteX20" fmla="*/ 32014 w 42675"/>
                <a:gd name="connsiteY20" fmla="*/ 27592 h 76915"/>
                <a:gd name="connsiteX21" fmla="*/ 31743 w 42675"/>
                <a:gd name="connsiteY21" fmla="*/ 29885 h 76915"/>
                <a:gd name="connsiteX22" fmla="*/ 23262 w 42675"/>
                <a:gd name="connsiteY22" fmla="*/ 62874 h 7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675" h="76915">
                  <a:moveTo>
                    <a:pt x="42931" y="3864"/>
                  </a:moveTo>
                  <a:cubicBezTo>
                    <a:pt x="42931" y="1836"/>
                    <a:pt x="41397" y="72"/>
                    <a:pt x="38961" y="72"/>
                  </a:cubicBezTo>
                  <a:cubicBezTo>
                    <a:pt x="36164" y="72"/>
                    <a:pt x="33367" y="2718"/>
                    <a:pt x="33367" y="5364"/>
                  </a:cubicBezTo>
                  <a:cubicBezTo>
                    <a:pt x="33367" y="7481"/>
                    <a:pt x="35081" y="9157"/>
                    <a:pt x="37337" y="9157"/>
                  </a:cubicBezTo>
                  <a:cubicBezTo>
                    <a:pt x="40405" y="9157"/>
                    <a:pt x="42931" y="6334"/>
                    <a:pt x="42931" y="3864"/>
                  </a:cubicBezTo>
                  <a:close/>
                  <a:moveTo>
                    <a:pt x="23262" y="62874"/>
                  </a:moveTo>
                  <a:cubicBezTo>
                    <a:pt x="21548" y="69578"/>
                    <a:pt x="15864" y="73988"/>
                    <a:pt x="10360" y="73988"/>
                  </a:cubicBezTo>
                  <a:cubicBezTo>
                    <a:pt x="8826" y="73988"/>
                    <a:pt x="7834" y="73724"/>
                    <a:pt x="7112" y="73547"/>
                  </a:cubicBezTo>
                  <a:cubicBezTo>
                    <a:pt x="9278" y="72313"/>
                    <a:pt x="9909" y="70019"/>
                    <a:pt x="9909" y="68872"/>
                  </a:cubicBezTo>
                  <a:cubicBezTo>
                    <a:pt x="9909" y="67373"/>
                    <a:pt x="8826" y="65256"/>
                    <a:pt x="5849" y="65256"/>
                  </a:cubicBezTo>
                  <a:cubicBezTo>
                    <a:pt x="2781" y="65256"/>
                    <a:pt x="255" y="67990"/>
                    <a:pt x="255" y="70901"/>
                  </a:cubicBezTo>
                  <a:cubicBezTo>
                    <a:pt x="255" y="74694"/>
                    <a:pt x="4315" y="76987"/>
                    <a:pt x="10450" y="76987"/>
                  </a:cubicBezTo>
                  <a:cubicBezTo>
                    <a:pt x="16586" y="76987"/>
                    <a:pt x="28315" y="73900"/>
                    <a:pt x="31112" y="62963"/>
                  </a:cubicBezTo>
                  <a:lnTo>
                    <a:pt x="39232" y="31385"/>
                  </a:lnTo>
                  <a:cubicBezTo>
                    <a:pt x="39412" y="30503"/>
                    <a:pt x="39683" y="29709"/>
                    <a:pt x="39683" y="28474"/>
                  </a:cubicBezTo>
                  <a:cubicBezTo>
                    <a:pt x="39683" y="23446"/>
                    <a:pt x="34901" y="19918"/>
                    <a:pt x="28585" y="19918"/>
                  </a:cubicBezTo>
                  <a:cubicBezTo>
                    <a:pt x="17668" y="19918"/>
                    <a:pt x="10992" y="31826"/>
                    <a:pt x="10992" y="33590"/>
                  </a:cubicBezTo>
                  <a:cubicBezTo>
                    <a:pt x="10992" y="34825"/>
                    <a:pt x="12435" y="34825"/>
                    <a:pt x="12887" y="34825"/>
                  </a:cubicBezTo>
                  <a:cubicBezTo>
                    <a:pt x="14240" y="34825"/>
                    <a:pt x="14420" y="34472"/>
                    <a:pt x="14871" y="33590"/>
                  </a:cubicBezTo>
                  <a:cubicBezTo>
                    <a:pt x="19022" y="24946"/>
                    <a:pt x="25157" y="22917"/>
                    <a:pt x="28225" y="22917"/>
                  </a:cubicBezTo>
                  <a:cubicBezTo>
                    <a:pt x="31833" y="22917"/>
                    <a:pt x="32014" y="26092"/>
                    <a:pt x="32014" y="27592"/>
                  </a:cubicBezTo>
                  <a:cubicBezTo>
                    <a:pt x="32014" y="28827"/>
                    <a:pt x="31924" y="29180"/>
                    <a:pt x="31743" y="29885"/>
                  </a:cubicBezTo>
                  <a:lnTo>
                    <a:pt x="23262" y="6287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2" name="Freeform: Shape 71">
              <a:extLst>
                <a:ext uri="{FF2B5EF4-FFF2-40B4-BE49-F238E27FC236}">
                  <a16:creationId xmlns:a16="http://schemas.microsoft.com/office/drawing/2014/main" id="{2F1C7DBE-8641-C98B-99A3-0CD0F9A04988}"/>
                </a:ext>
              </a:extLst>
            </p:cNvPr>
            <p:cNvSpPr/>
            <p:nvPr>
              <p:custDataLst>
                <p:tags r:id="rId70"/>
              </p:custDataLst>
            </p:nvPr>
          </p:nvSpPr>
          <p:spPr>
            <a:xfrm>
              <a:off x="11062091" y="6694837"/>
              <a:ext cx="32715" cy="123365"/>
            </a:xfrm>
            <a:custGeom>
              <a:avLst/>
              <a:gdLst>
                <a:gd name="connsiteX0" fmla="*/ 2659 w 32715"/>
                <a:gd name="connsiteY0" fmla="*/ 71 h 123365"/>
                <a:gd name="connsiteX1" fmla="*/ 259 w 32715"/>
                <a:gd name="connsiteY1" fmla="*/ 1552 h 123365"/>
                <a:gd name="connsiteX2" fmla="*/ 1396 w 32715"/>
                <a:gd name="connsiteY2" fmla="*/ 3405 h 123365"/>
                <a:gd name="connsiteX3" fmla="*/ 24385 w 32715"/>
                <a:gd name="connsiteY3" fmla="*/ 61691 h 123365"/>
                <a:gd name="connsiteX4" fmla="*/ 2533 w 32715"/>
                <a:gd name="connsiteY4" fmla="*/ 119114 h 123365"/>
                <a:gd name="connsiteX5" fmla="*/ 259 w 32715"/>
                <a:gd name="connsiteY5" fmla="*/ 121954 h 123365"/>
                <a:gd name="connsiteX6" fmla="*/ 1901 w 32715"/>
                <a:gd name="connsiteY6" fmla="*/ 123436 h 123365"/>
                <a:gd name="connsiteX7" fmla="*/ 23753 w 32715"/>
                <a:gd name="connsiteY7" fmla="*/ 99849 h 123365"/>
                <a:gd name="connsiteX8" fmla="*/ 32974 w 32715"/>
                <a:gd name="connsiteY8" fmla="*/ 61815 h 123365"/>
                <a:gd name="connsiteX9" fmla="*/ 2659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659" y="71"/>
                  </a:moveTo>
                  <a:cubicBezTo>
                    <a:pt x="1775" y="71"/>
                    <a:pt x="259" y="71"/>
                    <a:pt x="259" y="1552"/>
                  </a:cubicBezTo>
                  <a:cubicBezTo>
                    <a:pt x="259" y="2170"/>
                    <a:pt x="638" y="2540"/>
                    <a:pt x="1396" y="3405"/>
                  </a:cubicBezTo>
                  <a:cubicBezTo>
                    <a:pt x="12259" y="13160"/>
                    <a:pt x="24385" y="29831"/>
                    <a:pt x="24385" y="61691"/>
                  </a:cubicBezTo>
                  <a:cubicBezTo>
                    <a:pt x="24385" y="87501"/>
                    <a:pt x="16174" y="107012"/>
                    <a:pt x="2533" y="119114"/>
                  </a:cubicBezTo>
                  <a:cubicBezTo>
                    <a:pt x="385" y="121213"/>
                    <a:pt x="259" y="121337"/>
                    <a:pt x="259" y="121954"/>
                  </a:cubicBezTo>
                  <a:cubicBezTo>
                    <a:pt x="259" y="122571"/>
                    <a:pt x="638" y="123436"/>
                    <a:pt x="1901" y="123436"/>
                  </a:cubicBezTo>
                  <a:cubicBezTo>
                    <a:pt x="3417" y="123436"/>
                    <a:pt x="15417" y="115286"/>
                    <a:pt x="23753" y="99849"/>
                  </a:cubicBezTo>
                  <a:cubicBezTo>
                    <a:pt x="29311" y="89600"/>
                    <a:pt x="32974" y="76263"/>
                    <a:pt x="32974" y="61815"/>
                  </a:cubicBezTo>
                  <a:cubicBezTo>
                    <a:pt x="32974" y="44403"/>
                    <a:pt x="27669" y="17359"/>
                    <a:pt x="2659"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3" name="Freeform: Shape 72">
              <a:extLst>
                <a:ext uri="{FF2B5EF4-FFF2-40B4-BE49-F238E27FC236}">
                  <a16:creationId xmlns:a16="http://schemas.microsoft.com/office/drawing/2014/main" id="{2C84369B-D0E2-6E13-9EB2-8F8C3EF8BED4}"/>
                </a:ext>
              </a:extLst>
            </p:cNvPr>
            <p:cNvSpPr/>
            <p:nvPr>
              <p:custDataLst>
                <p:tags r:id="rId71"/>
              </p:custDataLst>
            </p:nvPr>
          </p:nvSpPr>
          <p:spPr>
            <a:xfrm>
              <a:off x="11178763" y="6795550"/>
              <a:ext cx="119997" cy="41280"/>
            </a:xfrm>
            <a:custGeom>
              <a:avLst/>
              <a:gdLst>
                <a:gd name="connsiteX0" fmla="*/ 114127 w 119997"/>
                <a:gd name="connsiteY0" fmla="*/ 7131 h 41280"/>
                <a:gd name="connsiteX1" fmla="*/ 120263 w 119997"/>
                <a:gd name="connsiteY1" fmla="*/ 3603 h 41280"/>
                <a:gd name="connsiteX2" fmla="*/ 114308 w 119997"/>
                <a:gd name="connsiteY2" fmla="*/ 75 h 41280"/>
                <a:gd name="connsiteX3" fmla="*/ 6220 w 119997"/>
                <a:gd name="connsiteY3" fmla="*/ 75 h 41280"/>
                <a:gd name="connsiteX4" fmla="*/ 265 w 119997"/>
                <a:gd name="connsiteY4" fmla="*/ 3603 h 41280"/>
                <a:gd name="connsiteX5" fmla="*/ 6401 w 119997"/>
                <a:gd name="connsiteY5" fmla="*/ 7131 h 41280"/>
                <a:gd name="connsiteX6" fmla="*/ 114127 w 119997"/>
                <a:gd name="connsiteY6" fmla="*/ 7131 h 41280"/>
                <a:gd name="connsiteX7" fmla="*/ 114308 w 119997"/>
                <a:gd name="connsiteY7" fmla="*/ 41355 h 41280"/>
                <a:gd name="connsiteX8" fmla="*/ 120263 w 119997"/>
                <a:gd name="connsiteY8" fmla="*/ 37827 h 41280"/>
                <a:gd name="connsiteX9" fmla="*/ 114127 w 119997"/>
                <a:gd name="connsiteY9" fmla="*/ 34299 h 41280"/>
                <a:gd name="connsiteX10" fmla="*/ 6401 w 119997"/>
                <a:gd name="connsiteY10" fmla="*/ 34299 h 41280"/>
                <a:gd name="connsiteX11" fmla="*/ 265 w 119997"/>
                <a:gd name="connsiteY11" fmla="*/ 37827 h 41280"/>
                <a:gd name="connsiteX12" fmla="*/ 6220 w 119997"/>
                <a:gd name="connsiteY12" fmla="*/ 41355 h 41280"/>
                <a:gd name="connsiteX13" fmla="*/ 114308 w 119997"/>
                <a:gd name="connsiteY13" fmla="*/ 41355 h 4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9997" h="41280">
                  <a:moveTo>
                    <a:pt x="114127" y="7131"/>
                  </a:moveTo>
                  <a:cubicBezTo>
                    <a:pt x="116834" y="7131"/>
                    <a:pt x="120263" y="7131"/>
                    <a:pt x="120263" y="3603"/>
                  </a:cubicBezTo>
                  <a:cubicBezTo>
                    <a:pt x="120263" y="75"/>
                    <a:pt x="116834" y="75"/>
                    <a:pt x="114308" y="75"/>
                  </a:cubicBezTo>
                  <a:lnTo>
                    <a:pt x="6220" y="75"/>
                  </a:lnTo>
                  <a:cubicBezTo>
                    <a:pt x="3694" y="75"/>
                    <a:pt x="265" y="75"/>
                    <a:pt x="265" y="3603"/>
                  </a:cubicBezTo>
                  <a:cubicBezTo>
                    <a:pt x="265" y="7131"/>
                    <a:pt x="3694" y="7131"/>
                    <a:pt x="6401" y="7131"/>
                  </a:cubicBezTo>
                  <a:lnTo>
                    <a:pt x="114127" y="7131"/>
                  </a:lnTo>
                  <a:close/>
                  <a:moveTo>
                    <a:pt x="114308" y="41355"/>
                  </a:moveTo>
                  <a:cubicBezTo>
                    <a:pt x="116834" y="41355"/>
                    <a:pt x="120263" y="41355"/>
                    <a:pt x="120263" y="37827"/>
                  </a:cubicBezTo>
                  <a:cubicBezTo>
                    <a:pt x="120263" y="34299"/>
                    <a:pt x="116834" y="34299"/>
                    <a:pt x="114127" y="34299"/>
                  </a:cubicBezTo>
                  <a:lnTo>
                    <a:pt x="6401" y="34299"/>
                  </a:lnTo>
                  <a:cubicBezTo>
                    <a:pt x="3694" y="34299"/>
                    <a:pt x="265" y="34299"/>
                    <a:pt x="265" y="37827"/>
                  </a:cubicBezTo>
                  <a:cubicBezTo>
                    <a:pt x="265" y="41355"/>
                    <a:pt x="3694" y="41355"/>
                    <a:pt x="6220" y="41355"/>
                  </a:cubicBezTo>
                  <a:lnTo>
                    <a:pt x="114308" y="4135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4" name="Freeform: Shape 73">
              <a:extLst>
                <a:ext uri="{FF2B5EF4-FFF2-40B4-BE49-F238E27FC236}">
                  <a16:creationId xmlns:a16="http://schemas.microsoft.com/office/drawing/2014/main" id="{EA34F36F-C9E1-4FE3-38F0-F797AE191031}"/>
                </a:ext>
              </a:extLst>
            </p:cNvPr>
            <p:cNvSpPr/>
            <p:nvPr>
              <p:custDataLst>
                <p:tags r:id="rId72"/>
              </p:custDataLst>
            </p:nvPr>
          </p:nvSpPr>
          <p:spPr>
            <a:xfrm>
              <a:off x="11367429" y="6782319"/>
              <a:ext cx="69291" cy="79914"/>
            </a:xfrm>
            <a:custGeom>
              <a:avLst/>
              <a:gdLst>
                <a:gd name="connsiteX0" fmla="*/ 25719 w 69291"/>
                <a:gd name="connsiteY0" fmla="*/ 37298 h 79914"/>
                <a:gd name="connsiteX1" fmla="*/ 53327 w 69291"/>
                <a:gd name="connsiteY1" fmla="*/ 33240 h 79914"/>
                <a:gd name="connsiteX2" fmla="*/ 66861 w 69291"/>
                <a:gd name="connsiteY2" fmla="*/ 15070 h 79914"/>
                <a:gd name="connsiteX3" fmla="*/ 47553 w 69291"/>
                <a:gd name="connsiteY3" fmla="*/ 75 h 79914"/>
                <a:gd name="connsiteX4" fmla="*/ 276 w 69291"/>
                <a:gd name="connsiteY4" fmla="*/ 48059 h 79914"/>
                <a:gd name="connsiteX5" fmla="*/ 28606 w 69291"/>
                <a:gd name="connsiteY5" fmla="*/ 79990 h 79914"/>
                <a:gd name="connsiteX6" fmla="*/ 69567 w 69291"/>
                <a:gd name="connsiteY6" fmla="*/ 59173 h 79914"/>
                <a:gd name="connsiteX7" fmla="*/ 67402 w 69291"/>
                <a:gd name="connsiteY7" fmla="*/ 56880 h 79914"/>
                <a:gd name="connsiteX8" fmla="*/ 65056 w 69291"/>
                <a:gd name="connsiteY8" fmla="*/ 58644 h 79914"/>
                <a:gd name="connsiteX9" fmla="*/ 28967 w 69291"/>
                <a:gd name="connsiteY9" fmla="*/ 76108 h 79914"/>
                <a:gd name="connsiteX10" fmla="*/ 13268 w 69291"/>
                <a:gd name="connsiteY10" fmla="*/ 55645 h 79914"/>
                <a:gd name="connsiteX11" fmla="*/ 16155 w 69291"/>
                <a:gd name="connsiteY11" fmla="*/ 37298 h 79914"/>
                <a:gd name="connsiteX12" fmla="*/ 25719 w 69291"/>
                <a:gd name="connsiteY12" fmla="*/ 37298 h 79914"/>
                <a:gd name="connsiteX13" fmla="*/ 17238 w 69291"/>
                <a:gd name="connsiteY13" fmla="*/ 33417 h 79914"/>
                <a:gd name="connsiteX14" fmla="*/ 47553 w 69291"/>
                <a:gd name="connsiteY14" fmla="*/ 3956 h 79914"/>
                <a:gd name="connsiteX15" fmla="*/ 60906 w 69291"/>
                <a:gd name="connsiteY15" fmla="*/ 15070 h 79914"/>
                <a:gd name="connsiteX16" fmla="*/ 24636 w 69291"/>
                <a:gd name="connsiteY16" fmla="*/ 33417 h 79914"/>
                <a:gd name="connsiteX17" fmla="*/ 17238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719" y="37298"/>
                  </a:moveTo>
                  <a:cubicBezTo>
                    <a:pt x="30952" y="37298"/>
                    <a:pt x="44305" y="36945"/>
                    <a:pt x="53327" y="33240"/>
                  </a:cubicBezTo>
                  <a:cubicBezTo>
                    <a:pt x="65959" y="27948"/>
                    <a:pt x="66861" y="17540"/>
                    <a:pt x="66861" y="15070"/>
                  </a:cubicBezTo>
                  <a:cubicBezTo>
                    <a:pt x="66861" y="7308"/>
                    <a:pt x="60004" y="75"/>
                    <a:pt x="47553" y="75"/>
                  </a:cubicBezTo>
                  <a:cubicBezTo>
                    <a:pt x="27523" y="75"/>
                    <a:pt x="276" y="17187"/>
                    <a:pt x="276" y="48059"/>
                  </a:cubicBezTo>
                  <a:cubicBezTo>
                    <a:pt x="276" y="66053"/>
                    <a:pt x="10922" y="79990"/>
                    <a:pt x="28606" y="79990"/>
                  </a:cubicBezTo>
                  <a:cubicBezTo>
                    <a:pt x="54410" y="79990"/>
                    <a:pt x="69567" y="61290"/>
                    <a:pt x="69567" y="59173"/>
                  </a:cubicBezTo>
                  <a:cubicBezTo>
                    <a:pt x="69567" y="58114"/>
                    <a:pt x="68485" y="56880"/>
                    <a:pt x="67402" y="56880"/>
                  </a:cubicBezTo>
                  <a:cubicBezTo>
                    <a:pt x="66500" y="56880"/>
                    <a:pt x="66139" y="57232"/>
                    <a:pt x="65056" y="58644"/>
                  </a:cubicBezTo>
                  <a:cubicBezTo>
                    <a:pt x="50801" y="76108"/>
                    <a:pt x="31132" y="76108"/>
                    <a:pt x="28967" y="76108"/>
                  </a:cubicBezTo>
                  <a:cubicBezTo>
                    <a:pt x="14892" y="76108"/>
                    <a:pt x="13268" y="61290"/>
                    <a:pt x="13268" y="55645"/>
                  </a:cubicBezTo>
                  <a:cubicBezTo>
                    <a:pt x="13268" y="53528"/>
                    <a:pt x="13448" y="48059"/>
                    <a:pt x="16155" y="37298"/>
                  </a:cubicBezTo>
                  <a:lnTo>
                    <a:pt x="25719" y="37298"/>
                  </a:lnTo>
                  <a:close/>
                  <a:moveTo>
                    <a:pt x="17238" y="33417"/>
                  </a:moveTo>
                  <a:cubicBezTo>
                    <a:pt x="24275" y="6602"/>
                    <a:pt x="42861" y="3956"/>
                    <a:pt x="47553" y="3956"/>
                  </a:cubicBezTo>
                  <a:cubicBezTo>
                    <a:pt x="56034" y="3956"/>
                    <a:pt x="60906" y="9072"/>
                    <a:pt x="60906" y="15070"/>
                  </a:cubicBezTo>
                  <a:cubicBezTo>
                    <a:pt x="60906" y="33417"/>
                    <a:pt x="32035" y="33417"/>
                    <a:pt x="24636" y="33417"/>
                  </a:cubicBezTo>
                  <a:lnTo>
                    <a:pt x="17238"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5" name="Freeform: Shape 74">
              <a:extLst>
                <a:ext uri="{FF2B5EF4-FFF2-40B4-BE49-F238E27FC236}">
                  <a16:creationId xmlns:a16="http://schemas.microsoft.com/office/drawing/2014/main" id="{DFE0E9F0-B839-D862-C197-DBAD05146300}"/>
                </a:ext>
              </a:extLst>
            </p:cNvPr>
            <p:cNvSpPr/>
            <p:nvPr>
              <p:custDataLst>
                <p:tags r:id="rId73"/>
              </p:custDataLst>
            </p:nvPr>
          </p:nvSpPr>
          <p:spPr>
            <a:xfrm>
              <a:off x="11457675" y="6694837"/>
              <a:ext cx="32841" cy="123365"/>
            </a:xfrm>
            <a:custGeom>
              <a:avLst/>
              <a:gdLst>
                <a:gd name="connsiteX0" fmla="*/ 30596 w 32841"/>
                <a:gd name="connsiteY0" fmla="*/ 71 h 123365"/>
                <a:gd name="connsiteX1" fmla="*/ 280 w 32841"/>
                <a:gd name="connsiteY1" fmla="*/ 61691 h 123365"/>
                <a:gd name="connsiteX2" fmla="*/ 30596 w 32841"/>
                <a:gd name="connsiteY2" fmla="*/ 123436 h 123365"/>
                <a:gd name="connsiteX3" fmla="*/ 33122 w 32841"/>
                <a:gd name="connsiteY3" fmla="*/ 121954 h 123365"/>
                <a:gd name="connsiteX4" fmla="*/ 31859 w 32841"/>
                <a:gd name="connsiteY4" fmla="*/ 120102 h 123365"/>
                <a:gd name="connsiteX5" fmla="*/ 8870 w 32841"/>
                <a:gd name="connsiteY5" fmla="*/ 61815 h 123365"/>
                <a:gd name="connsiteX6" fmla="*/ 32238 w 32841"/>
                <a:gd name="connsiteY6" fmla="*/ 3034 h 123365"/>
                <a:gd name="connsiteX7" fmla="*/ 33122 w 32841"/>
                <a:gd name="connsiteY7" fmla="*/ 1552 h 123365"/>
                <a:gd name="connsiteX8" fmla="*/ 30596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596" y="71"/>
                  </a:moveTo>
                  <a:cubicBezTo>
                    <a:pt x="6596" y="16618"/>
                    <a:pt x="280" y="42798"/>
                    <a:pt x="280" y="61691"/>
                  </a:cubicBezTo>
                  <a:cubicBezTo>
                    <a:pt x="280" y="79103"/>
                    <a:pt x="5586" y="106147"/>
                    <a:pt x="30596" y="123436"/>
                  </a:cubicBezTo>
                  <a:cubicBezTo>
                    <a:pt x="31606" y="123436"/>
                    <a:pt x="33122" y="123436"/>
                    <a:pt x="33122" y="121954"/>
                  </a:cubicBezTo>
                  <a:cubicBezTo>
                    <a:pt x="33122" y="121213"/>
                    <a:pt x="32743" y="120966"/>
                    <a:pt x="31859" y="120102"/>
                  </a:cubicBezTo>
                  <a:cubicBezTo>
                    <a:pt x="15059" y="105283"/>
                    <a:pt x="8870" y="84290"/>
                    <a:pt x="8870" y="61815"/>
                  </a:cubicBezTo>
                  <a:cubicBezTo>
                    <a:pt x="8870" y="28473"/>
                    <a:pt x="21880" y="12172"/>
                    <a:pt x="32238" y="3034"/>
                  </a:cubicBezTo>
                  <a:cubicBezTo>
                    <a:pt x="32743" y="2540"/>
                    <a:pt x="33122" y="2170"/>
                    <a:pt x="33122" y="1552"/>
                  </a:cubicBezTo>
                  <a:cubicBezTo>
                    <a:pt x="33122" y="71"/>
                    <a:pt x="31606" y="71"/>
                    <a:pt x="30596"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6" name="Freeform: Shape 75">
              <a:extLst>
                <a:ext uri="{FF2B5EF4-FFF2-40B4-BE49-F238E27FC236}">
                  <a16:creationId xmlns:a16="http://schemas.microsoft.com/office/drawing/2014/main" id="{86505471-CE83-E4CF-97B8-B27A6131C1E9}"/>
                </a:ext>
              </a:extLst>
            </p:cNvPr>
            <p:cNvSpPr/>
            <p:nvPr>
              <p:custDataLst>
                <p:tags r:id="rId74"/>
              </p:custDataLst>
            </p:nvPr>
          </p:nvSpPr>
          <p:spPr>
            <a:xfrm>
              <a:off x="11503960" y="6732625"/>
              <a:ext cx="77429" cy="54828"/>
            </a:xfrm>
            <a:custGeom>
              <a:avLst/>
              <a:gdLst>
                <a:gd name="connsiteX0" fmla="*/ 45756 w 77429"/>
                <a:gd name="connsiteY0" fmla="*/ 25015 h 54828"/>
                <a:gd name="connsiteX1" fmla="*/ 63187 w 77429"/>
                <a:gd name="connsiteY1" fmla="*/ 7850 h 54828"/>
                <a:gd name="connsiteX2" fmla="*/ 74934 w 77429"/>
                <a:gd name="connsiteY2" fmla="*/ 6986 h 54828"/>
                <a:gd name="connsiteX3" fmla="*/ 74934 w 77429"/>
                <a:gd name="connsiteY3" fmla="*/ 71 h 54828"/>
                <a:gd name="connsiteX4" fmla="*/ 62682 w 77429"/>
                <a:gd name="connsiteY4" fmla="*/ 565 h 54828"/>
                <a:gd name="connsiteX5" fmla="*/ 48661 w 77429"/>
                <a:gd name="connsiteY5" fmla="*/ 71 h 54828"/>
                <a:gd name="connsiteX6" fmla="*/ 48661 w 77429"/>
                <a:gd name="connsiteY6" fmla="*/ 6986 h 54828"/>
                <a:gd name="connsiteX7" fmla="*/ 52072 w 77429"/>
                <a:gd name="connsiteY7" fmla="*/ 7727 h 54828"/>
                <a:gd name="connsiteX8" fmla="*/ 40198 w 77429"/>
                <a:gd name="connsiteY8" fmla="*/ 19458 h 54828"/>
                <a:gd name="connsiteX9" fmla="*/ 27946 w 77429"/>
                <a:gd name="connsiteY9" fmla="*/ 6986 h 54828"/>
                <a:gd name="connsiteX10" fmla="*/ 31357 w 77429"/>
                <a:gd name="connsiteY10" fmla="*/ 6986 h 54828"/>
                <a:gd name="connsiteX11" fmla="*/ 31357 w 77429"/>
                <a:gd name="connsiteY11" fmla="*/ 71 h 54828"/>
                <a:gd name="connsiteX12" fmla="*/ 15315 w 77429"/>
                <a:gd name="connsiteY12" fmla="*/ 565 h 54828"/>
                <a:gd name="connsiteX13" fmla="*/ 1041 w 77429"/>
                <a:gd name="connsiteY13" fmla="*/ 71 h 54828"/>
                <a:gd name="connsiteX14" fmla="*/ 1041 w 77429"/>
                <a:gd name="connsiteY14" fmla="*/ 6986 h 54828"/>
                <a:gd name="connsiteX15" fmla="*/ 10515 w 77429"/>
                <a:gd name="connsiteY15" fmla="*/ 6986 h 54828"/>
                <a:gd name="connsiteX16" fmla="*/ 31230 w 77429"/>
                <a:gd name="connsiteY16" fmla="*/ 28103 h 54828"/>
                <a:gd name="connsiteX17" fmla="*/ 13041 w 77429"/>
                <a:gd name="connsiteY17" fmla="*/ 46008 h 54828"/>
                <a:gd name="connsiteX18" fmla="*/ 7357 w 77429"/>
                <a:gd name="connsiteY18" fmla="*/ 47861 h 54828"/>
                <a:gd name="connsiteX19" fmla="*/ 284 w 77429"/>
                <a:gd name="connsiteY19" fmla="*/ 47984 h 54828"/>
                <a:gd name="connsiteX20" fmla="*/ 284 w 77429"/>
                <a:gd name="connsiteY20" fmla="*/ 54900 h 54828"/>
                <a:gd name="connsiteX21" fmla="*/ 12536 w 77429"/>
                <a:gd name="connsiteY21" fmla="*/ 54406 h 54828"/>
                <a:gd name="connsiteX22" fmla="*/ 26557 w 77429"/>
                <a:gd name="connsiteY22" fmla="*/ 54900 h 54828"/>
                <a:gd name="connsiteX23" fmla="*/ 26557 w 77429"/>
                <a:gd name="connsiteY23" fmla="*/ 47984 h 54828"/>
                <a:gd name="connsiteX24" fmla="*/ 23146 w 77429"/>
                <a:gd name="connsiteY24" fmla="*/ 47120 h 54828"/>
                <a:gd name="connsiteX25" fmla="*/ 36788 w 77429"/>
                <a:gd name="connsiteY25" fmla="*/ 33783 h 54828"/>
                <a:gd name="connsiteX26" fmla="*/ 50809 w 77429"/>
                <a:gd name="connsiteY26" fmla="*/ 47984 h 54828"/>
                <a:gd name="connsiteX27" fmla="*/ 47525 w 77429"/>
                <a:gd name="connsiteY27" fmla="*/ 47984 h 54828"/>
                <a:gd name="connsiteX28" fmla="*/ 47525 w 77429"/>
                <a:gd name="connsiteY28" fmla="*/ 54900 h 54828"/>
                <a:gd name="connsiteX29" fmla="*/ 63566 w 77429"/>
                <a:gd name="connsiteY29" fmla="*/ 54406 h 54828"/>
                <a:gd name="connsiteX30" fmla="*/ 77713 w 77429"/>
                <a:gd name="connsiteY30" fmla="*/ 54900 h 54828"/>
                <a:gd name="connsiteX31" fmla="*/ 77713 w 77429"/>
                <a:gd name="connsiteY31" fmla="*/ 47984 h 54828"/>
                <a:gd name="connsiteX32" fmla="*/ 68366 w 77429"/>
                <a:gd name="connsiteY32" fmla="*/ 47984 h 54828"/>
                <a:gd name="connsiteX33" fmla="*/ 45756 w 77429"/>
                <a:gd name="connsiteY33" fmla="*/ 25015 h 5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429" h="54828">
                  <a:moveTo>
                    <a:pt x="45756" y="25015"/>
                  </a:moveTo>
                  <a:lnTo>
                    <a:pt x="63187" y="7850"/>
                  </a:lnTo>
                  <a:cubicBezTo>
                    <a:pt x="66219" y="6986"/>
                    <a:pt x="69503" y="6986"/>
                    <a:pt x="74934" y="6986"/>
                  </a:cubicBezTo>
                  <a:lnTo>
                    <a:pt x="74934" y="71"/>
                  </a:lnTo>
                  <a:cubicBezTo>
                    <a:pt x="70892" y="441"/>
                    <a:pt x="66724" y="565"/>
                    <a:pt x="62682" y="565"/>
                  </a:cubicBezTo>
                  <a:cubicBezTo>
                    <a:pt x="58388" y="565"/>
                    <a:pt x="49672" y="194"/>
                    <a:pt x="48661" y="71"/>
                  </a:cubicBezTo>
                  <a:lnTo>
                    <a:pt x="48661" y="6986"/>
                  </a:lnTo>
                  <a:cubicBezTo>
                    <a:pt x="50303" y="6986"/>
                    <a:pt x="51188" y="7233"/>
                    <a:pt x="52072" y="7727"/>
                  </a:cubicBezTo>
                  <a:lnTo>
                    <a:pt x="40198" y="19458"/>
                  </a:lnTo>
                  <a:lnTo>
                    <a:pt x="27946" y="6986"/>
                  </a:lnTo>
                  <a:lnTo>
                    <a:pt x="31357" y="6986"/>
                  </a:lnTo>
                  <a:lnTo>
                    <a:pt x="31357" y="71"/>
                  </a:lnTo>
                  <a:cubicBezTo>
                    <a:pt x="30599" y="71"/>
                    <a:pt x="20620" y="565"/>
                    <a:pt x="15315" y="565"/>
                  </a:cubicBezTo>
                  <a:cubicBezTo>
                    <a:pt x="10515" y="565"/>
                    <a:pt x="5841" y="441"/>
                    <a:pt x="1041" y="71"/>
                  </a:cubicBezTo>
                  <a:lnTo>
                    <a:pt x="1041" y="6986"/>
                  </a:lnTo>
                  <a:lnTo>
                    <a:pt x="10515" y="6986"/>
                  </a:lnTo>
                  <a:lnTo>
                    <a:pt x="31230" y="28103"/>
                  </a:lnTo>
                  <a:lnTo>
                    <a:pt x="13041" y="46008"/>
                  </a:lnTo>
                  <a:cubicBezTo>
                    <a:pt x="11399" y="47490"/>
                    <a:pt x="11273" y="47614"/>
                    <a:pt x="7357" y="47861"/>
                  </a:cubicBezTo>
                  <a:cubicBezTo>
                    <a:pt x="5336" y="47984"/>
                    <a:pt x="915" y="47984"/>
                    <a:pt x="284" y="47984"/>
                  </a:cubicBezTo>
                  <a:lnTo>
                    <a:pt x="284" y="54900"/>
                  </a:lnTo>
                  <a:cubicBezTo>
                    <a:pt x="4326" y="54529"/>
                    <a:pt x="8494" y="54406"/>
                    <a:pt x="12536" y="54406"/>
                  </a:cubicBezTo>
                  <a:cubicBezTo>
                    <a:pt x="15946" y="54406"/>
                    <a:pt x="24915" y="54776"/>
                    <a:pt x="26557" y="54900"/>
                  </a:cubicBezTo>
                  <a:lnTo>
                    <a:pt x="26557" y="47984"/>
                  </a:lnTo>
                  <a:cubicBezTo>
                    <a:pt x="24536" y="47984"/>
                    <a:pt x="24030" y="47737"/>
                    <a:pt x="23146" y="47120"/>
                  </a:cubicBezTo>
                  <a:lnTo>
                    <a:pt x="36788" y="33783"/>
                  </a:lnTo>
                  <a:lnTo>
                    <a:pt x="50809" y="47984"/>
                  </a:lnTo>
                  <a:lnTo>
                    <a:pt x="47525" y="47984"/>
                  </a:lnTo>
                  <a:lnTo>
                    <a:pt x="47525" y="54900"/>
                  </a:lnTo>
                  <a:cubicBezTo>
                    <a:pt x="47651" y="54900"/>
                    <a:pt x="57756" y="54406"/>
                    <a:pt x="63566" y="54406"/>
                  </a:cubicBezTo>
                  <a:cubicBezTo>
                    <a:pt x="68240" y="54406"/>
                    <a:pt x="73040" y="54529"/>
                    <a:pt x="77713" y="54900"/>
                  </a:cubicBezTo>
                  <a:lnTo>
                    <a:pt x="77713" y="47984"/>
                  </a:lnTo>
                  <a:lnTo>
                    <a:pt x="68366" y="47984"/>
                  </a:lnTo>
                  <a:lnTo>
                    <a:pt x="45756" y="2501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7" name="Freeform: Shape 76">
              <a:extLst>
                <a:ext uri="{FF2B5EF4-FFF2-40B4-BE49-F238E27FC236}">
                  <a16:creationId xmlns:a16="http://schemas.microsoft.com/office/drawing/2014/main" id="{F54C5E8C-DC3B-A97D-ECEE-5DCC00A194BA}"/>
                </a:ext>
              </a:extLst>
            </p:cNvPr>
            <p:cNvSpPr/>
            <p:nvPr>
              <p:custDataLst>
                <p:tags r:id="rId75"/>
              </p:custDataLst>
            </p:nvPr>
          </p:nvSpPr>
          <p:spPr>
            <a:xfrm>
              <a:off x="11594169" y="6684909"/>
              <a:ext cx="24991" cy="45955"/>
            </a:xfrm>
            <a:custGeom>
              <a:avLst/>
              <a:gdLst>
                <a:gd name="connsiteX0" fmla="*/ 24378 w 24991"/>
                <a:gd name="connsiteY0" fmla="*/ 8359 h 45955"/>
                <a:gd name="connsiteX1" fmla="*/ 25280 w 24991"/>
                <a:gd name="connsiteY1" fmla="*/ 5272 h 45955"/>
                <a:gd name="connsiteX2" fmla="*/ 19686 w 24991"/>
                <a:gd name="connsiteY2" fmla="*/ 68 h 45955"/>
                <a:gd name="connsiteX3" fmla="*/ 14544 w 24991"/>
                <a:gd name="connsiteY3" fmla="*/ 4125 h 45955"/>
                <a:gd name="connsiteX4" fmla="*/ 649 w 24991"/>
                <a:gd name="connsiteY4" fmla="*/ 42318 h 45955"/>
                <a:gd name="connsiteX5" fmla="*/ 288 w 24991"/>
                <a:gd name="connsiteY5" fmla="*/ 43730 h 45955"/>
                <a:gd name="connsiteX6" fmla="*/ 4168 w 24991"/>
                <a:gd name="connsiteY6" fmla="*/ 46023 h 45955"/>
                <a:gd name="connsiteX7" fmla="*/ 5702 w 24991"/>
                <a:gd name="connsiteY7" fmla="*/ 44524 h 45955"/>
                <a:gd name="connsiteX8" fmla="*/ 24378 w 24991"/>
                <a:gd name="connsiteY8" fmla="*/ 8359 h 4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91" h="45955">
                  <a:moveTo>
                    <a:pt x="24378" y="8359"/>
                  </a:moveTo>
                  <a:cubicBezTo>
                    <a:pt x="24468" y="8271"/>
                    <a:pt x="25280" y="6595"/>
                    <a:pt x="25280" y="5272"/>
                  </a:cubicBezTo>
                  <a:cubicBezTo>
                    <a:pt x="25280" y="2096"/>
                    <a:pt x="22393" y="68"/>
                    <a:pt x="19686" y="68"/>
                  </a:cubicBezTo>
                  <a:cubicBezTo>
                    <a:pt x="15987" y="68"/>
                    <a:pt x="14995" y="2802"/>
                    <a:pt x="14544" y="4125"/>
                  </a:cubicBezTo>
                  <a:lnTo>
                    <a:pt x="649" y="42318"/>
                  </a:lnTo>
                  <a:cubicBezTo>
                    <a:pt x="288" y="43377"/>
                    <a:pt x="288" y="43641"/>
                    <a:pt x="288" y="43730"/>
                  </a:cubicBezTo>
                  <a:cubicBezTo>
                    <a:pt x="288" y="45141"/>
                    <a:pt x="4078" y="46023"/>
                    <a:pt x="4168" y="46023"/>
                  </a:cubicBezTo>
                  <a:cubicBezTo>
                    <a:pt x="4980" y="46023"/>
                    <a:pt x="5160" y="45582"/>
                    <a:pt x="5702" y="44524"/>
                  </a:cubicBezTo>
                  <a:lnTo>
                    <a:pt x="24378" y="83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8" name="Freeform: Shape 77">
              <a:extLst>
                <a:ext uri="{FF2B5EF4-FFF2-40B4-BE49-F238E27FC236}">
                  <a16:creationId xmlns:a16="http://schemas.microsoft.com/office/drawing/2014/main" id="{D90D47C0-E25C-B4BA-9AF4-F01617790FE2}"/>
                </a:ext>
              </a:extLst>
            </p:cNvPr>
            <p:cNvSpPr/>
            <p:nvPr>
              <p:custDataLst>
                <p:tags r:id="rId76"/>
              </p:custDataLst>
            </p:nvPr>
          </p:nvSpPr>
          <p:spPr>
            <a:xfrm>
              <a:off x="11637239" y="6700765"/>
              <a:ext cx="88292" cy="110645"/>
            </a:xfrm>
            <a:custGeom>
              <a:avLst/>
              <a:gdLst>
                <a:gd name="connsiteX0" fmla="*/ 8501 w 88292"/>
                <a:gd name="connsiteY0" fmla="*/ 108000 h 110645"/>
                <a:gd name="connsiteX1" fmla="*/ 16206 w 88292"/>
                <a:gd name="connsiteY1" fmla="*/ 77498 h 110645"/>
                <a:gd name="connsiteX2" fmla="*/ 44879 w 88292"/>
                <a:gd name="connsiteY2" fmla="*/ 88365 h 110645"/>
                <a:gd name="connsiteX3" fmla="*/ 87573 w 88292"/>
                <a:gd name="connsiteY3" fmla="*/ 54035 h 110645"/>
                <a:gd name="connsiteX4" fmla="*/ 78984 w 88292"/>
                <a:gd name="connsiteY4" fmla="*/ 37241 h 110645"/>
                <a:gd name="connsiteX5" fmla="*/ 88584 w 88292"/>
                <a:gd name="connsiteY5" fmla="*/ 17606 h 110645"/>
                <a:gd name="connsiteX6" fmla="*/ 66100 w 88292"/>
                <a:gd name="connsiteY6" fmla="*/ 71 h 110645"/>
                <a:gd name="connsiteX7" fmla="*/ 19870 w 88292"/>
                <a:gd name="connsiteY7" fmla="*/ 31684 h 110645"/>
                <a:gd name="connsiteX8" fmla="*/ 796 w 88292"/>
                <a:gd name="connsiteY8" fmla="*/ 106394 h 110645"/>
                <a:gd name="connsiteX9" fmla="*/ 291 w 88292"/>
                <a:gd name="connsiteY9" fmla="*/ 108494 h 110645"/>
                <a:gd name="connsiteX10" fmla="*/ 4333 w 88292"/>
                <a:gd name="connsiteY10" fmla="*/ 110717 h 110645"/>
                <a:gd name="connsiteX11" fmla="*/ 8501 w 88292"/>
                <a:gd name="connsiteY11" fmla="*/ 108000 h 110645"/>
                <a:gd name="connsiteX12" fmla="*/ 48037 w 88292"/>
                <a:gd name="connsiteY12" fmla="*/ 38846 h 110645"/>
                <a:gd name="connsiteX13" fmla="*/ 56500 w 88292"/>
                <a:gd name="connsiteY13" fmla="*/ 37611 h 110645"/>
                <a:gd name="connsiteX14" fmla="*/ 62437 w 88292"/>
                <a:gd name="connsiteY14" fmla="*/ 38105 h 110645"/>
                <a:gd name="connsiteX15" fmla="*/ 54732 w 88292"/>
                <a:gd name="connsiteY15" fmla="*/ 39587 h 110645"/>
                <a:gd name="connsiteX16" fmla="*/ 48037 w 88292"/>
                <a:gd name="connsiteY16" fmla="*/ 38846 h 110645"/>
                <a:gd name="connsiteX17" fmla="*/ 68500 w 88292"/>
                <a:gd name="connsiteY17" fmla="*/ 32919 h 110645"/>
                <a:gd name="connsiteX18" fmla="*/ 56879 w 88292"/>
                <a:gd name="connsiteY18" fmla="*/ 31931 h 110645"/>
                <a:gd name="connsiteX19" fmla="*/ 39953 w 88292"/>
                <a:gd name="connsiteY19" fmla="*/ 39340 h 110645"/>
                <a:gd name="connsiteX20" fmla="*/ 54479 w 88292"/>
                <a:gd name="connsiteY20" fmla="*/ 45267 h 110645"/>
                <a:gd name="connsiteX21" fmla="*/ 70016 w 88292"/>
                <a:gd name="connsiteY21" fmla="*/ 42674 h 110645"/>
                <a:gd name="connsiteX22" fmla="*/ 71531 w 88292"/>
                <a:gd name="connsiteY22" fmla="*/ 49219 h 110645"/>
                <a:gd name="connsiteX23" fmla="*/ 64079 w 88292"/>
                <a:gd name="connsiteY23" fmla="*/ 73670 h 110645"/>
                <a:gd name="connsiteX24" fmla="*/ 44753 w 88292"/>
                <a:gd name="connsiteY24" fmla="*/ 82685 h 110645"/>
                <a:gd name="connsiteX25" fmla="*/ 19996 w 88292"/>
                <a:gd name="connsiteY25" fmla="*/ 65149 h 110645"/>
                <a:gd name="connsiteX26" fmla="*/ 22269 w 88292"/>
                <a:gd name="connsiteY26" fmla="*/ 54159 h 110645"/>
                <a:gd name="connsiteX27" fmla="*/ 27196 w 88292"/>
                <a:gd name="connsiteY27" fmla="*/ 34524 h 110645"/>
                <a:gd name="connsiteX28" fmla="*/ 40585 w 88292"/>
                <a:gd name="connsiteY28" fmla="*/ 14395 h 110645"/>
                <a:gd name="connsiteX29" fmla="*/ 65468 w 88292"/>
                <a:gd name="connsiteY29" fmla="*/ 5751 h 110645"/>
                <a:gd name="connsiteX30" fmla="*/ 74058 w 88292"/>
                <a:gd name="connsiteY30" fmla="*/ 13160 h 110645"/>
                <a:gd name="connsiteX31" fmla="*/ 68500 w 88292"/>
                <a:gd name="connsiteY31" fmla="*/ 32919 h 1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8292" h="110645">
                  <a:moveTo>
                    <a:pt x="8501" y="108000"/>
                  </a:moveTo>
                  <a:lnTo>
                    <a:pt x="16206" y="77498"/>
                  </a:lnTo>
                  <a:cubicBezTo>
                    <a:pt x="18606" y="80585"/>
                    <a:pt x="27069" y="88365"/>
                    <a:pt x="44879" y="88365"/>
                  </a:cubicBezTo>
                  <a:cubicBezTo>
                    <a:pt x="73174" y="88365"/>
                    <a:pt x="87573" y="69595"/>
                    <a:pt x="87573" y="54035"/>
                  </a:cubicBezTo>
                  <a:cubicBezTo>
                    <a:pt x="87573" y="46873"/>
                    <a:pt x="84668" y="41192"/>
                    <a:pt x="78984" y="37241"/>
                  </a:cubicBezTo>
                  <a:cubicBezTo>
                    <a:pt x="84542" y="32795"/>
                    <a:pt x="88584" y="24892"/>
                    <a:pt x="88584" y="17606"/>
                  </a:cubicBezTo>
                  <a:cubicBezTo>
                    <a:pt x="88584" y="7603"/>
                    <a:pt x="81258" y="71"/>
                    <a:pt x="66100" y="71"/>
                  </a:cubicBezTo>
                  <a:cubicBezTo>
                    <a:pt x="47406" y="71"/>
                    <a:pt x="24922" y="11679"/>
                    <a:pt x="19870" y="31684"/>
                  </a:cubicBezTo>
                  <a:lnTo>
                    <a:pt x="796" y="106394"/>
                  </a:lnTo>
                  <a:cubicBezTo>
                    <a:pt x="291" y="108123"/>
                    <a:pt x="291" y="108370"/>
                    <a:pt x="291" y="108494"/>
                  </a:cubicBezTo>
                  <a:cubicBezTo>
                    <a:pt x="291" y="110717"/>
                    <a:pt x="2438" y="110717"/>
                    <a:pt x="4333" y="110717"/>
                  </a:cubicBezTo>
                  <a:cubicBezTo>
                    <a:pt x="6859" y="110717"/>
                    <a:pt x="7870" y="110717"/>
                    <a:pt x="8501" y="108000"/>
                  </a:cubicBezTo>
                  <a:close/>
                  <a:moveTo>
                    <a:pt x="48037" y="38846"/>
                  </a:moveTo>
                  <a:cubicBezTo>
                    <a:pt x="49679" y="38105"/>
                    <a:pt x="50816" y="37611"/>
                    <a:pt x="56500" y="37611"/>
                  </a:cubicBezTo>
                  <a:cubicBezTo>
                    <a:pt x="58521" y="37611"/>
                    <a:pt x="60163" y="37611"/>
                    <a:pt x="62437" y="38105"/>
                  </a:cubicBezTo>
                  <a:cubicBezTo>
                    <a:pt x="59658" y="39587"/>
                    <a:pt x="57006" y="39587"/>
                    <a:pt x="54732" y="39587"/>
                  </a:cubicBezTo>
                  <a:cubicBezTo>
                    <a:pt x="50943" y="39587"/>
                    <a:pt x="50564" y="39463"/>
                    <a:pt x="48037" y="38846"/>
                  </a:cubicBezTo>
                  <a:close/>
                  <a:moveTo>
                    <a:pt x="68500" y="32919"/>
                  </a:moveTo>
                  <a:cubicBezTo>
                    <a:pt x="63700" y="31931"/>
                    <a:pt x="59405" y="31931"/>
                    <a:pt x="56879" y="31931"/>
                  </a:cubicBezTo>
                  <a:cubicBezTo>
                    <a:pt x="51448" y="31931"/>
                    <a:pt x="39953" y="31931"/>
                    <a:pt x="39953" y="39340"/>
                  </a:cubicBezTo>
                  <a:cubicBezTo>
                    <a:pt x="39953" y="45144"/>
                    <a:pt x="48290" y="45267"/>
                    <a:pt x="54479" y="45267"/>
                  </a:cubicBezTo>
                  <a:cubicBezTo>
                    <a:pt x="58142" y="45267"/>
                    <a:pt x="63321" y="45267"/>
                    <a:pt x="70016" y="42674"/>
                  </a:cubicBezTo>
                  <a:cubicBezTo>
                    <a:pt x="71153" y="44403"/>
                    <a:pt x="71531" y="46996"/>
                    <a:pt x="71531" y="49219"/>
                  </a:cubicBezTo>
                  <a:cubicBezTo>
                    <a:pt x="71531" y="53541"/>
                    <a:pt x="68879" y="67125"/>
                    <a:pt x="64079" y="73670"/>
                  </a:cubicBezTo>
                  <a:cubicBezTo>
                    <a:pt x="59532" y="79721"/>
                    <a:pt x="52585" y="82685"/>
                    <a:pt x="44753" y="82685"/>
                  </a:cubicBezTo>
                  <a:cubicBezTo>
                    <a:pt x="34017" y="82685"/>
                    <a:pt x="19996" y="77868"/>
                    <a:pt x="19996" y="65149"/>
                  </a:cubicBezTo>
                  <a:cubicBezTo>
                    <a:pt x="19996" y="62803"/>
                    <a:pt x="21259" y="57740"/>
                    <a:pt x="22269" y="54159"/>
                  </a:cubicBezTo>
                  <a:cubicBezTo>
                    <a:pt x="22901" y="51442"/>
                    <a:pt x="26943" y="35635"/>
                    <a:pt x="27196" y="34524"/>
                  </a:cubicBezTo>
                  <a:cubicBezTo>
                    <a:pt x="28333" y="30202"/>
                    <a:pt x="30480" y="21805"/>
                    <a:pt x="40585" y="14395"/>
                  </a:cubicBezTo>
                  <a:cubicBezTo>
                    <a:pt x="50943" y="6739"/>
                    <a:pt x="60921" y="5751"/>
                    <a:pt x="65468" y="5751"/>
                  </a:cubicBezTo>
                  <a:cubicBezTo>
                    <a:pt x="74058" y="5751"/>
                    <a:pt x="74058" y="11185"/>
                    <a:pt x="74058" y="13160"/>
                  </a:cubicBezTo>
                  <a:cubicBezTo>
                    <a:pt x="74058" y="16124"/>
                    <a:pt x="71784" y="27362"/>
                    <a:pt x="68500" y="3291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79" name="Freeform: Shape 78">
              <a:extLst>
                <a:ext uri="{FF2B5EF4-FFF2-40B4-BE49-F238E27FC236}">
                  <a16:creationId xmlns:a16="http://schemas.microsoft.com/office/drawing/2014/main" id="{58955E2F-A2C8-AAD2-959F-E1DD10FD2A8A}"/>
                </a:ext>
              </a:extLst>
            </p:cNvPr>
            <p:cNvSpPr/>
            <p:nvPr>
              <p:custDataLst>
                <p:tags r:id="rId77"/>
              </p:custDataLst>
            </p:nvPr>
          </p:nvSpPr>
          <p:spPr>
            <a:xfrm>
              <a:off x="11740934" y="6694837"/>
              <a:ext cx="32715" cy="123365"/>
            </a:xfrm>
            <a:custGeom>
              <a:avLst/>
              <a:gdLst>
                <a:gd name="connsiteX0" fmla="*/ 2696 w 32715"/>
                <a:gd name="connsiteY0" fmla="*/ 71 h 123365"/>
                <a:gd name="connsiteX1" fmla="*/ 296 w 32715"/>
                <a:gd name="connsiteY1" fmla="*/ 1552 h 123365"/>
                <a:gd name="connsiteX2" fmla="*/ 1433 w 32715"/>
                <a:gd name="connsiteY2" fmla="*/ 3405 h 123365"/>
                <a:gd name="connsiteX3" fmla="*/ 24422 w 32715"/>
                <a:gd name="connsiteY3" fmla="*/ 61691 h 123365"/>
                <a:gd name="connsiteX4" fmla="*/ 2570 w 32715"/>
                <a:gd name="connsiteY4" fmla="*/ 119114 h 123365"/>
                <a:gd name="connsiteX5" fmla="*/ 296 w 32715"/>
                <a:gd name="connsiteY5" fmla="*/ 121954 h 123365"/>
                <a:gd name="connsiteX6" fmla="*/ 1939 w 32715"/>
                <a:gd name="connsiteY6" fmla="*/ 123436 h 123365"/>
                <a:gd name="connsiteX7" fmla="*/ 23791 w 32715"/>
                <a:gd name="connsiteY7" fmla="*/ 99849 h 123365"/>
                <a:gd name="connsiteX8" fmla="*/ 33011 w 32715"/>
                <a:gd name="connsiteY8" fmla="*/ 61815 h 123365"/>
                <a:gd name="connsiteX9" fmla="*/ 2696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696" y="71"/>
                  </a:moveTo>
                  <a:cubicBezTo>
                    <a:pt x="1812" y="71"/>
                    <a:pt x="296" y="71"/>
                    <a:pt x="296" y="1552"/>
                  </a:cubicBezTo>
                  <a:cubicBezTo>
                    <a:pt x="296" y="2170"/>
                    <a:pt x="675" y="2540"/>
                    <a:pt x="1433" y="3405"/>
                  </a:cubicBezTo>
                  <a:cubicBezTo>
                    <a:pt x="12296" y="13160"/>
                    <a:pt x="24422" y="29831"/>
                    <a:pt x="24422" y="61691"/>
                  </a:cubicBezTo>
                  <a:cubicBezTo>
                    <a:pt x="24422" y="87501"/>
                    <a:pt x="16212" y="107012"/>
                    <a:pt x="2570" y="119114"/>
                  </a:cubicBezTo>
                  <a:cubicBezTo>
                    <a:pt x="423" y="121213"/>
                    <a:pt x="296" y="121337"/>
                    <a:pt x="296" y="121954"/>
                  </a:cubicBezTo>
                  <a:cubicBezTo>
                    <a:pt x="296" y="122571"/>
                    <a:pt x="675" y="123436"/>
                    <a:pt x="1939" y="123436"/>
                  </a:cubicBezTo>
                  <a:cubicBezTo>
                    <a:pt x="3454" y="123436"/>
                    <a:pt x="15454" y="115286"/>
                    <a:pt x="23791" y="99849"/>
                  </a:cubicBezTo>
                  <a:cubicBezTo>
                    <a:pt x="29348" y="89600"/>
                    <a:pt x="33011" y="76263"/>
                    <a:pt x="33011" y="61815"/>
                  </a:cubicBezTo>
                  <a:cubicBezTo>
                    <a:pt x="33011" y="44403"/>
                    <a:pt x="27706" y="17359"/>
                    <a:pt x="2696"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0" name="Freeform: Shape 79">
              <a:extLst>
                <a:ext uri="{FF2B5EF4-FFF2-40B4-BE49-F238E27FC236}">
                  <a16:creationId xmlns:a16="http://schemas.microsoft.com/office/drawing/2014/main" id="{920638AA-D977-7343-CECC-8277D541F2D9}"/>
                </a:ext>
              </a:extLst>
            </p:cNvPr>
            <p:cNvSpPr/>
            <p:nvPr>
              <p:custDataLst>
                <p:tags r:id="rId78"/>
              </p:custDataLst>
            </p:nvPr>
          </p:nvSpPr>
          <p:spPr>
            <a:xfrm>
              <a:off x="11852995" y="6806840"/>
              <a:ext cx="19127" cy="18699"/>
            </a:xfrm>
            <a:custGeom>
              <a:avLst/>
              <a:gdLst>
                <a:gd name="connsiteX0" fmla="*/ 19430 w 19127"/>
                <a:gd name="connsiteY0" fmla="*/ 9425 h 18699"/>
                <a:gd name="connsiteX1" fmla="*/ 9866 w 19127"/>
                <a:gd name="connsiteY1" fmla="*/ 75 h 18699"/>
                <a:gd name="connsiteX2" fmla="*/ 302 w 19127"/>
                <a:gd name="connsiteY2" fmla="*/ 9425 h 18699"/>
                <a:gd name="connsiteX3" fmla="*/ 9866 w 19127"/>
                <a:gd name="connsiteY3" fmla="*/ 18774 h 18699"/>
                <a:gd name="connsiteX4" fmla="*/ 19430 w 19127"/>
                <a:gd name="connsiteY4" fmla="*/ 9425 h 18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 h="18699">
                  <a:moveTo>
                    <a:pt x="19430" y="9425"/>
                  </a:moveTo>
                  <a:cubicBezTo>
                    <a:pt x="19430" y="4309"/>
                    <a:pt x="15099" y="75"/>
                    <a:pt x="9866" y="75"/>
                  </a:cubicBezTo>
                  <a:cubicBezTo>
                    <a:pt x="4633" y="75"/>
                    <a:pt x="302" y="4309"/>
                    <a:pt x="302" y="9425"/>
                  </a:cubicBezTo>
                  <a:cubicBezTo>
                    <a:pt x="302" y="14541"/>
                    <a:pt x="4633" y="18774"/>
                    <a:pt x="9866" y="18774"/>
                  </a:cubicBezTo>
                  <a:cubicBezTo>
                    <a:pt x="15099" y="18774"/>
                    <a:pt x="19430" y="14541"/>
                    <a:pt x="19430" y="942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1" name="Freeform: Shape 80">
              <a:extLst>
                <a:ext uri="{FF2B5EF4-FFF2-40B4-BE49-F238E27FC236}">
                  <a16:creationId xmlns:a16="http://schemas.microsoft.com/office/drawing/2014/main" id="{EF19D6D0-D859-A38C-CF69-0ACD5F2B4935}"/>
                </a:ext>
              </a:extLst>
            </p:cNvPr>
            <p:cNvSpPr/>
            <p:nvPr>
              <p:custDataLst>
                <p:tags r:id="rId79"/>
              </p:custDataLst>
            </p:nvPr>
          </p:nvSpPr>
          <p:spPr>
            <a:xfrm>
              <a:off x="11935999" y="6782319"/>
              <a:ext cx="69291" cy="79914"/>
            </a:xfrm>
            <a:custGeom>
              <a:avLst/>
              <a:gdLst>
                <a:gd name="connsiteX0" fmla="*/ 25750 w 69291"/>
                <a:gd name="connsiteY0" fmla="*/ 37298 h 79914"/>
                <a:gd name="connsiteX1" fmla="*/ 53359 w 69291"/>
                <a:gd name="connsiteY1" fmla="*/ 33240 h 79914"/>
                <a:gd name="connsiteX2" fmla="*/ 66892 w 69291"/>
                <a:gd name="connsiteY2" fmla="*/ 15070 h 79914"/>
                <a:gd name="connsiteX3" fmla="*/ 47584 w 69291"/>
                <a:gd name="connsiteY3" fmla="*/ 75 h 79914"/>
                <a:gd name="connsiteX4" fmla="*/ 307 w 69291"/>
                <a:gd name="connsiteY4" fmla="*/ 48059 h 79914"/>
                <a:gd name="connsiteX5" fmla="*/ 28637 w 69291"/>
                <a:gd name="connsiteY5" fmla="*/ 79990 h 79914"/>
                <a:gd name="connsiteX6" fmla="*/ 69599 w 69291"/>
                <a:gd name="connsiteY6" fmla="*/ 59173 h 79914"/>
                <a:gd name="connsiteX7" fmla="*/ 67434 w 69291"/>
                <a:gd name="connsiteY7" fmla="*/ 56880 h 79914"/>
                <a:gd name="connsiteX8" fmla="*/ 65088 w 69291"/>
                <a:gd name="connsiteY8" fmla="*/ 58644 h 79914"/>
                <a:gd name="connsiteX9" fmla="*/ 28998 w 69291"/>
                <a:gd name="connsiteY9" fmla="*/ 76108 h 79914"/>
                <a:gd name="connsiteX10" fmla="*/ 13299 w 69291"/>
                <a:gd name="connsiteY10" fmla="*/ 55645 h 79914"/>
                <a:gd name="connsiteX11" fmla="*/ 16187 w 69291"/>
                <a:gd name="connsiteY11" fmla="*/ 37298 h 79914"/>
                <a:gd name="connsiteX12" fmla="*/ 25750 w 69291"/>
                <a:gd name="connsiteY12" fmla="*/ 37298 h 79914"/>
                <a:gd name="connsiteX13" fmla="*/ 17269 w 69291"/>
                <a:gd name="connsiteY13" fmla="*/ 33417 h 79914"/>
                <a:gd name="connsiteX14" fmla="*/ 47584 w 69291"/>
                <a:gd name="connsiteY14" fmla="*/ 3956 h 79914"/>
                <a:gd name="connsiteX15" fmla="*/ 60937 w 69291"/>
                <a:gd name="connsiteY15" fmla="*/ 15070 h 79914"/>
                <a:gd name="connsiteX16" fmla="*/ 24668 w 69291"/>
                <a:gd name="connsiteY16" fmla="*/ 33417 h 79914"/>
                <a:gd name="connsiteX17" fmla="*/ 17269 w 69291"/>
                <a:gd name="connsiteY17" fmla="*/ 33417 h 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291" h="79914">
                  <a:moveTo>
                    <a:pt x="25750" y="37298"/>
                  </a:moveTo>
                  <a:cubicBezTo>
                    <a:pt x="30983" y="37298"/>
                    <a:pt x="44336" y="36945"/>
                    <a:pt x="53359" y="33240"/>
                  </a:cubicBezTo>
                  <a:cubicBezTo>
                    <a:pt x="65990" y="27948"/>
                    <a:pt x="66892" y="17540"/>
                    <a:pt x="66892" y="15070"/>
                  </a:cubicBezTo>
                  <a:cubicBezTo>
                    <a:pt x="66892" y="7308"/>
                    <a:pt x="60035" y="75"/>
                    <a:pt x="47584" y="75"/>
                  </a:cubicBezTo>
                  <a:cubicBezTo>
                    <a:pt x="27555" y="75"/>
                    <a:pt x="307" y="17187"/>
                    <a:pt x="307" y="48059"/>
                  </a:cubicBezTo>
                  <a:cubicBezTo>
                    <a:pt x="307" y="66053"/>
                    <a:pt x="10954" y="79990"/>
                    <a:pt x="28637" y="79990"/>
                  </a:cubicBezTo>
                  <a:cubicBezTo>
                    <a:pt x="54441" y="79990"/>
                    <a:pt x="69599" y="61290"/>
                    <a:pt x="69599" y="59173"/>
                  </a:cubicBezTo>
                  <a:cubicBezTo>
                    <a:pt x="69599" y="58114"/>
                    <a:pt x="68516" y="56880"/>
                    <a:pt x="67434" y="56880"/>
                  </a:cubicBezTo>
                  <a:cubicBezTo>
                    <a:pt x="66531" y="56880"/>
                    <a:pt x="66170" y="57232"/>
                    <a:pt x="65088" y="58644"/>
                  </a:cubicBezTo>
                  <a:cubicBezTo>
                    <a:pt x="50832" y="76108"/>
                    <a:pt x="31164" y="76108"/>
                    <a:pt x="28998" y="76108"/>
                  </a:cubicBezTo>
                  <a:cubicBezTo>
                    <a:pt x="14923" y="76108"/>
                    <a:pt x="13299" y="61290"/>
                    <a:pt x="13299" y="55645"/>
                  </a:cubicBezTo>
                  <a:cubicBezTo>
                    <a:pt x="13299" y="53528"/>
                    <a:pt x="13480" y="48059"/>
                    <a:pt x="16187" y="37298"/>
                  </a:cubicBezTo>
                  <a:lnTo>
                    <a:pt x="25750" y="37298"/>
                  </a:lnTo>
                  <a:close/>
                  <a:moveTo>
                    <a:pt x="17269" y="33417"/>
                  </a:moveTo>
                  <a:cubicBezTo>
                    <a:pt x="24307" y="6602"/>
                    <a:pt x="42893" y="3956"/>
                    <a:pt x="47584" y="3956"/>
                  </a:cubicBezTo>
                  <a:cubicBezTo>
                    <a:pt x="56065" y="3956"/>
                    <a:pt x="60937" y="9072"/>
                    <a:pt x="60937" y="15070"/>
                  </a:cubicBezTo>
                  <a:cubicBezTo>
                    <a:pt x="60937" y="33417"/>
                    <a:pt x="32066" y="33417"/>
                    <a:pt x="24668" y="33417"/>
                  </a:cubicBezTo>
                  <a:lnTo>
                    <a:pt x="17269" y="3341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2" name="Freeform: Shape 81">
              <a:extLst>
                <a:ext uri="{FF2B5EF4-FFF2-40B4-BE49-F238E27FC236}">
                  <a16:creationId xmlns:a16="http://schemas.microsoft.com/office/drawing/2014/main" id="{93D9E654-B2DE-D083-C359-433F7F237532}"/>
                </a:ext>
              </a:extLst>
            </p:cNvPr>
            <p:cNvSpPr/>
            <p:nvPr>
              <p:custDataLst>
                <p:tags r:id="rId80"/>
              </p:custDataLst>
            </p:nvPr>
          </p:nvSpPr>
          <p:spPr>
            <a:xfrm>
              <a:off x="12026246" y="6694837"/>
              <a:ext cx="32841" cy="123365"/>
            </a:xfrm>
            <a:custGeom>
              <a:avLst/>
              <a:gdLst>
                <a:gd name="connsiteX0" fmla="*/ 30627 w 32841"/>
                <a:gd name="connsiteY0" fmla="*/ 71 h 123365"/>
                <a:gd name="connsiteX1" fmla="*/ 312 w 32841"/>
                <a:gd name="connsiteY1" fmla="*/ 61691 h 123365"/>
                <a:gd name="connsiteX2" fmla="*/ 30627 w 32841"/>
                <a:gd name="connsiteY2" fmla="*/ 123436 h 123365"/>
                <a:gd name="connsiteX3" fmla="*/ 33153 w 32841"/>
                <a:gd name="connsiteY3" fmla="*/ 121954 h 123365"/>
                <a:gd name="connsiteX4" fmla="*/ 31890 w 32841"/>
                <a:gd name="connsiteY4" fmla="*/ 120102 h 123365"/>
                <a:gd name="connsiteX5" fmla="*/ 8901 w 32841"/>
                <a:gd name="connsiteY5" fmla="*/ 61815 h 123365"/>
                <a:gd name="connsiteX6" fmla="*/ 32269 w 32841"/>
                <a:gd name="connsiteY6" fmla="*/ 3034 h 123365"/>
                <a:gd name="connsiteX7" fmla="*/ 33153 w 32841"/>
                <a:gd name="connsiteY7" fmla="*/ 1552 h 123365"/>
                <a:gd name="connsiteX8" fmla="*/ 30627 w 32841"/>
                <a:gd name="connsiteY8"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1" h="123365">
                  <a:moveTo>
                    <a:pt x="30627" y="71"/>
                  </a:moveTo>
                  <a:cubicBezTo>
                    <a:pt x="6628" y="16618"/>
                    <a:pt x="312" y="42798"/>
                    <a:pt x="312" y="61691"/>
                  </a:cubicBezTo>
                  <a:cubicBezTo>
                    <a:pt x="312" y="79103"/>
                    <a:pt x="5617" y="106147"/>
                    <a:pt x="30627" y="123436"/>
                  </a:cubicBezTo>
                  <a:cubicBezTo>
                    <a:pt x="31637" y="123436"/>
                    <a:pt x="33153" y="123436"/>
                    <a:pt x="33153" y="121954"/>
                  </a:cubicBezTo>
                  <a:cubicBezTo>
                    <a:pt x="33153" y="121213"/>
                    <a:pt x="32774" y="120966"/>
                    <a:pt x="31890" y="120102"/>
                  </a:cubicBezTo>
                  <a:cubicBezTo>
                    <a:pt x="15090" y="105283"/>
                    <a:pt x="8901" y="84290"/>
                    <a:pt x="8901" y="61815"/>
                  </a:cubicBezTo>
                  <a:cubicBezTo>
                    <a:pt x="8901" y="28473"/>
                    <a:pt x="21911" y="12172"/>
                    <a:pt x="32269" y="3034"/>
                  </a:cubicBezTo>
                  <a:cubicBezTo>
                    <a:pt x="32774" y="2540"/>
                    <a:pt x="33153" y="2170"/>
                    <a:pt x="33153" y="1552"/>
                  </a:cubicBezTo>
                  <a:cubicBezTo>
                    <a:pt x="33153" y="71"/>
                    <a:pt x="31637" y="71"/>
                    <a:pt x="30627"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3" name="Freeform: Shape 82">
              <a:extLst>
                <a:ext uri="{FF2B5EF4-FFF2-40B4-BE49-F238E27FC236}">
                  <a16:creationId xmlns:a16="http://schemas.microsoft.com/office/drawing/2014/main" id="{1587ECB2-38B5-674D-ADBA-78B46A6D2DD6}"/>
                </a:ext>
              </a:extLst>
            </p:cNvPr>
            <p:cNvSpPr/>
            <p:nvPr>
              <p:custDataLst>
                <p:tags r:id="rId81"/>
              </p:custDataLst>
            </p:nvPr>
          </p:nvSpPr>
          <p:spPr>
            <a:xfrm>
              <a:off x="12074266" y="6700394"/>
              <a:ext cx="73799" cy="111016"/>
            </a:xfrm>
            <a:custGeom>
              <a:avLst/>
              <a:gdLst>
                <a:gd name="connsiteX0" fmla="*/ 74115 w 73799"/>
                <a:gd name="connsiteY0" fmla="*/ 17236 h 111016"/>
                <a:gd name="connsiteX1" fmla="*/ 53399 w 73799"/>
                <a:gd name="connsiteY1" fmla="*/ 71 h 111016"/>
                <a:gd name="connsiteX2" fmla="*/ 20179 w 73799"/>
                <a:gd name="connsiteY2" fmla="*/ 31807 h 111016"/>
                <a:gd name="connsiteX3" fmla="*/ 348 w 73799"/>
                <a:gd name="connsiteY3" fmla="*/ 109605 h 111016"/>
                <a:gd name="connsiteX4" fmla="*/ 2116 w 73799"/>
                <a:gd name="connsiteY4" fmla="*/ 111087 h 111016"/>
                <a:gd name="connsiteX5" fmla="*/ 4516 w 73799"/>
                <a:gd name="connsiteY5" fmla="*/ 110223 h 111016"/>
                <a:gd name="connsiteX6" fmla="*/ 12979 w 73799"/>
                <a:gd name="connsiteY6" fmla="*/ 77251 h 111016"/>
                <a:gd name="connsiteX7" fmla="*/ 31926 w 73799"/>
                <a:gd name="connsiteY7" fmla="*/ 88242 h 111016"/>
                <a:gd name="connsiteX8" fmla="*/ 69567 w 73799"/>
                <a:gd name="connsiteY8" fmla="*/ 56875 h 111016"/>
                <a:gd name="connsiteX9" fmla="*/ 59715 w 73799"/>
                <a:gd name="connsiteY9" fmla="*/ 38105 h 111016"/>
                <a:gd name="connsiteX10" fmla="*/ 74115 w 73799"/>
                <a:gd name="connsiteY10" fmla="*/ 17236 h 111016"/>
                <a:gd name="connsiteX11" fmla="*/ 49105 w 73799"/>
                <a:gd name="connsiteY11" fmla="*/ 37982 h 111016"/>
                <a:gd name="connsiteX12" fmla="*/ 42663 w 73799"/>
                <a:gd name="connsiteY12" fmla="*/ 38846 h 111016"/>
                <a:gd name="connsiteX13" fmla="*/ 36726 w 73799"/>
                <a:gd name="connsiteY13" fmla="*/ 38229 h 111016"/>
                <a:gd name="connsiteX14" fmla="*/ 42663 w 73799"/>
                <a:gd name="connsiteY14" fmla="*/ 37364 h 111016"/>
                <a:gd name="connsiteX15" fmla="*/ 49105 w 73799"/>
                <a:gd name="connsiteY15" fmla="*/ 37982 h 111016"/>
                <a:gd name="connsiteX16" fmla="*/ 65778 w 73799"/>
                <a:gd name="connsiteY16" fmla="*/ 15013 h 111016"/>
                <a:gd name="connsiteX17" fmla="*/ 54662 w 73799"/>
                <a:gd name="connsiteY17" fmla="*/ 35512 h 111016"/>
                <a:gd name="connsiteX18" fmla="*/ 42789 w 73799"/>
                <a:gd name="connsiteY18" fmla="*/ 33907 h 111016"/>
                <a:gd name="connsiteX19" fmla="*/ 32052 w 73799"/>
                <a:gd name="connsiteY19" fmla="*/ 38599 h 111016"/>
                <a:gd name="connsiteX20" fmla="*/ 42410 w 73799"/>
                <a:gd name="connsiteY20" fmla="*/ 42180 h 111016"/>
                <a:gd name="connsiteX21" fmla="*/ 54410 w 73799"/>
                <a:gd name="connsiteY21" fmla="*/ 40451 h 111016"/>
                <a:gd name="connsiteX22" fmla="*/ 60220 w 73799"/>
                <a:gd name="connsiteY22" fmla="*/ 53541 h 111016"/>
                <a:gd name="connsiteX23" fmla="*/ 32305 w 73799"/>
                <a:gd name="connsiteY23" fmla="*/ 84784 h 111016"/>
                <a:gd name="connsiteX24" fmla="*/ 15632 w 73799"/>
                <a:gd name="connsiteY24" fmla="*/ 69224 h 111016"/>
                <a:gd name="connsiteX25" fmla="*/ 16011 w 73799"/>
                <a:gd name="connsiteY25" fmla="*/ 65643 h 111016"/>
                <a:gd name="connsiteX26" fmla="*/ 24347 w 73799"/>
                <a:gd name="connsiteY26" fmla="*/ 32795 h 111016"/>
                <a:gd name="connsiteX27" fmla="*/ 53147 w 73799"/>
                <a:gd name="connsiteY27" fmla="*/ 3528 h 111016"/>
                <a:gd name="connsiteX28" fmla="*/ 65778 w 73799"/>
                <a:gd name="connsiteY28" fmla="*/ 15013 h 11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3799" h="111016">
                  <a:moveTo>
                    <a:pt x="74115" y="17236"/>
                  </a:moveTo>
                  <a:cubicBezTo>
                    <a:pt x="74115" y="6369"/>
                    <a:pt x="64515" y="71"/>
                    <a:pt x="53399" y="71"/>
                  </a:cubicBezTo>
                  <a:cubicBezTo>
                    <a:pt x="36094" y="71"/>
                    <a:pt x="23337" y="19335"/>
                    <a:pt x="20179" y="31807"/>
                  </a:cubicBezTo>
                  <a:lnTo>
                    <a:pt x="348" y="109605"/>
                  </a:lnTo>
                  <a:cubicBezTo>
                    <a:pt x="95" y="110470"/>
                    <a:pt x="1358" y="111087"/>
                    <a:pt x="2116" y="111087"/>
                  </a:cubicBezTo>
                  <a:cubicBezTo>
                    <a:pt x="3253" y="111087"/>
                    <a:pt x="4264" y="110963"/>
                    <a:pt x="4516" y="110223"/>
                  </a:cubicBezTo>
                  <a:lnTo>
                    <a:pt x="12979" y="77251"/>
                  </a:lnTo>
                  <a:cubicBezTo>
                    <a:pt x="15632" y="82932"/>
                    <a:pt x="21695" y="88242"/>
                    <a:pt x="31926" y="88242"/>
                  </a:cubicBezTo>
                  <a:cubicBezTo>
                    <a:pt x="49610" y="88242"/>
                    <a:pt x="69567" y="75769"/>
                    <a:pt x="69567" y="56875"/>
                  </a:cubicBezTo>
                  <a:cubicBezTo>
                    <a:pt x="69567" y="49590"/>
                    <a:pt x="66157" y="42180"/>
                    <a:pt x="59715" y="38105"/>
                  </a:cubicBezTo>
                  <a:cubicBezTo>
                    <a:pt x="65904" y="34277"/>
                    <a:pt x="74115" y="27238"/>
                    <a:pt x="74115" y="17236"/>
                  </a:cubicBezTo>
                  <a:close/>
                  <a:moveTo>
                    <a:pt x="49105" y="37982"/>
                  </a:moveTo>
                  <a:cubicBezTo>
                    <a:pt x="47210" y="38352"/>
                    <a:pt x="46326" y="38846"/>
                    <a:pt x="42663" y="38846"/>
                  </a:cubicBezTo>
                  <a:cubicBezTo>
                    <a:pt x="40642" y="38846"/>
                    <a:pt x="37610" y="38723"/>
                    <a:pt x="36726" y="38229"/>
                  </a:cubicBezTo>
                  <a:cubicBezTo>
                    <a:pt x="37989" y="37488"/>
                    <a:pt x="41526" y="37364"/>
                    <a:pt x="42663" y="37364"/>
                  </a:cubicBezTo>
                  <a:cubicBezTo>
                    <a:pt x="44557" y="37364"/>
                    <a:pt x="47336" y="37488"/>
                    <a:pt x="49105" y="37982"/>
                  </a:cubicBezTo>
                  <a:close/>
                  <a:moveTo>
                    <a:pt x="65778" y="15013"/>
                  </a:moveTo>
                  <a:cubicBezTo>
                    <a:pt x="65778" y="21558"/>
                    <a:pt x="62494" y="31190"/>
                    <a:pt x="54662" y="35512"/>
                  </a:cubicBezTo>
                  <a:cubicBezTo>
                    <a:pt x="52262" y="34771"/>
                    <a:pt x="49862" y="33907"/>
                    <a:pt x="42789" y="33907"/>
                  </a:cubicBezTo>
                  <a:cubicBezTo>
                    <a:pt x="38368" y="33907"/>
                    <a:pt x="32052" y="34153"/>
                    <a:pt x="32052" y="38599"/>
                  </a:cubicBezTo>
                  <a:cubicBezTo>
                    <a:pt x="32052" y="41686"/>
                    <a:pt x="35968" y="42180"/>
                    <a:pt x="42410" y="42180"/>
                  </a:cubicBezTo>
                  <a:cubicBezTo>
                    <a:pt x="46705" y="42180"/>
                    <a:pt x="50494" y="41563"/>
                    <a:pt x="54410" y="40451"/>
                  </a:cubicBezTo>
                  <a:cubicBezTo>
                    <a:pt x="58199" y="43045"/>
                    <a:pt x="60220" y="48108"/>
                    <a:pt x="60220" y="53541"/>
                  </a:cubicBezTo>
                  <a:cubicBezTo>
                    <a:pt x="60220" y="71447"/>
                    <a:pt x="47715" y="84784"/>
                    <a:pt x="32305" y="84784"/>
                  </a:cubicBezTo>
                  <a:cubicBezTo>
                    <a:pt x="22579" y="84784"/>
                    <a:pt x="15632" y="78980"/>
                    <a:pt x="15632" y="69224"/>
                  </a:cubicBezTo>
                  <a:cubicBezTo>
                    <a:pt x="15632" y="67989"/>
                    <a:pt x="15758" y="66755"/>
                    <a:pt x="16011" y="65643"/>
                  </a:cubicBezTo>
                  <a:lnTo>
                    <a:pt x="24347" y="32795"/>
                  </a:lnTo>
                  <a:cubicBezTo>
                    <a:pt x="27379" y="21064"/>
                    <a:pt x="38494" y="3528"/>
                    <a:pt x="53147" y="3528"/>
                  </a:cubicBezTo>
                  <a:cubicBezTo>
                    <a:pt x="60599" y="3528"/>
                    <a:pt x="65778" y="7480"/>
                    <a:pt x="65778" y="1501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4" name="Freeform: Shape 83">
              <a:extLst>
                <a:ext uri="{FF2B5EF4-FFF2-40B4-BE49-F238E27FC236}">
                  <a16:creationId xmlns:a16="http://schemas.microsoft.com/office/drawing/2014/main" id="{11BE8742-7B22-F930-6C92-C1D7F53ADC9A}"/>
                </a:ext>
              </a:extLst>
            </p:cNvPr>
            <p:cNvSpPr/>
            <p:nvPr>
              <p:custDataLst>
                <p:tags r:id="rId82"/>
              </p:custDataLst>
            </p:nvPr>
          </p:nvSpPr>
          <p:spPr>
            <a:xfrm>
              <a:off x="12153270" y="6746261"/>
              <a:ext cx="42675" cy="76915"/>
            </a:xfrm>
            <a:custGeom>
              <a:avLst/>
              <a:gdLst>
                <a:gd name="connsiteX0" fmla="*/ 42995 w 42675"/>
                <a:gd name="connsiteY0" fmla="*/ 3864 h 76915"/>
                <a:gd name="connsiteX1" fmla="*/ 39025 w 42675"/>
                <a:gd name="connsiteY1" fmla="*/ 72 h 76915"/>
                <a:gd name="connsiteX2" fmla="*/ 33432 w 42675"/>
                <a:gd name="connsiteY2" fmla="*/ 5364 h 76915"/>
                <a:gd name="connsiteX3" fmla="*/ 37401 w 42675"/>
                <a:gd name="connsiteY3" fmla="*/ 9157 h 76915"/>
                <a:gd name="connsiteX4" fmla="*/ 42995 w 42675"/>
                <a:gd name="connsiteY4" fmla="*/ 3864 h 76915"/>
                <a:gd name="connsiteX5" fmla="*/ 23326 w 42675"/>
                <a:gd name="connsiteY5" fmla="*/ 62874 h 76915"/>
                <a:gd name="connsiteX6" fmla="*/ 10425 w 42675"/>
                <a:gd name="connsiteY6" fmla="*/ 73988 h 76915"/>
                <a:gd name="connsiteX7" fmla="*/ 7176 w 42675"/>
                <a:gd name="connsiteY7" fmla="*/ 73547 h 76915"/>
                <a:gd name="connsiteX8" fmla="*/ 9973 w 42675"/>
                <a:gd name="connsiteY8" fmla="*/ 68872 h 76915"/>
                <a:gd name="connsiteX9" fmla="*/ 5913 w 42675"/>
                <a:gd name="connsiteY9" fmla="*/ 65256 h 76915"/>
                <a:gd name="connsiteX10" fmla="*/ 320 w 42675"/>
                <a:gd name="connsiteY10" fmla="*/ 70901 h 76915"/>
                <a:gd name="connsiteX11" fmla="*/ 10515 w 42675"/>
                <a:gd name="connsiteY11" fmla="*/ 76987 h 76915"/>
                <a:gd name="connsiteX12" fmla="*/ 31176 w 42675"/>
                <a:gd name="connsiteY12" fmla="*/ 62963 h 76915"/>
                <a:gd name="connsiteX13" fmla="*/ 39296 w 42675"/>
                <a:gd name="connsiteY13" fmla="*/ 31385 h 76915"/>
                <a:gd name="connsiteX14" fmla="*/ 39747 w 42675"/>
                <a:gd name="connsiteY14" fmla="*/ 28474 h 76915"/>
                <a:gd name="connsiteX15" fmla="*/ 28650 w 42675"/>
                <a:gd name="connsiteY15" fmla="*/ 19918 h 76915"/>
                <a:gd name="connsiteX16" fmla="*/ 11056 w 42675"/>
                <a:gd name="connsiteY16" fmla="*/ 33590 h 76915"/>
                <a:gd name="connsiteX17" fmla="*/ 12951 w 42675"/>
                <a:gd name="connsiteY17" fmla="*/ 34825 h 76915"/>
                <a:gd name="connsiteX18" fmla="*/ 14936 w 42675"/>
                <a:gd name="connsiteY18" fmla="*/ 33590 h 76915"/>
                <a:gd name="connsiteX19" fmla="*/ 28289 w 42675"/>
                <a:gd name="connsiteY19" fmla="*/ 22917 h 76915"/>
                <a:gd name="connsiteX20" fmla="*/ 32078 w 42675"/>
                <a:gd name="connsiteY20" fmla="*/ 27592 h 76915"/>
                <a:gd name="connsiteX21" fmla="*/ 31808 w 42675"/>
                <a:gd name="connsiteY21" fmla="*/ 29885 h 76915"/>
                <a:gd name="connsiteX22" fmla="*/ 23326 w 42675"/>
                <a:gd name="connsiteY22" fmla="*/ 62874 h 7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675" h="76915">
                  <a:moveTo>
                    <a:pt x="42995" y="3864"/>
                  </a:moveTo>
                  <a:cubicBezTo>
                    <a:pt x="42995" y="1836"/>
                    <a:pt x="41461" y="72"/>
                    <a:pt x="39025" y="72"/>
                  </a:cubicBezTo>
                  <a:cubicBezTo>
                    <a:pt x="36228" y="72"/>
                    <a:pt x="33432" y="2718"/>
                    <a:pt x="33432" y="5364"/>
                  </a:cubicBezTo>
                  <a:cubicBezTo>
                    <a:pt x="33432" y="7481"/>
                    <a:pt x="35146" y="9157"/>
                    <a:pt x="37401" y="9157"/>
                  </a:cubicBezTo>
                  <a:cubicBezTo>
                    <a:pt x="40469" y="9157"/>
                    <a:pt x="42995" y="6334"/>
                    <a:pt x="42995" y="3864"/>
                  </a:cubicBezTo>
                  <a:close/>
                  <a:moveTo>
                    <a:pt x="23326" y="62874"/>
                  </a:moveTo>
                  <a:cubicBezTo>
                    <a:pt x="21612" y="69578"/>
                    <a:pt x="15928" y="73988"/>
                    <a:pt x="10425" y="73988"/>
                  </a:cubicBezTo>
                  <a:cubicBezTo>
                    <a:pt x="8891" y="73988"/>
                    <a:pt x="7898" y="73724"/>
                    <a:pt x="7176" y="73547"/>
                  </a:cubicBezTo>
                  <a:cubicBezTo>
                    <a:pt x="9342" y="72313"/>
                    <a:pt x="9973" y="70019"/>
                    <a:pt x="9973" y="68872"/>
                  </a:cubicBezTo>
                  <a:cubicBezTo>
                    <a:pt x="9973" y="67373"/>
                    <a:pt x="8891" y="65256"/>
                    <a:pt x="5913" y="65256"/>
                  </a:cubicBezTo>
                  <a:cubicBezTo>
                    <a:pt x="2846" y="65256"/>
                    <a:pt x="320" y="67990"/>
                    <a:pt x="320" y="70901"/>
                  </a:cubicBezTo>
                  <a:cubicBezTo>
                    <a:pt x="320" y="74694"/>
                    <a:pt x="4380" y="76987"/>
                    <a:pt x="10515" y="76987"/>
                  </a:cubicBezTo>
                  <a:cubicBezTo>
                    <a:pt x="16650" y="76987"/>
                    <a:pt x="28379" y="73900"/>
                    <a:pt x="31176" y="62963"/>
                  </a:cubicBezTo>
                  <a:lnTo>
                    <a:pt x="39296" y="31385"/>
                  </a:lnTo>
                  <a:cubicBezTo>
                    <a:pt x="39476" y="30503"/>
                    <a:pt x="39747" y="29709"/>
                    <a:pt x="39747" y="28474"/>
                  </a:cubicBezTo>
                  <a:cubicBezTo>
                    <a:pt x="39747" y="23446"/>
                    <a:pt x="34965" y="19918"/>
                    <a:pt x="28650" y="19918"/>
                  </a:cubicBezTo>
                  <a:cubicBezTo>
                    <a:pt x="17733" y="19918"/>
                    <a:pt x="11056" y="31826"/>
                    <a:pt x="11056" y="33590"/>
                  </a:cubicBezTo>
                  <a:cubicBezTo>
                    <a:pt x="11056" y="34825"/>
                    <a:pt x="12500" y="34825"/>
                    <a:pt x="12951" y="34825"/>
                  </a:cubicBezTo>
                  <a:cubicBezTo>
                    <a:pt x="14304" y="34825"/>
                    <a:pt x="14485" y="34472"/>
                    <a:pt x="14936" y="33590"/>
                  </a:cubicBezTo>
                  <a:cubicBezTo>
                    <a:pt x="19086" y="24946"/>
                    <a:pt x="25221" y="22917"/>
                    <a:pt x="28289" y="22917"/>
                  </a:cubicBezTo>
                  <a:cubicBezTo>
                    <a:pt x="31898" y="22917"/>
                    <a:pt x="32078" y="26092"/>
                    <a:pt x="32078" y="27592"/>
                  </a:cubicBezTo>
                  <a:cubicBezTo>
                    <a:pt x="32078" y="28827"/>
                    <a:pt x="31988" y="29180"/>
                    <a:pt x="31808" y="29885"/>
                  </a:cubicBezTo>
                  <a:lnTo>
                    <a:pt x="23326" y="6287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5" name="Freeform: Shape 84">
              <a:extLst>
                <a:ext uri="{FF2B5EF4-FFF2-40B4-BE49-F238E27FC236}">
                  <a16:creationId xmlns:a16="http://schemas.microsoft.com/office/drawing/2014/main" id="{0F717303-CFFD-C300-93DD-F9003095CC3F}"/>
                </a:ext>
              </a:extLst>
            </p:cNvPr>
            <p:cNvSpPr/>
            <p:nvPr>
              <p:custDataLst>
                <p:tags r:id="rId83"/>
              </p:custDataLst>
            </p:nvPr>
          </p:nvSpPr>
          <p:spPr>
            <a:xfrm>
              <a:off x="12226312" y="6694837"/>
              <a:ext cx="32715" cy="123365"/>
            </a:xfrm>
            <a:custGeom>
              <a:avLst/>
              <a:gdLst>
                <a:gd name="connsiteX0" fmla="*/ 2723 w 32715"/>
                <a:gd name="connsiteY0" fmla="*/ 71 h 123365"/>
                <a:gd name="connsiteX1" fmla="*/ 323 w 32715"/>
                <a:gd name="connsiteY1" fmla="*/ 1552 h 123365"/>
                <a:gd name="connsiteX2" fmla="*/ 1460 w 32715"/>
                <a:gd name="connsiteY2" fmla="*/ 3405 h 123365"/>
                <a:gd name="connsiteX3" fmla="*/ 24449 w 32715"/>
                <a:gd name="connsiteY3" fmla="*/ 61691 h 123365"/>
                <a:gd name="connsiteX4" fmla="*/ 2597 w 32715"/>
                <a:gd name="connsiteY4" fmla="*/ 119114 h 123365"/>
                <a:gd name="connsiteX5" fmla="*/ 323 w 32715"/>
                <a:gd name="connsiteY5" fmla="*/ 121954 h 123365"/>
                <a:gd name="connsiteX6" fmla="*/ 1965 w 32715"/>
                <a:gd name="connsiteY6" fmla="*/ 123436 h 123365"/>
                <a:gd name="connsiteX7" fmla="*/ 23817 w 32715"/>
                <a:gd name="connsiteY7" fmla="*/ 99849 h 123365"/>
                <a:gd name="connsiteX8" fmla="*/ 33038 w 32715"/>
                <a:gd name="connsiteY8" fmla="*/ 61815 h 123365"/>
                <a:gd name="connsiteX9" fmla="*/ 2723 w 32715"/>
                <a:gd name="connsiteY9" fmla="*/ 71 h 12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15" h="123365">
                  <a:moveTo>
                    <a:pt x="2723" y="71"/>
                  </a:moveTo>
                  <a:cubicBezTo>
                    <a:pt x="1839" y="71"/>
                    <a:pt x="323" y="71"/>
                    <a:pt x="323" y="1552"/>
                  </a:cubicBezTo>
                  <a:cubicBezTo>
                    <a:pt x="323" y="2170"/>
                    <a:pt x="702" y="2540"/>
                    <a:pt x="1460" y="3405"/>
                  </a:cubicBezTo>
                  <a:cubicBezTo>
                    <a:pt x="12323" y="13160"/>
                    <a:pt x="24449" y="29831"/>
                    <a:pt x="24449" y="61691"/>
                  </a:cubicBezTo>
                  <a:cubicBezTo>
                    <a:pt x="24449" y="87501"/>
                    <a:pt x="16239" y="107012"/>
                    <a:pt x="2597" y="119114"/>
                  </a:cubicBezTo>
                  <a:cubicBezTo>
                    <a:pt x="450" y="121213"/>
                    <a:pt x="323" y="121337"/>
                    <a:pt x="323" y="121954"/>
                  </a:cubicBezTo>
                  <a:cubicBezTo>
                    <a:pt x="323" y="122571"/>
                    <a:pt x="702" y="123436"/>
                    <a:pt x="1965" y="123436"/>
                  </a:cubicBezTo>
                  <a:cubicBezTo>
                    <a:pt x="3481" y="123436"/>
                    <a:pt x="15481" y="115286"/>
                    <a:pt x="23817" y="99849"/>
                  </a:cubicBezTo>
                  <a:cubicBezTo>
                    <a:pt x="29375" y="89600"/>
                    <a:pt x="33038" y="76263"/>
                    <a:pt x="33038" y="61815"/>
                  </a:cubicBezTo>
                  <a:cubicBezTo>
                    <a:pt x="33038" y="44403"/>
                    <a:pt x="27733" y="17359"/>
                    <a:pt x="2723" y="7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EA9664F-1F29-6219-0FD5-BC2F6B35FCFA}"/>
                  </a:ext>
                </a:extLst>
              </p:cNvPr>
              <p:cNvSpPr txBox="1"/>
              <p:nvPr/>
            </p:nvSpPr>
            <p:spPr>
              <a:xfrm>
                <a:off x="880469" y="2570564"/>
                <a:ext cx="4288431" cy="845873"/>
              </a:xfrm>
              <a:prstGeom prst="rect">
                <a:avLst/>
              </a:prstGeom>
              <a:noFill/>
            </p:spPr>
            <p:txBody>
              <a:bodyPr wrap="square">
                <a:spAutoFit/>
              </a:bodyPr>
              <a:lstStyle/>
              <a:p>
                <a:pPr lvl="0">
                  <a:defRPr/>
                </a:pPr>
                <a:r>
                  <a:rPr lang="en-US" sz="1200">
                    <a:solidFill>
                      <a:prstClr val="black"/>
                    </a:solidFill>
                  </a:rPr>
                  <a:t>However, we are not only interested in the exponents themselves, </a:t>
                </a:r>
                <a:r>
                  <a:rPr lang="en-US" sz="1200" b="1">
                    <a:solidFill>
                      <a:prstClr val="black"/>
                    </a:solidFill>
                    <a:highlight>
                      <a:srgbClr val="FFC000"/>
                    </a:highlight>
                  </a:rPr>
                  <a:t>but in the multiplicative effect on the odds of a one‑unit change in the predictor</a:t>
                </a:r>
                <a:r>
                  <a:rPr lang="en-US" sz="1200">
                    <a:solidFill>
                      <a:prstClr val="black"/>
                    </a:solidFill>
                  </a:rPr>
                  <a:t> </a:t>
                </a:r>
                <a14:m>
                  <m:oMath xmlns:m="http://schemas.openxmlformats.org/officeDocument/2006/math">
                    <m:sSub>
                      <m:sSubPr>
                        <m:ctrlPr>
                          <a:rPr lang="en-US" sz="1200" i="1" dirty="0" smtClean="0">
                            <a:solidFill>
                              <a:prstClr val="black"/>
                            </a:solidFill>
                            <a:latin typeface="Cambria Math" panose="02040503050406030204" pitchFamily="18" charset="0"/>
                          </a:rPr>
                        </m:ctrlPr>
                      </m:sSubPr>
                      <m:e>
                        <m:r>
                          <a:rPr lang="en-US" sz="1200" i="1" dirty="0" smtClean="0">
                            <a:solidFill>
                              <a:prstClr val="black"/>
                            </a:solidFill>
                            <a:latin typeface="Cambria Math" panose="02040503050406030204" pitchFamily="18" charset="0"/>
                          </a:rPr>
                          <m:t>𝑥</m:t>
                        </m:r>
                      </m:e>
                      <m:sub>
                        <m:r>
                          <a:rPr lang="en-US" sz="1200" i="1" dirty="0" smtClean="0">
                            <a:solidFill>
                              <a:prstClr val="black"/>
                            </a:solidFill>
                            <a:latin typeface="Cambria Math" panose="02040503050406030204" pitchFamily="18" charset="0"/>
                          </a:rPr>
                          <m:t>𝑗</m:t>
                        </m:r>
                      </m:sub>
                    </m:sSub>
                  </m:oMath>
                </a14:m>
                <a:r>
                  <a:rPr lang="en-US" sz="1200">
                    <a:solidFill>
                      <a:prstClr val="black"/>
                    </a:solidFill>
                  </a:rPr>
                  <a:t>​, holding all other variables constant.</a:t>
                </a: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mc:Choice>
        <mc:Fallback xmlns="">
          <p:sp>
            <p:nvSpPr>
              <p:cNvPr id="86" name="TextBox 85">
                <a:extLst>
                  <a:ext uri="{FF2B5EF4-FFF2-40B4-BE49-F238E27FC236}">
                    <a16:creationId xmlns:a16="http://schemas.microsoft.com/office/drawing/2014/main" id="{1EA9664F-1F29-6219-0FD5-BC2F6B35FCFA}"/>
                  </a:ext>
                </a:extLst>
              </p:cNvPr>
              <p:cNvSpPr txBox="1">
                <a:spLocks noRot="1" noChangeAspect="1" noMove="1" noResize="1" noEditPoints="1" noAdjustHandles="1" noChangeArrowheads="1" noChangeShapeType="1" noTextEdit="1"/>
              </p:cNvSpPr>
              <p:nvPr/>
            </p:nvSpPr>
            <p:spPr>
              <a:xfrm>
                <a:off x="880469" y="2570564"/>
                <a:ext cx="4288431" cy="845873"/>
              </a:xfrm>
              <a:prstGeom prst="rect">
                <a:avLst/>
              </a:prstGeom>
              <a:blipFill>
                <a:blip r:embed="rId86"/>
                <a:stretch>
                  <a:fillRect t="-725" r="-426"/>
                </a:stretch>
              </a:blipFill>
            </p:spPr>
            <p:txBody>
              <a:bodyPr/>
              <a:lstStyle/>
              <a:p>
                <a:r>
                  <a:rPr lang="en-US">
                    <a:noFill/>
                  </a:rPr>
                  <a:t> </a:t>
                </a:r>
              </a:p>
            </p:txBody>
          </p:sp>
        </mc:Fallback>
      </mc:AlternateContent>
      <p:sp>
        <p:nvSpPr>
          <p:cNvPr id="88" name="Oval 87">
            <a:extLst>
              <a:ext uri="{FF2B5EF4-FFF2-40B4-BE49-F238E27FC236}">
                <a16:creationId xmlns:a16="http://schemas.microsoft.com/office/drawing/2014/main" id="{BDEDD1D2-8D91-012F-1B23-41D05A0A92D1}"/>
              </a:ext>
            </a:extLst>
          </p:cNvPr>
          <p:cNvSpPr/>
          <p:nvPr/>
        </p:nvSpPr>
        <p:spPr>
          <a:xfrm>
            <a:off x="3954262" y="3505161"/>
            <a:ext cx="619263" cy="61926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6" name="Picture 5" descr="\documentclass{article}&#10;\usepackage{amsmath}&#10;\pagestyle{empty}&#10;\begin{document}&#10;&#10;\begin{table}[ht]&#10;\centering&#10;\begin{tabular}{lccc}&#10;\hline&#10;\textbf{Variable} &amp; \textbf{OR} &amp; \textbf{Lower limit} &amp; \textbf{Upper limit} \\&#10;\hline&#10;Intercept   &amp; 0.0185 &amp; 0.0019 &amp; 0.1665 \\&#10;GRE          &amp; 1.0023 &amp; 1.0001 &amp; 1.0044 \\&#10;GPA          &amp; 2.2345 &amp; 1.1739 &amp; 4.3238 \\&#10;Rank (2)     &amp; 0.5089 &amp; 0.2723 &amp; 0.9448 \\&#10;Rank (3)     &amp; 0.2618 &amp; 0.1316 &amp; 0.5115 \\&#10;Rank (4)     &amp; 0.2119 &amp; 0.0907 &amp; 0.4707 \\&#10;\hline&#10;\end{tabular}&#10;\end{table}&#10;&#10;\end{document}" title="IguanaTex Picture Display">
            <a:extLst>
              <a:ext uri="{FF2B5EF4-FFF2-40B4-BE49-F238E27FC236}">
                <a16:creationId xmlns:a16="http://schemas.microsoft.com/office/drawing/2014/main" id="{6AB98C30-9187-8782-6217-F6EF8EF787F1}"/>
              </a:ext>
            </a:extLst>
          </p:cNvPr>
          <p:cNvPicPr>
            <a:picLocks noChangeAspect="1"/>
          </p:cNvPicPr>
          <p:nvPr>
            <p:custDataLst>
              <p:tags r:id="rId2"/>
            </p:custDataLst>
          </p:nvPr>
        </p:nvPicPr>
        <p:blipFill>
          <a:blip r:embed="rId87">
            <a:extLst>
              <a:ext uri="{28A0092B-C50C-407E-A947-70E740481C1C}">
                <a14:useLocalDpi xmlns:a14="http://schemas.microsoft.com/office/drawing/2010/main" val="0"/>
              </a:ext>
            </a:extLst>
          </a:blip>
          <a:stretch>
            <a:fillRect/>
          </a:stretch>
        </p:blipFill>
        <p:spPr>
          <a:xfrm>
            <a:off x="953234" y="4851450"/>
            <a:ext cx="3200143" cy="1161971"/>
          </a:xfrm>
          <a:prstGeom prst="rect">
            <a:avLst/>
          </a:prstGeom>
        </p:spPr>
      </p:pic>
      <p:grpSp>
        <p:nvGrpSpPr>
          <p:cNvPr id="164" name="Group 163" descr="\documentclass{article}&#10;\usepackage{amsmath}&#10;\pagestyle{empty}&#10;\begin{document}&#10;&#10;&#10;\[&#10;  \frac{p}{1 - p} = e^{(\mathbf{x}'\boldsymbol{\beta})}&#10;\]&#10;&#10;\end{document}" title="IguanaTex Shape Display">
            <a:extLst>
              <a:ext uri="{FF2B5EF4-FFF2-40B4-BE49-F238E27FC236}">
                <a16:creationId xmlns:a16="http://schemas.microsoft.com/office/drawing/2014/main" id="{CD834540-D4D1-1B62-9F35-AE1FA02BFAFF}"/>
              </a:ext>
            </a:extLst>
          </p:cNvPr>
          <p:cNvGrpSpPr>
            <a:grpSpLocks noChangeAspect="1"/>
          </p:cNvGrpSpPr>
          <p:nvPr>
            <p:custDataLst>
              <p:tags r:id="rId3"/>
            </p:custDataLst>
          </p:nvPr>
        </p:nvGrpSpPr>
        <p:grpSpPr>
          <a:xfrm>
            <a:off x="990600" y="1957160"/>
            <a:ext cx="1449816" cy="484588"/>
            <a:chOff x="8663528" y="-17545713"/>
            <a:chExt cx="1655950" cy="553486"/>
          </a:xfrm>
        </p:grpSpPr>
        <p:sp>
          <p:nvSpPr>
            <p:cNvPr id="152" name="Freeform: Shape 151">
              <a:extLst>
                <a:ext uri="{FF2B5EF4-FFF2-40B4-BE49-F238E27FC236}">
                  <a16:creationId xmlns:a16="http://schemas.microsoft.com/office/drawing/2014/main" id="{F07E14F0-2013-F2D9-B311-32BCD59B7737}"/>
                </a:ext>
              </a:extLst>
            </p:cNvPr>
            <p:cNvSpPr/>
            <p:nvPr>
              <p:custDataLst>
                <p:tags r:id="rId36"/>
              </p:custDataLst>
            </p:nvPr>
          </p:nvSpPr>
          <p:spPr>
            <a:xfrm flipV="1">
              <a:off x="8893234" y="-17545713"/>
              <a:ext cx="144631" cy="176124"/>
            </a:xfrm>
            <a:custGeom>
              <a:avLst/>
              <a:gdLst>
                <a:gd name="csX0" fmla="*/ 21331 w 144631"/>
                <a:gd name="csY0" fmla="*/ 18533 h 176124"/>
                <a:gd name="csX1" fmla="*/ 6372 w 144631"/>
                <a:gd name="csY1" fmla="*/ 7178 h 176124"/>
                <a:gd name="csX2" fmla="*/ 0 w 144631"/>
                <a:gd name="csY2" fmla="*/ 1921 h 176124"/>
                <a:gd name="csX3" fmla="*/ 3598 w 144631"/>
                <a:gd name="csY3" fmla="*/ -1406 h 176124"/>
                <a:gd name="csX4" fmla="*/ 26876 w 144631"/>
                <a:gd name="csY4" fmla="*/ -571 h 176124"/>
                <a:gd name="csX5" fmla="*/ 54310 w 144631"/>
                <a:gd name="csY5" fmla="*/ -1406 h 176124"/>
                <a:gd name="csX6" fmla="*/ 59290 w 144631"/>
                <a:gd name="csY6" fmla="*/ 4137 h 176124"/>
                <a:gd name="csX7" fmla="*/ 52641 w 144631"/>
                <a:gd name="csY7" fmla="*/ 7178 h 176124"/>
                <a:gd name="csX8" fmla="*/ 38794 w 144631"/>
                <a:gd name="csY8" fmla="*/ 11608 h 176124"/>
                <a:gd name="csX9" fmla="*/ 52371 w 144631"/>
                <a:gd name="csY9" fmla="*/ 66992 h 176124"/>
                <a:gd name="csX10" fmla="*/ 77857 w 144631"/>
                <a:gd name="csY10" fmla="*/ 49269 h 176124"/>
                <a:gd name="csX11" fmla="*/ 144631 w 144631"/>
                <a:gd name="csY11" fmla="*/ 130411 h 176124"/>
                <a:gd name="csX12" fmla="*/ 107784 w 144631"/>
                <a:gd name="csY12" fmla="*/ 174718 h 176124"/>
                <a:gd name="csX13" fmla="*/ 71485 w 144631"/>
                <a:gd name="csY13" fmla="*/ 153946 h 176124"/>
                <a:gd name="csX14" fmla="*/ 46547 w 144631"/>
                <a:gd name="csY14" fmla="*/ 174718 h 176124"/>
                <a:gd name="csX15" fmla="*/ 26042 w 144631"/>
                <a:gd name="csY15" fmla="*/ 158933 h 176124"/>
                <a:gd name="csX16" fmla="*/ 17454 w 144631"/>
                <a:gd name="csY16" fmla="*/ 132071 h 176124"/>
                <a:gd name="csX17" fmla="*/ 20783 w 144631"/>
                <a:gd name="csY17" fmla="*/ 129309 h 176124"/>
                <a:gd name="csX18" fmla="*/ 25495 w 144631"/>
                <a:gd name="csY18" fmla="*/ 135677 h 176124"/>
                <a:gd name="csX19" fmla="*/ 45713 w 144631"/>
                <a:gd name="csY19" fmla="*/ 168628 h 176124"/>
                <a:gd name="csX20" fmla="*/ 54310 w 144631"/>
                <a:gd name="csY20" fmla="*/ 155892 h 176124"/>
                <a:gd name="csX21" fmla="*/ 52371 w 144631"/>
                <a:gd name="csY21" fmla="*/ 141766 h 176124"/>
                <a:gd name="csX22" fmla="*/ 21331 w 144631"/>
                <a:gd name="csY22" fmla="*/ 18533 h 176124"/>
                <a:gd name="csX23" fmla="*/ 70104 w 144631"/>
                <a:gd name="csY23" fmla="*/ 138717 h 176124"/>
                <a:gd name="csX24" fmla="*/ 84506 w 144631"/>
                <a:gd name="csY24" fmla="*/ 158108 h 176124"/>
                <a:gd name="csX25" fmla="*/ 106950 w 144631"/>
                <a:gd name="csY25" fmla="*/ 168628 h 176124"/>
                <a:gd name="csX26" fmla="*/ 124682 w 144631"/>
                <a:gd name="csY26" fmla="*/ 142600 h 176124"/>
                <a:gd name="csX27" fmla="*/ 110548 w 144631"/>
                <a:gd name="csY27" fmla="*/ 83890 h 176124"/>
                <a:gd name="csX28" fmla="*/ 77579 w 144631"/>
                <a:gd name="csY28" fmla="*/ 55369 h 176124"/>
                <a:gd name="csX29" fmla="*/ 55692 w 144631"/>
                <a:gd name="csY29" fmla="*/ 80015 h 176124"/>
                <a:gd name="csX30" fmla="*/ 56526 w 144631"/>
                <a:gd name="csY30" fmla="*/ 84445 h 176124"/>
                <a:gd name="csX31" fmla="*/ 70104 w 144631"/>
                <a:gd name="csY31" fmla="*/ 138717 h 1761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44631" h="176124">
                  <a:moveTo>
                    <a:pt x="21331" y="18533"/>
                  </a:moveTo>
                  <a:cubicBezTo>
                    <a:pt x="19115" y="9116"/>
                    <a:pt x="18567" y="7178"/>
                    <a:pt x="6372" y="7178"/>
                  </a:cubicBezTo>
                  <a:cubicBezTo>
                    <a:pt x="3051" y="7178"/>
                    <a:pt x="0" y="7178"/>
                    <a:pt x="0" y="1921"/>
                  </a:cubicBezTo>
                  <a:cubicBezTo>
                    <a:pt x="0" y="-293"/>
                    <a:pt x="1382" y="-1406"/>
                    <a:pt x="3598" y="-1406"/>
                  </a:cubicBezTo>
                  <a:cubicBezTo>
                    <a:pt x="11083" y="-1406"/>
                    <a:pt x="19115" y="-571"/>
                    <a:pt x="26876" y="-571"/>
                  </a:cubicBezTo>
                  <a:cubicBezTo>
                    <a:pt x="36021" y="-571"/>
                    <a:pt x="45443" y="-1406"/>
                    <a:pt x="54310" y="-1406"/>
                  </a:cubicBezTo>
                  <a:cubicBezTo>
                    <a:pt x="55692" y="-1406"/>
                    <a:pt x="59290" y="-1406"/>
                    <a:pt x="59290" y="4137"/>
                  </a:cubicBezTo>
                  <a:cubicBezTo>
                    <a:pt x="59290" y="7178"/>
                    <a:pt x="56526" y="7178"/>
                    <a:pt x="52641" y="7178"/>
                  </a:cubicBezTo>
                  <a:cubicBezTo>
                    <a:pt x="38794" y="7178"/>
                    <a:pt x="38794" y="9116"/>
                    <a:pt x="38794" y="11608"/>
                  </a:cubicBezTo>
                  <a:cubicBezTo>
                    <a:pt x="38794" y="14936"/>
                    <a:pt x="50424" y="60077"/>
                    <a:pt x="52371" y="66992"/>
                  </a:cubicBezTo>
                  <a:cubicBezTo>
                    <a:pt x="55970" y="58964"/>
                    <a:pt x="63724" y="49269"/>
                    <a:pt x="77857" y="49269"/>
                  </a:cubicBezTo>
                  <a:cubicBezTo>
                    <a:pt x="110001" y="49269"/>
                    <a:pt x="144631" y="89702"/>
                    <a:pt x="144631" y="130411"/>
                  </a:cubicBezTo>
                  <a:cubicBezTo>
                    <a:pt x="144631" y="156440"/>
                    <a:pt x="128837" y="174718"/>
                    <a:pt x="107784" y="174718"/>
                  </a:cubicBezTo>
                  <a:cubicBezTo>
                    <a:pt x="93928" y="174718"/>
                    <a:pt x="80629" y="164755"/>
                    <a:pt x="71485" y="153946"/>
                  </a:cubicBezTo>
                  <a:cubicBezTo>
                    <a:pt x="68712" y="168907"/>
                    <a:pt x="56805" y="174718"/>
                    <a:pt x="46547" y="174718"/>
                  </a:cubicBezTo>
                  <a:cubicBezTo>
                    <a:pt x="33804" y="174718"/>
                    <a:pt x="28537" y="163920"/>
                    <a:pt x="26042" y="158933"/>
                  </a:cubicBezTo>
                  <a:cubicBezTo>
                    <a:pt x="21062" y="149516"/>
                    <a:pt x="17454" y="132906"/>
                    <a:pt x="17454" y="132071"/>
                  </a:cubicBezTo>
                  <a:cubicBezTo>
                    <a:pt x="17454" y="129309"/>
                    <a:pt x="20227" y="129309"/>
                    <a:pt x="20783" y="129309"/>
                  </a:cubicBezTo>
                  <a:cubicBezTo>
                    <a:pt x="23547" y="129309"/>
                    <a:pt x="23826" y="129578"/>
                    <a:pt x="25495" y="135677"/>
                  </a:cubicBezTo>
                  <a:cubicBezTo>
                    <a:pt x="30197" y="155336"/>
                    <a:pt x="35743" y="168628"/>
                    <a:pt x="45713" y="168628"/>
                  </a:cubicBezTo>
                  <a:cubicBezTo>
                    <a:pt x="50424" y="168628"/>
                    <a:pt x="54310" y="166412"/>
                    <a:pt x="54310" y="155892"/>
                  </a:cubicBezTo>
                  <a:cubicBezTo>
                    <a:pt x="54310" y="149516"/>
                    <a:pt x="53475" y="146475"/>
                    <a:pt x="52371" y="141766"/>
                  </a:cubicBezTo>
                  <a:lnTo>
                    <a:pt x="21331" y="18533"/>
                  </a:lnTo>
                  <a:close/>
                  <a:moveTo>
                    <a:pt x="70104" y="138717"/>
                  </a:moveTo>
                  <a:cubicBezTo>
                    <a:pt x="72041" y="146197"/>
                    <a:pt x="79517" y="153946"/>
                    <a:pt x="84506" y="158108"/>
                  </a:cubicBezTo>
                  <a:cubicBezTo>
                    <a:pt x="94207" y="166691"/>
                    <a:pt x="102239" y="168628"/>
                    <a:pt x="106950" y="168628"/>
                  </a:cubicBezTo>
                  <a:cubicBezTo>
                    <a:pt x="118032" y="168628"/>
                    <a:pt x="124682" y="158933"/>
                    <a:pt x="124682" y="142600"/>
                  </a:cubicBezTo>
                  <a:cubicBezTo>
                    <a:pt x="124682" y="126259"/>
                    <a:pt x="115538" y="94410"/>
                    <a:pt x="110548" y="83890"/>
                  </a:cubicBezTo>
                  <a:cubicBezTo>
                    <a:pt x="101135" y="64508"/>
                    <a:pt x="87835" y="55369"/>
                    <a:pt x="77579" y="55369"/>
                  </a:cubicBezTo>
                  <a:cubicBezTo>
                    <a:pt x="59290" y="55369"/>
                    <a:pt x="55692" y="78347"/>
                    <a:pt x="55692" y="80015"/>
                  </a:cubicBezTo>
                  <a:cubicBezTo>
                    <a:pt x="55692" y="80563"/>
                    <a:pt x="55692" y="81118"/>
                    <a:pt x="56526" y="84445"/>
                  </a:cubicBezTo>
                  <a:lnTo>
                    <a:pt x="70104" y="138717"/>
                  </a:lnTo>
                  <a:close/>
                </a:path>
              </a:pathLst>
            </a:custGeom>
            <a:solidFill>
              <a:srgbClr val="000000"/>
            </a:solidFill>
            <a:ln w="27807" cap="flat">
              <a:noFill/>
              <a:prstDash val="solid"/>
              <a:miter/>
            </a:ln>
          </p:spPr>
          <p:txBody>
            <a:bodyPr/>
            <a:lstStyle/>
            <a:p>
              <a:endParaRPr lang="en-GB"/>
            </a:p>
          </p:txBody>
        </p:sp>
        <p:sp>
          <p:nvSpPr>
            <p:cNvPr id="153" name="Freeform: Shape 152">
              <a:extLst>
                <a:ext uri="{FF2B5EF4-FFF2-40B4-BE49-F238E27FC236}">
                  <a16:creationId xmlns:a16="http://schemas.microsoft.com/office/drawing/2014/main" id="{E201F79E-FF99-5D7E-F19A-DC600F8B31FD}"/>
                </a:ext>
              </a:extLst>
            </p:cNvPr>
            <p:cNvSpPr/>
            <p:nvPr>
              <p:custDataLst>
                <p:tags r:id="rId37"/>
              </p:custDataLst>
            </p:nvPr>
          </p:nvSpPr>
          <p:spPr>
            <a:xfrm flipV="1">
              <a:off x="8663528" y="-17305164"/>
              <a:ext cx="616608" cy="27800"/>
            </a:xfrm>
            <a:custGeom>
              <a:avLst/>
              <a:gdLst>
                <a:gd name="csX0" fmla="*/ 0 w 616608"/>
                <a:gd name="csY0" fmla="*/ -1395 h 27800"/>
                <a:gd name="csX1" fmla="*/ 616609 w 616608"/>
                <a:gd name="csY1" fmla="*/ -1395 h 27800"/>
              </a:gdLst>
              <a:ahLst/>
              <a:cxnLst>
                <a:cxn ang="0">
                  <a:pos x="csX0" y="csY0"/>
                </a:cxn>
                <a:cxn ang="0">
                  <a:pos x="csX1" y="csY1"/>
                </a:cxn>
              </a:cxnLst>
              <a:rect l="l" t="t" r="r" b="b"/>
              <a:pathLst>
                <a:path w="616608" h="27800">
                  <a:moveTo>
                    <a:pt x="0" y="-1395"/>
                  </a:moveTo>
                  <a:lnTo>
                    <a:pt x="616609" y="-1395"/>
                  </a:lnTo>
                </a:path>
              </a:pathLst>
            </a:custGeom>
            <a:noFill/>
            <a:ln w="11081" cap="flat">
              <a:solidFill>
                <a:srgbClr val="000000"/>
              </a:solidFill>
              <a:prstDash val="solid"/>
              <a:miter/>
            </a:ln>
          </p:spPr>
          <p:txBody>
            <a:bodyPr/>
            <a:lstStyle/>
            <a:p>
              <a:endParaRPr lang="en-GB"/>
            </a:p>
          </p:txBody>
        </p:sp>
        <p:sp>
          <p:nvSpPr>
            <p:cNvPr id="154" name="Freeform: Shape 153">
              <a:extLst>
                <a:ext uri="{FF2B5EF4-FFF2-40B4-BE49-F238E27FC236}">
                  <a16:creationId xmlns:a16="http://schemas.microsoft.com/office/drawing/2014/main" id="{32A1D7E7-4623-E548-456C-579564FE89A7}"/>
                </a:ext>
              </a:extLst>
            </p:cNvPr>
            <p:cNvSpPr/>
            <p:nvPr>
              <p:custDataLst>
                <p:tags r:id="rId38"/>
              </p:custDataLst>
            </p:nvPr>
          </p:nvSpPr>
          <p:spPr>
            <a:xfrm flipV="1">
              <a:off x="8688134" y="-17230380"/>
              <a:ext cx="91433" cy="184428"/>
            </a:xfrm>
            <a:custGeom>
              <a:avLst/>
              <a:gdLst>
                <a:gd name="csX0" fmla="*/ 56804 w 91433"/>
                <a:gd name="csY0" fmla="*/ 175853 h 184428"/>
                <a:gd name="csX1" fmla="*/ 50424 w 91433"/>
                <a:gd name="csY1" fmla="*/ 183045 h 184428"/>
                <a:gd name="csX2" fmla="*/ 0 w 91433"/>
                <a:gd name="csY2" fmla="*/ 165324 h 184428"/>
                <a:gd name="csX3" fmla="*/ 0 w 91433"/>
                <a:gd name="csY3" fmla="*/ 156740 h 184428"/>
                <a:gd name="csX4" fmla="*/ 36299 w 91433"/>
                <a:gd name="csY4" fmla="*/ 163943 h 184428"/>
                <a:gd name="csX5" fmla="*/ 36299 w 91433"/>
                <a:gd name="csY5" fmla="*/ 20492 h 184428"/>
                <a:gd name="csX6" fmla="*/ 10526 w 91433"/>
                <a:gd name="csY6" fmla="*/ 7201 h 184428"/>
                <a:gd name="csX7" fmla="*/ 1660 w 91433"/>
                <a:gd name="csY7" fmla="*/ 7201 h 184428"/>
                <a:gd name="csX8" fmla="*/ 1660 w 91433"/>
                <a:gd name="csY8" fmla="*/ -1383 h 184428"/>
                <a:gd name="csX9" fmla="*/ 46547 w 91433"/>
                <a:gd name="csY9" fmla="*/ -548 h 184428"/>
                <a:gd name="csX10" fmla="*/ 91434 w 91433"/>
                <a:gd name="csY10" fmla="*/ -1383 h 184428"/>
                <a:gd name="csX11" fmla="*/ 91434 w 91433"/>
                <a:gd name="csY11" fmla="*/ 7201 h 184428"/>
                <a:gd name="csX12" fmla="*/ 82568 w 91433"/>
                <a:gd name="csY12" fmla="*/ 7201 h 184428"/>
                <a:gd name="csX13" fmla="*/ 56804 w 91433"/>
                <a:gd name="csY13" fmla="*/ 20492 h 184428"/>
                <a:gd name="csX14" fmla="*/ 56804 w 91433"/>
                <a:gd name="csY14" fmla="*/ 175853 h 1844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1433" h="184428">
                  <a:moveTo>
                    <a:pt x="56804" y="175853"/>
                  </a:moveTo>
                  <a:cubicBezTo>
                    <a:pt x="56804" y="182499"/>
                    <a:pt x="56804" y="183045"/>
                    <a:pt x="50424" y="183045"/>
                  </a:cubicBezTo>
                  <a:cubicBezTo>
                    <a:pt x="33248" y="165324"/>
                    <a:pt x="8866" y="165324"/>
                    <a:pt x="0" y="165324"/>
                  </a:cubicBezTo>
                  <a:lnTo>
                    <a:pt x="0" y="156740"/>
                  </a:lnTo>
                  <a:cubicBezTo>
                    <a:pt x="5537" y="156740"/>
                    <a:pt x="21887" y="156740"/>
                    <a:pt x="36299" y="163943"/>
                  </a:cubicBezTo>
                  <a:lnTo>
                    <a:pt x="36299" y="20492"/>
                  </a:lnTo>
                  <a:cubicBezTo>
                    <a:pt x="36299" y="10528"/>
                    <a:pt x="35464" y="7201"/>
                    <a:pt x="10526" y="7201"/>
                  </a:cubicBezTo>
                  <a:lnTo>
                    <a:pt x="1660" y="7201"/>
                  </a:lnTo>
                  <a:lnTo>
                    <a:pt x="1660" y="-1383"/>
                  </a:lnTo>
                  <a:cubicBezTo>
                    <a:pt x="11361" y="-548"/>
                    <a:pt x="35464" y="-548"/>
                    <a:pt x="46547" y="-548"/>
                  </a:cubicBezTo>
                  <a:cubicBezTo>
                    <a:pt x="57630" y="-548"/>
                    <a:pt x="81734" y="-548"/>
                    <a:pt x="91434" y="-1383"/>
                  </a:cubicBezTo>
                  <a:lnTo>
                    <a:pt x="91434" y="7201"/>
                  </a:lnTo>
                  <a:lnTo>
                    <a:pt x="82568" y="7201"/>
                  </a:lnTo>
                  <a:cubicBezTo>
                    <a:pt x="57630" y="7201"/>
                    <a:pt x="56804" y="10250"/>
                    <a:pt x="56804" y="20492"/>
                  </a:cubicBezTo>
                  <a:lnTo>
                    <a:pt x="56804" y="175853"/>
                  </a:lnTo>
                  <a:close/>
                </a:path>
              </a:pathLst>
            </a:custGeom>
            <a:solidFill>
              <a:srgbClr val="000000"/>
            </a:solidFill>
            <a:ln w="27807" cap="flat">
              <a:noFill/>
              <a:prstDash val="solid"/>
              <a:miter/>
            </a:ln>
          </p:spPr>
          <p:txBody>
            <a:bodyPr/>
            <a:lstStyle/>
            <a:p>
              <a:endParaRPr lang="en-GB"/>
            </a:p>
          </p:txBody>
        </p:sp>
        <p:sp>
          <p:nvSpPr>
            <p:cNvPr id="155" name="Freeform: Shape 154">
              <a:extLst>
                <a:ext uri="{FF2B5EF4-FFF2-40B4-BE49-F238E27FC236}">
                  <a16:creationId xmlns:a16="http://schemas.microsoft.com/office/drawing/2014/main" id="{61998EA9-F584-1AEA-68E0-E0738AF7330E}"/>
                </a:ext>
              </a:extLst>
            </p:cNvPr>
            <p:cNvSpPr/>
            <p:nvPr>
              <p:custDataLst>
                <p:tags r:id="rId39"/>
              </p:custDataLst>
            </p:nvPr>
          </p:nvSpPr>
          <p:spPr>
            <a:xfrm flipV="1">
              <a:off x="8886602" y="-17120717"/>
              <a:ext cx="169291" cy="11076"/>
            </a:xfrm>
            <a:custGeom>
              <a:avLst/>
              <a:gdLst>
                <a:gd name="csX0" fmla="*/ 159591 w 169291"/>
                <a:gd name="csY0" fmla="*/ -1382 h 11076"/>
                <a:gd name="csX1" fmla="*/ 169291 w 169291"/>
                <a:gd name="csY1" fmla="*/ 4160 h 11076"/>
                <a:gd name="csX2" fmla="*/ 159591 w 169291"/>
                <a:gd name="csY2" fmla="*/ 9695 h 11076"/>
                <a:gd name="csX3" fmla="*/ 9692 w 169291"/>
                <a:gd name="csY3" fmla="*/ 9695 h 11076"/>
                <a:gd name="csX4" fmla="*/ 0 w 169291"/>
                <a:gd name="csY4" fmla="*/ 4160 h 11076"/>
                <a:gd name="csX5" fmla="*/ 9692 w 169291"/>
                <a:gd name="csY5" fmla="*/ -1382 h 11076"/>
                <a:gd name="csX6" fmla="*/ 159591 w 169291"/>
                <a:gd name="csY6" fmla="*/ -1382 h 110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291" h="11076">
                  <a:moveTo>
                    <a:pt x="159591" y="-1382"/>
                  </a:moveTo>
                  <a:cubicBezTo>
                    <a:pt x="164302" y="-1382"/>
                    <a:pt x="169291" y="-1382"/>
                    <a:pt x="169291" y="4160"/>
                  </a:cubicBezTo>
                  <a:cubicBezTo>
                    <a:pt x="169291" y="9695"/>
                    <a:pt x="164302" y="9695"/>
                    <a:pt x="159591" y="9695"/>
                  </a:cubicBezTo>
                  <a:lnTo>
                    <a:pt x="9692" y="9695"/>
                  </a:lnTo>
                  <a:cubicBezTo>
                    <a:pt x="4981" y="9695"/>
                    <a:pt x="0" y="9695"/>
                    <a:pt x="0" y="4160"/>
                  </a:cubicBezTo>
                  <a:cubicBezTo>
                    <a:pt x="0" y="-1382"/>
                    <a:pt x="4981" y="-1382"/>
                    <a:pt x="9692" y="-1382"/>
                  </a:cubicBezTo>
                  <a:lnTo>
                    <a:pt x="159591" y="-1382"/>
                  </a:lnTo>
                  <a:close/>
                </a:path>
              </a:pathLst>
            </a:custGeom>
            <a:solidFill>
              <a:srgbClr val="000000"/>
            </a:solidFill>
            <a:ln w="27807" cap="flat">
              <a:noFill/>
              <a:prstDash val="solid"/>
              <a:miter/>
            </a:ln>
          </p:spPr>
          <p:txBody>
            <a:bodyPr/>
            <a:lstStyle/>
            <a:p>
              <a:endParaRPr lang="en-GB"/>
            </a:p>
          </p:txBody>
        </p:sp>
        <p:sp>
          <p:nvSpPr>
            <p:cNvPr id="156" name="Freeform: Shape 155">
              <a:extLst>
                <a:ext uri="{FF2B5EF4-FFF2-40B4-BE49-F238E27FC236}">
                  <a16:creationId xmlns:a16="http://schemas.microsoft.com/office/drawing/2014/main" id="{93E5248F-262A-8A4E-C28B-D612BA966A75}"/>
                </a:ext>
              </a:extLst>
            </p:cNvPr>
            <p:cNvSpPr/>
            <p:nvPr>
              <p:custDataLst>
                <p:tags r:id="rId40"/>
              </p:custDataLst>
            </p:nvPr>
          </p:nvSpPr>
          <p:spPr>
            <a:xfrm flipV="1">
              <a:off x="9131861" y="-17168351"/>
              <a:ext cx="144631" cy="176124"/>
            </a:xfrm>
            <a:custGeom>
              <a:avLst/>
              <a:gdLst>
                <a:gd name="csX0" fmla="*/ 21331 w 144631"/>
                <a:gd name="csY0" fmla="*/ 18558 h 176124"/>
                <a:gd name="csX1" fmla="*/ 6372 w 144631"/>
                <a:gd name="csY1" fmla="*/ 7205 h 176124"/>
                <a:gd name="csX2" fmla="*/ 0 w 144631"/>
                <a:gd name="csY2" fmla="*/ 1948 h 176124"/>
                <a:gd name="csX3" fmla="*/ 3599 w 144631"/>
                <a:gd name="csY3" fmla="*/ -1379 h 176124"/>
                <a:gd name="csX4" fmla="*/ 26876 w 144631"/>
                <a:gd name="csY4" fmla="*/ -546 h 176124"/>
                <a:gd name="csX5" fmla="*/ 54310 w 144631"/>
                <a:gd name="csY5" fmla="*/ -1379 h 176124"/>
                <a:gd name="csX6" fmla="*/ 59290 w 144631"/>
                <a:gd name="csY6" fmla="*/ 4163 h 176124"/>
                <a:gd name="csX7" fmla="*/ 52641 w 144631"/>
                <a:gd name="csY7" fmla="*/ 7205 h 176124"/>
                <a:gd name="csX8" fmla="*/ 38794 w 144631"/>
                <a:gd name="csY8" fmla="*/ 11635 h 176124"/>
                <a:gd name="csX9" fmla="*/ 52371 w 144631"/>
                <a:gd name="csY9" fmla="*/ 67019 h 176124"/>
                <a:gd name="csX10" fmla="*/ 77857 w 144631"/>
                <a:gd name="csY10" fmla="*/ 49296 h 176124"/>
                <a:gd name="csX11" fmla="*/ 144631 w 144631"/>
                <a:gd name="csY11" fmla="*/ 130439 h 176124"/>
                <a:gd name="csX12" fmla="*/ 107784 w 144631"/>
                <a:gd name="csY12" fmla="*/ 174745 h 176124"/>
                <a:gd name="csX13" fmla="*/ 71485 w 144631"/>
                <a:gd name="csY13" fmla="*/ 153973 h 176124"/>
                <a:gd name="csX14" fmla="*/ 46547 w 144631"/>
                <a:gd name="csY14" fmla="*/ 174745 h 176124"/>
                <a:gd name="csX15" fmla="*/ 26042 w 144631"/>
                <a:gd name="csY15" fmla="*/ 158960 h 176124"/>
                <a:gd name="csX16" fmla="*/ 17454 w 144631"/>
                <a:gd name="csY16" fmla="*/ 132098 h 176124"/>
                <a:gd name="csX17" fmla="*/ 20783 w 144631"/>
                <a:gd name="csY17" fmla="*/ 129334 h 176124"/>
                <a:gd name="csX18" fmla="*/ 25495 w 144631"/>
                <a:gd name="csY18" fmla="*/ 135702 h 176124"/>
                <a:gd name="csX19" fmla="*/ 45713 w 144631"/>
                <a:gd name="csY19" fmla="*/ 168656 h 176124"/>
                <a:gd name="csX20" fmla="*/ 54310 w 144631"/>
                <a:gd name="csY20" fmla="*/ 155919 h 176124"/>
                <a:gd name="csX21" fmla="*/ 52371 w 144631"/>
                <a:gd name="csY21" fmla="*/ 141794 h 176124"/>
                <a:gd name="csX22" fmla="*/ 21331 w 144631"/>
                <a:gd name="csY22" fmla="*/ 18558 h 176124"/>
                <a:gd name="csX23" fmla="*/ 70104 w 144631"/>
                <a:gd name="csY23" fmla="*/ 138743 h 176124"/>
                <a:gd name="csX24" fmla="*/ 84507 w 144631"/>
                <a:gd name="csY24" fmla="*/ 158134 h 176124"/>
                <a:gd name="csX25" fmla="*/ 106950 w 144631"/>
                <a:gd name="csY25" fmla="*/ 168656 h 176124"/>
                <a:gd name="csX26" fmla="*/ 124682 w 144631"/>
                <a:gd name="csY26" fmla="*/ 142627 h 176124"/>
                <a:gd name="csX27" fmla="*/ 110549 w 144631"/>
                <a:gd name="csY27" fmla="*/ 83916 h 176124"/>
                <a:gd name="csX28" fmla="*/ 77579 w 144631"/>
                <a:gd name="csY28" fmla="*/ 55394 h 176124"/>
                <a:gd name="csX29" fmla="*/ 55692 w 144631"/>
                <a:gd name="csY29" fmla="*/ 80042 h 176124"/>
                <a:gd name="csX30" fmla="*/ 56526 w 144631"/>
                <a:gd name="csY30" fmla="*/ 84472 h 176124"/>
                <a:gd name="csX31" fmla="*/ 70104 w 144631"/>
                <a:gd name="csY31" fmla="*/ 138743 h 1761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44631" h="176124">
                  <a:moveTo>
                    <a:pt x="21331" y="18558"/>
                  </a:moveTo>
                  <a:cubicBezTo>
                    <a:pt x="19115" y="9141"/>
                    <a:pt x="18567" y="7205"/>
                    <a:pt x="6372" y="7205"/>
                  </a:cubicBezTo>
                  <a:cubicBezTo>
                    <a:pt x="3051" y="7205"/>
                    <a:pt x="0" y="7205"/>
                    <a:pt x="0" y="1948"/>
                  </a:cubicBezTo>
                  <a:cubicBezTo>
                    <a:pt x="0" y="-268"/>
                    <a:pt x="1382" y="-1379"/>
                    <a:pt x="3599" y="-1379"/>
                  </a:cubicBezTo>
                  <a:cubicBezTo>
                    <a:pt x="11083" y="-1379"/>
                    <a:pt x="19115" y="-546"/>
                    <a:pt x="26876" y="-546"/>
                  </a:cubicBezTo>
                  <a:cubicBezTo>
                    <a:pt x="36021" y="-546"/>
                    <a:pt x="45443" y="-1379"/>
                    <a:pt x="54310" y="-1379"/>
                  </a:cubicBezTo>
                  <a:cubicBezTo>
                    <a:pt x="55692" y="-1379"/>
                    <a:pt x="59290" y="-1379"/>
                    <a:pt x="59290" y="4163"/>
                  </a:cubicBezTo>
                  <a:cubicBezTo>
                    <a:pt x="59290" y="7205"/>
                    <a:pt x="56526" y="7205"/>
                    <a:pt x="52641" y="7205"/>
                  </a:cubicBezTo>
                  <a:cubicBezTo>
                    <a:pt x="38794" y="7205"/>
                    <a:pt x="38794" y="9141"/>
                    <a:pt x="38794" y="11635"/>
                  </a:cubicBezTo>
                  <a:cubicBezTo>
                    <a:pt x="38794" y="14963"/>
                    <a:pt x="50424" y="60103"/>
                    <a:pt x="52371" y="67019"/>
                  </a:cubicBezTo>
                  <a:cubicBezTo>
                    <a:pt x="55970" y="58991"/>
                    <a:pt x="63724" y="49296"/>
                    <a:pt x="77857" y="49296"/>
                  </a:cubicBezTo>
                  <a:cubicBezTo>
                    <a:pt x="110001" y="49296"/>
                    <a:pt x="144631" y="89727"/>
                    <a:pt x="144631" y="130439"/>
                  </a:cubicBezTo>
                  <a:cubicBezTo>
                    <a:pt x="144631" y="156466"/>
                    <a:pt x="128837" y="174745"/>
                    <a:pt x="107784" y="174745"/>
                  </a:cubicBezTo>
                  <a:cubicBezTo>
                    <a:pt x="93929" y="174745"/>
                    <a:pt x="80629" y="164780"/>
                    <a:pt x="71485" y="153973"/>
                  </a:cubicBezTo>
                  <a:cubicBezTo>
                    <a:pt x="68712" y="168932"/>
                    <a:pt x="56805" y="174745"/>
                    <a:pt x="46547" y="174745"/>
                  </a:cubicBezTo>
                  <a:cubicBezTo>
                    <a:pt x="33805" y="174745"/>
                    <a:pt x="28537" y="163945"/>
                    <a:pt x="26042" y="158960"/>
                  </a:cubicBezTo>
                  <a:cubicBezTo>
                    <a:pt x="21062" y="149543"/>
                    <a:pt x="17454" y="132931"/>
                    <a:pt x="17454" y="132098"/>
                  </a:cubicBezTo>
                  <a:cubicBezTo>
                    <a:pt x="17454" y="129334"/>
                    <a:pt x="20227" y="129334"/>
                    <a:pt x="20783" y="129334"/>
                  </a:cubicBezTo>
                  <a:cubicBezTo>
                    <a:pt x="23547" y="129334"/>
                    <a:pt x="23826" y="129604"/>
                    <a:pt x="25495" y="135702"/>
                  </a:cubicBezTo>
                  <a:cubicBezTo>
                    <a:pt x="30197" y="155363"/>
                    <a:pt x="35743" y="168656"/>
                    <a:pt x="45713" y="168656"/>
                  </a:cubicBezTo>
                  <a:cubicBezTo>
                    <a:pt x="50424" y="168656"/>
                    <a:pt x="54310" y="166440"/>
                    <a:pt x="54310" y="155919"/>
                  </a:cubicBezTo>
                  <a:cubicBezTo>
                    <a:pt x="54310" y="149543"/>
                    <a:pt x="53475" y="146502"/>
                    <a:pt x="52371" y="141794"/>
                  </a:cubicBezTo>
                  <a:lnTo>
                    <a:pt x="21331" y="18558"/>
                  </a:lnTo>
                  <a:close/>
                  <a:moveTo>
                    <a:pt x="70104" y="138743"/>
                  </a:moveTo>
                  <a:cubicBezTo>
                    <a:pt x="72041" y="146224"/>
                    <a:pt x="79517" y="153973"/>
                    <a:pt x="84507" y="158134"/>
                  </a:cubicBezTo>
                  <a:cubicBezTo>
                    <a:pt x="94207" y="166718"/>
                    <a:pt x="102239" y="168656"/>
                    <a:pt x="106950" y="168656"/>
                  </a:cubicBezTo>
                  <a:cubicBezTo>
                    <a:pt x="118032" y="168656"/>
                    <a:pt x="124682" y="158960"/>
                    <a:pt x="124682" y="142627"/>
                  </a:cubicBezTo>
                  <a:cubicBezTo>
                    <a:pt x="124682" y="126285"/>
                    <a:pt x="115538" y="94436"/>
                    <a:pt x="110549" y="83916"/>
                  </a:cubicBezTo>
                  <a:cubicBezTo>
                    <a:pt x="101135" y="64533"/>
                    <a:pt x="87835" y="55394"/>
                    <a:pt x="77579" y="55394"/>
                  </a:cubicBezTo>
                  <a:cubicBezTo>
                    <a:pt x="59290" y="55394"/>
                    <a:pt x="55692" y="78374"/>
                    <a:pt x="55692" y="80042"/>
                  </a:cubicBezTo>
                  <a:cubicBezTo>
                    <a:pt x="55692" y="80588"/>
                    <a:pt x="55692" y="81145"/>
                    <a:pt x="56526" y="84472"/>
                  </a:cubicBezTo>
                  <a:lnTo>
                    <a:pt x="70104" y="138743"/>
                  </a:lnTo>
                  <a:close/>
                </a:path>
              </a:pathLst>
            </a:custGeom>
            <a:solidFill>
              <a:srgbClr val="000000"/>
            </a:solidFill>
            <a:ln w="27807" cap="flat">
              <a:noFill/>
              <a:prstDash val="solid"/>
              <a:miter/>
            </a:ln>
          </p:spPr>
          <p:txBody>
            <a:bodyPr/>
            <a:lstStyle/>
            <a:p>
              <a:endParaRPr lang="en-GB"/>
            </a:p>
          </p:txBody>
        </p:sp>
        <p:sp>
          <p:nvSpPr>
            <p:cNvPr id="157" name="Freeform: Shape 156">
              <a:extLst>
                <a:ext uri="{FF2B5EF4-FFF2-40B4-BE49-F238E27FC236}">
                  <a16:creationId xmlns:a16="http://schemas.microsoft.com/office/drawing/2014/main" id="{C72F068F-3257-7F76-8063-A8B469F529EE}"/>
                </a:ext>
              </a:extLst>
            </p:cNvPr>
            <p:cNvSpPr/>
            <p:nvPr>
              <p:custDataLst>
                <p:tags r:id="rId41"/>
              </p:custDataLst>
            </p:nvPr>
          </p:nvSpPr>
          <p:spPr>
            <a:xfrm flipV="1">
              <a:off x="9405886" y="-17337568"/>
              <a:ext cx="184259" cy="64802"/>
            </a:xfrm>
            <a:custGeom>
              <a:avLst/>
              <a:gdLst>
                <a:gd name="csX0" fmla="*/ 174837 w 184259"/>
                <a:gd name="csY0" fmla="*/ 52331 h 64802"/>
                <a:gd name="csX1" fmla="*/ 184259 w 184259"/>
                <a:gd name="csY1" fmla="*/ 57872 h 64802"/>
                <a:gd name="csX2" fmla="*/ 175114 w 184259"/>
                <a:gd name="csY2" fmla="*/ 63407 h 64802"/>
                <a:gd name="csX3" fmla="*/ 9145 w 184259"/>
                <a:gd name="csY3" fmla="*/ 63407 h 64802"/>
                <a:gd name="csX4" fmla="*/ 0 w 184259"/>
                <a:gd name="csY4" fmla="*/ 57872 h 64802"/>
                <a:gd name="csX5" fmla="*/ 9422 w 184259"/>
                <a:gd name="csY5" fmla="*/ 52331 h 64802"/>
                <a:gd name="csX6" fmla="*/ 174837 w 184259"/>
                <a:gd name="csY6" fmla="*/ 52331 h 64802"/>
                <a:gd name="csX7" fmla="*/ 175114 w 184259"/>
                <a:gd name="csY7" fmla="*/ -1395 h 64802"/>
                <a:gd name="csX8" fmla="*/ 184259 w 184259"/>
                <a:gd name="csY8" fmla="*/ 4148 h 64802"/>
                <a:gd name="csX9" fmla="*/ 174837 w 184259"/>
                <a:gd name="csY9" fmla="*/ 9692 h 64802"/>
                <a:gd name="csX10" fmla="*/ 9422 w 184259"/>
                <a:gd name="csY10" fmla="*/ 9692 h 64802"/>
                <a:gd name="csX11" fmla="*/ 0 w 184259"/>
                <a:gd name="csY11" fmla="*/ 4148 h 64802"/>
                <a:gd name="csX12" fmla="*/ 9145 w 184259"/>
                <a:gd name="csY12" fmla="*/ -1395 h 64802"/>
                <a:gd name="csX13" fmla="*/ 175114 w 184259"/>
                <a:gd name="csY13" fmla="*/ -1395 h 6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4259" h="64802">
                  <a:moveTo>
                    <a:pt x="174837" y="52331"/>
                  </a:moveTo>
                  <a:cubicBezTo>
                    <a:pt x="178991" y="52331"/>
                    <a:pt x="184259" y="52331"/>
                    <a:pt x="184259" y="57872"/>
                  </a:cubicBezTo>
                  <a:cubicBezTo>
                    <a:pt x="184259" y="63407"/>
                    <a:pt x="178991" y="63407"/>
                    <a:pt x="175114" y="63407"/>
                  </a:cubicBezTo>
                  <a:lnTo>
                    <a:pt x="9145" y="63407"/>
                  </a:lnTo>
                  <a:cubicBezTo>
                    <a:pt x="5268" y="63407"/>
                    <a:pt x="0" y="63407"/>
                    <a:pt x="0" y="57872"/>
                  </a:cubicBezTo>
                  <a:cubicBezTo>
                    <a:pt x="0" y="52331"/>
                    <a:pt x="5268" y="52331"/>
                    <a:pt x="9422" y="52331"/>
                  </a:cubicBezTo>
                  <a:lnTo>
                    <a:pt x="174837" y="52331"/>
                  </a:lnTo>
                  <a:close/>
                  <a:moveTo>
                    <a:pt x="175114" y="-1395"/>
                  </a:moveTo>
                  <a:cubicBezTo>
                    <a:pt x="178991" y="-1395"/>
                    <a:pt x="184259" y="-1395"/>
                    <a:pt x="184259" y="4148"/>
                  </a:cubicBezTo>
                  <a:cubicBezTo>
                    <a:pt x="184259" y="9692"/>
                    <a:pt x="178991" y="9692"/>
                    <a:pt x="174837" y="9692"/>
                  </a:cubicBezTo>
                  <a:lnTo>
                    <a:pt x="9422" y="9692"/>
                  </a:lnTo>
                  <a:cubicBezTo>
                    <a:pt x="5268" y="9692"/>
                    <a:pt x="0" y="9692"/>
                    <a:pt x="0" y="4148"/>
                  </a:cubicBezTo>
                  <a:cubicBezTo>
                    <a:pt x="0" y="-1395"/>
                    <a:pt x="5268" y="-1395"/>
                    <a:pt x="9145" y="-1395"/>
                  </a:cubicBezTo>
                  <a:lnTo>
                    <a:pt x="175114" y="-1395"/>
                  </a:lnTo>
                  <a:close/>
                </a:path>
              </a:pathLst>
            </a:custGeom>
            <a:solidFill>
              <a:srgbClr val="000000"/>
            </a:solidFill>
            <a:ln w="27807" cap="flat">
              <a:noFill/>
              <a:prstDash val="solid"/>
              <a:miter/>
            </a:ln>
          </p:spPr>
          <p:txBody>
            <a:bodyPr/>
            <a:lstStyle/>
            <a:p>
              <a:endParaRPr lang="en-GB"/>
            </a:p>
          </p:txBody>
        </p:sp>
        <p:sp>
          <p:nvSpPr>
            <p:cNvPr id="158" name="Freeform: Shape 157">
              <a:extLst>
                <a:ext uri="{FF2B5EF4-FFF2-40B4-BE49-F238E27FC236}">
                  <a16:creationId xmlns:a16="http://schemas.microsoft.com/office/drawing/2014/main" id="{A94FFDE8-0D32-9FDE-7B67-C4370911C480}"/>
                </a:ext>
              </a:extLst>
            </p:cNvPr>
            <p:cNvSpPr/>
            <p:nvPr>
              <p:custDataLst>
                <p:tags r:id="rId42"/>
              </p:custDataLst>
            </p:nvPr>
          </p:nvSpPr>
          <p:spPr>
            <a:xfrm flipV="1">
              <a:off x="9695618" y="-17358340"/>
              <a:ext cx="106401" cy="125449"/>
            </a:xfrm>
            <a:custGeom>
              <a:avLst/>
              <a:gdLst>
                <a:gd name="csX0" fmla="*/ 39072 w 106401"/>
                <a:gd name="csY0" fmla="*/ 65621 h 125449"/>
                <a:gd name="csX1" fmla="*/ 81464 w 106401"/>
                <a:gd name="csY1" fmla="*/ 71989 h 125449"/>
                <a:gd name="csX2" fmla="*/ 102238 w 106401"/>
                <a:gd name="csY2" fmla="*/ 100520 h 125449"/>
                <a:gd name="csX3" fmla="*/ 72597 w 106401"/>
                <a:gd name="csY3" fmla="*/ 124055 h 125449"/>
                <a:gd name="csX4" fmla="*/ 0 w 106401"/>
                <a:gd name="csY4" fmla="*/ 48732 h 125449"/>
                <a:gd name="csX5" fmla="*/ 43505 w 106401"/>
                <a:gd name="csY5" fmla="*/ -1395 h 125449"/>
                <a:gd name="csX6" fmla="*/ 106401 w 106401"/>
                <a:gd name="csY6" fmla="*/ 31287 h 125449"/>
                <a:gd name="csX7" fmla="*/ 103072 w 106401"/>
                <a:gd name="csY7" fmla="*/ 34885 h 125449"/>
                <a:gd name="csX8" fmla="*/ 99474 w 106401"/>
                <a:gd name="csY8" fmla="*/ 32114 h 125449"/>
                <a:gd name="csX9" fmla="*/ 44061 w 106401"/>
                <a:gd name="csY9" fmla="*/ 4704 h 125449"/>
                <a:gd name="csX10" fmla="*/ 19949 w 106401"/>
                <a:gd name="csY10" fmla="*/ 36822 h 125449"/>
                <a:gd name="csX11" fmla="*/ 24382 w 106401"/>
                <a:gd name="csY11" fmla="*/ 65621 h 125449"/>
                <a:gd name="csX12" fmla="*/ 39072 w 106401"/>
                <a:gd name="csY12" fmla="*/ 65621 h 125449"/>
                <a:gd name="csX13" fmla="*/ 26051 w 106401"/>
                <a:gd name="csY13" fmla="*/ 71721 h 125449"/>
                <a:gd name="csX14" fmla="*/ 72597 w 106401"/>
                <a:gd name="csY14" fmla="*/ 117963 h 125449"/>
                <a:gd name="csX15" fmla="*/ 93102 w 106401"/>
                <a:gd name="csY15" fmla="*/ 100520 h 125449"/>
                <a:gd name="csX16" fmla="*/ 37412 w 106401"/>
                <a:gd name="csY16" fmla="*/ 71721 h 125449"/>
                <a:gd name="csX17" fmla="*/ 26051 w 106401"/>
                <a:gd name="csY17" fmla="*/ 71721 h 125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06401" h="125449">
                  <a:moveTo>
                    <a:pt x="39072" y="65621"/>
                  </a:moveTo>
                  <a:cubicBezTo>
                    <a:pt x="47103" y="65621"/>
                    <a:pt x="67608" y="66177"/>
                    <a:pt x="81464" y="71989"/>
                  </a:cubicBezTo>
                  <a:cubicBezTo>
                    <a:pt x="100857" y="80303"/>
                    <a:pt x="102238" y="96636"/>
                    <a:pt x="102238" y="100520"/>
                  </a:cubicBezTo>
                  <a:cubicBezTo>
                    <a:pt x="102238" y="112700"/>
                    <a:pt x="91712" y="124055"/>
                    <a:pt x="72597" y="124055"/>
                  </a:cubicBezTo>
                  <a:cubicBezTo>
                    <a:pt x="41844" y="124055"/>
                    <a:pt x="0" y="97193"/>
                    <a:pt x="0" y="48732"/>
                  </a:cubicBezTo>
                  <a:cubicBezTo>
                    <a:pt x="0" y="20489"/>
                    <a:pt x="16350" y="-1395"/>
                    <a:pt x="43505" y="-1395"/>
                  </a:cubicBezTo>
                  <a:cubicBezTo>
                    <a:pt x="83124" y="-1395"/>
                    <a:pt x="106401" y="27960"/>
                    <a:pt x="106401" y="31287"/>
                  </a:cubicBezTo>
                  <a:cubicBezTo>
                    <a:pt x="106401" y="32947"/>
                    <a:pt x="104733" y="34885"/>
                    <a:pt x="103072" y="34885"/>
                  </a:cubicBezTo>
                  <a:cubicBezTo>
                    <a:pt x="101691" y="34885"/>
                    <a:pt x="101134" y="34328"/>
                    <a:pt x="99474" y="32114"/>
                  </a:cubicBezTo>
                  <a:cubicBezTo>
                    <a:pt x="77587" y="4704"/>
                    <a:pt x="47381" y="4704"/>
                    <a:pt x="44061" y="4704"/>
                  </a:cubicBezTo>
                  <a:cubicBezTo>
                    <a:pt x="22443" y="4704"/>
                    <a:pt x="19949" y="27960"/>
                    <a:pt x="19949" y="36822"/>
                  </a:cubicBezTo>
                  <a:cubicBezTo>
                    <a:pt x="19949" y="40150"/>
                    <a:pt x="20227" y="48732"/>
                    <a:pt x="24382" y="65621"/>
                  </a:cubicBezTo>
                  <a:lnTo>
                    <a:pt x="39072" y="65621"/>
                  </a:lnTo>
                  <a:close/>
                  <a:moveTo>
                    <a:pt x="26051" y="71721"/>
                  </a:moveTo>
                  <a:cubicBezTo>
                    <a:pt x="36855" y="113811"/>
                    <a:pt x="65392" y="117963"/>
                    <a:pt x="72597" y="117963"/>
                  </a:cubicBezTo>
                  <a:cubicBezTo>
                    <a:pt x="85619" y="117963"/>
                    <a:pt x="93102" y="109927"/>
                    <a:pt x="93102" y="100520"/>
                  </a:cubicBezTo>
                  <a:cubicBezTo>
                    <a:pt x="93102" y="71721"/>
                    <a:pt x="48763" y="71721"/>
                    <a:pt x="37412" y="71721"/>
                  </a:cubicBezTo>
                  <a:lnTo>
                    <a:pt x="26051" y="71721"/>
                  </a:lnTo>
                  <a:close/>
                </a:path>
              </a:pathLst>
            </a:custGeom>
            <a:solidFill>
              <a:srgbClr val="000000"/>
            </a:solidFill>
            <a:ln w="27807" cap="flat">
              <a:noFill/>
              <a:prstDash val="solid"/>
              <a:miter/>
            </a:ln>
          </p:spPr>
          <p:txBody>
            <a:bodyPr/>
            <a:lstStyle/>
            <a:p>
              <a:endParaRPr lang="en-GB"/>
            </a:p>
          </p:txBody>
        </p:sp>
        <p:sp>
          <p:nvSpPr>
            <p:cNvPr id="159" name="Freeform: Shape 158">
              <a:extLst>
                <a:ext uri="{FF2B5EF4-FFF2-40B4-BE49-F238E27FC236}">
                  <a16:creationId xmlns:a16="http://schemas.microsoft.com/office/drawing/2014/main" id="{61CDC146-6654-7D07-1F46-996B8807309D}"/>
                </a:ext>
              </a:extLst>
            </p:cNvPr>
            <p:cNvSpPr/>
            <p:nvPr>
              <p:custDataLst>
                <p:tags r:id="rId43"/>
              </p:custDataLst>
            </p:nvPr>
          </p:nvSpPr>
          <p:spPr>
            <a:xfrm flipV="1">
              <a:off x="9834222" y="-17495741"/>
              <a:ext cx="50441" cy="193715"/>
            </a:xfrm>
            <a:custGeom>
              <a:avLst/>
              <a:gdLst>
                <a:gd name="csX0" fmla="*/ 46565 w 50441"/>
                <a:gd name="csY0" fmla="*/ 192313 h 193715"/>
                <a:gd name="csX1" fmla="*/ 0 w 50441"/>
                <a:gd name="csY1" fmla="*/ 95551 h 193715"/>
                <a:gd name="csX2" fmla="*/ 46565 w 50441"/>
                <a:gd name="csY2" fmla="*/ -1402 h 193715"/>
                <a:gd name="csX3" fmla="*/ 50441 w 50441"/>
                <a:gd name="csY3" fmla="*/ 926 h 193715"/>
                <a:gd name="csX4" fmla="*/ 48504 w 50441"/>
                <a:gd name="csY4" fmla="*/ 3836 h 193715"/>
                <a:gd name="csX5" fmla="*/ 13195 w 50441"/>
                <a:gd name="csY5" fmla="*/ 95360 h 193715"/>
                <a:gd name="csX6" fmla="*/ 49085 w 50441"/>
                <a:gd name="csY6" fmla="*/ 187657 h 193715"/>
                <a:gd name="csX7" fmla="*/ 50441 w 50441"/>
                <a:gd name="csY7" fmla="*/ 189985 h 193715"/>
                <a:gd name="csX8" fmla="*/ 46565 w 50441"/>
                <a:gd name="csY8" fmla="*/ 192313 h 193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0441" h="193715">
                  <a:moveTo>
                    <a:pt x="46565" y="192313"/>
                  </a:moveTo>
                  <a:cubicBezTo>
                    <a:pt x="9701" y="166328"/>
                    <a:pt x="0" y="125220"/>
                    <a:pt x="0" y="95551"/>
                  </a:cubicBezTo>
                  <a:cubicBezTo>
                    <a:pt x="0" y="68211"/>
                    <a:pt x="8145" y="25745"/>
                    <a:pt x="46565" y="-1402"/>
                  </a:cubicBezTo>
                  <a:cubicBezTo>
                    <a:pt x="48111" y="-1402"/>
                    <a:pt x="50441" y="-1402"/>
                    <a:pt x="50441" y="926"/>
                  </a:cubicBezTo>
                  <a:cubicBezTo>
                    <a:pt x="50441" y="2090"/>
                    <a:pt x="49859" y="2480"/>
                    <a:pt x="48504" y="3836"/>
                  </a:cubicBezTo>
                  <a:cubicBezTo>
                    <a:pt x="22696" y="27101"/>
                    <a:pt x="13195" y="60071"/>
                    <a:pt x="13195" y="95360"/>
                  </a:cubicBezTo>
                  <a:cubicBezTo>
                    <a:pt x="13195" y="147711"/>
                    <a:pt x="33178" y="173314"/>
                    <a:pt x="49085" y="187657"/>
                  </a:cubicBezTo>
                  <a:cubicBezTo>
                    <a:pt x="49859" y="188439"/>
                    <a:pt x="50441" y="189021"/>
                    <a:pt x="50441" y="189985"/>
                  </a:cubicBezTo>
                  <a:cubicBezTo>
                    <a:pt x="50441" y="192313"/>
                    <a:pt x="48111" y="192313"/>
                    <a:pt x="46565" y="192313"/>
                  </a:cubicBezTo>
                  <a:close/>
                </a:path>
              </a:pathLst>
            </a:custGeom>
            <a:solidFill>
              <a:srgbClr val="000000"/>
            </a:solidFill>
            <a:ln w="27807" cap="flat">
              <a:noFill/>
              <a:prstDash val="solid"/>
              <a:miter/>
            </a:ln>
          </p:spPr>
          <p:txBody>
            <a:bodyPr/>
            <a:lstStyle/>
            <a:p>
              <a:endParaRPr lang="en-GB"/>
            </a:p>
          </p:txBody>
        </p:sp>
        <p:sp>
          <p:nvSpPr>
            <p:cNvPr id="160" name="Freeform: Shape 159">
              <a:extLst>
                <a:ext uri="{FF2B5EF4-FFF2-40B4-BE49-F238E27FC236}">
                  <a16:creationId xmlns:a16="http://schemas.microsoft.com/office/drawing/2014/main" id="{1A25AE31-75C7-F8FF-D066-74C7991C06DE}"/>
                </a:ext>
              </a:extLst>
            </p:cNvPr>
            <p:cNvSpPr/>
            <p:nvPr>
              <p:custDataLst>
                <p:tags r:id="rId44"/>
              </p:custDataLst>
            </p:nvPr>
          </p:nvSpPr>
          <p:spPr>
            <a:xfrm flipV="1">
              <a:off x="9905287" y="-17436405"/>
              <a:ext cx="118927" cy="86095"/>
            </a:xfrm>
            <a:custGeom>
              <a:avLst/>
              <a:gdLst>
                <a:gd name="csX0" fmla="*/ 69842 w 118927"/>
                <a:gd name="csY0" fmla="*/ 45522 h 86095"/>
                <a:gd name="csX1" fmla="*/ 96623 w 118927"/>
                <a:gd name="csY1" fmla="*/ 72479 h 86095"/>
                <a:gd name="csX2" fmla="*/ 114659 w 118927"/>
                <a:gd name="csY2" fmla="*/ 73835 h 86095"/>
                <a:gd name="csX3" fmla="*/ 114659 w 118927"/>
                <a:gd name="csY3" fmla="*/ 84694 h 86095"/>
                <a:gd name="csX4" fmla="*/ 95841 w 118927"/>
                <a:gd name="csY4" fmla="*/ 83920 h 86095"/>
                <a:gd name="csX5" fmla="*/ 74310 w 118927"/>
                <a:gd name="csY5" fmla="*/ 84694 h 86095"/>
                <a:gd name="csX6" fmla="*/ 74310 w 118927"/>
                <a:gd name="csY6" fmla="*/ 73835 h 86095"/>
                <a:gd name="csX7" fmla="*/ 79543 w 118927"/>
                <a:gd name="csY7" fmla="*/ 72671 h 86095"/>
                <a:gd name="csX8" fmla="*/ 61306 w 118927"/>
                <a:gd name="csY8" fmla="*/ 54252 h 86095"/>
                <a:gd name="csX9" fmla="*/ 42488 w 118927"/>
                <a:gd name="csY9" fmla="*/ 73835 h 86095"/>
                <a:gd name="csX10" fmla="*/ 47729 w 118927"/>
                <a:gd name="csY10" fmla="*/ 73835 h 86095"/>
                <a:gd name="csX11" fmla="*/ 47729 w 118927"/>
                <a:gd name="csY11" fmla="*/ 84694 h 86095"/>
                <a:gd name="csX12" fmla="*/ 23086 w 118927"/>
                <a:gd name="csY12" fmla="*/ 83920 h 86095"/>
                <a:gd name="csX13" fmla="*/ 1165 w 118927"/>
                <a:gd name="csY13" fmla="*/ 84694 h 86095"/>
                <a:gd name="csX14" fmla="*/ 1165 w 118927"/>
                <a:gd name="csY14" fmla="*/ 73835 h 86095"/>
                <a:gd name="csX15" fmla="*/ 15715 w 118927"/>
                <a:gd name="csY15" fmla="*/ 73835 h 86095"/>
                <a:gd name="csX16" fmla="*/ 47538 w 118927"/>
                <a:gd name="csY16" fmla="*/ 40674 h 86095"/>
                <a:gd name="csX17" fmla="*/ 19601 w 118927"/>
                <a:gd name="csY17" fmla="*/ 12560 h 86095"/>
                <a:gd name="csX18" fmla="*/ 10865 w 118927"/>
                <a:gd name="csY18" fmla="*/ 9650 h 86095"/>
                <a:gd name="csX19" fmla="*/ 0 w 118927"/>
                <a:gd name="csY19" fmla="*/ 9458 h 86095"/>
                <a:gd name="csX20" fmla="*/ 0 w 118927"/>
                <a:gd name="csY20" fmla="*/ -1402 h 86095"/>
                <a:gd name="csX21" fmla="*/ 18818 w 118927"/>
                <a:gd name="csY21" fmla="*/ -628 h 86095"/>
                <a:gd name="csX22" fmla="*/ 40358 w 118927"/>
                <a:gd name="csY22" fmla="*/ -1402 h 86095"/>
                <a:gd name="csX23" fmla="*/ 40358 w 118927"/>
                <a:gd name="csY23" fmla="*/ 9458 h 86095"/>
                <a:gd name="csX24" fmla="*/ 35116 w 118927"/>
                <a:gd name="csY24" fmla="*/ 10814 h 86095"/>
                <a:gd name="csX25" fmla="*/ 56074 w 118927"/>
                <a:gd name="csY25" fmla="*/ 31761 h 86095"/>
                <a:gd name="csX26" fmla="*/ 77604 w 118927"/>
                <a:gd name="csY26" fmla="*/ 9458 h 86095"/>
                <a:gd name="csX27" fmla="*/ 72563 w 118927"/>
                <a:gd name="csY27" fmla="*/ 9458 h 86095"/>
                <a:gd name="csX28" fmla="*/ 72563 w 118927"/>
                <a:gd name="csY28" fmla="*/ -1402 h 86095"/>
                <a:gd name="csX29" fmla="*/ 97205 w 118927"/>
                <a:gd name="csY29" fmla="*/ -628 h 86095"/>
                <a:gd name="csX30" fmla="*/ 118927 w 118927"/>
                <a:gd name="csY30" fmla="*/ -1402 h 86095"/>
                <a:gd name="csX31" fmla="*/ 118927 w 118927"/>
                <a:gd name="csY31" fmla="*/ 9458 h 86095"/>
                <a:gd name="csX32" fmla="*/ 104576 w 118927"/>
                <a:gd name="csY32" fmla="*/ 9458 h 86095"/>
                <a:gd name="csX33" fmla="*/ 69842 w 118927"/>
                <a:gd name="csY33" fmla="*/ 45522 h 86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18927" h="86095">
                  <a:moveTo>
                    <a:pt x="69842" y="45522"/>
                  </a:moveTo>
                  <a:lnTo>
                    <a:pt x="96623" y="72479"/>
                  </a:lnTo>
                  <a:cubicBezTo>
                    <a:pt x="101273" y="73835"/>
                    <a:pt x="106323" y="73835"/>
                    <a:pt x="114659" y="73835"/>
                  </a:cubicBezTo>
                  <a:lnTo>
                    <a:pt x="114659" y="84694"/>
                  </a:lnTo>
                  <a:cubicBezTo>
                    <a:pt x="108453" y="84112"/>
                    <a:pt x="102055" y="83920"/>
                    <a:pt x="95841" y="83920"/>
                  </a:cubicBezTo>
                  <a:cubicBezTo>
                    <a:pt x="89243" y="83920"/>
                    <a:pt x="75857" y="84502"/>
                    <a:pt x="74310" y="84694"/>
                  </a:cubicBezTo>
                  <a:lnTo>
                    <a:pt x="74310" y="73835"/>
                  </a:lnTo>
                  <a:cubicBezTo>
                    <a:pt x="76831" y="73835"/>
                    <a:pt x="78186" y="73451"/>
                    <a:pt x="79543" y="72671"/>
                  </a:cubicBezTo>
                  <a:lnTo>
                    <a:pt x="61306" y="54252"/>
                  </a:lnTo>
                  <a:lnTo>
                    <a:pt x="42488" y="73835"/>
                  </a:lnTo>
                  <a:lnTo>
                    <a:pt x="47729" y="73835"/>
                  </a:lnTo>
                  <a:lnTo>
                    <a:pt x="47729" y="84694"/>
                  </a:lnTo>
                  <a:cubicBezTo>
                    <a:pt x="46564" y="84694"/>
                    <a:pt x="31240" y="83920"/>
                    <a:pt x="23086" y="83920"/>
                  </a:cubicBezTo>
                  <a:cubicBezTo>
                    <a:pt x="15715" y="83920"/>
                    <a:pt x="8535" y="84112"/>
                    <a:pt x="1165" y="84694"/>
                  </a:cubicBezTo>
                  <a:lnTo>
                    <a:pt x="1165" y="73835"/>
                  </a:lnTo>
                  <a:lnTo>
                    <a:pt x="15715" y="73835"/>
                  </a:lnTo>
                  <a:lnTo>
                    <a:pt x="47538" y="40674"/>
                  </a:lnTo>
                  <a:lnTo>
                    <a:pt x="19601" y="12560"/>
                  </a:lnTo>
                  <a:cubicBezTo>
                    <a:pt x="17071" y="10232"/>
                    <a:pt x="16880" y="10040"/>
                    <a:pt x="10865" y="9650"/>
                  </a:cubicBezTo>
                  <a:cubicBezTo>
                    <a:pt x="7762" y="9458"/>
                    <a:pt x="973" y="9458"/>
                    <a:pt x="0" y="9458"/>
                  </a:cubicBezTo>
                  <a:lnTo>
                    <a:pt x="0" y="-1402"/>
                  </a:lnTo>
                  <a:cubicBezTo>
                    <a:pt x="6206" y="-820"/>
                    <a:pt x="12612" y="-628"/>
                    <a:pt x="18818" y="-628"/>
                  </a:cubicBezTo>
                  <a:cubicBezTo>
                    <a:pt x="24060" y="-628"/>
                    <a:pt x="37837" y="-1210"/>
                    <a:pt x="40358" y="-1402"/>
                  </a:cubicBezTo>
                  <a:lnTo>
                    <a:pt x="40358" y="9458"/>
                  </a:lnTo>
                  <a:cubicBezTo>
                    <a:pt x="37255" y="9458"/>
                    <a:pt x="36473" y="9850"/>
                    <a:pt x="35116" y="10814"/>
                  </a:cubicBezTo>
                  <a:lnTo>
                    <a:pt x="56074" y="31761"/>
                  </a:lnTo>
                  <a:lnTo>
                    <a:pt x="77604" y="9458"/>
                  </a:lnTo>
                  <a:lnTo>
                    <a:pt x="72563" y="9458"/>
                  </a:lnTo>
                  <a:lnTo>
                    <a:pt x="72563" y="-1402"/>
                  </a:lnTo>
                  <a:cubicBezTo>
                    <a:pt x="72754" y="-1402"/>
                    <a:pt x="88278" y="-628"/>
                    <a:pt x="97205" y="-628"/>
                  </a:cubicBezTo>
                  <a:cubicBezTo>
                    <a:pt x="104377" y="-628"/>
                    <a:pt x="111756" y="-820"/>
                    <a:pt x="118927" y="-1402"/>
                  </a:cubicBezTo>
                  <a:lnTo>
                    <a:pt x="118927" y="9458"/>
                  </a:lnTo>
                  <a:lnTo>
                    <a:pt x="104576" y="9458"/>
                  </a:lnTo>
                  <a:lnTo>
                    <a:pt x="69842" y="45522"/>
                  </a:lnTo>
                  <a:close/>
                </a:path>
              </a:pathLst>
            </a:custGeom>
            <a:solidFill>
              <a:srgbClr val="000000"/>
            </a:solidFill>
            <a:ln w="27807" cap="flat">
              <a:noFill/>
              <a:prstDash val="solid"/>
              <a:miter/>
            </a:ln>
          </p:spPr>
          <p:txBody>
            <a:bodyPr/>
            <a:lstStyle/>
            <a:p>
              <a:endParaRPr lang="en-GB"/>
            </a:p>
          </p:txBody>
        </p:sp>
        <p:sp>
          <p:nvSpPr>
            <p:cNvPr id="161" name="Freeform: Shape 160">
              <a:extLst>
                <a:ext uri="{FF2B5EF4-FFF2-40B4-BE49-F238E27FC236}">
                  <a16:creationId xmlns:a16="http://schemas.microsoft.com/office/drawing/2014/main" id="{4B62E7A5-3511-2542-E0EA-E231666DC3D5}"/>
                </a:ext>
              </a:extLst>
            </p:cNvPr>
            <p:cNvSpPr/>
            <p:nvPr>
              <p:custDataLst>
                <p:tags r:id="rId45"/>
              </p:custDataLst>
            </p:nvPr>
          </p:nvSpPr>
          <p:spPr>
            <a:xfrm flipV="1">
              <a:off x="10043845" y="-17511300"/>
              <a:ext cx="38385" cy="72158"/>
            </a:xfrm>
            <a:custGeom>
              <a:avLst/>
              <a:gdLst>
                <a:gd name="csX0" fmla="*/ 36995 w 38385"/>
                <a:gd name="csY0" fmla="*/ 57729 h 72158"/>
                <a:gd name="csX1" fmla="*/ 38385 w 38385"/>
                <a:gd name="csY1" fmla="*/ 62577 h 72158"/>
                <a:gd name="csX2" fmla="*/ 29788 w 38385"/>
                <a:gd name="csY2" fmla="*/ 70751 h 72158"/>
                <a:gd name="csX3" fmla="*/ 21895 w 38385"/>
                <a:gd name="csY3" fmla="*/ 64384 h 72158"/>
                <a:gd name="csX4" fmla="*/ 548 w 38385"/>
                <a:gd name="csY4" fmla="*/ 4404 h 72158"/>
                <a:gd name="csX5" fmla="*/ 0 w 38385"/>
                <a:gd name="csY5" fmla="*/ 2188 h 72158"/>
                <a:gd name="csX6" fmla="*/ 5954 w 38385"/>
                <a:gd name="csY6" fmla="*/ -1408 h 72158"/>
                <a:gd name="csX7" fmla="*/ 8309 w 38385"/>
                <a:gd name="csY7" fmla="*/ 946 h 72158"/>
                <a:gd name="csX8" fmla="*/ 36995 w 38385"/>
                <a:gd name="csY8" fmla="*/ 57729 h 721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385" h="72158">
                  <a:moveTo>
                    <a:pt x="36995" y="57729"/>
                  </a:moveTo>
                  <a:cubicBezTo>
                    <a:pt x="37133" y="57867"/>
                    <a:pt x="38385" y="60500"/>
                    <a:pt x="38385" y="62577"/>
                  </a:cubicBezTo>
                  <a:cubicBezTo>
                    <a:pt x="38385" y="67562"/>
                    <a:pt x="33952" y="70751"/>
                    <a:pt x="29788" y="70751"/>
                  </a:cubicBezTo>
                  <a:cubicBezTo>
                    <a:pt x="24113" y="70751"/>
                    <a:pt x="22583" y="66459"/>
                    <a:pt x="21895" y="64384"/>
                  </a:cubicBezTo>
                  <a:lnTo>
                    <a:pt x="548" y="4404"/>
                  </a:lnTo>
                  <a:cubicBezTo>
                    <a:pt x="0" y="2745"/>
                    <a:pt x="0" y="2327"/>
                    <a:pt x="0" y="2188"/>
                  </a:cubicBezTo>
                  <a:cubicBezTo>
                    <a:pt x="0" y="-26"/>
                    <a:pt x="5816" y="-1408"/>
                    <a:pt x="5954" y="-1408"/>
                  </a:cubicBezTo>
                  <a:cubicBezTo>
                    <a:pt x="7206" y="-1408"/>
                    <a:pt x="7484" y="-714"/>
                    <a:pt x="8309" y="946"/>
                  </a:cubicBezTo>
                  <a:lnTo>
                    <a:pt x="36995" y="57729"/>
                  </a:lnTo>
                  <a:close/>
                </a:path>
              </a:pathLst>
            </a:custGeom>
            <a:solidFill>
              <a:srgbClr val="000000"/>
            </a:solidFill>
            <a:ln w="27807" cap="flat">
              <a:noFill/>
              <a:prstDash val="solid"/>
              <a:miter/>
            </a:ln>
          </p:spPr>
          <p:txBody>
            <a:bodyPr/>
            <a:lstStyle/>
            <a:p>
              <a:endParaRPr lang="en-GB"/>
            </a:p>
          </p:txBody>
        </p:sp>
        <p:sp>
          <p:nvSpPr>
            <p:cNvPr id="162" name="Freeform: Shape 161">
              <a:extLst>
                <a:ext uri="{FF2B5EF4-FFF2-40B4-BE49-F238E27FC236}">
                  <a16:creationId xmlns:a16="http://schemas.microsoft.com/office/drawing/2014/main" id="{CB0A5767-CBF3-6F8E-6106-2BF64A1501CA}"/>
                </a:ext>
              </a:extLst>
            </p:cNvPr>
            <p:cNvSpPr/>
            <p:nvPr>
              <p:custDataLst>
                <p:tags r:id="rId46"/>
              </p:custDataLst>
            </p:nvPr>
          </p:nvSpPr>
          <p:spPr>
            <a:xfrm flipV="1">
              <a:off x="10109967" y="-17486437"/>
              <a:ext cx="135607" cy="173743"/>
            </a:xfrm>
            <a:custGeom>
              <a:avLst/>
              <a:gdLst>
                <a:gd name="csX0" fmla="*/ 12612 w 135607"/>
                <a:gd name="csY0" fmla="*/ 2864 h 173743"/>
                <a:gd name="csX1" fmla="*/ 24442 w 135607"/>
                <a:gd name="csY1" fmla="*/ 50758 h 173743"/>
                <a:gd name="csX2" fmla="*/ 68486 w 135607"/>
                <a:gd name="csY2" fmla="*/ 33696 h 173743"/>
                <a:gd name="csX3" fmla="*/ 134060 w 135607"/>
                <a:gd name="csY3" fmla="*/ 87602 h 173743"/>
                <a:gd name="csX4" fmla="*/ 120866 w 135607"/>
                <a:gd name="csY4" fmla="*/ 113969 h 173743"/>
                <a:gd name="csX5" fmla="*/ 135608 w 135607"/>
                <a:gd name="csY5" fmla="*/ 144801 h 173743"/>
                <a:gd name="csX6" fmla="*/ 101073 w 135607"/>
                <a:gd name="csY6" fmla="*/ 172342 h 173743"/>
                <a:gd name="csX7" fmla="*/ 30066 w 135607"/>
                <a:gd name="csY7" fmla="*/ 122700 h 173743"/>
                <a:gd name="csX8" fmla="*/ 773 w 135607"/>
                <a:gd name="csY8" fmla="*/ 5383 h 173743"/>
                <a:gd name="csX9" fmla="*/ 0 w 135607"/>
                <a:gd name="csY9" fmla="*/ 2090 h 173743"/>
                <a:gd name="csX10" fmla="*/ 6206 w 135607"/>
                <a:gd name="csY10" fmla="*/ -1402 h 173743"/>
                <a:gd name="csX11" fmla="*/ 12612 w 135607"/>
                <a:gd name="csY11" fmla="*/ 2864 h 173743"/>
                <a:gd name="csX12" fmla="*/ 73336 w 135607"/>
                <a:gd name="csY12" fmla="*/ 111450 h 173743"/>
                <a:gd name="csX13" fmla="*/ 86331 w 135607"/>
                <a:gd name="csY13" fmla="*/ 113387 h 173743"/>
                <a:gd name="csX14" fmla="*/ 95449 w 135607"/>
                <a:gd name="csY14" fmla="*/ 112614 h 173743"/>
                <a:gd name="csX15" fmla="*/ 83619 w 135607"/>
                <a:gd name="csY15" fmla="*/ 110286 h 173743"/>
                <a:gd name="csX16" fmla="*/ 73336 w 135607"/>
                <a:gd name="csY16" fmla="*/ 111450 h 173743"/>
                <a:gd name="csX17" fmla="*/ 104767 w 135607"/>
                <a:gd name="csY17" fmla="*/ 120762 h 173743"/>
                <a:gd name="csX18" fmla="*/ 86913 w 135607"/>
                <a:gd name="csY18" fmla="*/ 122310 h 173743"/>
                <a:gd name="csX19" fmla="*/ 60916 w 135607"/>
                <a:gd name="csY19" fmla="*/ 110677 h 173743"/>
                <a:gd name="csX20" fmla="*/ 83228 w 135607"/>
                <a:gd name="csY20" fmla="*/ 101371 h 173743"/>
                <a:gd name="csX21" fmla="*/ 107088 w 135607"/>
                <a:gd name="csY21" fmla="*/ 105439 h 173743"/>
                <a:gd name="csX22" fmla="*/ 109418 w 135607"/>
                <a:gd name="csY22" fmla="*/ 95161 h 173743"/>
                <a:gd name="csX23" fmla="*/ 97970 w 135607"/>
                <a:gd name="csY23" fmla="*/ 56769 h 173743"/>
                <a:gd name="csX24" fmla="*/ 68286 w 135607"/>
                <a:gd name="csY24" fmla="*/ 42618 h 173743"/>
                <a:gd name="csX25" fmla="*/ 30266 w 135607"/>
                <a:gd name="csY25" fmla="*/ 70149 h 173743"/>
                <a:gd name="csX26" fmla="*/ 33751 w 135607"/>
                <a:gd name="csY26" fmla="*/ 87402 h 173743"/>
                <a:gd name="csX27" fmla="*/ 41322 w 135607"/>
                <a:gd name="csY27" fmla="*/ 118234 h 173743"/>
                <a:gd name="csX28" fmla="*/ 61888 w 135607"/>
                <a:gd name="csY28" fmla="*/ 149849 h 173743"/>
                <a:gd name="csX29" fmla="*/ 100109 w 135607"/>
                <a:gd name="csY29" fmla="*/ 163420 h 173743"/>
                <a:gd name="csX30" fmla="*/ 113303 w 135607"/>
                <a:gd name="csY30" fmla="*/ 151787 h 173743"/>
                <a:gd name="csX31" fmla="*/ 104767 w 135607"/>
                <a:gd name="csY31" fmla="*/ 120762 h 1737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35607" h="173743">
                  <a:moveTo>
                    <a:pt x="12612" y="2864"/>
                  </a:moveTo>
                  <a:lnTo>
                    <a:pt x="24442" y="50758"/>
                  </a:lnTo>
                  <a:cubicBezTo>
                    <a:pt x="28128" y="45910"/>
                    <a:pt x="41131" y="33696"/>
                    <a:pt x="68486" y="33696"/>
                  </a:cubicBezTo>
                  <a:cubicBezTo>
                    <a:pt x="111938" y="33696"/>
                    <a:pt x="134060" y="63165"/>
                    <a:pt x="134060" y="87602"/>
                  </a:cubicBezTo>
                  <a:cubicBezTo>
                    <a:pt x="134060" y="98845"/>
                    <a:pt x="129593" y="107767"/>
                    <a:pt x="120866" y="113969"/>
                  </a:cubicBezTo>
                  <a:cubicBezTo>
                    <a:pt x="129401" y="120954"/>
                    <a:pt x="135608" y="133360"/>
                    <a:pt x="135608" y="144801"/>
                  </a:cubicBezTo>
                  <a:cubicBezTo>
                    <a:pt x="135608" y="160508"/>
                    <a:pt x="124360" y="172342"/>
                    <a:pt x="101073" y="172342"/>
                  </a:cubicBezTo>
                  <a:cubicBezTo>
                    <a:pt x="72363" y="172342"/>
                    <a:pt x="37828" y="154115"/>
                    <a:pt x="30066" y="122700"/>
                  </a:cubicBezTo>
                  <a:lnTo>
                    <a:pt x="773" y="5383"/>
                  </a:lnTo>
                  <a:cubicBezTo>
                    <a:pt x="0" y="2672"/>
                    <a:pt x="0" y="2282"/>
                    <a:pt x="0" y="2090"/>
                  </a:cubicBezTo>
                  <a:cubicBezTo>
                    <a:pt x="0" y="-1402"/>
                    <a:pt x="3294" y="-1402"/>
                    <a:pt x="6206" y="-1402"/>
                  </a:cubicBezTo>
                  <a:cubicBezTo>
                    <a:pt x="10083" y="-1402"/>
                    <a:pt x="11639" y="-1402"/>
                    <a:pt x="12612" y="2864"/>
                  </a:cubicBezTo>
                  <a:close/>
                  <a:moveTo>
                    <a:pt x="73336" y="111450"/>
                  </a:moveTo>
                  <a:cubicBezTo>
                    <a:pt x="75857" y="112614"/>
                    <a:pt x="77604" y="113387"/>
                    <a:pt x="86331" y="113387"/>
                  </a:cubicBezTo>
                  <a:cubicBezTo>
                    <a:pt x="89434" y="113387"/>
                    <a:pt x="91955" y="113387"/>
                    <a:pt x="95449" y="112614"/>
                  </a:cubicBezTo>
                  <a:cubicBezTo>
                    <a:pt x="91181" y="110286"/>
                    <a:pt x="87105" y="110286"/>
                    <a:pt x="83619" y="110286"/>
                  </a:cubicBezTo>
                  <a:cubicBezTo>
                    <a:pt x="77795" y="110286"/>
                    <a:pt x="77213" y="110485"/>
                    <a:pt x="73336" y="111450"/>
                  </a:cubicBezTo>
                  <a:close/>
                  <a:moveTo>
                    <a:pt x="104767" y="120762"/>
                  </a:moveTo>
                  <a:cubicBezTo>
                    <a:pt x="97388" y="122310"/>
                    <a:pt x="90790" y="122310"/>
                    <a:pt x="86913" y="122310"/>
                  </a:cubicBezTo>
                  <a:cubicBezTo>
                    <a:pt x="78569" y="122310"/>
                    <a:pt x="60916" y="122310"/>
                    <a:pt x="60916" y="110677"/>
                  </a:cubicBezTo>
                  <a:cubicBezTo>
                    <a:pt x="60916" y="101563"/>
                    <a:pt x="73719" y="101371"/>
                    <a:pt x="83228" y="101371"/>
                  </a:cubicBezTo>
                  <a:cubicBezTo>
                    <a:pt x="88852" y="101371"/>
                    <a:pt x="96805" y="101371"/>
                    <a:pt x="107088" y="105439"/>
                  </a:cubicBezTo>
                  <a:cubicBezTo>
                    <a:pt x="108836" y="102727"/>
                    <a:pt x="109418" y="98653"/>
                    <a:pt x="109418" y="95161"/>
                  </a:cubicBezTo>
                  <a:cubicBezTo>
                    <a:pt x="109418" y="88376"/>
                    <a:pt x="105341" y="67047"/>
                    <a:pt x="97970" y="56769"/>
                  </a:cubicBezTo>
                  <a:cubicBezTo>
                    <a:pt x="90990" y="47266"/>
                    <a:pt x="80316" y="42618"/>
                    <a:pt x="68286" y="42618"/>
                  </a:cubicBezTo>
                  <a:cubicBezTo>
                    <a:pt x="51797" y="42618"/>
                    <a:pt x="30266" y="50176"/>
                    <a:pt x="30266" y="70149"/>
                  </a:cubicBezTo>
                  <a:cubicBezTo>
                    <a:pt x="30266" y="73832"/>
                    <a:pt x="32205" y="81782"/>
                    <a:pt x="33751" y="87402"/>
                  </a:cubicBezTo>
                  <a:cubicBezTo>
                    <a:pt x="34725" y="91676"/>
                    <a:pt x="40932" y="116488"/>
                    <a:pt x="41322" y="118234"/>
                  </a:cubicBezTo>
                  <a:cubicBezTo>
                    <a:pt x="43070" y="125028"/>
                    <a:pt x="46364" y="138207"/>
                    <a:pt x="61888" y="149849"/>
                  </a:cubicBezTo>
                  <a:cubicBezTo>
                    <a:pt x="77795" y="161864"/>
                    <a:pt x="93120" y="163420"/>
                    <a:pt x="100109" y="163420"/>
                  </a:cubicBezTo>
                  <a:cubicBezTo>
                    <a:pt x="113303" y="163420"/>
                    <a:pt x="113303" y="154889"/>
                    <a:pt x="113303" y="151787"/>
                  </a:cubicBezTo>
                  <a:cubicBezTo>
                    <a:pt x="113303" y="147129"/>
                    <a:pt x="109809" y="129486"/>
                    <a:pt x="104767" y="120762"/>
                  </a:cubicBezTo>
                  <a:close/>
                </a:path>
              </a:pathLst>
            </a:custGeom>
            <a:solidFill>
              <a:srgbClr val="000000"/>
            </a:solidFill>
            <a:ln w="27807" cap="flat">
              <a:noFill/>
              <a:prstDash val="solid"/>
              <a:miter/>
            </a:ln>
          </p:spPr>
          <p:txBody>
            <a:bodyPr/>
            <a:lstStyle/>
            <a:p>
              <a:endParaRPr lang="en-GB"/>
            </a:p>
          </p:txBody>
        </p:sp>
        <p:sp>
          <p:nvSpPr>
            <p:cNvPr id="163" name="Freeform: Shape 162">
              <a:extLst>
                <a:ext uri="{FF2B5EF4-FFF2-40B4-BE49-F238E27FC236}">
                  <a16:creationId xmlns:a16="http://schemas.microsoft.com/office/drawing/2014/main" id="{EACA7955-C9ED-48F9-30F2-D1ADBE2F7468}"/>
                </a:ext>
              </a:extLst>
            </p:cNvPr>
            <p:cNvSpPr/>
            <p:nvPr>
              <p:custDataLst>
                <p:tags r:id="rId47"/>
              </p:custDataLst>
            </p:nvPr>
          </p:nvSpPr>
          <p:spPr>
            <a:xfrm flipV="1">
              <a:off x="10269229" y="-17495741"/>
              <a:ext cx="50249" cy="193715"/>
            </a:xfrm>
            <a:custGeom>
              <a:avLst/>
              <a:gdLst>
                <a:gd name="csX0" fmla="*/ 3685 w 50249"/>
                <a:gd name="csY0" fmla="*/ 192313 h 193715"/>
                <a:gd name="csX1" fmla="*/ 0 w 50249"/>
                <a:gd name="csY1" fmla="*/ 189985 h 193715"/>
                <a:gd name="csX2" fmla="*/ 1747 w 50249"/>
                <a:gd name="csY2" fmla="*/ 187075 h 193715"/>
                <a:gd name="csX3" fmla="*/ 37055 w 50249"/>
                <a:gd name="csY3" fmla="*/ 95551 h 193715"/>
                <a:gd name="csX4" fmla="*/ 3485 w 50249"/>
                <a:gd name="csY4" fmla="*/ 5390 h 193715"/>
                <a:gd name="csX5" fmla="*/ 0 w 50249"/>
                <a:gd name="csY5" fmla="*/ 926 h 193715"/>
                <a:gd name="csX6" fmla="*/ 2520 w 50249"/>
                <a:gd name="csY6" fmla="*/ -1402 h 193715"/>
                <a:gd name="csX7" fmla="*/ 36081 w 50249"/>
                <a:gd name="csY7" fmla="*/ 35632 h 193715"/>
                <a:gd name="csX8" fmla="*/ 50250 w 50249"/>
                <a:gd name="csY8" fmla="*/ 95360 h 193715"/>
                <a:gd name="csX9" fmla="*/ 3685 w 50249"/>
                <a:gd name="csY9" fmla="*/ 192313 h 193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0249" h="193715">
                  <a:moveTo>
                    <a:pt x="3685" y="192313"/>
                  </a:moveTo>
                  <a:cubicBezTo>
                    <a:pt x="2329" y="192313"/>
                    <a:pt x="0" y="192313"/>
                    <a:pt x="0" y="189985"/>
                  </a:cubicBezTo>
                  <a:cubicBezTo>
                    <a:pt x="0" y="189021"/>
                    <a:pt x="582" y="188439"/>
                    <a:pt x="1747" y="187075"/>
                  </a:cubicBezTo>
                  <a:cubicBezTo>
                    <a:pt x="18427" y="171758"/>
                    <a:pt x="37055" y="145583"/>
                    <a:pt x="37055" y="95551"/>
                  </a:cubicBezTo>
                  <a:cubicBezTo>
                    <a:pt x="37055" y="55023"/>
                    <a:pt x="24443" y="24391"/>
                    <a:pt x="3485" y="5390"/>
                  </a:cubicBezTo>
                  <a:cubicBezTo>
                    <a:pt x="191" y="2090"/>
                    <a:pt x="0" y="1898"/>
                    <a:pt x="0" y="926"/>
                  </a:cubicBezTo>
                  <a:cubicBezTo>
                    <a:pt x="0" y="-40"/>
                    <a:pt x="582" y="-1402"/>
                    <a:pt x="2520" y="-1402"/>
                  </a:cubicBezTo>
                  <a:cubicBezTo>
                    <a:pt x="4850" y="-1402"/>
                    <a:pt x="23277" y="11394"/>
                    <a:pt x="36081" y="35632"/>
                  </a:cubicBezTo>
                  <a:cubicBezTo>
                    <a:pt x="44618" y="51730"/>
                    <a:pt x="50250" y="72677"/>
                    <a:pt x="50250" y="95360"/>
                  </a:cubicBezTo>
                  <a:cubicBezTo>
                    <a:pt x="50250" y="122700"/>
                    <a:pt x="42096" y="165164"/>
                    <a:pt x="3685" y="192313"/>
                  </a:cubicBezTo>
                  <a:close/>
                </a:path>
              </a:pathLst>
            </a:custGeom>
            <a:solidFill>
              <a:srgbClr val="000000"/>
            </a:solidFill>
            <a:ln w="27807" cap="flat">
              <a:noFill/>
              <a:prstDash val="solid"/>
              <a:miter/>
            </a:ln>
          </p:spPr>
          <p:txBody>
            <a:bodyPr/>
            <a:lstStyle/>
            <a:p>
              <a:endParaRPr lang="en-GB"/>
            </a:p>
          </p:txBody>
        </p:sp>
      </p:grpSp>
      <p:sp>
        <p:nvSpPr>
          <p:cNvPr id="170" name="Rectangle: Rounded Corners 169">
            <a:extLst>
              <a:ext uri="{FF2B5EF4-FFF2-40B4-BE49-F238E27FC236}">
                <a16:creationId xmlns:a16="http://schemas.microsoft.com/office/drawing/2014/main" id="{DC18F668-0814-25FD-8AC0-61398E74CDC4}"/>
              </a:ext>
            </a:extLst>
          </p:cNvPr>
          <p:cNvSpPr/>
          <p:nvPr/>
        </p:nvSpPr>
        <p:spPr>
          <a:xfrm>
            <a:off x="5867061" y="1206499"/>
            <a:ext cx="2279626" cy="595213"/>
          </a:xfrm>
          <a:prstGeom prst="roundRect">
            <a:avLst>
              <a:gd name="adj" fmla="val 17766"/>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CO" b="1">
                <a:solidFill>
                  <a:schemeClr val="tx1"/>
                </a:solidFill>
                <a:highlight>
                  <a:srgbClr val="FFC000"/>
                </a:highlight>
              </a:rPr>
              <a:t>Rank 4 vs 1</a:t>
            </a:r>
            <a:endParaRPr lang="en-GB" b="1">
              <a:solidFill>
                <a:schemeClr val="tx1"/>
              </a:solidFill>
              <a:highlight>
                <a:srgbClr val="FFC000"/>
              </a:highlight>
            </a:endParaRPr>
          </a:p>
        </p:txBody>
      </p:sp>
      <p:sp>
        <p:nvSpPr>
          <p:cNvPr id="171" name="TextBox 170">
            <a:extLst>
              <a:ext uri="{FF2B5EF4-FFF2-40B4-BE49-F238E27FC236}">
                <a16:creationId xmlns:a16="http://schemas.microsoft.com/office/drawing/2014/main" id="{F9E2B50D-B76E-795B-8CB0-187365C09066}"/>
              </a:ext>
            </a:extLst>
          </p:cNvPr>
          <p:cNvSpPr txBox="1"/>
          <p:nvPr/>
        </p:nvSpPr>
        <p:spPr>
          <a:xfrm>
            <a:off x="6010072" y="1860436"/>
            <a:ext cx="59367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FF0000"/>
                </a:solidFill>
                <a:effectLst/>
                <a:uLnTx/>
                <a:uFillTx/>
                <a:latin typeface="Aptos Black" panose="020B0004020202020204" pitchFamily="34" charset="0"/>
                <a:ea typeface="+mn-ea"/>
                <a:cs typeface="+mn-cs"/>
              </a:rPr>
              <a:t>1.</a:t>
            </a:r>
            <a:endParaRPr kumimoji="0" lang="en-GB" sz="2400" b="1" i="0" u="none" strike="noStrike" kern="1200" cap="none" spc="0" normalizeH="0" baseline="0" noProof="0">
              <a:ln>
                <a:noFill/>
              </a:ln>
              <a:solidFill>
                <a:srgbClr val="FF0000"/>
              </a:solidFill>
              <a:effectLst/>
              <a:uLnTx/>
              <a:uFillTx/>
              <a:latin typeface="Aptos Black" panose="020B0004020202020204" pitchFamily="34" charset="0"/>
              <a:ea typeface="+mn-ea"/>
              <a:cs typeface="+mn-cs"/>
            </a:endParaRPr>
          </a:p>
        </p:txBody>
      </p:sp>
      <p:sp>
        <p:nvSpPr>
          <p:cNvPr id="172" name="TextBox 171">
            <a:extLst>
              <a:ext uri="{FF2B5EF4-FFF2-40B4-BE49-F238E27FC236}">
                <a16:creationId xmlns:a16="http://schemas.microsoft.com/office/drawing/2014/main" id="{55CAA514-C589-B870-2D38-37392C5E851C}"/>
              </a:ext>
            </a:extLst>
          </p:cNvPr>
          <p:cNvSpPr txBox="1"/>
          <p:nvPr/>
        </p:nvSpPr>
        <p:spPr>
          <a:xfrm>
            <a:off x="6426240" y="1917993"/>
            <a:ext cx="121306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Aptos" panose="020B0004020202020204"/>
                <a:ea typeface="+mn-ea"/>
                <a:cs typeface="+mn-cs"/>
              </a:rPr>
              <a:t>Odds ratio</a:t>
            </a:r>
            <a:endParaRPr kumimoji="0" lang="en-GB" sz="16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74" name="TextBox 173">
            <a:extLst>
              <a:ext uri="{FF2B5EF4-FFF2-40B4-BE49-F238E27FC236}">
                <a16:creationId xmlns:a16="http://schemas.microsoft.com/office/drawing/2014/main" id="{40B6FDBB-5434-738E-25F4-8757AEA0EDE5}"/>
              </a:ext>
            </a:extLst>
          </p:cNvPr>
          <p:cNvSpPr txBox="1"/>
          <p:nvPr/>
        </p:nvSpPr>
        <p:spPr>
          <a:xfrm>
            <a:off x="6399526" y="2249294"/>
            <a:ext cx="5419078" cy="830997"/>
          </a:xfrm>
          <a:prstGeom prst="rect">
            <a:avLst/>
          </a:prstGeom>
          <a:noFill/>
        </p:spPr>
        <p:txBody>
          <a:bodyPr wrap="square">
            <a:spAutoFit/>
          </a:bodyPr>
          <a:lstStyle/>
          <a:p>
            <a:r>
              <a:rPr lang="en-US" sz="1200"/>
              <a:t>The estimated coefficient for Rank 4 is β = −1.552, </a:t>
            </a:r>
            <a:r>
              <a:rPr lang="en-US" sz="1200" b="1"/>
              <a:t>which implies that having completed undergraduate studies at a Rank 4 institution, compared with a Rank 1 institution, reduces the log‑odds of admission by 1.552 units.</a:t>
            </a:r>
            <a:r>
              <a:rPr lang="en-US" sz="1200"/>
              <a:t> This translates into an </a:t>
            </a:r>
            <a:r>
              <a:rPr lang="en-US" sz="1200" b="1">
                <a:highlight>
                  <a:srgbClr val="FFC000"/>
                </a:highlight>
              </a:rPr>
              <a:t>odds ratio of:</a:t>
            </a:r>
            <a:endParaRPr lang="en-GB" sz="1200" b="1">
              <a:highlight>
                <a:srgbClr val="FFC000"/>
              </a:highlight>
            </a:endParaRPr>
          </a:p>
        </p:txBody>
      </p:sp>
      <p:grpSp>
        <p:nvGrpSpPr>
          <p:cNvPr id="33" name="Group 32" descr="\documentclass{article}&#10;\usepackage{amsmath}&#10;\pagestyle{empty}&#10;\begin{document}&#10;&#10;&#10;\[&#10;e^{-1.552} \approx 0.2119&#10;\]&#10;&#10;\end{document}" title="IguanaTex Shape Display">
            <a:extLst>
              <a:ext uri="{FF2B5EF4-FFF2-40B4-BE49-F238E27FC236}">
                <a16:creationId xmlns:a16="http://schemas.microsoft.com/office/drawing/2014/main" id="{F3BCD539-6760-D560-F546-52744F87A741}"/>
              </a:ext>
            </a:extLst>
          </p:cNvPr>
          <p:cNvGrpSpPr>
            <a:grpSpLocks noChangeAspect="1"/>
          </p:cNvGrpSpPr>
          <p:nvPr>
            <p:custDataLst>
              <p:tags r:id="rId4"/>
            </p:custDataLst>
          </p:nvPr>
        </p:nvGrpSpPr>
        <p:grpSpPr>
          <a:xfrm>
            <a:off x="6565900" y="3200400"/>
            <a:ext cx="1287626" cy="165553"/>
            <a:chOff x="11569639" y="-9799525"/>
            <a:chExt cx="1287626" cy="165553"/>
          </a:xfrm>
        </p:grpSpPr>
        <p:sp>
          <p:nvSpPr>
            <p:cNvPr id="24" name="Freeform: Shape 23">
              <a:extLst>
                <a:ext uri="{FF2B5EF4-FFF2-40B4-BE49-F238E27FC236}">
                  <a16:creationId xmlns:a16="http://schemas.microsoft.com/office/drawing/2014/main" id="{3306A7B1-EB24-A309-1D2F-6AE341AC8439}"/>
                </a:ext>
              </a:extLst>
            </p:cNvPr>
            <p:cNvSpPr/>
            <p:nvPr>
              <p:custDataLst>
                <p:tags r:id="rId27"/>
              </p:custDataLst>
            </p:nvPr>
          </p:nvSpPr>
          <p:spPr>
            <a:xfrm flipV="1">
              <a:off x="11569639" y="-9719329"/>
              <a:ext cx="70683" cy="83337"/>
            </a:xfrm>
            <a:custGeom>
              <a:avLst/>
              <a:gdLst>
                <a:gd name="csX0" fmla="*/ 25955 w 70683"/>
                <a:gd name="csY0" fmla="*/ 43124 h 83337"/>
                <a:gd name="csX1" fmla="*/ 54117 w 70683"/>
                <a:gd name="csY1" fmla="*/ 47354 h 83337"/>
                <a:gd name="csX2" fmla="*/ 67918 w 70683"/>
                <a:gd name="csY2" fmla="*/ 66308 h 83337"/>
                <a:gd name="csX3" fmla="*/ 48227 w 70683"/>
                <a:gd name="csY3" fmla="*/ 81943 h 83337"/>
                <a:gd name="csX4" fmla="*/ 0 w 70683"/>
                <a:gd name="csY4" fmla="*/ 31905 h 83337"/>
                <a:gd name="csX5" fmla="*/ 28900 w 70683"/>
                <a:gd name="csY5" fmla="*/ -1395 h 83337"/>
                <a:gd name="csX6" fmla="*/ 70683 w 70683"/>
                <a:gd name="csY6" fmla="*/ 20316 h 83337"/>
                <a:gd name="csX7" fmla="*/ 68472 w 70683"/>
                <a:gd name="csY7" fmla="*/ 22706 h 83337"/>
                <a:gd name="csX8" fmla="*/ 66081 w 70683"/>
                <a:gd name="csY8" fmla="*/ 20865 h 83337"/>
                <a:gd name="csX9" fmla="*/ 29270 w 70683"/>
                <a:gd name="csY9" fmla="*/ 2657 h 83337"/>
                <a:gd name="csX10" fmla="*/ 13252 w 70683"/>
                <a:gd name="csY10" fmla="*/ 23993 h 83337"/>
                <a:gd name="csX11" fmla="*/ 16197 w 70683"/>
                <a:gd name="csY11" fmla="*/ 43124 h 83337"/>
                <a:gd name="csX12" fmla="*/ 25955 w 70683"/>
                <a:gd name="csY12" fmla="*/ 43124 h 83337"/>
                <a:gd name="csX13" fmla="*/ 17306 w 70683"/>
                <a:gd name="csY13" fmla="*/ 47176 h 83337"/>
                <a:gd name="csX14" fmla="*/ 48227 w 70683"/>
                <a:gd name="csY14" fmla="*/ 77896 h 83337"/>
                <a:gd name="csX15" fmla="*/ 61849 w 70683"/>
                <a:gd name="csY15" fmla="*/ 66308 h 83337"/>
                <a:gd name="csX16" fmla="*/ 24853 w 70683"/>
                <a:gd name="csY16" fmla="*/ 47176 h 83337"/>
                <a:gd name="csX17" fmla="*/ 17306 w 70683"/>
                <a:gd name="csY17" fmla="*/ 47176 h 833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0683" h="83337">
                  <a:moveTo>
                    <a:pt x="25955" y="43124"/>
                  </a:moveTo>
                  <a:cubicBezTo>
                    <a:pt x="31291" y="43124"/>
                    <a:pt x="44912" y="43494"/>
                    <a:pt x="54117" y="47354"/>
                  </a:cubicBezTo>
                  <a:cubicBezTo>
                    <a:pt x="66999" y="52878"/>
                    <a:pt x="67918" y="63728"/>
                    <a:pt x="67918" y="66308"/>
                  </a:cubicBezTo>
                  <a:cubicBezTo>
                    <a:pt x="67918" y="74399"/>
                    <a:pt x="60925" y="81943"/>
                    <a:pt x="48227" y="81943"/>
                  </a:cubicBezTo>
                  <a:cubicBezTo>
                    <a:pt x="27797" y="81943"/>
                    <a:pt x="0" y="64098"/>
                    <a:pt x="0" y="31905"/>
                  </a:cubicBezTo>
                  <a:cubicBezTo>
                    <a:pt x="0" y="13143"/>
                    <a:pt x="10861" y="-1395"/>
                    <a:pt x="28900" y="-1395"/>
                  </a:cubicBezTo>
                  <a:cubicBezTo>
                    <a:pt x="55220" y="-1395"/>
                    <a:pt x="70683" y="18106"/>
                    <a:pt x="70683" y="20316"/>
                  </a:cubicBezTo>
                  <a:cubicBezTo>
                    <a:pt x="70683" y="21419"/>
                    <a:pt x="69575" y="22706"/>
                    <a:pt x="68472" y="22706"/>
                  </a:cubicBezTo>
                  <a:cubicBezTo>
                    <a:pt x="67554" y="22706"/>
                    <a:pt x="67184" y="22336"/>
                    <a:pt x="66081" y="20865"/>
                  </a:cubicBezTo>
                  <a:cubicBezTo>
                    <a:pt x="51542" y="2657"/>
                    <a:pt x="31476" y="2657"/>
                    <a:pt x="29270" y="2657"/>
                  </a:cubicBezTo>
                  <a:cubicBezTo>
                    <a:pt x="14909" y="2657"/>
                    <a:pt x="13252" y="18106"/>
                    <a:pt x="13252" y="23993"/>
                  </a:cubicBezTo>
                  <a:cubicBezTo>
                    <a:pt x="13252" y="26204"/>
                    <a:pt x="13437" y="31905"/>
                    <a:pt x="16197" y="43124"/>
                  </a:cubicBezTo>
                  <a:lnTo>
                    <a:pt x="25955" y="43124"/>
                  </a:lnTo>
                  <a:close/>
                  <a:moveTo>
                    <a:pt x="17306" y="47176"/>
                  </a:moveTo>
                  <a:cubicBezTo>
                    <a:pt x="24483" y="75138"/>
                    <a:pt x="43440" y="77896"/>
                    <a:pt x="48227" y="77896"/>
                  </a:cubicBezTo>
                  <a:cubicBezTo>
                    <a:pt x="56877" y="77896"/>
                    <a:pt x="61849" y="72558"/>
                    <a:pt x="61849" y="66308"/>
                  </a:cubicBezTo>
                  <a:cubicBezTo>
                    <a:pt x="61849" y="47176"/>
                    <a:pt x="32394" y="47176"/>
                    <a:pt x="24853" y="47176"/>
                  </a:cubicBezTo>
                  <a:lnTo>
                    <a:pt x="17306" y="47176"/>
                  </a:lnTo>
                  <a:close/>
                </a:path>
              </a:pathLst>
            </a:custGeom>
            <a:solidFill>
              <a:srgbClr val="000000"/>
            </a:solidFill>
            <a:ln w="27807" cap="flat">
              <a:noFill/>
              <a:prstDash val="solid"/>
              <a:miter/>
            </a:ln>
          </p:spPr>
          <p:txBody>
            <a:bodyPr/>
            <a:lstStyle/>
            <a:p>
              <a:endParaRPr lang="en-GB"/>
            </a:p>
          </p:txBody>
        </p:sp>
        <p:sp>
          <p:nvSpPr>
            <p:cNvPr id="25" name="Freeform: Shape 24">
              <a:extLst>
                <a:ext uri="{FF2B5EF4-FFF2-40B4-BE49-F238E27FC236}">
                  <a16:creationId xmlns:a16="http://schemas.microsoft.com/office/drawing/2014/main" id="{A551B24E-B6A3-C5A0-1D61-DE29AA93D65A}"/>
                </a:ext>
              </a:extLst>
            </p:cNvPr>
            <p:cNvSpPr/>
            <p:nvPr>
              <p:custDataLst>
                <p:tags r:id="rId28"/>
              </p:custDataLst>
            </p:nvPr>
          </p:nvSpPr>
          <p:spPr>
            <a:xfrm flipV="1">
              <a:off x="11660814" y="-9749418"/>
              <a:ext cx="87123" cy="6313"/>
            </a:xfrm>
            <a:custGeom>
              <a:avLst/>
              <a:gdLst>
                <a:gd name="csX0" fmla="*/ 81967 w 87123"/>
                <a:gd name="csY0" fmla="*/ -1402 h 6313"/>
                <a:gd name="csX1" fmla="*/ 87123 w 87123"/>
                <a:gd name="csY1" fmla="*/ 1691 h 6313"/>
                <a:gd name="csX2" fmla="*/ 81967 w 87123"/>
                <a:gd name="csY2" fmla="*/ 4911 h 6313"/>
                <a:gd name="csX3" fmla="*/ 5151 w 87123"/>
                <a:gd name="csY3" fmla="*/ 4911 h 6313"/>
                <a:gd name="csX4" fmla="*/ 0 w 87123"/>
                <a:gd name="csY4" fmla="*/ 1818 h 6313"/>
                <a:gd name="csX5" fmla="*/ 5151 w 87123"/>
                <a:gd name="csY5" fmla="*/ -1402 h 6313"/>
                <a:gd name="csX6" fmla="*/ 81967 w 87123"/>
                <a:gd name="csY6" fmla="*/ -1402 h 631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7123" h="6313">
                  <a:moveTo>
                    <a:pt x="81967" y="-1402"/>
                  </a:moveTo>
                  <a:cubicBezTo>
                    <a:pt x="84028" y="-1402"/>
                    <a:pt x="87123" y="-1402"/>
                    <a:pt x="87123" y="1691"/>
                  </a:cubicBezTo>
                  <a:cubicBezTo>
                    <a:pt x="87123" y="4911"/>
                    <a:pt x="84161" y="4911"/>
                    <a:pt x="81967" y="4911"/>
                  </a:cubicBezTo>
                  <a:lnTo>
                    <a:pt x="5151" y="4911"/>
                  </a:lnTo>
                  <a:cubicBezTo>
                    <a:pt x="3089" y="4911"/>
                    <a:pt x="0" y="4911"/>
                    <a:pt x="0" y="1818"/>
                  </a:cubicBezTo>
                  <a:cubicBezTo>
                    <a:pt x="0" y="-1402"/>
                    <a:pt x="2962" y="-1402"/>
                    <a:pt x="5151" y="-1402"/>
                  </a:cubicBezTo>
                  <a:lnTo>
                    <a:pt x="81967" y="-1402"/>
                  </a:lnTo>
                  <a:close/>
                </a:path>
              </a:pathLst>
            </a:custGeom>
            <a:solidFill>
              <a:srgbClr val="000000"/>
            </a:solidFill>
            <a:ln w="27807" cap="flat">
              <a:noFill/>
              <a:prstDash val="solid"/>
              <a:miter/>
            </a:ln>
          </p:spPr>
          <p:txBody>
            <a:bodyPr/>
            <a:lstStyle/>
            <a:p>
              <a:endParaRPr lang="en-GB"/>
            </a:p>
          </p:txBody>
        </p:sp>
        <p:sp>
          <p:nvSpPr>
            <p:cNvPr id="26" name="Freeform: Shape 25">
              <a:extLst>
                <a:ext uri="{FF2B5EF4-FFF2-40B4-BE49-F238E27FC236}">
                  <a16:creationId xmlns:a16="http://schemas.microsoft.com/office/drawing/2014/main" id="{3D91BCF4-004B-6C53-8AC7-F020883F1D80}"/>
                </a:ext>
              </a:extLst>
            </p:cNvPr>
            <p:cNvSpPr/>
            <p:nvPr>
              <p:custDataLst>
                <p:tags r:id="rId29"/>
              </p:custDataLst>
            </p:nvPr>
          </p:nvSpPr>
          <p:spPr>
            <a:xfrm flipV="1">
              <a:off x="11775985" y="-9799525"/>
              <a:ext cx="46910" cy="85530"/>
            </a:xfrm>
            <a:custGeom>
              <a:avLst/>
              <a:gdLst>
                <a:gd name="csX0" fmla="*/ 29126 w 46910"/>
                <a:gd name="csY0" fmla="*/ 80526 h 85530"/>
                <a:gd name="csX1" fmla="*/ 25263 w 46910"/>
                <a:gd name="csY1" fmla="*/ 84128 h 85530"/>
                <a:gd name="csX2" fmla="*/ 0 w 46910"/>
                <a:gd name="csY2" fmla="*/ 75885 h 85530"/>
                <a:gd name="csX3" fmla="*/ 0 w 46910"/>
                <a:gd name="csY3" fmla="*/ 71246 h 85530"/>
                <a:gd name="csX4" fmla="*/ 18685 w 46910"/>
                <a:gd name="csY4" fmla="*/ 74853 h 85530"/>
                <a:gd name="csX5" fmla="*/ 18685 w 46910"/>
                <a:gd name="csY5" fmla="*/ 9159 h 85530"/>
                <a:gd name="csX6" fmla="*/ 5797 w 46910"/>
                <a:gd name="csY6" fmla="*/ 3237 h 85530"/>
                <a:gd name="csX7" fmla="*/ 901 w 46910"/>
                <a:gd name="csY7" fmla="*/ 3237 h 85530"/>
                <a:gd name="csX8" fmla="*/ 901 w 46910"/>
                <a:gd name="csY8" fmla="*/ -1403 h 85530"/>
                <a:gd name="csX9" fmla="*/ 23842 w 46910"/>
                <a:gd name="csY9" fmla="*/ -889 h 85530"/>
                <a:gd name="csX10" fmla="*/ 46911 w 46910"/>
                <a:gd name="csY10" fmla="*/ -1403 h 85530"/>
                <a:gd name="csX11" fmla="*/ 46911 w 46910"/>
                <a:gd name="csY11" fmla="*/ 3237 h 85530"/>
                <a:gd name="csX12" fmla="*/ 42014 w 46910"/>
                <a:gd name="csY12" fmla="*/ 3237 h 85530"/>
                <a:gd name="csX13" fmla="*/ 29126 w 46910"/>
                <a:gd name="csY13" fmla="*/ 9159 h 85530"/>
                <a:gd name="csX14" fmla="*/ 29126 w 46910"/>
                <a:gd name="csY14" fmla="*/ 80526 h 855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6910" h="85530">
                  <a:moveTo>
                    <a:pt x="29126" y="80526"/>
                  </a:moveTo>
                  <a:cubicBezTo>
                    <a:pt x="29126" y="84000"/>
                    <a:pt x="28872" y="84128"/>
                    <a:pt x="25263" y="84128"/>
                  </a:cubicBezTo>
                  <a:cubicBezTo>
                    <a:pt x="17011" y="76013"/>
                    <a:pt x="5283" y="75885"/>
                    <a:pt x="0" y="75885"/>
                  </a:cubicBezTo>
                  <a:lnTo>
                    <a:pt x="0" y="71246"/>
                  </a:lnTo>
                  <a:cubicBezTo>
                    <a:pt x="3095" y="71246"/>
                    <a:pt x="11601" y="71246"/>
                    <a:pt x="18685" y="74853"/>
                  </a:cubicBezTo>
                  <a:lnTo>
                    <a:pt x="18685" y="9159"/>
                  </a:lnTo>
                  <a:cubicBezTo>
                    <a:pt x="18685" y="4911"/>
                    <a:pt x="18685" y="3237"/>
                    <a:pt x="5797" y="3237"/>
                  </a:cubicBezTo>
                  <a:lnTo>
                    <a:pt x="901" y="3237"/>
                  </a:lnTo>
                  <a:lnTo>
                    <a:pt x="901" y="-1403"/>
                  </a:lnTo>
                  <a:cubicBezTo>
                    <a:pt x="3222" y="-1276"/>
                    <a:pt x="19073" y="-889"/>
                    <a:pt x="23842" y="-889"/>
                  </a:cubicBezTo>
                  <a:cubicBezTo>
                    <a:pt x="27838" y="-889"/>
                    <a:pt x="44076" y="-1276"/>
                    <a:pt x="46911" y="-1403"/>
                  </a:cubicBezTo>
                  <a:lnTo>
                    <a:pt x="46911" y="3237"/>
                  </a:lnTo>
                  <a:lnTo>
                    <a:pt x="42014" y="3237"/>
                  </a:lnTo>
                  <a:cubicBezTo>
                    <a:pt x="29126" y="3237"/>
                    <a:pt x="29126" y="4911"/>
                    <a:pt x="29126" y="9159"/>
                  </a:cubicBezTo>
                  <a:lnTo>
                    <a:pt x="29126" y="80526"/>
                  </a:lnTo>
                  <a:close/>
                </a:path>
              </a:pathLst>
            </a:custGeom>
            <a:solidFill>
              <a:srgbClr val="000000"/>
            </a:solidFill>
            <a:ln w="27807" cap="flat">
              <a:noFill/>
              <a:prstDash val="solid"/>
              <a:miter/>
            </a:ln>
          </p:spPr>
          <p:txBody>
            <a:bodyPr/>
            <a:lstStyle/>
            <a:p>
              <a:endParaRPr lang="en-GB"/>
            </a:p>
          </p:txBody>
        </p:sp>
        <p:sp>
          <p:nvSpPr>
            <p:cNvPr id="27" name="Freeform: Shape 26">
              <a:extLst>
                <a:ext uri="{FF2B5EF4-FFF2-40B4-BE49-F238E27FC236}">
                  <a16:creationId xmlns:a16="http://schemas.microsoft.com/office/drawing/2014/main" id="{922AA0CC-35C8-C38B-F931-A24177295E0A}"/>
                </a:ext>
              </a:extLst>
            </p:cNvPr>
            <p:cNvSpPr/>
            <p:nvPr>
              <p:custDataLst>
                <p:tags r:id="rId30"/>
              </p:custDataLst>
            </p:nvPr>
          </p:nvSpPr>
          <p:spPr>
            <a:xfrm flipV="1">
              <a:off x="11849766" y="-9728809"/>
              <a:ext cx="14822" cy="14814"/>
            </a:xfrm>
            <a:custGeom>
              <a:avLst/>
              <a:gdLst>
                <a:gd name="csX0" fmla="*/ 14823 w 14822"/>
                <a:gd name="csY0" fmla="*/ 5942 h 14814"/>
                <a:gd name="csX1" fmla="*/ 7472 w 14822"/>
                <a:gd name="csY1" fmla="*/ 13415 h 14814"/>
                <a:gd name="csX2" fmla="*/ 0 w 14822"/>
                <a:gd name="csY2" fmla="*/ 6075 h 14814"/>
                <a:gd name="csX3" fmla="*/ 7345 w 14822"/>
                <a:gd name="csY3" fmla="*/ -1399 h 14814"/>
                <a:gd name="csX4" fmla="*/ 14823 w 14822"/>
                <a:gd name="csY4" fmla="*/ 5942 h 14814"/>
              </a:gdLst>
              <a:ahLst/>
              <a:cxnLst>
                <a:cxn ang="0">
                  <a:pos x="csX0" y="csY0"/>
                </a:cxn>
                <a:cxn ang="0">
                  <a:pos x="csX1" y="csY1"/>
                </a:cxn>
                <a:cxn ang="0">
                  <a:pos x="csX2" y="csY2"/>
                </a:cxn>
                <a:cxn ang="0">
                  <a:pos x="csX3" y="csY3"/>
                </a:cxn>
                <a:cxn ang="0">
                  <a:pos x="csX4" y="csY4"/>
                </a:cxn>
              </a:cxnLst>
              <a:rect l="l" t="t" r="r" b="b"/>
              <a:pathLst>
                <a:path w="14822" h="14814">
                  <a:moveTo>
                    <a:pt x="14823" y="5942"/>
                  </a:moveTo>
                  <a:cubicBezTo>
                    <a:pt x="14823" y="10583"/>
                    <a:pt x="10954" y="13415"/>
                    <a:pt x="7472" y="13415"/>
                  </a:cubicBezTo>
                  <a:cubicBezTo>
                    <a:pt x="3222" y="13415"/>
                    <a:pt x="0" y="9936"/>
                    <a:pt x="0" y="6075"/>
                  </a:cubicBezTo>
                  <a:cubicBezTo>
                    <a:pt x="0" y="1434"/>
                    <a:pt x="3863" y="-1399"/>
                    <a:pt x="7345" y="-1399"/>
                  </a:cubicBezTo>
                  <a:cubicBezTo>
                    <a:pt x="11601" y="-1399"/>
                    <a:pt x="14823" y="2081"/>
                    <a:pt x="14823" y="5942"/>
                  </a:cubicBezTo>
                  <a:close/>
                </a:path>
              </a:pathLst>
            </a:custGeom>
            <a:solidFill>
              <a:srgbClr val="000000"/>
            </a:solidFill>
            <a:ln w="27807" cap="flat">
              <a:noFill/>
              <a:prstDash val="solid"/>
              <a:miter/>
            </a:ln>
          </p:spPr>
          <p:txBody>
            <a:bodyPr/>
            <a:lstStyle/>
            <a:p>
              <a:endParaRPr lang="en-GB"/>
            </a:p>
          </p:txBody>
        </p:sp>
        <p:sp>
          <p:nvSpPr>
            <p:cNvPr id="28" name="Freeform: Shape 27">
              <a:extLst>
                <a:ext uri="{FF2B5EF4-FFF2-40B4-BE49-F238E27FC236}">
                  <a16:creationId xmlns:a16="http://schemas.microsoft.com/office/drawing/2014/main" id="{A07BE84A-8646-A0EA-075F-AC9E8E77DD27}"/>
                </a:ext>
              </a:extLst>
            </p:cNvPr>
            <p:cNvSpPr/>
            <p:nvPr>
              <p:custDataLst>
                <p:tags r:id="rId31"/>
              </p:custDataLst>
            </p:nvPr>
          </p:nvSpPr>
          <p:spPr>
            <a:xfrm flipV="1">
              <a:off x="11887166" y="-9799525"/>
              <a:ext cx="203612" cy="88104"/>
            </a:xfrm>
            <a:custGeom>
              <a:avLst/>
              <a:gdLst>
                <a:gd name="csX0" fmla="*/ 11861 w 203612"/>
                <a:gd name="csY0" fmla="*/ 73052 h 88104"/>
                <a:gd name="csX1" fmla="*/ 24362 w 203612"/>
                <a:gd name="csY1" fmla="*/ 71372 h 88104"/>
                <a:gd name="csX2" fmla="*/ 51426 w 203612"/>
                <a:gd name="csY2" fmla="*/ 84900 h 88104"/>
                <a:gd name="csX3" fmla="*/ 49879 w 203612"/>
                <a:gd name="csY3" fmla="*/ 86701 h 88104"/>
                <a:gd name="csX4" fmla="*/ 48845 w 203612"/>
                <a:gd name="csY4" fmla="*/ 86320 h 88104"/>
                <a:gd name="csX5" fmla="*/ 29385 w 203612"/>
                <a:gd name="csY5" fmla="*/ 82580 h 88104"/>
                <a:gd name="csX6" fmla="*/ 10567 w 203612"/>
                <a:gd name="csY6" fmla="*/ 86061 h 88104"/>
                <a:gd name="csX7" fmla="*/ 8892 w 203612"/>
                <a:gd name="csY7" fmla="*/ 86701 h 88104"/>
                <a:gd name="csX8" fmla="*/ 7218 w 203612"/>
                <a:gd name="csY8" fmla="*/ 83227 h 88104"/>
                <a:gd name="csX9" fmla="*/ 7218 w 203612"/>
                <a:gd name="csY9" fmla="*/ 45222 h 88104"/>
                <a:gd name="csX10" fmla="*/ 9279 w 203612"/>
                <a:gd name="csY10" fmla="*/ 41489 h 88104"/>
                <a:gd name="csX11" fmla="*/ 11861 w 203612"/>
                <a:gd name="csY11" fmla="*/ 43295 h 88104"/>
                <a:gd name="csX12" fmla="*/ 29772 w 203612"/>
                <a:gd name="csY12" fmla="*/ 51410 h 88104"/>
                <a:gd name="csX13" fmla="*/ 41633 w 203612"/>
                <a:gd name="csY13" fmla="*/ 44196 h 88104"/>
                <a:gd name="csX14" fmla="*/ 44722 w 203612"/>
                <a:gd name="csY14" fmla="*/ 27581 h 88104"/>
                <a:gd name="csX15" fmla="*/ 40859 w 203612"/>
                <a:gd name="csY15" fmla="*/ 10445 h 88104"/>
                <a:gd name="csX16" fmla="*/ 25776 w 203612"/>
                <a:gd name="csY16" fmla="*/ 2718 h 88104"/>
                <a:gd name="csX17" fmla="*/ 5543 w 203612"/>
                <a:gd name="csY17" fmla="*/ 15853 h 88104"/>
                <a:gd name="csX18" fmla="*/ 12888 w 203612"/>
                <a:gd name="csY18" fmla="*/ 22167 h 88104"/>
                <a:gd name="csX19" fmla="*/ 6444 w 203612"/>
                <a:gd name="csY19" fmla="*/ 28735 h 88104"/>
                <a:gd name="csX20" fmla="*/ 0 w 203612"/>
                <a:gd name="csY20" fmla="*/ 21780 h 88104"/>
                <a:gd name="csX21" fmla="*/ 26036 w 203612"/>
                <a:gd name="csY21" fmla="*/ -1403 h 88104"/>
                <a:gd name="csX22" fmla="*/ 56969 w 203612"/>
                <a:gd name="csY22" fmla="*/ 27061 h 88104"/>
                <a:gd name="csX23" fmla="*/ 29899 w 203612"/>
                <a:gd name="csY23" fmla="*/ 55017 h 88104"/>
                <a:gd name="csX24" fmla="*/ 11861 w 203612"/>
                <a:gd name="csY24" fmla="*/ 48703 h 88104"/>
                <a:gd name="csX25" fmla="*/ 11861 w 203612"/>
                <a:gd name="csY25" fmla="*/ 73052 h 88104"/>
                <a:gd name="csX26" fmla="*/ 85182 w 203612"/>
                <a:gd name="csY26" fmla="*/ 73052 h 88104"/>
                <a:gd name="csX27" fmla="*/ 97683 w 203612"/>
                <a:gd name="csY27" fmla="*/ 71372 h 88104"/>
                <a:gd name="csX28" fmla="*/ 124747 w 203612"/>
                <a:gd name="csY28" fmla="*/ 84900 h 88104"/>
                <a:gd name="csX29" fmla="*/ 123200 w 203612"/>
                <a:gd name="csY29" fmla="*/ 86701 h 88104"/>
                <a:gd name="csX30" fmla="*/ 122166 w 203612"/>
                <a:gd name="csY30" fmla="*/ 86320 h 88104"/>
                <a:gd name="csX31" fmla="*/ 102707 w 203612"/>
                <a:gd name="csY31" fmla="*/ 82580 h 88104"/>
                <a:gd name="csX32" fmla="*/ 83888 w 203612"/>
                <a:gd name="csY32" fmla="*/ 86061 h 88104"/>
                <a:gd name="csX33" fmla="*/ 82213 w 203612"/>
                <a:gd name="csY33" fmla="*/ 86701 h 88104"/>
                <a:gd name="csX34" fmla="*/ 80539 w 203612"/>
                <a:gd name="csY34" fmla="*/ 83227 h 88104"/>
                <a:gd name="csX35" fmla="*/ 80539 w 203612"/>
                <a:gd name="csY35" fmla="*/ 45222 h 88104"/>
                <a:gd name="csX36" fmla="*/ 82600 w 203612"/>
                <a:gd name="csY36" fmla="*/ 41489 h 88104"/>
                <a:gd name="csX37" fmla="*/ 85182 w 203612"/>
                <a:gd name="csY37" fmla="*/ 43295 h 88104"/>
                <a:gd name="csX38" fmla="*/ 103093 w 203612"/>
                <a:gd name="csY38" fmla="*/ 51410 h 88104"/>
                <a:gd name="csX39" fmla="*/ 114954 w 203612"/>
                <a:gd name="csY39" fmla="*/ 44196 h 88104"/>
                <a:gd name="csX40" fmla="*/ 118043 w 203612"/>
                <a:gd name="csY40" fmla="*/ 27581 h 88104"/>
                <a:gd name="csX41" fmla="*/ 114180 w 203612"/>
                <a:gd name="csY41" fmla="*/ 10445 h 88104"/>
                <a:gd name="csX42" fmla="*/ 99098 w 203612"/>
                <a:gd name="csY42" fmla="*/ 2718 h 88104"/>
                <a:gd name="csX43" fmla="*/ 78864 w 203612"/>
                <a:gd name="csY43" fmla="*/ 15853 h 88104"/>
                <a:gd name="csX44" fmla="*/ 86209 w 203612"/>
                <a:gd name="csY44" fmla="*/ 22167 h 88104"/>
                <a:gd name="csX45" fmla="*/ 79765 w 203612"/>
                <a:gd name="csY45" fmla="*/ 28735 h 88104"/>
                <a:gd name="csX46" fmla="*/ 73321 w 203612"/>
                <a:gd name="csY46" fmla="*/ 21780 h 88104"/>
                <a:gd name="csX47" fmla="*/ 99358 w 203612"/>
                <a:gd name="csY47" fmla="*/ -1403 h 88104"/>
                <a:gd name="csX48" fmla="*/ 130291 w 203612"/>
                <a:gd name="csY48" fmla="*/ 27061 h 88104"/>
                <a:gd name="csX49" fmla="*/ 103220 w 203612"/>
                <a:gd name="csY49" fmla="*/ 55017 h 88104"/>
                <a:gd name="csX50" fmla="*/ 85182 w 203612"/>
                <a:gd name="csY50" fmla="*/ 48703 h 88104"/>
                <a:gd name="csX51" fmla="*/ 85182 w 203612"/>
                <a:gd name="csY51" fmla="*/ 73052 h 88104"/>
                <a:gd name="csX52" fmla="*/ 203613 w 203612"/>
                <a:gd name="csY52" fmla="*/ 24614 h 88104"/>
                <a:gd name="csX53" fmla="*/ 199229 w 203612"/>
                <a:gd name="csY53" fmla="*/ 24614 h 88104"/>
                <a:gd name="csX54" fmla="*/ 195874 w 203612"/>
                <a:gd name="csY54" fmla="*/ 12892 h 88104"/>
                <a:gd name="csX55" fmla="*/ 183119 w 203612"/>
                <a:gd name="csY55" fmla="*/ 12119 h 88104"/>
                <a:gd name="csX56" fmla="*/ 159403 w 203612"/>
                <a:gd name="csY56" fmla="*/ 12119 h 88104"/>
                <a:gd name="csX57" fmla="*/ 185181 w 203612"/>
                <a:gd name="csY57" fmla="*/ 33761 h 88104"/>
                <a:gd name="csX58" fmla="*/ 203613 w 203612"/>
                <a:gd name="csY58" fmla="*/ 61585 h 88104"/>
                <a:gd name="csX59" fmla="*/ 173452 w 203612"/>
                <a:gd name="csY59" fmla="*/ 86701 h 88104"/>
                <a:gd name="csX60" fmla="*/ 146642 w 203612"/>
                <a:gd name="csY60" fmla="*/ 63645 h 88104"/>
                <a:gd name="csX61" fmla="*/ 153473 w 203612"/>
                <a:gd name="csY61" fmla="*/ 56430 h 88104"/>
                <a:gd name="csX62" fmla="*/ 160304 w 203612"/>
                <a:gd name="csY62" fmla="*/ 63258 h 88104"/>
                <a:gd name="csX63" fmla="*/ 152699 w 203612"/>
                <a:gd name="csY63" fmla="*/ 70085 h 88104"/>
                <a:gd name="csX64" fmla="*/ 171518 w 203612"/>
                <a:gd name="csY64" fmla="*/ 82067 h 88104"/>
                <a:gd name="csX65" fmla="*/ 191110 w 203612"/>
                <a:gd name="csY65" fmla="*/ 61585 h 88104"/>
                <a:gd name="csX66" fmla="*/ 178991 w 203612"/>
                <a:gd name="csY66" fmla="*/ 36854 h 88104"/>
                <a:gd name="csX67" fmla="*/ 147930 w 203612"/>
                <a:gd name="csY67" fmla="*/ 6192 h 88104"/>
                <a:gd name="csX68" fmla="*/ 146642 w 203612"/>
                <a:gd name="csY68" fmla="*/ 1170 h 88104"/>
                <a:gd name="csX69" fmla="*/ 199743 w 203612"/>
                <a:gd name="csY69" fmla="*/ 1170 h 88104"/>
                <a:gd name="csX70" fmla="*/ 203613 w 203612"/>
                <a:gd name="csY70" fmla="*/ 24614 h 881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Lst>
              <a:rect l="l" t="t" r="r" b="b"/>
              <a:pathLst>
                <a:path w="203612" h="88104">
                  <a:moveTo>
                    <a:pt x="11861" y="73052"/>
                  </a:moveTo>
                  <a:cubicBezTo>
                    <a:pt x="18432" y="71372"/>
                    <a:pt x="22300" y="71372"/>
                    <a:pt x="24362" y="71372"/>
                  </a:cubicBezTo>
                  <a:cubicBezTo>
                    <a:pt x="41373" y="71372"/>
                    <a:pt x="51426" y="82967"/>
                    <a:pt x="51426" y="84900"/>
                  </a:cubicBezTo>
                  <a:cubicBezTo>
                    <a:pt x="51426" y="86320"/>
                    <a:pt x="50525" y="86701"/>
                    <a:pt x="49879" y="86701"/>
                  </a:cubicBezTo>
                  <a:cubicBezTo>
                    <a:pt x="49619" y="86701"/>
                    <a:pt x="49364" y="86701"/>
                    <a:pt x="48845" y="86320"/>
                  </a:cubicBezTo>
                  <a:cubicBezTo>
                    <a:pt x="45756" y="85160"/>
                    <a:pt x="38925" y="82580"/>
                    <a:pt x="29385" y="82580"/>
                  </a:cubicBezTo>
                  <a:cubicBezTo>
                    <a:pt x="25776" y="82580"/>
                    <a:pt x="18945" y="82840"/>
                    <a:pt x="10567" y="86061"/>
                  </a:cubicBezTo>
                  <a:cubicBezTo>
                    <a:pt x="9279" y="86701"/>
                    <a:pt x="9025" y="86701"/>
                    <a:pt x="8892" y="86701"/>
                  </a:cubicBezTo>
                  <a:cubicBezTo>
                    <a:pt x="7218" y="86701"/>
                    <a:pt x="7218" y="85286"/>
                    <a:pt x="7218" y="83227"/>
                  </a:cubicBezTo>
                  <a:lnTo>
                    <a:pt x="7218" y="45222"/>
                  </a:lnTo>
                  <a:cubicBezTo>
                    <a:pt x="7218" y="43036"/>
                    <a:pt x="7218" y="41489"/>
                    <a:pt x="9279" y="41489"/>
                  </a:cubicBezTo>
                  <a:cubicBezTo>
                    <a:pt x="10440" y="41489"/>
                    <a:pt x="10567" y="41748"/>
                    <a:pt x="11861" y="43295"/>
                  </a:cubicBezTo>
                  <a:cubicBezTo>
                    <a:pt x="17398" y="50377"/>
                    <a:pt x="25263" y="51410"/>
                    <a:pt x="29772" y="51410"/>
                  </a:cubicBezTo>
                  <a:cubicBezTo>
                    <a:pt x="37504" y="51410"/>
                    <a:pt x="40986" y="45222"/>
                    <a:pt x="41633" y="44196"/>
                  </a:cubicBezTo>
                  <a:cubicBezTo>
                    <a:pt x="43948" y="39943"/>
                    <a:pt x="44722" y="35048"/>
                    <a:pt x="44722" y="27581"/>
                  </a:cubicBezTo>
                  <a:cubicBezTo>
                    <a:pt x="44722" y="23713"/>
                    <a:pt x="44722" y="16112"/>
                    <a:pt x="40859" y="10445"/>
                  </a:cubicBezTo>
                  <a:cubicBezTo>
                    <a:pt x="37637" y="5811"/>
                    <a:pt x="32094" y="2718"/>
                    <a:pt x="25776" y="2718"/>
                  </a:cubicBezTo>
                  <a:cubicBezTo>
                    <a:pt x="17398" y="2718"/>
                    <a:pt x="8765" y="7352"/>
                    <a:pt x="5543" y="15853"/>
                  </a:cubicBezTo>
                  <a:cubicBezTo>
                    <a:pt x="10440" y="15472"/>
                    <a:pt x="12888" y="18693"/>
                    <a:pt x="12888" y="22167"/>
                  </a:cubicBezTo>
                  <a:cubicBezTo>
                    <a:pt x="12888" y="27707"/>
                    <a:pt x="8118" y="28735"/>
                    <a:pt x="6444" y="28735"/>
                  </a:cubicBezTo>
                  <a:cubicBezTo>
                    <a:pt x="6190" y="28735"/>
                    <a:pt x="0" y="28735"/>
                    <a:pt x="0" y="21780"/>
                  </a:cubicBezTo>
                  <a:cubicBezTo>
                    <a:pt x="0" y="10186"/>
                    <a:pt x="10567" y="-1403"/>
                    <a:pt x="26036" y="-1403"/>
                  </a:cubicBezTo>
                  <a:cubicBezTo>
                    <a:pt x="42533" y="-1403"/>
                    <a:pt x="56969" y="10832"/>
                    <a:pt x="56969" y="27061"/>
                  </a:cubicBezTo>
                  <a:cubicBezTo>
                    <a:pt x="56969" y="41615"/>
                    <a:pt x="45883" y="55017"/>
                    <a:pt x="29899" y="55017"/>
                  </a:cubicBezTo>
                  <a:cubicBezTo>
                    <a:pt x="24229" y="55017"/>
                    <a:pt x="17531" y="53596"/>
                    <a:pt x="11861" y="48703"/>
                  </a:cubicBezTo>
                  <a:lnTo>
                    <a:pt x="11861" y="73052"/>
                  </a:lnTo>
                  <a:close/>
                  <a:moveTo>
                    <a:pt x="85182" y="73052"/>
                  </a:moveTo>
                  <a:cubicBezTo>
                    <a:pt x="91753" y="71372"/>
                    <a:pt x="95622" y="71372"/>
                    <a:pt x="97683" y="71372"/>
                  </a:cubicBezTo>
                  <a:cubicBezTo>
                    <a:pt x="114694" y="71372"/>
                    <a:pt x="124747" y="82967"/>
                    <a:pt x="124747" y="84900"/>
                  </a:cubicBezTo>
                  <a:cubicBezTo>
                    <a:pt x="124747" y="86320"/>
                    <a:pt x="123847" y="86701"/>
                    <a:pt x="123200" y="86701"/>
                  </a:cubicBezTo>
                  <a:cubicBezTo>
                    <a:pt x="122940" y="86701"/>
                    <a:pt x="122686" y="86701"/>
                    <a:pt x="122166" y="86320"/>
                  </a:cubicBezTo>
                  <a:cubicBezTo>
                    <a:pt x="119077" y="85160"/>
                    <a:pt x="112246" y="82580"/>
                    <a:pt x="102707" y="82580"/>
                  </a:cubicBezTo>
                  <a:cubicBezTo>
                    <a:pt x="99098" y="82580"/>
                    <a:pt x="92266" y="82840"/>
                    <a:pt x="83888" y="86061"/>
                  </a:cubicBezTo>
                  <a:cubicBezTo>
                    <a:pt x="82600" y="86701"/>
                    <a:pt x="82346" y="86701"/>
                    <a:pt x="82213" y="86701"/>
                  </a:cubicBezTo>
                  <a:cubicBezTo>
                    <a:pt x="80539" y="86701"/>
                    <a:pt x="80539" y="85286"/>
                    <a:pt x="80539" y="83227"/>
                  </a:cubicBezTo>
                  <a:lnTo>
                    <a:pt x="80539" y="45222"/>
                  </a:lnTo>
                  <a:cubicBezTo>
                    <a:pt x="80539" y="43036"/>
                    <a:pt x="80539" y="41489"/>
                    <a:pt x="82600" y="41489"/>
                  </a:cubicBezTo>
                  <a:cubicBezTo>
                    <a:pt x="83761" y="41489"/>
                    <a:pt x="83888" y="41748"/>
                    <a:pt x="85182" y="43295"/>
                  </a:cubicBezTo>
                  <a:cubicBezTo>
                    <a:pt x="90719" y="50377"/>
                    <a:pt x="98584" y="51410"/>
                    <a:pt x="103093" y="51410"/>
                  </a:cubicBezTo>
                  <a:cubicBezTo>
                    <a:pt x="110825" y="51410"/>
                    <a:pt x="114307" y="45222"/>
                    <a:pt x="114954" y="44196"/>
                  </a:cubicBezTo>
                  <a:cubicBezTo>
                    <a:pt x="117269" y="39943"/>
                    <a:pt x="118043" y="35048"/>
                    <a:pt x="118043" y="27581"/>
                  </a:cubicBezTo>
                  <a:cubicBezTo>
                    <a:pt x="118043" y="23713"/>
                    <a:pt x="118043" y="16112"/>
                    <a:pt x="114180" y="10445"/>
                  </a:cubicBezTo>
                  <a:cubicBezTo>
                    <a:pt x="110958" y="5811"/>
                    <a:pt x="105415" y="2718"/>
                    <a:pt x="99098" y="2718"/>
                  </a:cubicBezTo>
                  <a:cubicBezTo>
                    <a:pt x="90719" y="2718"/>
                    <a:pt x="82086" y="7352"/>
                    <a:pt x="78864" y="15853"/>
                  </a:cubicBezTo>
                  <a:cubicBezTo>
                    <a:pt x="83761" y="15472"/>
                    <a:pt x="86209" y="18693"/>
                    <a:pt x="86209" y="22167"/>
                  </a:cubicBezTo>
                  <a:cubicBezTo>
                    <a:pt x="86209" y="27707"/>
                    <a:pt x="81440" y="28735"/>
                    <a:pt x="79765" y="28735"/>
                  </a:cubicBezTo>
                  <a:cubicBezTo>
                    <a:pt x="79511" y="28735"/>
                    <a:pt x="73321" y="28735"/>
                    <a:pt x="73321" y="21780"/>
                  </a:cubicBezTo>
                  <a:cubicBezTo>
                    <a:pt x="73321" y="10186"/>
                    <a:pt x="83888" y="-1403"/>
                    <a:pt x="99358" y="-1403"/>
                  </a:cubicBezTo>
                  <a:cubicBezTo>
                    <a:pt x="115855" y="-1403"/>
                    <a:pt x="130291" y="10832"/>
                    <a:pt x="130291" y="27061"/>
                  </a:cubicBezTo>
                  <a:cubicBezTo>
                    <a:pt x="130291" y="41615"/>
                    <a:pt x="119204" y="55017"/>
                    <a:pt x="103220" y="55017"/>
                  </a:cubicBezTo>
                  <a:cubicBezTo>
                    <a:pt x="97550" y="55017"/>
                    <a:pt x="90852" y="53596"/>
                    <a:pt x="85182" y="48703"/>
                  </a:cubicBezTo>
                  <a:lnTo>
                    <a:pt x="85182" y="73052"/>
                  </a:lnTo>
                  <a:close/>
                  <a:moveTo>
                    <a:pt x="203613" y="24614"/>
                  </a:moveTo>
                  <a:lnTo>
                    <a:pt x="199229" y="24614"/>
                  </a:lnTo>
                  <a:cubicBezTo>
                    <a:pt x="198841" y="21780"/>
                    <a:pt x="197553" y="14179"/>
                    <a:pt x="195874" y="12892"/>
                  </a:cubicBezTo>
                  <a:cubicBezTo>
                    <a:pt x="194847" y="12119"/>
                    <a:pt x="184920" y="12119"/>
                    <a:pt x="183119" y="12119"/>
                  </a:cubicBezTo>
                  <a:lnTo>
                    <a:pt x="159403" y="12119"/>
                  </a:lnTo>
                  <a:cubicBezTo>
                    <a:pt x="172932" y="24100"/>
                    <a:pt x="177448" y="27707"/>
                    <a:pt x="185181" y="33761"/>
                  </a:cubicBezTo>
                  <a:cubicBezTo>
                    <a:pt x="194719" y="41362"/>
                    <a:pt x="203613" y="49349"/>
                    <a:pt x="203613" y="61585"/>
                  </a:cubicBezTo>
                  <a:cubicBezTo>
                    <a:pt x="203613" y="77173"/>
                    <a:pt x="189950" y="86701"/>
                    <a:pt x="173452" y="86701"/>
                  </a:cubicBezTo>
                  <a:cubicBezTo>
                    <a:pt x="157469" y="86701"/>
                    <a:pt x="146642" y="75499"/>
                    <a:pt x="146642" y="63645"/>
                  </a:cubicBezTo>
                  <a:cubicBezTo>
                    <a:pt x="146642" y="57077"/>
                    <a:pt x="152185" y="56430"/>
                    <a:pt x="153473" y="56430"/>
                  </a:cubicBezTo>
                  <a:cubicBezTo>
                    <a:pt x="156568" y="56430"/>
                    <a:pt x="160304" y="58624"/>
                    <a:pt x="160304" y="63258"/>
                  </a:cubicBezTo>
                  <a:cubicBezTo>
                    <a:pt x="160304" y="65578"/>
                    <a:pt x="159403" y="70085"/>
                    <a:pt x="152699" y="70085"/>
                  </a:cubicBezTo>
                  <a:cubicBezTo>
                    <a:pt x="156695" y="79233"/>
                    <a:pt x="165461" y="82067"/>
                    <a:pt x="171518" y="82067"/>
                  </a:cubicBezTo>
                  <a:cubicBezTo>
                    <a:pt x="184407" y="82067"/>
                    <a:pt x="191110" y="72019"/>
                    <a:pt x="191110" y="61585"/>
                  </a:cubicBezTo>
                  <a:cubicBezTo>
                    <a:pt x="191110" y="50377"/>
                    <a:pt x="183119" y="41489"/>
                    <a:pt x="178991" y="36854"/>
                  </a:cubicBezTo>
                  <a:lnTo>
                    <a:pt x="147930" y="6192"/>
                  </a:lnTo>
                  <a:cubicBezTo>
                    <a:pt x="146642" y="5038"/>
                    <a:pt x="146642" y="4777"/>
                    <a:pt x="146642" y="1170"/>
                  </a:cubicBezTo>
                  <a:lnTo>
                    <a:pt x="199743" y="1170"/>
                  </a:lnTo>
                  <a:lnTo>
                    <a:pt x="203613" y="24614"/>
                  </a:lnTo>
                  <a:close/>
                </a:path>
              </a:pathLst>
            </a:custGeom>
            <a:solidFill>
              <a:srgbClr val="000000"/>
            </a:solidFill>
            <a:ln w="27807" cap="flat">
              <a:noFill/>
              <a:prstDash val="solid"/>
              <a:miter/>
            </a:ln>
          </p:spPr>
          <p:txBody>
            <a:bodyPr/>
            <a:lstStyle/>
            <a:p>
              <a:endParaRPr lang="en-GB"/>
            </a:p>
          </p:txBody>
        </p:sp>
        <p:sp>
          <p:nvSpPr>
            <p:cNvPr id="29" name="Freeform: Shape 28">
              <a:extLst>
                <a:ext uri="{FF2B5EF4-FFF2-40B4-BE49-F238E27FC236}">
                  <a16:creationId xmlns:a16="http://schemas.microsoft.com/office/drawing/2014/main" id="{D8F4EB1D-D766-79C3-9BF1-7E9A51433AD6}"/>
                </a:ext>
              </a:extLst>
            </p:cNvPr>
            <p:cNvSpPr/>
            <p:nvPr>
              <p:custDataLst>
                <p:tags r:id="rId32"/>
              </p:custDataLst>
            </p:nvPr>
          </p:nvSpPr>
          <p:spPr>
            <a:xfrm flipV="1">
              <a:off x="12169646" y="-9726871"/>
              <a:ext cx="122768" cy="78552"/>
            </a:xfrm>
            <a:custGeom>
              <a:avLst/>
              <a:gdLst>
                <a:gd name="csX0" fmla="*/ 122768 w 122768"/>
                <a:gd name="csY0" fmla="*/ 71455 h 78552"/>
                <a:gd name="csX1" fmla="*/ 120193 w 122768"/>
                <a:gd name="csY1" fmla="*/ 76973 h 78552"/>
                <a:gd name="csX2" fmla="*/ 117617 w 122768"/>
                <a:gd name="csY2" fmla="*/ 72009 h 78552"/>
                <a:gd name="csX3" fmla="*/ 92031 w 122768"/>
                <a:gd name="csY3" fmla="*/ 51770 h 78552"/>
                <a:gd name="csX4" fmla="*/ 62582 w 122768"/>
                <a:gd name="csY4" fmla="*/ 63912 h 78552"/>
                <a:gd name="csX5" fmla="*/ 30737 w 122768"/>
                <a:gd name="csY5" fmla="*/ 77157 h 78552"/>
                <a:gd name="csX6" fmla="*/ 0 w 122768"/>
                <a:gd name="csY6" fmla="*/ 47170 h 78552"/>
                <a:gd name="csX7" fmla="*/ 2575 w 122768"/>
                <a:gd name="csY7" fmla="*/ 41652 h 78552"/>
                <a:gd name="csX8" fmla="*/ 5156 w 122768"/>
                <a:gd name="csY8" fmla="*/ 45882 h 78552"/>
                <a:gd name="csX9" fmla="*/ 30737 w 122768"/>
                <a:gd name="csY9" fmla="*/ 66855 h 78552"/>
                <a:gd name="csX10" fmla="*/ 60192 w 122768"/>
                <a:gd name="csY10" fmla="*/ 54713 h 78552"/>
                <a:gd name="csX11" fmla="*/ 92031 w 122768"/>
                <a:gd name="csY11" fmla="*/ 41467 h 78552"/>
                <a:gd name="csX12" fmla="*/ 122768 w 122768"/>
                <a:gd name="csY12" fmla="*/ 71455 h 78552"/>
                <a:gd name="csX13" fmla="*/ 122768 w 122768"/>
                <a:gd name="csY13" fmla="*/ 28407 h 78552"/>
                <a:gd name="csX14" fmla="*/ 120193 w 122768"/>
                <a:gd name="csY14" fmla="*/ 34109 h 78552"/>
                <a:gd name="csX15" fmla="*/ 117617 w 122768"/>
                <a:gd name="csY15" fmla="*/ 29140 h 78552"/>
                <a:gd name="csX16" fmla="*/ 92031 w 122768"/>
                <a:gd name="csY16" fmla="*/ 8906 h 78552"/>
                <a:gd name="csX17" fmla="*/ 62582 w 122768"/>
                <a:gd name="csY17" fmla="*/ 21049 h 78552"/>
                <a:gd name="csX18" fmla="*/ 30737 w 122768"/>
                <a:gd name="csY18" fmla="*/ 34294 h 78552"/>
                <a:gd name="csX19" fmla="*/ 0 w 122768"/>
                <a:gd name="csY19" fmla="*/ 4307 h 78552"/>
                <a:gd name="csX20" fmla="*/ 2575 w 122768"/>
                <a:gd name="csY20" fmla="*/ -1211 h 78552"/>
                <a:gd name="csX21" fmla="*/ 5156 w 122768"/>
                <a:gd name="csY21" fmla="*/ 3020 h 78552"/>
                <a:gd name="csX22" fmla="*/ 30737 w 122768"/>
                <a:gd name="csY22" fmla="*/ 23992 h 78552"/>
                <a:gd name="csX23" fmla="*/ 60192 w 122768"/>
                <a:gd name="csY23" fmla="*/ 11850 h 78552"/>
                <a:gd name="csX24" fmla="*/ 92031 w 122768"/>
                <a:gd name="csY24" fmla="*/ -1396 h 78552"/>
                <a:gd name="csX25" fmla="*/ 122768 w 122768"/>
                <a:gd name="csY25" fmla="*/ 28407 h 785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22768" h="78552">
                  <a:moveTo>
                    <a:pt x="122768" y="71455"/>
                  </a:moveTo>
                  <a:cubicBezTo>
                    <a:pt x="122768" y="75316"/>
                    <a:pt x="121480" y="76973"/>
                    <a:pt x="120193" y="76973"/>
                  </a:cubicBezTo>
                  <a:cubicBezTo>
                    <a:pt x="119459" y="76973"/>
                    <a:pt x="117802" y="76239"/>
                    <a:pt x="117617" y="72009"/>
                  </a:cubicBezTo>
                  <a:cubicBezTo>
                    <a:pt x="116878" y="59312"/>
                    <a:pt x="103996" y="51770"/>
                    <a:pt x="92031" y="51770"/>
                  </a:cubicBezTo>
                  <a:cubicBezTo>
                    <a:pt x="81354" y="51770"/>
                    <a:pt x="72156" y="57471"/>
                    <a:pt x="62582" y="63912"/>
                  </a:cubicBezTo>
                  <a:cubicBezTo>
                    <a:pt x="52645" y="70538"/>
                    <a:pt x="42701" y="77157"/>
                    <a:pt x="30737" y="77157"/>
                  </a:cubicBezTo>
                  <a:cubicBezTo>
                    <a:pt x="13622" y="77157"/>
                    <a:pt x="0" y="64097"/>
                    <a:pt x="0" y="47170"/>
                  </a:cubicBezTo>
                  <a:cubicBezTo>
                    <a:pt x="0" y="43124"/>
                    <a:pt x="1472" y="41652"/>
                    <a:pt x="2575" y="41652"/>
                  </a:cubicBezTo>
                  <a:cubicBezTo>
                    <a:pt x="4417" y="41652"/>
                    <a:pt x="5156" y="45150"/>
                    <a:pt x="5156" y="45882"/>
                  </a:cubicBezTo>
                  <a:cubicBezTo>
                    <a:pt x="6074" y="61337"/>
                    <a:pt x="21169" y="66855"/>
                    <a:pt x="30737" y="66855"/>
                  </a:cubicBezTo>
                  <a:cubicBezTo>
                    <a:pt x="41413" y="66855"/>
                    <a:pt x="50618" y="61154"/>
                    <a:pt x="60192" y="54713"/>
                  </a:cubicBezTo>
                  <a:cubicBezTo>
                    <a:pt x="70129" y="48093"/>
                    <a:pt x="80067" y="41467"/>
                    <a:pt x="92031" y="41467"/>
                  </a:cubicBezTo>
                  <a:cubicBezTo>
                    <a:pt x="109152" y="41467"/>
                    <a:pt x="122768" y="54528"/>
                    <a:pt x="122768" y="71455"/>
                  </a:cubicBezTo>
                  <a:close/>
                  <a:moveTo>
                    <a:pt x="122768" y="28407"/>
                  </a:moveTo>
                  <a:cubicBezTo>
                    <a:pt x="122768" y="33740"/>
                    <a:pt x="120562" y="34109"/>
                    <a:pt x="120193" y="34109"/>
                  </a:cubicBezTo>
                  <a:cubicBezTo>
                    <a:pt x="119459" y="34109"/>
                    <a:pt x="117802" y="33191"/>
                    <a:pt x="117617" y="29140"/>
                  </a:cubicBezTo>
                  <a:cubicBezTo>
                    <a:pt x="116878" y="16449"/>
                    <a:pt x="103996" y="8906"/>
                    <a:pt x="92031" y="8906"/>
                  </a:cubicBezTo>
                  <a:cubicBezTo>
                    <a:pt x="81354" y="8906"/>
                    <a:pt x="72156" y="14608"/>
                    <a:pt x="62582" y="21049"/>
                  </a:cubicBezTo>
                  <a:cubicBezTo>
                    <a:pt x="52645" y="27668"/>
                    <a:pt x="42701" y="34294"/>
                    <a:pt x="30737" y="34294"/>
                  </a:cubicBezTo>
                  <a:cubicBezTo>
                    <a:pt x="13622" y="34294"/>
                    <a:pt x="0" y="21234"/>
                    <a:pt x="0" y="4307"/>
                  </a:cubicBezTo>
                  <a:cubicBezTo>
                    <a:pt x="0" y="261"/>
                    <a:pt x="1472" y="-1211"/>
                    <a:pt x="2575" y="-1211"/>
                  </a:cubicBezTo>
                  <a:cubicBezTo>
                    <a:pt x="4417" y="-1211"/>
                    <a:pt x="5156" y="2287"/>
                    <a:pt x="5156" y="3020"/>
                  </a:cubicBezTo>
                  <a:cubicBezTo>
                    <a:pt x="6074" y="18475"/>
                    <a:pt x="21169" y="23992"/>
                    <a:pt x="30737" y="23992"/>
                  </a:cubicBezTo>
                  <a:cubicBezTo>
                    <a:pt x="41413" y="23992"/>
                    <a:pt x="50618" y="18290"/>
                    <a:pt x="60192" y="11850"/>
                  </a:cubicBezTo>
                  <a:cubicBezTo>
                    <a:pt x="70129" y="5230"/>
                    <a:pt x="80067" y="-1396"/>
                    <a:pt x="92031" y="-1396"/>
                  </a:cubicBezTo>
                  <a:cubicBezTo>
                    <a:pt x="109516" y="-1396"/>
                    <a:pt x="122768" y="12219"/>
                    <a:pt x="122768" y="28407"/>
                  </a:cubicBezTo>
                  <a:close/>
                </a:path>
              </a:pathLst>
            </a:custGeom>
            <a:solidFill>
              <a:srgbClr val="000000"/>
            </a:solidFill>
            <a:ln w="27807" cap="flat">
              <a:noFill/>
              <a:prstDash val="solid"/>
              <a:miter/>
            </a:ln>
          </p:spPr>
          <p:txBody>
            <a:bodyPr/>
            <a:lstStyle/>
            <a:p>
              <a:endParaRPr lang="en-GB"/>
            </a:p>
          </p:txBody>
        </p:sp>
        <p:sp>
          <p:nvSpPr>
            <p:cNvPr id="30" name="Freeform: Shape 29">
              <a:extLst>
                <a:ext uri="{FF2B5EF4-FFF2-40B4-BE49-F238E27FC236}">
                  <a16:creationId xmlns:a16="http://schemas.microsoft.com/office/drawing/2014/main" id="{8DDE719F-7CED-700C-2BEB-29B7B3C53E86}"/>
                </a:ext>
              </a:extLst>
            </p:cNvPr>
            <p:cNvSpPr/>
            <p:nvPr>
              <p:custDataLst>
                <p:tags r:id="rId33"/>
              </p:custDataLst>
            </p:nvPr>
          </p:nvSpPr>
          <p:spPr>
            <a:xfrm flipV="1">
              <a:off x="12361015" y="-9760535"/>
              <a:ext cx="77491" cy="126563"/>
            </a:xfrm>
            <a:custGeom>
              <a:avLst/>
              <a:gdLst>
                <a:gd name="csX0" fmla="*/ 77491 w 77491"/>
                <a:gd name="csY0" fmla="*/ 61516 h 126563"/>
                <a:gd name="csX1" fmla="*/ 70129 w 77491"/>
                <a:gd name="csY1" fmla="*/ 104563 h 126563"/>
                <a:gd name="csX2" fmla="*/ 38838 w 77491"/>
                <a:gd name="csY2" fmla="*/ 125166 h 126563"/>
                <a:gd name="csX3" fmla="*/ 6814 w 77491"/>
                <a:gd name="csY3" fmla="*/ 103276 h 126563"/>
                <a:gd name="csX4" fmla="*/ 0 w 77491"/>
                <a:gd name="csY4" fmla="*/ 61516 h 126563"/>
                <a:gd name="csX5" fmla="*/ 8286 w 77491"/>
                <a:gd name="csY5" fmla="*/ 17181 h 126563"/>
                <a:gd name="csX6" fmla="*/ 38653 w 77491"/>
                <a:gd name="csY6" fmla="*/ -1397 h 126563"/>
                <a:gd name="csX7" fmla="*/ 70683 w 77491"/>
                <a:gd name="csY7" fmla="*/ 19939 h 126563"/>
                <a:gd name="csX8" fmla="*/ 77491 w 77491"/>
                <a:gd name="csY8" fmla="*/ 61516 h 126563"/>
                <a:gd name="csX9" fmla="*/ 38653 w 77491"/>
                <a:gd name="csY9" fmla="*/ 2649 h 126563"/>
                <a:gd name="csX10" fmla="*/ 17300 w 77491"/>
                <a:gd name="csY10" fmla="*/ 24909 h 126563"/>
                <a:gd name="csX11" fmla="*/ 15279 w 77491"/>
                <a:gd name="csY11" fmla="*/ 63726 h 126563"/>
                <a:gd name="csX12" fmla="*/ 16751 w 77491"/>
                <a:gd name="csY12" fmla="*/ 97575 h 126563"/>
                <a:gd name="csX13" fmla="*/ 38653 w 77491"/>
                <a:gd name="csY13" fmla="*/ 121121 h 126563"/>
                <a:gd name="csX14" fmla="*/ 60371 w 77491"/>
                <a:gd name="csY14" fmla="*/ 99600 h 126563"/>
                <a:gd name="csX15" fmla="*/ 62212 w 77491"/>
                <a:gd name="csY15" fmla="*/ 63726 h 126563"/>
                <a:gd name="csX16" fmla="*/ 60191 w 77491"/>
                <a:gd name="csY16" fmla="*/ 25641 h 126563"/>
                <a:gd name="csX17" fmla="*/ 38653 w 77491"/>
                <a:gd name="csY17" fmla="*/ 2649 h 126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7491" h="126563">
                  <a:moveTo>
                    <a:pt x="77491" y="61516"/>
                  </a:moveTo>
                  <a:cubicBezTo>
                    <a:pt x="77491" y="76232"/>
                    <a:pt x="76573" y="90949"/>
                    <a:pt x="70129" y="104563"/>
                  </a:cubicBezTo>
                  <a:cubicBezTo>
                    <a:pt x="61664" y="122223"/>
                    <a:pt x="46570" y="125166"/>
                    <a:pt x="38838" y="125166"/>
                  </a:cubicBezTo>
                  <a:cubicBezTo>
                    <a:pt x="27792" y="125166"/>
                    <a:pt x="14355" y="120388"/>
                    <a:pt x="6814" y="103276"/>
                  </a:cubicBezTo>
                  <a:cubicBezTo>
                    <a:pt x="924" y="90585"/>
                    <a:pt x="0" y="76232"/>
                    <a:pt x="0" y="61516"/>
                  </a:cubicBezTo>
                  <a:cubicBezTo>
                    <a:pt x="0" y="47722"/>
                    <a:pt x="739" y="31165"/>
                    <a:pt x="8286" y="17181"/>
                  </a:cubicBezTo>
                  <a:cubicBezTo>
                    <a:pt x="16197" y="2279"/>
                    <a:pt x="29634" y="-1397"/>
                    <a:pt x="38653" y="-1397"/>
                  </a:cubicBezTo>
                  <a:cubicBezTo>
                    <a:pt x="48591" y="-1397"/>
                    <a:pt x="62582" y="2464"/>
                    <a:pt x="70683" y="19939"/>
                  </a:cubicBezTo>
                  <a:cubicBezTo>
                    <a:pt x="76573" y="32636"/>
                    <a:pt x="77491" y="46984"/>
                    <a:pt x="77491" y="61516"/>
                  </a:cubicBezTo>
                  <a:close/>
                  <a:moveTo>
                    <a:pt x="38653" y="2649"/>
                  </a:moveTo>
                  <a:cubicBezTo>
                    <a:pt x="31476" y="2649"/>
                    <a:pt x="20614" y="7249"/>
                    <a:pt x="17300" y="24909"/>
                  </a:cubicBezTo>
                  <a:cubicBezTo>
                    <a:pt x="15279" y="35948"/>
                    <a:pt x="15279" y="52870"/>
                    <a:pt x="15279" y="63726"/>
                  </a:cubicBezTo>
                  <a:cubicBezTo>
                    <a:pt x="15279" y="75500"/>
                    <a:pt x="15279" y="87642"/>
                    <a:pt x="16751" y="97575"/>
                  </a:cubicBezTo>
                  <a:cubicBezTo>
                    <a:pt x="20250" y="119465"/>
                    <a:pt x="34051" y="121121"/>
                    <a:pt x="38653" y="121121"/>
                  </a:cubicBezTo>
                  <a:cubicBezTo>
                    <a:pt x="44728" y="121121"/>
                    <a:pt x="56877" y="117808"/>
                    <a:pt x="60371" y="99600"/>
                  </a:cubicBezTo>
                  <a:cubicBezTo>
                    <a:pt x="62212" y="89299"/>
                    <a:pt x="62212" y="75315"/>
                    <a:pt x="62212" y="63726"/>
                  </a:cubicBezTo>
                  <a:cubicBezTo>
                    <a:pt x="62212" y="49927"/>
                    <a:pt x="62212" y="37421"/>
                    <a:pt x="60191" y="25641"/>
                  </a:cubicBezTo>
                  <a:cubicBezTo>
                    <a:pt x="57425" y="8166"/>
                    <a:pt x="46940" y="2649"/>
                    <a:pt x="38653" y="2649"/>
                  </a:cubicBezTo>
                  <a:close/>
                </a:path>
              </a:pathLst>
            </a:custGeom>
            <a:solidFill>
              <a:srgbClr val="000000"/>
            </a:solidFill>
            <a:ln w="27807" cap="flat">
              <a:noFill/>
              <a:prstDash val="solid"/>
              <a:miter/>
            </a:ln>
          </p:spPr>
          <p:txBody>
            <a:bodyPr/>
            <a:lstStyle/>
            <a:p>
              <a:endParaRPr lang="en-GB"/>
            </a:p>
          </p:txBody>
        </p:sp>
        <p:sp>
          <p:nvSpPr>
            <p:cNvPr id="31" name="Freeform: Shape 30">
              <a:extLst>
                <a:ext uri="{FF2B5EF4-FFF2-40B4-BE49-F238E27FC236}">
                  <a16:creationId xmlns:a16="http://schemas.microsoft.com/office/drawing/2014/main" id="{9E75533F-43C7-0BB0-D826-2B701A6C446D}"/>
                </a:ext>
              </a:extLst>
            </p:cNvPr>
            <p:cNvSpPr/>
            <p:nvPr>
              <p:custDataLst>
                <p:tags r:id="rId34"/>
              </p:custDataLst>
            </p:nvPr>
          </p:nvSpPr>
          <p:spPr>
            <a:xfrm flipV="1">
              <a:off x="12461704" y="-9657518"/>
              <a:ext cx="19511" cy="19500"/>
            </a:xfrm>
            <a:custGeom>
              <a:avLst/>
              <a:gdLst>
                <a:gd name="csX0" fmla="*/ 19512 w 19511"/>
                <a:gd name="csY0" fmla="*/ 8357 h 19500"/>
                <a:gd name="csX1" fmla="*/ 9758 w 19511"/>
                <a:gd name="csY1" fmla="*/ 18109 h 19500"/>
                <a:gd name="csX2" fmla="*/ 0 w 19511"/>
                <a:gd name="csY2" fmla="*/ 8357 h 19500"/>
                <a:gd name="csX3" fmla="*/ 9758 w 19511"/>
                <a:gd name="csY3" fmla="*/ -1391 h 19500"/>
                <a:gd name="csX4" fmla="*/ 19512 w 19511"/>
                <a:gd name="csY4" fmla="*/ 8357 h 19500"/>
              </a:gdLst>
              <a:ahLst/>
              <a:cxnLst>
                <a:cxn ang="0">
                  <a:pos x="csX0" y="csY0"/>
                </a:cxn>
                <a:cxn ang="0">
                  <a:pos x="csX1" y="csY1"/>
                </a:cxn>
                <a:cxn ang="0">
                  <a:pos x="csX2" y="csY2"/>
                </a:cxn>
                <a:cxn ang="0">
                  <a:pos x="csX3" y="csY3"/>
                </a:cxn>
                <a:cxn ang="0">
                  <a:pos x="csX4" y="csY4"/>
                </a:cxn>
              </a:cxnLst>
              <a:rect l="l" t="t" r="r" b="b"/>
              <a:pathLst>
                <a:path w="19511" h="19500">
                  <a:moveTo>
                    <a:pt x="19512" y="8357"/>
                  </a:moveTo>
                  <a:cubicBezTo>
                    <a:pt x="19512" y="13695"/>
                    <a:pt x="15094" y="18109"/>
                    <a:pt x="9758" y="18109"/>
                  </a:cubicBezTo>
                  <a:cubicBezTo>
                    <a:pt x="4417" y="18109"/>
                    <a:pt x="0" y="13695"/>
                    <a:pt x="0" y="8357"/>
                  </a:cubicBezTo>
                  <a:cubicBezTo>
                    <a:pt x="0" y="3024"/>
                    <a:pt x="4417" y="-1391"/>
                    <a:pt x="9758" y="-1391"/>
                  </a:cubicBezTo>
                  <a:cubicBezTo>
                    <a:pt x="15094" y="-1391"/>
                    <a:pt x="19512" y="3024"/>
                    <a:pt x="19512" y="8357"/>
                  </a:cubicBezTo>
                  <a:close/>
                </a:path>
              </a:pathLst>
            </a:custGeom>
            <a:solidFill>
              <a:srgbClr val="000000"/>
            </a:solidFill>
            <a:ln w="27807" cap="flat">
              <a:noFill/>
              <a:prstDash val="solid"/>
              <a:miter/>
            </a:ln>
          </p:spPr>
          <p:txBody>
            <a:bodyPr/>
            <a:lstStyle/>
            <a:p>
              <a:endParaRPr lang="en-GB"/>
            </a:p>
          </p:txBody>
        </p:sp>
        <p:sp>
          <p:nvSpPr>
            <p:cNvPr id="32" name="Freeform: Shape 31">
              <a:extLst>
                <a:ext uri="{FF2B5EF4-FFF2-40B4-BE49-F238E27FC236}">
                  <a16:creationId xmlns:a16="http://schemas.microsoft.com/office/drawing/2014/main" id="{ACB3D7F1-8DEF-ECA0-F9B7-3D438F6AEB37}"/>
                </a:ext>
              </a:extLst>
            </p:cNvPr>
            <p:cNvSpPr/>
            <p:nvPr>
              <p:custDataLst>
                <p:tags r:id="rId35"/>
              </p:custDataLst>
            </p:nvPr>
          </p:nvSpPr>
          <p:spPr>
            <a:xfrm flipV="1">
              <a:off x="12506227" y="-9760535"/>
              <a:ext cx="351038" cy="126563"/>
            </a:xfrm>
            <a:custGeom>
              <a:avLst/>
              <a:gdLst>
                <a:gd name="csX0" fmla="*/ 14170 w 351038"/>
                <a:gd name="csY0" fmla="*/ 16811 h 126563"/>
                <a:gd name="csX1" fmla="*/ 33682 w 351038"/>
                <a:gd name="csY1" fmla="*/ 35764 h 126563"/>
                <a:gd name="csX2" fmla="*/ 73438 w 351038"/>
                <a:gd name="csY2" fmla="*/ 89477 h 126563"/>
                <a:gd name="csX3" fmla="*/ 34420 w 351038"/>
                <a:gd name="csY3" fmla="*/ 125166 h 126563"/>
                <a:gd name="csX4" fmla="*/ 0 w 351038"/>
                <a:gd name="csY4" fmla="*/ 91872 h 126563"/>
                <a:gd name="csX5" fmla="*/ 9753 w 351038"/>
                <a:gd name="csY5" fmla="*/ 81571 h 126563"/>
                <a:gd name="csX6" fmla="*/ 19327 w 351038"/>
                <a:gd name="csY6" fmla="*/ 91319 h 126563"/>
                <a:gd name="csX7" fmla="*/ 9568 w 351038"/>
                <a:gd name="csY7" fmla="*/ 100886 h 126563"/>
                <a:gd name="csX8" fmla="*/ 7177 w 351038"/>
                <a:gd name="csY8" fmla="*/ 100703 h 126563"/>
                <a:gd name="csX9" fmla="*/ 32024 w 351038"/>
                <a:gd name="csY9" fmla="*/ 119465 h 126563"/>
                <a:gd name="csX10" fmla="*/ 56692 w 351038"/>
                <a:gd name="csY10" fmla="*/ 89477 h 126563"/>
                <a:gd name="csX11" fmla="*/ 37366 w 351038"/>
                <a:gd name="csY11" fmla="*/ 48824 h 126563"/>
                <a:gd name="csX12" fmla="*/ 2021 w 351038"/>
                <a:gd name="csY12" fmla="*/ 9453 h 126563"/>
                <a:gd name="csX13" fmla="*/ 0 w 351038"/>
                <a:gd name="csY13" fmla="*/ 2649 h 126563"/>
                <a:gd name="csX14" fmla="*/ 68287 w 351038"/>
                <a:gd name="csY14" fmla="*/ 2649 h 126563"/>
                <a:gd name="csX15" fmla="*/ 73438 w 351038"/>
                <a:gd name="csY15" fmla="*/ 34656 h 126563"/>
                <a:gd name="csX16" fmla="*/ 68836 w 351038"/>
                <a:gd name="csY16" fmla="*/ 34656 h 126563"/>
                <a:gd name="csX17" fmla="*/ 64788 w 351038"/>
                <a:gd name="csY17" fmla="*/ 18283 h 126563"/>
                <a:gd name="csX18" fmla="*/ 47303 w 351038"/>
                <a:gd name="csY18" fmla="*/ 16811 h 126563"/>
                <a:gd name="csX19" fmla="*/ 14170 w 351038"/>
                <a:gd name="csY19" fmla="*/ 16811 h 126563"/>
                <a:gd name="csX20" fmla="*/ 136956 w 351038"/>
                <a:gd name="csY20" fmla="*/ 120388 h 126563"/>
                <a:gd name="csX21" fmla="*/ 132717 w 351038"/>
                <a:gd name="csY21" fmla="*/ 125166 h 126563"/>
                <a:gd name="csX22" fmla="*/ 99221 w 351038"/>
                <a:gd name="csY22" fmla="*/ 113394 h 126563"/>
                <a:gd name="csX23" fmla="*/ 99221 w 351038"/>
                <a:gd name="csY23" fmla="*/ 107691 h 126563"/>
                <a:gd name="csX24" fmla="*/ 123334 w 351038"/>
                <a:gd name="csY24" fmla="*/ 112475 h 126563"/>
                <a:gd name="csX25" fmla="*/ 123334 w 351038"/>
                <a:gd name="csY25" fmla="*/ 17181 h 126563"/>
                <a:gd name="csX26" fmla="*/ 106213 w 351038"/>
                <a:gd name="csY26" fmla="*/ 8350 h 126563"/>
                <a:gd name="csX27" fmla="*/ 100323 w 351038"/>
                <a:gd name="csY27" fmla="*/ 8350 h 126563"/>
                <a:gd name="csX28" fmla="*/ 100323 w 351038"/>
                <a:gd name="csY28" fmla="*/ 2649 h 126563"/>
                <a:gd name="csX29" fmla="*/ 130142 w 351038"/>
                <a:gd name="csY29" fmla="*/ 3202 h 126563"/>
                <a:gd name="csX30" fmla="*/ 159960 w 351038"/>
                <a:gd name="csY30" fmla="*/ 2649 h 126563"/>
                <a:gd name="csX31" fmla="*/ 159960 w 351038"/>
                <a:gd name="csY31" fmla="*/ 8350 h 126563"/>
                <a:gd name="csX32" fmla="*/ 154071 w 351038"/>
                <a:gd name="csY32" fmla="*/ 8350 h 126563"/>
                <a:gd name="csX33" fmla="*/ 136956 w 351038"/>
                <a:gd name="csY33" fmla="*/ 17181 h 126563"/>
                <a:gd name="csX34" fmla="*/ 136956 w 351038"/>
                <a:gd name="csY34" fmla="*/ 120388 h 126563"/>
                <a:gd name="csX35" fmla="*/ 228998 w 351038"/>
                <a:gd name="csY35" fmla="*/ 120388 h 126563"/>
                <a:gd name="csX36" fmla="*/ 224761 w 351038"/>
                <a:gd name="csY36" fmla="*/ 125166 h 126563"/>
                <a:gd name="csX37" fmla="*/ 191264 w 351038"/>
                <a:gd name="csY37" fmla="*/ 113394 h 126563"/>
                <a:gd name="csX38" fmla="*/ 191264 w 351038"/>
                <a:gd name="csY38" fmla="*/ 107691 h 126563"/>
                <a:gd name="csX39" fmla="*/ 215376 w 351038"/>
                <a:gd name="csY39" fmla="*/ 112475 h 126563"/>
                <a:gd name="csX40" fmla="*/ 215376 w 351038"/>
                <a:gd name="csY40" fmla="*/ 17181 h 126563"/>
                <a:gd name="csX41" fmla="*/ 198256 w 351038"/>
                <a:gd name="csY41" fmla="*/ 8350 h 126563"/>
                <a:gd name="csX42" fmla="*/ 192366 w 351038"/>
                <a:gd name="csY42" fmla="*/ 8350 h 126563"/>
                <a:gd name="csX43" fmla="*/ 192366 w 351038"/>
                <a:gd name="csY43" fmla="*/ 2649 h 126563"/>
                <a:gd name="csX44" fmla="*/ 222185 w 351038"/>
                <a:gd name="csY44" fmla="*/ 3202 h 126563"/>
                <a:gd name="csX45" fmla="*/ 252003 w 351038"/>
                <a:gd name="csY45" fmla="*/ 2649 h 126563"/>
                <a:gd name="csX46" fmla="*/ 252003 w 351038"/>
                <a:gd name="csY46" fmla="*/ 8350 h 126563"/>
                <a:gd name="csX47" fmla="*/ 246114 w 351038"/>
                <a:gd name="csY47" fmla="*/ 8350 h 126563"/>
                <a:gd name="csX48" fmla="*/ 228998 w 351038"/>
                <a:gd name="csY48" fmla="*/ 17181 h 126563"/>
                <a:gd name="csX49" fmla="*/ 228998 w 351038"/>
                <a:gd name="csY49" fmla="*/ 120388 h 126563"/>
                <a:gd name="csX50" fmla="*/ 334473 w 351038"/>
                <a:gd name="csY50" fmla="*/ 61152 h 126563"/>
                <a:gd name="csX51" fmla="*/ 334473 w 351038"/>
                <a:gd name="csY51" fmla="*/ 55265 h 126563"/>
                <a:gd name="csX52" fmla="*/ 304659 w 351038"/>
                <a:gd name="csY52" fmla="*/ 3751 h 126563"/>
                <a:gd name="csX53" fmla="*/ 286621 w 351038"/>
                <a:gd name="csY53" fmla="*/ 10377 h 126563"/>
                <a:gd name="csX54" fmla="*/ 296189 w 351038"/>
                <a:gd name="csY54" fmla="*/ 18836 h 126563"/>
                <a:gd name="csX55" fmla="*/ 287724 w 351038"/>
                <a:gd name="csY55" fmla="*/ 27297 h 126563"/>
                <a:gd name="csX56" fmla="*/ 279258 w 351038"/>
                <a:gd name="csY56" fmla="*/ 18468 h 126563"/>
                <a:gd name="csX57" fmla="*/ 304838 w 351038"/>
                <a:gd name="csY57" fmla="*/ -1397 h 126563"/>
                <a:gd name="csX58" fmla="*/ 351039 w 351038"/>
                <a:gd name="csY58" fmla="*/ 63171 h 126563"/>
                <a:gd name="csX59" fmla="*/ 313495 w 351038"/>
                <a:gd name="csY59" fmla="*/ 125166 h 126563"/>
                <a:gd name="csX60" fmla="*/ 286437 w 351038"/>
                <a:gd name="csY60" fmla="*/ 113578 h 126563"/>
                <a:gd name="csX61" fmla="*/ 274657 w 351038"/>
                <a:gd name="csY61" fmla="*/ 83776 h 126563"/>
                <a:gd name="csX62" fmla="*/ 311468 w 351038"/>
                <a:gd name="csY62" fmla="*/ 42753 h 126563"/>
                <a:gd name="csX63" fmla="*/ 334473 w 351038"/>
                <a:gd name="csY63" fmla="*/ 61152 h 126563"/>
                <a:gd name="csX64" fmla="*/ 311653 w 351038"/>
                <a:gd name="csY64" fmla="*/ 46984 h 126563"/>
                <a:gd name="csX65" fmla="*/ 294531 w 351038"/>
                <a:gd name="csY65" fmla="*/ 58572 h 126563"/>
                <a:gd name="csX66" fmla="*/ 291222 w 351038"/>
                <a:gd name="csY66" fmla="*/ 83591 h 126563"/>
                <a:gd name="csX67" fmla="*/ 295086 w 351038"/>
                <a:gd name="csY67" fmla="*/ 108979 h 126563"/>
                <a:gd name="csX68" fmla="*/ 313495 w 351038"/>
                <a:gd name="csY68" fmla="*/ 120567 h 126563"/>
                <a:gd name="csX69" fmla="*/ 331164 w 351038"/>
                <a:gd name="csY69" fmla="*/ 106035 h 126563"/>
                <a:gd name="csX70" fmla="*/ 334109 w 351038"/>
                <a:gd name="csY70" fmla="*/ 80099 h 126563"/>
                <a:gd name="csX71" fmla="*/ 311653 w 351038"/>
                <a:gd name="csY71" fmla="*/ 46984 h 126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Lst>
              <a:rect l="l" t="t" r="r" b="b"/>
              <a:pathLst>
                <a:path w="351038" h="126563">
                  <a:moveTo>
                    <a:pt x="14170" y="16811"/>
                  </a:moveTo>
                  <a:lnTo>
                    <a:pt x="33682" y="35764"/>
                  </a:lnTo>
                  <a:cubicBezTo>
                    <a:pt x="62397" y="61152"/>
                    <a:pt x="73438" y="71084"/>
                    <a:pt x="73438" y="89477"/>
                  </a:cubicBezTo>
                  <a:cubicBezTo>
                    <a:pt x="73438" y="110450"/>
                    <a:pt x="56872" y="125166"/>
                    <a:pt x="34420" y="125166"/>
                  </a:cubicBezTo>
                  <a:cubicBezTo>
                    <a:pt x="13622" y="125166"/>
                    <a:pt x="0" y="108246"/>
                    <a:pt x="0" y="91872"/>
                  </a:cubicBezTo>
                  <a:cubicBezTo>
                    <a:pt x="0" y="81571"/>
                    <a:pt x="9204" y="81571"/>
                    <a:pt x="9753" y="81571"/>
                  </a:cubicBezTo>
                  <a:cubicBezTo>
                    <a:pt x="12882" y="81571"/>
                    <a:pt x="19327" y="83776"/>
                    <a:pt x="19327" y="91319"/>
                  </a:cubicBezTo>
                  <a:cubicBezTo>
                    <a:pt x="19327" y="96103"/>
                    <a:pt x="16012" y="100886"/>
                    <a:pt x="9568" y="100886"/>
                  </a:cubicBezTo>
                  <a:cubicBezTo>
                    <a:pt x="8095" y="100886"/>
                    <a:pt x="7732" y="100886"/>
                    <a:pt x="7177" y="100703"/>
                  </a:cubicBezTo>
                  <a:cubicBezTo>
                    <a:pt x="11410" y="112660"/>
                    <a:pt x="21348" y="119465"/>
                    <a:pt x="32024" y="119465"/>
                  </a:cubicBezTo>
                  <a:cubicBezTo>
                    <a:pt x="48776" y="119465"/>
                    <a:pt x="56692" y="104563"/>
                    <a:pt x="56692" y="89477"/>
                  </a:cubicBezTo>
                  <a:cubicBezTo>
                    <a:pt x="56692" y="74760"/>
                    <a:pt x="47488" y="60228"/>
                    <a:pt x="37366" y="48824"/>
                  </a:cubicBezTo>
                  <a:lnTo>
                    <a:pt x="2021" y="9453"/>
                  </a:lnTo>
                  <a:cubicBezTo>
                    <a:pt x="0" y="7433"/>
                    <a:pt x="0" y="7064"/>
                    <a:pt x="0" y="2649"/>
                  </a:cubicBezTo>
                  <a:lnTo>
                    <a:pt x="68287" y="2649"/>
                  </a:lnTo>
                  <a:lnTo>
                    <a:pt x="73438" y="34656"/>
                  </a:lnTo>
                  <a:lnTo>
                    <a:pt x="68836" y="34656"/>
                  </a:lnTo>
                  <a:cubicBezTo>
                    <a:pt x="67918" y="29139"/>
                    <a:pt x="66630" y="21047"/>
                    <a:pt x="64788" y="18283"/>
                  </a:cubicBezTo>
                  <a:cubicBezTo>
                    <a:pt x="63500" y="16811"/>
                    <a:pt x="51351" y="16811"/>
                    <a:pt x="47303" y="16811"/>
                  </a:cubicBezTo>
                  <a:lnTo>
                    <a:pt x="14170" y="16811"/>
                  </a:lnTo>
                  <a:close/>
                  <a:moveTo>
                    <a:pt x="136956" y="120388"/>
                  </a:moveTo>
                  <a:cubicBezTo>
                    <a:pt x="136956" y="124803"/>
                    <a:pt x="136956" y="125166"/>
                    <a:pt x="132717" y="125166"/>
                  </a:cubicBezTo>
                  <a:cubicBezTo>
                    <a:pt x="121307" y="113394"/>
                    <a:pt x="105110" y="113394"/>
                    <a:pt x="99221" y="113394"/>
                  </a:cubicBezTo>
                  <a:lnTo>
                    <a:pt x="99221" y="107691"/>
                  </a:lnTo>
                  <a:cubicBezTo>
                    <a:pt x="102898" y="107691"/>
                    <a:pt x="113760" y="107691"/>
                    <a:pt x="123334" y="112475"/>
                  </a:cubicBezTo>
                  <a:lnTo>
                    <a:pt x="123334" y="17181"/>
                  </a:lnTo>
                  <a:cubicBezTo>
                    <a:pt x="123334" y="10561"/>
                    <a:pt x="122780" y="8350"/>
                    <a:pt x="106213" y="8350"/>
                  </a:cubicBezTo>
                  <a:lnTo>
                    <a:pt x="100323" y="8350"/>
                  </a:lnTo>
                  <a:lnTo>
                    <a:pt x="100323" y="2649"/>
                  </a:lnTo>
                  <a:cubicBezTo>
                    <a:pt x="106767" y="3202"/>
                    <a:pt x="122780" y="3202"/>
                    <a:pt x="130142" y="3202"/>
                  </a:cubicBezTo>
                  <a:cubicBezTo>
                    <a:pt x="137504" y="3202"/>
                    <a:pt x="153516" y="3202"/>
                    <a:pt x="159960" y="2649"/>
                  </a:cubicBezTo>
                  <a:lnTo>
                    <a:pt x="159960" y="8350"/>
                  </a:lnTo>
                  <a:lnTo>
                    <a:pt x="154071" y="8350"/>
                  </a:lnTo>
                  <a:cubicBezTo>
                    <a:pt x="137504" y="8350"/>
                    <a:pt x="136956" y="10377"/>
                    <a:pt x="136956" y="17181"/>
                  </a:cubicBezTo>
                  <a:lnTo>
                    <a:pt x="136956" y="120388"/>
                  </a:lnTo>
                  <a:close/>
                  <a:moveTo>
                    <a:pt x="228998" y="120388"/>
                  </a:moveTo>
                  <a:cubicBezTo>
                    <a:pt x="228998" y="124803"/>
                    <a:pt x="228998" y="125166"/>
                    <a:pt x="224761" y="125166"/>
                  </a:cubicBezTo>
                  <a:cubicBezTo>
                    <a:pt x="213351" y="113394"/>
                    <a:pt x="197153" y="113394"/>
                    <a:pt x="191264" y="113394"/>
                  </a:cubicBezTo>
                  <a:lnTo>
                    <a:pt x="191264" y="107691"/>
                  </a:lnTo>
                  <a:cubicBezTo>
                    <a:pt x="194941" y="107691"/>
                    <a:pt x="205803" y="107691"/>
                    <a:pt x="215376" y="112475"/>
                  </a:cubicBezTo>
                  <a:lnTo>
                    <a:pt x="215376" y="17181"/>
                  </a:lnTo>
                  <a:cubicBezTo>
                    <a:pt x="215376" y="10561"/>
                    <a:pt x="214823" y="8350"/>
                    <a:pt x="198256" y="8350"/>
                  </a:cubicBezTo>
                  <a:lnTo>
                    <a:pt x="192366" y="8350"/>
                  </a:lnTo>
                  <a:lnTo>
                    <a:pt x="192366" y="2649"/>
                  </a:lnTo>
                  <a:cubicBezTo>
                    <a:pt x="198810" y="3202"/>
                    <a:pt x="214823" y="3202"/>
                    <a:pt x="222185" y="3202"/>
                  </a:cubicBezTo>
                  <a:cubicBezTo>
                    <a:pt x="229547" y="3202"/>
                    <a:pt x="245559" y="3202"/>
                    <a:pt x="252003" y="2649"/>
                  </a:cubicBezTo>
                  <a:lnTo>
                    <a:pt x="252003" y="8350"/>
                  </a:lnTo>
                  <a:lnTo>
                    <a:pt x="246114" y="8350"/>
                  </a:lnTo>
                  <a:cubicBezTo>
                    <a:pt x="229547" y="8350"/>
                    <a:pt x="228998" y="10377"/>
                    <a:pt x="228998" y="17181"/>
                  </a:cubicBezTo>
                  <a:lnTo>
                    <a:pt x="228998" y="120388"/>
                  </a:lnTo>
                  <a:close/>
                  <a:moveTo>
                    <a:pt x="334473" y="61152"/>
                  </a:moveTo>
                  <a:lnTo>
                    <a:pt x="334473" y="55265"/>
                  </a:lnTo>
                  <a:cubicBezTo>
                    <a:pt x="334473" y="12218"/>
                    <a:pt x="315330" y="3751"/>
                    <a:pt x="304659" y="3751"/>
                  </a:cubicBezTo>
                  <a:cubicBezTo>
                    <a:pt x="301531" y="3751"/>
                    <a:pt x="291586" y="4120"/>
                    <a:pt x="286621" y="10377"/>
                  </a:cubicBezTo>
                  <a:cubicBezTo>
                    <a:pt x="294716" y="10377"/>
                    <a:pt x="296189" y="15708"/>
                    <a:pt x="296189" y="18836"/>
                  </a:cubicBezTo>
                  <a:cubicBezTo>
                    <a:pt x="296189" y="24539"/>
                    <a:pt x="291771" y="27297"/>
                    <a:pt x="287724" y="27297"/>
                  </a:cubicBezTo>
                  <a:cubicBezTo>
                    <a:pt x="284779" y="27297"/>
                    <a:pt x="279258" y="25641"/>
                    <a:pt x="279258" y="18468"/>
                  </a:cubicBezTo>
                  <a:cubicBezTo>
                    <a:pt x="279258" y="6146"/>
                    <a:pt x="289195" y="-1397"/>
                    <a:pt x="304838" y="-1397"/>
                  </a:cubicBezTo>
                  <a:cubicBezTo>
                    <a:pt x="328582" y="-1397"/>
                    <a:pt x="351039" y="23621"/>
                    <a:pt x="351039" y="63171"/>
                  </a:cubicBezTo>
                  <a:cubicBezTo>
                    <a:pt x="351039" y="112660"/>
                    <a:pt x="329876" y="125166"/>
                    <a:pt x="313495" y="125166"/>
                  </a:cubicBezTo>
                  <a:cubicBezTo>
                    <a:pt x="303366" y="125166"/>
                    <a:pt x="294352" y="121860"/>
                    <a:pt x="286437" y="113578"/>
                  </a:cubicBezTo>
                  <a:cubicBezTo>
                    <a:pt x="278888" y="105302"/>
                    <a:pt x="274657" y="97575"/>
                    <a:pt x="274657" y="83776"/>
                  </a:cubicBezTo>
                  <a:cubicBezTo>
                    <a:pt x="274657" y="60783"/>
                    <a:pt x="290852" y="42753"/>
                    <a:pt x="311468" y="42753"/>
                  </a:cubicBezTo>
                  <a:cubicBezTo>
                    <a:pt x="322694" y="42753"/>
                    <a:pt x="330240" y="50480"/>
                    <a:pt x="334473" y="61152"/>
                  </a:cubicBezTo>
                  <a:close/>
                  <a:moveTo>
                    <a:pt x="311653" y="46984"/>
                  </a:moveTo>
                  <a:cubicBezTo>
                    <a:pt x="308708" y="46984"/>
                    <a:pt x="300243" y="46984"/>
                    <a:pt x="294531" y="58572"/>
                  </a:cubicBezTo>
                  <a:cubicBezTo>
                    <a:pt x="291222" y="65382"/>
                    <a:pt x="291222" y="74575"/>
                    <a:pt x="291222" y="83591"/>
                  </a:cubicBezTo>
                  <a:cubicBezTo>
                    <a:pt x="291222" y="93528"/>
                    <a:pt x="291222" y="102174"/>
                    <a:pt x="295086" y="108979"/>
                  </a:cubicBezTo>
                  <a:cubicBezTo>
                    <a:pt x="300058" y="118178"/>
                    <a:pt x="307050" y="120567"/>
                    <a:pt x="313495" y="120567"/>
                  </a:cubicBezTo>
                  <a:cubicBezTo>
                    <a:pt x="321960" y="120567"/>
                    <a:pt x="328034" y="114317"/>
                    <a:pt x="331164" y="106035"/>
                  </a:cubicBezTo>
                  <a:cubicBezTo>
                    <a:pt x="333370" y="100148"/>
                    <a:pt x="334109" y="88559"/>
                    <a:pt x="334109" y="80099"/>
                  </a:cubicBezTo>
                  <a:cubicBezTo>
                    <a:pt x="334109" y="64828"/>
                    <a:pt x="327849" y="46984"/>
                    <a:pt x="311653" y="46984"/>
                  </a:cubicBezTo>
                  <a:close/>
                </a:path>
              </a:pathLst>
            </a:custGeom>
            <a:solidFill>
              <a:srgbClr val="000000"/>
            </a:solidFill>
            <a:ln w="27807" cap="flat">
              <a:noFill/>
              <a:prstDash val="solid"/>
              <a:miter/>
            </a:ln>
          </p:spPr>
          <p:txBody>
            <a:bodyPr/>
            <a:lstStyle/>
            <a:p>
              <a:endParaRPr lang="en-GB"/>
            </a:p>
          </p:txBody>
        </p:sp>
      </p:grpSp>
      <p:grpSp>
        <p:nvGrpSpPr>
          <p:cNvPr id="467" name="Group 466" descr="\documentclass{article}&#10;\usepackage{amsmath}&#10;\pagestyle{empty}&#10;\begin{document}&#10;&#10;&#10;\[&#10;(1-0.2119) \times 100 = 78.818\%&#10;\]&#10;&#10;\end{document}" title="IguanaTex Shape Display">
            <a:extLst>
              <a:ext uri="{FF2B5EF4-FFF2-40B4-BE49-F238E27FC236}">
                <a16:creationId xmlns:a16="http://schemas.microsoft.com/office/drawing/2014/main" id="{E5DF3010-1BB7-8271-1B4A-72A15B81D8D3}"/>
              </a:ext>
            </a:extLst>
          </p:cNvPr>
          <p:cNvGrpSpPr>
            <a:grpSpLocks noChangeAspect="1"/>
          </p:cNvGrpSpPr>
          <p:nvPr>
            <p:custDataLst>
              <p:tags r:id="rId5"/>
            </p:custDataLst>
          </p:nvPr>
        </p:nvGrpSpPr>
        <p:grpSpPr>
          <a:xfrm>
            <a:off x="6489700" y="3492500"/>
            <a:ext cx="2354128" cy="183964"/>
            <a:chOff x="10963737" y="-9483899"/>
            <a:chExt cx="2354128" cy="183964"/>
          </a:xfrm>
        </p:grpSpPr>
        <p:sp>
          <p:nvSpPr>
            <p:cNvPr id="456" name="Freeform: Shape 455">
              <a:extLst>
                <a:ext uri="{FF2B5EF4-FFF2-40B4-BE49-F238E27FC236}">
                  <a16:creationId xmlns:a16="http://schemas.microsoft.com/office/drawing/2014/main" id="{CE9705A3-8FB1-32A4-C020-6FD4D63F59AB}"/>
                </a:ext>
              </a:extLst>
            </p:cNvPr>
            <p:cNvSpPr/>
            <p:nvPr>
              <p:custDataLst>
                <p:tags r:id="rId16"/>
              </p:custDataLst>
            </p:nvPr>
          </p:nvSpPr>
          <p:spPr>
            <a:xfrm flipV="1">
              <a:off x="10963737" y="-9483899"/>
              <a:ext cx="130323" cy="183964"/>
            </a:xfrm>
            <a:custGeom>
              <a:avLst/>
              <a:gdLst>
                <a:gd name="csX0" fmla="*/ 42701 w 130323"/>
                <a:gd name="csY0" fmla="*/ 445 h 183964"/>
                <a:gd name="csX1" fmla="*/ 39571 w 130323"/>
                <a:gd name="csY1" fmla="*/ 4491 h 183964"/>
                <a:gd name="csX2" fmla="*/ 10677 w 130323"/>
                <a:gd name="csY2" fmla="*/ 90586 h 183964"/>
                <a:gd name="csX3" fmla="*/ 40310 w 130323"/>
                <a:gd name="csY3" fmla="*/ 177599 h 183964"/>
                <a:gd name="csX4" fmla="*/ 42701 w 130323"/>
                <a:gd name="csY4" fmla="*/ 180727 h 183964"/>
                <a:gd name="csX5" fmla="*/ 40859 w 130323"/>
                <a:gd name="csY5" fmla="*/ 182569 h 183964"/>
                <a:gd name="csX6" fmla="*/ 11595 w 130323"/>
                <a:gd name="csY6" fmla="*/ 146695 h 183964"/>
                <a:gd name="csX7" fmla="*/ 0 w 130323"/>
                <a:gd name="csY7" fmla="*/ 90586 h 183964"/>
                <a:gd name="csX8" fmla="*/ 12149 w 130323"/>
                <a:gd name="csY8" fmla="*/ 33192 h 183964"/>
                <a:gd name="csX9" fmla="*/ 40859 w 130323"/>
                <a:gd name="csY9" fmla="*/ -1395 h 183964"/>
                <a:gd name="csX10" fmla="*/ 42701 w 130323"/>
                <a:gd name="csY10" fmla="*/ 445 h 183964"/>
                <a:gd name="csX11" fmla="*/ 107319 w 130323"/>
                <a:gd name="csY11" fmla="*/ 162335 h 183964"/>
                <a:gd name="csX12" fmla="*/ 103080 w 130323"/>
                <a:gd name="csY12" fmla="*/ 167113 h 183964"/>
                <a:gd name="csX13" fmla="*/ 69584 w 130323"/>
                <a:gd name="csY13" fmla="*/ 155341 h 183964"/>
                <a:gd name="csX14" fmla="*/ 69584 w 130323"/>
                <a:gd name="csY14" fmla="*/ 149638 h 183964"/>
                <a:gd name="csX15" fmla="*/ 93697 w 130323"/>
                <a:gd name="csY15" fmla="*/ 154422 h 183964"/>
                <a:gd name="csX16" fmla="*/ 93697 w 130323"/>
                <a:gd name="csY16" fmla="*/ 59127 h 183964"/>
                <a:gd name="csX17" fmla="*/ 76576 w 130323"/>
                <a:gd name="csY17" fmla="*/ 50297 h 183964"/>
                <a:gd name="csX18" fmla="*/ 70686 w 130323"/>
                <a:gd name="csY18" fmla="*/ 50297 h 183964"/>
                <a:gd name="csX19" fmla="*/ 70686 w 130323"/>
                <a:gd name="csY19" fmla="*/ 44596 h 183964"/>
                <a:gd name="csX20" fmla="*/ 100505 w 130323"/>
                <a:gd name="csY20" fmla="*/ 45149 h 183964"/>
                <a:gd name="csX21" fmla="*/ 130324 w 130323"/>
                <a:gd name="csY21" fmla="*/ 44596 h 183964"/>
                <a:gd name="csX22" fmla="*/ 130324 w 130323"/>
                <a:gd name="csY22" fmla="*/ 50297 h 183964"/>
                <a:gd name="csX23" fmla="*/ 124434 w 130323"/>
                <a:gd name="csY23" fmla="*/ 50297 h 183964"/>
                <a:gd name="csX24" fmla="*/ 107319 w 130323"/>
                <a:gd name="csY24" fmla="*/ 59127 h 183964"/>
                <a:gd name="csX25" fmla="*/ 107319 w 130323"/>
                <a:gd name="csY25" fmla="*/ 162335 h 1839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30323" h="183964">
                  <a:moveTo>
                    <a:pt x="42701" y="445"/>
                  </a:moveTo>
                  <a:cubicBezTo>
                    <a:pt x="42701" y="993"/>
                    <a:pt x="42701" y="1363"/>
                    <a:pt x="39571" y="4491"/>
                  </a:cubicBezTo>
                  <a:cubicBezTo>
                    <a:pt x="16566" y="27668"/>
                    <a:pt x="10677" y="62440"/>
                    <a:pt x="10677" y="90586"/>
                  </a:cubicBezTo>
                  <a:cubicBezTo>
                    <a:pt x="10677" y="122594"/>
                    <a:pt x="17669" y="154607"/>
                    <a:pt x="40310" y="177599"/>
                  </a:cubicBezTo>
                  <a:cubicBezTo>
                    <a:pt x="42701" y="179810"/>
                    <a:pt x="42701" y="180180"/>
                    <a:pt x="42701" y="180727"/>
                  </a:cubicBezTo>
                  <a:cubicBezTo>
                    <a:pt x="42701" y="182015"/>
                    <a:pt x="41962" y="182569"/>
                    <a:pt x="40859" y="182569"/>
                  </a:cubicBezTo>
                  <a:cubicBezTo>
                    <a:pt x="39017" y="182569"/>
                    <a:pt x="22456" y="170056"/>
                    <a:pt x="11595" y="146695"/>
                  </a:cubicBezTo>
                  <a:cubicBezTo>
                    <a:pt x="2206" y="126461"/>
                    <a:pt x="0" y="106041"/>
                    <a:pt x="0" y="90586"/>
                  </a:cubicBezTo>
                  <a:cubicBezTo>
                    <a:pt x="0" y="76239"/>
                    <a:pt x="2021" y="53979"/>
                    <a:pt x="12149" y="33192"/>
                  </a:cubicBezTo>
                  <a:cubicBezTo>
                    <a:pt x="23190" y="10562"/>
                    <a:pt x="39017" y="-1395"/>
                    <a:pt x="40859" y="-1395"/>
                  </a:cubicBezTo>
                  <a:cubicBezTo>
                    <a:pt x="41962" y="-1395"/>
                    <a:pt x="42701" y="-842"/>
                    <a:pt x="42701" y="445"/>
                  </a:cubicBezTo>
                  <a:close/>
                  <a:moveTo>
                    <a:pt x="107319" y="162335"/>
                  </a:moveTo>
                  <a:cubicBezTo>
                    <a:pt x="107319" y="166750"/>
                    <a:pt x="107319" y="167113"/>
                    <a:pt x="103080" y="167113"/>
                  </a:cubicBezTo>
                  <a:cubicBezTo>
                    <a:pt x="91670" y="155341"/>
                    <a:pt x="75473" y="155341"/>
                    <a:pt x="69584" y="155341"/>
                  </a:cubicBezTo>
                  <a:lnTo>
                    <a:pt x="69584" y="149638"/>
                  </a:lnTo>
                  <a:cubicBezTo>
                    <a:pt x="73262" y="149638"/>
                    <a:pt x="84123" y="149638"/>
                    <a:pt x="93697" y="154422"/>
                  </a:cubicBezTo>
                  <a:lnTo>
                    <a:pt x="93697" y="59127"/>
                  </a:lnTo>
                  <a:cubicBezTo>
                    <a:pt x="93697" y="52507"/>
                    <a:pt x="93143" y="50297"/>
                    <a:pt x="76576" y="50297"/>
                  </a:cubicBezTo>
                  <a:lnTo>
                    <a:pt x="70686" y="50297"/>
                  </a:lnTo>
                  <a:lnTo>
                    <a:pt x="70686" y="44596"/>
                  </a:lnTo>
                  <a:cubicBezTo>
                    <a:pt x="77131" y="45149"/>
                    <a:pt x="93143" y="45149"/>
                    <a:pt x="100505" y="45149"/>
                  </a:cubicBezTo>
                  <a:cubicBezTo>
                    <a:pt x="107867" y="45149"/>
                    <a:pt x="123880" y="45149"/>
                    <a:pt x="130324" y="44596"/>
                  </a:cubicBezTo>
                  <a:lnTo>
                    <a:pt x="130324" y="50297"/>
                  </a:lnTo>
                  <a:lnTo>
                    <a:pt x="124434" y="50297"/>
                  </a:lnTo>
                  <a:cubicBezTo>
                    <a:pt x="107867" y="50297"/>
                    <a:pt x="107319" y="52324"/>
                    <a:pt x="107319" y="59127"/>
                  </a:cubicBezTo>
                  <a:lnTo>
                    <a:pt x="107319" y="162335"/>
                  </a:lnTo>
                  <a:close/>
                </a:path>
              </a:pathLst>
            </a:custGeom>
            <a:solidFill>
              <a:srgbClr val="000000"/>
            </a:solidFill>
            <a:ln w="27807" cap="flat">
              <a:noFill/>
              <a:prstDash val="solid"/>
              <a:miter/>
            </a:ln>
          </p:spPr>
          <p:txBody>
            <a:bodyPr/>
            <a:lstStyle/>
            <a:p>
              <a:endParaRPr lang="en-GB"/>
            </a:p>
          </p:txBody>
        </p:sp>
        <p:sp>
          <p:nvSpPr>
            <p:cNvPr id="457" name="Freeform: Shape 456">
              <a:extLst>
                <a:ext uri="{FF2B5EF4-FFF2-40B4-BE49-F238E27FC236}">
                  <a16:creationId xmlns:a16="http://schemas.microsoft.com/office/drawing/2014/main" id="{C1CAEB40-8A2F-6835-0A7A-EFB0182EDDCA}"/>
                </a:ext>
              </a:extLst>
            </p:cNvPr>
            <p:cNvSpPr/>
            <p:nvPr>
              <p:custDataLst>
                <p:tags r:id="rId17"/>
              </p:custDataLst>
            </p:nvPr>
          </p:nvSpPr>
          <p:spPr>
            <a:xfrm flipV="1">
              <a:off x="11165342" y="-9395593"/>
              <a:ext cx="112460" cy="7358"/>
            </a:xfrm>
            <a:custGeom>
              <a:avLst/>
              <a:gdLst>
                <a:gd name="csX0" fmla="*/ 106017 w 112460"/>
                <a:gd name="csY0" fmla="*/ -1395 h 7358"/>
                <a:gd name="csX1" fmla="*/ 112461 w 112460"/>
                <a:gd name="csY1" fmla="*/ 2286 h 7358"/>
                <a:gd name="csX2" fmla="*/ 106017 w 112460"/>
                <a:gd name="csY2" fmla="*/ 5963 h 7358"/>
                <a:gd name="csX3" fmla="*/ 6438 w 112460"/>
                <a:gd name="csY3" fmla="*/ 5963 h 7358"/>
                <a:gd name="csX4" fmla="*/ 0 w 112460"/>
                <a:gd name="csY4" fmla="*/ 2286 h 7358"/>
                <a:gd name="csX5" fmla="*/ 6438 w 112460"/>
                <a:gd name="csY5" fmla="*/ -1395 h 7358"/>
                <a:gd name="csX6" fmla="*/ 106017 w 112460"/>
                <a:gd name="csY6" fmla="*/ -1395 h 735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460" h="7358">
                  <a:moveTo>
                    <a:pt x="106017" y="-1395"/>
                  </a:moveTo>
                  <a:cubicBezTo>
                    <a:pt x="109146" y="-1395"/>
                    <a:pt x="112461" y="-1395"/>
                    <a:pt x="112461" y="2286"/>
                  </a:cubicBezTo>
                  <a:cubicBezTo>
                    <a:pt x="112461" y="5963"/>
                    <a:pt x="109146" y="5963"/>
                    <a:pt x="106017" y="5963"/>
                  </a:cubicBezTo>
                  <a:lnTo>
                    <a:pt x="6438" y="5963"/>
                  </a:lnTo>
                  <a:cubicBezTo>
                    <a:pt x="3308" y="5963"/>
                    <a:pt x="0" y="5963"/>
                    <a:pt x="0" y="2286"/>
                  </a:cubicBezTo>
                  <a:cubicBezTo>
                    <a:pt x="0" y="-1395"/>
                    <a:pt x="3308" y="-1395"/>
                    <a:pt x="6438" y="-1395"/>
                  </a:cubicBezTo>
                  <a:lnTo>
                    <a:pt x="106017" y="-1395"/>
                  </a:lnTo>
                  <a:close/>
                </a:path>
              </a:pathLst>
            </a:custGeom>
            <a:solidFill>
              <a:srgbClr val="000000"/>
            </a:solidFill>
            <a:ln w="27807" cap="flat">
              <a:noFill/>
              <a:prstDash val="solid"/>
              <a:miter/>
            </a:ln>
          </p:spPr>
          <p:txBody>
            <a:bodyPr/>
            <a:lstStyle/>
            <a:p>
              <a:endParaRPr lang="en-GB"/>
            </a:p>
          </p:txBody>
        </p:sp>
        <p:sp>
          <p:nvSpPr>
            <p:cNvPr id="458" name="Freeform: Shape 457">
              <a:extLst>
                <a:ext uri="{FF2B5EF4-FFF2-40B4-BE49-F238E27FC236}">
                  <a16:creationId xmlns:a16="http://schemas.microsoft.com/office/drawing/2014/main" id="{13D6BBA0-2F82-1C21-70DD-9BD1D7C26385}"/>
                </a:ext>
              </a:extLst>
            </p:cNvPr>
            <p:cNvSpPr/>
            <p:nvPr>
              <p:custDataLst>
                <p:tags r:id="rId18"/>
              </p:custDataLst>
            </p:nvPr>
          </p:nvSpPr>
          <p:spPr>
            <a:xfrm flipV="1">
              <a:off x="11341335" y="-9468443"/>
              <a:ext cx="77491" cy="126563"/>
            </a:xfrm>
            <a:custGeom>
              <a:avLst/>
              <a:gdLst>
                <a:gd name="csX0" fmla="*/ 77492 w 77491"/>
                <a:gd name="csY0" fmla="*/ 61516 h 126563"/>
                <a:gd name="csX1" fmla="*/ 70129 w 77491"/>
                <a:gd name="csY1" fmla="*/ 104563 h 126563"/>
                <a:gd name="csX2" fmla="*/ 38839 w 77491"/>
                <a:gd name="csY2" fmla="*/ 125166 h 126563"/>
                <a:gd name="csX3" fmla="*/ 6814 w 77491"/>
                <a:gd name="csY3" fmla="*/ 103276 h 126563"/>
                <a:gd name="csX4" fmla="*/ 0 w 77491"/>
                <a:gd name="csY4" fmla="*/ 61516 h 126563"/>
                <a:gd name="csX5" fmla="*/ 8287 w 77491"/>
                <a:gd name="csY5" fmla="*/ 17181 h 126563"/>
                <a:gd name="csX6" fmla="*/ 38654 w 77491"/>
                <a:gd name="csY6" fmla="*/ -1397 h 126563"/>
                <a:gd name="csX7" fmla="*/ 70684 w 77491"/>
                <a:gd name="csY7" fmla="*/ 19939 h 126563"/>
                <a:gd name="csX8" fmla="*/ 77492 w 77491"/>
                <a:gd name="csY8" fmla="*/ 61516 h 126563"/>
                <a:gd name="csX9" fmla="*/ 38654 w 77491"/>
                <a:gd name="csY9" fmla="*/ 2649 h 126563"/>
                <a:gd name="csX10" fmla="*/ 17300 w 77491"/>
                <a:gd name="csY10" fmla="*/ 24909 h 126563"/>
                <a:gd name="csX11" fmla="*/ 15279 w 77491"/>
                <a:gd name="csY11" fmla="*/ 63726 h 126563"/>
                <a:gd name="csX12" fmla="*/ 16752 w 77491"/>
                <a:gd name="csY12" fmla="*/ 97575 h 126563"/>
                <a:gd name="csX13" fmla="*/ 38654 w 77491"/>
                <a:gd name="csY13" fmla="*/ 121121 h 126563"/>
                <a:gd name="csX14" fmla="*/ 60371 w 77491"/>
                <a:gd name="csY14" fmla="*/ 99600 h 126563"/>
                <a:gd name="csX15" fmla="*/ 62213 w 77491"/>
                <a:gd name="csY15" fmla="*/ 63726 h 126563"/>
                <a:gd name="csX16" fmla="*/ 60192 w 77491"/>
                <a:gd name="csY16" fmla="*/ 25641 h 126563"/>
                <a:gd name="csX17" fmla="*/ 38654 w 77491"/>
                <a:gd name="csY17" fmla="*/ 2649 h 126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7491" h="126563">
                  <a:moveTo>
                    <a:pt x="77492" y="61516"/>
                  </a:moveTo>
                  <a:cubicBezTo>
                    <a:pt x="77492" y="76232"/>
                    <a:pt x="76574" y="90949"/>
                    <a:pt x="70129" y="104563"/>
                  </a:cubicBezTo>
                  <a:cubicBezTo>
                    <a:pt x="61664" y="122223"/>
                    <a:pt x="46570" y="125166"/>
                    <a:pt x="38839" y="125166"/>
                  </a:cubicBezTo>
                  <a:cubicBezTo>
                    <a:pt x="27792" y="125166"/>
                    <a:pt x="14355" y="120388"/>
                    <a:pt x="6814" y="103276"/>
                  </a:cubicBezTo>
                  <a:cubicBezTo>
                    <a:pt x="924" y="90585"/>
                    <a:pt x="0" y="76232"/>
                    <a:pt x="0" y="61516"/>
                  </a:cubicBezTo>
                  <a:cubicBezTo>
                    <a:pt x="0" y="47722"/>
                    <a:pt x="739" y="31165"/>
                    <a:pt x="8287" y="17181"/>
                  </a:cubicBezTo>
                  <a:cubicBezTo>
                    <a:pt x="16197" y="2279"/>
                    <a:pt x="29634" y="-1397"/>
                    <a:pt x="38654" y="-1397"/>
                  </a:cubicBezTo>
                  <a:cubicBezTo>
                    <a:pt x="48591" y="-1397"/>
                    <a:pt x="62583" y="2464"/>
                    <a:pt x="70684" y="19939"/>
                  </a:cubicBezTo>
                  <a:cubicBezTo>
                    <a:pt x="76574" y="32636"/>
                    <a:pt x="77492" y="46984"/>
                    <a:pt x="77492" y="61516"/>
                  </a:cubicBezTo>
                  <a:close/>
                  <a:moveTo>
                    <a:pt x="38654" y="2649"/>
                  </a:moveTo>
                  <a:cubicBezTo>
                    <a:pt x="31476" y="2649"/>
                    <a:pt x="20615" y="7249"/>
                    <a:pt x="17300" y="24909"/>
                  </a:cubicBezTo>
                  <a:cubicBezTo>
                    <a:pt x="15279" y="35948"/>
                    <a:pt x="15279" y="52870"/>
                    <a:pt x="15279" y="63726"/>
                  </a:cubicBezTo>
                  <a:cubicBezTo>
                    <a:pt x="15279" y="75500"/>
                    <a:pt x="15279" y="87642"/>
                    <a:pt x="16752" y="97575"/>
                  </a:cubicBezTo>
                  <a:cubicBezTo>
                    <a:pt x="20251" y="119465"/>
                    <a:pt x="34052" y="121121"/>
                    <a:pt x="38654" y="121121"/>
                  </a:cubicBezTo>
                  <a:cubicBezTo>
                    <a:pt x="44728" y="121121"/>
                    <a:pt x="56877" y="117808"/>
                    <a:pt x="60371" y="99600"/>
                  </a:cubicBezTo>
                  <a:cubicBezTo>
                    <a:pt x="62213" y="89299"/>
                    <a:pt x="62213" y="75315"/>
                    <a:pt x="62213" y="63726"/>
                  </a:cubicBezTo>
                  <a:cubicBezTo>
                    <a:pt x="62213" y="49927"/>
                    <a:pt x="62213" y="37421"/>
                    <a:pt x="60192" y="25641"/>
                  </a:cubicBezTo>
                  <a:cubicBezTo>
                    <a:pt x="57426" y="8166"/>
                    <a:pt x="46940" y="2649"/>
                    <a:pt x="38654" y="2649"/>
                  </a:cubicBezTo>
                  <a:close/>
                </a:path>
              </a:pathLst>
            </a:custGeom>
            <a:solidFill>
              <a:srgbClr val="000000"/>
            </a:solidFill>
            <a:ln w="27807" cap="flat">
              <a:noFill/>
              <a:prstDash val="solid"/>
              <a:miter/>
            </a:ln>
          </p:spPr>
          <p:txBody>
            <a:bodyPr/>
            <a:lstStyle/>
            <a:p>
              <a:endParaRPr lang="en-GB"/>
            </a:p>
          </p:txBody>
        </p:sp>
        <p:sp>
          <p:nvSpPr>
            <p:cNvPr id="459" name="Freeform: Shape 458">
              <a:extLst>
                <a:ext uri="{FF2B5EF4-FFF2-40B4-BE49-F238E27FC236}">
                  <a16:creationId xmlns:a16="http://schemas.microsoft.com/office/drawing/2014/main" id="{A49CCB67-FF00-4D1A-39BD-A2E5BE61EA23}"/>
                </a:ext>
              </a:extLst>
            </p:cNvPr>
            <p:cNvSpPr/>
            <p:nvPr>
              <p:custDataLst>
                <p:tags r:id="rId19"/>
              </p:custDataLst>
            </p:nvPr>
          </p:nvSpPr>
          <p:spPr>
            <a:xfrm flipV="1">
              <a:off x="11442023" y="-9365426"/>
              <a:ext cx="19511" cy="19500"/>
            </a:xfrm>
            <a:custGeom>
              <a:avLst/>
              <a:gdLst>
                <a:gd name="csX0" fmla="*/ 19512 w 19511"/>
                <a:gd name="csY0" fmla="*/ 8357 h 19500"/>
                <a:gd name="csX1" fmla="*/ 9758 w 19511"/>
                <a:gd name="csY1" fmla="*/ 18109 h 19500"/>
                <a:gd name="csX2" fmla="*/ 0 w 19511"/>
                <a:gd name="csY2" fmla="*/ 8357 h 19500"/>
                <a:gd name="csX3" fmla="*/ 9758 w 19511"/>
                <a:gd name="csY3" fmla="*/ -1391 h 19500"/>
                <a:gd name="csX4" fmla="*/ 19512 w 19511"/>
                <a:gd name="csY4" fmla="*/ 8357 h 19500"/>
              </a:gdLst>
              <a:ahLst/>
              <a:cxnLst>
                <a:cxn ang="0">
                  <a:pos x="csX0" y="csY0"/>
                </a:cxn>
                <a:cxn ang="0">
                  <a:pos x="csX1" y="csY1"/>
                </a:cxn>
                <a:cxn ang="0">
                  <a:pos x="csX2" y="csY2"/>
                </a:cxn>
                <a:cxn ang="0">
                  <a:pos x="csX3" y="csY3"/>
                </a:cxn>
                <a:cxn ang="0">
                  <a:pos x="csX4" y="csY4"/>
                </a:cxn>
              </a:cxnLst>
              <a:rect l="l" t="t" r="r" b="b"/>
              <a:pathLst>
                <a:path w="19511" h="19500">
                  <a:moveTo>
                    <a:pt x="19512" y="8357"/>
                  </a:moveTo>
                  <a:cubicBezTo>
                    <a:pt x="19512" y="13695"/>
                    <a:pt x="15094" y="18109"/>
                    <a:pt x="9758" y="18109"/>
                  </a:cubicBezTo>
                  <a:cubicBezTo>
                    <a:pt x="4418" y="18109"/>
                    <a:pt x="0" y="13695"/>
                    <a:pt x="0" y="8357"/>
                  </a:cubicBezTo>
                  <a:cubicBezTo>
                    <a:pt x="0" y="3024"/>
                    <a:pt x="4418" y="-1391"/>
                    <a:pt x="9758" y="-1391"/>
                  </a:cubicBezTo>
                  <a:cubicBezTo>
                    <a:pt x="15094" y="-1391"/>
                    <a:pt x="19512" y="3024"/>
                    <a:pt x="19512" y="8357"/>
                  </a:cubicBezTo>
                  <a:close/>
                </a:path>
              </a:pathLst>
            </a:custGeom>
            <a:solidFill>
              <a:srgbClr val="000000"/>
            </a:solidFill>
            <a:ln w="27807" cap="flat">
              <a:noFill/>
              <a:prstDash val="solid"/>
              <a:miter/>
            </a:ln>
          </p:spPr>
          <p:txBody>
            <a:bodyPr/>
            <a:lstStyle/>
            <a:p>
              <a:endParaRPr lang="en-GB"/>
            </a:p>
          </p:txBody>
        </p:sp>
        <p:sp>
          <p:nvSpPr>
            <p:cNvPr id="460" name="Freeform: Shape 459">
              <a:extLst>
                <a:ext uri="{FF2B5EF4-FFF2-40B4-BE49-F238E27FC236}">
                  <a16:creationId xmlns:a16="http://schemas.microsoft.com/office/drawing/2014/main" id="{9740E5B2-C3AD-F33B-3A4F-FE59351A4F08}"/>
                </a:ext>
              </a:extLst>
            </p:cNvPr>
            <p:cNvSpPr/>
            <p:nvPr>
              <p:custDataLst>
                <p:tags r:id="rId20"/>
              </p:custDataLst>
            </p:nvPr>
          </p:nvSpPr>
          <p:spPr>
            <a:xfrm flipV="1">
              <a:off x="11486529" y="-9483899"/>
              <a:ext cx="412161" cy="183964"/>
            </a:xfrm>
            <a:custGeom>
              <a:avLst/>
              <a:gdLst>
                <a:gd name="csX0" fmla="*/ 14170 w 412161"/>
                <a:gd name="csY0" fmla="*/ 58758 h 183964"/>
                <a:gd name="csX1" fmla="*/ 33682 w 412161"/>
                <a:gd name="csY1" fmla="*/ 77710 h 183964"/>
                <a:gd name="csX2" fmla="*/ 73438 w 412161"/>
                <a:gd name="csY2" fmla="*/ 131424 h 183964"/>
                <a:gd name="csX3" fmla="*/ 34421 w 412161"/>
                <a:gd name="csY3" fmla="*/ 167113 h 183964"/>
                <a:gd name="csX4" fmla="*/ 0 w 412161"/>
                <a:gd name="csY4" fmla="*/ 133819 h 183964"/>
                <a:gd name="csX5" fmla="*/ 9753 w 412161"/>
                <a:gd name="csY5" fmla="*/ 123518 h 183964"/>
                <a:gd name="csX6" fmla="*/ 19327 w 412161"/>
                <a:gd name="csY6" fmla="*/ 133266 h 183964"/>
                <a:gd name="csX7" fmla="*/ 9568 w 412161"/>
                <a:gd name="csY7" fmla="*/ 142833 h 183964"/>
                <a:gd name="csX8" fmla="*/ 7178 w 412161"/>
                <a:gd name="csY8" fmla="*/ 142650 h 183964"/>
                <a:gd name="csX9" fmla="*/ 32025 w 412161"/>
                <a:gd name="csY9" fmla="*/ 161412 h 183964"/>
                <a:gd name="csX10" fmla="*/ 56693 w 412161"/>
                <a:gd name="csY10" fmla="*/ 131424 h 183964"/>
                <a:gd name="csX11" fmla="*/ 37366 w 412161"/>
                <a:gd name="csY11" fmla="*/ 90771 h 183964"/>
                <a:gd name="csX12" fmla="*/ 2021 w 412161"/>
                <a:gd name="csY12" fmla="*/ 51399 h 183964"/>
                <a:gd name="csX13" fmla="*/ 0 w 412161"/>
                <a:gd name="csY13" fmla="*/ 44596 h 183964"/>
                <a:gd name="csX14" fmla="*/ 68288 w 412161"/>
                <a:gd name="csY14" fmla="*/ 44596 h 183964"/>
                <a:gd name="csX15" fmla="*/ 73438 w 412161"/>
                <a:gd name="csY15" fmla="*/ 76602 h 183964"/>
                <a:gd name="csX16" fmla="*/ 68836 w 412161"/>
                <a:gd name="csY16" fmla="*/ 76602 h 183964"/>
                <a:gd name="csX17" fmla="*/ 64788 w 412161"/>
                <a:gd name="csY17" fmla="*/ 60230 h 183964"/>
                <a:gd name="csX18" fmla="*/ 47303 w 412161"/>
                <a:gd name="csY18" fmla="*/ 58758 h 183964"/>
                <a:gd name="csX19" fmla="*/ 14170 w 412161"/>
                <a:gd name="csY19" fmla="*/ 58758 h 183964"/>
                <a:gd name="csX20" fmla="*/ 136956 w 412161"/>
                <a:gd name="csY20" fmla="*/ 162335 h 183964"/>
                <a:gd name="csX21" fmla="*/ 132717 w 412161"/>
                <a:gd name="csY21" fmla="*/ 167113 h 183964"/>
                <a:gd name="csX22" fmla="*/ 99221 w 412161"/>
                <a:gd name="csY22" fmla="*/ 155341 h 183964"/>
                <a:gd name="csX23" fmla="*/ 99221 w 412161"/>
                <a:gd name="csY23" fmla="*/ 149638 h 183964"/>
                <a:gd name="csX24" fmla="*/ 123335 w 412161"/>
                <a:gd name="csY24" fmla="*/ 154422 h 183964"/>
                <a:gd name="csX25" fmla="*/ 123335 w 412161"/>
                <a:gd name="csY25" fmla="*/ 59127 h 183964"/>
                <a:gd name="csX26" fmla="*/ 106213 w 412161"/>
                <a:gd name="csY26" fmla="*/ 50297 h 183964"/>
                <a:gd name="csX27" fmla="*/ 100324 w 412161"/>
                <a:gd name="csY27" fmla="*/ 50297 h 183964"/>
                <a:gd name="csX28" fmla="*/ 100324 w 412161"/>
                <a:gd name="csY28" fmla="*/ 44596 h 183964"/>
                <a:gd name="csX29" fmla="*/ 130143 w 412161"/>
                <a:gd name="csY29" fmla="*/ 45149 h 183964"/>
                <a:gd name="csX30" fmla="*/ 159961 w 412161"/>
                <a:gd name="csY30" fmla="*/ 44596 h 183964"/>
                <a:gd name="csX31" fmla="*/ 159961 w 412161"/>
                <a:gd name="csY31" fmla="*/ 50297 h 183964"/>
                <a:gd name="csX32" fmla="*/ 154071 w 412161"/>
                <a:gd name="csY32" fmla="*/ 50297 h 183964"/>
                <a:gd name="csX33" fmla="*/ 136956 w 412161"/>
                <a:gd name="csY33" fmla="*/ 59127 h 183964"/>
                <a:gd name="csX34" fmla="*/ 136956 w 412161"/>
                <a:gd name="csY34" fmla="*/ 162335 h 183964"/>
                <a:gd name="csX35" fmla="*/ 228999 w 412161"/>
                <a:gd name="csY35" fmla="*/ 162335 h 183964"/>
                <a:gd name="csX36" fmla="*/ 224761 w 412161"/>
                <a:gd name="csY36" fmla="*/ 167113 h 183964"/>
                <a:gd name="csX37" fmla="*/ 191264 w 412161"/>
                <a:gd name="csY37" fmla="*/ 155341 h 183964"/>
                <a:gd name="csX38" fmla="*/ 191264 w 412161"/>
                <a:gd name="csY38" fmla="*/ 149638 h 183964"/>
                <a:gd name="csX39" fmla="*/ 215377 w 412161"/>
                <a:gd name="csY39" fmla="*/ 154422 h 183964"/>
                <a:gd name="csX40" fmla="*/ 215377 w 412161"/>
                <a:gd name="csY40" fmla="*/ 59127 h 183964"/>
                <a:gd name="csX41" fmla="*/ 198256 w 412161"/>
                <a:gd name="csY41" fmla="*/ 50297 h 183964"/>
                <a:gd name="csX42" fmla="*/ 192367 w 412161"/>
                <a:gd name="csY42" fmla="*/ 50297 h 183964"/>
                <a:gd name="csX43" fmla="*/ 192367 w 412161"/>
                <a:gd name="csY43" fmla="*/ 44596 h 183964"/>
                <a:gd name="csX44" fmla="*/ 222185 w 412161"/>
                <a:gd name="csY44" fmla="*/ 45149 h 183964"/>
                <a:gd name="csX45" fmla="*/ 252004 w 412161"/>
                <a:gd name="csY45" fmla="*/ 44596 h 183964"/>
                <a:gd name="csX46" fmla="*/ 252004 w 412161"/>
                <a:gd name="csY46" fmla="*/ 50297 h 183964"/>
                <a:gd name="csX47" fmla="*/ 246113 w 412161"/>
                <a:gd name="csY47" fmla="*/ 50297 h 183964"/>
                <a:gd name="csX48" fmla="*/ 228999 w 412161"/>
                <a:gd name="csY48" fmla="*/ 59127 h 183964"/>
                <a:gd name="csX49" fmla="*/ 228999 w 412161"/>
                <a:gd name="csY49" fmla="*/ 162335 h 183964"/>
                <a:gd name="csX50" fmla="*/ 334473 w 412161"/>
                <a:gd name="csY50" fmla="*/ 103098 h 183964"/>
                <a:gd name="csX51" fmla="*/ 334473 w 412161"/>
                <a:gd name="csY51" fmla="*/ 97212 h 183964"/>
                <a:gd name="csX52" fmla="*/ 304661 w 412161"/>
                <a:gd name="csY52" fmla="*/ 45698 h 183964"/>
                <a:gd name="csX53" fmla="*/ 286620 w 412161"/>
                <a:gd name="csY53" fmla="*/ 52324 h 183964"/>
                <a:gd name="csX54" fmla="*/ 296189 w 412161"/>
                <a:gd name="csY54" fmla="*/ 60783 h 183964"/>
                <a:gd name="csX55" fmla="*/ 287724 w 412161"/>
                <a:gd name="csY55" fmla="*/ 69244 h 183964"/>
                <a:gd name="csX56" fmla="*/ 279259 w 412161"/>
                <a:gd name="csY56" fmla="*/ 60415 h 183964"/>
                <a:gd name="csX57" fmla="*/ 304840 w 412161"/>
                <a:gd name="csY57" fmla="*/ 40550 h 183964"/>
                <a:gd name="csX58" fmla="*/ 351040 w 412161"/>
                <a:gd name="csY58" fmla="*/ 105118 h 183964"/>
                <a:gd name="csX59" fmla="*/ 313495 w 412161"/>
                <a:gd name="csY59" fmla="*/ 167113 h 183964"/>
                <a:gd name="csX60" fmla="*/ 286436 w 412161"/>
                <a:gd name="csY60" fmla="*/ 155524 h 183964"/>
                <a:gd name="csX61" fmla="*/ 274656 w 412161"/>
                <a:gd name="csY61" fmla="*/ 125722 h 183964"/>
                <a:gd name="csX62" fmla="*/ 311468 w 412161"/>
                <a:gd name="csY62" fmla="*/ 84700 h 183964"/>
                <a:gd name="csX63" fmla="*/ 334473 w 412161"/>
                <a:gd name="csY63" fmla="*/ 103098 h 183964"/>
                <a:gd name="csX64" fmla="*/ 311652 w 412161"/>
                <a:gd name="csY64" fmla="*/ 88931 h 183964"/>
                <a:gd name="csX65" fmla="*/ 294531 w 412161"/>
                <a:gd name="csY65" fmla="*/ 100519 h 183964"/>
                <a:gd name="csX66" fmla="*/ 291224 w 412161"/>
                <a:gd name="csY66" fmla="*/ 125537 h 183964"/>
                <a:gd name="csX67" fmla="*/ 295086 w 412161"/>
                <a:gd name="csY67" fmla="*/ 150925 h 183964"/>
                <a:gd name="csX68" fmla="*/ 313495 w 412161"/>
                <a:gd name="csY68" fmla="*/ 162514 h 183964"/>
                <a:gd name="csX69" fmla="*/ 331163 w 412161"/>
                <a:gd name="csY69" fmla="*/ 147982 h 183964"/>
                <a:gd name="csX70" fmla="*/ 334109 w 412161"/>
                <a:gd name="csY70" fmla="*/ 122045 h 183964"/>
                <a:gd name="csX71" fmla="*/ 311652 w 412161"/>
                <a:gd name="csY71" fmla="*/ 88931 h 183964"/>
                <a:gd name="csX72" fmla="*/ 412162 w 412161"/>
                <a:gd name="csY72" fmla="*/ 90586 h 183964"/>
                <a:gd name="csX73" fmla="*/ 400012 w 412161"/>
                <a:gd name="csY73" fmla="*/ 147982 h 183964"/>
                <a:gd name="csX74" fmla="*/ 371301 w 412161"/>
                <a:gd name="csY74" fmla="*/ 182569 h 183964"/>
                <a:gd name="csX75" fmla="*/ 369459 w 412161"/>
                <a:gd name="csY75" fmla="*/ 180727 h 183964"/>
                <a:gd name="csX76" fmla="*/ 372959 w 412161"/>
                <a:gd name="csY76" fmla="*/ 176497 h 183964"/>
                <a:gd name="csX77" fmla="*/ 401485 w 412161"/>
                <a:gd name="csY77" fmla="*/ 90586 h 183964"/>
                <a:gd name="csX78" fmla="*/ 371850 w 412161"/>
                <a:gd name="csY78" fmla="*/ 3573 h 183964"/>
                <a:gd name="csX79" fmla="*/ 369459 w 412161"/>
                <a:gd name="csY79" fmla="*/ 445 h 183964"/>
                <a:gd name="csX80" fmla="*/ 371301 w 412161"/>
                <a:gd name="csY80" fmla="*/ -1395 h 183964"/>
                <a:gd name="csX81" fmla="*/ 400567 w 412161"/>
                <a:gd name="csY81" fmla="*/ 34479 h 183964"/>
                <a:gd name="csX82" fmla="*/ 412162 w 412161"/>
                <a:gd name="csY82" fmla="*/ 90586 h 1839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Lst>
              <a:rect l="l" t="t" r="r" b="b"/>
              <a:pathLst>
                <a:path w="412161" h="183964">
                  <a:moveTo>
                    <a:pt x="14170" y="58758"/>
                  </a:moveTo>
                  <a:lnTo>
                    <a:pt x="33682" y="77710"/>
                  </a:lnTo>
                  <a:cubicBezTo>
                    <a:pt x="62398" y="103098"/>
                    <a:pt x="73438" y="113031"/>
                    <a:pt x="73438" y="131424"/>
                  </a:cubicBezTo>
                  <a:cubicBezTo>
                    <a:pt x="73438" y="152396"/>
                    <a:pt x="56872" y="167113"/>
                    <a:pt x="34421" y="167113"/>
                  </a:cubicBezTo>
                  <a:cubicBezTo>
                    <a:pt x="13622" y="167113"/>
                    <a:pt x="0" y="150193"/>
                    <a:pt x="0" y="133819"/>
                  </a:cubicBezTo>
                  <a:cubicBezTo>
                    <a:pt x="0" y="123518"/>
                    <a:pt x="9205" y="123518"/>
                    <a:pt x="9753" y="123518"/>
                  </a:cubicBezTo>
                  <a:cubicBezTo>
                    <a:pt x="12883" y="123518"/>
                    <a:pt x="19327" y="125722"/>
                    <a:pt x="19327" y="133266"/>
                  </a:cubicBezTo>
                  <a:cubicBezTo>
                    <a:pt x="19327" y="138049"/>
                    <a:pt x="16013" y="142833"/>
                    <a:pt x="9568" y="142833"/>
                  </a:cubicBezTo>
                  <a:cubicBezTo>
                    <a:pt x="8096" y="142833"/>
                    <a:pt x="7732" y="142833"/>
                    <a:pt x="7178" y="142650"/>
                  </a:cubicBezTo>
                  <a:cubicBezTo>
                    <a:pt x="11411" y="154607"/>
                    <a:pt x="21348" y="161412"/>
                    <a:pt x="32025" y="161412"/>
                  </a:cubicBezTo>
                  <a:cubicBezTo>
                    <a:pt x="48776" y="161412"/>
                    <a:pt x="56693" y="146510"/>
                    <a:pt x="56693" y="131424"/>
                  </a:cubicBezTo>
                  <a:cubicBezTo>
                    <a:pt x="56693" y="116707"/>
                    <a:pt x="47488" y="102175"/>
                    <a:pt x="37366" y="90771"/>
                  </a:cubicBezTo>
                  <a:lnTo>
                    <a:pt x="2021" y="51399"/>
                  </a:lnTo>
                  <a:cubicBezTo>
                    <a:pt x="0" y="49379"/>
                    <a:pt x="0" y="49011"/>
                    <a:pt x="0" y="44596"/>
                  </a:cubicBezTo>
                  <a:lnTo>
                    <a:pt x="68288" y="44596"/>
                  </a:lnTo>
                  <a:lnTo>
                    <a:pt x="73438" y="76602"/>
                  </a:lnTo>
                  <a:lnTo>
                    <a:pt x="68836" y="76602"/>
                  </a:lnTo>
                  <a:cubicBezTo>
                    <a:pt x="67918" y="71086"/>
                    <a:pt x="66630" y="62994"/>
                    <a:pt x="64788" y="60230"/>
                  </a:cubicBezTo>
                  <a:cubicBezTo>
                    <a:pt x="63501" y="58758"/>
                    <a:pt x="51352" y="58758"/>
                    <a:pt x="47303" y="58758"/>
                  </a:cubicBezTo>
                  <a:lnTo>
                    <a:pt x="14170" y="58758"/>
                  </a:lnTo>
                  <a:close/>
                  <a:moveTo>
                    <a:pt x="136956" y="162335"/>
                  </a:moveTo>
                  <a:cubicBezTo>
                    <a:pt x="136956" y="166750"/>
                    <a:pt x="136956" y="167113"/>
                    <a:pt x="132717" y="167113"/>
                  </a:cubicBezTo>
                  <a:cubicBezTo>
                    <a:pt x="121307" y="155341"/>
                    <a:pt x="105110" y="155341"/>
                    <a:pt x="99221" y="155341"/>
                  </a:cubicBezTo>
                  <a:lnTo>
                    <a:pt x="99221" y="149638"/>
                  </a:lnTo>
                  <a:cubicBezTo>
                    <a:pt x="102899" y="149638"/>
                    <a:pt x="113760" y="149638"/>
                    <a:pt x="123335" y="154422"/>
                  </a:cubicBezTo>
                  <a:lnTo>
                    <a:pt x="123335" y="59127"/>
                  </a:lnTo>
                  <a:cubicBezTo>
                    <a:pt x="123335" y="52507"/>
                    <a:pt x="122780" y="50297"/>
                    <a:pt x="106213" y="50297"/>
                  </a:cubicBezTo>
                  <a:lnTo>
                    <a:pt x="100324" y="50297"/>
                  </a:lnTo>
                  <a:lnTo>
                    <a:pt x="100324" y="44596"/>
                  </a:lnTo>
                  <a:cubicBezTo>
                    <a:pt x="106768" y="45149"/>
                    <a:pt x="122780" y="45149"/>
                    <a:pt x="130143" y="45149"/>
                  </a:cubicBezTo>
                  <a:cubicBezTo>
                    <a:pt x="137504" y="45149"/>
                    <a:pt x="153517" y="45149"/>
                    <a:pt x="159961" y="44596"/>
                  </a:cubicBezTo>
                  <a:lnTo>
                    <a:pt x="159961" y="50297"/>
                  </a:lnTo>
                  <a:lnTo>
                    <a:pt x="154071" y="50297"/>
                  </a:lnTo>
                  <a:cubicBezTo>
                    <a:pt x="137504" y="50297"/>
                    <a:pt x="136956" y="52324"/>
                    <a:pt x="136956" y="59127"/>
                  </a:cubicBezTo>
                  <a:lnTo>
                    <a:pt x="136956" y="162335"/>
                  </a:lnTo>
                  <a:close/>
                  <a:moveTo>
                    <a:pt x="228999" y="162335"/>
                  </a:moveTo>
                  <a:cubicBezTo>
                    <a:pt x="228999" y="166750"/>
                    <a:pt x="228999" y="167113"/>
                    <a:pt x="224761" y="167113"/>
                  </a:cubicBezTo>
                  <a:cubicBezTo>
                    <a:pt x="213351" y="155341"/>
                    <a:pt x="197153" y="155341"/>
                    <a:pt x="191264" y="155341"/>
                  </a:cubicBezTo>
                  <a:lnTo>
                    <a:pt x="191264" y="149638"/>
                  </a:lnTo>
                  <a:cubicBezTo>
                    <a:pt x="194943" y="149638"/>
                    <a:pt x="205804" y="149638"/>
                    <a:pt x="215377" y="154422"/>
                  </a:cubicBezTo>
                  <a:lnTo>
                    <a:pt x="215377" y="59127"/>
                  </a:lnTo>
                  <a:cubicBezTo>
                    <a:pt x="215377" y="52507"/>
                    <a:pt x="214823" y="50297"/>
                    <a:pt x="198256" y="50297"/>
                  </a:cubicBezTo>
                  <a:lnTo>
                    <a:pt x="192367" y="50297"/>
                  </a:lnTo>
                  <a:lnTo>
                    <a:pt x="192367" y="44596"/>
                  </a:lnTo>
                  <a:cubicBezTo>
                    <a:pt x="198810" y="45149"/>
                    <a:pt x="214823" y="45149"/>
                    <a:pt x="222185" y="45149"/>
                  </a:cubicBezTo>
                  <a:cubicBezTo>
                    <a:pt x="229548" y="45149"/>
                    <a:pt x="245559" y="45149"/>
                    <a:pt x="252004" y="44596"/>
                  </a:cubicBezTo>
                  <a:lnTo>
                    <a:pt x="252004" y="50297"/>
                  </a:lnTo>
                  <a:lnTo>
                    <a:pt x="246113" y="50297"/>
                  </a:lnTo>
                  <a:cubicBezTo>
                    <a:pt x="229548" y="50297"/>
                    <a:pt x="228999" y="52324"/>
                    <a:pt x="228999" y="59127"/>
                  </a:cubicBezTo>
                  <a:lnTo>
                    <a:pt x="228999" y="162335"/>
                  </a:lnTo>
                  <a:close/>
                  <a:moveTo>
                    <a:pt x="334473" y="103098"/>
                  </a:moveTo>
                  <a:lnTo>
                    <a:pt x="334473" y="97212"/>
                  </a:lnTo>
                  <a:cubicBezTo>
                    <a:pt x="334473" y="54164"/>
                    <a:pt x="315331" y="45698"/>
                    <a:pt x="304661" y="45698"/>
                  </a:cubicBezTo>
                  <a:cubicBezTo>
                    <a:pt x="301530" y="45698"/>
                    <a:pt x="291588" y="46067"/>
                    <a:pt x="286620" y="52324"/>
                  </a:cubicBezTo>
                  <a:cubicBezTo>
                    <a:pt x="294716" y="52324"/>
                    <a:pt x="296189" y="57655"/>
                    <a:pt x="296189" y="60783"/>
                  </a:cubicBezTo>
                  <a:cubicBezTo>
                    <a:pt x="296189" y="66486"/>
                    <a:pt x="291772" y="69244"/>
                    <a:pt x="287724" y="69244"/>
                  </a:cubicBezTo>
                  <a:cubicBezTo>
                    <a:pt x="284779" y="69244"/>
                    <a:pt x="279259" y="67588"/>
                    <a:pt x="279259" y="60415"/>
                  </a:cubicBezTo>
                  <a:cubicBezTo>
                    <a:pt x="279259" y="48093"/>
                    <a:pt x="289196" y="40550"/>
                    <a:pt x="304840" y="40550"/>
                  </a:cubicBezTo>
                  <a:cubicBezTo>
                    <a:pt x="328584" y="40550"/>
                    <a:pt x="351040" y="65568"/>
                    <a:pt x="351040" y="105118"/>
                  </a:cubicBezTo>
                  <a:cubicBezTo>
                    <a:pt x="351040" y="154607"/>
                    <a:pt x="329877" y="167113"/>
                    <a:pt x="313495" y="167113"/>
                  </a:cubicBezTo>
                  <a:cubicBezTo>
                    <a:pt x="303367" y="167113"/>
                    <a:pt x="294354" y="163807"/>
                    <a:pt x="286436" y="155524"/>
                  </a:cubicBezTo>
                  <a:cubicBezTo>
                    <a:pt x="278889" y="147248"/>
                    <a:pt x="274656" y="139522"/>
                    <a:pt x="274656" y="125722"/>
                  </a:cubicBezTo>
                  <a:cubicBezTo>
                    <a:pt x="274656" y="102730"/>
                    <a:pt x="290854" y="84700"/>
                    <a:pt x="311468" y="84700"/>
                  </a:cubicBezTo>
                  <a:cubicBezTo>
                    <a:pt x="322693" y="84700"/>
                    <a:pt x="330240" y="92427"/>
                    <a:pt x="334473" y="103098"/>
                  </a:cubicBezTo>
                  <a:close/>
                  <a:moveTo>
                    <a:pt x="311652" y="88931"/>
                  </a:moveTo>
                  <a:cubicBezTo>
                    <a:pt x="308707" y="88931"/>
                    <a:pt x="300243" y="88931"/>
                    <a:pt x="294531" y="100519"/>
                  </a:cubicBezTo>
                  <a:cubicBezTo>
                    <a:pt x="291224" y="107329"/>
                    <a:pt x="291224" y="116522"/>
                    <a:pt x="291224" y="125537"/>
                  </a:cubicBezTo>
                  <a:cubicBezTo>
                    <a:pt x="291224" y="135475"/>
                    <a:pt x="291224" y="144121"/>
                    <a:pt x="295086" y="150925"/>
                  </a:cubicBezTo>
                  <a:cubicBezTo>
                    <a:pt x="300058" y="160124"/>
                    <a:pt x="307050" y="162514"/>
                    <a:pt x="313495" y="162514"/>
                  </a:cubicBezTo>
                  <a:cubicBezTo>
                    <a:pt x="321959" y="162514"/>
                    <a:pt x="328035" y="156264"/>
                    <a:pt x="331163" y="147982"/>
                  </a:cubicBezTo>
                  <a:cubicBezTo>
                    <a:pt x="333370" y="142095"/>
                    <a:pt x="334109" y="130506"/>
                    <a:pt x="334109" y="122045"/>
                  </a:cubicBezTo>
                  <a:cubicBezTo>
                    <a:pt x="334109" y="106775"/>
                    <a:pt x="327851" y="88931"/>
                    <a:pt x="311652" y="88931"/>
                  </a:cubicBezTo>
                  <a:close/>
                  <a:moveTo>
                    <a:pt x="412162" y="90586"/>
                  </a:moveTo>
                  <a:cubicBezTo>
                    <a:pt x="412162" y="104933"/>
                    <a:pt x="410140" y="127193"/>
                    <a:pt x="400012" y="147982"/>
                  </a:cubicBezTo>
                  <a:cubicBezTo>
                    <a:pt x="388972" y="170611"/>
                    <a:pt x="373138" y="182569"/>
                    <a:pt x="371301" y="182569"/>
                  </a:cubicBezTo>
                  <a:cubicBezTo>
                    <a:pt x="370193" y="182569"/>
                    <a:pt x="369459" y="181830"/>
                    <a:pt x="369459" y="180727"/>
                  </a:cubicBezTo>
                  <a:cubicBezTo>
                    <a:pt x="369459" y="180180"/>
                    <a:pt x="369459" y="179810"/>
                    <a:pt x="372959" y="176497"/>
                  </a:cubicBezTo>
                  <a:cubicBezTo>
                    <a:pt x="390993" y="158284"/>
                    <a:pt x="401485" y="129035"/>
                    <a:pt x="401485" y="90586"/>
                  </a:cubicBezTo>
                  <a:cubicBezTo>
                    <a:pt x="401485" y="59127"/>
                    <a:pt x="394676" y="26751"/>
                    <a:pt x="371850" y="3573"/>
                  </a:cubicBezTo>
                  <a:cubicBezTo>
                    <a:pt x="369459" y="1363"/>
                    <a:pt x="369459" y="993"/>
                    <a:pt x="369459" y="445"/>
                  </a:cubicBezTo>
                  <a:cubicBezTo>
                    <a:pt x="369459" y="-657"/>
                    <a:pt x="370193" y="-1395"/>
                    <a:pt x="371301" y="-1395"/>
                  </a:cubicBezTo>
                  <a:cubicBezTo>
                    <a:pt x="373138" y="-1395"/>
                    <a:pt x="389705" y="11117"/>
                    <a:pt x="400567" y="34479"/>
                  </a:cubicBezTo>
                  <a:cubicBezTo>
                    <a:pt x="409955" y="54712"/>
                    <a:pt x="412162" y="75131"/>
                    <a:pt x="412162" y="90586"/>
                  </a:cubicBezTo>
                  <a:close/>
                </a:path>
              </a:pathLst>
            </a:custGeom>
            <a:solidFill>
              <a:srgbClr val="000000"/>
            </a:solidFill>
            <a:ln w="27807" cap="flat">
              <a:noFill/>
              <a:prstDash val="solid"/>
              <a:miter/>
            </a:ln>
          </p:spPr>
          <p:txBody>
            <a:bodyPr/>
            <a:lstStyle/>
            <a:p>
              <a:endParaRPr lang="en-GB"/>
            </a:p>
          </p:txBody>
        </p:sp>
        <p:sp>
          <p:nvSpPr>
            <p:cNvPr id="461" name="Freeform: Shape 460">
              <a:extLst>
                <a:ext uri="{FF2B5EF4-FFF2-40B4-BE49-F238E27FC236}">
                  <a16:creationId xmlns:a16="http://schemas.microsoft.com/office/drawing/2014/main" id="{E10CC648-AA4F-5778-7D0F-FFF1F5DD04FB}"/>
                </a:ext>
              </a:extLst>
            </p:cNvPr>
            <p:cNvSpPr/>
            <p:nvPr>
              <p:custDataLst>
                <p:tags r:id="rId21"/>
              </p:custDataLst>
            </p:nvPr>
          </p:nvSpPr>
          <p:spPr>
            <a:xfrm flipV="1">
              <a:off x="11985067" y="-9436251"/>
              <a:ext cx="88901" cy="88670"/>
            </a:xfrm>
            <a:custGeom>
              <a:avLst/>
              <a:gdLst>
                <a:gd name="csX0" fmla="*/ 44543 w 88901"/>
                <a:gd name="csY0" fmla="*/ 48093 h 88670"/>
                <a:gd name="csX1" fmla="*/ 7732 w 88901"/>
                <a:gd name="csY1" fmla="*/ 84700 h 88670"/>
                <a:gd name="csX2" fmla="*/ 3678 w 88901"/>
                <a:gd name="csY2" fmla="*/ 87275 h 88670"/>
                <a:gd name="csX3" fmla="*/ 0 w 88901"/>
                <a:gd name="csY3" fmla="*/ 83599 h 88670"/>
                <a:gd name="csX4" fmla="*/ 2390 w 88901"/>
                <a:gd name="csY4" fmla="*/ 79916 h 88670"/>
                <a:gd name="csX5" fmla="*/ 39202 w 88901"/>
                <a:gd name="csY5" fmla="*/ 42940 h 88670"/>
                <a:gd name="csX6" fmla="*/ 2390 w 88901"/>
                <a:gd name="csY6" fmla="*/ 5963 h 88670"/>
                <a:gd name="csX7" fmla="*/ 0 w 88901"/>
                <a:gd name="csY7" fmla="*/ 2282 h 88670"/>
                <a:gd name="csX8" fmla="*/ 3678 w 88901"/>
                <a:gd name="csY8" fmla="*/ -1395 h 88670"/>
                <a:gd name="csX9" fmla="*/ 7732 w 88901"/>
                <a:gd name="csY9" fmla="*/ 1179 h 88670"/>
                <a:gd name="csX10" fmla="*/ 44358 w 88901"/>
                <a:gd name="csY10" fmla="*/ 37786 h 88670"/>
                <a:gd name="csX11" fmla="*/ 82457 w 88901"/>
                <a:gd name="csY11" fmla="*/ -293 h 88670"/>
                <a:gd name="csX12" fmla="*/ 85218 w 88901"/>
                <a:gd name="csY12" fmla="*/ -1395 h 88670"/>
                <a:gd name="csX13" fmla="*/ 88902 w 88901"/>
                <a:gd name="csY13" fmla="*/ 2282 h 88670"/>
                <a:gd name="csX14" fmla="*/ 88347 w 88901"/>
                <a:gd name="csY14" fmla="*/ 4307 h 88670"/>
                <a:gd name="csX15" fmla="*/ 49694 w 88901"/>
                <a:gd name="csY15" fmla="*/ 42940 h 88670"/>
                <a:gd name="csX16" fmla="*/ 83381 w 88901"/>
                <a:gd name="csY16" fmla="*/ 76604 h 88670"/>
                <a:gd name="csX17" fmla="*/ 87977 w 88901"/>
                <a:gd name="csY17" fmla="*/ 81204 h 88670"/>
                <a:gd name="csX18" fmla="*/ 88902 w 88901"/>
                <a:gd name="csY18" fmla="*/ 83599 h 88670"/>
                <a:gd name="csX19" fmla="*/ 85218 w 88901"/>
                <a:gd name="csY19" fmla="*/ 87275 h 88670"/>
                <a:gd name="csX20" fmla="*/ 80985 w 88901"/>
                <a:gd name="csY20" fmla="*/ 84516 h 88670"/>
                <a:gd name="csX21" fmla="*/ 44543 w 88901"/>
                <a:gd name="csY21" fmla="*/ 48093 h 886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8901" h="88670">
                  <a:moveTo>
                    <a:pt x="44543" y="48093"/>
                  </a:moveTo>
                  <a:lnTo>
                    <a:pt x="7732" y="84700"/>
                  </a:lnTo>
                  <a:cubicBezTo>
                    <a:pt x="5520" y="86905"/>
                    <a:pt x="5151" y="87275"/>
                    <a:pt x="3678" y="87275"/>
                  </a:cubicBezTo>
                  <a:cubicBezTo>
                    <a:pt x="1842" y="87275"/>
                    <a:pt x="0" y="85619"/>
                    <a:pt x="0" y="83599"/>
                  </a:cubicBezTo>
                  <a:cubicBezTo>
                    <a:pt x="0" y="82306"/>
                    <a:pt x="369" y="81942"/>
                    <a:pt x="2390" y="79916"/>
                  </a:cubicBezTo>
                  <a:lnTo>
                    <a:pt x="39202" y="42940"/>
                  </a:lnTo>
                  <a:lnTo>
                    <a:pt x="2390" y="5963"/>
                  </a:lnTo>
                  <a:cubicBezTo>
                    <a:pt x="369" y="3937"/>
                    <a:pt x="0" y="3575"/>
                    <a:pt x="0" y="2282"/>
                  </a:cubicBezTo>
                  <a:cubicBezTo>
                    <a:pt x="0" y="262"/>
                    <a:pt x="1842" y="-1395"/>
                    <a:pt x="3678" y="-1395"/>
                  </a:cubicBezTo>
                  <a:cubicBezTo>
                    <a:pt x="5151" y="-1395"/>
                    <a:pt x="5520" y="-1026"/>
                    <a:pt x="7732" y="1179"/>
                  </a:cubicBezTo>
                  <a:lnTo>
                    <a:pt x="44358" y="37786"/>
                  </a:lnTo>
                  <a:lnTo>
                    <a:pt x="82457" y="-293"/>
                  </a:lnTo>
                  <a:cubicBezTo>
                    <a:pt x="82827" y="-478"/>
                    <a:pt x="84115" y="-1395"/>
                    <a:pt x="85218" y="-1395"/>
                  </a:cubicBezTo>
                  <a:cubicBezTo>
                    <a:pt x="87429" y="-1395"/>
                    <a:pt x="88902" y="262"/>
                    <a:pt x="88902" y="2282"/>
                  </a:cubicBezTo>
                  <a:cubicBezTo>
                    <a:pt x="88902" y="2650"/>
                    <a:pt x="88902" y="3390"/>
                    <a:pt x="88347" y="4307"/>
                  </a:cubicBezTo>
                  <a:cubicBezTo>
                    <a:pt x="88162" y="4677"/>
                    <a:pt x="58898" y="33556"/>
                    <a:pt x="49694" y="42940"/>
                  </a:cubicBezTo>
                  <a:lnTo>
                    <a:pt x="83381" y="76604"/>
                  </a:lnTo>
                  <a:cubicBezTo>
                    <a:pt x="84299" y="77712"/>
                    <a:pt x="87059" y="80101"/>
                    <a:pt x="87977" y="81204"/>
                  </a:cubicBezTo>
                  <a:cubicBezTo>
                    <a:pt x="88162" y="81572"/>
                    <a:pt x="88902" y="82306"/>
                    <a:pt x="88902" y="83599"/>
                  </a:cubicBezTo>
                  <a:cubicBezTo>
                    <a:pt x="88902" y="85619"/>
                    <a:pt x="87429" y="87275"/>
                    <a:pt x="85218" y="87275"/>
                  </a:cubicBezTo>
                  <a:cubicBezTo>
                    <a:pt x="83745" y="87275"/>
                    <a:pt x="83012" y="86542"/>
                    <a:pt x="80985" y="84516"/>
                  </a:cubicBezTo>
                  <a:lnTo>
                    <a:pt x="44543" y="48093"/>
                  </a:lnTo>
                  <a:close/>
                </a:path>
              </a:pathLst>
            </a:custGeom>
            <a:solidFill>
              <a:srgbClr val="000000"/>
            </a:solidFill>
            <a:ln w="27807" cap="flat">
              <a:noFill/>
              <a:prstDash val="solid"/>
              <a:miter/>
            </a:ln>
          </p:spPr>
          <p:txBody>
            <a:bodyPr/>
            <a:lstStyle/>
            <a:p>
              <a:endParaRPr lang="en-GB"/>
            </a:p>
          </p:txBody>
        </p:sp>
        <p:sp>
          <p:nvSpPr>
            <p:cNvPr id="462" name="Freeform: Shape 461">
              <a:extLst>
                <a:ext uri="{FF2B5EF4-FFF2-40B4-BE49-F238E27FC236}">
                  <a16:creationId xmlns:a16="http://schemas.microsoft.com/office/drawing/2014/main" id="{A8463559-F605-958E-05F3-02F6EC54C947}"/>
                </a:ext>
              </a:extLst>
            </p:cNvPr>
            <p:cNvSpPr/>
            <p:nvPr>
              <p:custDataLst>
                <p:tags r:id="rId22"/>
              </p:custDataLst>
            </p:nvPr>
          </p:nvSpPr>
          <p:spPr>
            <a:xfrm flipV="1">
              <a:off x="12158486" y="-9468443"/>
              <a:ext cx="252373" cy="126563"/>
            </a:xfrm>
            <a:custGeom>
              <a:avLst/>
              <a:gdLst>
                <a:gd name="csX0" fmla="*/ 37735 w 252373"/>
                <a:gd name="csY0" fmla="*/ 120388 h 126563"/>
                <a:gd name="csX1" fmla="*/ 33497 w 252373"/>
                <a:gd name="csY1" fmla="*/ 125166 h 126563"/>
                <a:gd name="csX2" fmla="*/ 0 w 252373"/>
                <a:gd name="csY2" fmla="*/ 113394 h 126563"/>
                <a:gd name="csX3" fmla="*/ 0 w 252373"/>
                <a:gd name="csY3" fmla="*/ 107691 h 126563"/>
                <a:gd name="csX4" fmla="*/ 24114 w 252373"/>
                <a:gd name="csY4" fmla="*/ 112475 h 126563"/>
                <a:gd name="csX5" fmla="*/ 24114 w 252373"/>
                <a:gd name="csY5" fmla="*/ 17181 h 126563"/>
                <a:gd name="csX6" fmla="*/ 6992 w 252373"/>
                <a:gd name="csY6" fmla="*/ 8350 h 126563"/>
                <a:gd name="csX7" fmla="*/ 1103 w 252373"/>
                <a:gd name="csY7" fmla="*/ 8350 h 126563"/>
                <a:gd name="csX8" fmla="*/ 1103 w 252373"/>
                <a:gd name="csY8" fmla="*/ 2649 h 126563"/>
                <a:gd name="csX9" fmla="*/ 30921 w 252373"/>
                <a:gd name="csY9" fmla="*/ 3202 h 126563"/>
                <a:gd name="csX10" fmla="*/ 60740 w 252373"/>
                <a:gd name="csY10" fmla="*/ 2649 h 126563"/>
                <a:gd name="csX11" fmla="*/ 60740 w 252373"/>
                <a:gd name="csY11" fmla="*/ 8350 h 126563"/>
                <a:gd name="csX12" fmla="*/ 54851 w 252373"/>
                <a:gd name="csY12" fmla="*/ 8350 h 126563"/>
                <a:gd name="csX13" fmla="*/ 37735 w 252373"/>
                <a:gd name="csY13" fmla="*/ 17181 h 126563"/>
                <a:gd name="csX14" fmla="*/ 37735 w 252373"/>
                <a:gd name="csY14" fmla="*/ 120388 h 126563"/>
                <a:gd name="csX15" fmla="*/ 160330 w 252373"/>
                <a:gd name="csY15" fmla="*/ 61516 h 126563"/>
                <a:gd name="csX16" fmla="*/ 152968 w 252373"/>
                <a:gd name="csY16" fmla="*/ 104563 h 126563"/>
                <a:gd name="csX17" fmla="*/ 121677 w 252373"/>
                <a:gd name="csY17" fmla="*/ 125166 h 126563"/>
                <a:gd name="csX18" fmla="*/ 89652 w 252373"/>
                <a:gd name="csY18" fmla="*/ 103276 h 126563"/>
                <a:gd name="csX19" fmla="*/ 82839 w 252373"/>
                <a:gd name="csY19" fmla="*/ 61516 h 126563"/>
                <a:gd name="csX20" fmla="*/ 91125 w 252373"/>
                <a:gd name="csY20" fmla="*/ 17181 h 126563"/>
                <a:gd name="csX21" fmla="*/ 121492 w 252373"/>
                <a:gd name="csY21" fmla="*/ -1397 h 126563"/>
                <a:gd name="csX22" fmla="*/ 153522 w 252373"/>
                <a:gd name="csY22" fmla="*/ 19939 h 126563"/>
                <a:gd name="csX23" fmla="*/ 160330 w 252373"/>
                <a:gd name="csY23" fmla="*/ 61516 h 126563"/>
                <a:gd name="csX24" fmla="*/ 121492 w 252373"/>
                <a:gd name="csY24" fmla="*/ 2649 h 126563"/>
                <a:gd name="csX25" fmla="*/ 100139 w 252373"/>
                <a:gd name="csY25" fmla="*/ 24909 h 126563"/>
                <a:gd name="csX26" fmla="*/ 98118 w 252373"/>
                <a:gd name="csY26" fmla="*/ 63726 h 126563"/>
                <a:gd name="csX27" fmla="*/ 99590 w 252373"/>
                <a:gd name="csY27" fmla="*/ 97575 h 126563"/>
                <a:gd name="csX28" fmla="*/ 121492 w 252373"/>
                <a:gd name="csY28" fmla="*/ 121121 h 126563"/>
                <a:gd name="csX29" fmla="*/ 143209 w 252373"/>
                <a:gd name="csY29" fmla="*/ 99600 h 126563"/>
                <a:gd name="csX30" fmla="*/ 145052 w 252373"/>
                <a:gd name="csY30" fmla="*/ 63726 h 126563"/>
                <a:gd name="csX31" fmla="*/ 143030 w 252373"/>
                <a:gd name="csY31" fmla="*/ 25641 h 126563"/>
                <a:gd name="csX32" fmla="*/ 121492 w 252373"/>
                <a:gd name="csY32" fmla="*/ 2649 h 126563"/>
                <a:gd name="csX33" fmla="*/ 252373 w 252373"/>
                <a:gd name="csY33" fmla="*/ 61516 h 126563"/>
                <a:gd name="csX34" fmla="*/ 245011 w 252373"/>
                <a:gd name="csY34" fmla="*/ 104563 h 126563"/>
                <a:gd name="csX35" fmla="*/ 213719 w 252373"/>
                <a:gd name="csY35" fmla="*/ 125166 h 126563"/>
                <a:gd name="csX36" fmla="*/ 181695 w 252373"/>
                <a:gd name="csY36" fmla="*/ 103276 h 126563"/>
                <a:gd name="csX37" fmla="*/ 174882 w 252373"/>
                <a:gd name="csY37" fmla="*/ 61516 h 126563"/>
                <a:gd name="csX38" fmla="*/ 183168 w 252373"/>
                <a:gd name="csY38" fmla="*/ 17181 h 126563"/>
                <a:gd name="csX39" fmla="*/ 213534 w 252373"/>
                <a:gd name="csY39" fmla="*/ -1397 h 126563"/>
                <a:gd name="csX40" fmla="*/ 245566 w 252373"/>
                <a:gd name="csY40" fmla="*/ 19939 h 126563"/>
                <a:gd name="csX41" fmla="*/ 252373 w 252373"/>
                <a:gd name="csY41" fmla="*/ 61516 h 126563"/>
                <a:gd name="csX42" fmla="*/ 213534 w 252373"/>
                <a:gd name="csY42" fmla="*/ 2649 h 126563"/>
                <a:gd name="csX43" fmla="*/ 192181 w 252373"/>
                <a:gd name="csY43" fmla="*/ 24909 h 126563"/>
                <a:gd name="csX44" fmla="*/ 190160 w 252373"/>
                <a:gd name="csY44" fmla="*/ 63726 h 126563"/>
                <a:gd name="csX45" fmla="*/ 191633 w 252373"/>
                <a:gd name="csY45" fmla="*/ 97575 h 126563"/>
                <a:gd name="csX46" fmla="*/ 213534 w 252373"/>
                <a:gd name="csY46" fmla="*/ 121121 h 126563"/>
                <a:gd name="csX47" fmla="*/ 235253 w 252373"/>
                <a:gd name="csY47" fmla="*/ 99600 h 126563"/>
                <a:gd name="csX48" fmla="*/ 237094 w 252373"/>
                <a:gd name="csY48" fmla="*/ 63726 h 126563"/>
                <a:gd name="csX49" fmla="*/ 235074 w 252373"/>
                <a:gd name="csY49" fmla="*/ 25641 h 126563"/>
                <a:gd name="csX50" fmla="*/ 213534 w 252373"/>
                <a:gd name="csY50" fmla="*/ 2649 h 126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252373" h="126563">
                  <a:moveTo>
                    <a:pt x="37735" y="120388"/>
                  </a:moveTo>
                  <a:cubicBezTo>
                    <a:pt x="37735" y="124803"/>
                    <a:pt x="37735" y="125166"/>
                    <a:pt x="33497" y="125166"/>
                  </a:cubicBezTo>
                  <a:cubicBezTo>
                    <a:pt x="22087" y="113394"/>
                    <a:pt x="5890" y="113394"/>
                    <a:pt x="0" y="113394"/>
                  </a:cubicBezTo>
                  <a:lnTo>
                    <a:pt x="0" y="107691"/>
                  </a:lnTo>
                  <a:cubicBezTo>
                    <a:pt x="3678" y="107691"/>
                    <a:pt x="14540" y="107691"/>
                    <a:pt x="24114" y="112475"/>
                  </a:cubicBezTo>
                  <a:lnTo>
                    <a:pt x="24114" y="17181"/>
                  </a:lnTo>
                  <a:cubicBezTo>
                    <a:pt x="24114" y="10561"/>
                    <a:pt x="23559" y="8350"/>
                    <a:pt x="6992" y="8350"/>
                  </a:cubicBezTo>
                  <a:lnTo>
                    <a:pt x="1103" y="8350"/>
                  </a:lnTo>
                  <a:lnTo>
                    <a:pt x="1103" y="2649"/>
                  </a:lnTo>
                  <a:cubicBezTo>
                    <a:pt x="7547" y="3202"/>
                    <a:pt x="23559" y="3202"/>
                    <a:pt x="30921" y="3202"/>
                  </a:cubicBezTo>
                  <a:cubicBezTo>
                    <a:pt x="38284" y="3202"/>
                    <a:pt x="54296" y="3202"/>
                    <a:pt x="60740" y="2649"/>
                  </a:cubicBezTo>
                  <a:lnTo>
                    <a:pt x="60740" y="8350"/>
                  </a:lnTo>
                  <a:lnTo>
                    <a:pt x="54851" y="8350"/>
                  </a:lnTo>
                  <a:cubicBezTo>
                    <a:pt x="38284" y="8350"/>
                    <a:pt x="37735" y="10377"/>
                    <a:pt x="37735" y="17181"/>
                  </a:cubicBezTo>
                  <a:lnTo>
                    <a:pt x="37735" y="120388"/>
                  </a:lnTo>
                  <a:close/>
                  <a:moveTo>
                    <a:pt x="160330" y="61516"/>
                  </a:moveTo>
                  <a:cubicBezTo>
                    <a:pt x="160330" y="76232"/>
                    <a:pt x="159412" y="90949"/>
                    <a:pt x="152968" y="104563"/>
                  </a:cubicBezTo>
                  <a:cubicBezTo>
                    <a:pt x="144503" y="122223"/>
                    <a:pt x="129408" y="125166"/>
                    <a:pt x="121677" y="125166"/>
                  </a:cubicBezTo>
                  <a:cubicBezTo>
                    <a:pt x="110630" y="125166"/>
                    <a:pt x="97193" y="120388"/>
                    <a:pt x="89652" y="103276"/>
                  </a:cubicBezTo>
                  <a:cubicBezTo>
                    <a:pt x="83762" y="90585"/>
                    <a:pt x="82839" y="76232"/>
                    <a:pt x="82839" y="61516"/>
                  </a:cubicBezTo>
                  <a:cubicBezTo>
                    <a:pt x="82839" y="47722"/>
                    <a:pt x="83577" y="31165"/>
                    <a:pt x="91125" y="17181"/>
                  </a:cubicBezTo>
                  <a:cubicBezTo>
                    <a:pt x="99036" y="2279"/>
                    <a:pt x="112472" y="-1397"/>
                    <a:pt x="121492" y="-1397"/>
                  </a:cubicBezTo>
                  <a:cubicBezTo>
                    <a:pt x="131429" y="-1397"/>
                    <a:pt x="145421" y="2464"/>
                    <a:pt x="153522" y="19939"/>
                  </a:cubicBezTo>
                  <a:cubicBezTo>
                    <a:pt x="159412" y="32636"/>
                    <a:pt x="160330" y="46984"/>
                    <a:pt x="160330" y="61516"/>
                  </a:cubicBezTo>
                  <a:close/>
                  <a:moveTo>
                    <a:pt x="121492" y="2649"/>
                  </a:moveTo>
                  <a:cubicBezTo>
                    <a:pt x="114314" y="2649"/>
                    <a:pt x="103453" y="7249"/>
                    <a:pt x="100139" y="24909"/>
                  </a:cubicBezTo>
                  <a:cubicBezTo>
                    <a:pt x="98118" y="35948"/>
                    <a:pt x="98118" y="52870"/>
                    <a:pt x="98118" y="63726"/>
                  </a:cubicBezTo>
                  <a:cubicBezTo>
                    <a:pt x="98118" y="75500"/>
                    <a:pt x="98118" y="87642"/>
                    <a:pt x="99590" y="97575"/>
                  </a:cubicBezTo>
                  <a:cubicBezTo>
                    <a:pt x="103089" y="119465"/>
                    <a:pt x="116890" y="121121"/>
                    <a:pt x="121492" y="121121"/>
                  </a:cubicBezTo>
                  <a:cubicBezTo>
                    <a:pt x="127567" y="121121"/>
                    <a:pt x="139716" y="117808"/>
                    <a:pt x="143209" y="99600"/>
                  </a:cubicBezTo>
                  <a:cubicBezTo>
                    <a:pt x="145052" y="89299"/>
                    <a:pt x="145052" y="75315"/>
                    <a:pt x="145052" y="63726"/>
                  </a:cubicBezTo>
                  <a:cubicBezTo>
                    <a:pt x="145052" y="49927"/>
                    <a:pt x="145052" y="37421"/>
                    <a:pt x="143030" y="25641"/>
                  </a:cubicBezTo>
                  <a:cubicBezTo>
                    <a:pt x="140265" y="8166"/>
                    <a:pt x="129778" y="2649"/>
                    <a:pt x="121492" y="2649"/>
                  </a:cubicBezTo>
                  <a:close/>
                  <a:moveTo>
                    <a:pt x="252373" y="61516"/>
                  </a:moveTo>
                  <a:cubicBezTo>
                    <a:pt x="252373" y="76232"/>
                    <a:pt x="251454" y="90949"/>
                    <a:pt x="245011" y="104563"/>
                  </a:cubicBezTo>
                  <a:cubicBezTo>
                    <a:pt x="236547" y="122223"/>
                    <a:pt x="221452" y="125166"/>
                    <a:pt x="213719" y="125166"/>
                  </a:cubicBezTo>
                  <a:cubicBezTo>
                    <a:pt x="202673" y="125166"/>
                    <a:pt x="189236" y="120388"/>
                    <a:pt x="181695" y="103276"/>
                  </a:cubicBezTo>
                  <a:cubicBezTo>
                    <a:pt x="175806" y="90585"/>
                    <a:pt x="174882" y="76232"/>
                    <a:pt x="174882" y="61516"/>
                  </a:cubicBezTo>
                  <a:cubicBezTo>
                    <a:pt x="174882" y="47722"/>
                    <a:pt x="175621" y="31165"/>
                    <a:pt x="183168" y="17181"/>
                  </a:cubicBezTo>
                  <a:cubicBezTo>
                    <a:pt x="191078" y="2279"/>
                    <a:pt x="204515" y="-1397"/>
                    <a:pt x="213534" y="-1397"/>
                  </a:cubicBezTo>
                  <a:cubicBezTo>
                    <a:pt x="223474" y="-1397"/>
                    <a:pt x="237463" y="2464"/>
                    <a:pt x="245566" y="19939"/>
                  </a:cubicBezTo>
                  <a:cubicBezTo>
                    <a:pt x="251454" y="32636"/>
                    <a:pt x="252373" y="46984"/>
                    <a:pt x="252373" y="61516"/>
                  </a:cubicBezTo>
                  <a:close/>
                  <a:moveTo>
                    <a:pt x="213534" y="2649"/>
                  </a:moveTo>
                  <a:cubicBezTo>
                    <a:pt x="206358" y="2649"/>
                    <a:pt x="195496" y="7249"/>
                    <a:pt x="192181" y="24909"/>
                  </a:cubicBezTo>
                  <a:cubicBezTo>
                    <a:pt x="190160" y="35948"/>
                    <a:pt x="190160" y="52870"/>
                    <a:pt x="190160" y="63726"/>
                  </a:cubicBezTo>
                  <a:cubicBezTo>
                    <a:pt x="190160" y="75500"/>
                    <a:pt x="190160" y="87642"/>
                    <a:pt x="191633" y="97575"/>
                  </a:cubicBezTo>
                  <a:cubicBezTo>
                    <a:pt x="195132" y="119465"/>
                    <a:pt x="208933" y="121121"/>
                    <a:pt x="213534" y="121121"/>
                  </a:cubicBezTo>
                  <a:cubicBezTo>
                    <a:pt x="219610" y="121121"/>
                    <a:pt x="231759" y="117808"/>
                    <a:pt x="235253" y="99600"/>
                  </a:cubicBezTo>
                  <a:cubicBezTo>
                    <a:pt x="237094" y="89299"/>
                    <a:pt x="237094" y="75315"/>
                    <a:pt x="237094" y="63726"/>
                  </a:cubicBezTo>
                  <a:cubicBezTo>
                    <a:pt x="237094" y="49927"/>
                    <a:pt x="237094" y="37421"/>
                    <a:pt x="235074" y="25641"/>
                  </a:cubicBezTo>
                  <a:cubicBezTo>
                    <a:pt x="232308" y="8166"/>
                    <a:pt x="221821" y="2649"/>
                    <a:pt x="213534" y="2649"/>
                  </a:cubicBezTo>
                  <a:close/>
                </a:path>
              </a:pathLst>
            </a:custGeom>
            <a:solidFill>
              <a:srgbClr val="000000"/>
            </a:solidFill>
            <a:ln w="27807" cap="flat">
              <a:noFill/>
              <a:prstDash val="solid"/>
              <a:miter/>
            </a:ln>
          </p:spPr>
          <p:txBody>
            <a:bodyPr/>
            <a:lstStyle/>
            <a:p>
              <a:endParaRPr lang="en-GB"/>
            </a:p>
          </p:txBody>
        </p:sp>
        <p:sp>
          <p:nvSpPr>
            <p:cNvPr id="463" name="Freeform: Shape 462">
              <a:extLst>
                <a:ext uri="{FF2B5EF4-FFF2-40B4-BE49-F238E27FC236}">
                  <a16:creationId xmlns:a16="http://schemas.microsoft.com/office/drawing/2014/main" id="{F3395D33-EAEF-485C-4530-305A11FCB628}"/>
                </a:ext>
              </a:extLst>
            </p:cNvPr>
            <p:cNvSpPr/>
            <p:nvPr>
              <p:custDataLst>
                <p:tags r:id="rId23"/>
              </p:custDataLst>
            </p:nvPr>
          </p:nvSpPr>
          <p:spPr>
            <a:xfrm flipV="1">
              <a:off x="12479489" y="-9413438"/>
              <a:ext cx="122403" cy="43048"/>
            </a:xfrm>
            <a:custGeom>
              <a:avLst/>
              <a:gdLst>
                <a:gd name="csX0" fmla="*/ 116144 w 122403"/>
                <a:gd name="csY0" fmla="*/ 34295 h 43048"/>
                <a:gd name="csX1" fmla="*/ 122403 w 122403"/>
                <a:gd name="csY1" fmla="*/ 37977 h 43048"/>
                <a:gd name="csX2" fmla="*/ 116329 w 122403"/>
                <a:gd name="csY2" fmla="*/ 41654 h 43048"/>
                <a:gd name="csX3" fmla="*/ 6073 w 122403"/>
                <a:gd name="csY3" fmla="*/ 41654 h 43048"/>
                <a:gd name="csX4" fmla="*/ 0 w 122403"/>
                <a:gd name="csY4" fmla="*/ 37977 h 43048"/>
                <a:gd name="csX5" fmla="*/ 6258 w 122403"/>
                <a:gd name="csY5" fmla="*/ 34295 h 43048"/>
                <a:gd name="csX6" fmla="*/ 116144 w 122403"/>
                <a:gd name="csY6" fmla="*/ 34295 h 43048"/>
                <a:gd name="csX7" fmla="*/ 116329 w 122403"/>
                <a:gd name="csY7" fmla="*/ -1395 h 43048"/>
                <a:gd name="csX8" fmla="*/ 122403 w 122403"/>
                <a:gd name="csY8" fmla="*/ 2287 h 43048"/>
                <a:gd name="csX9" fmla="*/ 116144 w 122403"/>
                <a:gd name="csY9" fmla="*/ 5970 h 43048"/>
                <a:gd name="csX10" fmla="*/ 6258 w 122403"/>
                <a:gd name="csY10" fmla="*/ 5970 h 43048"/>
                <a:gd name="csX11" fmla="*/ 0 w 122403"/>
                <a:gd name="csY11" fmla="*/ 2287 h 43048"/>
                <a:gd name="csX12" fmla="*/ 6073 w 122403"/>
                <a:gd name="csY12" fmla="*/ -1395 h 43048"/>
                <a:gd name="csX13" fmla="*/ 116329 w 122403"/>
                <a:gd name="csY13" fmla="*/ -1395 h 43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2403" h="43048">
                  <a:moveTo>
                    <a:pt x="116144" y="34295"/>
                  </a:moveTo>
                  <a:cubicBezTo>
                    <a:pt x="118905" y="34295"/>
                    <a:pt x="122403" y="34295"/>
                    <a:pt x="122403" y="37977"/>
                  </a:cubicBezTo>
                  <a:cubicBezTo>
                    <a:pt x="122403" y="41654"/>
                    <a:pt x="118905" y="41654"/>
                    <a:pt x="116329" y="41654"/>
                  </a:cubicBezTo>
                  <a:lnTo>
                    <a:pt x="6073" y="41654"/>
                  </a:lnTo>
                  <a:cubicBezTo>
                    <a:pt x="3498" y="41654"/>
                    <a:pt x="0" y="41654"/>
                    <a:pt x="0" y="37977"/>
                  </a:cubicBezTo>
                  <a:cubicBezTo>
                    <a:pt x="0" y="34295"/>
                    <a:pt x="3498" y="34295"/>
                    <a:pt x="6258" y="34295"/>
                  </a:cubicBezTo>
                  <a:lnTo>
                    <a:pt x="116144" y="34295"/>
                  </a:lnTo>
                  <a:close/>
                  <a:moveTo>
                    <a:pt x="116329" y="-1395"/>
                  </a:moveTo>
                  <a:cubicBezTo>
                    <a:pt x="118905" y="-1395"/>
                    <a:pt x="122403" y="-1395"/>
                    <a:pt x="122403" y="2287"/>
                  </a:cubicBezTo>
                  <a:cubicBezTo>
                    <a:pt x="122403" y="5970"/>
                    <a:pt x="118905" y="5970"/>
                    <a:pt x="116144" y="5970"/>
                  </a:cubicBezTo>
                  <a:lnTo>
                    <a:pt x="6258" y="5970"/>
                  </a:lnTo>
                  <a:cubicBezTo>
                    <a:pt x="3498" y="5970"/>
                    <a:pt x="0" y="5970"/>
                    <a:pt x="0" y="2287"/>
                  </a:cubicBezTo>
                  <a:cubicBezTo>
                    <a:pt x="0" y="-1395"/>
                    <a:pt x="3498" y="-1395"/>
                    <a:pt x="6073" y="-1395"/>
                  </a:cubicBezTo>
                  <a:lnTo>
                    <a:pt x="116329" y="-1395"/>
                  </a:lnTo>
                  <a:close/>
                </a:path>
              </a:pathLst>
            </a:custGeom>
            <a:solidFill>
              <a:srgbClr val="000000"/>
            </a:solidFill>
            <a:ln w="27807" cap="flat">
              <a:noFill/>
              <a:prstDash val="solid"/>
              <a:miter/>
            </a:ln>
          </p:spPr>
          <p:txBody>
            <a:bodyPr/>
            <a:lstStyle/>
            <a:p>
              <a:endParaRPr lang="en-GB"/>
            </a:p>
          </p:txBody>
        </p:sp>
        <p:sp>
          <p:nvSpPr>
            <p:cNvPr id="464" name="Freeform: Shape 463">
              <a:extLst>
                <a:ext uri="{FF2B5EF4-FFF2-40B4-BE49-F238E27FC236}">
                  <a16:creationId xmlns:a16="http://schemas.microsoft.com/office/drawing/2014/main" id="{49DB4F9A-5422-377B-7F6D-D0C31164A145}"/>
                </a:ext>
              </a:extLst>
            </p:cNvPr>
            <p:cNvSpPr/>
            <p:nvPr>
              <p:custDataLst>
                <p:tags r:id="rId24"/>
              </p:custDataLst>
            </p:nvPr>
          </p:nvSpPr>
          <p:spPr>
            <a:xfrm flipV="1">
              <a:off x="12673651" y="-9470285"/>
              <a:ext cx="165852" cy="128404"/>
            </a:xfrm>
            <a:custGeom>
              <a:avLst/>
              <a:gdLst>
                <a:gd name="csX0" fmla="*/ 77308 w 165852"/>
                <a:gd name="csY0" fmla="*/ 114680 h 128404"/>
                <a:gd name="csX1" fmla="*/ 78965 w 165852"/>
                <a:gd name="csY1" fmla="*/ 121121 h 128404"/>
                <a:gd name="csX2" fmla="*/ 34238 w 165852"/>
                <a:gd name="csY2" fmla="*/ 121121 h 128404"/>
                <a:gd name="csX3" fmla="*/ 10679 w 165852"/>
                <a:gd name="csY3" fmla="*/ 127008 h 128404"/>
                <a:gd name="csX4" fmla="*/ 6075 w 165852"/>
                <a:gd name="csY4" fmla="*/ 127008 h 128404"/>
                <a:gd name="csX5" fmla="*/ 0 w 165852"/>
                <a:gd name="csY5" fmla="*/ 89114 h 128404"/>
                <a:gd name="csX6" fmla="*/ 4603 w 165852"/>
                <a:gd name="csY6" fmla="*/ 89114 h 128404"/>
                <a:gd name="csX7" fmla="*/ 9206 w 165852"/>
                <a:gd name="csY7" fmla="*/ 105851 h 128404"/>
                <a:gd name="csX8" fmla="*/ 27244 w 165852"/>
                <a:gd name="csY8" fmla="*/ 106959 h 128404"/>
                <a:gd name="csX9" fmla="*/ 65344 w 165852"/>
                <a:gd name="csY9" fmla="*/ 106959 h 128404"/>
                <a:gd name="csX10" fmla="*/ 44730 w 165852"/>
                <a:gd name="csY10" fmla="*/ 77888 h 128404"/>
                <a:gd name="csX11" fmla="*/ 22089 w 165852"/>
                <a:gd name="csY11" fmla="*/ 8720 h 128404"/>
                <a:gd name="csX12" fmla="*/ 30553 w 165852"/>
                <a:gd name="csY12" fmla="*/ -1397 h 128404"/>
                <a:gd name="csX13" fmla="*/ 39024 w 165852"/>
                <a:gd name="csY13" fmla="*/ 8720 h 128404"/>
                <a:gd name="csX14" fmla="*/ 39024 w 165852"/>
                <a:gd name="csY14" fmla="*/ 18104 h 128404"/>
                <a:gd name="csX15" fmla="*/ 41045 w 165852"/>
                <a:gd name="csY15" fmla="*/ 48270 h 128404"/>
                <a:gd name="csX16" fmla="*/ 52461 w 165852"/>
                <a:gd name="csY16" fmla="*/ 79730 h 128404"/>
                <a:gd name="csX17" fmla="*/ 77308 w 165852"/>
                <a:gd name="csY17" fmla="*/ 114680 h 128404"/>
                <a:gd name="csX18" fmla="*/ 111740 w 165852"/>
                <a:gd name="csY18" fmla="*/ 86719 h 128404"/>
                <a:gd name="csX19" fmla="*/ 102536 w 165852"/>
                <a:gd name="csY19" fmla="*/ 101620 h 128404"/>
                <a:gd name="csX20" fmla="*/ 127568 w 165852"/>
                <a:gd name="csY20" fmla="*/ 120567 h 128404"/>
                <a:gd name="csX21" fmla="*/ 152784 w 165852"/>
                <a:gd name="csY21" fmla="*/ 97760 h 128404"/>
                <a:gd name="csX22" fmla="*/ 134560 w 165852"/>
                <a:gd name="csY22" fmla="*/ 72002 h 128404"/>
                <a:gd name="csX23" fmla="*/ 111740 w 165852"/>
                <a:gd name="csY23" fmla="*/ 86719 h 128404"/>
                <a:gd name="csX24" fmla="*/ 138614 w 165852"/>
                <a:gd name="csY24" fmla="*/ 69242 h 128404"/>
                <a:gd name="csX25" fmla="*/ 160885 w 165852"/>
                <a:gd name="csY25" fmla="*/ 97760 h 128404"/>
                <a:gd name="csX26" fmla="*/ 127753 w 165852"/>
                <a:gd name="csY26" fmla="*/ 125166 h 128404"/>
                <a:gd name="csX27" fmla="*/ 94435 w 165852"/>
                <a:gd name="csY27" fmla="*/ 94447 h 128404"/>
                <a:gd name="csX28" fmla="*/ 102536 w 165852"/>
                <a:gd name="csY28" fmla="*/ 74212 h 128404"/>
                <a:gd name="csX29" fmla="*/ 115973 w 165852"/>
                <a:gd name="csY29" fmla="*/ 64274 h 128404"/>
                <a:gd name="csX30" fmla="*/ 89468 w 165852"/>
                <a:gd name="csY30" fmla="*/ 30425 h 128404"/>
                <a:gd name="csX31" fmla="*/ 127568 w 165852"/>
                <a:gd name="csY31" fmla="*/ -1397 h 128404"/>
                <a:gd name="csX32" fmla="*/ 165852 w 165852"/>
                <a:gd name="csY32" fmla="*/ 33553 h 128404"/>
                <a:gd name="csX33" fmla="*/ 156831 w 165852"/>
                <a:gd name="csY33" fmla="*/ 56183 h 128404"/>
                <a:gd name="csX34" fmla="*/ 138614 w 165852"/>
                <a:gd name="csY34" fmla="*/ 69242 h 128404"/>
                <a:gd name="csX35" fmla="*/ 120206 w 165852"/>
                <a:gd name="csY35" fmla="*/ 61516 h 128404"/>
                <a:gd name="csX36" fmla="*/ 142847 w 165852"/>
                <a:gd name="csY36" fmla="*/ 47169 h 128404"/>
                <a:gd name="csX37" fmla="*/ 156646 w 165852"/>
                <a:gd name="csY37" fmla="*/ 26934 h 128404"/>
                <a:gd name="csX38" fmla="*/ 127753 w 165852"/>
                <a:gd name="csY38" fmla="*/ 3751 h 128404"/>
                <a:gd name="csX39" fmla="*/ 98672 w 165852"/>
                <a:gd name="csY39" fmla="*/ 30425 h 128404"/>
                <a:gd name="csX40" fmla="*/ 120206 w 165852"/>
                <a:gd name="csY40" fmla="*/ 61516 h 1284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65852" h="128404">
                  <a:moveTo>
                    <a:pt x="77308" y="114680"/>
                  </a:moveTo>
                  <a:cubicBezTo>
                    <a:pt x="78965" y="116890"/>
                    <a:pt x="78965" y="117260"/>
                    <a:pt x="78965" y="121121"/>
                  </a:cubicBezTo>
                  <a:lnTo>
                    <a:pt x="34238" y="121121"/>
                  </a:lnTo>
                  <a:cubicBezTo>
                    <a:pt x="11780" y="121121"/>
                    <a:pt x="11410" y="123510"/>
                    <a:pt x="10679" y="127008"/>
                  </a:cubicBezTo>
                  <a:lnTo>
                    <a:pt x="6075" y="127008"/>
                  </a:lnTo>
                  <a:lnTo>
                    <a:pt x="0" y="89114"/>
                  </a:lnTo>
                  <a:lnTo>
                    <a:pt x="4603" y="89114"/>
                  </a:lnTo>
                  <a:cubicBezTo>
                    <a:pt x="5157" y="92057"/>
                    <a:pt x="6809" y="103646"/>
                    <a:pt x="9206" y="105851"/>
                  </a:cubicBezTo>
                  <a:cubicBezTo>
                    <a:pt x="10494" y="106959"/>
                    <a:pt x="24847" y="106959"/>
                    <a:pt x="27244" y="106959"/>
                  </a:cubicBezTo>
                  <a:lnTo>
                    <a:pt x="65344" y="106959"/>
                  </a:lnTo>
                  <a:cubicBezTo>
                    <a:pt x="63316" y="104015"/>
                    <a:pt x="48776" y="83960"/>
                    <a:pt x="44730" y="77888"/>
                  </a:cubicBezTo>
                  <a:cubicBezTo>
                    <a:pt x="28162" y="53055"/>
                    <a:pt x="22089" y="27482"/>
                    <a:pt x="22089" y="8720"/>
                  </a:cubicBezTo>
                  <a:cubicBezTo>
                    <a:pt x="22089" y="6879"/>
                    <a:pt x="22089" y="-1397"/>
                    <a:pt x="30553" y="-1397"/>
                  </a:cubicBezTo>
                  <a:cubicBezTo>
                    <a:pt x="39024" y="-1397"/>
                    <a:pt x="39024" y="6879"/>
                    <a:pt x="39024" y="8720"/>
                  </a:cubicBezTo>
                  <a:lnTo>
                    <a:pt x="39024" y="18104"/>
                  </a:lnTo>
                  <a:cubicBezTo>
                    <a:pt x="39024" y="28221"/>
                    <a:pt x="39572" y="38338"/>
                    <a:pt x="41045" y="48270"/>
                  </a:cubicBezTo>
                  <a:cubicBezTo>
                    <a:pt x="41784" y="52500"/>
                    <a:pt x="44360" y="68326"/>
                    <a:pt x="52461" y="79730"/>
                  </a:cubicBezTo>
                  <a:lnTo>
                    <a:pt x="77308" y="114680"/>
                  </a:lnTo>
                  <a:close/>
                  <a:moveTo>
                    <a:pt x="111740" y="86719"/>
                  </a:moveTo>
                  <a:cubicBezTo>
                    <a:pt x="103269" y="92242"/>
                    <a:pt x="102536" y="98492"/>
                    <a:pt x="102536" y="101620"/>
                  </a:cubicBezTo>
                  <a:cubicBezTo>
                    <a:pt x="102536" y="112845"/>
                    <a:pt x="114500" y="120567"/>
                    <a:pt x="127568" y="120567"/>
                  </a:cubicBezTo>
                  <a:cubicBezTo>
                    <a:pt x="141005" y="120567"/>
                    <a:pt x="152784" y="111004"/>
                    <a:pt x="152784" y="97760"/>
                  </a:cubicBezTo>
                  <a:cubicBezTo>
                    <a:pt x="152784" y="87272"/>
                    <a:pt x="145606" y="78443"/>
                    <a:pt x="134560" y="72002"/>
                  </a:cubicBezTo>
                  <a:lnTo>
                    <a:pt x="111740" y="86719"/>
                  </a:lnTo>
                  <a:close/>
                  <a:moveTo>
                    <a:pt x="138614" y="69242"/>
                  </a:moveTo>
                  <a:cubicBezTo>
                    <a:pt x="151866" y="76047"/>
                    <a:pt x="160885" y="85616"/>
                    <a:pt x="160885" y="97760"/>
                  </a:cubicBezTo>
                  <a:cubicBezTo>
                    <a:pt x="160885" y="114680"/>
                    <a:pt x="144505" y="125166"/>
                    <a:pt x="127753" y="125166"/>
                  </a:cubicBezTo>
                  <a:cubicBezTo>
                    <a:pt x="109343" y="125166"/>
                    <a:pt x="94435" y="111558"/>
                    <a:pt x="94435" y="94447"/>
                  </a:cubicBezTo>
                  <a:cubicBezTo>
                    <a:pt x="94435" y="91134"/>
                    <a:pt x="94805" y="82858"/>
                    <a:pt x="102536" y="74212"/>
                  </a:cubicBezTo>
                  <a:cubicBezTo>
                    <a:pt x="104563" y="72002"/>
                    <a:pt x="111370" y="67402"/>
                    <a:pt x="115973" y="64274"/>
                  </a:cubicBezTo>
                  <a:cubicBezTo>
                    <a:pt x="105297" y="58941"/>
                    <a:pt x="89468" y="48640"/>
                    <a:pt x="89468" y="30425"/>
                  </a:cubicBezTo>
                  <a:cubicBezTo>
                    <a:pt x="89468" y="10925"/>
                    <a:pt x="108242" y="-1397"/>
                    <a:pt x="127568" y="-1397"/>
                  </a:cubicBezTo>
                  <a:cubicBezTo>
                    <a:pt x="148367" y="-1397"/>
                    <a:pt x="165852" y="13868"/>
                    <a:pt x="165852" y="33553"/>
                  </a:cubicBezTo>
                  <a:cubicBezTo>
                    <a:pt x="165852" y="40179"/>
                    <a:pt x="163831" y="48455"/>
                    <a:pt x="156831" y="56183"/>
                  </a:cubicBezTo>
                  <a:cubicBezTo>
                    <a:pt x="153339" y="60043"/>
                    <a:pt x="150393" y="61885"/>
                    <a:pt x="138614" y="69242"/>
                  </a:cubicBezTo>
                  <a:close/>
                  <a:moveTo>
                    <a:pt x="120206" y="61516"/>
                  </a:moveTo>
                  <a:lnTo>
                    <a:pt x="142847" y="47169"/>
                  </a:lnTo>
                  <a:cubicBezTo>
                    <a:pt x="147997" y="43671"/>
                    <a:pt x="156646" y="38153"/>
                    <a:pt x="156646" y="26934"/>
                  </a:cubicBezTo>
                  <a:cubicBezTo>
                    <a:pt x="156646" y="13320"/>
                    <a:pt x="142847" y="3751"/>
                    <a:pt x="127753" y="3751"/>
                  </a:cubicBezTo>
                  <a:cubicBezTo>
                    <a:pt x="111925" y="3751"/>
                    <a:pt x="98672" y="15161"/>
                    <a:pt x="98672" y="30425"/>
                  </a:cubicBezTo>
                  <a:cubicBezTo>
                    <a:pt x="98672" y="41096"/>
                    <a:pt x="104563" y="52870"/>
                    <a:pt x="120206" y="61516"/>
                  </a:cubicBezTo>
                  <a:close/>
                </a:path>
              </a:pathLst>
            </a:custGeom>
            <a:solidFill>
              <a:srgbClr val="000000"/>
            </a:solidFill>
            <a:ln w="27807" cap="flat">
              <a:noFill/>
              <a:prstDash val="solid"/>
              <a:miter/>
            </a:ln>
          </p:spPr>
          <p:txBody>
            <a:bodyPr/>
            <a:lstStyle/>
            <a:p>
              <a:endParaRPr lang="en-GB"/>
            </a:p>
          </p:txBody>
        </p:sp>
        <p:sp>
          <p:nvSpPr>
            <p:cNvPr id="465" name="Freeform: Shape 464">
              <a:extLst>
                <a:ext uri="{FF2B5EF4-FFF2-40B4-BE49-F238E27FC236}">
                  <a16:creationId xmlns:a16="http://schemas.microsoft.com/office/drawing/2014/main" id="{3D6A8C55-E070-18ED-3E4A-7B9241807DBC}"/>
                </a:ext>
              </a:extLst>
            </p:cNvPr>
            <p:cNvSpPr/>
            <p:nvPr>
              <p:custDataLst>
                <p:tags r:id="rId25"/>
              </p:custDataLst>
            </p:nvPr>
          </p:nvSpPr>
          <p:spPr>
            <a:xfrm flipV="1">
              <a:off x="12863601" y="-9365426"/>
              <a:ext cx="19511" cy="19500"/>
            </a:xfrm>
            <a:custGeom>
              <a:avLst/>
              <a:gdLst>
                <a:gd name="csX0" fmla="*/ 19512 w 19511"/>
                <a:gd name="csY0" fmla="*/ 8357 h 19500"/>
                <a:gd name="csX1" fmla="*/ 9758 w 19511"/>
                <a:gd name="csY1" fmla="*/ 18109 h 19500"/>
                <a:gd name="csX2" fmla="*/ 0 w 19511"/>
                <a:gd name="csY2" fmla="*/ 8357 h 19500"/>
                <a:gd name="csX3" fmla="*/ 9758 w 19511"/>
                <a:gd name="csY3" fmla="*/ -1391 h 19500"/>
                <a:gd name="csX4" fmla="*/ 19512 w 19511"/>
                <a:gd name="csY4" fmla="*/ 8357 h 19500"/>
              </a:gdLst>
              <a:ahLst/>
              <a:cxnLst>
                <a:cxn ang="0">
                  <a:pos x="csX0" y="csY0"/>
                </a:cxn>
                <a:cxn ang="0">
                  <a:pos x="csX1" y="csY1"/>
                </a:cxn>
                <a:cxn ang="0">
                  <a:pos x="csX2" y="csY2"/>
                </a:cxn>
                <a:cxn ang="0">
                  <a:pos x="csX3" y="csY3"/>
                </a:cxn>
                <a:cxn ang="0">
                  <a:pos x="csX4" y="csY4"/>
                </a:cxn>
              </a:cxnLst>
              <a:rect l="l" t="t" r="r" b="b"/>
              <a:pathLst>
                <a:path w="19511" h="19500">
                  <a:moveTo>
                    <a:pt x="19512" y="8357"/>
                  </a:moveTo>
                  <a:cubicBezTo>
                    <a:pt x="19512" y="13695"/>
                    <a:pt x="15094" y="18109"/>
                    <a:pt x="9758" y="18109"/>
                  </a:cubicBezTo>
                  <a:cubicBezTo>
                    <a:pt x="4418" y="18109"/>
                    <a:pt x="0" y="13695"/>
                    <a:pt x="0" y="8357"/>
                  </a:cubicBezTo>
                  <a:cubicBezTo>
                    <a:pt x="0" y="3024"/>
                    <a:pt x="4418" y="-1391"/>
                    <a:pt x="9758" y="-1391"/>
                  </a:cubicBezTo>
                  <a:cubicBezTo>
                    <a:pt x="15094" y="-1391"/>
                    <a:pt x="19512" y="3024"/>
                    <a:pt x="19512" y="8357"/>
                  </a:cubicBezTo>
                  <a:close/>
                </a:path>
              </a:pathLst>
            </a:custGeom>
            <a:solidFill>
              <a:srgbClr val="000000"/>
            </a:solidFill>
            <a:ln w="27807" cap="flat">
              <a:noFill/>
              <a:prstDash val="solid"/>
              <a:miter/>
            </a:ln>
          </p:spPr>
          <p:txBody>
            <a:bodyPr/>
            <a:lstStyle/>
            <a:p>
              <a:endParaRPr lang="en-GB"/>
            </a:p>
          </p:txBody>
        </p:sp>
        <p:sp>
          <p:nvSpPr>
            <p:cNvPr id="466" name="Freeform: Shape 465">
              <a:extLst>
                <a:ext uri="{FF2B5EF4-FFF2-40B4-BE49-F238E27FC236}">
                  <a16:creationId xmlns:a16="http://schemas.microsoft.com/office/drawing/2014/main" id="{FA277E0B-A771-095E-D9A9-12ACA777751A}"/>
                </a:ext>
              </a:extLst>
            </p:cNvPr>
            <p:cNvSpPr/>
            <p:nvPr>
              <p:custDataLst>
                <p:tags r:id="rId26"/>
              </p:custDataLst>
            </p:nvPr>
          </p:nvSpPr>
          <p:spPr>
            <a:xfrm flipV="1">
              <a:off x="12906634" y="-9483899"/>
              <a:ext cx="411231" cy="148275"/>
            </a:xfrm>
            <a:custGeom>
              <a:avLst/>
              <a:gdLst>
                <a:gd name="csX0" fmla="*/ 22272 w 411231"/>
                <a:gd name="csY0" fmla="*/ 92974 h 148275"/>
                <a:gd name="csX1" fmla="*/ 13067 w 411231"/>
                <a:gd name="csY1" fmla="*/ 107876 h 148275"/>
                <a:gd name="csX2" fmla="*/ 38099 w 411231"/>
                <a:gd name="csY2" fmla="*/ 126823 h 148275"/>
                <a:gd name="csX3" fmla="*/ 63316 w 411231"/>
                <a:gd name="csY3" fmla="*/ 104015 h 148275"/>
                <a:gd name="csX4" fmla="*/ 45092 w 411231"/>
                <a:gd name="csY4" fmla="*/ 78257 h 148275"/>
                <a:gd name="csX5" fmla="*/ 22272 w 411231"/>
                <a:gd name="csY5" fmla="*/ 92974 h 148275"/>
                <a:gd name="csX6" fmla="*/ 49146 w 411231"/>
                <a:gd name="csY6" fmla="*/ 75498 h 148275"/>
                <a:gd name="csX7" fmla="*/ 71417 w 411231"/>
                <a:gd name="csY7" fmla="*/ 104015 h 148275"/>
                <a:gd name="csX8" fmla="*/ 38284 w 411231"/>
                <a:gd name="csY8" fmla="*/ 131422 h 148275"/>
                <a:gd name="csX9" fmla="*/ 4966 w 411231"/>
                <a:gd name="csY9" fmla="*/ 100702 h 148275"/>
                <a:gd name="csX10" fmla="*/ 13067 w 411231"/>
                <a:gd name="csY10" fmla="*/ 80468 h 148275"/>
                <a:gd name="csX11" fmla="*/ 26504 w 411231"/>
                <a:gd name="csY11" fmla="*/ 70529 h 148275"/>
                <a:gd name="csX12" fmla="*/ 0 w 411231"/>
                <a:gd name="csY12" fmla="*/ 36681 h 148275"/>
                <a:gd name="csX13" fmla="*/ 38099 w 411231"/>
                <a:gd name="csY13" fmla="*/ 4859 h 148275"/>
                <a:gd name="csX14" fmla="*/ 76383 w 411231"/>
                <a:gd name="csY14" fmla="*/ 39809 h 148275"/>
                <a:gd name="csX15" fmla="*/ 67364 w 411231"/>
                <a:gd name="csY15" fmla="*/ 62438 h 148275"/>
                <a:gd name="csX16" fmla="*/ 49146 w 411231"/>
                <a:gd name="csY16" fmla="*/ 75498 h 148275"/>
                <a:gd name="csX17" fmla="*/ 30737 w 411231"/>
                <a:gd name="csY17" fmla="*/ 67771 h 148275"/>
                <a:gd name="csX18" fmla="*/ 53378 w 411231"/>
                <a:gd name="csY18" fmla="*/ 53424 h 148275"/>
                <a:gd name="csX19" fmla="*/ 67179 w 411231"/>
                <a:gd name="csY19" fmla="*/ 33190 h 148275"/>
                <a:gd name="csX20" fmla="*/ 38284 w 411231"/>
                <a:gd name="csY20" fmla="*/ 10007 h 148275"/>
                <a:gd name="csX21" fmla="*/ 9205 w 411231"/>
                <a:gd name="csY21" fmla="*/ 36681 h 148275"/>
                <a:gd name="csX22" fmla="*/ 30737 w 411231"/>
                <a:gd name="csY22" fmla="*/ 67771 h 148275"/>
                <a:gd name="csX23" fmla="*/ 138429 w 411231"/>
                <a:gd name="csY23" fmla="*/ 126644 h 148275"/>
                <a:gd name="csX24" fmla="*/ 134190 w 411231"/>
                <a:gd name="csY24" fmla="*/ 131422 h 148275"/>
                <a:gd name="csX25" fmla="*/ 100693 w 411231"/>
                <a:gd name="csY25" fmla="*/ 119649 h 148275"/>
                <a:gd name="csX26" fmla="*/ 100693 w 411231"/>
                <a:gd name="csY26" fmla="*/ 113947 h 148275"/>
                <a:gd name="csX27" fmla="*/ 124807 w 411231"/>
                <a:gd name="csY27" fmla="*/ 118731 h 148275"/>
                <a:gd name="csX28" fmla="*/ 124807 w 411231"/>
                <a:gd name="csY28" fmla="*/ 23436 h 148275"/>
                <a:gd name="csX29" fmla="*/ 107686 w 411231"/>
                <a:gd name="csY29" fmla="*/ 14606 h 148275"/>
                <a:gd name="csX30" fmla="*/ 101796 w 411231"/>
                <a:gd name="csY30" fmla="*/ 14606 h 148275"/>
                <a:gd name="csX31" fmla="*/ 101796 w 411231"/>
                <a:gd name="csY31" fmla="*/ 8904 h 148275"/>
                <a:gd name="csX32" fmla="*/ 131615 w 411231"/>
                <a:gd name="csY32" fmla="*/ 9458 h 148275"/>
                <a:gd name="csX33" fmla="*/ 161433 w 411231"/>
                <a:gd name="csY33" fmla="*/ 8904 h 148275"/>
                <a:gd name="csX34" fmla="*/ 161433 w 411231"/>
                <a:gd name="csY34" fmla="*/ 14606 h 148275"/>
                <a:gd name="csX35" fmla="*/ 155543 w 411231"/>
                <a:gd name="csY35" fmla="*/ 14606 h 148275"/>
                <a:gd name="csX36" fmla="*/ 138429 w 411231"/>
                <a:gd name="csY36" fmla="*/ 23436 h 148275"/>
                <a:gd name="csX37" fmla="*/ 138429 w 411231"/>
                <a:gd name="csY37" fmla="*/ 126644 h 148275"/>
                <a:gd name="csX38" fmla="*/ 206358 w 411231"/>
                <a:gd name="csY38" fmla="*/ 92974 h 148275"/>
                <a:gd name="csX39" fmla="*/ 197154 w 411231"/>
                <a:gd name="csY39" fmla="*/ 107876 h 148275"/>
                <a:gd name="csX40" fmla="*/ 222185 w 411231"/>
                <a:gd name="csY40" fmla="*/ 126823 h 148275"/>
                <a:gd name="csX41" fmla="*/ 247401 w 411231"/>
                <a:gd name="csY41" fmla="*/ 104015 h 148275"/>
                <a:gd name="csX42" fmla="*/ 229178 w 411231"/>
                <a:gd name="csY42" fmla="*/ 78257 h 148275"/>
                <a:gd name="csX43" fmla="*/ 206358 w 411231"/>
                <a:gd name="csY43" fmla="*/ 92974 h 148275"/>
                <a:gd name="csX44" fmla="*/ 233233 w 411231"/>
                <a:gd name="csY44" fmla="*/ 75498 h 148275"/>
                <a:gd name="csX45" fmla="*/ 255504 w 411231"/>
                <a:gd name="csY45" fmla="*/ 104015 h 148275"/>
                <a:gd name="csX46" fmla="*/ 222369 w 411231"/>
                <a:gd name="csY46" fmla="*/ 131422 h 148275"/>
                <a:gd name="csX47" fmla="*/ 189052 w 411231"/>
                <a:gd name="csY47" fmla="*/ 100702 h 148275"/>
                <a:gd name="csX48" fmla="*/ 197154 w 411231"/>
                <a:gd name="csY48" fmla="*/ 80468 h 148275"/>
                <a:gd name="csX49" fmla="*/ 210590 w 411231"/>
                <a:gd name="csY49" fmla="*/ 70529 h 148275"/>
                <a:gd name="csX50" fmla="*/ 184087 w 411231"/>
                <a:gd name="csY50" fmla="*/ 36681 h 148275"/>
                <a:gd name="csX51" fmla="*/ 222185 w 411231"/>
                <a:gd name="csY51" fmla="*/ 4859 h 148275"/>
                <a:gd name="csX52" fmla="*/ 260469 w 411231"/>
                <a:gd name="csY52" fmla="*/ 39809 h 148275"/>
                <a:gd name="csX53" fmla="*/ 251450 w 411231"/>
                <a:gd name="csY53" fmla="*/ 62438 h 148275"/>
                <a:gd name="csX54" fmla="*/ 233233 w 411231"/>
                <a:gd name="csY54" fmla="*/ 75498 h 148275"/>
                <a:gd name="csX55" fmla="*/ 214823 w 411231"/>
                <a:gd name="csY55" fmla="*/ 67771 h 148275"/>
                <a:gd name="csX56" fmla="*/ 237464 w 411231"/>
                <a:gd name="csY56" fmla="*/ 53424 h 148275"/>
                <a:gd name="csX57" fmla="*/ 251265 w 411231"/>
                <a:gd name="csY57" fmla="*/ 33190 h 148275"/>
                <a:gd name="csX58" fmla="*/ 222369 w 411231"/>
                <a:gd name="csY58" fmla="*/ 10007 h 148275"/>
                <a:gd name="csX59" fmla="*/ 193290 w 411231"/>
                <a:gd name="csY59" fmla="*/ 36681 h 148275"/>
                <a:gd name="csX60" fmla="*/ 214823 w 411231"/>
                <a:gd name="csY60" fmla="*/ 67771 h 148275"/>
                <a:gd name="csX61" fmla="*/ 394480 w 411231"/>
                <a:gd name="csY61" fmla="*/ 139888 h 148275"/>
                <a:gd name="csX62" fmla="*/ 395952 w 411231"/>
                <a:gd name="csY62" fmla="*/ 143195 h 148275"/>
                <a:gd name="csX63" fmla="*/ 392268 w 411231"/>
                <a:gd name="csY63" fmla="*/ 146878 h 148275"/>
                <a:gd name="csX64" fmla="*/ 388406 w 411231"/>
                <a:gd name="csY64" fmla="*/ 144303 h 148275"/>
                <a:gd name="csX65" fmla="*/ 353436 w 411231"/>
                <a:gd name="csY65" fmla="*/ 126823 h 148275"/>
                <a:gd name="csX66" fmla="*/ 319016 w 411231"/>
                <a:gd name="csY66" fmla="*/ 140991 h 148275"/>
                <a:gd name="csX67" fmla="*/ 305764 w 411231"/>
                <a:gd name="csY67" fmla="*/ 146878 h 148275"/>
                <a:gd name="csX68" fmla="*/ 278704 w 411231"/>
                <a:gd name="csY68" fmla="*/ 109901 h 148275"/>
                <a:gd name="csX69" fmla="*/ 305764 w 411231"/>
                <a:gd name="csY69" fmla="*/ 72740 h 148275"/>
                <a:gd name="csX70" fmla="*/ 329692 w 411231"/>
                <a:gd name="csY70" fmla="*/ 109716 h 148275"/>
                <a:gd name="csX71" fmla="*/ 325823 w 411231"/>
                <a:gd name="csY71" fmla="*/ 130504 h 148275"/>
                <a:gd name="csX72" fmla="*/ 353621 w 411231"/>
                <a:gd name="csY72" fmla="*/ 122777 h 148275"/>
                <a:gd name="csX73" fmla="*/ 378099 w 411231"/>
                <a:gd name="csY73" fmla="*/ 129217 h 148275"/>
                <a:gd name="csX74" fmla="*/ 378284 w 411231"/>
                <a:gd name="csY74" fmla="*/ 129033 h 148275"/>
                <a:gd name="csX75" fmla="*/ 295642 w 411231"/>
                <a:gd name="csY75" fmla="*/ 5961 h 148275"/>
                <a:gd name="csX76" fmla="*/ 293984 w 411231"/>
                <a:gd name="csY76" fmla="*/ 2279 h 148275"/>
                <a:gd name="csX77" fmla="*/ 297661 w 411231"/>
                <a:gd name="csY77" fmla="*/ -1397 h 148275"/>
                <a:gd name="csX78" fmla="*/ 301346 w 411231"/>
                <a:gd name="csY78" fmla="*/ 1361 h 148275"/>
                <a:gd name="csX79" fmla="*/ 394480 w 411231"/>
                <a:gd name="csY79" fmla="*/ 139888 h 148275"/>
                <a:gd name="csX80" fmla="*/ 305949 w 411231"/>
                <a:gd name="csY80" fmla="*/ 76785 h 148275"/>
                <a:gd name="csX81" fmla="*/ 290115 w 411231"/>
                <a:gd name="csY81" fmla="*/ 109716 h 148275"/>
                <a:gd name="csX82" fmla="*/ 305949 w 411231"/>
                <a:gd name="csY82" fmla="*/ 142832 h 148275"/>
                <a:gd name="csX83" fmla="*/ 325090 w 411231"/>
                <a:gd name="csY83" fmla="*/ 109901 h 148275"/>
                <a:gd name="csX84" fmla="*/ 305949 w 411231"/>
                <a:gd name="csY84" fmla="*/ 76785 h 148275"/>
                <a:gd name="csX85" fmla="*/ 387488 w 411231"/>
                <a:gd name="csY85" fmla="*/ 2648 h 148275"/>
                <a:gd name="csX86" fmla="*/ 371654 w 411231"/>
                <a:gd name="csY86" fmla="*/ 35578 h 148275"/>
                <a:gd name="csX87" fmla="*/ 387488 w 411231"/>
                <a:gd name="csY87" fmla="*/ 68694 h 148275"/>
                <a:gd name="csX88" fmla="*/ 406629 w 411231"/>
                <a:gd name="csY88" fmla="*/ 35763 h 148275"/>
                <a:gd name="csX89" fmla="*/ 387488 w 411231"/>
                <a:gd name="csY89" fmla="*/ 2648 h 148275"/>
                <a:gd name="csX90" fmla="*/ 411232 w 411231"/>
                <a:gd name="csY90" fmla="*/ 35578 h 148275"/>
                <a:gd name="csX91" fmla="*/ 387303 w 411231"/>
                <a:gd name="csY91" fmla="*/ 72740 h 148275"/>
                <a:gd name="csX92" fmla="*/ 360244 w 411231"/>
                <a:gd name="csY92" fmla="*/ 35763 h 148275"/>
                <a:gd name="csX93" fmla="*/ 387303 w 411231"/>
                <a:gd name="csY93" fmla="*/ -1397 h 148275"/>
                <a:gd name="csX94" fmla="*/ 411232 w 411231"/>
                <a:gd name="csY94" fmla="*/ 35578 h 148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Lst>
              <a:rect l="l" t="t" r="r" b="b"/>
              <a:pathLst>
                <a:path w="411231" h="148275">
                  <a:moveTo>
                    <a:pt x="22272" y="92974"/>
                  </a:moveTo>
                  <a:cubicBezTo>
                    <a:pt x="13801" y="98497"/>
                    <a:pt x="13067" y="104748"/>
                    <a:pt x="13067" y="107876"/>
                  </a:cubicBezTo>
                  <a:cubicBezTo>
                    <a:pt x="13067" y="119100"/>
                    <a:pt x="25032" y="126823"/>
                    <a:pt x="38099" y="126823"/>
                  </a:cubicBezTo>
                  <a:cubicBezTo>
                    <a:pt x="51536" y="126823"/>
                    <a:pt x="63316" y="117260"/>
                    <a:pt x="63316" y="104015"/>
                  </a:cubicBezTo>
                  <a:cubicBezTo>
                    <a:pt x="63316" y="93528"/>
                    <a:pt x="56138" y="84698"/>
                    <a:pt x="45092" y="78257"/>
                  </a:cubicBezTo>
                  <a:lnTo>
                    <a:pt x="22272" y="92974"/>
                  </a:lnTo>
                  <a:close/>
                  <a:moveTo>
                    <a:pt x="49146" y="75498"/>
                  </a:moveTo>
                  <a:cubicBezTo>
                    <a:pt x="62398" y="82303"/>
                    <a:pt x="71417" y="91872"/>
                    <a:pt x="71417" y="104015"/>
                  </a:cubicBezTo>
                  <a:cubicBezTo>
                    <a:pt x="71417" y="120935"/>
                    <a:pt x="55036" y="131422"/>
                    <a:pt x="38284" y="131422"/>
                  </a:cubicBezTo>
                  <a:cubicBezTo>
                    <a:pt x="19875" y="131422"/>
                    <a:pt x="4966" y="117813"/>
                    <a:pt x="4966" y="100702"/>
                  </a:cubicBezTo>
                  <a:cubicBezTo>
                    <a:pt x="4966" y="97389"/>
                    <a:pt x="5336" y="89113"/>
                    <a:pt x="13067" y="80468"/>
                  </a:cubicBezTo>
                  <a:cubicBezTo>
                    <a:pt x="15094" y="78257"/>
                    <a:pt x="21902" y="73657"/>
                    <a:pt x="26504" y="70529"/>
                  </a:cubicBezTo>
                  <a:cubicBezTo>
                    <a:pt x="15828" y="65197"/>
                    <a:pt x="0" y="54895"/>
                    <a:pt x="0" y="36681"/>
                  </a:cubicBezTo>
                  <a:cubicBezTo>
                    <a:pt x="0" y="17180"/>
                    <a:pt x="18772" y="4859"/>
                    <a:pt x="38099" y="4859"/>
                  </a:cubicBezTo>
                  <a:cubicBezTo>
                    <a:pt x="58898" y="4859"/>
                    <a:pt x="76383" y="20123"/>
                    <a:pt x="76383" y="39809"/>
                  </a:cubicBezTo>
                  <a:cubicBezTo>
                    <a:pt x="76383" y="46434"/>
                    <a:pt x="74362" y="54710"/>
                    <a:pt x="67364" y="62438"/>
                  </a:cubicBezTo>
                  <a:cubicBezTo>
                    <a:pt x="63870" y="66299"/>
                    <a:pt x="60925" y="68141"/>
                    <a:pt x="49146" y="75498"/>
                  </a:cubicBezTo>
                  <a:close/>
                  <a:moveTo>
                    <a:pt x="30737" y="67771"/>
                  </a:moveTo>
                  <a:lnTo>
                    <a:pt x="53378" y="53424"/>
                  </a:lnTo>
                  <a:cubicBezTo>
                    <a:pt x="58529" y="49926"/>
                    <a:pt x="67179" y="44409"/>
                    <a:pt x="67179" y="33190"/>
                  </a:cubicBezTo>
                  <a:cubicBezTo>
                    <a:pt x="67179" y="19575"/>
                    <a:pt x="53378" y="10007"/>
                    <a:pt x="38284" y="10007"/>
                  </a:cubicBezTo>
                  <a:cubicBezTo>
                    <a:pt x="22457" y="10007"/>
                    <a:pt x="9205" y="21416"/>
                    <a:pt x="9205" y="36681"/>
                  </a:cubicBezTo>
                  <a:cubicBezTo>
                    <a:pt x="9205" y="47352"/>
                    <a:pt x="15094" y="59125"/>
                    <a:pt x="30737" y="67771"/>
                  </a:cubicBezTo>
                  <a:close/>
                  <a:moveTo>
                    <a:pt x="138429" y="126644"/>
                  </a:moveTo>
                  <a:cubicBezTo>
                    <a:pt x="138429" y="131059"/>
                    <a:pt x="138429" y="131422"/>
                    <a:pt x="134190" y="131422"/>
                  </a:cubicBezTo>
                  <a:cubicBezTo>
                    <a:pt x="122780" y="119649"/>
                    <a:pt x="106583" y="119649"/>
                    <a:pt x="100693" y="119649"/>
                  </a:cubicBezTo>
                  <a:lnTo>
                    <a:pt x="100693" y="113947"/>
                  </a:lnTo>
                  <a:cubicBezTo>
                    <a:pt x="104371" y="113947"/>
                    <a:pt x="115233" y="113947"/>
                    <a:pt x="124807" y="118731"/>
                  </a:cubicBezTo>
                  <a:lnTo>
                    <a:pt x="124807" y="23436"/>
                  </a:lnTo>
                  <a:cubicBezTo>
                    <a:pt x="124807" y="16816"/>
                    <a:pt x="124253" y="14606"/>
                    <a:pt x="107686" y="14606"/>
                  </a:cubicBezTo>
                  <a:lnTo>
                    <a:pt x="101796" y="14606"/>
                  </a:lnTo>
                  <a:lnTo>
                    <a:pt x="101796" y="8904"/>
                  </a:lnTo>
                  <a:cubicBezTo>
                    <a:pt x="108240" y="9458"/>
                    <a:pt x="124253" y="9458"/>
                    <a:pt x="131615" y="9458"/>
                  </a:cubicBezTo>
                  <a:cubicBezTo>
                    <a:pt x="138977" y="9458"/>
                    <a:pt x="154989" y="9458"/>
                    <a:pt x="161433" y="8904"/>
                  </a:cubicBezTo>
                  <a:lnTo>
                    <a:pt x="161433" y="14606"/>
                  </a:lnTo>
                  <a:lnTo>
                    <a:pt x="155543" y="14606"/>
                  </a:lnTo>
                  <a:cubicBezTo>
                    <a:pt x="138977" y="14606"/>
                    <a:pt x="138429" y="16632"/>
                    <a:pt x="138429" y="23436"/>
                  </a:cubicBezTo>
                  <a:lnTo>
                    <a:pt x="138429" y="126644"/>
                  </a:lnTo>
                  <a:close/>
                  <a:moveTo>
                    <a:pt x="206358" y="92974"/>
                  </a:moveTo>
                  <a:cubicBezTo>
                    <a:pt x="197886" y="98497"/>
                    <a:pt x="197154" y="104748"/>
                    <a:pt x="197154" y="107876"/>
                  </a:cubicBezTo>
                  <a:cubicBezTo>
                    <a:pt x="197154" y="119100"/>
                    <a:pt x="209118" y="126823"/>
                    <a:pt x="222185" y="126823"/>
                  </a:cubicBezTo>
                  <a:cubicBezTo>
                    <a:pt x="235622" y="126823"/>
                    <a:pt x="247401" y="117260"/>
                    <a:pt x="247401" y="104015"/>
                  </a:cubicBezTo>
                  <a:cubicBezTo>
                    <a:pt x="247401" y="93528"/>
                    <a:pt x="240224" y="84698"/>
                    <a:pt x="229178" y="78257"/>
                  </a:cubicBezTo>
                  <a:lnTo>
                    <a:pt x="206358" y="92974"/>
                  </a:lnTo>
                  <a:close/>
                  <a:moveTo>
                    <a:pt x="233233" y="75498"/>
                  </a:moveTo>
                  <a:cubicBezTo>
                    <a:pt x="246483" y="82303"/>
                    <a:pt x="255504" y="91872"/>
                    <a:pt x="255504" y="104015"/>
                  </a:cubicBezTo>
                  <a:cubicBezTo>
                    <a:pt x="255504" y="120935"/>
                    <a:pt x="239121" y="131422"/>
                    <a:pt x="222369" y="131422"/>
                  </a:cubicBezTo>
                  <a:cubicBezTo>
                    <a:pt x="203962" y="131422"/>
                    <a:pt x="189052" y="117813"/>
                    <a:pt x="189052" y="100702"/>
                  </a:cubicBezTo>
                  <a:cubicBezTo>
                    <a:pt x="189052" y="97389"/>
                    <a:pt x="189421" y="89113"/>
                    <a:pt x="197154" y="80468"/>
                  </a:cubicBezTo>
                  <a:cubicBezTo>
                    <a:pt x="199179" y="78257"/>
                    <a:pt x="205988" y="73657"/>
                    <a:pt x="210590" y="70529"/>
                  </a:cubicBezTo>
                  <a:cubicBezTo>
                    <a:pt x="199913" y="65197"/>
                    <a:pt x="184087" y="54895"/>
                    <a:pt x="184087" y="36681"/>
                  </a:cubicBezTo>
                  <a:cubicBezTo>
                    <a:pt x="184087" y="17180"/>
                    <a:pt x="202859" y="4859"/>
                    <a:pt x="222185" y="4859"/>
                  </a:cubicBezTo>
                  <a:cubicBezTo>
                    <a:pt x="242985" y="4859"/>
                    <a:pt x="260469" y="20123"/>
                    <a:pt x="260469" y="39809"/>
                  </a:cubicBezTo>
                  <a:cubicBezTo>
                    <a:pt x="260469" y="46434"/>
                    <a:pt x="258447" y="54710"/>
                    <a:pt x="251450" y="62438"/>
                  </a:cubicBezTo>
                  <a:cubicBezTo>
                    <a:pt x="247955" y="66299"/>
                    <a:pt x="245012" y="68141"/>
                    <a:pt x="233233" y="75498"/>
                  </a:cubicBezTo>
                  <a:close/>
                  <a:moveTo>
                    <a:pt x="214823" y="67771"/>
                  </a:moveTo>
                  <a:lnTo>
                    <a:pt x="237464" y="53424"/>
                  </a:lnTo>
                  <a:cubicBezTo>
                    <a:pt x="242615" y="49926"/>
                    <a:pt x="251265" y="44409"/>
                    <a:pt x="251265" y="33190"/>
                  </a:cubicBezTo>
                  <a:cubicBezTo>
                    <a:pt x="251265" y="19575"/>
                    <a:pt x="237464" y="10007"/>
                    <a:pt x="222369" y="10007"/>
                  </a:cubicBezTo>
                  <a:cubicBezTo>
                    <a:pt x="206543" y="10007"/>
                    <a:pt x="193290" y="21416"/>
                    <a:pt x="193290" y="36681"/>
                  </a:cubicBezTo>
                  <a:cubicBezTo>
                    <a:pt x="193290" y="47352"/>
                    <a:pt x="199179" y="59125"/>
                    <a:pt x="214823" y="67771"/>
                  </a:cubicBezTo>
                  <a:close/>
                  <a:moveTo>
                    <a:pt x="394480" y="139888"/>
                  </a:moveTo>
                  <a:cubicBezTo>
                    <a:pt x="395583" y="141545"/>
                    <a:pt x="395952" y="142093"/>
                    <a:pt x="395952" y="143195"/>
                  </a:cubicBezTo>
                  <a:cubicBezTo>
                    <a:pt x="395952" y="145221"/>
                    <a:pt x="394295" y="146878"/>
                    <a:pt x="392268" y="146878"/>
                  </a:cubicBezTo>
                  <a:cubicBezTo>
                    <a:pt x="390433" y="146878"/>
                    <a:pt x="389509" y="145591"/>
                    <a:pt x="388406" y="144303"/>
                  </a:cubicBezTo>
                  <a:cubicBezTo>
                    <a:pt x="379200" y="131792"/>
                    <a:pt x="366874" y="126823"/>
                    <a:pt x="353436" y="126823"/>
                  </a:cubicBezTo>
                  <a:cubicBezTo>
                    <a:pt x="340548" y="126823"/>
                    <a:pt x="329138" y="131422"/>
                    <a:pt x="319016" y="140991"/>
                  </a:cubicBezTo>
                  <a:cubicBezTo>
                    <a:pt x="315516" y="144119"/>
                    <a:pt x="311652" y="146878"/>
                    <a:pt x="305764" y="146878"/>
                  </a:cubicBezTo>
                  <a:cubicBezTo>
                    <a:pt x="291772" y="146878"/>
                    <a:pt x="278704" y="131422"/>
                    <a:pt x="278704" y="109901"/>
                  </a:cubicBezTo>
                  <a:cubicBezTo>
                    <a:pt x="278704" y="87641"/>
                    <a:pt x="291957" y="72740"/>
                    <a:pt x="305764" y="72740"/>
                  </a:cubicBezTo>
                  <a:cubicBezTo>
                    <a:pt x="319201" y="72740"/>
                    <a:pt x="329692" y="89113"/>
                    <a:pt x="329692" y="109716"/>
                  </a:cubicBezTo>
                  <a:cubicBezTo>
                    <a:pt x="329692" y="112291"/>
                    <a:pt x="329692" y="120935"/>
                    <a:pt x="325823" y="130504"/>
                  </a:cubicBezTo>
                  <a:cubicBezTo>
                    <a:pt x="337788" y="123700"/>
                    <a:pt x="346992" y="122777"/>
                    <a:pt x="353621" y="122777"/>
                  </a:cubicBezTo>
                  <a:cubicBezTo>
                    <a:pt x="367606" y="122777"/>
                    <a:pt x="376996" y="128479"/>
                    <a:pt x="378099" y="129217"/>
                  </a:cubicBezTo>
                  <a:lnTo>
                    <a:pt x="378284" y="129033"/>
                  </a:lnTo>
                  <a:lnTo>
                    <a:pt x="295642" y="5961"/>
                  </a:lnTo>
                  <a:cubicBezTo>
                    <a:pt x="293984" y="3571"/>
                    <a:pt x="293984" y="2648"/>
                    <a:pt x="293984" y="2279"/>
                  </a:cubicBezTo>
                  <a:cubicBezTo>
                    <a:pt x="293984" y="259"/>
                    <a:pt x="295826" y="-1397"/>
                    <a:pt x="297661" y="-1397"/>
                  </a:cubicBezTo>
                  <a:cubicBezTo>
                    <a:pt x="299503" y="-1397"/>
                    <a:pt x="299873" y="-665"/>
                    <a:pt x="301346" y="1361"/>
                  </a:cubicBezTo>
                  <a:lnTo>
                    <a:pt x="394480" y="139888"/>
                  </a:lnTo>
                  <a:close/>
                  <a:moveTo>
                    <a:pt x="305949" y="76785"/>
                  </a:moveTo>
                  <a:cubicBezTo>
                    <a:pt x="302264" y="76785"/>
                    <a:pt x="290115" y="79181"/>
                    <a:pt x="290115" y="109716"/>
                  </a:cubicBezTo>
                  <a:cubicBezTo>
                    <a:pt x="290115" y="140437"/>
                    <a:pt x="302079" y="142832"/>
                    <a:pt x="305949" y="142832"/>
                  </a:cubicBezTo>
                  <a:cubicBezTo>
                    <a:pt x="315701" y="142832"/>
                    <a:pt x="325090" y="129217"/>
                    <a:pt x="325090" y="109901"/>
                  </a:cubicBezTo>
                  <a:cubicBezTo>
                    <a:pt x="325090" y="90031"/>
                    <a:pt x="315516" y="76785"/>
                    <a:pt x="305949" y="76785"/>
                  </a:cubicBezTo>
                  <a:close/>
                  <a:moveTo>
                    <a:pt x="387488" y="2648"/>
                  </a:moveTo>
                  <a:cubicBezTo>
                    <a:pt x="383803" y="2648"/>
                    <a:pt x="371654" y="5044"/>
                    <a:pt x="371654" y="35578"/>
                  </a:cubicBezTo>
                  <a:cubicBezTo>
                    <a:pt x="371654" y="66299"/>
                    <a:pt x="383619" y="68694"/>
                    <a:pt x="387488" y="68694"/>
                  </a:cubicBezTo>
                  <a:cubicBezTo>
                    <a:pt x="397240" y="68694"/>
                    <a:pt x="406629" y="55080"/>
                    <a:pt x="406629" y="35763"/>
                  </a:cubicBezTo>
                  <a:cubicBezTo>
                    <a:pt x="406629" y="15893"/>
                    <a:pt x="397055" y="2648"/>
                    <a:pt x="387488" y="2648"/>
                  </a:cubicBezTo>
                  <a:close/>
                  <a:moveTo>
                    <a:pt x="411232" y="35578"/>
                  </a:moveTo>
                  <a:cubicBezTo>
                    <a:pt x="411232" y="56736"/>
                    <a:pt x="400370" y="72740"/>
                    <a:pt x="387303" y="72740"/>
                  </a:cubicBezTo>
                  <a:cubicBezTo>
                    <a:pt x="373312" y="72740"/>
                    <a:pt x="360244" y="57285"/>
                    <a:pt x="360244" y="35763"/>
                  </a:cubicBezTo>
                  <a:cubicBezTo>
                    <a:pt x="360244" y="13504"/>
                    <a:pt x="373496" y="-1397"/>
                    <a:pt x="387303" y="-1397"/>
                  </a:cubicBezTo>
                  <a:cubicBezTo>
                    <a:pt x="400740" y="-1397"/>
                    <a:pt x="411232" y="14975"/>
                    <a:pt x="411232" y="35578"/>
                  </a:cubicBezTo>
                  <a:close/>
                </a:path>
              </a:pathLst>
            </a:custGeom>
            <a:solidFill>
              <a:srgbClr val="000000"/>
            </a:solidFill>
            <a:ln w="27807" cap="flat">
              <a:noFill/>
              <a:prstDash val="solid"/>
              <a:miter/>
            </a:ln>
          </p:spPr>
          <p:txBody>
            <a:bodyPr/>
            <a:lstStyle/>
            <a:p>
              <a:endParaRPr lang="en-GB"/>
            </a:p>
          </p:txBody>
        </p:sp>
      </p:grpSp>
      <p:cxnSp>
        <p:nvCxnSpPr>
          <p:cNvPr id="326" name="Straight Connector 325">
            <a:extLst>
              <a:ext uri="{FF2B5EF4-FFF2-40B4-BE49-F238E27FC236}">
                <a16:creationId xmlns:a16="http://schemas.microsoft.com/office/drawing/2014/main" id="{F268CAB2-032B-A2D3-6483-32C5E092FE9B}"/>
              </a:ext>
            </a:extLst>
          </p:cNvPr>
          <p:cNvCxnSpPr>
            <a:cxnSpLocks/>
          </p:cNvCxnSpPr>
          <p:nvPr/>
        </p:nvCxnSpPr>
        <p:spPr>
          <a:xfrm>
            <a:off x="8963936" y="3074885"/>
            <a:ext cx="0" cy="73152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328" name="TextBox 327">
            <a:extLst>
              <a:ext uri="{FF2B5EF4-FFF2-40B4-BE49-F238E27FC236}">
                <a16:creationId xmlns:a16="http://schemas.microsoft.com/office/drawing/2014/main" id="{F290AC64-D8DC-F2D3-A0F3-8EA1E73BA4A2}"/>
              </a:ext>
            </a:extLst>
          </p:cNvPr>
          <p:cNvSpPr txBox="1"/>
          <p:nvPr/>
        </p:nvSpPr>
        <p:spPr>
          <a:xfrm>
            <a:off x="8995202" y="3027850"/>
            <a:ext cx="2823402" cy="830997"/>
          </a:xfrm>
          <a:prstGeom prst="rect">
            <a:avLst/>
          </a:prstGeom>
          <a:noFill/>
        </p:spPr>
        <p:txBody>
          <a:bodyPr wrap="square">
            <a:spAutoFit/>
          </a:bodyPr>
          <a:lstStyle/>
          <a:p>
            <a:r>
              <a:rPr lang="en-US" sz="1200"/>
              <a:t>The odds of </a:t>
            </a:r>
            <a:r>
              <a:rPr lang="en-US" sz="1200" b="1"/>
              <a:t>admission decrease by about 78.81%</a:t>
            </a:r>
            <a:r>
              <a:rPr lang="en-US" sz="1200"/>
              <a:t> when moving from a Rank 1 to a Rank 4 institution, holding all other variables constant.</a:t>
            </a:r>
            <a:endParaRPr lang="en-GB" sz="1200" b="1">
              <a:highlight>
                <a:srgbClr val="FFC000"/>
              </a:highlight>
            </a:endParaRPr>
          </a:p>
        </p:txBody>
      </p:sp>
      <p:sp>
        <p:nvSpPr>
          <p:cNvPr id="7" name="Rectangle: Rounded Corners 6">
            <a:extLst>
              <a:ext uri="{FF2B5EF4-FFF2-40B4-BE49-F238E27FC236}">
                <a16:creationId xmlns:a16="http://schemas.microsoft.com/office/drawing/2014/main" id="{9CCFD799-FB65-54B5-E8F9-EA874FC9D6E2}"/>
              </a:ext>
            </a:extLst>
          </p:cNvPr>
          <p:cNvSpPr/>
          <p:nvPr/>
        </p:nvSpPr>
        <p:spPr>
          <a:xfrm>
            <a:off x="973015" y="5789865"/>
            <a:ext cx="3180362" cy="223556"/>
          </a:xfrm>
          <a:prstGeom prst="roundRect">
            <a:avLst>
              <a:gd name="adj" fmla="val 17766"/>
            </a:avLst>
          </a:prstGeom>
          <a:solidFill>
            <a:srgbClr val="FFC0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b="1">
              <a:solidFill>
                <a:schemeClr val="tx1"/>
              </a:solidFill>
              <a:highlight>
                <a:srgbClr val="FFC000"/>
              </a:highlight>
            </a:endParaRPr>
          </a:p>
        </p:txBody>
      </p:sp>
      <p:sp>
        <p:nvSpPr>
          <p:cNvPr id="480" name="TextBox 479">
            <a:extLst>
              <a:ext uri="{FF2B5EF4-FFF2-40B4-BE49-F238E27FC236}">
                <a16:creationId xmlns:a16="http://schemas.microsoft.com/office/drawing/2014/main" id="{39D3168B-9C55-4488-BFE1-6F5C5831491E}"/>
              </a:ext>
            </a:extLst>
          </p:cNvPr>
          <p:cNvSpPr txBox="1"/>
          <p:nvPr/>
        </p:nvSpPr>
        <p:spPr>
          <a:xfrm>
            <a:off x="6426239" y="3920731"/>
            <a:ext cx="5392361" cy="461665"/>
          </a:xfrm>
          <a:prstGeom prst="rect">
            <a:avLst/>
          </a:prstGeom>
          <a:noFill/>
        </p:spPr>
        <p:txBody>
          <a:bodyPr wrap="square">
            <a:spAutoFit/>
          </a:bodyPr>
          <a:lstStyle/>
          <a:p>
            <a:r>
              <a:rPr lang="en-US" sz="1200"/>
              <a:t>A student graduation from a Rank 4 university has an odds of acceptance of 0.2119, relative to that of graduates from Rank 1 university.</a:t>
            </a:r>
            <a:endParaRPr lang="en-GB" sz="1200" b="1">
              <a:highlight>
                <a:srgbClr val="FFC000"/>
              </a:highlight>
            </a:endParaRPr>
          </a:p>
        </p:txBody>
      </p:sp>
      <p:grpSp>
        <p:nvGrpSpPr>
          <p:cNvPr id="320" name="Group 319" descr="\documentclass{article}&#10;\usepackage{amsmath}&#10;\pagestyle{empty}&#10;\begin{document}&#10;&#10;&#10;\[&#10;\frac{1}{0.2119} \approx 4.72&#10;\]&#10;&#10;\end{document}" title="IguanaTex Shape Display">
            <a:extLst>
              <a:ext uri="{FF2B5EF4-FFF2-40B4-BE49-F238E27FC236}">
                <a16:creationId xmlns:a16="http://schemas.microsoft.com/office/drawing/2014/main" id="{767FF661-43B4-381A-7A45-06226E79C4EF}"/>
              </a:ext>
            </a:extLst>
          </p:cNvPr>
          <p:cNvGrpSpPr>
            <a:grpSpLocks noChangeAspect="1"/>
          </p:cNvGrpSpPr>
          <p:nvPr>
            <p:custDataLst>
              <p:tags r:id="rId6"/>
            </p:custDataLst>
          </p:nvPr>
        </p:nvGrpSpPr>
        <p:grpSpPr>
          <a:xfrm>
            <a:off x="7220399" y="4656552"/>
            <a:ext cx="1096769" cy="377249"/>
            <a:chOff x="11607635" y="-8548985"/>
            <a:chExt cx="1096769" cy="377249"/>
          </a:xfrm>
        </p:grpSpPr>
        <p:sp>
          <p:nvSpPr>
            <p:cNvPr id="183" name="Freeform: Shape 182">
              <a:extLst>
                <a:ext uri="{FF2B5EF4-FFF2-40B4-BE49-F238E27FC236}">
                  <a16:creationId xmlns:a16="http://schemas.microsoft.com/office/drawing/2014/main" id="{EA4735F9-4442-7327-803B-759B40A0D149}"/>
                </a:ext>
              </a:extLst>
            </p:cNvPr>
            <p:cNvSpPr/>
            <p:nvPr>
              <p:custDataLst>
                <p:tags r:id="rId7"/>
              </p:custDataLst>
            </p:nvPr>
          </p:nvSpPr>
          <p:spPr>
            <a:xfrm flipV="1">
              <a:off x="11833686" y="-8548985"/>
              <a:ext cx="60739" cy="122517"/>
            </a:xfrm>
            <a:custGeom>
              <a:avLst/>
              <a:gdLst>
                <a:gd name="csX0" fmla="*/ 37735 w 60739"/>
                <a:gd name="csY0" fmla="*/ 116333 h 122517"/>
                <a:gd name="csX1" fmla="*/ 33497 w 60739"/>
                <a:gd name="csY1" fmla="*/ 121112 h 122517"/>
                <a:gd name="csX2" fmla="*/ 0 w 60739"/>
                <a:gd name="csY2" fmla="*/ 109339 h 122517"/>
                <a:gd name="csX3" fmla="*/ 0 w 60739"/>
                <a:gd name="csY3" fmla="*/ 103637 h 122517"/>
                <a:gd name="csX4" fmla="*/ 24114 w 60739"/>
                <a:gd name="csY4" fmla="*/ 108421 h 122517"/>
                <a:gd name="csX5" fmla="*/ 24114 w 60739"/>
                <a:gd name="csY5" fmla="*/ 13126 h 122517"/>
                <a:gd name="csX6" fmla="*/ 6992 w 60739"/>
                <a:gd name="csY6" fmla="*/ 4295 h 122517"/>
                <a:gd name="csX7" fmla="*/ 1103 w 60739"/>
                <a:gd name="csY7" fmla="*/ 4295 h 122517"/>
                <a:gd name="csX8" fmla="*/ 1103 w 60739"/>
                <a:gd name="csY8" fmla="*/ -1406 h 122517"/>
                <a:gd name="csX9" fmla="*/ 30921 w 60739"/>
                <a:gd name="csY9" fmla="*/ -853 h 122517"/>
                <a:gd name="csX10" fmla="*/ 60740 w 60739"/>
                <a:gd name="csY10" fmla="*/ -1406 h 122517"/>
                <a:gd name="csX11" fmla="*/ 60740 w 60739"/>
                <a:gd name="csY11" fmla="*/ 4295 h 122517"/>
                <a:gd name="csX12" fmla="*/ 54850 w 60739"/>
                <a:gd name="csY12" fmla="*/ 4295 h 122517"/>
                <a:gd name="csX13" fmla="*/ 37735 w 60739"/>
                <a:gd name="csY13" fmla="*/ 13126 h 122517"/>
                <a:gd name="csX14" fmla="*/ 37735 w 60739"/>
                <a:gd name="csY14" fmla="*/ 116333 h 1225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0739" h="122517">
                  <a:moveTo>
                    <a:pt x="37735" y="116333"/>
                  </a:moveTo>
                  <a:cubicBezTo>
                    <a:pt x="37735" y="120749"/>
                    <a:pt x="37735" y="121112"/>
                    <a:pt x="33497" y="121112"/>
                  </a:cubicBezTo>
                  <a:cubicBezTo>
                    <a:pt x="22087" y="109339"/>
                    <a:pt x="5890" y="109339"/>
                    <a:pt x="0" y="109339"/>
                  </a:cubicBezTo>
                  <a:lnTo>
                    <a:pt x="0" y="103637"/>
                  </a:lnTo>
                  <a:cubicBezTo>
                    <a:pt x="3678" y="103637"/>
                    <a:pt x="14540" y="103637"/>
                    <a:pt x="24114" y="108421"/>
                  </a:cubicBezTo>
                  <a:lnTo>
                    <a:pt x="24114" y="13126"/>
                  </a:lnTo>
                  <a:cubicBezTo>
                    <a:pt x="24114" y="6506"/>
                    <a:pt x="23559" y="4295"/>
                    <a:pt x="6992" y="4295"/>
                  </a:cubicBezTo>
                  <a:lnTo>
                    <a:pt x="1103" y="4295"/>
                  </a:lnTo>
                  <a:lnTo>
                    <a:pt x="1103" y="-1406"/>
                  </a:lnTo>
                  <a:cubicBezTo>
                    <a:pt x="7547" y="-853"/>
                    <a:pt x="23559" y="-853"/>
                    <a:pt x="30921" y="-853"/>
                  </a:cubicBezTo>
                  <a:cubicBezTo>
                    <a:pt x="38284" y="-853"/>
                    <a:pt x="54296" y="-853"/>
                    <a:pt x="60740" y="-1406"/>
                  </a:cubicBezTo>
                  <a:lnTo>
                    <a:pt x="60740" y="4295"/>
                  </a:lnTo>
                  <a:lnTo>
                    <a:pt x="54850" y="4295"/>
                  </a:lnTo>
                  <a:cubicBezTo>
                    <a:pt x="38284" y="4295"/>
                    <a:pt x="37735" y="6322"/>
                    <a:pt x="37735" y="13126"/>
                  </a:cubicBezTo>
                  <a:lnTo>
                    <a:pt x="37735" y="116333"/>
                  </a:lnTo>
                  <a:close/>
                </a:path>
              </a:pathLst>
            </a:custGeom>
            <a:solidFill>
              <a:srgbClr val="000000"/>
            </a:solidFill>
            <a:ln w="18474" cap="flat">
              <a:noFill/>
              <a:prstDash val="solid"/>
              <a:miter/>
            </a:ln>
          </p:spPr>
          <p:txBody>
            <a:bodyPr/>
            <a:lstStyle/>
            <a:p>
              <a:endParaRPr lang="en-GB"/>
            </a:p>
          </p:txBody>
        </p:sp>
        <p:sp>
          <p:nvSpPr>
            <p:cNvPr id="184" name="Freeform: Shape 183">
              <a:extLst>
                <a:ext uri="{FF2B5EF4-FFF2-40B4-BE49-F238E27FC236}">
                  <a16:creationId xmlns:a16="http://schemas.microsoft.com/office/drawing/2014/main" id="{843B4AA9-1FDD-0AFE-2754-AAA17DBF8564}"/>
                </a:ext>
              </a:extLst>
            </p:cNvPr>
            <p:cNvSpPr/>
            <p:nvPr>
              <p:custDataLst>
                <p:tags r:id="rId8"/>
              </p:custDataLst>
            </p:nvPr>
          </p:nvSpPr>
          <p:spPr>
            <a:xfrm flipV="1">
              <a:off x="11607635" y="-8348012"/>
              <a:ext cx="511393" cy="18468"/>
            </a:xfrm>
            <a:custGeom>
              <a:avLst/>
              <a:gdLst>
                <a:gd name="csX0" fmla="*/ 0 w 511393"/>
                <a:gd name="csY0" fmla="*/ -1391 h 18468"/>
                <a:gd name="csX1" fmla="*/ 511394 w 511393"/>
                <a:gd name="csY1" fmla="*/ -1391 h 18468"/>
              </a:gdLst>
              <a:ahLst/>
              <a:cxnLst>
                <a:cxn ang="0">
                  <a:pos x="csX0" y="csY0"/>
                </a:cxn>
                <a:cxn ang="0">
                  <a:pos x="csX1" y="csY1"/>
                </a:cxn>
              </a:cxnLst>
              <a:rect l="l" t="t" r="r" b="b"/>
              <a:pathLst>
                <a:path w="511393" h="18468">
                  <a:moveTo>
                    <a:pt x="0" y="-1391"/>
                  </a:moveTo>
                  <a:lnTo>
                    <a:pt x="511394" y="-1391"/>
                  </a:lnTo>
                </a:path>
              </a:pathLst>
            </a:custGeom>
            <a:noFill/>
            <a:ln w="7362" cap="flat">
              <a:solidFill>
                <a:srgbClr val="000000"/>
              </a:solidFill>
              <a:prstDash val="solid"/>
              <a:miter/>
            </a:ln>
          </p:spPr>
          <p:txBody>
            <a:bodyPr/>
            <a:lstStyle/>
            <a:p>
              <a:endParaRPr lang="en-GB"/>
            </a:p>
          </p:txBody>
        </p:sp>
        <p:sp>
          <p:nvSpPr>
            <p:cNvPr id="185" name="Freeform: Shape 184">
              <a:extLst>
                <a:ext uri="{FF2B5EF4-FFF2-40B4-BE49-F238E27FC236}">
                  <a16:creationId xmlns:a16="http://schemas.microsoft.com/office/drawing/2014/main" id="{5CA1703E-B833-8043-8578-18A070DC92E8}"/>
                </a:ext>
              </a:extLst>
            </p:cNvPr>
            <p:cNvSpPr/>
            <p:nvPr>
              <p:custDataLst>
                <p:tags r:id="rId9"/>
              </p:custDataLst>
            </p:nvPr>
          </p:nvSpPr>
          <p:spPr>
            <a:xfrm flipV="1">
              <a:off x="11614812" y="-8298300"/>
              <a:ext cx="77491" cy="126564"/>
            </a:xfrm>
            <a:custGeom>
              <a:avLst/>
              <a:gdLst>
                <a:gd name="csX0" fmla="*/ 77492 w 77491"/>
                <a:gd name="csY0" fmla="*/ 61534 h 126564"/>
                <a:gd name="csX1" fmla="*/ 70129 w 77491"/>
                <a:gd name="csY1" fmla="*/ 104582 h 126564"/>
                <a:gd name="csX2" fmla="*/ 38838 w 77491"/>
                <a:gd name="csY2" fmla="*/ 125186 h 126564"/>
                <a:gd name="csX3" fmla="*/ 6814 w 77491"/>
                <a:gd name="csY3" fmla="*/ 103295 h 126564"/>
                <a:gd name="csX4" fmla="*/ 0 w 77491"/>
                <a:gd name="csY4" fmla="*/ 61534 h 126564"/>
                <a:gd name="csX5" fmla="*/ 8287 w 77491"/>
                <a:gd name="csY5" fmla="*/ 17200 h 126564"/>
                <a:gd name="csX6" fmla="*/ 38654 w 77491"/>
                <a:gd name="csY6" fmla="*/ -1379 h 126564"/>
                <a:gd name="csX7" fmla="*/ 70684 w 77491"/>
                <a:gd name="csY7" fmla="*/ 19958 h 126564"/>
                <a:gd name="csX8" fmla="*/ 77492 w 77491"/>
                <a:gd name="csY8" fmla="*/ 61534 h 126564"/>
                <a:gd name="csX9" fmla="*/ 38654 w 77491"/>
                <a:gd name="csY9" fmla="*/ 2667 h 126564"/>
                <a:gd name="csX10" fmla="*/ 17300 w 77491"/>
                <a:gd name="csY10" fmla="*/ 24927 h 126564"/>
                <a:gd name="csX11" fmla="*/ 15279 w 77491"/>
                <a:gd name="csY11" fmla="*/ 63744 h 126564"/>
                <a:gd name="csX12" fmla="*/ 16752 w 77491"/>
                <a:gd name="csY12" fmla="*/ 97593 h 126564"/>
                <a:gd name="csX13" fmla="*/ 38654 w 77491"/>
                <a:gd name="csY13" fmla="*/ 121140 h 126564"/>
                <a:gd name="csX14" fmla="*/ 60371 w 77491"/>
                <a:gd name="csY14" fmla="*/ 99619 h 126564"/>
                <a:gd name="csX15" fmla="*/ 62213 w 77491"/>
                <a:gd name="csY15" fmla="*/ 63744 h 126564"/>
                <a:gd name="csX16" fmla="*/ 60192 w 77491"/>
                <a:gd name="csY16" fmla="*/ 25659 h 126564"/>
                <a:gd name="csX17" fmla="*/ 38654 w 77491"/>
                <a:gd name="csY17" fmla="*/ 2667 h 126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77491" h="126564">
                  <a:moveTo>
                    <a:pt x="77492" y="61534"/>
                  </a:moveTo>
                  <a:cubicBezTo>
                    <a:pt x="77492" y="76251"/>
                    <a:pt x="76574" y="90967"/>
                    <a:pt x="70129" y="104582"/>
                  </a:cubicBezTo>
                  <a:cubicBezTo>
                    <a:pt x="61664" y="122243"/>
                    <a:pt x="46570" y="125186"/>
                    <a:pt x="38838" y="125186"/>
                  </a:cubicBezTo>
                  <a:cubicBezTo>
                    <a:pt x="27792" y="125186"/>
                    <a:pt x="14355" y="120407"/>
                    <a:pt x="6814" y="103295"/>
                  </a:cubicBezTo>
                  <a:cubicBezTo>
                    <a:pt x="924" y="90604"/>
                    <a:pt x="0" y="76251"/>
                    <a:pt x="0" y="61534"/>
                  </a:cubicBezTo>
                  <a:cubicBezTo>
                    <a:pt x="0" y="47741"/>
                    <a:pt x="739" y="31183"/>
                    <a:pt x="8287" y="17200"/>
                  </a:cubicBezTo>
                  <a:cubicBezTo>
                    <a:pt x="16197" y="2298"/>
                    <a:pt x="29634" y="-1379"/>
                    <a:pt x="38654" y="-1379"/>
                  </a:cubicBezTo>
                  <a:cubicBezTo>
                    <a:pt x="48591" y="-1379"/>
                    <a:pt x="62582" y="2483"/>
                    <a:pt x="70684" y="19958"/>
                  </a:cubicBezTo>
                  <a:cubicBezTo>
                    <a:pt x="76574" y="32655"/>
                    <a:pt x="77492" y="47002"/>
                    <a:pt x="77492" y="61534"/>
                  </a:cubicBezTo>
                  <a:close/>
                  <a:moveTo>
                    <a:pt x="38654" y="2667"/>
                  </a:moveTo>
                  <a:cubicBezTo>
                    <a:pt x="31476" y="2667"/>
                    <a:pt x="20615" y="7267"/>
                    <a:pt x="17300" y="24927"/>
                  </a:cubicBezTo>
                  <a:cubicBezTo>
                    <a:pt x="15279" y="35968"/>
                    <a:pt x="15279" y="52889"/>
                    <a:pt x="15279" y="63744"/>
                  </a:cubicBezTo>
                  <a:cubicBezTo>
                    <a:pt x="15279" y="75518"/>
                    <a:pt x="15279" y="87661"/>
                    <a:pt x="16752" y="97593"/>
                  </a:cubicBezTo>
                  <a:cubicBezTo>
                    <a:pt x="20251" y="119483"/>
                    <a:pt x="34052" y="121140"/>
                    <a:pt x="38654" y="121140"/>
                  </a:cubicBezTo>
                  <a:cubicBezTo>
                    <a:pt x="44728" y="121140"/>
                    <a:pt x="56877" y="117827"/>
                    <a:pt x="60371" y="99619"/>
                  </a:cubicBezTo>
                  <a:cubicBezTo>
                    <a:pt x="62213" y="89317"/>
                    <a:pt x="62213" y="75333"/>
                    <a:pt x="62213" y="63744"/>
                  </a:cubicBezTo>
                  <a:cubicBezTo>
                    <a:pt x="62213" y="49945"/>
                    <a:pt x="62213" y="37439"/>
                    <a:pt x="60192" y="25659"/>
                  </a:cubicBezTo>
                  <a:cubicBezTo>
                    <a:pt x="57426" y="8184"/>
                    <a:pt x="46940" y="2667"/>
                    <a:pt x="38654" y="2667"/>
                  </a:cubicBezTo>
                  <a:close/>
                </a:path>
              </a:pathLst>
            </a:custGeom>
            <a:solidFill>
              <a:srgbClr val="000000"/>
            </a:solidFill>
            <a:ln w="18474" cap="flat">
              <a:noFill/>
              <a:prstDash val="solid"/>
              <a:miter/>
            </a:ln>
          </p:spPr>
          <p:txBody>
            <a:bodyPr/>
            <a:lstStyle/>
            <a:p>
              <a:endParaRPr lang="en-GB"/>
            </a:p>
          </p:txBody>
        </p:sp>
        <p:sp>
          <p:nvSpPr>
            <p:cNvPr id="186" name="Freeform: Shape 185">
              <a:extLst>
                <a:ext uri="{FF2B5EF4-FFF2-40B4-BE49-F238E27FC236}">
                  <a16:creationId xmlns:a16="http://schemas.microsoft.com/office/drawing/2014/main" id="{A5E8336A-A43C-0699-8640-631CA4F71431}"/>
                </a:ext>
              </a:extLst>
            </p:cNvPr>
            <p:cNvSpPr/>
            <p:nvPr>
              <p:custDataLst>
                <p:tags r:id="rId10"/>
              </p:custDataLst>
            </p:nvPr>
          </p:nvSpPr>
          <p:spPr>
            <a:xfrm flipV="1">
              <a:off x="11715519" y="-8195283"/>
              <a:ext cx="19511" cy="19501"/>
            </a:xfrm>
            <a:custGeom>
              <a:avLst/>
              <a:gdLst>
                <a:gd name="csX0" fmla="*/ 19512 w 19511"/>
                <a:gd name="csY0" fmla="*/ 8375 h 19501"/>
                <a:gd name="csX1" fmla="*/ 9759 w 19511"/>
                <a:gd name="csY1" fmla="*/ 18128 h 19501"/>
                <a:gd name="csX2" fmla="*/ 0 w 19511"/>
                <a:gd name="csY2" fmla="*/ 8375 h 19501"/>
                <a:gd name="csX3" fmla="*/ 9759 w 19511"/>
                <a:gd name="csY3" fmla="*/ -1373 h 19501"/>
                <a:gd name="csX4" fmla="*/ 19512 w 19511"/>
                <a:gd name="csY4" fmla="*/ 8375 h 19501"/>
              </a:gdLst>
              <a:ahLst/>
              <a:cxnLst>
                <a:cxn ang="0">
                  <a:pos x="csX0" y="csY0"/>
                </a:cxn>
                <a:cxn ang="0">
                  <a:pos x="csX1" y="csY1"/>
                </a:cxn>
                <a:cxn ang="0">
                  <a:pos x="csX2" y="csY2"/>
                </a:cxn>
                <a:cxn ang="0">
                  <a:pos x="csX3" y="csY3"/>
                </a:cxn>
                <a:cxn ang="0">
                  <a:pos x="csX4" y="csY4"/>
                </a:cxn>
              </a:cxnLst>
              <a:rect l="l" t="t" r="r" b="b"/>
              <a:pathLst>
                <a:path w="19511" h="19501">
                  <a:moveTo>
                    <a:pt x="19512" y="8375"/>
                  </a:moveTo>
                  <a:cubicBezTo>
                    <a:pt x="19512" y="13713"/>
                    <a:pt x="15094" y="18128"/>
                    <a:pt x="9759" y="18128"/>
                  </a:cubicBezTo>
                  <a:cubicBezTo>
                    <a:pt x="4418" y="18128"/>
                    <a:pt x="0" y="13713"/>
                    <a:pt x="0" y="8375"/>
                  </a:cubicBezTo>
                  <a:cubicBezTo>
                    <a:pt x="0" y="3042"/>
                    <a:pt x="4418" y="-1373"/>
                    <a:pt x="9759" y="-1373"/>
                  </a:cubicBezTo>
                  <a:cubicBezTo>
                    <a:pt x="15094" y="-1373"/>
                    <a:pt x="19512" y="3042"/>
                    <a:pt x="19512" y="8375"/>
                  </a:cubicBezTo>
                  <a:close/>
                </a:path>
              </a:pathLst>
            </a:custGeom>
            <a:solidFill>
              <a:srgbClr val="000000"/>
            </a:solidFill>
            <a:ln w="18474" cap="flat">
              <a:noFill/>
              <a:prstDash val="solid"/>
              <a:miter/>
            </a:ln>
          </p:spPr>
          <p:txBody>
            <a:bodyPr/>
            <a:lstStyle/>
            <a:p>
              <a:endParaRPr lang="en-GB"/>
            </a:p>
          </p:txBody>
        </p:sp>
        <p:sp>
          <p:nvSpPr>
            <p:cNvPr id="187" name="Freeform: Shape 186">
              <a:extLst>
                <a:ext uri="{FF2B5EF4-FFF2-40B4-BE49-F238E27FC236}">
                  <a16:creationId xmlns:a16="http://schemas.microsoft.com/office/drawing/2014/main" id="{FA39FD10-ABFB-C100-E3E8-B2BEC5174D8A}"/>
                </a:ext>
              </a:extLst>
            </p:cNvPr>
            <p:cNvSpPr/>
            <p:nvPr>
              <p:custDataLst>
                <p:tags r:id="rId11"/>
              </p:custDataLst>
            </p:nvPr>
          </p:nvSpPr>
          <p:spPr>
            <a:xfrm flipV="1">
              <a:off x="11760025" y="-8298300"/>
              <a:ext cx="351040" cy="126564"/>
            </a:xfrm>
            <a:custGeom>
              <a:avLst/>
              <a:gdLst>
                <a:gd name="csX0" fmla="*/ 14170 w 351040"/>
                <a:gd name="csY0" fmla="*/ 16830 h 126564"/>
                <a:gd name="csX1" fmla="*/ 33682 w 351040"/>
                <a:gd name="csY1" fmla="*/ 35783 h 126564"/>
                <a:gd name="csX2" fmla="*/ 73438 w 351040"/>
                <a:gd name="csY2" fmla="*/ 89496 h 126564"/>
                <a:gd name="csX3" fmla="*/ 34421 w 351040"/>
                <a:gd name="csY3" fmla="*/ 125186 h 126564"/>
                <a:gd name="csX4" fmla="*/ 0 w 351040"/>
                <a:gd name="csY4" fmla="*/ 91892 h 126564"/>
                <a:gd name="csX5" fmla="*/ 9753 w 351040"/>
                <a:gd name="csY5" fmla="*/ 81589 h 126564"/>
                <a:gd name="csX6" fmla="*/ 19327 w 351040"/>
                <a:gd name="csY6" fmla="*/ 91337 h 126564"/>
                <a:gd name="csX7" fmla="*/ 9568 w 351040"/>
                <a:gd name="csY7" fmla="*/ 100906 h 126564"/>
                <a:gd name="csX8" fmla="*/ 7178 w 351040"/>
                <a:gd name="csY8" fmla="*/ 100721 h 126564"/>
                <a:gd name="csX9" fmla="*/ 32024 w 351040"/>
                <a:gd name="csY9" fmla="*/ 119483 h 126564"/>
                <a:gd name="csX10" fmla="*/ 56693 w 351040"/>
                <a:gd name="csY10" fmla="*/ 89496 h 126564"/>
                <a:gd name="csX11" fmla="*/ 37366 w 351040"/>
                <a:gd name="csY11" fmla="*/ 48844 h 126564"/>
                <a:gd name="csX12" fmla="*/ 2021 w 351040"/>
                <a:gd name="csY12" fmla="*/ 9472 h 126564"/>
                <a:gd name="csX13" fmla="*/ 0 w 351040"/>
                <a:gd name="csY13" fmla="*/ 2667 h 126564"/>
                <a:gd name="csX14" fmla="*/ 68288 w 351040"/>
                <a:gd name="csY14" fmla="*/ 2667 h 126564"/>
                <a:gd name="csX15" fmla="*/ 73438 w 351040"/>
                <a:gd name="csY15" fmla="*/ 34675 h 126564"/>
                <a:gd name="csX16" fmla="*/ 68836 w 351040"/>
                <a:gd name="csY16" fmla="*/ 34675 h 126564"/>
                <a:gd name="csX17" fmla="*/ 64788 w 351040"/>
                <a:gd name="csY17" fmla="*/ 18301 h 126564"/>
                <a:gd name="csX18" fmla="*/ 47304 w 351040"/>
                <a:gd name="csY18" fmla="*/ 16830 h 126564"/>
                <a:gd name="csX19" fmla="*/ 14170 w 351040"/>
                <a:gd name="csY19" fmla="*/ 16830 h 126564"/>
                <a:gd name="csX20" fmla="*/ 136956 w 351040"/>
                <a:gd name="csY20" fmla="*/ 120407 h 126564"/>
                <a:gd name="csX21" fmla="*/ 132718 w 351040"/>
                <a:gd name="csY21" fmla="*/ 125186 h 126564"/>
                <a:gd name="csX22" fmla="*/ 99221 w 351040"/>
                <a:gd name="csY22" fmla="*/ 113412 h 126564"/>
                <a:gd name="csX23" fmla="*/ 99221 w 351040"/>
                <a:gd name="csY23" fmla="*/ 107711 h 126564"/>
                <a:gd name="csX24" fmla="*/ 123334 w 351040"/>
                <a:gd name="csY24" fmla="*/ 112495 h 126564"/>
                <a:gd name="csX25" fmla="*/ 123334 w 351040"/>
                <a:gd name="csY25" fmla="*/ 17200 h 126564"/>
                <a:gd name="csX26" fmla="*/ 106213 w 351040"/>
                <a:gd name="csY26" fmla="*/ 8369 h 126564"/>
                <a:gd name="csX27" fmla="*/ 100323 w 351040"/>
                <a:gd name="csY27" fmla="*/ 8369 h 126564"/>
                <a:gd name="csX28" fmla="*/ 100323 w 351040"/>
                <a:gd name="csY28" fmla="*/ 2667 h 126564"/>
                <a:gd name="csX29" fmla="*/ 130143 w 351040"/>
                <a:gd name="csY29" fmla="*/ 3221 h 126564"/>
                <a:gd name="csX30" fmla="*/ 159961 w 351040"/>
                <a:gd name="csY30" fmla="*/ 2667 h 126564"/>
                <a:gd name="csX31" fmla="*/ 159961 w 351040"/>
                <a:gd name="csY31" fmla="*/ 8369 h 126564"/>
                <a:gd name="csX32" fmla="*/ 154071 w 351040"/>
                <a:gd name="csY32" fmla="*/ 8369 h 126564"/>
                <a:gd name="csX33" fmla="*/ 136956 w 351040"/>
                <a:gd name="csY33" fmla="*/ 17200 h 126564"/>
                <a:gd name="csX34" fmla="*/ 136956 w 351040"/>
                <a:gd name="csY34" fmla="*/ 120407 h 126564"/>
                <a:gd name="csX35" fmla="*/ 228999 w 351040"/>
                <a:gd name="csY35" fmla="*/ 120407 h 126564"/>
                <a:gd name="csX36" fmla="*/ 224760 w 351040"/>
                <a:gd name="csY36" fmla="*/ 125186 h 126564"/>
                <a:gd name="csX37" fmla="*/ 191264 w 351040"/>
                <a:gd name="csY37" fmla="*/ 113412 h 126564"/>
                <a:gd name="csX38" fmla="*/ 191264 w 351040"/>
                <a:gd name="csY38" fmla="*/ 107711 h 126564"/>
                <a:gd name="csX39" fmla="*/ 215378 w 351040"/>
                <a:gd name="csY39" fmla="*/ 112495 h 126564"/>
                <a:gd name="csX40" fmla="*/ 215378 w 351040"/>
                <a:gd name="csY40" fmla="*/ 17200 h 126564"/>
                <a:gd name="csX41" fmla="*/ 198256 w 351040"/>
                <a:gd name="csY41" fmla="*/ 8369 h 126564"/>
                <a:gd name="csX42" fmla="*/ 192367 w 351040"/>
                <a:gd name="csY42" fmla="*/ 8369 h 126564"/>
                <a:gd name="csX43" fmla="*/ 192367 w 351040"/>
                <a:gd name="csY43" fmla="*/ 2667 h 126564"/>
                <a:gd name="csX44" fmla="*/ 222185 w 351040"/>
                <a:gd name="csY44" fmla="*/ 3221 h 126564"/>
                <a:gd name="csX45" fmla="*/ 252004 w 351040"/>
                <a:gd name="csY45" fmla="*/ 2667 h 126564"/>
                <a:gd name="csX46" fmla="*/ 252004 w 351040"/>
                <a:gd name="csY46" fmla="*/ 8369 h 126564"/>
                <a:gd name="csX47" fmla="*/ 246114 w 351040"/>
                <a:gd name="csY47" fmla="*/ 8369 h 126564"/>
                <a:gd name="csX48" fmla="*/ 228999 w 351040"/>
                <a:gd name="csY48" fmla="*/ 17200 h 126564"/>
                <a:gd name="csX49" fmla="*/ 228999 w 351040"/>
                <a:gd name="csY49" fmla="*/ 120407 h 126564"/>
                <a:gd name="csX50" fmla="*/ 334473 w 351040"/>
                <a:gd name="csY50" fmla="*/ 61171 h 126564"/>
                <a:gd name="csX51" fmla="*/ 334473 w 351040"/>
                <a:gd name="csY51" fmla="*/ 55283 h 126564"/>
                <a:gd name="csX52" fmla="*/ 304661 w 351040"/>
                <a:gd name="csY52" fmla="*/ 3769 h 126564"/>
                <a:gd name="csX53" fmla="*/ 286621 w 351040"/>
                <a:gd name="csY53" fmla="*/ 10395 h 126564"/>
                <a:gd name="csX54" fmla="*/ 296189 w 351040"/>
                <a:gd name="csY54" fmla="*/ 18856 h 126564"/>
                <a:gd name="csX55" fmla="*/ 287724 w 351040"/>
                <a:gd name="csY55" fmla="*/ 27316 h 126564"/>
                <a:gd name="csX56" fmla="*/ 279259 w 351040"/>
                <a:gd name="csY56" fmla="*/ 18486 h 126564"/>
                <a:gd name="csX57" fmla="*/ 304838 w 351040"/>
                <a:gd name="csY57" fmla="*/ -1379 h 126564"/>
                <a:gd name="csX58" fmla="*/ 351040 w 351040"/>
                <a:gd name="csY58" fmla="*/ 63191 h 126564"/>
                <a:gd name="csX59" fmla="*/ 313495 w 351040"/>
                <a:gd name="csY59" fmla="*/ 125186 h 126564"/>
                <a:gd name="csX60" fmla="*/ 286436 w 351040"/>
                <a:gd name="csY60" fmla="*/ 113597 h 126564"/>
                <a:gd name="csX61" fmla="*/ 274657 w 351040"/>
                <a:gd name="csY61" fmla="*/ 83794 h 126564"/>
                <a:gd name="csX62" fmla="*/ 311468 w 351040"/>
                <a:gd name="csY62" fmla="*/ 42772 h 126564"/>
                <a:gd name="csX63" fmla="*/ 334473 w 351040"/>
                <a:gd name="csY63" fmla="*/ 61171 h 126564"/>
                <a:gd name="csX64" fmla="*/ 311653 w 351040"/>
                <a:gd name="csY64" fmla="*/ 47002 h 126564"/>
                <a:gd name="csX65" fmla="*/ 294531 w 351040"/>
                <a:gd name="csY65" fmla="*/ 58591 h 126564"/>
                <a:gd name="csX66" fmla="*/ 291224 w 351040"/>
                <a:gd name="csY66" fmla="*/ 83609 h 126564"/>
                <a:gd name="csX67" fmla="*/ 295086 w 351040"/>
                <a:gd name="csY67" fmla="*/ 108997 h 126564"/>
                <a:gd name="csX68" fmla="*/ 313495 w 351040"/>
                <a:gd name="csY68" fmla="*/ 120586 h 126564"/>
                <a:gd name="csX69" fmla="*/ 331164 w 351040"/>
                <a:gd name="csY69" fmla="*/ 106054 h 126564"/>
                <a:gd name="csX70" fmla="*/ 334109 w 351040"/>
                <a:gd name="csY70" fmla="*/ 80118 h 126564"/>
                <a:gd name="csX71" fmla="*/ 311653 w 351040"/>
                <a:gd name="csY71" fmla="*/ 47002 h 126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Lst>
              <a:rect l="l" t="t" r="r" b="b"/>
              <a:pathLst>
                <a:path w="351040" h="126564">
                  <a:moveTo>
                    <a:pt x="14170" y="16830"/>
                  </a:moveTo>
                  <a:lnTo>
                    <a:pt x="33682" y="35783"/>
                  </a:lnTo>
                  <a:cubicBezTo>
                    <a:pt x="62398" y="61171"/>
                    <a:pt x="73438" y="71103"/>
                    <a:pt x="73438" y="89496"/>
                  </a:cubicBezTo>
                  <a:cubicBezTo>
                    <a:pt x="73438" y="110469"/>
                    <a:pt x="56872" y="125186"/>
                    <a:pt x="34421" y="125186"/>
                  </a:cubicBezTo>
                  <a:cubicBezTo>
                    <a:pt x="13622" y="125186"/>
                    <a:pt x="0" y="108264"/>
                    <a:pt x="0" y="91892"/>
                  </a:cubicBezTo>
                  <a:cubicBezTo>
                    <a:pt x="0" y="81589"/>
                    <a:pt x="9205" y="81589"/>
                    <a:pt x="9753" y="81589"/>
                  </a:cubicBezTo>
                  <a:cubicBezTo>
                    <a:pt x="12883" y="81589"/>
                    <a:pt x="19327" y="83794"/>
                    <a:pt x="19327" y="91337"/>
                  </a:cubicBezTo>
                  <a:cubicBezTo>
                    <a:pt x="19327" y="96122"/>
                    <a:pt x="16013" y="100906"/>
                    <a:pt x="9568" y="100906"/>
                  </a:cubicBezTo>
                  <a:cubicBezTo>
                    <a:pt x="8096" y="100906"/>
                    <a:pt x="7732" y="100906"/>
                    <a:pt x="7178" y="100721"/>
                  </a:cubicBezTo>
                  <a:cubicBezTo>
                    <a:pt x="11411" y="112679"/>
                    <a:pt x="21348" y="119483"/>
                    <a:pt x="32024" y="119483"/>
                  </a:cubicBezTo>
                  <a:cubicBezTo>
                    <a:pt x="48776" y="119483"/>
                    <a:pt x="56693" y="104582"/>
                    <a:pt x="56693" y="89496"/>
                  </a:cubicBezTo>
                  <a:cubicBezTo>
                    <a:pt x="56693" y="74780"/>
                    <a:pt x="47488" y="60248"/>
                    <a:pt x="37366" y="48844"/>
                  </a:cubicBezTo>
                  <a:lnTo>
                    <a:pt x="2021" y="9472"/>
                  </a:lnTo>
                  <a:cubicBezTo>
                    <a:pt x="0" y="7452"/>
                    <a:pt x="0" y="7082"/>
                    <a:pt x="0" y="2667"/>
                  </a:cubicBezTo>
                  <a:lnTo>
                    <a:pt x="68288" y="2667"/>
                  </a:lnTo>
                  <a:lnTo>
                    <a:pt x="73438" y="34675"/>
                  </a:lnTo>
                  <a:lnTo>
                    <a:pt x="68836" y="34675"/>
                  </a:lnTo>
                  <a:cubicBezTo>
                    <a:pt x="67918" y="29157"/>
                    <a:pt x="66630" y="21066"/>
                    <a:pt x="64788" y="18301"/>
                  </a:cubicBezTo>
                  <a:cubicBezTo>
                    <a:pt x="63501" y="16830"/>
                    <a:pt x="51352" y="16830"/>
                    <a:pt x="47304" y="16830"/>
                  </a:cubicBezTo>
                  <a:lnTo>
                    <a:pt x="14170" y="16830"/>
                  </a:lnTo>
                  <a:close/>
                  <a:moveTo>
                    <a:pt x="136956" y="120407"/>
                  </a:moveTo>
                  <a:cubicBezTo>
                    <a:pt x="136956" y="124822"/>
                    <a:pt x="136956" y="125186"/>
                    <a:pt x="132718" y="125186"/>
                  </a:cubicBezTo>
                  <a:cubicBezTo>
                    <a:pt x="121307" y="113412"/>
                    <a:pt x="105110" y="113412"/>
                    <a:pt x="99221" y="113412"/>
                  </a:cubicBezTo>
                  <a:lnTo>
                    <a:pt x="99221" y="107711"/>
                  </a:lnTo>
                  <a:cubicBezTo>
                    <a:pt x="102899" y="107711"/>
                    <a:pt x="113761" y="107711"/>
                    <a:pt x="123334" y="112495"/>
                  </a:cubicBezTo>
                  <a:lnTo>
                    <a:pt x="123334" y="17200"/>
                  </a:lnTo>
                  <a:cubicBezTo>
                    <a:pt x="123334" y="10580"/>
                    <a:pt x="122780" y="8369"/>
                    <a:pt x="106213" y="8369"/>
                  </a:cubicBezTo>
                  <a:lnTo>
                    <a:pt x="100323" y="8369"/>
                  </a:lnTo>
                  <a:lnTo>
                    <a:pt x="100323" y="2667"/>
                  </a:lnTo>
                  <a:cubicBezTo>
                    <a:pt x="106768" y="3221"/>
                    <a:pt x="122780" y="3221"/>
                    <a:pt x="130143" y="3221"/>
                  </a:cubicBezTo>
                  <a:cubicBezTo>
                    <a:pt x="137505" y="3221"/>
                    <a:pt x="153517" y="3221"/>
                    <a:pt x="159961" y="2667"/>
                  </a:cubicBezTo>
                  <a:lnTo>
                    <a:pt x="159961" y="8369"/>
                  </a:lnTo>
                  <a:lnTo>
                    <a:pt x="154071" y="8369"/>
                  </a:lnTo>
                  <a:cubicBezTo>
                    <a:pt x="137505" y="8369"/>
                    <a:pt x="136956" y="10395"/>
                    <a:pt x="136956" y="17200"/>
                  </a:cubicBezTo>
                  <a:lnTo>
                    <a:pt x="136956" y="120407"/>
                  </a:lnTo>
                  <a:close/>
                  <a:moveTo>
                    <a:pt x="228999" y="120407"/>
                  </a:moveTo>
                  <a:cubicBezTo>
                    <a:pt x="228999" y="124822"/>
                    <a:pt x="228999" y="125186"/>
                    <a:pt x="224760" y="125186"/>
                  </a:cubicBezTo>
                  <a:cubicBezTo>
                    <a:pt x="213351" y="113412"/>
                    <a:pt x="197153" y="113412"/>
                    <a:pt x="191264" y="113412"/>
                  </a:cubicBezTo>
                  <a:lnTo>
                    <a:pt x="191264" y="107711"/>
                  </a:lnTo>
                  <a:cubicBezTo>
                    <a:pt x="194941" y="107711"/>
                    <a:pt x="205804" y="107711"/>
                    <a:pt x="215378" y="112495"/>
                  </a:cubicBezTo>
                  <a:lnTo>
                    <a:pt x="215378" y="17200"/>
                  </a:lnTo>
                  <a:cubicBezTo>
                    <a:pt x="215378" y="10580"/>
                    <a:pt x="214823" y="8369"/>
                    <a:pt x="198256" y="8369"/>
                  </a:cubicBezTo>
                  <a:lnTo>
                    <a:pt x="192367" y="8369"/>
                  </a:lnTo>
                  <a:lnTo>
                    <a:pt x="192367" y="2667"/>
                  </a:lnTo>
                  <a:cubicBezTo>
                    <a:pt x="198810" y="3221"/>
                    <a:pt x="214823" y="3221"/>
                    <a:pt x="222185" y="3221"/>
                  </a:cubicBezTo>
                  <a:cubicBezTo>
                    <a:pt x="229549" y="3221"/>
                    <a:pt x="245559" y="3221"/>
                    <a:pt x="252004" y="2667"/>
                  </a:cubicBezTo>
                  <a:lnTo>
                    <a:pt x="252004" y="8369"/>
                  </a:lnTo>
                  <a:lnTo>
                    <a:pt x="246114" y="8369"/>
                  </a:lnTo>
                  <a:cubicBezTo>
                    <a:pt x="229549" y="8369"/>
                    <a:pt x="228999" y="10395"/>
                    <a:pt x="228999" y="17200"/>
                  </a:cubicBezTo>
                  <a:lnTo>
                    <a:pt x="228999" y="120407"/>
                  </a:lnTo>
                  <a:close/>
                  <a:moveTo>
                    <a:pt x="334473" y="61171"/>
                  </a:moveTo>
                  <a:lnTo>
                    <a:pt x="334473" y="55283"/>
                  </a:lnTo>
                  <a:cubicBezTo>
                    <a:pt x="334473" y="12236"/>
                    <a:pt x="315332" y="3769"/>
                    <a:pt x="304661" y="3769"/>
                  </a:cubicBezTo>
                  <a:cubicBezTo>
                    <a:pt x="301531" y="3769"/>
                    <a:pt x="291588" y="4139"/>
                    <a:pt x="286621" y="10395"/>
                  </a:cubicBezTo>
                  <a:cubicBezTo>
                    <a:pt x="294716" y="10395"/>
                    <a:pt x="296189" y="15728"/>
                    <a:pt x="296189" y="18856"/>
                  </a:cubicBezTo>
                  <a:cubicBezTo>
                    <a:pt x="296189" y="24558"/>
                    <a:pt x="291773" y="27316"/>
                    <a:pt x="287724" y="27316"/>
                  </a:cubicBezTo>
                  <a:cubicBezTo>
                    <a:pt x="284779" y="27316"/>
                    <a:pt x="279259" y="25659"/>
                    <a:pt x="279259" y="18486"/>
                  </a:cubicBezTo>
                  <a:cubicBezTo>
                    <a:pt x="279259" y="6165"/>
                    <a:pt x="289197" y="-1379"/>
                    <a:pt x="304838" y="-1379"/>
                  </a:cubicBezTo>
                  <a:cubicBezTo>
                    <a:pt x="328582" y="-1379"/>
                    <a:pt x="351040" y="23640"/>
                    <a:pt x="351040" y="63191"/>
                  </a:cubicBezTo>
                  <a:cubicBezTo>
                    <a:pt x="351040" y="112679"/>
                    <a:pt x="329876" y="125186"/>
                    <a:pt x="313495" y="125186"/>
                  </a:cubicBezTo>
                  <a:cubicBezTo>
                    <a:pt x="303368" y="125186"/>
                    <a:pt x="294352" y="121878"/>
                    <a:pt x="286436" y="113597"/>
                  </a:cubicBezTo>
                  <a:cubicBezTo>
                    <a:pt x="278890" y="105321"/>
                    <a:pt x="274657" y="97593"/>
                    <a:pt x="274657" y="83794"/>
                  </a:cubicBezTo>
                  <a:cubicBezTo>
                    <a:pt x="274657" y="60801"/>
                    <a:pt x="290854" y="42772"/>
                    <a:pt x="311468" y="42772"/>
                  </a:cubicBezTo>
                  <a:cubicBezTo>
                    <a:pt x="322694" y="42772"/>
                    <a:pt x="330240" y="50500"/>
                    <a:pt x="334473" y="61171"/>
                  </a:cubicBezTo>
                  <a:close/>
                  <a:moveTo>
                    <a:pt x="311653" y="47002"/>
                  </a:moveTo>
                  <a:cubicBezTo>
                    <a:pt x="308708" y="47002"/>
                    <a:pt x="300243" y="47002"/>
                    <a:pt x="294531" y="58591"/>
                  </a:cubicBezTo>
                  <a:cubicBezTo>
                    <a:pt x="291224" y="65401"/>
                    <a:pt x="291224" y="74595"/>
                    <a:pt x="291224" y="83609"/>
                  </a:cubicBezTo>
                  <a:cubicBezTo>
                    <a:pt x="291224" y="93547"/>
                    <a:pt x="291224" y="102193"/>
                    <a:pt x="295086" y="108997"/>
                  </a:cubicBezTo>
                  <a:cubicBezTo>
                    <a:pt x="300058" y="118197"/>
                    <a:pt x="307050" y="120586"/>
                    <a:pt x="313495" y="120586"/>
                  </a:cubicBezTo>
                  <a:cubicBezTo>
                    <a:pt x="321960" y="120586"/>
                    <a:pt x="328035" y="114335"/>
                    <a:pt x="331164" y="106054"/>
                  </a:cubicBezTo>
                  <a:cubicBezTo>
                    <a:pt x="333370" y="100167"/>
                    <a:pt x="334109" y="88579"/>
                    <a:pt x="334109" y="80118"/>
                  </a:cubicBezTo>
                  <a:cubicBezTo>
                    <a:pt x="334109" y="64847"/>
                    <a:pt x="327850" y="47002"/>
                    <a:pt x="311653" y="47002"/>
                  </a:cubicBezTo>
                  <a:close/>
                </a:path>
              </a:pathLst>
            </a:custGeom>
            <a:solidFill>
              <a:srgbClr val="000000"/>
            </a:solidFill>
            <a:ln w="18474" cap="flat">
              <a:noFill/>
              <a:prstDash val="solid"/>
              <a:miter/>
            </a:ln>
          </p:spPr>
          <p:txBody>
            <a:bodyPr/>
            <a:lstStyle/>
            <a:p>
              <a:endParaRPr lang="en-GB"/>
            </a:p>
          </p:txBody>
        </p:sp>
        <p:sp>
          <p:nvSpPr>
            <p:cNvPr id="188" name="Freeform: Shape 187">
              <a:extLst>
                <a:ext uri="{FF2B5EF4-FFF2-40B4-BE49-F238E27FC236}">
                  <a16:creationId xmlns:a16="http://schemas.microsoft.com/office/drawing/2014/main" id="{D7E84834-5DEE-DB01-05D6-F69140EF4781}"/>
                </a:ext>
              </a:extLst>
            </p:cNvPr>
            <p:cNvSpPr/>
            <p:nvPr>
              <p:custDataLst>
                <p:tags r:id="rId12"/>
              </p:custDataLst>
            </p:nvPr>
          </p:nvSpPr>
          <p:spPr>
            <a:xfrm flipV="1">
              <a:off x="12202342" y="-8390845"/>
              <a:ext cx="122767" cy="78552"/>
            </a:xfrm>
            <a:custGeom>
              <a:avLst/>
              <a:gdLst>
                <a:gd name="csX0" fmla="*/ 122768 w 122767"/>
                <a:gd name="csY0" fmla="*/ 71460 h 78552"/>
                <a:gd name="csX1" fmla="*/ 120193 w 122767"/>
                <a:gd name="csY1" fmla="*/ 76977 h 78552"/>
                <a:gd name="csX2" fmla="*/ 117617 w 122767"/>
                <a:gd name="csY2" fmla="*/ 72014 h 78552"/>
                <a:gd name="csX3" fmla="*/ 92031 w 122767"/>
                <a:gd name="csY3" fmla="*/ 51774 h 78552"/>
                <a:gd name="csX4" fmla="*/ 62582 w 122767"/>
                <a:gd name="csY4" fmla="*/ 63916 h 78552"/>
                <a:gd name="csX5" fmla="*/ 30737 w 122767"/>
                <a:gd name="csY5" fmla="*/ 77161 h 78552"/>
                <a:gd name="csX6" fmla="*/ 0 w 122767"/>
                <a:gd name="csY6" fmla="*/ 47174 h 78552"/>
                <a:gd name="csX7" fmla="*/ 2575 w 122767"/>
                <a:gd name="csY7" fmla="*/ 41656 h 78552"/>
                <a:gd name="csX8" fmla="*/ 5156 w 122767"/>
                <a:gd name="csY8" fmla="*/ 45887 h 78552"/>
                <a:gd name="csX9" fmla="*/ 30737 w 122767"/>
                <a:gd name="csY9" fmla="*/ 66860 h 78552"/>
                <a:gd name="csX10" fmla="*/ 60192 w 122767"/>
                <a:gd name="csY10" fmla="*/ 54717 h 78552"/>
                <a:gd name="csX11" fmla="*/ 92031 w 122767"/>
                <a:gd name="csY11" fmla="*/ 41473 h 78552"/>
                <a:gd name="csX12" fmla="*/ 122768 w 122767"/>
                <a:gd name="csY12" fmla="*/ 71460 h 78552"/>
                <a:gd name="csX13" fmla="*/ 122768 w 122767"/>
                <a:gd name="csY13" fmla="*/ 28412 h 78552"/>
                <a:gd name="csX14" fmla="*/ 120193 w 122767"/>
                <a:gd name="csY14" fmla="*/ 34113 h 78552"/>
                <a:gd name="csX15" fmla="*/ 117617 w 122767"/>
                <a:gd name="csY15" fmla="*/ 29145 h 78552"/>
                <a:gd name="csX16" fmla="*/ 92031 w 122767"/>
                <a:gd name="csY16" fmla="*/ 8910 h 78552"/>
                <a:gd name="csX17" fmla="*/ 62582 w 122767"/>
                <a:gd name="csY17" fmla="*/ 21054 h 78552"/>
                <a:gd name="csX18" fmla="*/ 30737 w 122767"/>
                <a:gd name="csY18" fmla="*/ 34298 h 78552"/>
                <a:gd name="csX19" fmla="*/ 0 w 122767"/>
                <a:gd name="csY19" fmla="*/ 4311 h 78552"/>
                <a:gd name="csX20" fmla="*/ 2575 w 122767"/>
                <a:gd name="csY20" fmla="*/ -1206 h 78552"/>
                <a:gd name="csX21" fmla="*/ 5156 w 122767"/>
                <a:gd name="csY21" fmla="*/ 3024 h 78552"/>
                <a:gd name="csX22" fmla="*/ 30737 w 122767"/>
                <a:gd name="csY22" fmla="*/ 23997 h 78552"/>
                <a:gd name="csX23" fmla="*/ 60192 w 122767"/>
                <a:gd name="csY23" fmla="*/ 11854 h 78552"/>
                <a:gd name="csX24" fmla="*/ 92031 w 122767"/>
                <a:gd name="csY24" fmla="*/ -1391 h 78552"/>
                <a:gd name="csX25" fmla="*/ 122768 w 122767"/>
                <a:gd name="csY25" fmla="*/ 28412 h 785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22767" h="78552">
                  <a:moveTo>
                    <a:pt x="122768" y="71460"/>
                  </a:moveTo>
                  <a:cubicBezTo>
                    <a:pt x="122768" y="75320"/>
                    <a:pt x="121480" y="76977"/>
                    <a:pt x="120193" y="76977"/>
                  </a:cubicBezTo>
                  <a:cubicBezTo>
                    <a:pt x="119459" y="76977"/>
                    <a:pt x="117802" y="76244"/>
                    <a:pt x="117617" y="72014"/>
                  </a:cubicBezTo>
                  <a:cubicBezTo>
                    <a:pt x="116878" y="59317"/>
                    <a:pt x="103996" y="51774"/>
                    <a:pt x="92031" y="51774"/>
                  </a:cubicBezTo>
                  <a:cubicBezTo>
                    <a:pt x="81354" y="51774"/>
                    <a:pt x="72156" y="57476"/>
                    <a:pt x="62582" y="63916"/>
                  </a:cubicBezTo>
                  <a:cubicBezTo>
                    <a:pt x="52645" y="70542"/>
                    <a:pt x="42701" y="77161"/>
                    <a:pt x="30737" y="77161"/>
                  </a:cubicBezTo>
                  <a:cubicBezTo>
                    <a:pt x="13622" y="77161"/>
                    <a:pt x="0" y="64101"/>
                    <a:pt x="0" y="47174"/>
                  </a:cubicBezTo>
                  <a:cubicBezTo>
                    <a:pt x="0" y="43129"/>
                    <a:pt x="1472" y="41656"/>
                    <a:pt x="2575" y="41656"/>
                  </a:cubicBezTo>
                  <a:cubicBezTo>
                    <a:pt x="4417" y="41656"/>
                    <a:pt x="5156" y="45154"/>
                    <a:pt x="5156" y="45887"/>
                  </a:cubicBezTo>
                  <a:cubicBezTo>
                    <a:pt x="6074" y="61343"/>
                    <a:pt x="21168" y="66860"/>
                    <a:pt x="30737" y="66860"/>
                  </a:cubicBezTo>
                  <a:cubicBezTo>
                    <a:pt x="41413" y="66860"/>
                    <a:pt x="50617" y="61158"/>
                    <a:pt x="60192" y="54717"/>
                  </a:cubicBezTo>
                  <a:cubicBezTo>
                    <a:pt x="70129" y="48097"/>
                    <a:pt x="80067" y="41473"/>
                    <a:pt x="92031" y="41473"/>
                  </a:cubicBezTo>
                  <a:cubicBezTo>
                    <a:pt x="109152" y="41473"/>
                    <a:pt x="122768" y="54533"/>
                    <a:pt x="122768" y="71460"/>
                  </a:cubicBezTo>
                  <a:close/>
                  <a:moveTo>
                    <a:pt x="122768" y="28412"/>
                  </a:moveTo>
                  <a:cubicBezTo>
                    <a:pt x="122768" y="33745"/>
                    <a:pt x="120562" y="34113"/>
                    <a:pt x="120193" y="34113"/>
                  </a:cubicBezTo>
                  <a:cubicBezTo>
                    <a:pt x="119459" y="34113"/>
                    <a:pt x="117802" y="33196"/>
                    <a:pt x="117617" y="29145"/>
                  </a:cubicBezTo>
                  <a:cubicBezTo>
                    <a:pt x="116878" y="16453"/>
                    <a:pt x="103996" y="8910"/>
                    <a:pt x="92031" y="8910"/>
                  </a:cubicBezTo>
                  <a:cubicBezTo>
                    <a:pt x="81354" y="8910"/>
                    <a:pt x="72156" y="14613"/>
                    <a:pt x="62582" y="21054"/>
                  </a:cubicBezTo>
                  <a:cubicBezTo>
                    <a:pt x="52645" y="27674"/>
                    <a:pt x="42701" y="34298"/>
                    <a:pt x="30737" y="34298"/>
                  </a:cubicBezTo>
                  <a:cubicBezTo>
                    <a:pt x="13622" y="34298"/>
                    <a:pt x="0" y="21238"/>
                    <a:pt x="0" y="4311"/>
                  </a:cubicBezTo>
                  <a:cubicBezTo>
                    <a:pt x="0" y="266"/>
                    <a:pt x="1472" y="-1206"/>
                    <a:pt x="2575" y="-1206"/>
                  </a:cubicBezTo>
                  <a:cubicBezTo>
                    <a:pt x="4417" y="-1206"/>
                    <a:pt x="5156" y="2291"/>
                    <a:pt x="5156" y="3024"/>
                  </a:cubicBezTo>
                  <a:cubicBezTo>
                    <a:pt x="6074" y="18479"/>
                    <a:pt x="21168" y="23997"/>
                    <a:pt x="30737" y="23997"/>
                  </a:cubicBezTo>
                  <a:cubicBezTo>
                    <a:pt x="41413" y="23997"/>
                    <a:pt x="50617" y="18295"/>
                    <a:pt x="60192" y="11854"/>
                  </a:cubicBezTo>
                  <a:cubicBezTo>
                    <a:pt x="70129" y="5234"/>
                    <a:pt x="80067" y="-1391"/>
                    <a:pt x="92031" y="-1391"/>
                  </a:cubicBezTo>
                  <a:cubicBezTo>
                    <a:pt x="109516" y="-1391"/>
                    <a:pt x="122768" y="12223"/>
                    <a:pt x="122768" y="28412"/>
                  </a:cubicBezTo>
                  <a:close/>
                </a:path>
              </a:pathLst>
            </a:custGeom>
            <a:solidFill>
              <a:srgbClr val="000000"/>
            </a:solidFill>
            <a:ln w="18474" cap="flat">
              <a:noFill/>
              <a:prstDash val="solid"/>
              <a:miter/>
            </a:ln>
          </p:spPr>
          <p:txBody>
            <a:bodyPr/>
            <a:lstStyle/>
            <a:p>
              <a:endParaRPr lang="en-GB"/>
            </a:p>
          </p:txBody>
        </p:sp>
        <p:sp>
          <p:nvSpPr>
            <p:cNvPr id="189" name="Freeform: Shape 188">
              <a:extLst>
                <a:ext uri="{FF2B5EF4-FFF2-40B4-BE49-F238E27FC236}">
                  <a16:creationId xmlns:a16="http://schemas.microsoft.com/office/drawing/2014/main" id="{B5B9213D-D6C4-8612-752D-00379F39134B}"/>
                </a:ext>
              </a:extLst>
            </p:cNvPr>
            <p:cNvSpPr/>
            <p:nvPr>
              <p:custDataLst>
                <p:tags r:id="rId13"/>
              </p:custDataLst>
            </p:nvPr>
          </p:nvSpPr>
          <p:spPr>
            <a:xfrm flipV="1">
              <a:off x="12391689" y="-8426536"/>
              <a:ext cx="81539" cy="124544"/>
            </a:xfrm>
            <a:custGeom>
              <a:avLst/>
              <a:gdLst>
                <a:gd name="csX0" fmla="*/ 48961 w 81539"/>
                <a:gd name="csY0" fmla="*/ 28964 h 124544"/>
                <a:gd name="csX1" fmla="*/ 48961 w 81539"/>
                <a:gd name="csY1" fmla="*/ 12954 h 124544"/>
                <a:gd name="csX2" fmla="*/ 34970 w 81539"/>
                <a:gd name="csY2" fmla="*/ 4310 h 124544"/>
                <a:gd name="csX3" fmla="*/ 31106 w 81539"/>
                <a:gd name="csY3" fmla="*/ 4310 h 124544"/>
                <a:gd name="csX4" fmla="*/ 31106 w 81539"/>
                <a:gd name="csY4" fmla="*/ -1393 h 124544"/>
                <a:gd name="csX5" fmla="*/ 55954 w 81539"/>
                <a:gd name="csY5" fmla="*/ -838 h 124544"/>
                <a:gd name="csX6" fmla="*/ 80985 w 81539"/>
                <a:gd name="csY6" fmla="*/ -1393 h 124544"/>
                <a:gd name="csX7" fmla="*/ 80985 w 81539"/>
                <a:gd name="csY7" fmla="*/ 4310 h 124544"/>
                <a:gd name="csX8" fmla="*/ 77122 w 81539"/>
                <a:gd name="csY8" fmla="*/ 4310 h 124544"/>
                <a:gd name="csX9" fmla="*/ 63131 w 81539"/>
                <a:gd name="csY9" fmla="*/ 12954 h 124544"/>
                <a:gd name="csX10" fmla="*/ 63131 w 81539"/>
                <a:gd name="csY10" fmla="*/ 28964 h 124544"/>
                <a:gd name="csX11" fmla="*/ 81539 w 81539"/>
                <a:gd name="csY11" fmla="*/ 28964 h 124544"/>
                <a:gd name="csX12" fmla="*/ 81539 w 81539"/>
                <a:gd name="csY12" fmla="*/ 34666 h 124544"/>
                <a:gd name="csX13" fmla="*/ 63131 w 81539"/>
                <a:gd name="csY13" fmla="*/ 34666 h 124544"/>
                <a:gd name="csX14" fmla="*/ 63131 w 81539"/>
                <a:gd name="csY14" fmla="*/ 118367 h 124544"/>
                <a:gd name="csX15" fmla="*/ 60186 w 81539"/>
                <a:gd name="csY15" fmla="*/ 123152 h 124544"/>
                <a:gd name="csX16" fmla="*/ 56502 w 81539"/>
                <a:gd name="csY16" fmla="*/ 120941 h 124544"/>
                <a:gd name="csX17" fmla="*/ 0 w 81539"/>
                <a:gd name="csY17" fmla="*/ 34666 h 124544"/>
                <a:gd name="csX18" fmla="*/ 0 w 81539"/>
                <a:gd name="csY18" fmla="*/ 28964 h 124544"/>
                <a:gd name="csX19" fmla="*/ 48961 w 81539"/>
                <a:gd name="csY19" fmla="*/ 28964 h 124544"/>
                <a:gd name="csX20" fmla="*/ 50064 w 81539"/>
                <a:gd name="csY20" fmla="*/ 34666 h 124544"/>
                <a:gd name="csX21" fmla="*/ 5151 w 81539"/>
                <a:gd name="csY21" fmla="*/ 34666 h 124544"/>
                <a:gd name="csX22" fmla="*/ 50064 w 81539"/>
                <a:gd name="csY22" fmla="*/ 103280 h 124544"/>
                <a:gd name="csX23" fmla="*/ 50064 w 81539"/>
                <a:gd name="csY23" fmla="*/ 34666 h 124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539" h="124544">
                  <a:moveTo>
                    <a:pt x="48961" y="28964"/>
                  </a:moveTo>
                  <a:lnTo>
                    <a:pt x="48961" y="12954"/>
                  </a:lnTo>
                  <a:cubicBezTo>
                    <a:pt x="48961" y="6335"/>
                    <a:pt x="48591" y="4310"/>
                    <a:pt x="34970" y="4310"/>
                  </a:cubicBezTo>
                  <a:lnTo>
                    <a:pt x="31106" y="4310"/>
                  </a:lnTo>
                  <a:lnTo>
                    <a:pt x="31106" y="-1393"/>
                  </a:lnTo>
                  <a:cubicBezTo>
                    <a:pt x="38648" y="-838"/>
                    <a:pt x="48222" y="-838"/>
                    <a:pt x="55954" y="-838"/>
                  </a:cubicBezTo>
                  <a:cubicBezTo>
                    <a:pt x="63685" y="-838"/>
                    <a:pt x="73438" y="-838"/>
                    <a:pt x="80985" y="-1393"/>
                  </a:cubicBezTo>
                  <a:lnTo>
                    <a:pt x="80985" y="4310"/>
                  </a:lnTo>
                  <a:lnTo>
                    <a:pt x="77122" y="4310"/>
                  </a:lnTo>
                  <a:cubicBezTo>
                    <a:pt x="63501" y="4310"/>
                    <a:pt x="63131" y="6335"/>
                    <a:pt x="63131" y="12954"/>
                  </a:cubicBezTo>
                  <a:lnTo>
                    <a:pt x="63131" y="28964"/>
                  </a:lnTo>
                  <a:lnTo>
                    <a:pt x="81539" y="28964"/>
                  </a:lnTo>
                  <a:lnTo>
                    <a:pt x="81539" y="34666"/>
                  </a:lnTo>
                  <a:lnTo>
                    <a:pt x="63131" y="34666"/>
                  </a:lnTo>
                  <a:lnTo>
                    <a:pt x="63131" y="118367"/>
                  </a:lnTo>
                  <a:cubicBezTo>
                    <a:pt x="63131" y="122049"/>
                    <a:pt x="63131" y="123152"/>
                    <a:pt x="60186" y="123152"/>
                  </a:cubicBezTo>
                  <a:cubicBezTo>
                    <a:pt x="58529" y="123152"/>
                    <a:pt x="57975" y="123152"/>
                    <a:pt x="56502" y="120941"/>
                  </a:cubicBezTo>
                  <a:lnTo>
                    <a:pt x="0" y="34666"/>
                  </a:lnTo>
                  <a:lnTo>
                    <a:pt x="0" y="28964"/>
                  </a:lnTo>
                  <a:lnTo>
                    <a:pt x="48961" y="28964"/>
                  </a:lnTo>
                  <a:close/>
                  <a:moveTo>
                    <a:pt x="50064" y="34666"/>
                  </a:moveTo>
                  <a:lnTo>
                    <a:pt x="5151" y="34666"/>
                  </a:lnTo>
                  <a:lnTo>
                    <a:pt x="50064" y="103280"/>
                  </a:lnTo>
                  <a:lnTo>
                    <a:pt x="50064" y="34666"/>
                  </a:lnTo>
                  <a:close/>
                </a:path>
              </a:pathLst>
            </a:custGeom>
            <a:solidFill>
              <a:srgbClr val="000000"/>
            </a:solidFill>
            <a:ln w="18474" cap="flat">
              <a:noFill/>
              <a:prstDash val="solid"/>
              <a:miter/>
            </a:ln>
          </p:spPr>
          <p:txBody>
            <a:bodyPr/>
            <a:lstStyle/>
            <a:p>
              <a:endParaRPr lang="en-GB"/>
            </a:p>
          </p:txBody>
        </p:sp>
        <p:sp>
          <p:nvSpPr>
            <p:cNvPr id="190" name="Freeform: Shape 189">
              <a:extLst>
                <a:ext uri="{FF2B5EF4-FFF2-40B4-BE49-F238E27FC236}">
                  <a16:creationId xmlns:a16="http://schemas.microsoft.com/office/drawing/2014/main" id="{31BB412A-CC59-685F-5A63-F3998A1EDAE5}"/>
                </a:ext>
              </a:extLst>
            </p:cNvPr>
            <p:cNvSpPr/>
            <p:nvPr>
              <p:custDataLst>
                <p:tags r:id="rId14"/>
              </p:custDataLst>
            </p:nvPr>
          </p:nvSpPr>
          <p:spPr>
            <a:xfrm flipV="1">
              <a:off x="12494418" y="-8321492"/>
              <a:ext cx="19511" cy="19500"/>
            </a:xfrm>
            <a:custGeom>
              <a:avLst/>
              <a:gdLst>
                <a:gd name="csX0" fmla="*/ 19512 w 19511"/>
                <a:gd name="csY0" fmla="*/ 8361 h 19500"/>
                <a:gd name="csX1" fmla="*/ 9758 w 19511"/>
                <a:gd name="csY1" fmla="*/ 18114 h 19500"/>
                <a:gd name="csX2" fmla="*/ 0 w 19511"/>
                <a:gd name="csY2" fmla="*/ 8361 h 19500"/>
                <a:gd name="csX3" fmla="*/ 9758 w 19511"/>
                <a:gd name="csY3" fmla="*/ -1387 h 19500"/>
                <a:gd name="csX4" fmla="*/ 19512 w 19511"/>
                <a:gd name="csY4" fmla="*/ 8361 h 19500"/>
              </a:gdLst>
              <a:ahLst/>
              <a:cxnLst>
                <a:cxn ang="0">
                  <a:pos x="csX0" y="csY0"/>
                </a:cxn>
                <a:cxn ang="0">
                  <a:pos x="csX1" y="csY1"/>
                </a:cxn>
                <a:cxn ang="0">
                  <a:pos x="csX2" y="csY2"/>
                </a:cxn>
                <a:cxn ang="0">
                  <a:pos x="csX3" y="csY3"/>
                </a:cxn>
                <a:cxn ang="0">
                  <a:pos x="csX4" y="csY4"/>
                </a:cxn>
              </a:cxnLst>
              <a:rect l="l" t="t" r="r" b="b"/>
              <a:pathLst>
                <a:path w="19511" h="19500">
                  <a:moveTo>
                    <a:pt x="19512" y="8361"/>
                  </a:moveTo>
                  <a:cubicBezTo>
                    <a:pt x="19512" y="13699"/>
                    <a:pt x="15094" y="18114"/>
                    <a:pt x="9758" y="18114"/>
                  </a:cubicBezTo>
                  <a:cubicBezTo>
                    <a:pt x="4417" y="18114"/>
                    <a:pt x="0" y="13699"/>
                    <a:pt x="0" y="8361"/>
                  </a:cubicBezTo>
                  <a:cubicBezTo>
                    <a:pt x="0" y="3028"/>
                    <a:pt x="4417" y="-1387"/>
                    <a:pt x="9758" y="-1387"/>
                  </a:cubicBezTo>
                  <a:cubicBezTo>
                    <a:pt x="15094" y="-1387"/>
                    <a:pt x="19512" y="3028"/>
                    <a:pt x="19512" y="8361"/>
                  </a:cubicBezTo>
                  <a:close/>
                </a:path>
              </a:pathLst>
            </a:custGeom>
            <a:solidFill>
              <a:srgbClr val="000000"/>
            </a:solidFill>
            <a:ln w="18474" cap="flat">
              <a:noFill/>
              <a:prstDash val="solid"/>
              <a:miter/>
            </a:ln>
          </p:spPr>
          <p:txBody>
            <a:bodyPr/>
            <a:lstStyle/>
            <a:p>
              <a:endParaRPr lang="en-GB"/>
            </a:p>
          </p:txBody>
        </p:sp>
        <p:sp>
          <p:nvSpPr>
            <p:cNvPr id="191" name="Freeform: Shape 190">
              <a:extLst>
                <a:ext uri="{FF2B5EF4-FFF2-40B4-BE49-F238E27FC236}">
                  <a16:creationId xmlns:a16="http://schemas.microsoft.com/office/drawing/2014/main" id="{B4AACC93-7E40-2083-C619-A7B159F3B7FA}"/>
                </a:ext>
              </a:extLst>
            </p:cNvPr>
            <p:cNvSpPr/>
            <p:nvPr>
              <p:custDataLst>
                <p:tags r:id="rId15"/>
              </p:custDataLst>
            </p:nvPr>
          </p:nvSpPr>
          <p:spPr>
            <a:xfrm flipV="1">
              <a:off x="12540026" y="-8426351"/>
              <a:ext cx="164378" cy="128405"/>
            </a:xfrm>
            <a:custGeom>
              <a:avLst/>
              <a:gdLst>
                <a:gd name="csX0" fmla="*/ 77307 w 164378"/>
                <a:gd name="csY0" fmla="*/ 114686 h 128405"/>
                <a:gd name="csX1" fmla="*/ 78964 w 164378"/>
                <a:gd name="csY1" fmla="*/ 121125 h 128405"/>
                <a:gd name="csX2" fmla="*/ 34236 w 164378"/>
                <a:gd name="csY2" fmla="*/ 121125 h 128405"/>
                <a:gd name="csX3" fmla="*/ 10677 w 164378"/>
                <a:gd name="csY3" fmla="*/ 127013 h 128405"/>
                <a:gd name="csX4" fmla="*/ 6075 w 164378"/>
                <a:gd name="csY4" fmla="*/ 127013 h 128405"/>
                <a:gd name="csX5" fmla="*/ 0 w 164378"/>
                <a:gd name="csY5" fmla="*/ 89118 h 128405"/>
                <a:gd name="csX6" fmla="*/ 4603 w 164378"/>
                <a:gd name="csY6" fmla="*/ 89118 h 128405"/>
                <a:gd name="csX7" fmla="*/ 9205 w 164378"/>
                <a:gd name="csY7" fmla="*/ 105855 h 128405"/>
                <a:gd name="csX8" fmla="*/ 27244 w 164378"/>
                <a:gd name="csY8" fmla="*/ 106963 h 128405"/>
                <a:gd name="csX9" fmla="*/ 65343 w 164378"/>
                <a:gd name="csY9" fmla="*/ 106963 h 128405"/>
                <a:gd name="csX10" fmla="*/ 44729 w 164378"/>
                <a:gd name="csY10" fmla="*/ 77893 h 128405"/>
                <a:gd name="csX11" fmla="*/ 22087 w 164378"/>
                <a:gd name="csY11" fmla="*/ 8724 h 128405"/>
                <a:gd name="csX12" fmla="*/ 30552 w 164378"/>
                <a:gd name="csY12" fmla="*/ -1392 h 128405"/>
                <a:gd name="csX13" fmla="*/ 39023 w 164378"/>
                <a:gd name="csY13" fmla="*/ 8724 h 128405"/>
                <a:gd name="csX14" fmla="*/ 39023 w 164378"/>
                <a:gd name="csY14" fmla="*/ 18108 h 128405"/>
                <a:gd name="csX15" fmla="*/ 41044 w 164378"/>
                <a:gd name="csY15" fmla="*/ 48275 h 128405"/>
                <a:gd name="csX16" fmla="*/ 52460 w 164378"/>
                <a:gd name="csY16" fmla="*/ 79734 h 128405"/>
                <a:gd name="csX17" fmla="*/ 77307 w 164378"/>
                <a:gd name="csY17" fmla="*/ 114686 h 128405"/>
                <a:gd name="csX18" fmla="*/ 105110 w 164378"/>
                <a:gd name="csY18" fmla="*/ 16815 h 128405"/>
                <a:gd name="csX19" fmla="*/ 124622 w 164378"/>
                <a:gd name="csY19" fmla="*/ 35769 h 128405"/>
                <a:gd name="csX20" fmla="*/ 164378 w 164378"/>
                <a:gd name="csY20" fmla="*/ 89481 h 128405"/>
                <a:gd name="csX21" fmla="*/ 125361 w 164378"/>
                <a:gd name="csY21" fmla="*/ 125172 h 128405"/>
                <a:gd name="csX22" fmla="*/ 90940 w 164378"/>
                <a:gd name="csY22" fmla="*/ 91877 h 128405"/>
                <a:gd name="csX23" fmla="*/ 100693 w 164378"/>
                <a:gd name="csY23" fmla="*/ 81575 h 128405"/>
                <a:gd name="csX24" fmla="*/ 110267 w 164378"/>
                <a:gd name="csY24" fmla="*/ 91323 h 128405"/>
                <a:gd name="csX25" fmla="*/ 100508 w 164378"/>
                <a:gd name="csY25" fmla="*/ 100892 h 128405"/>
                <a:gd name="csX26" fmla="*/ 98118 w 164378"/>
                <a:gd name="csY26" fmla="*/ 100707 h 128405"/>
                <a:gd name="csX27" fmla="*/ 122965 w 164378"/>
                <a:gd name="csY27" fmla="*/ 119469 h 128405"/>
                <a:gd name="csX28" fmla="*/ 147632 w 164378"/>
                <a:gd name="csY28" fmla="*/ 89481 h 128405"/>
                <a:gd name="csX29" fmla="*/ 128306 w 164378"/>
                <a:gd name="csY29" fmla="*/ 48829 h 128405"/>
                <a:gd name="csX30" fmla="*/ 92961 w 164378"/>
                <a:gd name="csY30" fmla="*/ 9458 h 128405"/>
                <a:gd name="csX31" fmla="*/ 90940 w 164378"/>
                <a:gd name="csY31" fmla="*/ 2653 h 128405"/>
                <a:gd name="csX32" fmla="*/ 159227 w 164378"/>
                <a:gd name="csY32" fmla="*/ 2653 h 128405"/>
                <a:gd name="csX33" fmla="*/ 164378 w 164378"/>
                <a:gd name="csY33" fmla="*/ 34661 h 128405"/>
                <a:gd name="csX34" fmla="*/ 159776 w 164378"/>
                <a:gd name="csY34" fmla="*/ 34661 h 128405"/>
                <a:gd name="csX35" fmla="*/ 155728 w 164378"/>
                <a:gd name="csY35" fmla="*/ 18287 h 128405"/>
                <a:gd name="csX36" fmla="*/ 138244 w 164378"/>
                <a:gd name="csY36" fmla="*/ 16815 h 128405"/>
                <a:gd name="csX37" fmla="*/ 105110 w 164378"/>
                <a:gd name="csY37" fmla="*/ 16815 h 1284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64378" h="128405">
                  <a:moveTo>
                    <a:pt x="77307" y="114686"/>
                  </a:moveTo>
                  <a:cubicBezTo>
                    <a:pt x="78964" y="116895"/>
                    <a:pt x="78964" y="117265"/>
                    <a:pt x="78964" y="121125"/>
                  </a:cubicBezTo>
                  <a:lnTo>
                    <a:pt x="34236" y="121125"/>
                  </a:lnTo>
                  <a:cubicBezTo>
                    <a:pt x="11780" y="121125"/>
                    <a:pt x="11411" y="123515"/>
                    <a:pt x="10677" y="127013"/>
                  </a:cubicBezTo>
                  <a:lnTo>
                    <a:pt x="6075" y="127013"/>
                  </a:lnTo>
                  <a:lnTo>
                    <a:pt x="0" y="89118"/>
                  </a:lnTo>
                  <a:lnTo>
                    <a:pt x="4603" y="89118"/>
                  </a:lnTo>
                  <a:cubicBezTo>
                    <a:pt x="5157" y="92062"/>
                    <a:pt x="6808" y="103650"/>
                    <a:pt x="9205" y="105855"/>
                  </a:cubicBezTo>
                  <a:cubicBezTo>
                    <a:pt x="10492" y="106963"/>
                    <a:pt x="24847" y="106963"/>
                    <a:pt x="27244" y="106963"/>
                  </a:cubicBezTo>
                  <a:lnTo>
                    <a:pt x="65343" y="106963"/>
                  </a:lnTo>
                  <a:cubicBezTo>
                    <a:pt x="63316" y="104020"/>
                    <a:pt x="48776" y="83965"/>
                    <a:pt x="44729" y="77893"/>
                  </a:cubicBezTo>
                  <a:cubicBezTo>
                    <a:pt x="28162" y="53059"/>
                    <a:pt x="22087" y="27486"/>
                    <a:pt x="22087" y="8724"/>
                  </a:cubicBezTo>
                  <a:cubicBezTo>
                    <a:pt x="22087" y="6883"/>
                    <a:pt x="22087" y="-1392"/>
                    <a:pt x="30552" y="-1392"/>
                  </a:cubicBezTo>
                  <a:cubicBezTo>
                    <a:pt x="39023" y="-1392"/>
                    <a:pt x="39023" y="6883"/>
                    <a:pt x="39023" y="8724"/>
                  </a:cubicBezTo>
                  <a:lnTo>
                    <a:pt x="39023" y="18108"/>
                  </a:lnTo>
                  <a:cubicBezTo>
                    <a:pt x="39023" y="28226"/>
                    <a:pt x="39572" y="38343"/>
                    <a:pt x="41044" y="48275"/>
                  </a:cubicBezTo>
                  <a:cubicBezTo>
                    <a:pt x="41783" y="52506"/>
                    <a:pt x="44359" y="68331"/>
                    <a:pt x="52460" y="79734"/>
                  </a:cubicBezTo>
                  <a:lnTo>
                    <a:pt x="77307" y="114686"/>
                  </a:lnTo>
                  <a:close/>
                  <a:moveTo>
                    <a:pt x="105110" y="16815"/>
                  </a:moveTo>
                  <a:lnTo>
                    <a:pt x="124622" y="35769"/>
                  </a:lnTo>
                  <a:cubicBezTo>
                    <a:pt x="153338" y="61156"/>
                    <a:pt x="164378" y="71089"/>
                    <a:pt x="164378" y="89481"/>
                  </a:cubicBezTo>
                  <a:cubicBezTo>
                    <a:pt x="164378" y="110454"/>
                    <a:pt x="147812" y="125172"/>
                    <a:pt x="125361" y="125172"/>
                  </a:cubicBezTo>
                  <a:cubicBezTo>
                    <a:pt x="104562" y="125172"/>
                    <a:pt x="90940" y="108250"/>
                    <a:pt x="90940" y="91877"/>
                  </a:cubicBezTo>
                  <a:cubicBezTo>
                    <a:pt x="90940" y="81575"/>
                    <a:pt x="100145" y="81575"/>
                    <a:pt x="100693" y="81575"/>
                  </a:cubicBezTo>
                  <a:cubicBezTo>
                    <a:pt x="103823" y="81575"/>
                    <a:pt x="110267" y="83780"/>
                    <a:pt x="110267" y="91323"/>
                  </a:cubicBezTo>
                  <a:cubicBezTo>
                    <a:pt x="110267" y="96107"/>
                    <a:pt x="106953" y="100892"/>
                    <a:pt x="100508" y="100892"/>
                  </a:cubicBezTo>
                  <a:cubicBezTo>
                    <a:pt x="99036" y="100892"/>
                    <a:pt x="98672" y="100892"/>
                    <a:pt x="98118" y="100707"/>
                  </a:cubicBezTo>
                  <a:cubicBezTo>
                    <a:pt x="102350" y="112664"/>
                    <a:pt x="112288" y="119469"/>
                    <a:pt x="122965" y="119469"/>
                  </a:cubicBezTo>
                  <a:cubicBezTo>
                    <a:pt x="139716" y="119469"/>
                    <a:pt x="147632" y="104568"/>
                    <a:pt x="147632" y="89481"/>
                  </a:cubicBezTo>
                  <a:cubicBezTo>
                    <a:pt x="147632" y="74765"/>
                    <a:pt x="138428" y="60233"/>
                    <a:pt x="128306" y="48829"/>
                  </a:cubicBezTo>
                  <a:lnTo>
                    <a:pt x="92961" y="9458"/>
                  </a:lnTo>
                  <a:cubicBezTo>
                    <a:pt x="90940" y="7438"/>
                    <a:pt x="90940" y="7068"/>
                    <a:pt x="90940" y="2653"/>
                  </a:cubicBezTo>
                  <a:lnTo>
                    <a:pt x="159227" y="2653"/>
                  </a:lnTo>
                  <a:lnTo>
                    <a:pt x="164378" y="34661"/>
                  </a:lnTo>
                  <a:lnTo>
                    <a:pt x="159776" y="34661"/>
                  </a:lnTo>
                  <a:cubicBezTo>
                    <a:pt x="158858" y="29143"/>
                    <a:pt x="157570" y="21052"/>
                    <a:pt x="155728" y="18287"/>
                  </a:cubicBezTo>
                  <a:cubicBezTo>
                    <a:pt x="154441" y="16815"/>
                    <a:pt x="142292" y="16815"/>
                    <a:pt x="138244" y="16815"/>
                  </a:cubicBezTo>
                  <a:lnTo>
                    <a:pt x="105110" y="16815"/>
                  </a:lnTo>
                  <a:close/>
                </a:path>
              </a:pathLst>
            </a:custGeom>
            <a:solidFill>
              <a:srgbClr val="000000"/>
            </a:solidFill>
            <a:ln w="18474" cap="flat">
              <a:noFill/>
              <a:prstDash val="solid"/>
              <a:miter/>
            </a:ln>
          </p:spPr>
          <p:txBody>
            <a:bodyPr/>
            <a:lstStyle/>
            <a:p>
              <a:endParaRPr lang="en-GB"/>
            </a:p>
          </p:txBody>
        </p:sp>
      </p:grpSp>
      <p:cxnSp>
        <p:nvCxnSpPr>
          <p:cNvPr id="324" name="Straight Connector 323">
            <a:extLst>
              <a:ext uri="{FF2B5EF4-FFF2-40B4-BE49-F238E27FC236}">
                <a16:creationId xmlns:a16="http://schemas.microsoft.com/office/drawing/2014/main" id="{A7A6215C-46DE-DA8C-CAC3-B98D5221CAE3}"/>
              </a:ext>
            </a:extLst>
          </p:cNvPr>
          <p:cNvCxnSpPr>
            <a:cxnSpLocks/>
          </p:cNvCxnSpPr>
          <p:nvPr/>
        </p:nvCxnSpPr>
        <p:spPr>
          <a:xfrm>
            <a:off x="8963936" y="4479417"/>
            <a:ext cx="0" cy="73152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325" name="TextBox 324">
            <a:extLst>
              <a:ext uri="{FF2B5EF4-FFF2-40B4-BE49-F238E27FC236}">
                <a16:creationId xmlns:a16="http://schemas.microsoft.com/office/drawing/2014/main" id="{5CACA9FA-63AB-A9CA-19D8-F5F8ED9B1D82}"/>
              </a:ext>
            </a:extLst>
          </p:cNvPr>
          <p:cNvSpPr txBox="1"/>
          <p:nvPr/>
        </p:nvSpPr>
        <p:spPr>
          <a:xfrm>
            <a:off x="8995202" y="4408582"/>
            <a:ext cx="2823402" cy="830997"/>
          </a:xfrm>
          <a:prstGeom prst="rect">
            <a:avLst/>
          </a:prstGeom>
          <a:noFill/>
        </p:spPr>
        <p:txBody>
          <a:bodyPr wrap="square">
            <a:spAutoFit/>
          </a:bodyPr>
          <a:lstStyle/>
          <a:p>
            <a:r>
              <a:rPr lang="en-US" sz="1200"/>
              <a:t>For every 10 expected admissions for Rank 4 graduates, we would expect up to 47 admissions for Rank 1 graduates, keeping all other things constant.</a:t>
            </a:r>
            <a:endParaRPr lang="en-GB" sz="1200" b="1">
              <a:highlight>
                <a:srgbClr val="FFC000"/>
              </a:highlight>
            </a:endParaRPr>
          </a:p>
        </p:txBody>
      </p:sp>
      <mc:AlternateContent xmlns:mc="http://schemas.openxmlformats.org/markup-compatibility/2006" xmlns:a14="http://schemas.microsoft.com/office/drawing/2010/main">
        <mc:Choice Requires="a14">
          <p:sp>
            <p:nvSpPr>
              <p:cNvPr id="331" name="TextBox 330">
                <a:extLst>
                  <a:ext uri="{FF2B5EF4-FFF2-40B4-BE49-F238E27FC236}">
                    <a16:creationId xmlns:a16="http://schemas.microsoft.com/office/drawing/2014/main" id="{7B1597ED-578C-E79D-1A04-E0F6C59E6D7F}"/>
                  </a:ext>
                </a:extLst>
              </p:cNvPr>
              <p:cNvSpPr txBox="1"/>
              <p:nvPr/>
            </p:nvSpPr>
            <p:spPr>
              <a:xfrm>
                <a:off x="6399526" y="5301478"/>
                <a:ext cx="5392361"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Applying the 0.25 rule</a:t>
                </a:r>
                <a:r>
                  <a:rPr kumimoji="0" lang="en-GB" sz="1200" b="0" i="0" u="none" strike="noStrike" kern="1200" cap="none" spc="0" normalizeH="0" baseline="0" noProof="0">
                    <a:ln>
                      <a:noFill/>
                    </a:ln>
                    <a:solidFill>
                      <a:prstClr val="black"/>
                    </a:solidFill>
                    <a:effectLst/>
                    <a:uLnTx/>
                    <a:uFillTx/>
                    <a:latin typeface="Aptos" panose="020B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Δ</m:t>
                      </m:r>
                      <m:r>
                        <m:rPr>
                          <m:nor/>
                        </m:rP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p</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≈−1.552×0.25=−0.388</m:t>
                      </m:r>
                    </m:oMath>
                  </m:oMathPara>
                </a14:m>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Aptos" panose="020B0004020202020204"/>
                    <a:ea typeface="+mn-ea"/>
                    <a:cs typeface="+mn-cs"/>
                  </a:rPr>
                  <a:t>That’s a estimated decrease of 38.8 percentual points in the odds of admission for graduates from Rank 4 universities, relative to graduates from Rank 1 universities, </a:t>
                </a:r>
                <a:r>
                  <a:rPr kumimoji="0" lang="en-GB" sz="12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if the base probability is close to 0.5</a:t>
                </a:r>
                <a:r>
                  <a:rPr kumimoji="0" lang="en-GB" sz="1200" b="0" i="0" u="none" strike="noStrike" kern="1200" cap="none" spc="0" normalizeH="0" baseline="0" noProof="0">
                    <a:ln>
                      <a:noFill/>
                    </a:ln>
                    <a:solidFill>
                      <a:prstClr val="black"/>
                    </a:solidFill>
                    <a:effectLst/>
                    <a:uLnTx/>
                    <a:uFillTx/>
                    <a:latin typeface="Aptos" panose="020B0004020202020204"/>
                    <a:ea typeface="+mn-ea"/>
                    <a:cs typeface="+mn-cs"/>
                  </a:rPr>
                  <a:t>.</a:t>
                </a:r>
              </a:p>
            </p:txBody>
          </p:sp>
        </mc:Choice>
        <mc:Fallback xmlns="">
          <p:sp>
            <p:nvSpPr>
              <p:cNvPr id="331" name="TextBox 330">
                <a:extLst>
                  <a:ext uri="{FF2B5EF4-FFF2-40B4-BE49-F238E27FC236}">
                    <a16:creationId xmlns:a16="http://schemas.microsoft.com/office/drawing/2014/main" id="{7B1597ED-578C-E79D-1A04-E0F6C59E6D7F}"/>
                  </a:ext>
                </a:extLst>
              </p:cNvPr>
              <p:cNvSpPr txBox="1">
                <a:spLocks noRot="1" noChangeAspect="1" noMove="1" noResize="1" noEditPoints="1" noAdjustHandles="1" noChangeArrowheads="1" noChangeShapeType="1" noTextEdit="1"/>
              </p:cNvSpPr>
              <p:nvPr/>
            </p:nvSpPr>
            <p:spPr>
              <a:xfrm>
                <a:off x="6399526" y="5301478"/>
                <a:ext cx="5392361" cy="1200329"/>
              </a:xfrm>
              <a:prstGeom prst="rect">
                <a:avLst/>
              </a:prstGeom>
              <a:blipFill>
                <a:blip r:embed="rId88"/>
                <a:stretch>
                  <a:fillRect l="-113" t="-508" b="-3046"/>
                </a:stretch>
              </a:blipFill>
            </p:spPr>
            <p:txBody>
              <a:bodyPr/>
              <a:lstStyle/>
              <a:p>
                <a:r>
                  <a:rPr lang="en-US">
                    <a:noFill/>
                  </a:rPr>
                  <a:t> </a:t>
                </a:r>
              </a:p>
            </p:txBody>
          </p:sp>
        </mc:Fallback>
      </mc:AlternateContent>
    </p:spTree>
    <p:extLst>
      <p:ext uri="{BB962C8B-B14F-4D97-AF65-F5344CB8AC3E}">
        <p14:creationId xmlns:p14="http://schemas.microsoft.com/office/powerpoint/2010/main" val="1073563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fade">
                                      <p:cBhvr>
                                        <p:cTn id="7" dur="500"/>
                                        <p:tgtEl>
                                          <p:spTgt spid="17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8"/>
                                        </p:tgtEl>
                                        <p:attrNameLst>
                                          <p:attrName>style.visibility</p:attrName>
                                        </p:attrNameLst>
                                      </p:cBhvr>
                                      <p:to>
                                        <p:strVal val="visible"/>
                                      </p:to>
                                    </p:set>
                                    <p:animEffect transition="in" filter="fade">
                                      <p:cBhvr>
                                        <p:cTn id="10" dur="500"/>
                                        <p:tgtEl>
                                          <p:spTgt spid="16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1"/>
                                        </p:tgtEl>
                                        <p:attrNameLst>
                                          <p:attrName>style.visibility</p:attrName>
                                        </p:attrNameLst>
                                      </p:cBhvr>
                                      <p:to>
                                        <p:strVal val="visible"/>
                                      </p:to>
                                    </p:set>
                                    <p:animEffect transition="in" filter="fade">
                                      <p:cBhvr>
                                        <p:cTn id="15" dur="500"/>
                                        <p:tgtEl>
                                          <p:spTgt spid="17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2"/>
                                        </p:tgtEl>
                                        <p:attrNameLst>
                                          <p:attrName>style.visibility</p:attrName>
                                        </p:attrNameLst>
                                      </p:cBhvr>
                                      <p:to>
                                        <p:strVal val="visible"/>
                                      </p:to>
                                    </p:set>
                                    <p:animEffect transition="in" filter="fade">
                                      <p:cBhvr>
                                        <p:cTn id="18" dur="500"/>
                                        <p:tgtEl>
                                          <p:spTgt spid="17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4"/>
                                        </p:tgtEl>
                                        <p:attrNameLst>
                                          <p:attrName>style.visibility</p:attrName>
                                        </p:attrNameLst>
                                      </p:cBhvr>
                                      <p:to>
                                        <p:strVal val="visible"/>
                                      </p:to>
                                    </p:set>
                                    <p:animEffect transition="in" filter="fade">
                                      <p:cBhvr>
                                        <p:cTn id="21" dur="500"/>
                                        <p:tgtEl>
                                          <p:spTgt spid="17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par>
                                <p:cTn id="27" presetID="10" presetClass="entr" presetSubtype="0" fill="hold" nodeType="withEffect">
                                  <p:stCondLst>
                                    <p:cond delay="0"/>
                                  </p:stCondLst>
                                  <p:childTnLst>
                                    <p:set>
                                      <p:cBhvr>
                                        <p:cTn id="28" dur="1" fill="hold">
                                          <p:stCondLst>
                                            <p:cond delay="0"/>
                                          </p:stCondLst>
                                        </p:cTn>
                                        <p:tgtEl>
                                          <p:spTgt spid="467"/>
                                        </p:tgtEl>
                                        <p:attrNameLst>
                                          <p:attrName>style.visibility</p:attrName>
                                        </p:attrNameLst>
                                      </p:cBhvr>
                                      <p:to>
                                        <p:strVal val="visible"/>
                                      </p:to>
                                    </p:set>
                                    <p:animEffect transition="in" filter="fade">
                                      <p:cBhvr>
                                        <p:cTn id="29" dur="500"/>
                                        <p:tgtEl>
                                          <p:spTgt spid="467"/>
                                        </p:tgtEl>
                                      </p:cBhvr>
                                    </p:animEffect>
                                  </p:childTnLst>
                                </p:cTn>
                              </p:par>
                              <p:par>
                                <p:cTn id="30" presetID="10" presetClass="entr" presetSubtype="0" fill="hold" nodeType="withEffect">
                                  <p:stCondLst>
                                    <p:cond delay="0"/>
                                  </p:stCondLst>
                                  <p:childTnLst>
                                    <p:set>
                                      <p:cBhvr>
                                        <p:cTn id="31" dur="1" fill="hold">
                                          <p:stCondLst>
                                            <p:cond delay="0"/>
                                          </p:stCondLst>
                                        </p:cTn>
                                        <p:tgtEl>
                                          <p:spTgt spid="326"/>
                                        </p:tgtEl>
                                        <p:attrNameLst>
                                          <p:attrName>style.visibility</p:attrName>
                                        </p:attrNameLst>
                                      </p:cBhvr>
                                      <p:to>
                                        <p:strVal val="visible"/>
                                      </p:to>
                                    </p:set>
                                    <p:animEffect transition="in" filter="fade">
                                      <p:cBhvr>
                                        <p:cTn id="32" dur="500"/>
                                        <p:tgtEl>
                                          <p:spTgt spid="32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8"/>
                                        </p:tgtEl>
                                        <p:attrNameLst>
                                          <p:attrName>style.visibility</p:attrName>
                                        </p:attrNameLst>
                                      </p:cBhvr>
                                      <p:to>
                                        <p:strVal val="visible"/>
                                      </p:to>
                                    </p:set>
                                    <p:animEffect transition="in" filter="fade">
                                      <p:cBhvr>
                                        <p:cTn id="35" dur="500"/>
                                        <p:tgtEl>
                                          <p:spTgt spid="32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80"/>
                                        </p:tgtEl>
                                        <p:attrNameLst>
                                          <p:attrName>style.visibility</p:attrName>
                                        </p:attrNameLst>
                                      </p:cBhvr>
                                      <p:to>
                                        <p:strVal val="visible"/>
                                      </p:to>
                                    </p:set>
                                    <p:animEffect transition="in" filter="fade">
                                      <p:cBhvr>
                                        <p:cTn id="40" dur="500"/>
                                        <p:tgtEl>
                                          <p:spTgt spid="48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20"/>
                                        </p:tgtEl>
                                        <p:attrNameLst>
                                          <p:attrName>style.visibility</p:attrName>
                                        </p:attrNameLst>
                                      </p:cBhvr>
                                      <p:to>
                                        <p:strVal val="visible"/>
                                      </p:to>
                                    </p:set>
                                    <p:animEffect transition="in" filter="fade">
                                      <p:cBhvr>
                                        <p:cTn id="45" dur="500"/>
                                        <p:tgtEl>
                                          <p:spTgt spid="320"/>
                                        </p:tgtEl>
                                      </p:cBhvr>
                                    </p:animEffect>
                                  </p:childTnLst>
                                </p:cTn>
                              </p:par>
                              <p:par>
                                <p:cTn id="46" presetID="10" presetClass="entr" presetSubtype="0" fill="hold" nodeType="withEffect">
                                  <p:stCondLst>
                                    <p:cond delay="0"/>
                                  </p:stCondLst>
                                  <p:childTnLst>
                                    <p:set>
                                      <p:cBhvr>
                                        <p:cTn id="47" dur="1" fill="hold">
                                          <p:stCondLst>
                                            <p:cond delay="0"/>
                                          </p:stCondLst>
                                        </p:cTn>
                                        <p:tgtEl>
                                          <p:spTgt spid="324"/>
                                        </p:tgtEl>
                                        <p:attrNameLst>
                                          <p:attrName>style.visibility</p:attrName>
                                        </p:attrNameLst>
                                      </p:cBhvr>
                                      <p:to>
                                        <p:strVal val="visible"/>
                                      </p:to>
                                    </p:set>
                                    <p:animEffect transition="in" filter="fade">
                                      <p:cBhvr>
                                        <p:cTn id="48" dur="500"/>
                                        <p:tgtEl>
                                          <p:spTgt spid="32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5"/>
                                        </p:tgtEl>
                                        <p:attrNameLst>
                                          <p:attrName>style.visibility</p:attrName>
                                        </p:attrNameLst>
                                      </p:cBhvr>
                                      <p:to>
                                        <p:strVal val="visible"/>
                                      </p:to>
                                    </p:set>
                                    <p:animEffect transition="in" filter="fade">
                                      <p:cBhvr>
                                        <p:cTn id="51" dur="500"/>
                                        <p:tgtEl>
                                          <p:spTgt spid="32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31"/>
                                        </p:tgtEl>
                                        <p:attrNameLst>
                                          <p:attrName>style.visibility</p:attrName>
                                        </p:attrNameLst>
                                      </p:cBhvr>
                                      <p:to>
                                        <p:strVal val="visible"/>
                                      </p:to>
                                    </p:set>
                                    <p:animEffect transition="in" filter="fade">
                                      <p:cBhvr>
                                        <p:cTn id="56" dur="500"/>
                                        <p:tgtEl>
                                          <p:spTgt spid="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animBg="1"/>
      <p:bldP spid="170" grpId="0" animBg="1"/>
      <p:bldP spid="171" grpId="0"/>
      <p:bldP spid="172" grpId="0"/>
      <p:bldP spid="174" grpId="0"/>
      <p:bldP spid="328" grpId="0"/>
      <p:bldP spid="480" grpId="0"/>
      <p:bldP spid="325" grpId="0"/>
      <p:bldP spid="33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1C703-AB82-B7E7-3A2E-7BD5B451B85C}"/>
            </a:ext>
          </a:extLst>
        </p:cNvPr>
        <p:cNvGrpSpPr/>
        <p:nvPr/>
      </p:nvGrpSpPr>
      <p:grpSpPr>
        <a:xfrm>
          <a:off x="0" y="0"/>
          <a:ext cx="0" cy="0"/>
          <a:chOff x="0" y="0"/>
          <a:chExt cx="0" cy="0"/>
        </a:xfrm>
      </p:grpSpPr>
      <p:sp>
        <p:nvSpPr>
          <p:cNvPr id="15" name="Freeform: Shape 14">
            <a:extLst>
              <a:ext uri="{FF2B5EF4-FFF2-40B4-BE49-F238E27FC236}">
                <a16:creationId xmlns:a16="http://schemas.microsoft.com/office/drawing/2014/main" id="{4885FC02-F321-AF19-5230-EFDF58FC2527}"/>
              </a:ext>
            </a:extLst>
          </p:cNvPr>
          <p:cNvSpPr/>
          <p:nvPr/>
        </p:nvSpPr>
        <p:spPr>
          <a:xfrm>
            <a:off x="0" y="1219604"/>
            <a:ext cx="12192001" cy="5638396"/>
          </a:xfrm>
          <a:custGeom>
            <a:avLst/>
            <a:gdLst>
              <a:gd name="csX0" fmla="*/ 411818 w 12192000"/>
              <a:gd name="csY0" fmla="*/ 0 h 4867835"/>
              <a:gd name="csX1" fmla="*/ 11780182 w 12192000"/>
              <a:gd name="csY1" fmla="*/ 0 h 4867835"/>
              <a:gd name="csX2" fmla="*/ 12192000 w 12192000"/>
              <a:gd name="csY2" fmla="*/ 411818 h 4867835"/>
              <a:gd name="csX3" fmla="*/ 12192000 w 12192000"/>
              <a:gd name="csY3" fmla="*/ 4867835 h 4867835"/>
              <a:gd name="csX4" fmla="*/ 0 w 12192000"/>
              <a:gd name="csY4" fmla="*/ 4867835 h 4867835"/>
              <a:gd name="csX5" fmla="*/ 0 w 12192000"/>
              <a:gd name="csY5" fmla="*/ 411818 h 4867835"/>
              <a:gd name="csX6" fmla="*/ 411818 w 12192000"/>
              <a:gd name="csY6" fmla="*/ 0 h 486783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192000" h="4867835">
                <a:moveTo>
                  <a:pt x="411818" y="0"/>
                </a:moveTo>
                <a:lnTo>
                  <a:pt x="11780182" y="0"/>
                </a:lnTo>
                <a:cubicBezTo>
                  <a:pt x="12007623" y="0"/>
                  <a:pt x="12192000" y="184377"/>
                  <a:pt x="12192000" y="411818"/>
                </a:cubicBezTo>
                <a:lnTo>
                  <a:pt x="12192000" y="4867835"/>
                </a:lnTo>
                <a:lnTo>
                  <a:pt x="0" y="4867835"/>
                </a:lnTo>
                <a:lnTo>
                  <a:pt x="0" y="411818"/>
                </a:lnTo>
                <a:cubicBezTo>
                  <a:pt x="0" y="184377"/>
                  <a:pt x="184377" y="0"/>
                  <a:pt x="411818" y="0"/>
                </a:cubicBez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86" name="TextBox 585">
            <a:extLst>
              <a:ext uri="{FF2B5EF4-FFF2-40B4-BE49-F238E27FC236}">
                <a16:creationId xmlns:a16="http://schemas.microsoft.com/office/drawing/2014/main" id="{FBD13907-D88F-CF39-55E2-FB0877711E5B}"/>
              </a:ext>
            </a:extLst>
          </p:cNvPr>
          <p:cNvSpPr txBox="1"/>
          <p:nvPr/>
        </p:nvSpPr>
        <p:spPr>
          <a:xfrm>
            <a:off x="1183761" y="4082287"/>
            <a:ext cx="2625589"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Logit fit</a:t>
            </a:r>
          </a:p>
        </p:txBody>
      </p:sp>
      <p:sp>
        <p:nvSpPr>
          <p:cNvPr id="4" name="Date Placeholder 3 1">
            <a:extLst>
              <a:ext uri="{FF2B5EF4-FFF2-40B4-BE49-F238E27FC236}">
                <a16:creationId xmlns:a16="http://schemas.microsoft.com/office/drawing/2014/main" id="{6C4D1A88-0A8E-C42F-ECA3-1DA6B0F237E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C61A7A3F-CEC7-F4B0-DD20-4FD42C75B2A1}"/>
              </a:ext>
            </a:extLst>
          </p:cNvPr>
          <p:cNvSpPr txBox="1">
            <a:spLocks/>
          </p:cNvSpPr>
          <p:nvPr/>
        </p:nvSpPr>
        <p:spPr>
          <a:xfrm>
            <a:off x="896087" y="518284"/>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GB" sz="3200" b="1">
                <a:solidFill>
                  <a:srgbClr val="FF0000"/>
                </a:solidFill>
                <a:latin typeface="Aptos SemiBold" panose="020F0502020204030204" pitchFamily="34" charset="0"/>
              </a:rPr>
              <a:t>The Logit Model</a:t>
            </a:r>
          </a:p>
        </p:txBody>
      </p:sp>
      <p:sp>
        <p:nvSpPr>
          <p:cNvPr id="10" name="Date Placeholder 3 2">
            <a:extLst>
              <a:ext uri="{FF2B5EF4-FFF2-40B4-BE49-F238E27FC236}">
                <a16:creationId xmlns:a16="http://schemas.microsoft.com/office/drawing/2014/main" id="{BA0D04F1-DFE7-BAB5-255B-F1A340AB4539}"/>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pic>
        <p:nvPicPr>
          <p:cNvPr id="12" name="Picture 11" descr="\documentclass{article}&#10;\usepackage{amsmath}&#10;\pagestyle{empty}&#10;\begin{document}&#10;&#10;&#10;\begin{table}[ht]&#10;\centering&#10;\begin{tabular}{cccc}&#10;\hline&#10;\textbf{GRE} &amp; \textbf{GPA} &amp; \textbf{Rank} &amp; \textbf{RankP} \\&#10;\hline&#10;587.7 &amp; 3.3899 &amp; 1 &amp; 0.5166 \\&#10;587.7 &amp; 3.3899 &amp; 2 &amp; 0.3523 \\&#10;587.7 &amp; 3.3899 &amp; 3 &amp; 0.2186 \\&#10;587.7 &amp; 3.3899 &amp; 4 &amp; 0.1847 \\&#10;\hline&#10;\end{tabular}&#10;\end{table}&#10;&#10;\end{document}" title="IguanaTex Picture Display">
            <a:extLst>
              <a:ext uri="{FF2B5EF4-FFF2-40B4-BE49-F238E27FC236}">
                <a16:creationId xmlns:a16="http://schemas.microsoft.com/office/drawing/2014/main" id="{F3D3DCDA-553E-CD23-D647-232E73BBAA23}"/>
              </a:ext>
            </a:extLst>
          </p:cNvPr>
          <p:cNvPicPr>
            <a:picLocks noChangeAspect="1"/>
          </p:cNvPicPr>
          <p:nvPr>
            <p:custDataLst>
              <p:tags r:id="rId1"/>
            </p:custDataLst>
          </p:nvPr>
        </p:nvPicPr>
        <p:blipFill>
          <a:blip r:embed="rId84" cstate="print">
            <a:extLst>
              <a:ext uri="{28A0092B-C50C-407E-A947-70E740481C1C}">
                <a14:useLocalDpi xmlns:a14="http://schemas.microsoft.com/office/drawing/2010/main" val="0"/>
              </a:ext>
            </a:extLst>
          </a:blip>
          <a:stretch>
            <a:fillRect/>
          </a:stretch>
        </p:blipFill>
        <p:spPr>
          <a:xfrm>
            <a:off x="1271904" y="2943515"/>
            <a:ext cx="1935242" cy="730836"/>
          </a:xfrm>
          <a:prstGeom prst="rect">
            <a:avLst/>
          </a:prstGeom>
        </p:spPr>
      </p:pic>
      <p:sp>
        <p:nvSpPr>
          <p:cNvPr id="8" name="TextBox 7">
            <a:extLst>
              <a:ext uri="{FF2B5EF4-FFF2-40B4-BE49-F238E27FC236}">
                <a16:creationId xmlns:a16="http://schemas.microsoft.com/office/drawing/2014/main" id="{202ED83C-7C9C-22B8-00A0-F243CAA2BFAE}"/>
              </a:ext>
            </a:extLst>
          </p:cNvPr>
          <p:cNvSpPr txBox="1"/>
          <p:nvPr/>
        </p:nvSpPr>
        <p:spPr>
          <a:xfrm>
            <a:off x="1183761" y="2458679"/>
            <a:ext cx="2625589"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black"/>
                </a:solidFill>
                <a:effectLst/>
                <a:uLnTx/>
                <a:uFillTx/>
                <a:latin typeface="Aptos" panose="020B0004020202020204"/>
                <a:ea typeface="+mn-ea"/>
                <a:cs typeface="+mn-cs"/>
              </a:rPr>
              <a:t>DV values and predicted probabilities of admission</a:t>
            </a:r>
          </a:p>
        </p:txBody>
      </p:sp>
      <p:grpSp>
        <p:nvGrpSpPr>
          <p:cNvPr id="668" name="Group 667" descr="\documentclass{article}&#10;\usepackage{amsmath}&#10;\usepackage{amsfonts}&#10;\pagestyle{empty}&#10;\begin{document}&#10;&#10;&#10;\[&#10;\Pr(y_1 = 1 \mid X) = \frac{1}{1 + e^{-((-3.989979 + (0.002264 \times 587.7) + (0.804038 \times 3.3899) + (0))}} = 0.5165395&#10;\]&#10;&#10;&#10;&#10;&#10;&#10;\end{document}" title="IguanaTex Shape Display">
            <a:extLst>
              <a:ext uri="{FF2B5EF4-FFF2-40B4-BE49-F238E27FC236}">
                <a16:creationId xmlns:a16="http://schemas.microsoft.com/office/drawing/2014/main" id="{80B25ACA-48CC-A148-9622-7B78B94CD81C}"/>
              </a:ext>
            </a:extLst>
          </p:cNvPr>
          <p:cNvGrpSpPr>
            <a:grpSpLocks noChangeAspect="1"/>
          </p:cNvGrpSpPr>
          <p:nvPr>
            <p:custDataLst>
              <p:tags r:id="rId2"/>
            </p:custDataLst>
          </p:nvPr>
        </p:nvGrpSpPr>
        <p:grpSpPr>
          <a:xfrm>
            <a:off x="6383674" y="2983604"/>
            <a:ext cx="5327821" cy="311055"/>
            <a:chOff x="7008671" y="4077808"/>
            <a:chExt cx="5327821" cy="311055"/>
          </a:xfrm>
        </p:grpSpPr>
        <p:sp>
          <p:nvSpPr>
            <p:cNvPr id="590" name="Freeform: Shape 589">
              <a:extLst>
                <a:ext uri="{FF2B5EF4-FFF2-40B4-BE49-F238E27FC236}">
                  <a16:creationId xmlns:a16="http://schemas.microsoft.com/office/drawing/2014/main" id="{2DAB48A0-E71B-140F-4945-A40B998E8592}"/>
                </a:ext>
              </a:extLst>
            </p:cNvPr>
            <p:cNvSpPr/>
            <p:nvPr>
              <p:custDataLst>
                <p:tags r:id="rId4"/>
              </p:custDataLst>
            </p:nvPr>
          </p:nvSpPr>
          <p:spPr>
            <a:xfrm>
              <a:off x="7008671" y="4174147"/>
              <a:ext cx="86217" cy="99770"/>
            </a:xfrm>
            <a:custGeom>
              <a:avLst/>
              <a:gdLst>
                <a:gd name="connsiteX0" fmla="*/ 28167 w 86217"/>
                <a:gd name="connsiteY0" fmla="*/ 53697 h 99770"/>
                <a:gd name="connsiteX1" fmla="*/ 52905 w 86217"/>
                <a:gd name="connsiteY1" fmla="*/ 53697 h 99770"/>
                <a:gd name="connsiteX2" fmla="*/ 86279 w 86217"/>
                <a:gd name="connsiteY2" fmla="*/ 27257 h 99770"/>
                <a:gd name="connsiteX3" fmla="*/ 51734 w 86217"/>
                <a:gd name="connsiteY3" fmla="*/ 87 h 99770"/>
                <a:gd name="connsiteX4" fmla="*/ 62 w 86217"/>
                <a:gd name="connsiteY4" fmla="*/ 87 h 99770"/>
                <a:gd name="connsiteX5" fmla="*/ 62 w 86217"/>
                <a:gd name="connsiteY5" fmla="*/ 4615 h 99770"/>
                <a:gd name="connsiteX6" fmla="*/ 3575 w 86217"/>
                <a:gd name="connsiteY6" fmla="*/ 4615 h 99770"/>
                <a:gd name="connsiteX7" fmla="*/ 15139 w 86217"/>
                <a:gd name="connsiteY7" fmla="*/ 11481 h 99770"/>
                <a:gd name="connsiteX8" fmla="*/ 15139 w 86217"/>
                <a:gd name="connsiteY8" fmla="*/ 88464 h 99770"/>
                <a:gd name="connsiteX9" fmla="*/ 3575 w 86217"/>
                <a:gd name="connsiteY9" fmla="*/ 95329 h 99770"/>
                <a:gd name="connsiteX10" fmla="*/ 62 w 86217"/>
                <a:gd name="connsiteY10" fmla="*/ 95329 h 99770"/>
                <a:gd name="connsiteX11" fmla="*/ 62 w 86217"/>
                <a:gd name="connsiteY11" fmla="*/ 99858 h 99770"/>
                <a:gd name="connsiteX12" fmla="*/ 21579 w 86217"/>
                <a:gd name="connsiteY12" fmla="*/ 99420 h 99770"/>
                <a:gd name="connsiteX13" fmla="*/ 43244 w 86217"/>
                <a:gd name="connsiteY13" fmla="*/ 99858 h 99770"/>
                <a:gd name="connsiteX14" fmla="*/ 43244 w 86217"/>
                <a:gd name="connsiteY14" fmla="*/ 95329 h 99770"/>
                <a:gd name="connsiteX15" fmla="*/ 39730 w 86217"/>
                <a:gd name="connsiteY15" fmla="*/ 95329 h 99770"/>
                <a:gd name="connsiteX16" fmla="*/ 28167 w 86217"/>
                <a:gd name="connsiteY16" fmla="*/ 88464 h 99770"/>
                <a:gd name="connsiteX17" fmla="*/ 28167 w 86217"/>
                <a:gd name="connsiteY17" fmla="*/ 53697 h 99770"/>
                <a:gd name="connsiteX18" fmla="*/ 27727 w 86217"/>
                <a:gd name="connsiteY18" fmla="*/ 49899 h 99770"/>
                <a:gd name="connsiteX19" fmla="*/ 27727 w 86217"/>
                <a:gd name="connsiteY19" fmla="*/ 10458 h 99770"/>
                <a:gd name="connsiteX20" fmla="*/ 34900 w 86217"/>
                <a:gd name="connsiteY20" fmla="*/ 4615 h 99770"/>
                <a:gd name="connsiteX21" fmla="*/ 47928 w 86217"/>
                <a:gd name="connsiteY21" fmla="*/ 4615 h 99770"/>
                <a:gd name="connsiteX22" fmla="*/ 71202 w 86217"/>
                <a:gd name="connsiteY22" fmla="*/ 27257 h 99770"/>
                <a:gd name="connsiteX23" fmla="*/ 47928 w 86217"/>
                <a:gd name="connsiteY23" fmla="*/ 49899 h 99770"/>
                <a:gd name="connsiteX24" fmla="*/ 27727 w 86217"/>
                <a:gd name="connsiteY24" fmla="*/ 49899 h 99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6217" h="99770">
                  <a:moveTo>
                    <a:pt x="28167" y="53697"/>
                  </a:moveTo>
                  <a:lnTo>
                    <a:pt x="52905" y="53697"/>
                  </a:lnTo>
                  <a:cubicBezTo>
                    <a:pt x="70470" y="53697"/>
                    <a:pt x="86279" y="41865"/>
                    <a:pt x="86279" y="27257"/>
                  </a:cubicBezTo>
                  <a:cubicBezTo>
                    <a:pt x="86279" y="12942"/>
                    <a:pt x="71787" y="87"/>
                    <a:pt x="51734" y="87"/>
                  </a:cubicBezTo>
                  <a:lnTo>
                    <a:pt x="62" y="87"/>
                  </a:lnTo>
                  <a:lnTo>
                    <a:pt x="62" y="4615"/>
                  </a:lnTo>
                  <a:lnTo>
                    <a:pt x="3575" y="4615"/>
                  </a:lnTo>
                  <a:cubicBezTo>
                    <a:pt x="14846" y="4615"/>
                    <a:pt x="15139" y="6222"/>
                    <a:pt x="15139" y="11481"/>
                  </a:cubicBezTo>
                  <a:lnTo>
                    <a:pt x="15139" y="88464"/>
                  </a:lnTo>
                  <a:cubicBezTo>
                    <a:pt x="15139" y="93723"/>
                    <a:pt x="14846" y="95329"/>
                    <a:pt x="3575" y="95329"/>
                  </a:cubicBezTo>
                  <a:lnTo>
                    <a:pt x="62" y="95329"/>
                  </a:lnTo>
                  <a:lnTo>
                    <a:pt x="62" y="99858"/>
                  </a:lnTo>
                  <a:cubicBezTo>
                    <a:pt x="5185" y="99420"/>
                    <a:pt x="16017" y="99420"/>
                    <a:pt x="21579" y="99420"/>
                  </a:cubicBezTo>
                  <a:cubicBezTo>
                    <a:pt x="27142" y="99420"/>
                    <a:pt x="38120" y="99420"/>
                    <a:pt x="43244" y="99858"/>
                  </a:cubicBezTo>
                  <a:lnTo>
                    <a:pt x="43244" y="95329"/>
                  </a:lnTo>
                  <a:lnTo>
                    <a:pt x="39730" y="95329"/>
                  </a:lnTo>
                  <a:cubicBezTo>
                    <a:pt x="28459" y="95329"/>
                    <a:pt x="28167" y="93723"/>
                    <a:pt x="28167" y="88464"/>
                  </a:cubicBezTo>
                  <a:lnTo>
                    <a:pt x="28167" y="53697"/>
                  </a:lnTo>
                  <a:close/>
                  <a:moveTo>
                    <a:pt x="27727" y="49899"/>
                  </a:moveTo>
                  <a:lnTo>
                    <a:pt x="27727" y="10458"/>
                  </a:lnTo>
                  <a:cubicBezTo>
                    <a:pt x="27727" y="5638"/>
                    <a:pt x="28020" y="4615"/>
                    <a:pt x="34900" y="4615"/>
                  </a:cubicBezTo>
                  <a:lnTo>
                    <a:pt x="47928" y="4615"/>
                  </a:lnTo>
                  <a:cubicBezTo>
                    <a:pt x="71202" y="4615"/>
                    <a:pt x="71202" y="20099"/>
                    <a:pt x="71202" y="27257"/>
                  </a:cubicBezTo>
                  <a:cubicBezTo>
                    <a:pt x="71202" y="34123"/>
                    <a:pt x="71202" y="49899"/>
                    <a:pt x="47928" y="49899"/>
                  </a:cubicBezTo>
                  <a:lnTo>
                    <a:pt x="27727" y="4989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1" name="Freeform: Shape 590">
              <a:extLst>
                <a:ext uri="{FF2B5EF4-FFF2-40B4-BE49-F238E27FC236}">
                  <a16:creationId xmlns:a16="http://schemas.microsoft.com/office/drawing/2014/main" id="{4198A2ED-935F-CCE1-263C-9A2628B906FC}"/>
                </a:ext>
              </a:extLst>
            </p:cNvPr>
            <p:cNvSpPr/>
            <p:nvPr>
              <p:custDataLst>
                <p:tags r:id="rId5"/>
              </p:custDataLst>
            </p:nvPr>
          </p:nvSpPr>
          <p:spPr>
            <a:xfrm>
              <a:off x="7107266" y="4209352"/>
              <a:ext cx="49183" cy="64566"/>
            </a:xfrm>
            <a:custGeom>
              <a:avLst/>
              <a:gdLst>
                <a:gd name="connsiteX0" fmla="*/ 20415 w 49183"/>
                <a:gd name="connsiteY0" fmla="*/ 16155 h 64566"/>
                <a:gd name="connsiteX1" fmla="*/ 20415 w 49183"/>
                <a:gd name="connsiteY1" fmla="*/ 87 h 64566"/>
                <a:gd name="connsiteX2" fmla="*/ 69 w 49183"/>
                <a:gd name="connsiteY2" fmla="*/ 1694 h 64566"/>
                <a:gd name="connsiteX3" fmla="*/ 69 w 49183"/>
                <a:gd name="connsiteY3" fmla="*/ 6222 h 64566"/>
                <a:gd name="connsiteX4" fmla="*/ 11486 w 49183"/>
                <a:gd name="connsiteY4" fmla="*/ 14402 h 64566"/>
                <a:gd name="connsiteX5" fmla="*/ 11486 w 49183"/>
                <a:gd name="connsiteY5" fmla="*/ 53551 h 64566"/>
                <a:gd name="connsiteX6" fmla="*/ 69 w 49183"/>
                <a:gd name="connsiteY6" fmla="*/ 60125 h 64566"/>
                <a:gd name="connsiteX7" fmla="*/ 69 w 49183"/>
                <a:gd name="connsiteY7" fmla="*/ 64653 h 64566"/>
                <a:gd name="connsiteX8" fmla="*/ 16756 w 49183"/>
                <a:gd name="connsiteY8" fmla="*/ 64215 h 64566"/>
                <a:gd name="connsiteX9" fmla="*/ 35346 w 49183"/>
                <a:gd name="connsiteY9" fmla="*/ 64653 h 64566"/>
                <a:gd name="connsiteX10" fmla="*/ 35346 w 49183"/>
                <a:gd name="connsiteY10" fmla="*/ 60125 h 64566"/>
                <a:gd name="connsiteX11" fmla="*/ 32272 w 49183"/>
                <a:gd name="connsiteY11" fmla="*/ 60125 h 64566"/>
                <a:gd name="connsiteX12" fmla="*/ 21147 w 49183"/>
                <a:gd name="connsiteY12" fmla="*/ 53259 h 64566"/>
                <a:gd name="connsiteX13" fmla="*/ 21147 w 49183"/>
                <a:gd name="connsiteY13" fmla="*/ 30763 h 64566"/>
                <a:gd name="connsiteX14" fmla="*/ 38420 w 49183"/>
                <a:gd name="connsiteY14" fmla="*/ 3301 h 64566"/>
                <a:gd name="connsiteX15" fmla="*/ 40030 w 49183"/>
                <a:gd name="connsiteY15" fmla="*/ 3447 h 64566"/>
                <a:gd name="connsiteX16" fmla="*/ 36663 w 49183"/>
                <a:gd name="connsiteY16" fmla="*/ 9144 h 64566"/>
                <a:gd name="connsiteX17" fmla="*/ 42958 w 49183"/>
                <a:gd name="connsiteY17" fmla="*/ 15425 h 64566"/>
                <a:gd name="connsiteX18" fmla="*/ 49252 w 49183"/>
                <a:gd name="connsiteY18" fmla="*/ 8998 h 64566"/>
                <a:gd name="connsiteX19" fmla="*/ 38420 w 49183"/>
                <a:gd name="connsiteY19" fmla="*/ 87 h 64566"/>
                <a:gd name="connsiteX20" fmla="*/ 20415 w 49183"/>
                <a:gd name="connsiteY20" fmla="*/ 16155 h 64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183" h="64566">
                  <a:moveTo>
                    <a:pt x="20415" y="16155"/>
                  </a:moveTo>
                  <a:lnTo>
                    <a:pt x="20415" y="87"/>
                  </a:lnTo>
                  <a:lnTo>
                    <a:pt x="69" y="1694"/>
                  </a:lnTo>
                  <a:lnTo>
                    <a:pt x="69" y="6222"/>
                  </a:lnTo>
                  <a:cubicBezTo>
                    <a:pt x="10315" y="6222"/>
                    <a:pt x="11486" y="7245"/>
                    <a:pt x="11486" y="14402"/>
                  </a:cubicBezTo>
                  <a:lnTo>
                    <a:pt x="11486" y="53551"/>
                  </a:lnTo>
                  <a:cubicBezTo>
                    <a:pt x="11486" y="60125"/>
                    <a:pt x="9876" y="60125"/>
                    <a:pt x="69" y="60125"/>
                  </a:cubicBezTo>
                  <a:lnTo>
                    <a:pt x="69" y="64653"/>
                  </a:lnTo>
                  <a:cubicBezTo>
                    <a:pt x="5777" y="64507"/>
                    <a:pt x="12657" y="64215"/>
                    <a:pt x="16756" y="64215"/>
                  </a:cubicBezTo>
                  <a:cubicBezTo>
                    <a:pt x="22611" y="64215"/>
                    <a:pt x="29491" y="64215"/>
                    <a:pt x="35346" y="64653"/>
                  </a:cubicBezTo>
                  <a:lnTo>
                    <a:pt x="35346" y="60125"/>
                  </a:lnTo>
                  <a:lnTo>
                    <a:pt x="32272" y="60125"/>
                  </a:lnTo>
                  <a:cubicBezTo>
                    <a:pt x="21440" y="60125"/>
                    <a:pt x="21147" y="58518"/>
                    <a:pt x="21147" y="53259"/>
                  </a:cubicBezTo>
                  <a:lnTo>
                    <a:pt x="21147" y="30763"/>
                  </a:lnTo>
                  <a:cubicBezTo>
                    <a:pt x="21147" y="16301"/>
                    <a:pt x="27295" y="3301"/>
                    <a:pt x="38420" y="3301"/>
                  </a:cubicBezTo>
                  <a:cubicBezTo>
                    <a:pt x="39444" y="3301"/>
                    <a:pt x="39737" y="3301"/>
                    <a:pt x="40030" y="3447"/>
                  </a:cubicBezTo>
                  <a:cubicBezTo>
                    <a:pt x="39591" y="3593"/>
                    <a:pt x="36663" y="5346"/>
                    <a:pt x="36663" y="9144"/>
                  </a:cubicBezTo>
                  <a:cubicBezTo>
                    <a:pt x="36663" y="13234"/>
                    <a:pt x="39737" y="15425"/>
                    <a:pt x="42958" y="15425"/>
                  </a:cubicBezTo>
                  <a:cubicBezTo>
                    <a:pt x="45592" y="15425"/>
                    <a:pt x="49252" y="13672"/>
                    <a:pt x="49252" y="8998"/>
                  </a:cubicBezTo>
                  <a:cubicBezTo>
                    <a:pt x="49252" y="4323"/>
                    <a:pt x="44714" y="87"/>
                    <a:pt x="38420" y="87"/>
                  </a:cubicBezTo>
                  <a:cubicBezTo>
                    <a:pt x="27734" y="87"/>
                    <a:pt x="22465" y="9874"/>
                    <a:pt x="20415" y="1615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2" name="Freeform: Shape 591">
              <a:extLst>
                <a:ext uri="{FF2B5EF4-FFF2-40B4-BE49-F238E27FC236}">
                  <a16:creationId xmlns:a16="http://schemas.microsoft.com/office/drawing/2014/main" id="{2277FF15-4598-3E17-89C4-CA790F255755}"/>
                </a:ext>
              </a:extLst>
            </p:cNvPr>
            <p:cNvSpPr/>
            <p:nvPr>
              <p:custDataLst>
                <p:tags r:id="rId6"/>
              </p:custDataLst>
            </p:nvPr>
          </p:nvSpPr>
          <p:spPr>
            <a:xfrm>
              <a:off x="7174990" y="4164360"/>
              <a:ext cx="33959" cy="146077"/>
            </a:xfrm>
            <a:custGeom>
              <a:avLst/>
              <a:gdLst>
                <a:gd name="connsiteX0" fmla="*/ 34032 w 33959"/>
                <a:gd name="connsiteY0" fmla="*/ 144704 h 146077"/>
                <a:gd name="connsiteX1" fmla="*/ 31544 w 33959"/>
                <a:gd name="connsiteY1" fmla="*/ 141490 h 146077"/>
                <a:gd name="connsiteX2" fmla="*/ 8562 w 33959"/>
                <a:gd name="connsiteY2" fmla="*/ 73126 h 146077"/>
                <a:gd name="connsiteX3" fmla="*/ 32129 w 33959"/>
                <a:gd name="connsiteY3" fmla="*/ 4031 h 146077"/>
                <a:gd name="connsiteX4" fmla="*/ 34032 w 33959"/>
                <a:gd name="connsiteY4" fmla="*/ 1548 h 146077"/>
                <a:gd name="connsiteX5" fmla="*/ 32569 w 33959"/>
                <a:gd name="connsiteY5" fmla="*/ 87 h 146077"/>
                <a:gd name="connsiteX6" fmla="*/ 9294 w 33959"/>
                <a:gd name="connsiteY6" fmla="*/ 28572 h 146077"/>
                <a:gd name="connsiteX7" fmla="*/ 72 w 33959"/>
                <a:gd name="connsiteY7" fmla="*/ 73126 h 146077"/>
                <a:gd name="connsiteX8" fmla="*/ 9733 w 33959"/>
                <a:gd name="connsiteY8" fmla="*/ 118702 h 146077"/>
                <a:gd name="connsiteX9" fmla="*/ 32569 w 33959"/>
                <a:gd name="connsiteY9" fmla="*/ 146164 h 146077"/>
                <a:gd name="connsiteX10" fmla="*/ 34032 w 33959"/>
                <a:gd name="connsiteY10" fmla="*/ 144704 h 146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959" h="146077">
                  <a:moveTo>
                    <a:pt x="34032" y="144704"/>
                  </a:moveTo>
                  <a:cubicBezTo>
                    <a:pt x="34032" y="144265"/>
                    <a:pt x="34032" y="143973"/>
                    <a:pt x="31544" y="141490"/>
                  </a:cubicBezTo>
                  <a:cubicBezTo>
                    <a:pt x="13247" y="123084"/>
                    <a:pt x="8562" y="95475"/>
                    <a:pt x="8562" y="73126"/>
                  </a:cubicBezTo>
                  <a:cubicBezTo>
                    <a:pt x="8562" y="47708"/>
                    <a:pt x="14125" y="22291"/>
                    <a:pt x="32129" y="4031"/>
                  </a:cubicBezTo>
                  <a:cubicBezTo>
                    <a:pt x="34032" y="2278"/>
                    <a:pt x="34032" y="1986"/>
                    <a:pt x="34032" y="1548"/>
                  </a:cubicBezTo>
                  <a:cubicBezTo>
                    <a:pt x="34032" y="525"/>
                    <a:pt x="33447" y="87"/>
                    <a:pt x="32569" y="87"/>
                  </a:cubicBezTo>
                  <a:cubicBezTo>
                    <a:pt x="31105" y="87"/>
                    <a:pt x="17931" y="10020"/>
                    <a:pt x="9294" y="28572"/>
                  </a:cubicBezTo>
                  <a:cubicBezTo>
                    <a:pt x="1829" y="44641"/>
                    <a:pt x="72" y="60855"/>
                    <a:pt x="72" y="73126"/>
                  </a:cubicBezTo>
                  <a:cubicBezTo>
                    <a:pt x="72" y="84520"/>
                    <a:pt x="1683" y="102195"/>
                    <a:pt x="9733" y="118702"/>
                  </a:cubicBezTo>
                  <a:cubicBezTo>
                    <a:pt x="18516" y="136669"/>
                    <a:pt x="31105" y="146164"/>
                    <a:pt x="32569" y="146164"/>
                  </a:cubicBezTo>
                  <a:cubicBezTo>
                    <a:pt x="33447" y="146164"/>
                    <a:pt x="34032" y="145726"/>
                    <a:pt x="34032" y="14470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3" name="Freeform: Shape 592">
              <a:extLst>
                <a:ext uri="{FF2B5EF4-FFF2-40B4-BE49-F238E27FC236}">
                  <a16:creationId xmlns:a16="http://schemas.microsoft.com/office/drawing/2014/main" id="{BF42A638-183C-DCA0-88C1-D2157178167D}"/>
                </a:ext>
              </a:extLst>
            </p:cNvPr>
            <p:cNvSpPr/>
            <p:nvPr>
              <p:custDataLst>
                <p:tags r:id="rId7"/>
              </p:custDataLst>
            </p:nvPr>
          </p:nvSpPr>
          <p:spPr>
            <a:xfrm>
              <a:off x="7221669" y="4209352"/>
              <a:ext cx="67480" cy="94512"/>
            </a:xfrm>
            <a:custGeom>
              <a:avLst/>
              <a:gdLst>
                <a:gd name="connsiteX0" fmla="*/ 66971 w 67480"/>
                <a:gd name="connsiteY0" fmla="*/ 8998 h 94512"/>
                <a:gd name="connsiteX1" fmla="*/ 67557 w 67480"/>
                <a:gd name="connsiteY1" fmla="*/ 5638 h 94512"/>
                <a:gd name="connsiteX2" fmla="*/ 63312 w 67480"/>
                <a:gd name="connsiteY2" fmla="*/ 1694 h 94512"/>
                <a:gd name="connsiteX3" fmla="*/ 58189 w 67480"/>
                <a:gd name="connsiteY3" fmla="*/ 4761 h 94512"/>
                <a:gd name="connsiteX4" fmla="*/ 56139 w 67480"/>
                <a:gd name="connsiteY4" fmla="*/ 12650 h 94512"/>
                <a:gd name="connsiteX5" fmla="*/ 53212 w 67480"/>
                <a:gd name="connsiteY5" fmla="*/ 24336 h 94512"/>
                <a:gd name="connsiteX6" fmla="*/ 46625 w 67480"/>
                <a:gd name="connsiteY6" fmla="*/ 50630 h 94512"/>
                <a:gd name="connsiteX7" fmla="*/ 30084 w 67480"/>
                <a:gd name="connsiteY7" fmla="*/ 63046 h 94512"/>
                <a:gd name="connsiteX8" fmla="*/ 21009 w 67480"/>
                <a:gd name="connsiteY8" fmla="*/ 51214 h 94512"/>
                <a:gd name="connsiteX9" fmla="*/ 28474 w 67480"/>
                <a:gd name="connsiteY9" fmla="*/ 22583 h 94512"/>
                <a:gd name="connsiteX10" fmla="*/ 31401 w 67480"/>
                <a:gd name="connsiteY10" fmla="*/ 12065 h 94512"/>
                <a:gd name="connsiteX11" fmla="*/ 19398 w 67480"/>
                <a:gd name="connsiteY11" fmla="*/ 87 h 94512"/>
                <a:gd name="connsiteX12" fmla="*/ 76 w 67480"/>
                <a:gd name="connsiteY12" fmla="*/ 22583 h 94512"/>
                <a:gd name="connsiteX13" fmla="*/ 1833 w 67480"/>
                <a:gd name="connsiteY13" fmla="*/ 24044 h 94512"/>
                <a:gd name="connsiteX14" fmla="*/ 4175 w 67480"/>
                <a:gd name="connsiteY14" fmla="*/ 21414 h 94512"/>
                <a:gd name="connsiteX15" fmla="*/ 18959 w 67480"/>
                <a:gd name="connsiteY15" fmla="*/ 3301 h 94512"/>
                <a:gd name="connsiteX16" fmla="*/ 22619 w 67480"/>
                <a:gd name="connsiteY16" fmla="*/ 7975 h 94512"/>
                <a:gd name="connsiteX17" fmla="*/ 20130 w 67480"/>
                <a:gd name="connsiteY17" fmla="*/ 18200 h 94512"/>
                <a:gd name="connsiteX18" fmla="*/ 11640 w 67480"/>
                <a:gd name="connsiteY18" fmla="*/ 48877 h 94512"/>
                <a:gd name="connsiteX19" fmla="*/ 29498 w 67480"/>
                <a:gd name="connsiteY19" fmla="*/ 66260 h 94512"/>
                <a:gd name="connsiteX20" fmla="*/ 44283 w 67480"/>
                <a:gd name="connsiteY20" fmla="*/ 59686 h 94512"/>
                <a:gd name="connsiteX21" fmla="*/ 34768 w 67480"/>
                <a:gd name="connsiteY21" fmla="*/ 82182 h 94512"/>
                <a:gd name="connsiteX22" fmla="*/ 18666 w 67480"/>
                <a:gd name="connsiteY22" fmla="*/ 91385 h 94512"/>
                <a:gd name="connsiteX23" fmla="*/ 7542 w 67480"/>
                <a:gd name="connsiteY23" fmla="*/ 85250 h 94512"/>
                <a:gd name="connsiteX24" fmla="*/ 13836 w 67480"/>
                <a:gd name="connsiteY24" fmla="*/ 83497 h 94512"/>
                <a:gd name="connsiteX25" fmla="*/ 16764 w 67480"/>
                <a:gd name="connsiteY25" fmla="*/ 77508 h 94512"/>
                <a:gd name="connsiteX26" fmla="*/ 11347 w 67480"/>
                <a:gd name="connsiteY26" fmla="*/ 72395 h 94512"/>
                <a:gd name="connsiteX27" fmla="*/ 3150 w 67480"/>
                <a:gd name="connsiteY27" fmla="*/ 81890 h 94512"/>
                <a:gd name="connsiteX28" fmla="*/ 18666 w 67480"/>
                <a:gd name="connsiteY28" fmla="*/ 94599 h 94512"/>
                <a:gd name="connsiteX29" fmla="*/ 52919 w 67480"/>
                <a:gd name="connsiteY29" fmla="*/ 64799 h 94512"/>
                <a:gd name="connsiteX30" fmla="*/ 66971 w 67480"/>
                <a:gd name="connsiteY30" fmla="*/ 8998 h 94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7480" h="94512">
                  <a:moveTo>
                    <a:pt x="66971" y="8998"/>
                  </a:moveTo>
                  <a:cubicBezTo>
                    <a:pt x="67557" y="6953"/>
                    <a:pt x="67557" y="6660"/>
                    <a:pt x="67557" y="5638"/>
                  </a:cubicBezTo>
                  <a:cubicBezTo>
                    <a:pt x="67557" y="3008"/>
                    <a:pt x="65508" y="1694"/>
                    <a:pt x="63312" y="1694"/>
                  </a:cubicBezTo>
                  <a:cubicBezTo>
                    <a:pt x="61848" y="1694"/>
                    <a:pt x="59506" y="2570"/>
                    <a:pt x="58189" y="4761"/>
                  </a:cubicBezTo>
                  <a:cubicBezTo>
                    <a:pt x="57896" y="5492"/>
                    <a:pt x="56725" y="10020"/>
                    <a:pt x="56139" y="12650"/>
                  </a:cubicBezTo>
                  <a:cubicBezTo>
                    <a:pt x="55115" y="16448"/>
                    <a:pt x="54090" y="20392"/>
                    <a:pt x="53212" y="24336"/>
                  </a:cubicBezTo>
                  <a:lnTo>
                    <a:pt x="46625" y="50630"/>
                  </a:lnTo>
                  <a:cubicBezTo>
                    <a:pt x="46039" y="52821"/>
                    <a:pt x="39745" y="63046"/>
                    <a:pt x="30084" y="63046"/>
                  </a:cubicBezTo>
                  <a:cubicBezTo>
                    <a:pt x="22619" y="63046"/>
                    <a:pt x="21009" y="56619"/>
                    <a:pt x="21009" y="51214"/>
                  </a:cubicBezTo>
                  <a:cubicBezTo>
                    <a:pt x="21009" y="44494"/>
                    <a:pt x="23497" y="35438"/>
                    <a:pt x="28474" y="22583"/>
                  </a:cubicBezTo>
                  <a:cubicBezTo>
                    <a:pt x="30816" y="16594"/>
                    <a:pt x="31401" y="14987"/>
                    <a:pt x="31401" y="12065"/>
                  </a:cubicBezTo>
                  <a:cubicBezTo>
                    <a:pt x="31401" y="5492"/>
                    <a:pt x="26717" y="87"/>
                    <a:pt x="19398" y="87"/>
                  </a:cubicBezTo>
                  <a:cubicBezTo>
                    <a:pt x="5492" y="87"/>
                    <a:pt x="76" y="21268"/>
                    <a:pt x="76" y="22583"/>
                  </a:cubicBezTo>
                  <a:cubicBezTo>
                    <a:pt x="76" y="24044"/>
                    <a:pt x="1540" y="24044"/>
                    <a:pt x="1833" y="24044"/>
                  </a:cubicBezTo>
                  <a:cubicBezTo>
                    <a:pt x="3297" y="24044"/>
                    <a:pt x="3443" y="23751"/>
                    <a:pt x="4175" y="21414"/>
                  </a:cubicBezTo>
                  <a:cubicBezTo>
                    <a:pt x="8127" y="7683"/>
                    <a:pt x="13982" y="3301"/>
                    <a:pt x="18959" y="3301"/>
                  </a:cubicBezTo>
                  <a:cubicBezTo>
                    <a:pt x="20130" y="3301"/>
                    <a:pt x="22619" y="3301"/>
                    <a:pt x="22619" y="7975"/>
                  </a:cubicBezTo>
                  <a:cubicBezTo>
                    <a:pt x="22619" y="11627"/>
                    <a:pt x="21155" y="15425"/>
                    <a:pt x="20130" y="18200"/>
                  </a:cubicBezTo>
                  <a:cubicBezTo>
                    <a:pt x="14275" y="33685"/>
                    <a:pt x="11640" y="42011"/>
                    <a:pt x="11640" y="48877"/>
                  </a:cubicBezTo>
                  <a:cubicBezTo>
                    <a:pt x="11640" y="61878"/>
                    <a:pt x="20862" y="66260"/>
                    <a:pt x="29498" y="66260"/>
                  </a:cubicBezTo>
                  <a:cubicBezTo>
                    <a:pt x="35207" y="66260"/>
                    <a:pt x="40184" y="63777"/>
                    <a:pt x="44283" y="59686"/>
                  </a:cubicBezTo>
                  <a:cubicBezTo>
                    <a:pt x="42380" y="67283"/>
                    <a:pt x="40623" y="74440"/>
                    <a:pt x="34768" y="82182"/>
                  </a:cubicBezTo>
                  <a:cubicBezTo>
                    <a:pt x="30962" y="87149"/>
                    <a:pt x="25400" y="91385"/>
                    <a:pt x="18666" y="91385"/>
                  </a:cubicBezTo>
                  <a:cubicBezTo>
                    <a:pt x="16617" y="91385"/>
                    <a:pt x="10030" y="90947"/>
                    <a:pt x="7542" y="85250"/>
                  </a:cubicBezTo>
                  <a:cubicBezTo>
                    <a:pt x="9884" y="85250"/>
                    <a:pt x="11787" y="85250"/>
                    <a:pt x="13836" y="83497"/>
                  </a:cubicBezTo>
                  <a:cubicBezTo>
                    <a:pt x="15300" y="82182"/>
                    <a:pt x="16764" y="80283"/>
                    <a:pt x="16764" y="77508"/>
                  </a:cubicBezTo>
                  <a:cubicBezTo>
                    <a:pt x="16764" y="72980"/>
                    <a:pt x="12811" y="72395"/>
                    <a:pt x="11347" y="72395"/>
                  </a:cubicBezTo>
                  <a:cubicBezTo>
                    <a:pt x="7981" y="72395"/>
                    <a:pt x="3150" y="74732"/>
                    <a:pt x="3150" y="81890"/>
                  </a:cubicBezTo>
                  <a:cubicBezTo>
                    <a:pt x="3150" y="89194"/>
                    <a:pt x="9591" y="94599"/>
                    <a:pt x="18666" y="94599"/>
                  </a:cubicBezTo>
                  <a:cubicBezTo>
                    <a:pt x="33743" y="94599"/>
                    <a:pt x="48821" y="81306"/>
                    <a:pt x="52919" y="64799"/>
                  </a:cubicBezTo>
                  <a:lnTo>
                    <a:pt x="66971" y="899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4" name="Freeform: Shape 593">
              <a:extLst>
                <a:ext uri="{FF2B5EF4-FFF2-40B4-BE49-F238E27FC236}">
                  <a16:creationId xmlns:a16="http://schemas.microsoft.com/office/drawing/2014/main" id="{D92A6E21-7B22-761E-ABBA-95C3A95441BE}"/>
                </a:ext>
              </a:extLst>
            </p:cNvPr>
            <p:cNvSpPr/>
            <p:nvPr>
              <p:custDataLst>
                <p:tags r:id="rId8"/>
              </p:custDataLst>
            </p:nvPr>
          </p:nvSpPr>
          <p:spPr>
            <a:xfrm>
              <a:off x="7300360" y="4227932"/>
              <a:ext cx="37297" cy="67896"/>
            </a:xfrm>
            <a:custGeom>
              <a:avLst/>
              <a:gdLst>
                <a:gd name="connsiteX0" fmla="*/ 23238 w 37297"/>
                <a:gd name="connsiteY0" fmla="*/ 2951 h 67896"/>
                <a:gd name="connsiteX1" fmla="*/ 20164 w 37297"/>
                <a:gd name="connsiteY1" fmla="*/ 88 h 67896"/>
                <a:gd name="connsiteX2" fmla="*/ 81 w 37297"/>
                <a:gd name="connsiteY2" fmla="*/ 6633 h 67896"/>
                <a:gd name="connsiteX3" fmla="*/ 81 w 37297"/>
                <a:gd name="connsiteY3" fmla="*/ 10314 h 67896"/>
                <a:gd name="connsiteX4" fmla="*/ 14939 w 37297"/>
                <a:gd name="connsiteY4" fmla="*/ 7451 h 67896"/>
                <a:gd name="connsiteX5" fmla="*/ 14939 w 37297"/>
                <a:gd name="connsiteY5" fmla="*/ 59600 h 67896"/>
                <a:gd name="connsiteX6" fmla="*/ 4692 w 37297"/>
                <a:gd name="connsiteY6" fmla="*/ 64304 h 67896"/>
                <a:gd name="connsiteX7" fmla="*/ 798 w 37297"/>
                <a:gd name="connsiteY7" fmla="*/ 64304 h 67896"/>
                <a:gd name="connsiteX8" fmla="*/ 798 w 37297"/>
                <a:gd name="connsiteY8" fmla="*/ 67985 h 67896"/>
                <a:gd name="connsiteX9" fmla="*/ 19037 w 37297"/>
                <a:gd name="connsiteY9" fmla="*/ 67576 h 67896"/>
                <a:gd name="connsiteX10" fmla="*/ 37379 w 37297"/>
                <a:gd name="connsiteY10" fmla="*/ 67985 h 67896"/>
                <a:gd name="connsiteX11" fmla="*/ 37379 w 37297"/>
                <a:gd name="connsiteY11" fmla="*/ 64304 h 67896"/>
                <a:gd name="connsiteX12" fmla="*/ 33485 w 37297"/>
                <a:gd name="connsiteY12" fmla="*/ 64304 h 67896"/>
                <a:gd name="connsiteX13" fmla="*/ 23238 w 37297"/>
                <a:gd name="connsiteY13" fmla="*/ 59600 h 67896"/>
                <a:gd name="connsiteX14" fmla="*/ 23238 w 37297"/>
                <a:gd name="connsiteY14" fmla="*/ 2951 h 6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297" h="67896">
                  <a:moveTo>
                    <a:pt x="23238" y="2951"/>
                  </a:moveTo>
                  <a:cubicBezTo>
                    <a:pt x="23238" y="191"/>
                    <a:pt x="23033" y="88"/>
                    <a:pt x="20164" y="88"/>
                  </a:cubicBezTo>
                  <a:cubicBezTo>
                    <a:pt x="13607" y="6530"/>
                    <a:pt x="4282" y="6633"/>
                    <a:pt x="81" y="6633"/>
                  </a:cubicBezTo>
                  <a:lnTo>
                    <a:pt x="81" y="10314"/>
                  </a:lnTo>
                  <a:cubicBezTo>
                    <a:pt x="2540" y="10314"/>
                    <a:pt x="9303" y="10314"/>
                    <a:pt x="14939" y="7451"/>
                  </a:cubicBezTo>
                  <a:lnTo>
                    <a:pt x="14939" y="59600"/>
                  </a:lnTo>
                  <a:cubicBezTo>
                    <a:pt x="14939" y="62975"/>
                    <a:pt x="14939" y="64304"/>
                    <a:pt x="4692" y="64304"/>
                  </a:cubicBezTo>
                  <a:lnTo>
                    <a:pt x="798" y="64304"/>
                  </a:lnTo>
                  <a:lnTo>
                    <a:pt x="798" y="67985"/>
                  </a:lnTo>
                  <a:cubicBezTo>
                    <a:pt x="2643" y="67883"/>
                    <a:pt x="15246" y="67576"/>
                    <a:pt x="19037" y="67576"/>
                  </a:cubicBezTo>
                  <a:cubicBezTo>
                    <a:pt x="22214" y="67576"/>
                    <a:pt x="35124" y="67883"/>
                    <a:pt x="37379" y="67985"/>
                  </a:cubicBezTo>
                  <a:lnTo>
                    <a:pt x="37379" y="64304"/>
                  </a:lnTo>
                  <a:lnTo>
                    <a:pt x="33485" y="64304"/>
                  </a:lnTo>
                  <a:cubicBezTo>
                    <a:pt x="23238" y="64304"/>
                    <a:pt x="23238" y="62975"/>
                    <a:pt x="23238" y="59600"/>
                  </a:cubicBezTo>
                  <a:lnTo>
                    <a:pt x="23238" y="295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5" name="Freeform: Shape 594">
              <a:extLst>
                <a:ext uri="{FF2B5EF4-FFF2-40B4-BE49-F238E27FC236}">
                  <a16:creationId xmlns:a16="http://schemas.microsoft.com/office/drawing/2014/main" id="{3F98B20B-934E-D99B-C590-15AB743196B2}"/>
                </a:ext>
              </a:extLst>
            </p:cNvPr>
            <p:cNvSpPr/>
            <p:nvPr>
              <p:custDataLst>
                <p:tags r:id="rId9"/>
              </p:custDataLst>
            </p:nvPr>
          </p:nvSpPr>
          <p:spPr>
            <a:xfrm>
              <a:off x="7403716" y="4220307"/>
              <a:ext cx="97341" cy="34182"/>
            </a:xfrm>
            <a:custGeom>
              <a:avLst/>
              <a:gdLst>
                <a:gd name="connsiteX0" fmla="*/ 92454 w 97341"/>
                <a:gd name="connsiteY0" fmla="*/ 5930 h 34182"/>
                <a:gd name="connsiteX1" fmla="*/ 97430 w 97341"/>
                <a:gd name="connsiteY1" fmla="*/ 3008 h 34182"/>
                <a:gd name="connsiteX2" fmla="*/ 92600 w 97341"/>
                <a:gd name="connsiteY2" fmla="*/ 87 h 34182"/>
                <a:gd name="connsiteX3" fmla="*/ 4919 w 97341"/>
                <a:gd name="connsiteY3" fmla="*/ 87 h 34182"/>
                <a:gd name="connsiteX4" fmla="*/ 88 w 97341"/>
                <a:gd name="connsiteY4" fmla="*/ 3008 h 34182"/>
                <a:gd name="connsiteX5" fmla="*/ 5065 w 97341"/>
                <a:gd name="connsiteY5" fmla="*/ 5930 h 34182"/>
                <a:gd name="connsiteX6" fmla="*/ 92454 w 97341"/>
                <a:gd name="connsiteY6" fmla="*/ 5930 h 34182"/>
                <a:gd name="connsiteX7" fmla="*/ 92600 w 97341"/>
                <a:gd name="connsiteY7" fmla="*/ 34269 h 34182"/>
                <a:gd name="connsiteX8" fmla="*/ 97430 w 97341"/>
                <a:gd name="connsiteY8" fmla="*/ 31347 h 34182"/>
                <a:gd name="connsiteX9" fmla="*/ 92454 w 97341"/>
                <a:gd name="connsiteY9" fmla="*/ 28426 h 34182"/>
                <a:gd name="connsiteX10" fmla="*/ 5065 w 97341"/>
                <a:gd name="connsiteY10" fmla="*/ 28426 h 34182"/>
                <a:gd name="connsiteX11" fmla="*/ 88 w 97341"/>
                <a:gd name="connsiteY11" fmla="*/ 31347 h 34182"/>
                <a:gd name="connsiteX12" fmla="*/ 4919 w 97341"/>
                <a:gd name="connsiteY12" fmla="*/ 34269 h 34182"/>
                <a:gd name="connsiteX13" fmla="*/ 92600 w 97341"/>
                <a:gd name="connsiteY13" fmla="*/ 34269 h 3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341" h="34182">
                  <a:moveTo>
                    <a:pt x="92454" y="5930"/>
                  </a:moveTo>
                  <a:cubicBezTo>
                    <a:pt x="94649" y="5930"/>
                    <a:pt x="97430" y="5930"/>
                    <a:pt x="97430" y="3008"/>
                  </a:cubicBezTo>
                  <a:cubicBezTo>
                    <a:pt x="97430" y="87"/>
                    <a:pt x="94649" y="87"/>
                    <a:pt x="92600" y="87"/>
                  </a:cubicBezTo>
                  <a:lnTo>
                    <a:pt x="4919" y="87"/>
                  </a:lnTo>
                  <a:cubicBezTo>
                    <a:pt x="2870" y="87"/>
                    <a:pt x="88" y="87"/>
                    <a:pt x="88" y="3008"/>
                  </a:cubicBezTo>
                  <a:cubicBezTo>
                    <a:pt x="88" y="5930"/>
                    <a:pt x="2870" y="5930"/>
                    <a:pt x="5065" y="5930"/>
                  </a:cubicBezTo>
                  <a:lnTo>
                    <a:pt x="92454" y="5930"/>
                  </a:lnTo>
                  <a:close/>
                  <a:moveTo>
                    <a:pt x="92600" y="34269"/>
                  </a:moveTo>
                  <a:cubicBezTo>
                    <a:pt x="94649" y="34269"/>
                    <a:pt x="97430" y="34269"/>
                    <a:pt x="97430" y="31347"/>
                  </a:cubicBezTo>
                  <a:cubicBezTo>
                    <a:pt x="97430" y="28426"/>
                    <a:pt x="94649" y="28426"/>
                    <a:pt x="92454" y="28426"/>
                  </a:cubicBezTo>
                  <a:lnTo>
                    <a:pt x="5065" y="28426"/>
                  </a:lnTo>
                  <a:cubicBezTo>
                    <a:pt x="2870" y="28426"/>
                    <a:pt x="88" y="28426"/>
                    <a:pt x="88" y="31347"/>
                  </a:cubicBezTo>
                  <a:cubicBezTo>
                    <a:pt x="88" y="34269"/>
                    <a:pt x="2870" y="34269"/>
                    <a:pt x="4919" y="34269"/>
                  </a:cubicBezTo>
                  <a:lnTo>
                    <a:pt x="92600" y="3426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6" name="Freeform: Shape 595">
              <a:extLst>
                <a:ext uri="{FF2B5EF4-FFF2-40B4-BE49-F238E27FC236}">
                  <a16:creationId xmlns:a16="http://schemas.microsoft.com/office/drawing/2014/main" id="{B686B459-B7DA-1C95-7AE3-3F0551C7EA1C}"/>
                </a:ext>
              </a:extLst>
            </p:cNvPr>
            <p:cNvSpPr/>
            <p:nvPr>
              <p:custDataLst>
                <p:tags r:id="rId10"/>
              </p:custDataLst>
            </p:nvPr>
          </p:nvSpPr>
          <p:spPr>
            <a:xfrm>
              <a:off x="7563056" y="4176630"/>
              <a:ext cx="48305" cy="97287"/>
            </a:xfrm>
            <a:custGeom>
              <a:avLst/>
              <a:gdLst>
                <a:gd name="connsiteX0" fmla="*/ 30107 w 48305"/>
                <a:gd name="connsiteY0" fmla="*/ 3885 h 97287"/>
                <a:gd name="connsiteX1" fmla="*/ 26740 w 48305"/>
                <a:gd name="connsiteY1" fmla="*/ 87 h 97287"/>
                <a:gd name="connsiteX2" fmla="*/ 99 w 48305"/>
                <a:gd name="connsiteY2" fmla="*/ 9436 h 97287"/>
                <a:gd name="connsiteX3" fmla="*/ 99 w 48305"/>
                <a:gd name="connsiteY3" fmla="*/ 13964 h 97287"/>
                <a:gd name="connsiteX4" fmla="*/ 19275 w 48305"/>
                <a:gd name="connsiteY4" fmla="*/ 10166 h 97287"/>
                <a:gd name="connsiteX5" fmla="*/ 19275 w 48305"/>
                <a:gd name="connsiteY5" fmla="*/ 85834 h 97287"/>
                <a:gd name="connsiteX6" fmla="*/ 5661 w 48305"/>
                <a:gd name="connsiteY6" fmla="*/ 92846 h 97287"/>
                <a:gd name="connsiteX7" fmla="*/ 977 w 48305"/>
                <a:gd name="connsiteY7" fmla="*/ 92846 h 97287"/>
                <a:gd name="connsiteX8" fmla="*/ 977 w 48305"/>
                <a:gd name="connsiteY8" fmla="*/ 97374 h 97287"/>
                <a:gd name="connsiteX9" fmla="*/ 24691 w 48305"/>
                <a:gd name="connsiteY9" fmla="*/ 96936 h 97287"/>
                <a:gd name="connsiteX10" fmla="*/ 48404 w 48305"/>
                <a:gd name="connsiteY10" fmla="*/ 97374 h 97287"/>
                <a:gd name="connsiteX11" fmla="*/ 48404 w 48305"/>
                <a:gd name="connsiteY11" fmla="*/ 92846 h 97287"/>
                <a:gd name="connsiteX12" fmla="*/ 43720 w 48305"/>
                <a:gd name="connsiteY12" fmla="*/ 92846 h 97287"/>
                <a:gd name="connsiteX13" fmla="*/ 30107 w 48305"/>
                <a:gd name="connsiteY13" fmla="*/ 85834 h 97287"/>
                <a:gd name="connsiteX14" fmla="*/ 30107 w 48305"/>
                <a:gd name="connsiteY14" fmla="*/ 3885 h 9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305" h="97287">
                  <a:moveTo>
                    <a:pt x="30107" y="3885"/>
                  </a:moveTo>
                  <a:cubicBezTo>
                    <a:pt x="30107" y="379"/>
                    <a:pt x="30107" y="87"/>
                    <a:pt x="26740" y="87"/>
                  </a:cubicBezTo>
                  <a:cubicBezTo>
                    <a:pt x="17664" y="9436"/>
                    <a:pt x="4783" y="9436"/>
                    <a:pt x="99" y="9436"/>
                  </a:cubicBezTo>
                  <a:lnTo>
                    <a:pt x="99" y="13964"/>
                  </a:lnTo>
                  <a:cubicBezTo>
                    <a:pt x="3027" y="13964"/>
                    <a:pt x="11663" y="13964"/>
                    <a:pt x="19275" y="10166"/>
                  </a:cubicBezTo>
                  <a:lnTo>
                    <a:pt x="19275" y="85834"/>
                  </a:lnTo>
                  <a:cubicBezTo>
                    <a:pt x="19275" y="91093"/>
                    <a:pt x="18835" y="92846"/>
                    <a:pt x="5661" y="92846"/>
                  </a:cubicBezTo>
                  <a:lnTo>
                    <a:pt x="977" y="92846"/>
                  </a:lnTo>
                  <a:lnTo>
                    <a:pt x="977" y="97374"/>
                  </a:lnTo>
                  <a:cubicBezTo>
                    <a:pt x="6100" y="96936"/>
                    <a:pt x="18835" y="96936"/>
                    <a:pt x="24691" y="96936"/>
                  </a:cubicBezTo>
                  <a:cubicBezTo>
                    <a:pt x="30546" y="96936"/>
                    <a:pt x="43281" y="96936"/>
                    <a:pt x="48404" y="97374"/>
                  </a:cubicBezTo>
                  <a:lnTo>
                    <a:pt x="48404" y="92846"/>
                  </a:lnTo>
                  <a:lnTo>
                    <a:pt x="43720" y="92846"/>
                  </a:lnTo>
                  <a:cubicBezTo>
                    <a:pt x="30546" y="92846"/>
                    <a:pt x="30107" y="91239"/>
                    <a:pt x="30107" y="85834"/>
                  </a:cubicBezTo>
                  <a:lnTo>
                    <a:pt x="30107" y="388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7" name="Freeform: Shape 596">
              <a:extLst>
                <a:ext uri="{FF2B5EF4-FFF2-40B4-BE49-F238E27FC236}">
                  <a16:creationId xmlns:a16="http://schemas.microsoft.com/office/drawing/2014/main" id="{66063E37-4205-1E16-A4A4-A6E467DCBF26}"/>
                </a:ext>
              </a:extLst>
            </p:cNvPr>
            <p:cNvSpPr/>
            <p:nvPr>
              <p:custDataLst>
                <p:tags r:id="rId11"/>
              </p:custDataLst>
            </p:nvPr>
          </p:nvSpPr>
          <p:spPr>
            <a:xfrm>
              <a:off x="7681297" y="4164360"/>
              <a:ext cx="5855" cy="146077"/>
            </a:xfrm>
            <a:custGeom>
              <a:avLst/>
              <a:gdLst>
                <a:gd name="connsiteX0" fmla="*/ 5962 w 5855"/>
                <a:gd name="connsiteY0" fmla="*/ 5346 h 146077"/>
                <a:gd name="connsiteX1" fmla="*/ 3034 w 5855"/>
                <a:gd name="connsiteY1" fmla="*/ 87 h 146077"/>
                <a:gd name="connsiteX2" fmla="*/ 107 w 5855"/>
                <a:gd name="connsiteY2" fmla="*/ 5346 h 146077"/>
                <a:gd name="connsiteX3" fmla="*/ 107 w 5855"/>
                <a:gd name="connsiteY3" fmla="*/ 140906 h 146077"/>
                <a:gd name="connsiteX4" fmla="*/ 3034 w 5855"/>
                <a:gd name="connsiteY4" fmla="*/ 146164 h 146077"/>
                <a:gd name="connsiteX5" fmla="*/ 5962 w 5855"/>
                <a:gd name="connsiteY5" fmla="*/ 140906 h 146077"/>
                <a:gd name="connsiteX6" fmla="*/ 5962 w 5855"/>
                <a:gd name="connsiteY6" fmla="*/ 5346 h 146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55" h="146077">
                  <a:moveTo>
                    <a:pt x="5962" y="5346"/>
                  </a:moveTo>
                  <a:cubicBezTo>
                    <a:pt x="5962" y="2716"/>
                    <a:pt x="5962" y="87"/>
                    <a:pt x="3034" y="87"/>
                  </a:cubicBezTo>
                  <a:cubicBezTo>
                    <a:pt x="107" y="87"/>
                    <a:pt x="107" y="2716"/>
                    <a:pt x="107" y="5346"/>
                  </a:cubicBezTo>
                  <a:lnTo>
                    <a:pt x="107" y="140906"/>
                  </a:lnTo>
                  <a:cubicBezTo>
                    <a:pt x="107" y="143535"/>
                    <a:pt x="107" y="146164"/>
                    <a:pt x="3034" y="146164"/>
                  </a:cubicBezTo>
                  <a:cubicBezTo>
                    <a:pt x="5962" y="146164"/>
                    <a:pt x="5962" y="143535"/>
                    <a:pt x="5962" y="140906"/>
                  </a:cubicBezTo>
                  <a:lnTo>
                    <a:pt x="5962" y="5346"/>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8" name="Freeform: Shape 597">
              <a:extLst>
                <a:ext uri="{FF2B5EF4-FFF2-40B4-BE49-F238E27FC236}">
                  <a16:creationId xmlns:a16="http://schemas.microsoft.com/office/drawing/2014/main" id="{F2152BB6-12F2-3697-95C7-CD74ED64C32E}"/>
                </a:ext>
              </a:extLst>
            </p:cNvPr>
            <p:cNvSpPr/>
            <p:nvPr>
              <p:custDataLst>
                <p:tags r:id="rId12"/>
              </p:custDataLst>
            </p:nvPr>
          </p:nvSpPr>
          <p:spPr>
            <a:xfrm>
              <a:off x="7749151" y="4174147"/>
              <a:ext cx="120616" cy="99770"/>
            </a:xfrm>
            <a:custGeom>
              <a:avLst/>
              <a:gdLst>
                <a:gd name="connsiteX0" fmla="*/ 67154 w 120616"/>
                <a:gd name="connsiteY0" fmla="*/ 39820 h 99770"/>
                <a:gd name="connsiteX1" fmla="*/ 54858 w 120616"/>
                <a:gd name="connsiteY1" fmla="*/ 10751 h 99770"/>
                <a:gd name="connsiteX2" fmla="*/ 54126 w 120616"/>
                <a:gd name="connsiteY2" fmla="*/ 8852 h 99770"/>
                <a:gd name="connsiteX3" fmla="*/ 62762 w 120616"/>
                <a:gd name="connsiteY3" fmla="*/ 4615 h 99770"/>
                <a:gd name="connsiteX4" fmla="*/ 65690 w 120616"/>
                <a:gd name="connsiteY4" fmla="*/ 1840 h 99770"/>
                <a:gd name="connsiteX5" fmla="*/ 63494 w 120616"/>
                <a:gd name="connsiteY5" fmla="*/ 87 h 99770"/>
                <a:gd name="connsiteX6" fmla="*/ 45051 w 120616"/>
                <a:gd name="connsiteY6" fmla="*/ 525 h 99770"/>
                <a:gd name="connsiteX7" fmla="*/ 28656 w 120616"/>
                <a:gd name="connsiteY7" fmla="*/ 87 h 99770"/>
                <a:gd name="connsiteX8" fmla="*/ 26021 w 120616"/>
                <a:gd name="connsiteY8" fmla="*/ 3008 h 99770"/>
                <a:gd name="connsiteX9" fmla="*/ 29388 w 120616"/>
                <a:gd name="connsiteY9" fmla="*/ 4615 h 99770"/>
                <a:gd name="connsiteX10" fmla="*/ 40366 w 120616"/>
                <a:gd name="connsiteY10" fmla="*/ 9290 h 99770"/>
                <a:gd name="connsiteX11" fmla="*/ 57639 w 120616"/>
                <a:gd name="connsiteY11" fmla="*/ 50045 h 99770"/>
                <a:gd name="connsiteX12" fmla="*/ 26753 w 120616"/>
                <a:gd name="connsiteY12" fmla="*/ 83205 h 99770"/>
                <a:gd name="connsiteX13" fmla="*/ 24850 w 120616"/>
                <a:gd name="connsiteY13" fmla="*/ 84812 h 99770"/>
                <a:gd name="connsiteX14" fmla="*/ 3333 w 120616"/>
                <a:gd name="connsiteY14" fmla="*/ 95329 h 99770"/>
                <a:gd name="connsiteX15" fmla="*/ 112 w 120616"/>
                <a:gd name="connsiteY15" fmla="*/ 98251 h 99770"/>
                <a:gd name="connsiteX16" fmla="*/ 2015 w 120616"/>
                <a:gd name="connsiteY16" fmla="*/ 99858 h 99770"/>
                <a:gd name="connsiteX17" fmla="*/ 15775 w 120616"/>
                <a:gd name="connsiteY17" fmla="*/ 99420 h 99770"/>
                <a:gd name="connsiteX18" fmla="*/ 32169 w 120616"/>
                <a:gd name="connsiteY18" fmla="*/ 99858 h 99770"/>
                <a:gd name="connsiteX19" fmla="*/ 34804 w 120616"/>
                <a:gd name="connsiteY19" fmla="*/ 96936 h 99770"/>
                <a:gd name="connsiteX20" fmla="*/ 33048 w 120616"/>
                <a:gd name="connsiteY20" fmla="*/ 95329 h 99770"/>
                <a:gd name="connsiteX21" fmla="*/ 27192 w 120616"/>
                <a:gd name="connsiteY21" fmla="*/ 90801 h 99770"/>
                <a:gd name="connsiteX22" fmla="*/ 31145 w 120616"/>
                <a:gd name="connsiteY22" fmla="*/ 84228 h 99770"/>
                <a:gd name="connsiteX23" fmla="*/ 46075 w 120616"/>
                <a:gd name="connsiteY23" fmla="*/ 68451 h 99770"/>
                <a:gd name="connsiteX24" fmla="*/ 59249 w 120616"/>
                <a:gd name="connsiteY24" fmla="*/ 54136 h 99770"/>
                <a:gd name="connsiteX25" fmla="*/ 74034 w 120616"/>
                <a:gd name="connsiteY25" fmla="*/ 89048 h 99770"/>
                <a:gd name="connsiteX26" fmla="*/ 74765 w 120616"/>
                <a:gd name="connsiteY26" fmla="*/ 91093 h 99770"/>
                <a:gd name="connsiteX27" fmla="*/ 66276 w 120616"/>
                <a:gd name="connsiteY27" fmla="*/ 95329 h 99770"/>
                <a:gd name="connsiteX28" fmla="*/ 63348 w 120616"/>
                <a:gd name="connsiteY28" fmla="*/ 98105 h 99770"/>
                <a:gd name="connsiteX29" fmla="*/ 65544 w 120616"/>
                <a:gd name="connsiteY29" fmla="*/ 99858 h 99770"/>
                <a:gd name="connsiteX30" fmla="*/ 83987 w 120616"/>
                <a:gd name="connsiteY30" fmla="*/ 99420 h 99770"/>
                <a:gd name="connsiteX31" fmla="*/ 100235 w 120616"/>
                <a:gd name="connsiteY31" fmla="*/ 99858 h 99770"/>
                <a:gd name="connsiteX32" fmla="*/ 103017 w 120616"/>
                <a:gd name="connsiteY32" fmla="*/ 97082 h 99770"/>
                <a:gd name="connsiteX33" fmla="*/ 100382 w 120616"/>
                <a:gd name="connsiteY33" fmla="*/ 95329 h 99770"/>
                <a:gd name="connsiteX34" fmla="*/ 87793 w 120616"/>
                <a:gd name="connsiteY34" fmla="*/ 88902 h 99770"/>
                <a:gd name="connsiteX35" fmla="*/ 68910 w 120616"/>
                <a:gd name="connsiteY35" fmla="*/ 43764 h 99770"/>
                <a:gd name="connsiteX36" fmla="*/ 98918 w 120616"/>
                <a:gd name="connsiteY36" fmla="*/ 12065 h 99770"/>
                <a:gd name="connsiteX37" fmla="*/ 117508 w 120616"/>
                <a:gd name="connsiteY37" fmla="*/ 4615 h 99770"/>
                <a:gd name="connsiteX38" fmla="*/ 120728 w 120616"/>
                <a:gd name="connsiteY38" fmla="*/ 1694 h 99770"/>
                <a:gd name="connsiteX39" fmla="*/ 118826 w 120616"/>
                <a:gd name="connsiteY39" fmla="*/ 87 h 99770"/>
                <a:gd name="connsiteX40" fmla="*/ 105066 w 120616"/>
                <a:gd name="connsiteY40" fmla="*/ 525 h 99770"/>
                <a:gd name="connsiteX41" fmla="*/ 88818 w 120616"/>
                <a:gd name="connsiteY41" fmla="*/ 87 h 99770"/>
                <a:gd name="connsiteX42" fmla="*/ 86037 w 120616"/>
                <a:gd name="connsiteY42" fmla="*/ 3008 h 99770"/>
                <a:gd name="connsiteX43" fmla="*/ 87793 w 120616"/>
                <a:gd name="connsiteY43" fmla="*/ 4615 h 99770"/>
                <a:gd name="connsiteX44" fmla="*/ 93648 w 120616"/>
                <a:gd name="connsiteY44" fmla="*/ 9144 h 99770"/>
                <a:gd name="connsiteX45" fmla="*/ 90867 w 120616"/>
                <a:gd name="connsiteY45" fmla="*/ 14402 h 99770"/>
                <a:gd name="connsiteX46" fmla="*/ 67154 w 120616"/>
                <a:gd name="connsiteY46" fmla="*/ 39820 h 99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20616" h="99770">
                  <a:moveTo>
                    <a:pt x="67154" y="39820"/>
                  </a:moveTo>
                  <a:lnTo>
                    <a:pt x="54858" y="10751"/>
                  </a:lnTo>
                  <a:cubicBezTo>
                    <a:pt x="54419" y="9582"/>
                    <a:pt x="54126" y="8998"/>
                    <a:pt x="54126" y="8852"/>
                  </a:cubicBezTo>
                  <a:cubicBezTo>
                    <a:pt x="54126" y="7975"/>
                    <a:pt x="56615" y="5200"/>
                    <a:pt x="62762" y="4615"/>
                  </a:cubicBezTo>
                  <a:cubicBezTo>
                    <a:pt x="64226" y="4469"/>
                    <a:pt x="65690" y="4323"/>
                    <a:pt x="65690" y="1840"/>
                  </a:cubicBezTo>
                  <a:cubicBezTo>
                    <a:pt x="65690" y="87"/>
                    <a:pt x="63933" y="87"/>
                    <a:pt x="63494" y="87"/>
                  </a:cubicBezTo>
                  <a:cubicBezTo>
                    <a:pt x="57493" y="87"/>
                    <a:pt x="51198" y="525"/>
                    <a:pt x="45051" y="525"/>
                  </a:cubicBezTo>
                  <a:cubicBezTo>
                    <a:pt x="41391" y="525"/>
                    <a:pt x="32316" y="87"/>
                    <a:pt x="28656" y="87"/>
                  </a:cubicBezTo>
                  <a:cubicBezTo>
                    <a:pt x="27778" y="87"/>
                    <a:pt x="26021" y="87"/>
                    <a:pt x="26021" y="3008"/>
                  </a:cubicBezTo>
                  <a:cubicBezTo>
                    <a:pt x="26021" y="4615"/>
                    <a:pt x="27485" y="4615"/>
                    <a:pt x="29388" y="4615"/>
                  </a:cubicBezTo>
                  <a:cubicBezTo>
                    <a:pt x="38171" y="4615"/>
                    <a:pt x="39049" y="6076"/>
                    <a:pt x="40366" y="9290"/>
                  </a:cubicBezTo>
                  <a:lnTo>
                    <a:pt x="57639" y="50045"/>
                  </a:lnTo>
                  <a:lnTo>
                    <a:pt x="26753" y="83205"/>
                  </a:lnTo>
                  <a:lnTo>
                    <a:pt x="24850" y="84812"/>
                  </a:lnTo>
                  <a:cubicBezTo>
                    <a:pt x="17678" y="92554"/>
                    <a:pt x="10798" y="94891"/>
                    <a:pt x="3333" y="95329"/>
                  </a:cubicBezTo>
                  <a:cubicBezTo>
                    <a:pt x="1430" y="95475"/>
                    <a:pt x="112" y="95475"/>
                    <a:pt x="112" y="98251"/>
                  </a:cubicBezTo>
                  <a:cubicBezTo>
                    <a:pt x="112" y="98397"/>
                    <a:pt x="112" y="99858"/>
                    <a:pt x="2015" y="99858"/>
                  </a:cubicBezTo>
                  <a:cubicBezTo>
                    <a:pt x="6407" y="99858"/>
                    <a:pt x="11237" y="99420"/>
                    <a:pt x="15775" y="99420"/>
                  </a:cubicBezTo>
                  <a:cubicBezTo>
                    <a:pt x="21191" y="99420"/>
                    <a:pt x="26900" y="99858"/>
                    <a:pt x="32169" y="99858"/>
                  </a:cubicBezTo>
                  <a:cubicBezTo>
                    <a:pt x="33048" y="99858"/>
                    <a:pt x="34804" y="99858"/>
                    <a:pt x="34804" y="96936"/>
                  </a:cubicBezTo>
                  <a:cubicBezTo>
                    <a:pt x="34804" y="95475"/>
                    <a:pt x="33340" y="95329"/>
                    <a:pt x="33048" y="95329"/>
                  </a:cubicBezTo>
                  <a:cubicBezTo>
                    <a:pt x="31730" y="95183"/>
                    <a:pt x="27192" y="94891"/>
                    <a:pt x="27192" y="90801"/>
                  </a:cubicBezTo>
                  <a:cubicBezTo>
                    <a:pt x="27192" y="88464"/>
                    <a:pt x="29388" y="86127"/>
                    <a:pt x="31145" y="84228"/>
                  </a:cubicBezTo>
                  <a:lnTo>
                    <a:pt x="46075" y="68451"/>
                  </a:lnTo>
                  <a:lnTo>
                    <a:pt x="59249" y="54136"/>
                  </a:lnTo>
                  <a:lnTo>
                    <a:pt x="74034" y="89048"/>
                  </a:lnTo>
                  <a:cubicBezTo>
                    <a:pt x="74619" y="90655"/>
                    <a:pt x="74765" y="90801"/>
                    <a:pt x="74765" y="91093"/>
                  </a:cubicBezTo>
                  <a:cubicBezTo>
                    <a:pt x="74765" y="92262"/>
                    <a:pt x="71984" y="94745"/>
                    <a:pt x="66276" y="95329"/>
                  </a:cubicBezTo>
                  <a:cubicBezTo>
                    <a:pt x="64665" y="95475"/>
                    <a:pt x="63348" y="95622"/>
                    <a:pt x="63348" y="98105"/>
                  </a:cubicBezTo>
                  <a:cubicBezTo>
                    <a:pt x="63348" y="99858"/>
                    <a:pt x="64958" y="99858"/>
                    <a:pt x="65544" y="99858"/>
                  </a:cubicBezTo>
                  <a:cubicBezTo>
                    <a:pt x="69642" y="99858"/>
                    <a:pt x="79889" y="99420"/>
                    <a:pt x="83987" y="99420"/>
                  </a:cubicBezTo>
                  <a:cubicBezTo>
                    <a:pt x="87647" y="99420"/>
                    <a:pt x="96576" y="99858"/>
                    <a:pt x="100235" y="99858"/>
                  </a:cubicBezTo>
                  <a:cubicBezTo>
                    <a:pt x="101260" y="99858"/>
                    <a:pt x="103017" y="99858"/>
                    <a:pt x="103017" y="97082"/>
                  </a:cubicBezTo>
                  <a:cubicBezTo>
                    <a:pt x="103017" y="95329"/>
                    <a:pt x="101553" y="95329"/>
                    <a:pt x="100382" y="95329"/>
                  </a:cubicBezTo>
                  <a:cubicBezTo>
                    <a:pt x="90574" y="95183"/>
                    <a:pt x="90282" y="94745"/>
                    <a:pt x="87793" y="88902"/>
                  </a:cubicBezTo>
                  <a:cubicBezTo>
                    <a:pt x="82084" y="75317"/>
                    <a:pt x="72277" y="52529"/>
                    <a:pt x="68910" y="43764"/>
                  </a:cubicBezTo>
                  <a:cubicBezTo>
                    <a:pt x="78864" y="33539"/>
                    <a:pt x="94234" y="16155"/>
                    <a:pt x="98918" y="12065"/>
                  </a:cubicBezTo>
                  <a:cubicBezTo>
                    <a:pt x="103163" y="8559"/>
                    <a:pt x="108725" y="5054"/>
                    <a:pt x="117508" y="4615"/>
                  </a:cubicBezTo>
                  <a:cubicBezTo>
                    <a:pt x="119411" y="4469"/>
                    <a:pt x="120728" y="4469"/>
                    <a:pt x="120728" y="1694"/>
                  </a:cubicBezTo>
                  <a:cubicBezTo>
                    <a:pt x="120728" y="1548"/>
                    <a:pt x="120728" y="87"/>
                    <a:pt x="118826" y="87"/>
                  </a:cubicBezTo>
                  <a:cubicBezTo>
                    <a:pt x="114434" y="87"/>
                    <a:pt x="109604" y="525"/>
                    <a:pt x="105066" y="525"/>
                  </a:cubicBezTo>
                  <a:cubicBezTo>
                    <a:pt x="99650" y="525"/>
                    <a:pt x="94088" y="87"/>
                    <a:pt x="88818" y="87"/>
                  </a:cubicBezTo>
                  <a:cubicBezTo>
                    <a:pt x="87940" y="87"/>
                    <a:pt x="86037" y="87"/>
                    <a:pt x="86037" y="3008"/>
                  </a:cubicBezTo>
                  <a:cubicBezTo>
                    <a:pt x="86037" y="4031"/>
                    <a:pt x="86769" y="4469"/>
                    <a:pt x="87793" y="4615"/>
                  </a:cubicBezTo>
                  <a:cubicBezTo>
                    <a:pt x="89111" y="4761"/>
                    <a:pt x="93648" y="5054"/>
                    <a:pt x="93648" y="9144"/>
                  </a:cubicBezTo>
                  <a:cubicBezTo>
                    <a:pt x="93648" y="11189"/>
                    <a:pt x="92038" y="13088"/>
                    <a:pt x="90867" y="14402"/>
                  </a:cubicBezTo>
                  <a:lnTo>
                    <a:pt x="67154" y="3982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9" name="Freeform: Shape 598">
              <a:extLst>
                <a:ext uri="{FF2B5EF4-FFF2-40B4-BE49-F238E27FC236}">
                  <a16:creationId xmlns:a16="http://schemas.microsoft.com/office/drawing/2014/main" id="{A724C5A9-B206-E48B-1246-BE35C80F3E5B}"/>
                </a:ext>
              </a:extLst>
            </p:cNvPr>
            <p:cNvSpPr/>
            <p:nvPr>
              <p:custDataLst>
                <p:tags r:id="rId13"/>
              </p:custDataLst>
            </p:nvPr>
          </p:nvSpPr>
          <p:spPr>
            <a:xfrm>
              <a:off x="7886300" y="4164360"/>
              <a:ext cx="33959" cy="146077"/>
            </a:xfrm>
            <a:custGeom>
              <a:avLst/>
              <a:gdLst>
                <a:gd name="connsiteX0" fmla="*/ 34081 w 33959"/>
                <a:gd name="connsiteY0" fmla="*/ 73126 h 146077"/>
                <a:gd name="connsiteX1" fmla="*/ 24420 w 33959"/>
                <a:gd name="connsiteY1" fmla="*/ 27549 h 146077"/>
                <a:gd name="connsiteX2" fmla="*/ 1585 w 33959"/>
                <a:gd name="connsiteY2" fmla="*/ 87 h 146077"/>
                <a:gd name="connsiteX3" fmla="*/ 121 w 33959"/>
                <a:gd name="connsiteY3" fmla="*/ 1548 h 146077"/>
                <a:gd name="connsiteX4" fmla="*/ 2902 w 33959"/>
                <a:gd name="connsiteY4" fmla="*/ 4907 h 146077"/>
                <a:gd name="connsiteX5" fmla="*/ 25591 w 33959"/>
                <a:gd name="connsiteY5" fmla="*/ 73126 h 146077"/>
                <a:gd name="connsiteX6" fmla="*/ 2024 w 33959"/>
                <a:gd name="connsiteY6" fmla="*/ 142220 h 146077"/>
                <a:gd name="connsiteX7" fmla="*/ 121 w 33959"/>
                <a:gd name="connsiteY7" fmla="*/ 144704 h 146077"/>
                <a:gd name="connsiteX8" fmla="*/ 1585 w 33959"/>
                <a:gd name="connsiteY8" fmla="*/ 146164 h 146077"/>
                <a:gd name="connsiteX9" fmla="*/ 24859 w 33959"/>
                <a:gd name="connsiteY9" fmla="*/ 117679 h 146077"/>
                <a:gd name="connsiteX10" fmla="*/ 34081 w 33959"/>
                <a:gd name="connsiteY10" fmla="*/ 73126 h 146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959" h="146077">
                  <a:moveTo>
                    <a:pt x="34081" y="73126"/>
                  </a:moveTo>
                  <a:cubicBezTo>
                    <a:pt x="34081" y="61732"/>
                    <a:pt x="32471" y="44056"/>
                    <a:pt x="24420" y="27549"/>
                  </a:cubicBezTo>
                  <a:cubicBezTo>
                    <a:pt x="15637" y="9582"/>
                    <a:pt x="3049" y="87"/>
                    <a:pt x="1585" y="87"/>
                  </a:cubicBezTo>
                  <a:cubicBezTo>
                    <a:pt x="707" y="87"/>
                    <a:pt x="121" y="671"/>
                    <a:pt x="121" y="1548"/>
                  </a:cubicBezTo>
                  <a:cubicBezTo>
                    <a:pt x="121" y="1986"/>
                    <a:pt x="121" y="2278"/>
                    <a:pt x="2902" y="4907"/>
                  </a:cubicBezTo>
                  <a:cubicBezTo>
                    <a:pt x="17248" y="19369"/>
                    <a:pt x="25591" y="42595"/>
                    <a:pt x="25591" y="73126"/>
                  </a:cubicBezTo>
                  <a:cubicBezTo>
                    <a:pt x="25591" y="98105"/>
                    <a:pt x="20175" y="123814"/>
                    <a:pt x="2024" y="142220"/>
                  </a:cubicBezTo>
                  <a:cubicBezTo>
                    <a:pt x="121" y="143973"/>
                    <a:pt x="121" y="144265"/>
                    <a:pt x="121" y="144704"/>
                  </a:cubicBezTo>
                  <a:cubicBezTo>
                    <a:pt x="121" y="145580"/>
                    <a:pt x="707" y="146164"/>
                    <a:pt x="1585" y="146164"/>
                  </a:cubicBezTo>
                  <a:cubicBezTo>
                    <a:pt x="3049" y="146164"/>
                    <a:pt x="16223" y="136231"/>
                    <a:pt x="24859" y="117679"/>
                  </a:cubicBezTo>
                  <a:cubicBezTo>
                    <a:pt x="32325" y="101611"/>
                    <a:pt x="34081" y="85396"/>
                    <a:pt x="34081" y="73126"/>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0" name="Freeform: Shape 599">
              <a:extLst>
                <a:ext uri="{FF2B5EF4-FFF2-40B4-BE49-F238E27FC236}">
                  <a16:creationId xmlns:a16="http://schemas.microsoft.com/office/drawing/2014/main" id="{DACFC397-38BE-C301-C9A5-816BE95BFE85}"/>
                </a:ext>
              </a:extLst>
            </p:cNvPr>
            <p:cNvSpPr/>
            <p:nvPr>
              <p:custDataLst>
                <p:tags r:id="rId14"/>
              </p:custDataLst>
            </p:nvPr>
          </p:nvSpPr>
          <p:spPr>
            <a:xfrm>
              <a:off x="7983739" y="4220307"/>
              <a:ext cx="97341" cy="34182"/>
            </a:xfrm>
            <a:custGeom>
              <a:avLst/>
              <a:gdLst>
                <a:gd name="connsiteX0" fmla="*/ 92493 w 97341"/>
                <a:gd name="connsiteY0" fmla="*/ 5930 h 34182"/>
                <a:gd name="connsiteX1" fmla="*/ 97470 w 97341"/>
                <a:gd name="connsiteY1" fmla="*/ 3008 h 34182"/>
                <a:gd name="connsiteX2" fmla="*/ 92639 w 97341"/>
                <a:gd name="connsiteY2" fmla="*/ 87 h 34182"/>
                <a:gd name="connsiteX3" fmla="*/ 4958 w 97341"/>
                <a:gd name="connsiteY3" fmla="*/ 87 h 34182"/>
                <a:gd name="connsiteX4" fmla="*/ 128 w 97341"/>
                <a:gd name="connsiteY4" fmla="*/ 3008 h 34182"/>
                <a:gd name="connsiteX5" fmla="*/ 5105 w 97341"/>
                <a:gd name="connsiteY5" fmla="*/ 5930 h 34182"/>
                <a:gd name="connsiteX6" fmla="*/ 92493 w 97341"/>
                <a:gd name="connsiteY6" fmla="*/ 5930 h 34182"/>
                <a:gd name="connsiteX7" fmla="*/ 92639 w 97341"/>
                <a:gd name="connsiteY7" fmla="*/ 34269 h 34182"/>
                <a:gd name="connsiteX8" fmla="*/ 97470 w 97341"/>
                <a:gd name="connsiteY8" fmla="*/ 31347 h 34182"/>
                <a:gd name="connsiteX9" fmla="*/ 92493 w 97341"/>
                <a:gd name="connsiteY9" fmla="*/ 28426 h 34182"/>
                <a:gd name="connsiteX10" fmla="*/ 5105 w 97341"/>
                <a:gd name="connsiteY10" fmla="*/ 28426 h 34182"/>
                <a:gd name="connsiteX11" fmla="*/ 128 w 97341"/>
                <a:gd name="connsiteY11" fmla="*/ 31347 h 34182"/>
                <a:gd name="connsiteX12" fmla="*/ 4958 w 97341"/>
                <a:gd name="connsiteY12" fmla="*/ 34269 h 34182"/>
                <a:gd name="connsiteX13" fmla="*/ 92639 w 97341"/>
                <a:gd name="connsiteY13" fmla="*/ 34269 h 3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341" h="34182">
                  <a:moveTo>
                    <a:pt x="92493" y="5930"/>
                  </a:moveTo>
                  <a:cubicBezTo>
                    <a:pt x="94689" y="5930"/>
                    <a:pt x="97470" y="5930"/>
                    <a:pt x="97470" y="3008"/>
                  </a:cubicBezTo>
                  <a:cubicBezTo>
                    <a:pt x="97470" y="87"/>
                    <a:pt x="94689" y="87"/>
                    <a:pt x="92639" y="87"/>
                  </a:cubicBezTo>
                  <a:lnTo>
                    <a:pt x="4958" y="87"/>
                  </a:lnTo>
                  <a:cubicBezTo>
                    <a:pt x="2909" y="87"/>
                    <a:pt x="128" y="87"/>
                    <a:pt x="128" y="3008"/>
                  </a:cubicBezTo>
                  <a:cubicBezTo>
                    <a:pt x="128" y="5930"/>
                    <a:pt x="2909" y="5930"/>
                    <a:pt x="5105" y="5930"/>
                  </a:cubicBezTo>
                  <a:lnTo>
                    <a:pt x="92493" y="5930"/>
                  </a:lnTo>
                  <a:close/>
                  <a:moveTo>
                    <a:pt x="92639" y="34269"/>
                  </a:moveTo>
                  <a:cubicBezTo>
                    <a:pt x="94689" y="34269"/>
                    <a:pt x="97470" y="34269"/>
                    <a:pt x="97470" y="31347"/>
                  </a:cubicBezTo>
                  <a:cubicBezTo>
                    <a:pt x="97470" y="28426"/>
                    <a:pt x="94689" y="28426"/>
                    <a:pt x="92493" y="28426"/>
                  </a:cubicBezTo>
                  <a:lnTo>
                    <a:pt x="5105" y="28426"/>
                  </a:lnTo>
                  <a:cubicBezTo>
                    <a:pt x="2909" y="28426"/>
                    <a:pt x="128" y="28426"/>
                    <a:pt x="128" y="31347"/>
                  </a:cubicBezTo>
                  <a:cubicBezTo>
                    <a:pt x="128" y="34269"/>
                    <a:pt x="2909" y="34269"/>
                    <a:pt x="4958" y="34269"/>
                  </a:cubicBezTo>
                  <a:lnTo>
                    <a:pt x="92639" y="3426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1" name="Freeform: Shape 600">
              <a:extLst>
                <a:ext uri="{FF2B5EF4-FFF2-40B4-BE49-F238E27FC236}">
                  <a16:creationId xmlns:a16="http://schemas.microsoft.com/office/drawing/2014/main" id="{25CC8AD3-D12D-B2E7-40D6-63A0A42BFCD1}"/>
                </a:ext>
              </a:extLst>
            </p:cNvPr>
            <p:cNvSpPr/>
            <p:nvPr>
              <p:custDataLst>
                <p:tags r:id="rId15"/>
              </p:custDataLst>
            </p:nvPr>
          </p:nvSpPr>
          <p:spPr>
            <a:xfrm>
              <a:off x="9802763" y="4077808"/>
              <a:ext cx="48305" cy="97287"/>
            </a:xfrm>
            <a:custGeom>
              <a:avLst/>
              <a:gdLst>
                <a:gd name="connsiteX0" fmla="*/ 30259 w 48305"/>
                <a:gd name="connsiteY0" fmla="*/ 3878 h 97287"/>
                <a:gd name="connsiteX1" fmla="*/ 26892 w 48305"/>
                <a:gd name="connsiteY1" fmla="*/ 80 h 97287"/>
                <a:gd name="connsiteX2" fmla="*/ 251 w 48305"/>
                <a:gd name="connsiteY2" fmla="*/ 9429 h 97287"/>
                <a:gd name="connsiteX3" fmla="*/ 251 w 48305"/>
                <a:gd name="connsiteY3" fmla="*/ 13958 h 97287"/>
                <a:gd name="connsiteX4" fmla="*/ 19427 w 48305"/>
                <a:gd name="connsiteY4" fmla="*/ 10159 h 97287"/>
                <a:gd name="connsiteX5" fmla="*/ 19427 w 48305"/>
                <a:gd name="connsiteY5" fmla="*/ 85828 h 97287"/>
                <a:gd name="connsiteX6" fmla="*/ 5814 w 48305"/>
                <a:gd name="connsiteY6" fmla="*/ 92839 h 97287"/>
                <a:gd name="connsiteX7" fmla="*/ 1130 w 48305"/>
                <a:gd name="connsiteY7" fmla="*/ 92839 h 97287"/>
                <a:gd name="connsiteX8" fmla="*/ 1130 w 48305"/>
                <a:gd name="connsiteY8" fmla="*/ 97368 h 97287"/>
                <a:gd name="connsiteX9" fmla="*/ 24843 w 48305"/>
                <a:gd name="connsiteY9" fmla="*/ 96929 h 97287"/>
                <a:gd name="connsiteX10" fmla="*/ 48556 w 48305"/>
                <a:gd name="connsiteY10" fmla="*/ 97368 h 97287"/>
                <a:gd name="connsiteX11" fmla="*/ 48556 w 48305"/>
                <a:gd name="connsiteY11" fmla="*/ 92839 h 97287"/>
                <a:gd name="connsiteX12" fmla="*/ 43872 w 48305"/>
                <a:gd name="connsiteY12" fmla="*/ 92839 h 97287"/>
                <a:gd name="connsiteX13" fmla="*/ 30259 w 48305"/>
                <a:gd name="connsiteY13" fmla="*/ 85828 h 97287"/>
                <a:gd name="connsiteX14" fmla="*/ 30259 w 48305"/>
                <a:gd name="connsiteY14" fmla="*/ 3878 h 9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305" h="97287">
                  <a:moveTo>
                    <a:pt x="30259" y="3878"/>
                  </a:moveTo>
                  <a:cubicBezTo>
                    <a:pt x="30259" y="372"/>
                    <a:pt x="30259" y="80"/>
                    <a:pt x="26892" y="80"/>
                  </a:cubicBezTo>
                  <a:cubicBezTo>
                    <a:pt x="17817" y="9429"/>
                    <a:pt x="4936" y="9429"/>
                    <a:pt x="251" y="9429"/>
                  </a:cubicBezTo>
                  <a:lnTo>
                    <a:pt x="251" y="13958"/>
                  </a:lnTo>
                  <a:cubicBezTo>
                    <a:pt x="3179" y="13958"/>
                    <a:pt x="11815" y="13958"/>
                    <a:pt x="19427" y="10159"/>
                  </a:cubicBezTo>
                  <a:lnTo>
                    <a:pt x="19427" y="85828"/>
                  </a:lnTo>
                  <a:cubicBezTo>
                    <a:pt x="19427" y="91086"/>
                    <a:pt x="18988" y="92839"/>
                    <a:pt x="5814" y="92839"/>
                  </a:cubicBezTo>
                  <a:lnTo>
                    <a:pt x="1130" y="92839"/>
                  </a:lnTo>
                  <a:lnTo>
                    <a:pt x="1130" y="97368"/>
                  </a:lnTo>
                  <a:cubicBezTo>
                    <a:pt x="6253" y="96929"/>
                    <a:pt x="18988" y="96929"/>
                    <a:pt x="24843" y="96929"/>
                  </a:cubicBezTo>
                  <a:cubicBezTo>
                    <a:pt x="30698" y="96929"/>
                    <a:pt x="43433" y="96929"/>
                    <a:pt x="48556" y="97368"/>
                  </a:cubicBezTo>
                  <a:lnTo>
                    <a:pt x="48556" y="92839"/>
                  </a:lnTo>
                  <a:lnTo>
                    <a:pt x="43872" y="92839"/>
                  </a:lnTo>
                  <a:cubicBezTo>
                    <a:pt x="30698" y="92839"/>
                    <a:pt x="30259" y="91232"/>
                    <a:pt x="30259" y="85828"/>
                  </a:cubicBezTo>
                  <a:lnTo>
                    <a:pt x="30259" y="387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2" name="Freeform: Shape 601">
              <a:extLst>
                <a:ext uri="{FF2B5EF4-FFF2-40B4-BE49-F238E27FC236}">
                  <a16:creationId xmlns:a16="http://schemas.microsoft.com/office/drawing/2014/main" id="{C90B782A-978F-310E-4FFC-3C20E4B19147}"/>
                </a:ext>
              </a:extLst>
            </p:cNvPr>
            <p:cNvSpPr/>
            <p:nvPr>
              <p:custDataLst>
                <p:tags r:id="rId16"/>
              </p:custDataLst>
            </p:nvPr>
          </p:nvSpPr>
          <p:spPr>
            <a:xfrm>
              <a:off x="8147618" y="4234477"/>
              <a:ext cx="3357425" cy="5842"/>
            </a:xfrm>
            <a:custGeom>
              <a:avLst/>
              <a:gdLst>
                <a:gd name="connsiteX0" fmla="*/ 0 w 3357425"/>
                <a:gd name="connsiteY0" fmla="*/ 0 h 5842"/>
                <a:gd name="connsiteX1" fmla="*/ 3357425 w 3357425"/>
                <a:gd name="connsiteY1" fmla="*/ 0 h 5842"/>
                <a:gd name="connsiteX2" fmla="*/ 3357425 w 3357425"/>
                <a:gd name="connsiteY2" fmla="*/ 5843 h 5842"/>
                <a:gd name="connsiteX3" fmla="*/ 0 w 3357425"/>
                <a:gd name="connsiteY3" fmla="*/ 5843 h 5842"/>
              </a:gdLst>
              <a:ahLst/>
              <a:cxnLst>
                <a:cxn ang="0">
                  <a:pos x="connsiteX0" y="connsiteY0"/>
                </a:cxn>
                <a:cxn ang="0">
                  <a:pos x="connsiteX1" y="connsiteY1"/>
                </a:cxn>
                <a:cxn ang="0">
                  <a:pos x="connsiteX2" y="connsiteY2"/>
                </a:cxn>
                <a:cxn ang="0">
                  <a:pos x="connsiteX3" y="connsiteY3"/>
                </a:cxn>
              </a:cxnLst>
              <a:rect l="l" t="t" r="r" b="b"/>
              <a:pathLst>
                <a:path w="3357425" h="5842">
                  <a:moveTo>
                    <a:pt x="0" y="0"/>
                  </a:moveTo>
                  <a:lnTo>
                    <a:pt x="3357425" y="0"/>
                  </a:lnTo>
                  <a:lnTo>
                    <a:pt x="3357425" y="5843"/>
                  </a:lnTo>
                  <a:lnTo>
                    <a:pt x="0" y="584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3" name="Freeform: Shape 602">
              <a:extLst>
                <a:ext uri="{FF2B5EF4-FFF2-40B4-BE49-F238E27FC236}">
                  <a16:creationId xmlns:a16="http://schemas.microsoft.com/office/drawing/2014/main" id="{648FD163-7F44-1D3D-B7E0-E79210A13638}"/>
                </a:ext>
              </a:extLst>
            </p:cNvPr>
            <p:cNvSpPr/>
            <p:nvPr>
              <p:custDataLst>
                <p:tags r:id="rId17"/>
              </p:custDataLst>
            </p:nvPr>
          </p:nvSpPr>
          <p:spPr>
            <a:xfrm>
              <a:off x="8160645" y="4279451"/>
              <a:ext cx="48305" cy="97287"/>
            </a:xfrm>
            <a:custGeom>
              <a:avLst/>
              <a:gdLst>
                <a:gd name="connsiteX0" fmla="*/ 30147 w 48305"/>
                <a:gd name="connsiteY0" fmla="*/ 3892 h 97287"/>
                <a:gd name="connsiteX1" fmla="*/ 26781 w 48305"/>
                <a:gd name="connsiteY1" fmla="*/ 94 h 97287"/>
                <a:gd name="connsiteX2" fmla="*/ 140 w 48305"/>
                <a:gd name="connsiteY2" fmla="*/ 9443 h 97287"/>
                <a:gd name="connsiteX3" fmla="*/ 140 w 48305"/>
                <a:gd name="connsiteY3" fmla="*/ 13971 h 97287"/>
                <a:gd name="connsiteX4" fmla="*/ 19315 w 48305"/>
                <a:gd name="connsiteY4" fmla="*/ 10173 h 97287"/>
                <a:gd name="connsiteX5" fmla="*/ 19315 w 48305"/>
                <a:gd name="connsiteY5" fmla="*/ 85841 h 97287"/>
                <a:gd name="connsiteX6" fmla="*/ 5702 w 48305"/>
                <a:gd name="connsiteY6" fmla="*/ 92853 h 97287"/>
                <a:gd name="connsiteX7" fmla="*/ 1018 w 48305"/>
                <a:gd name="connsiteY7" fmla="*/ 92853 h 97287"/>
                <a:gd name="connsiteX8" fmla="*/ 1018 w 48305"/>
                <a:gd name="connsiteY8" fmla="*/ 97381 h 97287"/>
                <a:gd name="connsiteX9" fmla="*/ 24731 w 48305"/>
                <a:gd name="connsiteY9" fmla="*/ 96943 h 97287"/>
                <a:gd name="connsiteX10" fmla="*/ 48445 w 48305"/>
                <a:gd name="connsiteY10" fmla="*/ 97381 h 97287"/>
                <a:gd name="connsiteX11" fmla="*/ 48445 w 48305"/>
                <a:gd name="connsiteY11" fmla="*/ 92853 h 97287"/>
                <a:gd name="connsiteX12" fmla="*/ 43761 w 48305"/>
                <a:gd name="connsiteY12" fmla="*/ 92853 h 97287"/>
                <a:gd name="connsiteX13" fmla="*/ 30147 w 48305"/>
                <a:gd name="connsiteY13" fmla="*/ 85841 h 97287"/>
                <a:gd name="connsiteX14" fmla="*/ 30147 w 48305"/>
                <a:gd name="connsiteY14" fmla="*/ 3892 h 9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305" h="97287">
                  <a:moveTo>
                    <a:pt x="30147" y="3892"/>
                  </a:moveTo>
                  <a:cubicBezTo>
                    <a:pt x="30147" y="386"/>
                    <a:pt x="30147" y="94"/>
                    <a:pt x="26781" y="94"/>
                  </a:cubicBezTo>
                  <a:cubicBezTo>
                    <a:pt x="17705" y="9443"/>
                    <a:pt x="4824" y="9443"/>
                    <a:pt x="140" y="9443"/>
                  </a:cubicBezTo>
                  <a:lnTo>
                    <a:pt x="140" y="13971"/>
                  </a:lnTo>
                  <a:cubicBezTo>
                    <a:pt x="3067" y="13971"/>
                    <a:pt x="11704" y="13971"/>
                    <a:pt x="19315" y="10173"/>
                  </a:cubicBezTo>
                  <a:lnTo>
                    <a:pt x="19315" y="85841"/>
                  </a:lnTo>
                  <a:cubicBezTo>
                    <a:pt x="19315" y="91100"/>
                    <a:pt x="18876" y="92853"/>
                    <a:pt x="5702" y="92853"/>
                  </a:cubicBezTo>
                  <a:lnTo>
                    <a:pt x="1018" y="92853"/>
                  </a:lnTo>
                  <a:lnTo>
                    <a:pt x="1018" y="97381"/>
                  </a:lnTo>
                  <a:cubicBezTo>
                    <a:pt x="6141" y="96943"/>
                    <a:pt x="18876" y="96943"/>
                    <a:pt x="24731" y="96943"/>
                  </a:cubicBezTo>
                  <a:cubicBezTo>
                    <a:pt x="30586" y="96943"/>
                    <a:pt x="43321" y="96943"/>
                    <a:pt x="48445" y="97381"/>
                  </a:cubicBezTo>
                  <a:lnTo>
                    <a:pt x="48445" y="92853"/>
                  </a:lnTo>
                  <a:lnTo>
                    <a:pt x="43761" y="92853"/>
                  </a:lnTo>
                  <a:cubicBezTo>
                    <a:pt x="30586" y="92853"/>
                    <a:pt x="30147" y="91246"/>
                    <a:pt x="30147" y="85841"/>
                  </a:cubicBezTo>
                  <a:lnTo>
                    <a:pt x="30147" y="3892"/>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4" name="Freeform: Shape 603">
              <a:extLst>
                <a:ext uri="{FF2B5EF4-FFF2-40B4-BE49-F238E27FC236}">
                  <a16:creationId xmlns:a16="http://schemas.microsoft.com/office/drawing/2014/main" id="{8C86BD83-FA7C-1DD2-D089-AF21DFF2CEA7}"/>
                </a:ext>
              </a:extLst>
            </p:cNvPr>
            <p:cNvSpPr/>
            <p:nvPr>
              <p:custDataLst>
                <p:tags r:id="rId18"/>
              </p:custDataLst>
            </p:nvPr>
          </p:nvSpPr>
          <p:spPr>
            <a:xfrm>
              <a:off x="8261532" y="4291576"/>
              <a:ext cx="97341" cy="97287"/>
            </a:xfrm>
            <a:custGeom>
              <a:avLst/>
              <a:gdLst>
                <a:gd name="connsiteX0" fmla="*/ 51819 w 97341"/>
                <a:gd name="connsiteY0" fmla="*/ 51659 h 97287"/>
                <a:gd name="connsiteX1" fmla="*/ 92658 w 97341"/>
                <a:gd name="connsiteY1" fmla="*/ 51659 h 97287"/>
                <a:gd name="connsiteX2" fmla="*/ 97489 w 97341"/>
                <a:gd name="connsiteY2" fmla="*/ 48738 h 97287"/>
                <a:gd name="connsiteX3" fmla="*/ 92658 w 97341"/>
                <a:gd name="connsiteY3" fmla="*/ 45816 h 97287"/>
                <a:gd name="connsiteX4" fmla="*/ 51819 w 97341"/>
                <a:gd name="connsiteY4" fmla="*/ 45816 h 97287"/>
                <a:gd name="connsiteX5" fmla="*/ 51819 w 97341"/>
                <a:gd name="connsiteY5" fmla="*/ 4914 h 97287"/>
                <a:gd name="connsiteX6" fmla="*/ 48891 w 97341"/>
                <a:gd name="connsiteY6" fmla="*/ 94 h 97287"/>
                <a:gd name="connsiteX7" fmla="*/ 45963 w 97341"/>
                <a:gd name="connsiteY7" fmla="*/ 4914 h 97287"/>
                <a:gd name="connsiteX8" fmla="*/ 45963 w 97341"/>
                <a:gd name="connsiteY8" fmla="*/ 45816 h 97287"/>
                <a:gd name="connsiteX9" fmla="*/ 4977 w 97341"/>
                <a:gd name="connsiteY9" fmla="*/ 45816 h 97287"/>
                <a:gd name="connsiteX10" fmla="*/ 147 w 97341"/>
                <a:gd name="connsiteY10" fmla="*/ 48738 h 97287"/>
                <a:gd name="connsiteX11" fmla="*/ 4977 w 97341"/>
                <a:gd name="connsiteY11" fmla="*/ 51659 h 97287"/>
                <a:gd name="connsiteX12" fmla="*/ 45963 w 97341"/>
                <a:gd name="connsiteY12" fmla="*/ 51659 h 97287"/>
                <a:gd name="connsiteX13" fmla="*/ 45963 w 97341"/>
                <a:gd name="connsiteY13" fmla="*/ 92561 h 97287"/>
                <a:gd name="connsiteX14" fmla="*/ 48891 w 97341"/>
                <a:gd name="connsiteY14" fmla="*/ 97381 h 97287"/>
                <a:gd name="connsiteX15" fmla="*/ 51819 w 97341"/>
                <a:gd name="connsiteY15" fmla="*/ 92561 h 97287"/>
                <a:gd name="connsiteX16" fmla="*/ 51819 w 97341"/>
                <a:gd name="connsiteY16" fmla="*/ 51659 h 9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7341" h="97287">
                  <a:moveTo>
                    <a:pt x="51819" y="51659"/>
                  </a:moveTo>
                  <a:lnTo>
                    <a:pt x="92658" y="51659"/>
                  </a:lnTo>
                  <a:cubicBezTo>
                    <a:pt x="94708" y="51659"/>
                    <a:pt x="97489" y="51659"/>
                    <a:pt x="97489" y="48738"/>
                  </a:cubicBezTo>
                  <a:cubicBezTo>
                    <a:pt x="97489" y="45816"/>
                    <a:pt x="94708" y="45816"/>
                    <a:pt x="92658" y="45816"/>
                  </a:cubicBezTo>
                  <a:lnTo>
                    <a:pt x="51819" y="45816"/>
                  </a:lnTo>
                  <a:lnTo>
                    <a:pt x="51819" y="4914"/>
                  </a:lnTo>
                  <a:cubicBezTo>
                    <a:pt x="51819" y="2869"/>
                    <a:pt x="51819" y="94"/>
                    <a:pt x="48891" y="94"/>
                  </a:cubicBezTo>
                  <a:cubicBezTo>
                    <a:pt x="45963" y="94"/>
                    <a:pt x="45963" y="2869"/>
                    <a:pt x="45963" y="4914"/>
                  </a:cubicBezTo>
                  <a:lnTo>
                    <a:pt x="45963" y="45816"/>
                  </a:lnTo>
                  <a:lnTo>
                    <a:pt x="4977" y="45816"/>
                  </a:lnTo>
                  <a:cubicBezTo>
                    <a:pt x="2928" y="45816"/>
                    <a:pt x="147" y="45816"/>
                    <a:pt x="147" y="48738"/>
                  </a:cubicBezTo>
                  <a:cubicBezTo>
                    <a:pt x="147" y="51659"/>
                    <a:pt x="2928" y="51659"/>
                    <a:pt x="4977" y="51659"/>
                  </a:cubicBezTo>
                  <a:lnTo>
                    <a:pt x="45963" y="51659"/>
                  </a:lnTo>
                  <a:lnTo>
                    <a:pt x="45963" y="92561"/>
                  </a:lnTo>
                  <a:cubicBezTo>
                    <a:pt x="45963" y="94606"/>
                    <a:pt x="45963" y="97381"/>
                    <a:pt x="48891" y="97381"/>
                  </a:cubicBezTo>
                  <a:cubicBezTo>
                    <a:pt x="51819" y="97381"/>
                    <a:pt x="51819" y="94606"/>
                    <a:pt x="51819" y="92561"/>
                  </a:cubicBezTo>
                  <a:lnTo>
                    <a:pt x="51819" y="5165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5" name="Freeform: Shape 604">
              <a:extLst>
                <a:ext uri="{FF2B5EF4-FFF2-40B4-BE49-F238E27FC236}">
                  <a16:creationId xmlns:a16="http://schemas.microsoft.com/office/drawing/2014/main" id="{51ACB57B-FEC3-AEE0-0F30-B37C0078FD3C}"/>
                </a:ext>
              </a:extLst>
            </p:cNvPr>
            <p:cNvSpPr/>
            <p:nvPr>
              <p:custDataLst>
                <p:tags r:id="rId19"/>
              </p:custDataLst>
            </p:nvPr>
          </p:nvSpPr>
          <p:spPr>
            <a:xfrm>
              <a:off x="8406447" y="4312173"/>
              <a:ext cx="56209" cy="66173"/>
            </a:xfrm>
            <a:custGeom>
              <a:avLst/>
              <a:gdLst>
                <a:gd name="connsiteX0" fmla="*/ 20796 w 56209"/>
                <a:gd name="connsiteY0" fmla="*/ 30916 h 66173"/>
                <a:gd name="connsiteX1" fmla="*/ 43192 w 56209"/>
                <a:gd name="connsiteY1" fmla="*/ 27556 h 66173"/>
                <a:gd name="connsiteX2" fmla="*/ 54171 w 56209"/>
                <a:gd name="connsiteY2" fmla="*/ 12510 h 66173"/>
                <a:gd name="connsiteX3" fmla="*/ 38508 w 56209"/>
                <a:gd name="connsiteY3" fmla="*/ 94 h 66173"/>
                <a:gd name="connsiteX4" fmla="*/ 157 w 56209"/>
                <a:gd name="connsiteY4" fmla="*/ 39827 h 66173"/>
                <a:gd name="connsiteX5" fmla="*/ 23138 w 56209"/>
                <a:gd name="connsiteY5" fmla="*/ 66267 h 66173"/>
                <a:gd name="connsiteX6" fmla="*/ 56366 w 56209"/>
                <a:gd name="connsiteY6" fmla="*/ 49030 h 66173"/>
                <a:gd name="connsiteX7" fmla="*/ 54610 w 56209"/>
                <a:gd name="connsiteY7" fmla="*/ 47131 h 66173"/>
                <a:gd name="connsiteX8" fmla="*/ 52707 w 56209"/>
                <a:gd name="connsiteY8" fmla="*/ 48592 h 66173"/>
                <a:gd name="connsiteX9" fmla="*/ 23431 w 56209"/>
                <a:gd name="connsiteY9" fmla="*/ 63053 h 66173"/>
                <a:gd name="connsiteX10" fmla="*/ 10696 w 56209"/>
                <a:gd name="connsiteY10" fmla="*/ 46108 h 66173"/>
                <a:gd name="connsiteX11" fmla="*/ 13038 w 56209"/>
                <a:gd name="connsiteY11" fmla="*/ 30916 h 66173"/>
                <a:gd name="connsiteX12" fmla="*/ 20796 w 56209"/>
                <a:gd name="connsiteY12" fmla="*/ 30916 h 66173"/>
                <a:gd name="connsiteX13" fmla="*/ 13916 w 56209"/>
                <a:gd name="connsiteY13" fmla="*/ 27703 h 66173"/>
                <a:gd name="connsiteX14" fmla="*/ 38508 w 56209"/>
                <a:gd name="connsiteY14" fmla="*/ 3308 h 66173"/>
                <a:gd name="connsiteX15" fmla="*/ 49340 w 56209"/>
                <a:gd name="connsiteY15" fmla="*/ 12510 h 66173"/>
                <a:gd name="connsiteX16" fmla="*/ 19918 w 56209"/>
                <a:gd name="connsiteY16" fmla="*/ 27703 h 66173"/>
                <a:gd name="connsiteX17" fmla="*/ 13916 w 56209"/>
                <a:gd name="connsiteY17" fmla="*/ 27703 h 66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209" h="66173">
                  <a:moveTo>
                    <a:pt x="20796" y="30916"/>
                  </a:moveTo>
                  <a:cubicBezTo>
                    <a:pt x="25041" y="30916"/>
                    <a:pt x="35873" y="30624"/>
                    <a:pt x="43192" y="27556"/>
                  </a:cubicBezTo>
                  <a:cubicBezTo>
                    <a:pt x="53439" y="23174"/>
                    <a:pt x="54171" y="14556"/>
                    <a:pt x="54171" y="12510"/>
                  </a:cubicBezTo>
                  <a:cubicBezTo>
                    <a:pt x="54171" y="6083"/>
                    <a:pt x="48608" y="94"/>
                    <a:pt x="38508" y="94"/>
                  </a:cubicBezTo>
                  <a:cubicBezTo>
                    <a:pt x="22260" y="94"/>
                    <a:pt x="157" y="14263"/>
                    <a:pt x="157" y="39827"/>
                  </a:cubicBezTo>
                  <a:cubicBezTo>
                    <a:pt x="157" y="54727"/>
                    <a:pt x="8793" y="66267"/>
                    <a:pt x="23138" y="66267"/>
                  </a:cubicBezTo>
                  <a:cubicBezTo>
                    <a:pt x="44070" y="66267"/>
                    <a:pt x="56366" y="50783"/>
                    <a:pt x="56366" y="49030"/>
                  </a:cubicBezTo>
                  <a:cubicBezTo>
                    <a:pt x="56366" y="48153"/>
                    <a:pt x="55488" y="47131"/>
                    <a:pt x="54610" y="47131"/>
                  </a:cubicBezTo>
                  <a:cubicBezTo>
                    <a:pt x="53878" y="47131"/>
                    <a:pt x="53585" y="47423"/>
                    <a:pt x="52707" y="48592"/>
                  </a:cubicBezTo>
                  <a:cubicBezTo>
                    <a:pt x="41143" y="63053"/>
                    <a:pt x="25188" y="63053"/>
                    <a:pt x="23431" y="63053"/>
                  </a:cubicBezTo>
                  <a:cubicBezTo>
                    <a:pt x="12013" y="63053"/>
                    <a:pt x="10696" y="50783"/>
                    <a:pt x="10696" y="46108"/>
                  </a:cubicBezTo>
                  <a:cubicBezTo>
                    <a:pt x="10696" y="44355"/>
                    <a:pt x="10842" y="39827"/>
                    <a:pt x="13038" y="30916"/>
                  </a:cubicBezTo>
                  <a:lnTo>
                    <a:pt x="20796" y="30916"/>
                  </a:lnTo>
                  <a:close/>
                  <a:moveTo>
                    <a:pt x="13916" y="27703"/>
                  </a:moveTo>
                  <a:cubicBezTo>
                    <a:pt x="19625" y="5499"/>
                    <a:pt x="34702" y="3308"/>
                    <a:pt x="38508" y="3308"/>
                  </a:cubicBezTo>
                  <a:cubicBezTo>
                    <a:pt x="45388" y="3308"/>
                    <a:pt x="49340" y="7544"/>
                    <a:pt x="49340" y="12510"/>
                  </a:cubicBezTo>
                  <a:cubicBezTo>
                    <a:pt x="49340" y="27703"/>
                    <a:pt x="25919" y="27703"/>
                    <a:pt x="19918" y="27703"/>
                  </a:cubicBezTo>
                  <a:lnTo>
                    <a:pt x="13916" y="2770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6" name="Freeform: Shape 605">
              <a:extLst>
                <a:ext uri="{FF2B5EF4-FFF2-40B4-BE49-F238E27FC236}">
                  <a16:creationId xmlns:a16="http://schemas.microsoft.com/office/drawing/2014/main" id="{85E2A936-4264-56C1-AD2C-CC615DBD6895}"/>
                </a:ext>
              </a:extLst>
            </p:cNvPr>
            <p:cNvSpPr/>
            <p:nvPr>
              <p:custDataLst>
                <p:tags r:id="rId20"/>
              </p:custDataLst>
            </p:nvPr>
          </p:nvSpPr>
          <p:spPr>
            <a:xfrm>
              <a:off x="8478938" y="4306419"/>
              <a:ext cx="69266" cy="5010"/>
            </a:xfrm>
            <a:custGeom>
              <a:avLst/>
              <a:gdLst>
                <a:gd name="connsiteX0" fmla="*/ 65329 w 69266"/>
                <a:gd name="connsiteY0" fmla="*/ 5101 h 5010"/>
                <a:gd name="connsiteX1" fmla="*/ 69428 w 69266"/>
                <a:gd name="connsiteY1" fmla="*/ 2647 h 5010"/>
                <a:gd name="connsiteX2" fmla="*/ 65329 w 69266"/>
                <a:gd name="connsiteY2" fmla="*/ 91 h 5010"/>
                <a:gd name="connsiteX3" fmla="*/ 4260 w 69266"/>
                <a:gd name="connsiteY3" fmla="*/ 91 h 5010"/>
                <a:gd name="connsiteX4" fmla="*/ 161 w 69266"/>
                <a:gd name="connsiteY4" fmla="*/ 2545 h 5010"/>
                <a:gd name="connsiteX5" fmla="*/ 4260 w 69266"/>
                <a:gd name="connsiteY5" fmla="*/ 5101 h 5010"/>
                <a:gd name="connsiteX6" fmla="*/ 65329 w 69266"/>
                <a:gd name="connsiteY6" fmla="*/ 5101 h 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266" h="5010">
                  <a:moveTo>
                    <a:pt x="65329" y="5101"/>
                  </a:moveTo>
                  <a:cubicBezTo>
                    <a:pt x="66969" y="5101"/>
                    <a:pt x="69428" y="5101"/>
                    <a:pt x="69428" y="2647"/>
                  </a:cubicBezTo>
                  <a:cubicBezTo>
                    <a:pt x="69428" y="91"/>
                    <a:pt x="67071" y="91"/>
                    <a:pt x="65329" y="91"/>
                  </a:cubicBezTo>
                  <a:lnTo>
                    <a:pt x="4260" y="91"/>
                  </a:lnTo>
                  <a:cubicBezTo>
                    <a:pt x="2621" y="91"/>
                    <a:pt x="161" y="91"/>
                    <a:pt x="161" y="2545"/>
                  </a:cubicBezTo>
                  <a:cubicBezTo>
                    <a:pt x="161" y="5101"/>
                    <a:pt x="2518" y="5101"/>
                    <a:pt x="4260" y="5101"/>
                  </a:cubicBezTo>
                  <a:lnTo>
                    <a:pt x="65329" y="510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7" name="Freeform: Shape 606">
              <a:extLst>
                <a:ext uri="{FF2B5EF4-FFF2-40B4-BE49-F238E27FC236}">
                  <a16:creationId xmlns:a16="http://schemas.microsoft.com/office/drawing/2014/main" id="{4A4FF4D6-F92F-FFCB-14B5-CF726D256760}"/>
                </a:ext>
              </a:extLst>
            </p:cNvPr>
            <p:cNvSpPr/>
            <p:nvPr>
              <p:custDataLst>
                <p:tags r:id="rId21"/>
              </p:custDataLst>
            </p:nvPr>
          </p:nvSpPr>
          <p:spPr>
            <a:xfrm>
              <a:off x="8571142" y="4257848"/>
              <a:ext cx="26640" cy="102151"/>
            </a:xfrm>
            <a:custGeom>
              <a:avLst/>
              <a:gdLst>
                <a:gd name="connsiteX0" fmla="*/ 24759 w 26640"/>
                <a:gd name="connsiteY0" fmla="*/ 91 h 102151"/>
                <a:gd name="connsiteX1" fmla="*/ 168 w 26640"/>
                <a:gd name="connsiteY1" fmla="*/ 51116 h 102151"/>
                <a:gd name="connsiteX2" fmla="*/ 24759 w 26640"/>
                <a:gd name="connsiteY2" fmla="*/ 102243 h 102151"/>
                <a:gd name="connsiteX3" fmla="*/ 26809 w 26640"/>
                <a:gd name="connsiteY3" fmla="*/ 101016 h 102151"/>
                <a:gd name="connsiteX4" fmla="*/ 25784 w 26640"/>
                <a:gd name="connsiteY4" fmla="*/ 99482 h 102151"/>
                <a:gd name="connsiteX5" fmla="*/ 7135 w 26640"/>
                <a:gd name="connsiteY5" fmla="*/ 51218 h 102151"/>
                <a:gd name="connsiteX6" fmla="*/ 26091 w 26640"/>
                <a:gd name="connsiteY6" fmla="*/ 2545 h 102151"/>
                <a:gd name="connsiteX7" fmla="*/ 26809 w 26640"/>
                <a:gd name="connsiteY7" fmla="*/ 1318 h 102151"/>
                <a:gd name="connsiteX8" fmla="*/ 24759 w 26640"/>
                <a:gd name="connsiteY8" fmla="*/ 91 h 102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40" h="102151">
                  <a:moveTo>
                    <a:pt x="24759" y="91"/>
                  </a:moveTo>
                  <a:cubicBezTo>
                    <a:pt x="5291" y="13793"/>
                    <a:pt x="168" y="35471"/>
                    <a:pt x="168" y="51116"/>
                  </a:cubicBezTo>
                  <a:cubicBezTo>
                    <a:pt x="168" y="65534"/>
                    <a:pt x="4471" y="87927"/>
                    <a:pt x="24759" y="102243"/>
                  </a:cubicBezTo>
                  <a:cubicBezTo>
                    <a:pt x="25579" y="102243"/>
                    <a:pt x="26809" y="102243"/>
                    <a:pt x="26809" y="101016"/>
                  </a:cubicBezTo>
                  <a:cubicBezTo>
                    <a:pt x="26809" y="100402"/>
                    <a:pt x="26501" y="100198"/>
                    <a:pt x="25784" y="99482"/>
                  </a:cubicBezTo>
                  <a:cubicBezTo>
                    <a:pt x="12156" y="87212"/>
                    <a:pt x="7135" y="69828"/>
                    <a:pt x="7135" y="51218"/>
                  </a:cubicBezTo>
                  <a:cubicBezTo>
                    <a:pt x="7135" y="23609"/>
                    <a:pt x="17689" y="10112"/>
                    <a:pt x="26091" y="2545"/>
                  </a:cubicBezTo>
                  <a:cubicBezTo>
                    <a:pt x="26501" y="2136"/>
                    <a:pt x="26809" y="1829"/>
                    <a:pt x="26809" y="1318"/>
                  </a:cubicBezTo>
                  <a:cubicBezTo>
                    <a:pt x="26809" y="91"/>
                    <a:pt x="25579" y="91"/>
                    <a:pt x="24759" y="9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8" name="Freeform: Shape 607">
              <a:extLst>
                <a:ext uri="{FF2B5EF4-FFF2-40B4-BE49-F238E27FC236}">
                  <a16:creationId xmlns:a16="http://schemas.microsoft.com/office/drawing/2014/main" id="{89B2ACA4-D668-6BFF-662C-388BC2710753}"/>
                </a:ext>
              </a:extLst>
            </p:cNvPr>
            <p:cNvSpPr/>
            <p:nvPr>
              <p:custDataLst>
                <p:tags r:id="rId22"/>
              </p:custDataLst>
            </p:nvPr>
          </p:nvSpPr>
          <p:spPr>
            <a:xfrm>
              <a:off x="8616886" y="4257848"/>
              <a:ext cx="26640" cy="102151"/>
            </a:xfrm>
            <a:custGeom>
              <a:avLst/>
              <a:gdLst>
                <a:gd name="connsiteX0" fmla="*/ 24762 w 26640"/>
                <a:gd name="connsiteY0" fmla="*/ 91 h 102151"/>
                <a:gd name="connsiteX1" fmla="*/ 171 w 26640"/>
                <a:gd name="connsiteY1" fmla="*/ 51116 h 102151"/>
                <a:gd name="connsiteX2" fmla="*/ 24762 w 26640"/>
                <a:gd name="connsiteY2" fmla="*/ 102243 h 102151"/>
                <a:gd name="connsiteX3" fmla="*/ 26812 w 26640"/>
                <a:gd name="connsiteY3" fmla="*/ 101016 h 102151"/>
                <a:gd name="connsiteX4" fmla="*/ 25787 w 26640"/>
                <a:gd name="connsiteY4" fmla="*/ 99482 h 102151"/>
                <a:gd name="connsiteX5" fmla="*/ 7138 w 26640"/>
                <a:gd name="connsiteY5" fmla="*/ 51218 h 102151"/>
                <a:gd name="connsiteX6" fmla="*/ 26094 w 26640"/>
                <a:gd name="connsiteY6" fmla="*/ 2545 h 102151"/>
                <a:gd name="connsiteX7" fmla="*/ 26812 w 26640"/>
                <a:gd name="connsiteY7" fmla="*/ 1318 h 102151"/>
                <a:gd name="connsiteX8" fmla="*/ 24762 w 26640"/>
                <a:gd name="connsiteY8" fmla="*/ 91 h 102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40" h="102151">
                  <a:moveTo>
                    <a:pt x="24762" y="91"/>
                  </a:moveTo>
                  <a:cubicBezTo>
                    <a:pt x="5294" y="13793"/>
                    <a:pt x="171" y="35471"/>
                    <a:pt x="171" y="51116"/>
                  </a:cubicBezTo>
                  <a:cubicBezTo>
                    <a:pt x="171" y="65534"/>
                    <a:pt x="4474" y="87927"/>
                    <a:pt x="24762" y="102243"/>
                  </a:cubicBezTo>
                  <a:cubicBezTo>
                    <a:pt x="25582" y="102243"/>
                    <a:pt x="26812" y="102243"/>
                    <a:pt x="26812" y="101016"/>
                  </a:cubicBezTo>
                  <a:cubicBezTo>
                    <a:pt x="26812" y="100402"/>
                    <a:pt x="26504" y="100198"/>
                    <a:pt x="25787" y="99482"/>
                  </a:cubicBezTo>
                  <a:cubicBezTo>
                    <a:pt x="12159" y="87212"/>
                    <a:pt x="7138" y="69828"/>
                    <a:pt x="7138" y="51218"/>
                  </a:cubicBezTo>
                  <a:cubicBezTo>
                    <a:pt x="7138" y="23609"/>
                    <a:pt x="17692" y="10112"/>
                    <a:pt x="26094" y="2545"/>
                  </a:cubicBezTo>
                  <a:cubicBezTo>
                    <a:pt x="26504" y="2136"/>
                    <a:pt x="26812" y="1829"/>
                    <a:pt x="26812" y="1318"/>
                  </a:cubicBezTo>
                  <a:cubicBezTo>
                    <a:pt x="26812" y="91"/>
                    <a:pt x="25582" y="91"/>
                    <a:pt x="24762" y="9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9" name="Freeform: Shape 608">
              <a:extLst>
                <a:ext uri="{FF2B5EF4-FFF2-40B4-BE49-F238E27FC236}">
                  <a16:creationId xmlns:a16="http://schemas.microsoft.com/office/drawing/2014/main" id="{5518418C-FCEE-23BC-4E48-D7EFBE82ADBE}"/>
                </a:ext>
              </a:extLst>
            </p:cNvPr>
            <p:cNvSpPr/>
            <p:nvPr>
              <p:custDataLst>
                <p:tags r:id="rId23"/>
              </p:custDataLst>
            </p:nvPr>
          </p:nvSpPr>
          <p:spPr>
            <a:xfrm>
              <a:off x="8661912" y="4306419"/>
              <a:ext cx="69266" cy="5010"/>
            </a:xfrm>
            <a:custGeom>
              <a:avLst/>
              <a:gdLst>
                <a:gd name="connsiteX0" fmla="*/ 65342 w 69266"/>
                <a:gd name="connsiteY0" fmla="*/ 5101 h 5010"/>
                <a:gd name="connsiteX1" fmla="*/ 69440 w 69266"/>
                <a:gd name="connsiteY1" fmla="*/ 2647 h 5010"/>
                <a:gd name="connsiteX2" fmla="*/ 65342 w 69266"/>
                <a:gd name="connsiteY2" fmla="*/ 91 h 5010"/>
                <a:gd name="connsiteX3" fmla="*/ 4272 w 69266"/>
                <a:gd name="connsiteY3" fmla="*/ 91 h 5010"/>
                <a:gd name="connsiteX4" fmla="*/ 174 w 69266"/>
                <a:gd name="connsiteY4" fmla="*/ 2545 h 5010"/>
                <a:gd name="connsiteX5" fmla="*/ 4272 w 69266"/>
                <a:gd name="connsiteY5" fmla="*/ 5101 h 5010"/>
                <a:gd name="connsiteX6" fmla="*/ 65342 w 69266"/>
                <a:gd name="connsiteY6" fmla="*/ 5101 h 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266" h="5010">
                  <a:moveTo>
                    <a:pt x="65342" y="5101"/>
                  </a:moveTo>
                  <a:cubicBezTo>
                    <a:pt x="66981" y="5101"/>
                    <a:pt x="69440" y="5101"/>
                    <a:pt x="69440" y="2647"/>
                  </a:cubicBezTo>
                  <a:cubicBezTo>
                    <a:pt x="69440" y="91"/>
                    <a:pt x="67084" y="91"/>
                    <a:pt x="65342" y="91"/>
                  </a:cubicBezTo>
                  <a:lnTo>
                    <a:pt x="4272" y="91"/>
                  </a:lnTo>
                  <a:cubicBezTo>
                    <a:pt x="2633" y="91"/>
                    <a:pt x="174" y="91"/>
                    <a:pt x="174" y="2545"/>
                  </a:cubicBezTo>
                  <a:cubicBezTo>
                    <a:pt x="174" y="5101"/>
                    <a:pt x="2531" y="5101"/>
                    <a:pt x="4272" y="5101"/>
                  </a:cubicBezTo>
                  <a:lnTo>
                    <a:pt x="65342" y="510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0" name="Freeform: Shape 609">
              <a:extLst>
                <a:ext uri="{FF2B5EF4-FFF2-40B4-BE49-F238E27FC236}">
                  <a16:creationId xmlns:a16="http://schemas.microsoft.com/office/drawing/2014/main" id="{91E5DBD0-8306-6296-B62B-F4AF7354BD4B}"/>
                </a:ext>
              </a:extLst>
            </p:cNvPr>
            <p:cNvSpPr/>
            <p:nvPr>
              <p:custDataLst>
                <p:tags r:id="rId24"/>
              </p:custDataLst>
            </p:nvPr>
          </p:nvSpPr>
          <p:spPr>
            <a:xfrm>
              <a:off x="8747867" y="4266642"/>
              <a:ext cx="47134" cy="69941"/>
            </a:xfrm>
            <a:custGeom>
              <a:avLst/>
              <a:gdLst>
                <a:gd name="connsiteX0" fmla="*/ 22620 w 47134"/>
                <a:gd name="connsiteY0" fmla="*/ 33835 h 69941"/>
                <a:gd name="connsiteX1" fmla="*/ 36350 w 47134"/>
                <a:gd name="connsiteY1" fmla="*/ 50298 h 69941"/>
                <a:gd name="connsiteX2" fmla="*/ 23030 w 47134"/>
                <a:gd name="connsiteY2" fmla="*/ 66761 h 69941"/>
                <a:gd name="connsiteX3" fmla="*/ 5611 w 47134"/>
                <a:gd name="connsiteY3" fmla="*/ 59603 h 69941"/>
                <a:gd name="connsiteX4" fmla="*/ 11554 w 47134"/>
                <a:gd name="connsiteY4" fmla="*/ 53877 h 69941"/>
                <a:gd name="connsiteX5" fmla="*/ 5918 w 47134"/>
                <a:gd name="connsiteY5" fmla="*/ 48253 h 69941"/>
                <a:gd name="connsiteX6" fmla="*/ 180 w 47134"/>
                <a:gd name="connsiteY6" fmla="*/ 54184 h 69941"/>
                <a:gd name="connsiteX7" fmla="*/ 23235 w 47134"/>
                <a:gd name="connsiteY7" fmla="*/ 70033 h 69941"/>
                <a:gd name="connsiteX8" fmla="*/ 47314 w 47134"/>
                <a:gd name="connsiteY8" fmla="*/ 50298 h 69941"/>
                <a:gd name="connsiteX9" fmla="*/ 29485 w 47134"/>
                <a:gd name="connsiteY9" fmla="*/ 31994 h 69941"/>
                <a:gd name="connsiteX10" fmla="*/ 44138 w 47134"/>
                <a:gd name="connsiteY10" fmla="*/ 14202 h 69941"/>
                <a:gd name="connsiteX11" fmla="*/ 23440 w 47134"/>
                <a:gd name="connsiteY11" fmla="*/ 91 h 69941"/>
                <a:gd name="connsiteX12" fmla="*/ 3357 w 47134"/>
                <a:gd name="connsiteY12" fmla="*/ 13793 h 69941"/>
                <a:gd name="connsiteX13" fmla="*/ 8685 w 47134"/>
                <a:gd name="connsiteY13" fmla="*/ 19213 h 69941"/>
                <a:gd name="connsiteX14" fmla="*/ 13910 w 47134"/>
                <a:gd name="connsiteY14" fmla="*/ 13998 h 69941"/>
                <a:gd name="connsiteX15" fmla="*/ 8685 w 47134"/>
                <a:gd name="connsiteY15" fmla="*/ 8680 h 69941"/>
                <a:gd name="connsiteX16" fmla="*/ 23132 w 47134"/>
                <a:gd name="connsiteY16" fmla="*/ 3056 h 69941"/>
                <a:gd name="connsiteX17" fmla="*/ 34199 w 47134"/>
                <a:gd name="connsiteY17" fmla="*/ 14202 h 69941"/>
                <a:gd name="connsiteX18" fmla="*/ 30100 w 47134"/>
                <a:gd name="connsiteY18" fmla="*/ 26370 h 69941"/>
                <a:gd name="connsiteX19" fmla="*/ 18726 w 47134"/>
                <a:gd name="connsiteY19" fmla="*/ 30767 h 69941"/>
                <a:gd name="connsiteX20" fmla="*/ 15447 w 47134"/>
                <a:gd name="connsiteY20" fmla="*/ 31074 h 69941"/>
                <a:gd name="connsiteX21" fmla="*/ 14423 w 47134"/>
                <a:gd name="connsiteY21" fmla="*/ 32403 h 69941"/>
                <a:gd name="connsiteX22" fmla="*/ 17087 w 47134"/>
                <a:gd name="connsiteY22" fmla="*/ 33835 h 69941"/>
                <a:gd name="connsiteX23" fmla="*/ 22620 w 47134"/>
                <a:gd name="connsiteY23" fmla="*/ 33835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134" h="69941">
                  <a:moveTo>
                    <a:pt x="22620" y="33835"/>
                  </a:moveTo>
                  <a:cubicBezTo>
                    <a:pt x="30612" y="33835"/>
                    <a:pt x="36350" y="39357"/>
                    <a:pt x="36350" y="50298"/>
                  </a:cubicBezTo>
                  <a:cubicBezTo>
                    <a:pt x="36350" y="62977"/>
                    <a:pt x="28973" y="66761"/>
                    <a:pt x="23030" y="66761"/>
                  </a:cubicBezTo>
                  <a:cubicBezTo>
                    <a:pt x="18931" y="66761"/>
                    <a:pt x="9914" y="65636"/>
                    <a:pt x="5611" y="59603"/>
                  </a:cubicBezTo>
                  <a:cubicBezTo>
                    <a:pt x="10427" y="59398"/>
                    <a:pt x="11554" y="56024"/>
                    <a:pt x="11554" y="53877"/>
                  </a:cubicBezTo>
                  <a:cubicBezTo>
                    <a:pt x="11554" y="50605"/>
                    <a:pt x="9095" y="48253"/>
                    <a:pt x="5918" y="48253"/>
                  </a:cubicBezTo>
                  <a:cubicBezTo>
                    <a:pt x="3049" y="48253"/>
                    <a:pt x="180" y="49991"/>
                    <a:pt x="180" y="54184"/>
                  </a:cubicBezTo>
                  <a:cubicBezTo>
                    <a:pt x="180" y="63795"/>
                    <a:pt x="10836" y="70033"/>
                    <a:pt x="23235" y="70033"/>
                  </a:cubicBezTo>
                  <a:cubicBezTo>
                    <a:pt x="37477" y="70033"/>
                    <a:pt x="47314" y="60523"/>
                    <a:pt x="47314" y="50298"/>
                  </a:cubicBezTo>
                  <a:cubicBezTo>
                    <a:pt x="47314" y="42322"/>
                    <a:pt x="40756" y="34346"/>
                    <a:pt x="29485" y="31994"/>
                  </a:cubicBezTo>
                  <a:cubicBezTo>
                    <a:pt x="40244" y="28109"/>
                    <a:pt x="44138" y="20440"/>
                    <a:pt x="44138" y="14202"/>
                  </a:cubicBezTo>
                  <a:cubicBezTo>
                    <a:pt x="44138" y="6124"/>
                    <a:pt x="34813" y="91"/>
                    <a:pt x="23440" y="91"/>
                  </a:cubicBezTo>
                  <a:cubicBezTo>
                    <a:pt x="12066" y="91"/>
                    <a:pt x="3357" y="5613"/>
                    <a:pt x="3357" y="13793"/>
                  </a:cubicBezTo>
                  <a:cubicBezTo>
                    <a:pt x="3357" y="17270"/>
                    <a:pt x="5611" y="19213"/>
                    <a:pt x="8685" y="19213"/>
                  </a:cubicBezTo>
                  <a:cubicBezTo>
                    <a:pt x="11861" y="19213"/>
                    <a:pt x="13910" y="16861"/>
                    <a:pt x="13910" y="13998"/>
                  </a:cubicBezTo>
                  <a:cubicBezTo>
                    <a:pt x="13910" y="11032"/>
                    <a:pt x="11861" y="8885"/>
                    <a:pt x="8685" y="8680"/>
                  </a:cubicBezTo>
                  <a:cubicBezTo>
                    <a:pt x="12271" y="4181"/>
                    <a:pt x="19341" y="3056"/>
                    <a:pt x="23132" y="3056"/>
                  </a:cubicBezTo>
                  <a:cubicBezTo>
                    <a:pt x="27743" y="3056"/>
                    <a:pt x="34199" y="5306"/>
                    <a:pt x="34199" y="14202"/>
                  </a:cubicBezTo>
                  <a:cubicBezTo>
                    <a:pt x="34199" y="18497"/>
                    <a:pt x="32764" y="23200"/>
                    <a:pt x="30100" y="26370"/>
                  </a:cubicBezTo>
                  <a:cubicBezTo>
                    <a:pt x="26719" y="30256"/>
                    <a:pt x="23850" y="30461"/>
                    <a:pt x="18726" y="30767"/>
                  </a:cubicBezTo>
                  <a:cubicBezTo>
                    <a:pt x="16165" y="30972"/>
                    <a:pt x="15960" y="30972"/>
                    <a:pt x="15447" y="31074"/>
                  </a:cubicBezTo>
                  <a:cubicBezTo>
                    <a:pt x="15242" y="31074"/>
                    <a:pt x="14423" y="31279"/>
                    <a:pt x="14423" y="32403"/>
                  </a:cubicBezTo>
                  <a:cubicBezTo>
                    <a:pt x="14423" y="33835"/>
                    <a:pt x="15345" y="33835"/>
                    <a:pt x="17087" y="33835"/>
                  </a:cubicBezTo>
                  <a:lnTo>
                    <a:pt x="22620" y="3383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1" name="Freeform: Shape 610">
              <a:extLst>
                <a:ext uri="{FF2B5EF4-FFF2-40B4-BE49-F238E27FC236}">
                  <a16:creationId xmlns:a16="http://schemas.microsoft.com/office/drawing/2014/main" id="{A0AE14C0-B226-4ABE-7CF6-72083070B83E}"/>
                </a:ext>
              </a:extLst>
            </p:cNvPr>
            <p:cNvSpPr/>
            <p:nvPr>
              <p:custDataLst>
                <p:tags r:id="rId25"/>
              </p:custDataLst>
            </p:nvPr>
          </p:nvSpPr>
          <p:spPr>
            <a:xfrm>
              <a:off x="8812158" y="4322780"/>
              <a:ext cx="11783" cy="11759"/>
            </a:xfrm>
            <a:custGeom>
              <a:avLst/>
              <a:gdLst>
                <a:gd name="connsiteX0" fmla="*/ 11968 w 11783"/>
                <a:gd name="connsiteY0" fmla="*/ 6022 h 11759"/>
                <a:gd name="connsiteX1" fmla="*/ 6127 w 11783"/>
                <a:gd name="connsiteY1" fmla="*/ 91 h 11759"/>
                <a:gd name="connsiteX2" fmla="*/ 184 w 11783"/>
                <a:gd name="connsiteY2" fmla="*/ 5920 h 11759"/>
                <a:gd name="connsiteX3" fmla="*/ 6025 w 11783"/>
                <a:gd name="connsiteY3" fmla="*/ 11850 h 11759"/>
                <a:gd name="connsiteX4" fmla="*/ 11968 w 11783"/>
                <a:gd name="connsiteY4" fmla="*/ 6022 h 11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3" h="11759">
                  <a:moveTo>
                    <a:pt x="11968" y="6022"/>
                  </a:moveTo>
                  <a:cubicBezTo>
                    <a:pt x="11968" y="2341"/>
                    <a:pt x="8894" y="91"/>
                    <a:pt x="6127" y="91"/>
                  </a:cubicBezTo>
                  <a:cubicBezTo>
                    <a:pt x="2746" y="91"/>
                    <a:pt x="184" y="2852"/>
                    <a:pt x="184" y="5920"/>
                  </a:cubicBezTo>
                  <a:cubicBezTo>
                    <a:pt x="184" y="9601"/>
                    <a:pt x="3258" y="11850"/>
                    <a:pt x="6025" y="11850"/>
                  </a:cubicBezTo>
                  <a:cubicBezTo>
                    <a:pt x="9406" y="11850"/>
                    <a:pt x="11968" y="9089"/>
                    <a:pt x="11968" y="602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2" name="Freeform: Shape 611">
              <a:extLst>
                <a:ext uri="{FF2B5EF4-FFF2-40B4-BE49-F238E27FC236}">
                  <a16:creationId xmlns:a16="http://schemas.microsoft.com/office/drawing/2014/main" id="{90C1D0ED-FA73-8CDD-98EF-1F1536481B89}"/>
                </a:ext>
              </a:extLst>
            </p:cNvPr>
            <p:cNvSpPr/>
            <p:nvPr>
              <p:custDataLst>
                <p:tags r:id="rId26"/>
              </p:custDataLst>
            </p:nvPr>
          </p:nvSpPr>
          <p:spPr>
            <a:xfrm>
              <a:off x="8840980" y="4266642"/>
              <a:ext cx="47134" cy="69941"/>
            </a:xfrm>
            <a:custGeom>
              <a:avLst/>
              <a:gdLst>
                <a:gd name="connsiteX0" fmla="*/ 37484 w 47134"/>
                <a:gd name="connsiteY0" fmla="*/ 37516 h 69941"/>
                <a:gd name="connsiteX1" fmla="*/ 18733 w 47134"/>
                <a:gd name="connsiteY1" fmla="*/ 66761 h 69941"/>
                <a:gd name="connsiteX2" fmla="*/ 8281 w 47134"/>
                <a:gd name="connsiteY2" fmla="*/ 63386 h 69941"/>
                <a:gd name="connsiteX3" fmla="*/ 12790 w 47134"/>
                <a:gd name="connsiteY3" fmla="*/ 58580 h 69941"/>
                <a:gd name="connsiteX4" fmla="*/ 7974 w 47134"/>
                <a:gd name="connsiteY4" fmla="*/ 53774 h 69941"/>
                <a:gd name="connsiteX5" fmla="*/ 3055 w 47134"/>
                <a:gd name="connsiteY5" fmla="*/ 58785 h 69941"/>
                <a:gd name="connsiteX6" fmla="*/ 18835 w 47134"/>
                <a:gd name="connsiteY6" fmla="*/ 70033 h 69941"/>
                <a:gd name="connsiteX7" fmla="*/ 47320 w 47134"/>
                <a:gd name="connsiteY7" fmla="*/ 34346 h 69941"/>
                <a:gd name="connsiteX8" fmla="*/ 24061 w 47134"/>
                <a:gd name="connsiteY8" fmla="*/ 91 h 69941"/>
                <a:gd name="connsiteX9" fmla="*/ 7769 w 47134"/>
                <a:gd name="connsiteY9" fmla="*/ 6329 h 69941"/>
                <a:gd name="connsiteX10" fmla="*/ 186 w 47134"/>
                <a:gd name="connsiteY10" fmla="*/ 22894 h 69941"/>
                <a:gd name="connsiteX11" fmla="*/ 22524 w 47134"/>
                <a:gd name="connsiteY11" fmla="*/ 45492 h 69941"/>
                <a:gd name="connsiteX12" fmla="*/ 37484 w 47134"/>
                <a:gd name="connsiteY12" fmla="*/ 35471 h 69941"/>
                <a:gd name="connsiteX13" fmla="*/ 37484 w 47134"/>
                <a:gd name="connsiteY13" fmla="*/ 37516 h 69941"/>
                <a:gd name="connsiteX14" fmla="*/ 23036 w 47134"/>
                <a:gd name="connsiteY14" fmla="*/ 42629 h 69941"/>
                <a:gd name="connsiteX15" fmla="*/ 12380 w 47134"/>
                <a:gd name="connsiteY15" fmla="*/ 36596 h 69941"/>
                <a:gd name="connsiteX16" fmla="*/ 10023 w 47134"/>
                <a:gd name="connsiteY16" fmla="*/ 22894 h 69941"/>
                <a:gd name="connsiteX17" fmla="*/ 12995 w 47134"/>
                <a:gd name="connsiteY17" fmla="*/ 8783 h 69941"/>
                <a:gd name="connsiteX18" fmla="*/ 24163 w 47134"/>
                <a:gd name="connsiteY18" fmla="*/ 3056 h 69941"/>
                <a:gd name="connsiteX19" fmla="*/ 34102 w 47134"/>
                <a:gd name="connsiteY19" fmla="*/ 8987 h 69941"/>
                <a:gd name="connsiteX20" fmla="*/ 37176 w 47134"/>
                <a:gd name="connsiteY20" fmla="*/ 24018 h 69941"/>
                <a:gd name="connsiteX21" fmla="*/ 23036 w 47134"/>
                <a:gd name="connsiteY21" fmla="*/ 42629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7134" h="69941">
                  <a:moveTo>
                    <a:pt x="37484" y="37516"/>
                  </a:moveTo>
                  <a:cubicBezTo>
                    <a:pt x="37484" y="62875"/>
                    <a:pt x="24881" y="66761"/>
                    <a:pt x="18733" y="66761"/>
                  </a:cubicBezTo>
                  <a:cubicBezTo>
                    <a:pt x="16478" y="66761"/>
                    <a:pt x="11048" y="66556"/>
                    <a:pt x="8281" y="63386"/>
                  </a:cubicBezTo>
                  <a:cubicBezTo>
                    <a:pt x="12482" y="62977"/>
                    <a:pt x="12790" y="59501"/>
                    <a:pt x="12790" y="58580"/>
                  </a:cubicBezTo>
                  <a:cubicBezTo>
                    <a:pt x="12790" y="56024"/>
                    <a:pt x="11048" y="53774"/>
                    <a:pt x="7974" y="53774"/>
                  </a:cubicBezTo>
                  <a:cubicBezTo>
                    <a:pt x="4900" y="53774"/>
                    <a:pt x="3055" y="55820"/>
                    <a:pt x="3055" y="58785"/>
                  </a:cubicBezTo>
                  <a:cubicBezTo>
                    <a:pt x="3055" y="65738"/>
                    <a:pt x="8896" y="70033"/>
                    <a:pt x="18835" y="70033"/>
                  </a:cubicBezTo>
                  <a:cubicBezTo>
                    <a:pt x="33488" y="70033"/>
                    <a:pt x="47320" y="56229"/>
                    <a:pt x="47320" y="34346"/>
                  </a:cubicBezTo>
                  <a:cubicBezTo>
                    <a:pt x="47320" y="8987"/>
                    <a:pt x="36049" y="91"/>
                    <a:pt x="24061" y="91"/>
                  </a:cubicBezTo>
                  <a:cubicBezTo>
                    <a:pt x="20679" y="91"/>
                    <a:pt x="13609" y="602"/>
                    <a:pt x="7769" y="6329"/>
                  </a:cubicBezTo>
                  <a:cubicBezTo>
                    <a:pt x="4285" y="9703"/>
                    <a:pt x="186" y="13691"/>
                    <a:pt x="186" y="22894"/>
                  </a:cubicBezTo>
                  <a:cubicBezTo>
                    <a:pt x="186" y="35880"/>
                    <a:pt x="10535" y="45492"/>
                    <a:pt x="22524" y="45492"/>
                  </a:cubicBezTo>
                  <a:cubicBezTo>
                    <a:pt x="30721" y="45492"/>
                    <a:pt x="35127" y="40072"/>
                    <a:pt x="37484" y="35471"/>
                  </a:cubicBezTo>
                  <a:lnTo>
                    <a:pt x="37484" y="37516"/>
                  </a:lnTo>
                  <a:close/>
                  <a:moveTo>
                    <a:pt x="23036" y="42629"/>
                  </a:moveTo>
                  <a:cubicBezTo>
                    <a:pt x="19040" y="42629"/>
                    <a:pt x="15249" y="41299"/>
                    <a:pt x="12380" y="36596"/>
                  </a:cubicBezTo>
                  <a:cubicBezTo>
                    <a:pt x="10023" y="32812"/>
                    <a:pt x="10023" y="28518"/>
                    <a:pt x="10023" y="22894"/>
                  </a:cubicBezTo>
                  <a:cubicBezTo>
                    <a:pt x="10023" y="16963"/>
                    <a:pt x="10023" y="12873"/>
                    <a:pt x="12995" y="8783"/>
                  </a:cubicBezTo>
                  <a:cubicBezTo>
                    <a:pt x="15454" y="5204"/>
                    <a:pt x="18835" y="3056"/>
                    <a:pt x="24163" y="3056"/>
                  </a:cubicBezTo>
                  <a:cubicBezTo>
                    <a:pt x="29389" y="3056"/>
                    <a:pt x="32463" y="6329"/>
                    <a:pt x="34102" y="8987"/>
                  </a:cubicBezTo>
                  <a:cubicBezTo>
                    <a:pt x="36869" y="13282"/>
                    <a:pt x="37176" y="20440"/>
                    <a:pt x="37176" y="24018"/>
                  </a:cubicBezTo>
                  <a:cubicBezTo>
                    <a:pt x="37176" y="37312"/>
                    <a:pt x="29491" y="42629"/>
                    <a:pt x="23036" y="4262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3" name="Freeform: Shape 612">
              <a:extLst>
                <a:ext uri="{FF2B5EF4-FFF2-40B4-BE49-F238E27FC236}">
                  <a16:creationId xmlns:a16="http://schemas.microsoft.com/office/drawing/2014/main" id="{2A7826AB-6E73-F77B-400A-BD526EEA98A4}"/>
                </a:ext>
              </a:extLst>
            </p:cNvPr>
            <p:cNvSpPr/>
            <p:nvPr>
              <p:custDataLst>
                <p:tags r:id="rId27"/>
              </p:custDataLst>
            </p:nvPr>
          </p:nvSpPr>
          <p:spPr>
            <a:xfrm>
              <a:off x="8899329" y="4266642"/>
              <a:ext cx="47134" cy="69941"/>
            </a:xfrm>
            <a:custGeom>
              <a:avLst/>
              <a:gdLst>
                <a:gd name="connsiteX0" fmla="*/ 31032 w 47134"/>
                <a:gd name="connsiteY0" fmla="*/ 31074 h 69941"/>
                <a:gd name="connsiteX1" fmla="*/ 44148 w 47134"/>
                <a:gd name="connsiteY1" fmla="*/ 15327 h 69941"/>
                <a:gd name="connsiteX2" fmla="*/ 23860 w 47134"/>
                <a:gd name="connsiteY2" fmla="*/ 91 h 69941"/>
                <a:gd name="connsiteX3" fmla="*/ 3367 w 47134"/>
                <a:gd name="connsiteY3" fmla="*/ 17167 h 69941"/>
                <a:gd name="connsiteX4" fmla="*/ 7465 w 47134"/>
                <a:gd name="connsiteY4" fmla="*/ 27495 h 69941"/>
                <a:gd name="connsiteX5" fmla="*/ 16073 w 47134"/>
                <a:gd name="connsiteY5" fmla="*/ 33630 h 69941"/>
                <a:gd name="connsiteX6" fmla="*/ 190 w 47134"/>
                <a:gd name="connsiteY6" fmla="*/ 52343 h 69941"/>
                <a:gd name="connsiteX7" fmla="*/ 23655 w 47134"/>
                <a:gd name="connsiteY7" fmla="*/ 70033 h 69941"/>
                <a:gd name="connsiteX8" fmla="*/ 47324 w 47134"/>
                <a:gd name="connsiteY8" fmla="*/ 50707 h 69941"/>
                <a:gd name="connsiteX9" fmla="*/ 37385 w 47134"/>
                <a:gd name="connsiteY9" fmla="*/ 34755 h 69941"/>
                <a:gd name="connsiteX10" fmla="*/ 31032 w 47134"/>
                <a:gd name="connsiteY10" fmla="*/ 31074 h 69941"/>
                <a:gd name="connsiteX11" fmla="*/ 14331 w 47134"/>
                <a:gd name="connsiteY11" fmla="*/ 21360 h 69941"/>
                <a:gd name="connsiteX12" fmla="*/ 8797 w 47134"/>
                <a:gd name="connsiteY12" fmla="*/ 13282 h 69941"/>
                <a:gd name="connsiteX13" fmla="*/ 23655 w 47134"/>
                <a:gd name="connsiteY13" fmla="*/ 3056 h 69941"/>
                <a:gd name="connsiteX14" fmla="*/ 38717 w 47134"/>
                <a:gd name="connsiteY14" fmla="*/ 15327 h 69941"/>
                <a:gd name="connsiteX15" fmla="*/ 27856 w 47134"/>
                <a:gd name="connsiteY15" fmla="*/ 29029 h 69941"/>
                <a:gd name="connsiteX16" fmla="*/ 26729 w 47134"/>
                <a:gd name="connsiteY16" fmla="*/ 28518 h 69941"/>
                <a:gd name="connsiteX17" fmla="*/ 14331 w 47134"/>
                <a:gd name="connsiteY17" fmla="*/ 21360 h 69941"/>
                <a:gd name="connsiteX18" fmla="*/ 19351 w 47134"/>
                <a:gd name="connsiteY18" fmla="*/ 35573 h 69941"/>
                <a:gd name="connsiteX19" fmla="*/ 33389 w 47134"/>
                <a:gd name="connsiteY19" fmla="*/ 43651 h 69941"/>
                <a:gd name="connsiteX20" fmla="*/ 41177 w 47134"/>
                <a:gd name="connsiteY20" fmla="*/ 54286 h 69941"/>
                <a:gd name="connsiteX21" fmla="*/ 23860 w 47134"/>
                <a:gd name="connsiteY21" fmla="*/ 66761 h 69941"/>
                <a:gd name="connsiteX22" fmla="*/ 6338 w 47134"/>
                <a:gd name="connsiteY22" fmla="*/ 52343 h 69941"/>
                <a:gd name="connsiteX23" fmla="*/ 19351 w 47134"/>
                <a:gd name="connsiteY23" fmla="*/ 35573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134" h="69941">
                  <a:moveTo>
                    <a:pt x="31032" y="31074"/>
                  </a:moveTo>
                  <a:cubicBezTo>
                    <a:pt x="39025" y="27188"/>
                    <a:pt x="44148" y="22382"/>
                    <a:pt x="44148" y="15327"/>
                  </a:cubicBezTo>
                  <a:cubicBezTo>
                    <a:pt x="44148" y="5408"/>
                    <a:pt x="33799" y="91"/>
                    <a:pt x="23860" y="91"/>
                  </a:cubicBezTo>
                  <a:cubicBezTo>
                    <a:pt x="12589" y="91"/>
                    <a:pt x="3367" y="7453"/>
                    <a:pt x="3367" y="17167"/>
                  </a:cubicBezTo>
                  <a:cubicBezTo>
                    <a:pt x="3367" y="21973"/>
                    <a:pt x="5621" y="25450"/>
                    <a:pt x="7465" y="27495"/>
                  </a:cubicBezTo>
                  <a:cubicBezTo>
                    <a:pt x="9310" y="29642"/>
                    <a:pt x="10027" y="30051"/>
                    <a:pt x="16073" y="33630"/>
                  </a:cubicBezTo>
                  <a:cubicBezTo>
                    <a:pt x="10334" y="36084"/>
                    <a:pt x="190" y="41606"/>
                    <a:pt x="190" y="52343"/>
                  </a:cubicBezTo>
                  <a:cubicBezTo>
                    <a:pt x="190" y="63693"/>
                    <a:pt x="11974" y="70033"/>
                    <a:pt x="23655" y="70033"/>
                  </a:cubicBezTo>
                  <a:cubicBezTo>
                    <a:pt x="36668" y="70033"/>
                    <a:pt x="47324" y="61750"/>
                    <a:pt x="47324" y="50707"/>
                  </a:cubicBezTo>
                  <a:cubicBezTo>
                    <a:pt x="47324" y="43958"/>
                    <a:pt x="43328" y="38232"/>
                    <a:pt x="37385" y="34755"/>
                  </a:cubicBezTo>
                  <a:cubicBezTo>
                    <a:pt x="36053" y="33937"/>
                    <a:pt x="32467" y="31892"/>
                    <a:pt x="31032" y="31074"/>
                  </a:cubicBezTo>
                  <a:close/>
                  <a:moveTo>
                    <a:pt x="14331" y="21360"/>
                  </a:moveTo>
                  <a:cubicBezTo>
                    <a:pt x="11667" y="19826"/>
                    <a:pt x="8797" y="17065"/>
                    <a:pt x="8797" y="13282"/>
                  </a:cubicBezTo>
                  <a:cubicBezTo>
                    <a:pt x="8797" y="6840"/>
                    <a:pt x="16277" y="3056"/>
                    <a:pt x="23655" y="3056"/>
                  </a:cubicBezTo>
                  <a:cubicBezTo>
                    <a:pt x="31647" y="3056"/>
                    <a:pt x="38717" y="8067"/>
                    <a:pt x="38717" y="15327"/>
                  </a:cubicBezTo>
                  <a:cubicBezTo>
                    <a:pt x="38717" y="24428"/>
                    <a:pt x="28061" y="29029"/>
                    <a:pt x="27856" y="29029"/>
                  </a:cubicBezTo>
                  <a:cubicBezTo>
                    <a:pt x="27651" y="29029"/>
                    <a:pt x="27446" y="28927"/>
                    <a:pt x="26729" y="28518"/>
                  </a:cubicBezTo>
                  <a:lnTo>
                    <a:pt x="14331" y="21360"/>
                  </a:lnTo>
                  <a:close/>
                  <a:moveTo>
                    <a:pt x="19351" y="35573"/>
                  </a:moveTo>
                  <a:lnTo>
                    <a:pt x="33389" y="43651"/>
                  </a:lnTo>
                  <a:cubicBezTo>
                    <a:pt x="36053" y="45185"/>
                    <a:pt x="41177" y="48253"/>
                    <a:pt x="41177" y="54286"/>
                  </a:cubicBezTo>
                  <a:cubicBezTo>
                    <a:pt x="41177" y="61955"/>
                    <a:pt x="32672" y="66761"/>
                    <a:pt x="23860" y="66761"/>
                  </a:cubicBezTo>
                  <a:cubicBezTo>
                    <a:pt x="14433" y="66761"/>
                    <a:pt x="6338" y="60728"/>
                    <a:pt x="6338" y="52343"/>
                  </a:cubicBezTo>
                  <a:cubicBezTo>
                    <a:pt x="6338" y="44776"/>
                    <a:pt x="11974" y="38948"/>
                    <a:pt x="19351" y="3557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4" name="Freeform: Shape 613">
              <a:extLst>
                <a:ext uri="{FF2B5EF4-FFF2-40B4-BE49-F238E27FC236}">
                  <a16:creationId xmlns:a16="http://schemas.microsoft.com/office/drawing/2014/main" id="{08D47E7B-9981-73CE-4433-097D2593D364}"/>
                </a:ext>
              </a:extLst>
            </p:cNvPr>
            <p:cNvSpPr/>
            <p:nvPr>
              <p:custDataLst>
                <p:tags r:id="rId28"/>
              </p:custDataLst>
            </p:nvPr>
          </p:nvSpPr>
          <p:spPr>
            <a:xfrm>
              <a:off x="8957677" y="4266642"/>
              <a:ext cx="47134" cy="69941"/>
            </a:xfrm>
            <a:custGeom>
              <a:avLst/>
              <a:gdLst>
                <a:gd name="connsiteX0" fmla="*/ 37492 w 47134"/>
                <a:gd name="connsiteY0" fmla="*/ 37516 h 69941"/>
                <a:gd name="connsiteX1" fmla="*/ 18741 w 47134"/>
                <a:gd name="connsiteY1" fmla="*/ 66761 h 69941"/>
                <a:gd name="connsiteX2" fmla="*/ 8289 w 47134"/>
                <a:gd name="connsiteY2" fmla="*/ 63386 h 69941"/>
                <a:gd name="connsiteX3" fmla="*/ 12798 w 47134"/>
                <a:gd name="connsiteY3" fmla="*/ 58580 h 69941"/>
                <a:gd name="connsiteX4" fmla="*/ 7982 w 47134"/>
                <a:gd name="connsiteY4" fmla="*/ 53774 h 69941"/>
                <a:gd name="connsiteX5" fmla="*/ 3063 w 47134"/>
                <a:gd name="connsiteY5" fmla="*/ 58785 h 69941"/>
                <a:gd name="connsiteX6" fmla="*/ 18843 w 47134"/>
                <a:gd name="connsiteY6" fmla="*/ 70033 h 69941"/>
                <a:gd name="connsiteX7" fmla="*/ 47328 w 47134"/>
                <a:gd name="connsiteY7" fmla="*/ 34346 h 69941"/>
                <a:gd name="connsiteX8" fmla="*/ 24069 w 47134"/>
                <a:gd name="connsiteY8" fmla="*/ 91 h 69941"/>
                <a:gd name="connsiteX9" fmla="*/ 7777 w 47134"/>
                <a:gd name="connsiteY9" fmla="*/ 6329 h 69941"/>
                <a:gd name="connsiteX10" fmla="*/ 194 w 47134"/>
                <a:gd name="connsiteY10" fmla="*/ 22894 h 69941"/>
                <a:gd name="connsiteX11" fmla="*/ 22532 w 47134"/>
                <a:gd name="connsiteY11" fmla="*/ 45492 h 69941"/>
                <a:gd name="connsiteX12" fmla="*/ 37492 w 47134"/>
                <a:gd name="connsiteY12" fmla="*/ 35471 h 69941"/>
                <a:gd name="connsiteX13" fmla="*/ 37492 w 47134"/>
                <a:gd name="connsiteY13" fmla="*/ 37516 h 69941"/>
                <a:gd name="connsiteX14" fmla="*/ 23044 w 47134"/>
                <a:gd name="connsiteY14" fmla="*/ 42629 h 69941"/>
                <a:gd name="connsiteX15" fmla="*/ 12388 w 47134"/>
                <a:gd name="connsiteY15" fmla="*/ 36596 h 69941"/>
                <a:gd name="connsiteX16" fmla="*/ 10031 w 47134"/>
                <a:gd name="connsiteY16" fmla="*/ 22894 h 69941"/>
                <a:gd name="connsiteX17" fmla="*/ 13003 w 47134"/>
                <a:gd name="connsiteY17" fmla="*/ 8783 h 69941"/>
                <a:gd name="connsiteX18" fmla="*/ 24171 w 47134"/>
                <a:gd name="connsiteY18" fmla="*/ 3056 h 69941"/>
                <a:gd name="connsiteX19" fmla="*/ 34110 w 47134"/>
                <a:gd name="connsiteY19" fmla="*/ 8987 h 69941"/>
                <a:gd name="connsiteX20" fmla="*/ 37184 w 47134"/>
                <a:gd name="connsiteY20" fmla="*/ 24018 h 69941"/>
                <a:gd name="connsiteX21" fmla="*/ 23044 w 47134"/>
                <a:gd name="connsiteY21" fmla="*/ 42629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7134" h="69941">
                  <a:moveTo>
                    <a:pt x="37492" y="37516"/>
                  </a:moveTo>
                  <a:cubicBezTo>
                    <a:pt x="37492" y="62875"/>
                    <a:pt x="24889" y="66761"/>
                    <a:pt x="18741" y="66761"/>
                  </a:cubicBezTo>
                  <a:cubicBezTo>
                    <a:pt x="16486" y="66761"/>
                    <a:pt x="11056" y="66556"/>
                    <a:pt x="8289" y="63386"/>
                  </a:cubicBezTo>
                  <a:cubicBezTo>
                    <a:pt x="12490" y="62977"/>
                    <a:pt x="12798" y="59501"/>
                    <a:pt x="12798" y="58580"/>
                  </a:cubicBezTo>
                  <a:cubicBezTo>
                    <a:pt x="12798" y="56024"/>
                    <a:pt x="11056" y="53774"/>
                    <a:pt x="7982" y="53774"/>
                  </a:cubicBezTo>
                  <a:cubicBezTo>
                    <a:pt x="4908" y="53774"/>
                    <a:pt x="3063" y="55820"/>
                    <a:pt x="3063" y="58785"/>
                  </a:cubicBezTo>
                  <a:cubicBezTo>
                    <a:pt x="3063" y="65738"/>
                    <a:pt x="8904" y="70033"/>
                    <a:pt x="18843" y="70033"/>
                  </a:cubicBezTo>
                  <a:cubicBezTo>
                    <a:pt x="33496" y="70033"/>
                    <a:pt x="47328" y="56229"/>
                    <a:pt x="47328" y="34346"/>
                  </a:cubicBezTo>
                  <a:cubicBezTo>
                    <a:pt x="47328" y="8987"/>
                    <a:pt x="36057" y="91"/>
                    <a:pt x="24069" y="91"/>
                  </a:cubicBezTo>
                  <a:cubicBezTo>
                    <a:pt x="20687" y="91"/>
                    <a:pt x="13617" y="602"/>
                    <a:pt x="7777" y="6329"/>
                  </a:cubicBezTo>
                  <a:cubicBezTo>
                    <a:pt x="4293" y="9703"/>
                    <a:pt x="194" y="13691"/>
                    <a:pt x="194" y="22894"/>
                  </a:cubicBezTo>
                  <a:cubicBezTo>
                    <a:pt x="194" y="35880"/>
                    <a:pt x="10543" y="45492"/>
                    <a:pt x="22532" y="45492"/>
                  </a:cubicBezTo>
                  <a:cubicBezTo>
                    <a:pt x="30729" y="45492"/>
                    <a:pt x="35135" y="40072"/>
                    <a:pt x="37492" y="35471"/>
                  </a:cubicBezTo>
                  <a:lnTo>
                    <a:pt x="37492" y="37516"/>
                  </a:lnTo>
                  <a:close/>
                  <a:moveTo>
                    <a:pt x="23044" y="42629"/>
                  </a:moveTo>
                  <a:cubicBezTo>
                    <a:pt x="19048" y="42629"/>
                    <a:pt x="15257" y="41299"/>
                    <a:pt x="12388" y="36596"/>
                  </a:cubicBezTo>
                  <a:cubicBezTo>
                    <a:pt x="10031" y="32812"/>
                    <a:pt x="10031" y="28518"/>
                    <a:pt x="10031" y="22894"/>
                  </a:cubicBezTo>
                  <a:cubicBezTo>
                    <a:pt x="10031" y="16963"/>
                    <a:pt x="10031" y="12873"/>
                    <a:pt x="13003" y="8783"/>
                  </a:cubicBezTo>
                  <a:cubicBezTo>
                    <a:pt x="15462" y="5204"/>
                    <a:pt x="18843" y="3056"/>
                    <a:pt x="24171" y="3056"/>
                  </a:cubicBezTo>
                  <a:cubicBezTo>
                    <a:pt x="29397" y="3056"/>
                    <a:pt x="32471" y="6329"/>
                    <a:pt x="34110" y="8987"/>
                  </a:cubicBezTo>
                  <a:cubicBezTo>
                    <a:pt x="36877" y="13282"/>
                    <a:pt x="37184" y="20440"/>
                    <a:pt x="37184" y="24018"/>
                  </a:cubicBezTo>
                  <a:cubicBezTo>
                    <a:pt x="37184" y="37312"/>
                    <a:pt x="29499" y="42629"/>
                    <a:pt x="23044" y="4262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5" name="Freeform: Shape 614">
              <a:extLst>
                <a:ext uri="{FF2B5EF4-FFF2-40B4-BE49-F238E27FC236}">
                  <a16:creationId xmlns:a16="http://schemas.microsoft.com/office/drawing/2014/main" id="{064CA67E-B23B-8DB4-6EE7-F95EC1C506DA}"/>
                </a:ext>
              </a:extLst>
            </p:cNvPr>
            <p:cNvSpPr/>
            <p:nvPr>
              <p:custDataLst>
                <p:tags r:id="rId29"/>
              </p:custDataLst>
            </p:nvPr>
          </p:nvSpPr>
          <p:spPr>
            <a:xfrm>
              <a:off x="9016026" y="4266642"/>
              <a:ext cx="47134" cy="69941"/>
            </a:xfrm>
            <a:custGeom>
              <a:avLst/>
              <a:gdLst>
                <a:gd name="connsiteX0" fmla="*/ 37496 w 47134"/>
                <a:gd name="connsiteY0" fmla="*/ 37516 h 69941"/>
                <a:gd name="connsiteX1" fmla="*/ 18745 w 47134"/>
                <a:gd name="connsiteY1" fmla="*/ 66761 h 69941"/>
                <a:gd name="connsiteX2" fmla="*/ 8293 w 47134"/>
                <a:gd name="connsiteY2" fmla="*/ 63386 h 69941"/>
                <a:gd name="connsiteX3" fmla="*/ 12802 w 47134"/>
                <a:gd name="connsiteY3" fmla="*/ 58580 h 69941"/>
                <a:gd name="connsiteX4" fmla="*/ 7986 w 47134"/>
                <a:gd name="connsiteY4" fmla="*/ 53774 h 69941"/>
                <a:gd name="connsiteX5" fmla="*/ 3067 w 47134"/>
                <a:gd name="connsiteY5" fmla="*/ 58785 h 69941"/>
                <a:gd name="connsiteX6" fmla="*/ 18847 w 47134"/>
                <a:gd name="connsiteY6" fmla="*/ 70033 h 69941"/>
                <a:gd name="connsiteX7" fmla="*/ 47332 w 47134"/>
                <a:gd name="connsiteY7" fmla="*/ 34346 h 69941"/>
                <a:gd name="connsiteX8" fmla="*/ 24073 w 47134"/>
                <a:gd name="connsiteY8" fmla="*/ 91 h 69941"/>
                <a:gd name="connsiteX9" fmla="*/ 7781 w 47134"/>
                <a:gd name="connsiteY9" fmla="*/ 6329 h 69941"/>
                <a:gd name="connsiteX10" fmla="*/ 198 w 47134"/>
                <a:gd name="connsiteY10" fmla="*/ 22894 h 69941"/>
                <a:gd name="connsiteX11" fmla="*/ 22536 w 47134"/>
                <a:gd name="connsiteY11" fmla="*/ 45492 h 69941"/>
                <a:gd name="connsiteX12" fmla="*/ 37496 w 47134"/>
                <a:gd name="connsiteY12" fmla="*/ 35471 h 69941"/>
                <a:gd name="connsiteX13" fmla="*/ 37496 w 47134"/>
                <a:gd name="connsiteY13" fmla="*/ 37516 h 69941"/>
                <a:gd name="connsiteX14" fmla="*/ 23048 w 47134"/>
                <a:gd name="connsiteY14" fmla="*/ 42629 h 69941"/>
                <a:gd name="connsiteX15" fmla="*/ 12392 w 47134"/>
                <a:gd name="connsiteY15" fmla="*/ 36596 h 69941"/>
                <a:gd name="connsiteX16" fmla="*/ 10035 w 47134"/>
                <a:gd name="connsiteY16" fmla="*/ 22894 h 69941"/>
                <a:gd name="connsiteX17" fmla="*/ 13007 w 47134"/>
                <a:gd name="connsiteY17" fmla="*/ 8783 h 69941"/>
                <a:gd name="connsiteX18" fmla="*/ 24175 w 47134"/>
                <a:gd name="connsiteY18" fmla="*/ 3056 h 69941"/>
                <a:gd name="connsiteX19" fmla="*/ 34114 w 47134"/>
                <a:gd name="connsiteY19" fmla="*/ 8987 h 69941"/>
                <a:gd name="connsiteX20" fmla="*/ 37188 w 47134"/>
                <a:gd name="connsiteY20" fmla="*/ 24018 h 69941"/>
                <a:gd name="connsiteX21" fmla="*/ 23048 w 47134"/>
                <a:gd name="connsiteY21" fmla="*/ 42629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7134" h="69941">
                  <a:moveTo>
                    <a:pt x="37496" y="37516"/>
                  </a:moveTo>
                  <a:cubicBezTo>
                    <a:pt x="37496" y="62875"/>
                    <a:pt x="24892" y="66761"/>
                    <a:pt x="18745" y="66761"/>
                  </a:cubicBezTo>
                  <a:cubicBezTo>
                    <a:pt x="16490" y="66761"/>
                    <a:pt x="11060" y="66556"/>
                    <a:pt x="8293" y="63386"/>
                  </a:cubicBezTo>
                  <a:cubicBezTo>
                    <a:pt x="12494" y="62977"/>
                    <a:pt x="12802" y="59501"/>
                    <a:pt x="12802" y="58580"/>
                  </a:cubicBezTo>
                  <a:cubicBezTo>
                    <a:pt x="12802" y="56024"/>
                    <a:pt x="11060" y="53774"/>
                    <a:pt x="7986" y="53774"/>
                  </a:cubicBezTo>
                  <a:cubicBezTo>
                    <a:pt x="4912" y="53774"/>
                    <a:pt x="3067" y="55820"/>
                    <a:pt x="3067" y="58785"/>
                  </a:cubicBezTo>
                  <a:cubicBezTo>
                    <a:pt x="3067" y="65738"/>
                    <a:pt x="8908" y="70033"/>
                    <a:pt x="18847" y="70033"/>
                  </a:cubicBezTo>
                  <a:cubicBezTo>
                    <a:pt x="33500" y="70033"/>
                    <a:pt x="47332" y="56229"/>
                    <a:pt x="47332" y="34346"/>
                  </a:cubicBezTo>
                  <a:cubicBezTo>
                    <a:pt x="47332" y="8987"/>
                    <a:pt x="36061" y="91"/>
                    <a:pt x="24073" y="91"/>
                  </a:cubicBezTo>
                  <a:cubicBezTo>
                    <a:pt x="20691" y="91"/>
                    <a:pt x="13621" y="602"/>
                    <a:pt x="7781" y="6329"/>
                  </a:cubicBezTo>
                  <a:cubicBezTo>
                    <a:pt x="4297" y="9703"/>
                    <a:pt x="198" y="13691"/>
                    <a:pt x="198" y="22894"/>
                  </a:cubicBezTo>
                  <a:cubicBezTo>
                    <a:pt x="198" y="35880"/>
                    <a:pt x="10547" y="45492"/>
                    <a:pt x="22536" y="45492"/>
                  </a:cubicBezTo>
                  <a:cubicBezTo>
                    <a:pt x="30733" y="45492"/>
                    <a:pt x="35139" y="40072"/>
                    <a:pt x="37496" y="35471"/>
                  </a:cubicBezTo>
                  <a:lnTo>
                    <a:pt x="37496" y="37516"/>
                  </a:lnTo>
                  <a:close/>
                  <a:moveTo>
                    <a:pt x="23048" y="42629"/>
                  </a:moveTo>
                  <a:cubicBezTo>
                    <a:pt x="19052" y="42629"/>
                    <a:pt x="15261" y="41299"/>
                    <a:pt x="12392" y="36596"/>
                  </a:cubicBezTo>
                  <a:cubicBezTo>
                    <a:pt x="10035" y="32812"/>
                    <a:pt x="10035" y="28518"/>
                    <a:pt x="10035" y="22894"/>
                  </a:cubicBezTo>
                  <a:cubicBezTo>
                    <a:pt x="10035" y="16963"/>
                    <a:pt x="10035" y="12873"/>
                    <a:pt x="13007" y="8783"/>
                  </a:cubicBezTo>
                  <a:cubicBezTo>
                    <a:pt x="15466" y="5204"/>
                    <a:pt x="18847" y="3056"/>
                    <a:pt x="24175" y="3056"/>
                  </a:cubicBezTo>
                  <a:cubicBezTo>
                    <a:pt x="29401" y="3056"/>
                    <a:pt x="32475" y="6329"/>
                    <a:pt x="34114" y="8987"/>
                  </a:cubicBezTo>
                  <a:cubicBezTo>
                    <a:pt x="36881" y="13282"/>
                    <a:pt x="37188" y="20440"/>
                    <a:pt x="37188" y="24018"/>
                  </a:cubicBezTo>
                  <a:cubicBezTo>
                    <a:pt x="37188" y="37312"/>
                    <a:pt x="29503" y="42629"/>
                    <a:pt x="23048" y="4262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6" name="Freeform: Shape 615">
              <a:extLst>
                <a:ext uri="{FF2B5EF4-FFF2-40B4-BE49-F238E27FC236}">
                  <a16:creationId xmlns:a16="http://schemas.microsoft.com/office/drawing/2014/main" id="{08AC33D9-B1AF-0715-CF03-ACD057390FAA}"/>
                </a:ext>
              </a:extLst>
            </p:cNvPr>
            <p:cNvSpPr/>
            <p:nvPr>
              <p:custDataLst>
                <p:tags r:id="rId30"/>
              </p:custDataLst>
            </p:nvPr>
          </p:nvSpPr>
          <p:spPr>
            <a:xfrm>
              <a:off x="9076014" y="4265415"/>
              <a:ext cx="48670" cy="71168"/>
            </a:xfrm>
            <a:custGeom>
              <a:avLst/>
              <a:gdLst>
                <a:gd name="connsiteX0" fmla="*/ 47849 w 48670"/>
                <a:gd name="connsiteY0" fmla="*/ 7453 h 71168"/>
                <a:gd name="connsiteX1" fmla="*/ 48873 w 48670"/>
                <a:gd name="connsiteY1" fmla="*/ 3363 h 71168"/>
                <a:gd name="connsiteX2" fmla="*/ 22027 w 48670"/>
                <a:gd name="connsiteY2" fmla="*/ 3363 h 71168"/>
                <a:gd name="connsiteX3" fmla="*/ 13113 w 48670"/>
                <a:gd name="connsiteY3" fmla="*/ 2954 h 71168"/>
                <a:gd name="connsiteX4" fmla="*/ 7272 w 48670"/>
                <a:gd name="connsiteY4" fmla="*/ 91 h 71168"/>
                <a:gd name="connsiteX5" fmla="*/ 3789 w 48670"/>
                <a:gd name="connsiteY5" fmla="*/ 91 h 71168"/>
                <a:gd name="connsiteX6" fmla="*/ 202 w 48670"/>
                <a:gd name="connsiteY6" fmla="*/ 21973 h 71168"/>
                <a:gd name="connsiteX7" fmla="*/ 3686 w 48670"/>
                <a:gd name="connsiteY7" fmla="*/ 21973 h 71168"/>
                <a:gd name="connsiteX8" fmla="*/ 6555 w 48670"/>
                <a:gd name="connsiteY8" fmla="*/ 12668 h 71168"/>
                <a:gd name="connsiteX9" fmla="*/ 17212 w 48670"/>
                <a:gd name="connsiteY9" fmla="*/ 12055 h 71168"/>
                <a:gd name="connsiteX10" fmla="*/ 39549 w 48670"/>
                <a:gd name="connsiteY10" fmla="*/ 12055 h 71168"/>
                <a:gd name="connsiteX11" fmla="*/ 28893 w 48670"/>
                <a:gd name="connsiteY11" fmla="*/ 25552 h 71168"/>
                <a:gd name="connsiteX12" fmla="*/ 14240 w 48670"/>
                <a:gd name="connsiteY12" fmla="*/ 65431 h 71168"/>
                <a:gd name="connsiteX13" fmla="*/ 19056 w 48670"/>
                <a:gd name="connsiteY13" fmla="*/ 71260 h 71168"/>
                <a:gd name="connsiteX14" fmla="*/ 23974 w 48670"/>
                <a:gd name="connsiteY14" fmla="*/ 65329 h 71168"/>
                <a:gd name="connsiteX15" fmla="*/ 23974 w 48670"/>
                <a:gd name="connsiteY15" fmla="*/ 61239 h 71168"/>
                <a:gd name="connsiteX16" fmla="*/ 32479 w 48670"/>
                <a:gd name="connsiteY16" fmla="*/ 26779 h 71168"/>
                <a:gd name="connsiteX17" fmla="*/ 47849 w 48670"/>
                <a:gd name="connsiteY17" fmla="*/ 7453 h 71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670" h="71168">
                  <a:moveTo>
                    <a:pt x="47849" y="7453"/>
                  </a:moveTo>
                  <a:cubicBezTo>
                    <a:pt x="48873" y="6226"/>
                    <a:pt x="48873" y="6022"/>
                    <a:pt x="48873" y="3363"/>
                  </a:cubicBezTo>
                  <a:lnTo>
                    <a:pt x="22027" y="3363"/>
                  </a:lnTo>
                  <a:cubicBezTo>
                    <a:pt x="17929" y="3363"/>
                    <a:pt x="16802" y="3261"/>
                    <a:pt x="13113" y="2954"/>
                  </a:cubicBezTo>
                  <a:cubicBezTo>
                    <a:pt x="7785" y="2545"/>
                    <a:pt x="7580" y="1829"/>
                    <a:pt x="7272" y="91"/>
                  </a:cubicBezTo>
                  <a:lnTo>
                    <a:pt x="3789" y="91"/>
                  </a:lnTo>
                  <a:lnTo>
                    <a:pt x="202" y="21973"/>
                  </a:lnTo>
                  <a:lnTo>
                    <a:pt x="3686" y="21973"/>
                  </a:lnTo>
                  <a:cubicBezTo>
                    <a:pt x="3891" y="20440"/>
                    <a:pt x="4916" y="13691"/>
                    <a:pt x="6555" y="12668"/>
                  </a:cubicBezTo>
                  <a:cubicBezTo>
                    <a:pt x="7375" y="12055"/>
                    <a:pt x="15675" y="12055"/>
                    <a:pt x="17212" y="12055"/>
                  </a:cubicBezTo>
                  <a:lnTo>
                    <a:pt x="39549" y="12055"/>
                  </a:lnTo>
                  <a:cubicBezTo>
                    <a:pt x="36270" y="16349"/>
                    <a:pt x="31044" y="22689"/>
                    <a:pt x="28893" y="25552"/>
                  </a:cubicBezTo>
                  <a:cubicBezTo>
                    <a:pt x="15470" y="43140"/>
                    <a:pt x="14240" y="59398"/>
                    <a:pt x="14240" y="65431"/>
                  </a:cubicBezTo>
                  <a:cubicBezTo>
                    <a:pt x="14240" y="66556"/>
                    <a:pt x="14240" y="71260"/>
                    <a:pt x="19056" y="71260"/>
                  </a:cubicBezTo>
                  <a:cubicBezTo>
                    <a:pt x="23974" y="71260"/>
                    <a:pt x="23974" y="66659"/>
                    <a:pt x="23974" y="65329"/>
                  </a:cubicBezTo>
                  <a:lnTo>
                    <a:pt x="23974" y="61239"/>
                  </a:lnTo>
                  <a:cubicBezTo>
                    <a:pt x="23974" y="41402"/>
                    <a:pt x="28073" y="32301"/>
                    <a:pt x="32479" y="26779"/>
                  </a:cubicBezTo>
                  <a:lnTo>
                    <a:pt x="47849" y="745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7" name="Freeform: Shape 616">
              <a:extLst>
                <a:ext uri="{FF2B5EF4-FFF2-40B4-BE49-F238E27FC236}">
                  <a16:creationId xmlns:a16="http://schemas.microsoft.com/office/drawing/2014/main" id="{E6E2EE40-0FF6-C785-AE86-39497494BB54}"/>
                </a:ext>
              </a:extLst>
            </p:cNvPr>
            <p:cNvSpPr/>
            <p:nvPr>
              <p:custDataLst>
                <p:tags r:id="rId31"/>
              </p:custDataLst>
            </p:nvPr>
          </p:nvSpPr>
          <p:spPr>
            <a:xfrm>
              <a:off x="9132723" y="4266642"/>
              <a:ext cx="47134" cy="69941"/>
            </a:xfrm>
            <a:custGeom>
              <a:avLst/>
              <a:gdLst>
                <a:gd name="connsiteX0" fmla="*/ 37504 w 47134"/>
                <a:gd name="connsiteY0" fmla="*/ 37516 h 69941"/>
                <a:gd name="connsiteX1" fmla="*/ 18753 w 47134"/>
                <a:gd name="connsiteY1" fmla="*/ 66761 h 69941"/>
                <a:gd name="connsiteX2" fmla="*/ 8301 w 47134"/>
                <a:gd name="connsiteY2" fmla="*/ 63386 h 69941"/>
                <a:gd name="connsiteX3" fmla="*/ 12810 w 47134"/>
                <a:gd name="connsiteY3" fmla="*/ 58580 h 69941"/>
                <a:gd name="connsiteX4" fmla="*/ 7994 w 47134"/>
                <a:gd name="connsiteY4" fmla="*/ 53774 h 69941"/>
                <a:gd name="connsiteX5" fmla="*/ 3075 w 47134"/>
                <a:gd name="connsiteY5" fmla="*/ 58785 h 69941"/>
                <a:gd name="connsiteX6" fmla="*/ 18855 w 47134"/>
                <a:gd name="connsiteY6" fmla="*/ 70033 h 69941"/>
                <a:gd name="connsiteX7" fmla="*/ 47340 w 47134"/>
                <a:gd name="connsiteY7" fmla="*/ 34346 h 69941"/>
                <a:gd name="connsiteX8" fmla="*/ 24081 w 47134"/>
                <a:gd name="connsiteY8" fmla="*/ 91 h 69941"/>
                <a:gd name="connsiteX9" fmla="*/ 7789 w 47134"/>
                <a:gd name="connsiteY9" fmla="*/ 6329 h 69941"/>
                <a:gd name="connsiteX10" fmla="*/ 206 w 47134"/>
                <a:gd name="connsiteY10" fmla="*/ 22894 h 69941"/>
                <a:gd name="connsiteX11" fmla="*/ 22544 w 47134"/>
                <a:gd name="connsiteY11" fmla="*/ 45492 h 69941"/>
                <a:gd name="connsiteX12" fmla="*/ 37504 w 47134"/>
                <a:gd name="connsiteY12" fmla="*/ 35471 h 69941"/>
                <a:gd name="connsiteX13" fmla="*/ 37504 w 47134"/>
                <a:gd name="connsiteY13" fmla="*/ 37516 h 69941"/>
                <a:gd name="connsiteX14" fmla="*/ 23056 w 47134"/>
                <a:gd name="connsiteY14" fmla="*/ 42629 h 69941"/>
                <a:gd name="connsiteX15" fmla="*/ 12400 w 47134"/>
                <a:gd name="connsiteY15" fmla="*/ 36596 h 69941"/>
                <a:gd name="connsiteX16" fmla="*/ 10043 w 47134"/>
                <a:gd name="connsiteY16" fmla="*/ 22894 h 69941"/>
                <a:gd name="connsiteX17" fmla="*/ 13014 w 47134"/>
                <a:gd name="connsiteY17" fmla="*/ 8783 h 69941"/>
                <a:gd name="connsiteX18" fmla="*/ 24183 w 47134"/>
                <a:gd name="connsiteY18" fmla="*/ 3056 h 69941"/>
                <a:gd name="connsiteX19" fmla="*/ 34122 w 47134"/>
                <a:gd name="connsiteY19" fmla="*/ 8987 h 69941"/>
                <a:gd name="connsiteX20" fmla="*/ 37196 w 47134"/>
                <a:gd name="connsiteY20" fmla="*/ 24018 h 69941"/>
                <a:gd name="connsiteX21" fmla="*/ 23056 w 47134"/>
                <a:gd name="connsiteY21" fmla="*/ 42629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7134" h="69941">
                  <a:moveTo>
                    <a:pt x="37504" y="37516"/>
                  </a:moveTo>
                  <a:cubicBezTo>
                    <a:pt x="37504" y="62875"/>
                    <a:pt x="24900" y="66761"/>
                    <a:pt x="18753" y="66761"/>
                  </a:cubicBezTo>
                  <a:cubicBezTo>
                    <a:pt x="16498" y="66761"/>
                    <a:pt x="11068" y="66556"/>
                    <a:pt x="8301" y="63386"/>
                  </a:cubicBezTo>
                  <a:cubicBezTo>
                    <a:pt x="12502" y="62977"/>
                    <a:pt x="12810" y="59501"/>
                    <a:pt x="12810" y="58580"/>
                  </a:cubicBezTo>
                  <a:cubicBezTo>
                    <a:pt x="12810" y="56024"/>
                    <a:pt x="11068" y="53774"/>
                    <a:pt x="7994" y="53774"/>
                  </a:cubicBezTo>
                  <a:cubicBezTo>
                    <a:pt x="4920" y="53774"/>
                    <a:pt x="3075" y="55820"/>
                    <a:pt x="3075" y="58785"/>
                  </a:cubicBezTo>
                  <a:cubicBezTo>
                    <a:pt x="3075" y="65738"/>
                    <a:pt x="8916" y="70033"/>
                    <a:pt x="18855" y="70033"/>
                  </a:cubicBezTo>
                  <a:cubicBezTo>
                    <a:pt x="33507" y="70033"/>
                    <a:pt x="47340" y="56229"/>
                    <a:pt x="47340" y="34346"/>
                  </a:cubicBezTo>
                  <a:cubicBezTo>
                    <a:pt x="47340" y="8987"/>
                    <a:pt x="36069" y="91"/>
                    <a:pt x="24081" y="91"/>
                  </a:cubicBezTo>
                  <a:cubicBezTo>
                    <a:pt x="20699" y="91"/>
                    <a:pt x="13629" y="602"/>
                    <a:pt x="7789" y="6329"/>
                  </a:cubicBezTo>
                  <a:cubicBezTo>
                    <a:pt x="4305" y="9703"/>
                    <a:pt x="206" y="13691"/>
                    <a:pt x="206" y="22894"/>
                  </a:cubicBezTo>
                  <a:cubicBezTo>
                    <a:pt x="206" y="35880"/>
                    <a:pt x="10555" y="45492"/>
                    <a:pt x="22544" y="45492"/>
                  </a:cubicBezTo>
                  <a:cubicBezTo>
                    <a:pt x="30741" y="45492"/>
                    <a:pt x="35147" y="40072"/>
                    <a:pt x="37504" y="35471"/>
                  </a:cubicBezTo>
                  <a:lnTo>
                    <a:pt x="37504" y="37516"/>
                  </a:lnTo>
                  <a:close/>
                  <a:moveTo>
                    <a:pt x="23056" y="42629"/>
                  </a:moveTo>
                  <a:cubicBezTo>
                    <a:pt x="19060" y="42629"/>
                    <a:pt x="15269" y="41299"/>
                    <a:pt x="12400" y="36596"/>
                  </a:cubicBezTo>
                  <a:cubicBezTo>
                    <a:pt x="10043" y="32812"/>
                    <a:pt x="10043" y="28518"/>
                    <a:pt x="10043" y="22894"/>
                  </a:cubicBezTo>
                  <a:cubicBezTo>
                    <a:pt x="10043" y="16963"/>
                    <a:pt x="10043" y="12873"/>
                    <a:pt x="13014" y="8783"/>
                  </a:cubicBezTo>
                  <a:cubicBezTo>
                    <a:pt x="15474" y="5204"/>
                    <a:pt x="18855" y="3056"/>
                    <a:pt x="24183" y="3056"/>
                  </a:cubicBezTo>
                  <a:cubicBezTo>
                    <a:pt x="29409" y="3056"/>
                    <a:pt x="32483" y="6329"/>
                    <a:pt x="34122" y="8987"/>
                  </a:cubicBezTo>
                  <a:cubicBezTo>
                    <a:pt x="36889" y="13282"/>
                    <a:pt x="37196" y="20440"/>
                    <a:pt x="37196" y="24018"/>
                  </a:cubicBezTo>
                  <a:cubicBezTo>
                    <a:pt x="37196" y="37312"/>
                    <a:pt x="29511" y="42629"/>
                    <a:pt x="23056" y="4262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8" name="Freeform: Shape 617">
              <a:extLst>
                <a:ext uri="{FF2B5EF4-FFF2-40B4-BE49-F238E27FC236}">
                  <a16:creationId xmlns:a16="http://schemas.microsoft.com/office/drawing/2014/main" id="{F07592E3-B9F5-AD5D-06CE-D8F599A3992F}"/>
                </a:ext>
              </a:extLst>
            </p:cNvPr>
            <p:cNvSpPr/>
            <p:nvPr>
              <p:custDataLst>
                <p:tags r:id="rId32"/>
              </p:custDataLst>
            </p:nvPr>
          </p:nvSpPr>
          <p:spPr>
            <a:xfrm>
              <a:off x="9192711" y="4271243"/>
              <a:ext cx="75414" cy="75361"/>
            </a:xfrm>
            <a:custGeom>
              <a:avLst/>
              <a:gdLst>
                <a:gd name="connsiteX0" fmla="*/ 40479 w 75414"/>
                <a:gd name="connsiteY0" fmla="*/ 40277 h 75361"/>
                <a:gd name="connsiteX1" fmla="*/ 71833 w 75414"/>
                <a:gd name="connsiteY1" fmla="*/ 40277 h 75361"/>
                <a:gd name="connsiteX2" fmla="*/ 75625 w 75414"/>
                <a:gd name="connsiteY2" fmla="*/ 37823 h 75361"/>
                <a:gd name="connsiteX3" fmla="*/ 71833 w 75414"/>
                <a:gd name="connsiteY3" fmla="*/ 35266 h 75361"/>
                <a:gd name="connsiteX4" fmla="*/ 40479 w 75414"/>
                <a:gd name="connsiteY4" fmla="*/ 35266 h 75361"/>
                <a:gd name="connsiteX5" fmla="*/ 40479 w 75414"/>
                <a:gd name="connsiteY5" fmla="*/ 3874 h 75361"/>
                <a:gd name="connsiteX6" fmla="*/ 38020 w 75414"/>
                <a:gd name="connsiteY6" fmla="*/ 91 h 75361"/>
                <a:gd name="connsiteX7" fmla="*/ 35458 w 75414"/>
                <a:gd name="connsiteY7" fmla="*/ 3874 h 75361"/>
                <a:gd name="connsiteX8" fmla="*/ 35458 w 75414"/>
                <a:gd name="connsiteY8" fmla="*/ 35266 h 75361"/>
                <a:gd name="connsiteX9" fmla="*/ 4001 w 75414"/>
                <a:gd name="connsiteY9" fmla="*/ 35266 h 75361"/>
                <a:gd name="connsiteX10" fmla="*/ 210 w 75414"/>
                <a:gd name="connsiteY10" fmla="*/ 37721 h 75361"/>
                <a:gd name="connsiteX11" fmla="*/ 4001 w 75414"/>
                <a:gd name="connsiteY11" fmla="*/ 40277 h 75361"/>
                <a:gd name="connsiteX12" fmla="*/ 35458 w 75414"/>
                <a:gd name="connsiteY12" fmla="*/ 40277 h 75361"/>
                <a:gd name="connsiteX13" fmla="*/ 35458 w 75414"/>
                <a:gd name="connsiteY13" fmla="*/ 71669 h 75361"/>
                <a:gd name="connsiteX14" fmla="*/ 37917 w 75414"/>
                <a:gd name="connsiteY14" fmla="*/ 75452 h 75361"/>
                <a:gd name="connsiteX15" fmla="*/ 40479 w 75414"/>
                <a:gd name="connsiteY15" fmla="*/ 71669 h 75361"/>
                <a:gd name="connsiteX16" fmla="*/ 40479 w 75414"/>
                <a:gd name="connsiteY16" fmla="*/ 40277 h 7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5414" h="75361">
                  <a:moveTo>
                    <a:pt x="40479" y="40277"/>
                  </a:moveTo>
                  <a:lnTo>
                    <a:pt x="71833" y="40277"/>
                  </a:lnTo>
                  <a:cubicBezTo>
                    <a:pt x="73166" y="40277"/>
                    <a:pt x="75625" y="40277"/>
                    <a:pt x="75625" y="37823"/>
                  </a:cubicBezTo>
                  <a:cubicBezTo>
                    <a:pt x="75625" y="35266"/>
                    <a:pt x="73268" y="35266"/>
                    <a:pt x="71833" y="35266"/>
                  </a:cubicBezTo>
                  <a:lnTo>
                    <a:pt x="40479" y="35266"/>
                  </a:lnTo>
                  <a:lnTo>
                    <a:pt x="40479" y="3874"/>
                  </a:lnTo>
                  <a:cubicBezTo>
                    <a:pt x="40479" y="2545"/>
                    <a:pt x="40479" y="91"/>
                    <a:pt x="38020" y="91"/>
                  </a:cubicBezTo>
                  <a:cubicBezTo>
                    <a:pt x="35458" y="91"/>
                    <a:pt x="35458" y="2443"/>
                    <a:pt x="35458" y="3874"/>
                  </a:cubicBezTo>
                  <a:lnTo>
                    <a:pt x="35458" y="35266"/>
                  </a:lnTo>
                  <a:lnTo>
                    <a:pt x="4001" y="35266"/>
                  </a:lnTo>
                  <a:cubicBezTo>
                    <a:pt x="2669" y="35266"/>
                    <a:pt x="210" y="35266"/>
                    <a:pt x="210" y="37721"/>
                  </a:cubicBezTo>
                  <a:cubicBezTo>
                    <a:pt x="210" y="40277"/>
                    <a:pt x="2567" y="40277"/>
                    <a:pt x="4001" y="40277"/>
                  </a:cubicBezTo>
                  <a:lnTo>
                    <a:pt x="35458" y="40277"/>
                  </a:lnTo>
                  <a:lnTo>
                    <a:pt x="35458" y="71669"/>
                  </a:lnTo>
                  <a:cubicBezTo>
                    <a:pt x="35458" y="72998"/>
                    <a:pt x="35458" y="75452"/>
                    <a:pt x="37917" y="75452"/>
                  </a:cubicBezTo>
                  <a:cubicBezTo>
                    <a:pt x="40479" y="75452"/>
                    <a:pt x="40479" y="73101"/>
                    <a:pt x="40479" y="71669"/>
                  </a:cubicBezTo>
                  <a:lnTo>
                    <a:pt x="40479" y="402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9" name="Freeform: Shape 618">
              <a:extLst>
                <a:ext uri="{FF2B5EF4-FFF2-40B4-BE49-F238E27FC236}">
                  <a16:creationId xmlns:a16="http://schemas.microsoft.com/office/drawing/2014/main" id="{E1C112C5-48F9-5B16-C692-3F51CF58FAF0}"/>
                </a:ext>
              </a:extLst>
            </p:cNvPr>
            <p:cNvSpPr/>
            <p:nvPr>
              <p:custDataLst>
                <p:tags r:id="rId33"/>
              </p:custDataLst>
            </p:nvPr>
          </p:nvSpPr>
          <p:spPr>
            <a:xfrm>
              <a:off x="9287183" y="4257848"/>
              <a:ext cx="26640" cy="102151"/>
            </a:xfrm>
            <a:custGeom>
              <a:avLst/>
              <a:gdLst>
                <a:gd name="connsiteX0" fmla="*/ 24808 w 26640"/>
                <a:gd name="connsiteY0" fmla="*/ 91 h 102151"/>
                <a:gd name="connsiteX1" fmla="*/ 216 w 26640"/>
                <a:gd name="connsiteY1" fmla="*/ 51116 h 102151"/>
                <a:gd name="connsiteX2" fmla="*/ 24808 w 26640"/>
                <a:gd name="connsiteY2" fmla="*/ 102243 h 102151"/>
                <a:gd name="connsiteX3" fmla="*/ 26857 w 26640"/>
                <a:gd name="connsiteY3" fmla="*/ 101016 h 102151"/>
                <a:gd name="connsiteX4" fmla="*/ 25833 w 26640"/>
                <a:gd name="connsiteY4" fmla="*/ 99482 h 102151"/>
                <a:gd name="connsiteX5" fmla="*/ 7184 w 26640"/>
                <a:gd name="connsiteY5" fmla="*/ 51218 h 102151"/>
                <a:gd name="connsiteX6" fmla="*/ 26140 w 26640"/>
                <a:gd name="connsiteY6" fmla="*/ 2545 h 102151"/>
                <a:gd name="connsiteX7" fmla="*/ 26857 w 26640"/>
                <a:gd name="connsiteY7" fmla="*/ 1318 h 102151"/>
                <a:gd name="connsiteX8" fmla="*/ 24808 w 26640"/>
                <a:gd name="connsiteY8" fmla="*/ 91 h 102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40" h="102151">
                  <a:moveTo>
                    <a:pt x="24808" y="91"/>
                  </a:moveTo>
                  <a:cubicBezTo>
                    <a:pt x="5340" y="13793"/>
                    <a:pt x="216" y="35471"/>
                    <a:pt x="216" y="51116"/>
                  </a:cubicBezTo>
                  <a:cubicBezTo>
                    <a:pt x="216" y="65534"/>
                    <a:pt x="4520" y="87927"/>
                    <a:pt x="24808" y="102243"/>
                  </a:cubicBezTo>
                  <a:cubicBezTo>
                    <a:pt x="25628" y="102243"/>
                    <a:pt x="26857" y="102243"/>
                    <a:pt x="26857" y="101016"/>
                  </a:cubicBezTo>
                  <a:cubicBezTo>
                    <a:pt x="26857" y="100402"/>
                    <a:pt x="26550" y="100198"/>
                    <a:pt x="25833" y="99482"/>
                  </a:cubicBezTo>
                  <a:cubicBezTo>
                    <a:pt x="12205" y="87212"/>
                    <a:pt x="7184" y="69828"/>
                    <a:pt x="7184" y="51218"/>
                  </a:cubicBezTo>
                  <a:cubicBezTo>
                    <a:pt x="7184" y="23609"/>
                    <a:pt x="17738" y="10112"/>
                    <a:pt x="26140" y="2545"/>
                  </a:cubicBezTo>
                  <a:cubicBezTo>
                    <a:pt x="26550" y="2136"/>
                    <a:pt x="26857" y="1829"/>
                    <a:pt x="26857" y="1318"/>
                  </a:cubicBezTo>
                  <a:cubicBezTo>
                    <a:pt x="26857" y="91"/>
                    <a:pt x="25628" y="91"/>
                    <a:pt x="24808" y="9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0" name="Freeform: Shape 619">
              <a:extLst>
                <a:ext uri="{FF2B5EF4-FFF2-40B4-BE49-F238E27FC236}">
                  <a16:creationId xmlns:a16="http://schemas.microsoft.com/office/drawing/2014/main" id="{AAA309D0-6793-A2CD-D913-1743CCB1523D}"/>
                </a:ext>
              </a:extLst>
            </p:cNvPr>
            <p:cNvSpPr/>
            <p:nvPr>
              <p:custDataLst>
                <p:tags r:id="rId34"/>
              </p:custDataLst>
            </p:nvPr>
          </p:nvSpPr>
          <p:spPr>
            <a:xfrm>
              <a:off x="9326471" y="4266642"/>
              <a:ext cx="47543" cy="69941"/>
            </a:xfrm>
            <a:custGeom>
              <a:avLst/>
              <a:gdLst>
                <a:gd name="connsiteX0" fmla="*/ 47763 w 47543"/>
                <a:gd name="connsiteY0" fmla="*/ 35369 h 69941"/>
                <a:gd name="connsiteX1" fmla="*/ 41718 w 47543"/>
                <a:gd name="connsiteY1" fmla="*/ 8885 h 69941"/>
                <a:gd name="connsiteX2" fmla="*/ 23991 w 47543"/>
                <a:gd name="connsiteY2" fmla="*/ 91 h 69941"/>
                <a:gd name="connsiteX3" fmla="*/ 220 w 47543"/>
                <a:gd name="connsiteY3" fmla="*/ 35369 h 69941"/>
                <a:gd name="connsiteX4" fmla="*/ 23991 w 47543"/>
                <a:gd name="connsiteY4" fmla="*/ 70033 h 69941"/>
                <a:gd name="connsiteX5" fmla="*/ 47763 w 47543"/>
                <a:gd name="connsiteY5" fmla="*/ 35369 h 69941"/>
                <a:gd name="connsiteX6" fmla="*/ 23991 w 47543"/>
                <a:gd name="connsiteY6" fmla="*/ 67170 h 69941"/>
                <a:gd name="connsiteX7" fmla="*/ 10978 w 47543"/>
                <a:gd name="connsiteY7" fmla="*/ 56024 h 69941"/>
                <a:gd name="connsiteX8" fmla="*/ 9544 w 47543"/>
                <a:gd name="connsiteY8" fmla="*/ 34039 h 69941"/>
                <a:gd name="connsiteX9" fmla="*/ 11081 w 47543"/>
                <a:gd name="connsiteY9" fmla="*/ 13180 h 69941"/>
                <a:gd name="connsiteX10" fmla="*/ 23991 w 47543"/>
                <a:gd name="connsiteY10" fmla="*/ 2954 h 69941"/>
                <a:gd name="connsiteX11" fmla="*/ 36697 w 47543"/>
                <a:gd name="connsiteY11" fmla="*/ 12259 h 69941"/>
                <a:gd name="connsiteX12" fmla="*/ 38439 w 47543"/>
                <a:gd name="connsiteY12" fmla="*/ 34039 h 69941"/>
                <a:gd name="connsiteX13" fmla="*/ 37107 w 47543"/>
                <a:gd name="connsiteY13" fmla="*/ 55615 h 69941"/>
                <a:gd name="connsiteX14" fmla="*/ 23991 w 47543"/>
                <a:gd name="connsiteY14" fmla="*/ 67170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543" h="69941">
                  <a:moveTo>
                    <a:pt x="47763" y="35369"/>
                  </a:moveTo>
                  <a:cubicBezTo>
                    <a:pt x="47763" y="24121"/>
                    <a:pt x="46431" y="16043"/>
                    <a:pt x="41718" y="8885"/>
                  </a:cubicBezTo>
                  <a:cubicBezTo>
                    <a:pt x="38542" y="4181"/>
                    <a:pt x="32189" y="91"/>
                    <a:pt x="23991" y="91"/>
                  </a:cubicBezTo>
                  <a:cubicBezTo>
                    <a:pt x="220" y="91"/>
                    <a:pt x="220" y="28006"/>
                    <a:pt x="220" y="35369"/>
                  </a:cubicBezTo>
                  <a:cubicBezTo>
                    <a:pt x="220" y="42731"/>
                    <a:pt x="220" y="70033"/>
                    <a:pt x="23991" y="70033"/>
                  </a:cubicBezTo>
                  <a:cubicBezTo>
                    <a:pt x="47763" y="70033"/>
                    <a:pt x="47763" y="42731"/>
                    <a:pt x="47763" y="35369"/>
                  </a:cubicBezTo>
                  <a:close/>
                  <a:moveTo>
                    <a:pt x="23991" y="67170"/>
                  </a:moveTo>
                  <a:cubicBezTo>
                    <a:pt x="19278" y="67170"/>
                    <a:pt x="13028" y="64409"/>
                    <a:pt x="10978" y="56024"/>
                  </a:cubicBezTo>
                  <a:cubicBezTo>
                    <a:pt x="9544" y="49991"/>
                    <a:pt x="9544" y="41606"/>
                    <a:pt x="9544" y="34039"/>
                  </a:cubicBezTo>
                  <a:cubicBezTo>
                    <a:pt x="9544" y="26575"/>
                    <a:pt x="9544" y="18804"/>
                    <a:pt x="11081" y="13180"/>
                  </a:cubicBezTo>
                  <a:cubicBezTo>
                    <a:pt x="13233" y="5101"/>
                    <a:pt x="19790" y="2954"/>
                    <a:pt x="23991" y="2954"/>
                  </a:cubicBezTo>
                  <a:cubicBezTo>
                    <a:pt x="29525" y="2954"/>
                    <a:pt x="34853" y="6329"/>
                    <a:pt x="36697" y="12259"/>
                  </a:cubicBezTo>
                  <a:cubicBezTo>
                    <a:pt x="38337" y="17781"/>
                    <a:pt x="38439" y="25143"/>
                    <a:pt x="38439" y="34039"/>
                  </a:cubicBezTo>
                  <a:cubicBezTo>
                    <a:pt x="38439" y="41606"/>
                    <a:pt x="38439" y="49173"/>
                    <a:pt x="37107" y="55615"/>
                  </a:cubicBezTo>
                  <a:cubicBezTo>
                    <a:pt x="35058" y="64920"/>
                    <a:pt x="28090" y="67170"/>
                    <a:pt x="23991" y="6717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1" name="Freeform: Shape 620">
              <a:extLst>
                <a:ext uri="{FF2B5EF4-FFF2-40B4-BE49-F238E27FC236}">
                  <a16:creationId xmlns:a16="http://schemas.microsoft.com/office/drawing/2014/main" id="{FEAF577E-7B44-B727-DA32-4222B7A7EDBF}"/>
                </a:ext>
              </a:extLst>
            </p:cNvPr>
            <p:cNvSpPr/>
            <p:nvPr>
              <p:custDataLst>
                <p:tags r:id="rId35"/>
              </p:custDataLst>
            </p:nvPr>
          </p:nvSpPr>
          <p:spPr>
            <a:xfrm>
              <a:off x="9390968" y="4322780"/>
              <a:ext cx="11783" cy="11759"/>
            </a:xfrm>
            <a:custGeom>
              <a:avLst/>
              <a:gdLst>
                <a:gd name="connsiteX0" fmla="*/ 12007 w 11783"/>
                <a:gd name="connsiteY0" fmla="*/ 6022 h 11759"/>
                <a:gd name="connsiteX1" fmla="*/ 6166 w 11783"/>
                <a:gd name="connsiteY1" fmla="*/ 91 h 11759"/>
                <a:gd name="connsiteX2" fmla="*/ 223 w 11783"/>
                <a:gd name="connsiteY2" fmla="*/ 5920 h 11759"/>
                <a:gd name="connsiteX3" fmla="*/ 6064 w 11783"/>
                <a:gd name="connsiteY3" fmla="*/ 11850 h 11759"/>
                <a:gd name="connsiteX4" fmla="*/ 12007 w 11783"/>
                <a:gd name="connsiteY4" fmla="*/ 6022 h 11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3" h="11759">
                  <a:moveTo>
                    <a:pt x="12007" y="6022"/>
                  </a:moveTo>
                  <a:cubicBezTo>
                    <a:pt x="12007" y="2341"/>
                    <a:pt x="8933" y="91"/>
                    <a:pt x="6166" y="91"/>
                  </a:cubicBezTo>
                  <a:cubicBezTo>
                    <a:pt x="2785" y="91"/>
                    <a:pt x="223" y="2852"/>
                    <a:pt x="223" y="5920"/>
                  </a:cubicBezTo>
                  <a:cubicBezTo>
                    <a:pt x="223" y="9601"/>
                    <a:pt x="3297" y="11850"/>
                    <a:pt x="6064" y="11850"/>
                  </a:cubicBezTo>
                  <a:cubicBezTo>
                    <a:pt x="9445" y="11850"/>
                    <a:pt x="12007" y="9089"/>
                    <a:pt x="12007" y="602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2" name="Freeform: Shape 621">
              <a:extLst>
                <a:ext uri="{FF2B5EF4-FFF2-40B4-BE49-F238E27FC236}">
                  <a16:creationId xmlns:a16="http://schemas.microsoft.com/office/drawing/2014/main" id="{3C2F1994-1F13-18B2-A8BE-644E8A21DDC2}"/>
                </a:ext>
              </a:extLst>
            </p:cNvPr>
            <p:cNvSpPr/>
            <p:nvPr>
              <p:custDataLst>
                <p:tags r:id="rId36"/>
              </p:custDataLst>
            </p:nvPr>
          </p:nvSpPr>
          <p:spPr>
            <a:xfrm>
              <a:off x="9419585" y="4266642"/>
              <a:ext cx="47543" cy="69941"/>
            </a:xfrm>
            <a:custGeom>
              <a:avLst/>
              <a:gdLst>
                <a:gd name="connsiteX0" fmla="*/ 47770 w 47543"/>
                <a:gd name="connsiteY0" fmla="*/ 35369 h 69941"/>
                <a:gd name="connsiteX1" fmla="*/ 41724 w 47543"/>
                <a:gd name="connsiteY1" fmla="*/ 8885 h 69941"/>
                <a:gd name="connsiteX2" fmla="*/ 23998 w 47543"/>
                <a:gd name="connsiteY2" fmla="*/ 91 h 69941"/>
                <a:gd name="connsiteX3" fmla="*/ 226 w 47543"/>
                <a:gd name="connsiteY3" fmla="*/ 35369 h 69941"/>
                <a:gd name="connsiteX4" fmla="*/ 23998 w 47543"/>
                <a:gd name="connsiteY4" fmla="*/ 70033 h 69941"/>
                <a:gd name="connsiteX5" fmla="*/ 47770 w 47543"/>
                <a:gd name="connsiteY5" fmla="*/ 35369 h 69941"/>
                <a:gd name="connsiteX6" fmla="*/ 23998 w 47543"/>
                <a:gd name="connsiteY6" fmla="*/ 67170 h 69941"/>
                <a:gd name="connsiteX7" fmla="*/ 10985 w 47543"/>
                <a:gd name="connsiteY7" fmla="*/ 56024 h 69941"/>
                <a:gd name="connsiteX8" fmla="*/ 9550 w 47543"/>
                <a:gd name="connsiteY8" fmla="*/ 34039 h 69941"/>
                <a:gd name="connsiteX9" fmla="*/ 11087 w 47543"/>
                <a:gd name="connsiteY9" fmla="*/ 13180 h 69941"/>
                <a:gd name="connsiteX10" fmla="*/ 23998 w 47543"/>
                <a:gd name="connsiteY10" fmla="*/ 2954 h 69941"/>
                <a:gd name="connsiteX11" fmla="*/ 36703 w 47543"/>
                <a:gd name="connsiteY11" fmla="*/ 12259 h 69941"/>
                <a:gd name="connsiteX12" fmla="*/ 38445 w 47543"/>
                <a:gd name="connsiteY12" fmla="*/ 34039 h 69941"/>
                <a:gd name="connsiteX13" fmla="*/ 37113 w 47543"/>
                <a:gd name="connsiteY13" fmla="*/ 55615 h 69941"/>
                <a:gd name="connsiteX14" fmla="*/ 23998 w 47543"/>
                <a:gd name="connsiteY14" fmla="*/ 67170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543" h="69941">
                  <a:moveTo>
                    <a:pt x="47770" y="35369"/>
                  </a:moveTo>
                  <a:cubicBezTo>
                    <a:pt x="47770" y="24121"/>
                    <a:pt x="46438" y="16043"/>
                    <a:pt x="41724" y="8885"/>
                  </a:cubicBezTo>
                  <a:cubicBezTo>
                    <a:pt x="38548" y="4181"/>
                    <a:pt x="32195" y="91"/>
                    <a:pt x="23998" y="91"/>
                  </a:cubicBezTo>
                  <a:cubicBezTo>
                    <a:pt x="226" y="91"/>
                    <a:pt x="226" y="28006"/>
                    <a:pt x="226" y="35369"/>
                  </a:cubicBezTo>
                  <a:cubicBezTo>
                    <a:pt x="226" y="42731"/>
                    <a:pt x="226" y="70033"/>
                    <a:pt x="23998" y="70033"/>
                  </a:cubicBezTo>
                  <a:cubicBezTo>
                    <a:pt x="47770" y="70033"/>
                    <a:pt x="47770" y="42731"/>
                    <a:pt x="47770" y="35369"/>
                  </a:cubicBezTo>
                  <a:close/>
                  <a:moveTo>
                    <a:pt x="23998" y="67170"/>
                  </a:moveTo>
                  <a:cubicBezTo>
                    <a:pt x="19284" y="67170"/>
                    <a:pt x="13034" y="64409"/>
                    <a:pt x="10985" y="56024"/>
                  </a:cubicBezTo>
                  <a:cubicBezTo>
                    <a:pt x="9550" y="49991"/>
                    <a:pt x="9550" y="41606"/>
                    <a:pt x="9550" y="34039"/>
                  </a:cubicBezTo>
                  <a:cubicBezTo>
                    <a:pt x="9550" y="26575"/>
                    <a:pt x="9550" y="18804"/>
                    <a:pt x="11087" y="13180"/>
                  </a:cubicBezTo>
                  <a:cubicBezTo>
                    <a:pt x="13239" y="5101"/>
                    <a:pt x="19797" y="2954"/>
                    <a:pt x="23998" y="2954"/>
                  </a:cubicBezTo>
                  <a:cubicBezTo>
                    <a:pt x="29531" y="2954"/>
                    <a:pt x="34859" y="6329"/>
                    <a:pt x="36703" y="12259"/>
                  </a:cubicBezTo>
                  <a:cubicBezTo>
                    <a:pt x="38343" y="17781"/>
                    <a:pt x="38445" y="25143"/>
                    <a:pt x="38445" y="34039"/>
                  </a:cubicBezTo>
                  <a:cubicBezTo>
                    <a:pt x="38445" y="41606"/>
                    <a:pt x="38445" y="49173"/>
                    <a:pt x="37113" y="55615"/>
                  </a:cubicBezTo>
                  <a:cubicBezTo>
                    <a:pt x="35064" y="64920"/>
                    <a:pt x="28096" y="67170"/>
                    <a:pt x="23998" y="6717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3" name="Freeform: Shape 622">
              <a:extLst>
                <a:ext uri="{FF2B5EF4-FFF2-40B4-BE49-F238E27FC236}">
                  <a16:creationId xmlns:a16="http://schemas.microsoft.com/office/drawing/2014/main" id="{054734CE-2BD9-1FC4-AEFA-A980660C0FD5}"/>
                </a:ext>
              </a:extLst>
            </p:cNvPr>
            <p:cNvSpPr/>
            <p:nvPr>
              <p:custDataLst>
                <p:tags r:id="rId37"/>
              </p:custDataLst>
            </p:nvPr>
          </p:nvSpPr>
          <p:spPr>
            <a:xfrm>
              <a:off x="9477934" y="4266642"/>
              <a:ext cx="47543" cy="69941"/>
            </a:xfrm>
            <a:custGeom>
              <a:avLst/>
              <a:gdLst>
                <a:gd name="connsiteX0" fmla="*/ 47774 w 47543"/>
                <a:gd name="connsiteY0" fmla="*/ 35369 h 69941"/>
                <a:gd name="connsiteX1" fmla="*/ 41728 w 47543"/>
                <a:gd name="connsiteY1" fmla="*/ 8885 h 69941"/>
                <a:gd name="connsiteX2" fmla="*/ 24002 w 47543"/>
                <a:gd name="connsiteY2" fmla="*/ 91 h 69941"/>
                <a:gd name="connsiteX3" fmla="*/ 230 w 47543"/>
                <a:gd name="connsiteY3" fmla="*/ 35369 h 69941"/>
                <a:gd name="connsiteX4" fmla="*/ 24002 w 47543"/>
                <a:gd name="connsiteY4" fmla="*/ 70033 h 69941"/>
                <a:gd name="connsiteX5" fmla="*/ 47774 w 47543"/>
                <a:gd name="connsiteY5" fmla="*/ 35369 h 69941"/>
                <a:gd name="connsiteX6" fmla="*/ 24002 w 47543"/>
                <a:gd name="connsiteY6" fmla="*/ 67170 h 69941"/>
                <a:gd name="connsiteX7" fmla="*/ 10989 w 47543"/>
                <a:gd name="connsiteY7" fmla="*/ 56024 h 69941"/>
                <a:gd name="connsiteX8" fmla="*/ 9554 w 47543"/>
                <a:gd name="connsiteY8" fmla="*/ 34039 h 69941"/>
                <a:gd name="connsiteX9" fmla="*/ 11091 w 47543"/>
                <a:gd name="connsiteY9" fmla="*/ 13180 h 69941"/>
                <a:gd name="connsiteX10" fmla="*/ 24002 w 47543"/>
                <a:gd name="connsiteY10" fmla="*/ 2954 h 69941"/>
                <a:gd name="connsiteX11" fmla="*/ 36707 w 47543"/>
                <a:gd name="connsiteY11" fmla="*/ 12259 h 69941"/>
                <a:gd name="connsiteX12" fmla="*/ 38449 w 47543"/>
                <a:gd name="connsiteY12" fmla="*/ 34039 h 69941"/>
                <a:gd name="connsiteX13" fmla="*/ 37117 w 47543"/>
                <a:gd name="connsiteY13" fmla="*/ 55615 h 69941"/>
                <a:gd name="connsiteX14" fmla="*/ 24002 w 47543"/>
                <a:gd name="connsiteY14" fmla="*/ 67170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543" h="69941">
                  <a:moveTo>
                    <a:pt x="47774" y="35369"/>
                  </a:moveTo>
                  <a:cubicBezTo>
                    <a:pt x="47774" y="24121"/>
                    <a:pt x="46442" y="16043"/>
                    <a:pt x="41728" y="8885"/>
                  </a:cubicBezTo>
                  <a:cubicBezTo>
                    <a:pt x="38552" y="4181"/>
                    <a:pt x="32199" y="91"/>
                    <a:pt x="24002" y="91"/>
                  </a:cubicBezTo>
                  <a:cubicBezTo>
                    <a:pt x="230" y="91"/>
                    <a:pt x="230" y="28006"/>
                    <a:pt x="230" y="35369"/>
                  </a:cubicBezTo>
                  <a:cubicBezTo>
                    <a:pt x="230" y="42731"/>
                    <a:pt x="230" y="70033"/>
                    <a:pt x="24002" y="70033"/>
                  </a:cubicBezTo>
                  <a:cubicBezTo>
                    <a:pt x="47774" y="70033"/>
                    <a:pt x="47774" y="42731"/>
                    <a:pt x="47774" y="35369"/>
                  </a:cubicBezTo>
                  <a:close/>
                  <a:moveTo>
                    <a:pt x="24002" y="67170"/>
                  </a:moveTo>
                  <a:cubicBezTo>
                    <a:pt x="19288" y="67170"/>
                    <a:pt x="13038" y="64409"/>
                    <a:pt x="10989" y="56024"/>
                  </a:cubicBezTo>
                  <a:cubicBezTo>
                    <a:pt x="9554" y="49991"/>
                    <a:pt x="9554" y="41606"/>
                    <a:pt x="9554" y="34039"/>
                  </a:cubicBezTo>
                  <a:cubicBezTo>
                    <a:pt x="9554" y="26575"/>
                    <a:pt x="9554" y="18804"/>
                    <a:pt x="11091" y="13180"/>
                  </a:cubicBezTo>
                  <a:cubicBezTo>
                    <a:pt x="13243" y="5101"/>
                    <a:pt x="19801" y="2954"/>
                    <a:pt x="24002" y="2954"/>
                  </a:cubicBezTo>
                  <a:cubicBezTo>
                    <a:pt x="29535" y="2954"/>
                    <a:pt x="34863" y="6329"/>
                    <a:pt x="36707" y="12259"/>
                  </a:cubicBezTo>
                  <a:cubicBezTo>
                    <a:pt x="38347" y="17781"/>
                    <a:pt x="38449" y="25143"/>
                    <a:pt x="38449" y="34039"/>
                  </a:cubicBezTo>
                  <a:cubicBezTo>
                    <a:pt x="38449" y="41606"/>
                    <a:pt x="38449" y="49173"/>
                    <a:pt x="37117" y="55615"/>
                  </a:cubicBezTo>
                  <a:cubicBezTo>
                    <a:pt x="35068" y="64920"/>
                    <a:pt x="28100" y="67170"/>
                    <a:pt x="24002" y="6717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4" name="Freeform: Shape 623">
              <a:extLst>
                <a:ext uri="{FF2B5EF4-FFF2-40B4-BE49-F238E27FC236}">
                  <a16:creationId xmlns:a16="http://schemas.microsoft.com/office/drawing/2014/main" id="{C187A64F-5F8F-95D6-2988-3D517627AC88}"/>
                </a:ext>
              </a:extLst>
            </p:cNvPr>
            <p:cNvSpPr/>
            <p:nvPr>
              <p:custDataLst>
                <p:tags r:id="rId38"/>
              </p:custDataLst>
            </p:nvPr>
          </p:nvSpPr>
          <p:spPr>
            <a:xfrm>
              <a:off x="9537409" y="4266642"/>
              <a:ext cx="45289" cy="67896"/>
            </a:xfrm>
            <a:custGeom>
              <a:avLst/>
              <a:gdLst>
                <a:gd name="connsiteX0" fmla="*/ 45523 w 45289"/>
                <a:gd name="connsiteY0" fmla="*/ 49378 h 67896"/>
                <a:gd name="connsiteX1" fmla="*/ 42040 w 45289"/>
                <a:gd name="connsiteY1" fmla="*/ 49378 h 67896"/>
                <a:gd name="connsiteX2" fmla="*/ 39376 w 45289"/>
                <a:gd name="connsiteY2" fmla="*/ 58683 h 67896"/>
                <a:gd name="connsiteX3" fmla="*/ 29231 w 45289"/>
                <a:gd name="connsiteY3" fmla="*/ 59296 h 67896"/>
                <a:gd name="connsiteX4" fmla="*/ 10378 w 45289"/>
                <a:gd name="connsiteY4" fmla="*/ 59296 h 67896"/>
                <a:gd name="connsiteX5" fmla="*/ 30871 w 45289"/>
                <a:gd name="connsiteY5" fmla="*/ 42117 h 67896"/>
                <a:gd name="connsiteX6" fmla="*/ 45523 w 45289"/>
                <a:gd name="connsiteY6" fmla="*/ 20031 h 67896"/>
                <a:gd name="connsiteX7" fmla="*/ 21547 w 45289"/>
                <a:gd name="connsiteY7" fmla="*/ 91 h 67896"/>
                <a:gd name="connsiteX8" fmla="*/ 234 w 45289"/>
                <a:gd name="connsiteY8" fmla="*/ 18395 h 67896"/>
                <a:gd name="connsiteX9" fmla="*/ 5664 w 45289"/>
                <a:gd name="connsiteY9" fmla="*/ 24121 h 67896"/>
                <a:gd name="connsiteX10" fmla="*/ 11095 w 45289"/>
                <a:gd name="connsiteY10" fmla="*/ 18701 h 67896"/>
                <a:gd name="connsiteX11" fmla="*/ 5050 w 45289"/>
                <a:gd name="connsiteY11" fmla="*/ 13282 h 67896"/>
                <a:gd name="connsiteX12" fmla="*/ 20010 w 45289"/>
                <a:gd name="connsiteY12" fmla="*/ 3772 h 67896"/>
                <a:gd name="connsiteX13" fmla="*/ 35584 w 45289"/>
                <a:gd name="connsiteY13" fmla="*/ 20031 h 67896"/>
                <a:gd name="connsiteX14" fmla="*/ 25953 w 45289"/>
                <a:gd name="connsiteY14" fmla="*/ 39663 h 67896"/>
                <a:gd name="connsiteX15" fmla="*/ 1258 w 45289"/>
                <a:gd name="connsiteY15" fmla="*/ 64000 h 67896"/>
                <a:gd name="connsiteX16" fmla="*/ 234 w 45289"/>
                <a:gd name="connsiteY16" fmla="*/ 67988 h 67896"/>
                <a:gd name="connsiteX17" fmla="*/ 42449 w 45289"/>
                <a:gd name="connsiteY17" fmla="*/ 67988 h 67896"/>
                <a:gd name="connsiteX18" fmla="*/ 45523 w 45289"/>
                <a:gd name="connsiteY18" fmla="*/ 49378 h 6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289" h="67896">
                  <a:moveTo>
                    <a:pt x="45523" y="49378"/>
                  </a:moveTo>
                  <a:lnTo>
                    <a:pt x="42040" y="49378"/>
                  </a:lnTo>
                  <a:cubicBezTo>
                    <a:pt x="41732" y="51627"/>
                    <a:pt x="40708" y="57660"/>
                    <a:pt x="39376" y="58683"/>
                  </a:cubicBezTo>
                  <a:cubicBezTo>
                    <a:pt x="38556" y="59296"/>
                    <a:pt x="30666" y="59296"/>
                    <a:pt x="29231" y="59296"/>
                  </a:cubicBezTo>
                  <a:lnTo>
                    <a:pt x="10378" y="59296"/>
                  </a:lnTo>
                  <a:cubicBezTo>
                    <a:pt x="21137" y="49787"/>
                    <a:pt x="24723" y="46923"/>
                    <a:pt x="30871" y="42117"/>
                  </a:cubicBezTo>
                  <a:cubicBezTo>
                    <a:pt x="38453" y="36084"/>
                    <a:pt x="45523" y="29745"/>
                    <a:pt x="45523" y="20031"/>
                  </a:cubicBezTo>
                  <a:cubicBezTo>
                    <a:pt x="45523" y="7658"/>
                    <a:pt x="34662" y="91"/>
                    <a:pt x="21547" y="91"/>
                  </a:cubicBezTo>
                  <a:cubicBezTo>
                    <a:pt x="8841" y="91"/>
                    <a:pt x="234" y="8987"/>
                    <a:pt x="234" y="18395"/>
                  </a:cubicBezTo>
                  <a:cubicBezTo>
                    <a:pt x="234" y="23609"/>
                    <a:pt x="4640" y="24121"/>
                    <a:pt x="5664" y="24121"/>
                  </a:cubicBezTo>
                  <a:cubicBezTo>
                    <a:pt x="8124" y="24121"/>
                    <a:pt x="11095" y="22382"/>
                    <a:pt x="11095" y="18701"/>
                  </a:cubicBezTo>
                  <a:cubicBezTo>
                    <a:pt x="11095" y="16861"/>
                    <a:pt x="10378" y="13282"/>
                    <a:pt x="5050" y="13282"/>
                  </a:cubicBezTo>
                  <a:cubicBezTo>
                    <a:pt x="8226" y="6022"/>
                    <a:pt x="15194" y="3772"/>
                    <a:pt x="20010" y="3772"/>
                  </a:cubicBezTo>
                  <a:cubicBezTo>
                    <a:pt x="30256" y="3772"/>
                    <a:pt x="35584" y="11748"/>
                    <a:pt x="35584" y="20031"/>
                  </a:cubicBezTo>
                  <a:cubicBezTo>
                    <a:pt x="35584" y="28927"/>
                    <a:pt x="29231" y="35982"/>
                    <a:pt x="25953" y="39663"/>
                  </a:cubicBezTo>
                  <a:lnTo>
                    <a:pt x="1258" y="64000"/>
                  </a:lnTo>
                  <a:cubicBezTo>
                    <a:pt x="234" y="64920"/>
                    <a:pt x="234" y="65125"/>
                    <a:pt x="234" y="67988"/>
                  </a:cubicBezTo>
                  <a:lnTo>
                    <a:pt x="42449" y="67988"/>
                  </a:lnTo>
                  <a:lnTo>
                    <a:pt x="45523" y="4937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5" name="Freeform: Shape 624">
              <a:extLst>
                <a:ext uri="{FF2B5EF4-FFF2-40B4-BE49-F238E27FC236}">
                  <a16:creationId xmlns:a16="http://schemas.microsoft.com/office/drawing/2014/main" id="{01FA5F25-5156-73C0-3D73-C508451495E2}"/>
                </a:ext>
              </a:extLst>
            </p:cNvPr>
            <p:cNvSpPr/>
            <p:nvPr>
              <p:custDataLst>
                <p:tags r:id="rId39"/>
              </p:custDataLst>
            </p:nvPr>
          </p:nvSpPr>
          <p:spPr>
            <a:xfrm>
              <a:off x="9595758" y="4266642"/>
              <a:ext cx="45289" cy="67896"/>
            </a:xfrm>
            <a:custGeom>
              <a:avLst/>
              <a:gdLst>
                <a:gd name="connsiteX0" fmla="*/ 45527 w 45289"/>
                <a:gd name="connsiteY0" fmla="*/ 49378 h 67896"/>
                <a:gd name="connsiteX1" fmla="*/ 42044 w 45289"/>
                <a:gd name="connsiteY1" fmla="*/ 49378 h 67896"/>
                <a:gd name="connsiteX2" fmla="*/ 39379 w 45289"/>
                <a:gd name="connsiteY2" fmla="*/ 58683 h 67896"/>
                <a:gd name="connsiteX3" fmla="*/ 29235 w 45289"/>
                <a:gd name="connsiteY3" fmla="*/ 59296 h 67896"/>
                <a:gd name="connsiteX4" fmla="*/ 10382 w 45289"/>
                <a:gd name="connsiteY4" fmla="*/ 59296 h 67896"/>
                <a:gd name="connsiteX5" fmla="*/ 30875 w 45289"/>
                <a:gd name="connsiteY5" fmla="*/ 42117 h 67896"/>
                <a:gd name="connsiteX6" fmla="*/ 45527 w 45289"/>
                <a:gd name="connsiteY6" fmla="*/ 20031 h 67896"/>
                <a:gd name="connsiteX7" fmla="*/ 21551 w 45289"/>
                <a:gd name="connsiteY7" fmla="*/ 91 h 67896"/>
                <a:gd name="connsiteX8" fmla="*/ 238 w 45289"/>
                <a:gd name="connsiteY8" fmla="*/ 18395 h 67896"/>
                <a:gd name="connsiteX9" fmla="*/ 5668 w 45289"/>
                <a:gd name="connsiteY9" fmla="*/ 24121 h 67896"/>
                <a:gd name="connsiteX10" fmla="*/ 11099 w 45289"/>
                <a:gd name="connsiteY10" fmla="*/ 18701 h 67896"/>
                <a:gd name="connsiteX11" fmla="*/ 5054 w 45289"/>
                <a:gd name="connsiteY11" fmla="*/ 13282 h 67896"/>
                <a:gd name="connsiteX12" fmla="*/ 20014 w 45289"/>
                <a:gd name="connsiteY12" fmla="*/ 3772 h 67896"/>
                <a:gd name="connsiteX13" fmla="*/ 35588 w 45289"/>
                <a:gd name="connsiteY13" fmla="*/ 20031 h 67896"/>
                <a:gd name="connsiteX14" fmla="*/ 25957 w 45289"/>
                <a:gd name="connsiteY14" fmla="*/ 39663 h 67896"/>
                <a:gd name="connsiteX15" fmla="*/ 1262 w 45289"/>
                <a:gd name="connsiteY15" fmla="*/ 64000 h 67896"/>
                <a:gd name="connsiteX16" fmla="*/ 238 w 45289"/>
                <a:gd name="connsiteY16" fmla="*/ 67988 h 67896"/>
                <a:gd name="connsiteX17" fmla="*/ 42453 w 45289"/>
                <a:gd name="connsiteY17" fmla="*/ 67988 h 67896"/>
                <a:gd name="connsiteX18" fmla="*/ 45527 w 45289"/>
                <a:gd name="connsiteY18" fmla="*/ 49378 h 6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289" h="67896">
                  <a:moveTo>
                    <a:pt x="45527" y="49378"/>
                  </a:moveTo>
                  <a:lnTo>
                    <a:pt x="42044" y="49378"/>
                  </a:lnTo>
                  <a:cubicBezTo>
                    <a:pt x="41736" y="51627"/>
                    <a:pt x="40712" y="57660"/>
                    <a:pt x="39379" y="58683"/>
                  </a:cubicBezTo>
                  <a:cubicBezTo>
                    <a:pt x="38560" y="59296"/>
                    <a:pt x="30670" y="59296"/>
                    <a:pt x="29235" y="59296"/>
                  </a:cubicBezTo>
                  <a:lnTo>
                    <a:pt x="10382" y="59296"/>
                  </a:lnTo>
                  <a:cubicBezTo>
                    <a:pt x="21141" y="49787"/>
                    <a:pt x="24727" y="46923"/>
                    <a:pt x="30875" y="42117"/>
                  </a:cubicBezTo>
                  <a:cubicBezTo>
                    <a:pt x="38457" y="36084"/>
                    <a:pt x="45527" y="29745"/>
                    <a:pt x="45527" y="20031"/>
                  </a:cubicBezTo>
                  <a:cubicBezTo>
                    <a:pt x="45527" y="7658"/>
                    <a:pt x="34666" y="91"/>
                    <a:pt x="21551" y="91"/>
                  </a:cubicBezTo>
                  <a:cubicBezTo>
                    <a:pt x="8845" y="91"/>
                    <a:pt x="238" y="8987"/>
                    <a:pt x="238" y="18395"/>
                  </a:cubicBezTo>
                  <a:cubicBezTo>
                    <a:pt x="238" y="23609"/>
                    <a:pt x="4644" y="24121"/>
                    <a:pt x="5668" y="24121"/>
                  </a:cubicBezTo>
                  <a:cubicBezTo>
                    <a:pt x="8128" y="24121"/>
                    <a:pt x="11099" y="22382"/>
                    <a:pt x="11099" y="18701"/>
                  </a:cubicBezTo>
                  <a:cubicBezTo>
                    <a:pt x="11099" y="16861"/>
                    <a:pt x="10382" y="13282"/>
                    <a:pt x="5054" y="13282"/>
                  </a:cubicBezTo>
                  <a:cubicBezTo>
                    <a:pt x="8230" y="6022"/>
                    <a:pt x="15198" y="3772"/>
                    <a:pt x="20014" y="3772"/>
                  </a:cubicBezTo>
                  <a:cubicBezTo>
                    <a:pt x="30260" y="3772"/>
                    <a:pt x="35588" y="11748"/>
                    <a:pt x="35588" y="20031"/>
                  </a:cubicBezTo>
                  <a:cubicBezTo>
                    <a:pt x="35588" y="28927"/>
                    <a:pt x="29235" y="35982"/>
                    <a:pt x="25957" y="39663"/>
                  </a:cubicBezTo>
                  <a:lnTo>
                    <a:pt x="1262" y="64000"/>
                  </a:lnTo>
                  <a:cubicBezTo>
                    <a:pt x="238" y="64920"/>
                    <a:pt x="238" y="65125"/>
                    <a:pt x="238" y="67988"/>
                  </a:cubicBezTo>
                  <a:lnTo>
                    <a:pt x="42453" y="67988"/>
                  </a:lnTo>
                  <a:lnTo>
                    <a:pt x="45527" y="49378"/>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6" name="Freeform: Shape 625">
              <a:extLst>
                <a:ext uri="{FF2B5EF4-FFF2-40B4-BE49-F238E27FC236}">
                  <a16:creationId xmlns:a16="http://schemas.microsoft.com/office/drawing/2014/main" id="{651C501F-4519-8DD4-F272-92AF8602A0FA}"/>
                </a:ext>
              </a:extLst>
            </p:cNvPr>
            <p:cNvSpPr/>
            <p:nvPr>
              <p:custDataLst>
                <p:tags r:id="rId40"/>
              </p:custDataLst>
            </p:nvPr>
          </p:nvSpPr>
          <p:spPr>
            <a:xfrm>
              <a:off x="9653184" y="4266642"/>
              <a:ext cx="47134" cy="69941"/>
            </a:xfrm>
            <a:custGeom>
              <a:avLst/>
              <a:gdLst>
                <a:gd name="connsiteX0" fmla="*/ 10078 w 47134"/>
                <a:gd name="connsiteY0" fmla="*/ 34551 h 69941"/>
                <a:gd name="connsiteX1" fmla="*/ 14689 w 47134"/>
                <a:gd name="connsiteY1" fmla="*/ 12362 h 69941"/>
                <a:gd name="connsiteX2" fmla="*/ 30264 w 47134"/>
                <a:gd name="connsiteY2" fmla="*/ 3056 h 69941"/>
                <a:gd name="connsiteX3" fmla="*/ 39486 w 47134"/>
                <a:gd name="connsiteY3" fmla="*/ 6635 h 69941"/>
                <a:gd name="connsiteX4" fmla="*/ 34773 w 47134"/>
                <a:gd name="connsiteY4" fmla="*/ 11543 h 69941"/>
                <a:gd name="connsiteX5" fmla="*/ 39588 w 47134"/>
                <a:gd name="connsiteY5" fmla="*/ 16349 h 69941"/>
                <a:gd name="connsiteX6" fmla="*/ 44507 w 47134"/>
                <a:gd name="connsiteY6" fmla="*/ 11339 h 69941"/>
                <a:gd name="connsiteX7" fmla="*/ 30059 w 47134"/>
                <a:gd name="connsiteY7" fmla="*/ 91 h 69941"/>
                <a:gd name="connsiteX8" fmla="*/ 242 w 47134"/>
                <a:gd name="connsiteY8" fmla="*/ 35573 h 69941"/>
                <a:gd name="connsiteX9" fmla="*/ 24014 w 47134"/>
                <a:gd name="connsiteY9" fmla="*/ 70033 h 69941"/>
                <a:gd name="connsiteX10" fmla="*/ 47376 w 47134"/>
                <a:gd name="connsiteY10" fmla="*/ 47128 h 69941"/>
                <a:gd name="connsiteX11" fmla="*/ 25038 w 47134"/>
                <a:gd name="connsiteY11" fmla="*/ 24530 h 69941"/>
                <a:gd name="connsiteX12" fmla="*/ 10078 w 47134"/>
                <a:gd name="connsiteY12" fmla="*/ 34551 h 69941"/>
                <a:gd name="connsiteX13" fmla="*/ 24014 w 47134"/>
                <a:gd name="connsiteY13" fmla="*/ 66761 h 69941"/>
                <a:gd name="connsiteX14" fmla="*/ 12742 w 47134"/>
                <a:gd name="connsiteY14" fmla="*/ 59296 h 69941"/>
                <a:gd name="connsiteX15" fmla="*/ 10386 w 47134"/>
                <a:gd name="connsiteY15" fmla="*/ 44981 h 69941"/>
                <a:gd name="connsiteX16" fmla="*/ 24526 w 47134"/>
                <a:gd name="connsiteY16" fmla="*/ 27393 h 69941"/>
                <a:gd name="connsiteX17" fmla="*/ 34977 w 47134"/>
                <a:gd name="connsiteY17" fmla="*/ 33017 h 69941"/>
                <a:gd name="connsiteX18" fmla="*/ 37539 w 47134"/>
                <a:gd name="connsiteY18" fmla="*/ 47128 h 69941"/>
                <a:gd name="connsiteX19" fmla="*/ 34773 w 47134"/>
                <a:gd name="connsiteY19" fmla="*/ 61239 h 69941"/>
                <a:gd name="connsiteX20" fmla="*/ 24014 w 47134"/>
                <a:gd name="connsiteY20" fmla="*/ 66761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134" h="69941">
                  <a:moveTo>
                    <a:pt x="10078" y="34551"/>
                  </a:moveTo>
                  <a:cubicBezTo>
                    <a:pt x="10078" y="26166"/>
                    <a:pt x="10796" y="18599"/>
                    <a:pt x="14689" y="12362"/>
                  </a:cubicBezTo>
                  <a:cubicBezTo>
                    <a:pt x="18173" y="6840"/>
                    <a:pt x="23706" y="3056"/>
                    <a:pt x="30264" y="3056"/>
                  </a:cubicBezTo>
                  <a:cubicBezTo>
                    <a:pt x="33338" y="3056"/>
                    <a:pt x="37437" y="3874"/>
                    <a:pt x="39486" y="6635"/>
                  </a:cubicBezTo>
                  <a:cubicBezTo>
                    <a:pt x="36924" y="6840"/>
                    <a:pt x="34773" y="8578"/>
                    <a:pt x="34773" y="11543"/>
                  </a:cubicBezTo>
                  <a:cubicBezTo>
                    <a:pt x="34773" y="14100"/>
                    <a:pt x="36514" y="16349"/>
                    <a:pt x="39588" y="16349"/>
                  </a:cubicBezTo>
                  <a:cubicBezTo>
                    <a:pt x="42662" y="16349"/>
                    <a:pt x="44507" y="14304"/>
                    <a:pt x="44507" y="11339"/>
                  </a:cubicBezTo>
                  <a:cubicBezTo>
                    <a:pt x="44507" y="5408"/>
                    <a:pt x="40203" y="91"/>
                    <a:pt x="30059" y="91"/>
                  </a:cubicBezTo>
                  <a:cubicBezTo>
                    <a:pt x="15304" y="91"/>
                    <a:pt x="242" y="13589"/>
                    <a:pt x="242" y="35573"/>
                  </a:cubicBezTo>
                  <a:cubicBezTo>
                    <a:pt x="242" y="62057"/>
                    <a:pt x="12742" y="70033"/>
                    <a:pt x="24014" y="70033"/>
                  </a:cubicBezTo>
                  <a:cubicBezTo>
                    <a:pt x="36514" y="70033"/>
                    <a:pt x="47376" y="60523"/>
                    <a:pt x="47376" y="47128"/>
                  </a:cubicBezTo>
                  <a:cubicBezTo>
                    <a:pt x="47376" y="34142"/>
                    <a:pt x="37027" y="24530"/>
                    <a:pt x="25038" y="24530"/>
                  </a:cubicBezTo>
                  <a:cubicBezTo>
                    <a:pt x="16841" y="24530"/>
                    <a:pt x="12333" y="29949"/>
                    <a:pt x="10078" y="34551"/>
                  </a:cubicBezTo>
                  <a:close/>
                  <a:moveTo>
                    <a:pt x="24014" y="66761"/>
                  </a:moveTo>
                  <a:cubicBezTo>
                    <a:pt x="18890" y="66761"/>
                    <a:pt x="14894" y="63795"/>
                    <a:pt x="12742" y="59296"/>
                  </a:cubicBezTo>
                  <a:cubicBezTo>
                    <a:pt x="11206" y="56229"/>
                    <a:pt x="10386" y="51116"/>
                    <a:pt x="10386" y="44981"/>
                  </a:cubicBezTo>
                  <a:cubicBezTo>
                    <a:pt x="10386" y="35062"/>
                    <a:pt x="16329" y="27393"/>
                    <a:pt x="24526" y="27393"/>
                  </a:cubicBezTo>
                  <a:cubicBezTo>
                    <a:pt x="29239" y="27393"/>
                    <a:pt x="32416" y="29233"/>
                    <a:pt x="34977" y="33017"/>
                  </a:cubicBezTo>
                  <a:cubicBezTo>
                    <a:pt x="37437" y="36903"/>
                    <a:pt x="37539" y="41197"/>
                    <a:pt x="37539" y="47128"/>
                  </a:cubicBezTo>
                  <a:cubicBezTo>
                    <a:pt x="37539" y="52956"/>
                    <a:pt x="37539" y="57251"/>
                    <a:pt x="34773" y="61239"/>
                  </a:cubicBezTo>
                  <a:cubicBezTo>
                    <a:pt x="32313" y="64818"/>
                    <a:pt x="29034" y="66761"/>
                    <a:pt x="24014" y="6676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7" name="Freeform: Shape 626">
              <a:extLst>
                <a:ext uri="{FF2B5EF4-FFF2-40B4-BE49-F238E27FC236}">
                  <a16:creationId xmlns:a16="http://schemas.microsoft.com/office/drawing/2014/main" id="{9427FCAD-E262-1A4A-317B-0ECD924D83DC}"/>
                </a:ext>
              </a:extLst>
            </p:cNvPr>
            <p:cNvSpPr/>
            <p:nvPr>
              <p:custDataLst>
                <p:tags r:id="rId41"/>
              </p:custDataLst>
            </p:nvPr>
          </p:nvSpPr>
          <p:spPr>
            <a:xfrm>
              <a:off x="9709996" y="4265619"/>
              <a:ext cx="50207" cy="68919"/>
            </a:xfrm>
            <a:custGeom>
              <a:avLst/>
              <a:gdLst>
                <a:gd name="connsiteX0" fmla="*/ 50454 w 50207"/>
                <a:gd name="connsiteY0" fmla="*/ 52241 h 68919"/>
                <a:gd name="connsiteX1" fmla="*/ 50454 w 50207"/>
                <a:gd name="connsiteY1" fmla="*/ 48560 h 68919"/>
                <a:gd name="connsiteX2" fmla="*/ 39080 w 50207"/>
                <a:gd name="connsiteY2" fmla="*/ 48560 h 68919"/>
                <a:gd name="connsiteX3" fmla="*/ 39080 w 50207"/>
                <a:gd name="connsiteY3" fmla="*/ 2954 h 68919"/>
                <a:gd name="connsiteX4" fmla="*/ 36826 w 50207"/>
                <a:gd name="connsiteY4" fmla="*/ 91 h 68919"/>
                <a:gd name="connsiteX5" fmla="*/ 34162 w 50207"/>
                <a:gd name="connsiteY5" fmla="*/ 1523 h 68919"/>
                <a:gd name="connsiteX6" fmla="*/ 246 w 50207"/>
                <a:gd name="connsiteY6" fmla="*/ 48560 h 68919"/>
                <a:gd name="connsiteX7" fmla="*/ 246 w 50207"/>
                <a:gd name="connsiteY7" fmla="*/ 52241 h 68919"/>
                <a:gd name="connsiteX8" fmla="*/ 30370 w 50207"/>
                <a:gd name="connsiteY8" fmla="*/ 52241 h 68919"/>
                <a:gd name="connsiteX9" fmla="*/ 30370 w 50207"/>
                <a:gd name="connsiteY9" fmla="*/ 60626 h 68919"/>
                <a:gd name="connsiteX10" fmla="*/ 22071 w 50207"/>
                <a:gd name="connsiteY10" fmla="*/ 65329 h 68919"/>
                <a:gd name="connsiteX11" fmla="*/ 19304 w 50207"/>
                <a:gd name="connsiteY11" fmla="*/ 65329 h 68919"/>
                <a:gd name="connsiteX12" fmla="*/ 19304 w 50207"/>
                <a:gd name="connsiteY12" fmla="*/ 69010 h 68919"/>
                <a:gd name="connsiteX13" fmla="*/ 34674 w 50207"/>
                <a:gd name="connsiteY13" fmla="*/ 68601 h 68919"/>
                <a:gd name="connsiteX14" fmla="*/ 50146 w 50207"/>
                <a:gd name="connsiteY14" fmla="*/ 69010 h 68919"/>
                <a:gd name="connsiteX15" fmla="*/ 50146 w 50207"/>
                <a:gd name="connsiteY15" fmla="*/ 65329 h 68919"/>
                <a:gd name="connsiteX16" fmla="*/ 47380 w 50207"/>
                <a:gd name="connsiteY16" fmla="*/ 65329 h 68919"/>
                <a:gd name="connsiteX17" fmla="*/ 39080 w 50207"/>
                <a:gd name="connsiteY17" fmla="*/ 60626 h 68919"/>
                <a:gd name="connsiteX18" fmla="*/ 39080 w 50207"/>
                <a:gd name="connsiteY18" fmla="*/ 52241 h 68919"/>
                <a:gd name="connsiteX19" fmla="*/ 50454 w 50207"/>
                <a:gd name="connsiteY19" fmla="*/ 52241 h 68919"/>
                <a:gd name="connsiteX20" fmla="*/ 31088 w 50207"/>
                <a:gd name="connsiteY20" fmla="*/ 11134 h 68919"/>
                <a:gd name="connsiteX21" fmla="*/ 31088 w 50207"/>
                <a:gd name="connsiteY21" fmla="*/ 48560 h 68919"/>
                <a:gd name="connsiteX22" fmla="*/ 4037 w 50207"/>
                <a:gd name="connsiteY22" fmla="*/ 48560 h 68919"/>
                <a:gd name="connsiteX23" fmla="*/ 31088 w 50207"/>
                <a:gd name="connsiteY23" fmla="*/ 11134 h 6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207" h="68919">
                  <a:moveTo>
                    <a:pt x="50454" y="52241"/>
                  </a:moveTo>
                  <a:lnTo>
                    <a:pt x="50454" y="48560"/>
                  </a:lnTo>
                  <a:lnTo>
                    <a:pt x="39080" y="48560"/>
                  </a:lnTo>
                  <a:lnTo>
                    <a:pt x="39080" y="2954"/>
                  </a:lnTo>
                  <a:cubicBezTo>
                    <a:pt x="39080" y="807"/>
                    <a:pt x="39080" y="91"/>
                    <a:pt x="36826" y="91"/>
                  </a:cubicBezTo>
                  <a:cubicBezTo>
                    <a:pt x="35596" y="91"/>
                    <a:pt x="35186" y="91"/>
                    <a:pt x="34162" y="1523"/>
                  </a:cubicBezTo>
                  <a:lnTo>
                    <a:pt x="246" y="48560"/>
                  </a:lnTo>
                  <a:lnTo>
                    <a:pt x="246" y="52241"/>
                  </a:lnTo>
                  <a:lnTo>
                    <a:pt x="30370" y="52241"/>
                  </a:lnTo>
                  <a:lnTo>
                    <a:pt x="30370" y="60626"/>
                  </a:lnTo>
                  <a:cubicBezTo>
                    <a:pt x="30370" y="64102"/>
                    <a:pt x="30370" y="65329"/>
                    <a:pt x="22071" y="65329"/>
                  </a:cubicBezTo>
                  <a:lnTo>
                    <a:pt x="19304" y="65329"/>
                  </a:lnTo>
                  <a:lnTo>
                    <a:pt x="19304" y="69010"/>
                  </a:lnTo>
                  <a:cubicBezTo>
                    <a:pt x="24427" y="68806"/>
                    <a:pt x="30985" y="68601"/>
                    <a:pt x="34674" y="68601"/>
                  </a:cubicBezTo>
                  <a:cubicBezTo>
                    <a:pt x="38465" y="68601"/>
                    <a:pt x="45023" y="68806"/>
                    <a:pt x="50146" y="69010"/>
                  </a:cubicBezTo>
                  <a:lnTo>
                    <a:pt x="50146" y="65329"/>
                  </a:lnTo>
                  <a:lnTo>
                    <a:pt x="47380" y="65329"/>
                  </a:lnTo>
                  <a:cubicBezTo>
                    <a:pt x="39080" y="65329"/>
                    <a:pt x="39080" y="64102"/>
                    <a:pt x="39080" y="60626"/>
                  </a:cubicBezTo>
                  <a:lnTo>
                    <a:pt x="39080" y="52241"/>
                  </a:lnTo>
                  <a:lnTo>
                    <a:pt x="50454" y="52241"/>
                  </a:lnTo>
                  <a:close/>
                  <a:moveTo>
                    <a:pt x="31088" y="11134"/>
                  </a:moveTo>
                  <a:lnTo>
                    <a:pt x="31088" y="48560"/>
                  </a:lnTo>
                  <a:lnTo>
                    <a:pt x="4037" y="48560"/>
                  </a:lnTo>
                  <a:lnTo>
                    <a:pt x="31088" y="1113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8" name="Freeform: Shape 627">
              <a:extLst>
                <a:ext uri="{FF2B5EF4-FFF2-40B4-BE49-F238E27FC236}">
                  <a16:creationId xmlns:a16="http://schemas.microsoft.com/office/drawing/2014/main" id="{BC54D094-25A6-8B68-A9F8-F439D4000897}"/>
                </a:ext>
              </a:extLst>
            </p:cNvPr>
            <p:cNvSpPr/>
            <p:nvPr>
              <p:custDataLst>
                <p:tags r:id="rId42"/>
              </p:custDataLst>
            </p:nvPr>
          </p:nvSpPr>
          <p:spPr>
            <a:xfrm>
              <a:off x="9782587" y="4281571"/>
              <a:ext cx="54921" cy="54705"/>
            </a:xfrm>
            <a:custGeom>
              <a:avLst/>
              <a:gdLst>
                <a:gd name="connsiteX0" fmla="*/ 53737 w 54921"/>
                <a:gd name="connsiteY0" fmla="*/ 5101 h 54705"/>
                <a:gd name="connsiteX1" fmla="*/ 55171 w 54921"/>
                <a:gd name="connsiteY1" fmla="*/ 2647 h 54705"/>
                <a:gd name="connsiteX2" fmla="*/ 52712 w 54921"/>
                <a:gd name="connsiteY2" fmla="*/ 91 h 54705"/>
                <a:gd name="connsiteX3" fmla="*/ 50150 w 54921"/>
                <a:gd name="connsiteY3" fmla="*/ 1625 h 54705"/>
                <a:gd name="connsiteX4" fmla="*/ 27710 w 54921"/>
                <a:gd name="connsiteY4" fmla="*/ 23916 h 54705"/>
                <a:gd name="connsiteX5" fmla="*/ 5168 w 54921"/>
                <a:gd name="connsiteY5" fmla="*/ 1523 h 54705"/>
                <a:gd name="connsiteX6" fmla="*/ 2811 w 54921"/>
                <a:gd name="connsiteY6" fmla="*/ 91 h 54705"/>
                <a:gd name="connsiteX7" fmla="*/ 250 w 54921"/>
                <a:gd name="connsiteY7" fmla="*/ 2647 h 54705"/>
                <a:gd name="connsiteX8" fmla="*/ 1787 w 54921"/>
                <a:gd name="connsiteY8" fmla="*/ 5101 h 54705"/>
                <a:gd name="connsiteX9" fmla="*/ 24124 w 54921"/>
                <a:gd name="connsiteY9" fmla="*/ 27393 h 54705"/>
                <a:gd name="connsiteX10" fmla="*/ 1787 w 54921"/>
                <a:gd name="connsiteY10" fmla="*/ 49684 h 54705"/>
                <a:gd name="connsiteX11" fmla="*/ 250 w 54921"/>
                <a:gd name="connsiteY11" fmla="*/ 52241 h 54705"/>
                <a:gd name="connsiteX12" fmla="*/ 2811 w 54921"/>
                <a:gd name="connsiteY12" fmla="*/ 54797 h 54705"/>
                <a:gd name="connsiteX13" fmla="*/ 5168 w 54921"/>
                <a:gd name="connsiteY13" fmla="*/ 53365 h 54705"/>
                <a:gd name="connsiteX14" fmla="*/ 27710 w 54921"/>
                <a:gd name="connsiteY14" fmla="*/ 30972 h 54705"/>
                <a:gd name="connsiteX15" fmla="*/ 51072 w 54921"/>
                <a:gd name="connsiteY15" fmla="*/ 54286 h 54705"/>
                <a:gd name="connsiteX16" fmla="*/ 52712 w 54921"/>
                <a:gd name="connsiteY16" fmla="*/ 54797 h 54705"/>
                <a:gd name="connsiteX17" fmla="*/ 55171 w 54921"/>
                <a:gd name="connsiteY17" fmla="*/ 52241 h 54705"/>
                <a:gd name="connsiteX18" fmla="*/ 54659 w 54921"/>
                <a:gd name="connsiteY18" fmla="*/ 50911 h 54705"/>
                <a:gd name="connsiteX19" fmla="*/ 31297 w 54921"/>
                <a:gd name="connsiteY19" fmla="*/ 27495 h 54705"/>
                <a:gd name="connsiteX20" fmla="*/ 53737 w 54921"/>
                <a:gd name="connsiteY20" fmla="*/ 5101 h 54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921" h="54705">
                  <a:moveTo>
                    <a:pt x="53737" y="5101"/>
                  </a:moveTo>
                  <a:cubicBezTo>
                    <a:pt x="54864" y="3977"/>
                    <a:pt x="55171" y="3363"/>
                    <a:pt x="55171" y="2647"/>
                  </a:cubicBezTo>
                  <a:cubicBezTo>
                    <a:pt x="55171" y="1011"/>
                    <a:pt x="53839" y="91"/>
                    <a:pt x="52712" y="91"/>
                  </a:cubicBezTo>
                  <a:cubicBezTo>
                    <a:pt x="51687" y="91"/>
                    <a:pt x="51380" y="398"/>
                    <a:pt x="50150" y="1625"/>
                  </a:cubicBezTo>
                  <a:lnTo>
                    <a:pt x="27710" y="23916"/>
                  </a:lnTo>
                  <a:lnTo>
                    <a:pt x="5168" y="1523"/>
                  </a:lnTo>
                  <a:cubicBezTo>
                    <a:pt x="4143" y="500"/>
                    <a:pt x="3733" y="91"/>
                    <a:pt x="2811" y="91"/>
                  </a:cubicBezTo>
                  <a:cubicBezTo>
                    <a:pt x="1377" y="91"/>
                    <a:pt x="250" y="1216"/>
                    <a:pt x="250" y="2647"/>
                  </a:cubicBezTo>
                  <a:cubicBezTo>
                    <a:pt x="250" y="3568"/>
                    <a:pt x="557" y="3874"/>
                    <a:pt x="1787" y="5101"/>
                  </a:cubicBezTo>
                  <a:lnTo>
                    <a:pt x="24124" y="27393"/>
                  </a:lnTo>
                  <a:lnTo>
                    <a:pt x="1787" y="49684"/>
                  </a:lnTo>
                  <a:cubicBezTo>
                    <a:pt x="352" y="51116"/>
                    <a:pt x="250" y="51627"/>
                    <a:pt x="250" y="52241"/>
                  </a:cubicBezTo>
                  <a:cubicBezTo>
                    <a:pt x="250" y="53672"/>
                    <a:pt x="1377" y="54797"/>
                    <a:pt x="2811" y="54797"/>
                  </a:cubicBezTo>
                  <a:cubicBezTo>
                    <a:pt x="3733" y="54797"/>
                    <a:pt x="4041" y="54490"/>
                    <a:pt x="5168" y="53365"/>
                  </a:cubicBezTo>
                  <a:lnTo>
                    <a:pt x="27710" y="30972"/>
                  </a:lnTo>
                  <a:lnTo>
                    <a:pt x="51072" y="54286"/>
                  </a:lnTo>
                  <a:cubicBezTo>
                    <a:pt x="51585" y="54593"/>
                    <a:pt x="52097" y="54797"/>
                    <a:pt x="52712" y="54797"/>
                  </a:cubicBezTo>
                  <a:cubicBezTo>
                    <a:pt x="53839" y="54797"/>
                    <a:pt x="55171" y="53877"/>
                    <a:pt x="55171" y="52241"/>
                  </a:cubicBezTo>
                  <a:cubicBezTo>
                    <a:pt x="55171" y="51423"/>
                    <a:pt x="54966" y="51218"/>
                    <a:pt x="54659" y="50911"/>
                  </a:cubicBezTo>
                  <a:cubicBezTo>
                    <a:pt x="54454" y="50502"/>
                    <a:pt x="34576" y="30665"/>
                    <a:pt x="31297" y="27495"/>
                  </a:cubicBezTo>
                  <a:lnTo>
                    <a:pt x="53737" y="510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29" name="Freeform: Shape 628">
              <a:extLst>
                <a:ext uri="{FF2B5EF4-FFF2-40B4-BE49-F238E27FC236}">
                  <a16:creationId xmlns:a16="http://schemas.microsoft.com/office/drawing/2014/main" id="{85C0F84D-092A-33BC-E1C2-E9D06FC3EE56}"/>
                </a:ext>
              </a:extLst>
            </p:cNvPr>
            <p:cNvSpPr/>
            <p:nvPr>
              <p:custDataLst>
                <p:tags r:id="rId43"/>
              </p:custDataLst>
            </p:nvPr>
          </p:nvSpPr>
          <p:spPr>
            <a:xfrm>
              <a:off x="9862291" y="4266642"/>
              <a:ext cx="45289" cy="69941"/>
            </a:xfrm>
            <a:custGeom>
              <a:avLst/>
              <a:gdLst>
                <a:gd name="connsiteX0" fmla="*/ 9683 w 45289"/>
                <a:gd name="connsiteY0" fmla="*/ 10930 h 69941"/>
                <a:gd name="connsiteX1" fmla="*/ 19622 w 45289"/>
                <a:gd name="connsiteY1" fmla="*/ 12259 h 69941"/>
                <a:gd name="connsiteX2" fmla="*/ 41140 w 45289"/>
                <a:gd name="connsiteY2" fmla="*/ 1523 h 69941"/>
                <a:gd name="connsiteX3" fmla="*/ 39910 w 45289"/>
                <a:gd name="connsiteY3" fmla="*/ 91 h 69941"/>
                <a:gd name="connsiteX4" fmla="*/ 39090 w 45289"/>
                <a:gd name="connsiteY4" fmla="*/ 398 h 69941"/>
                <a:gd name="connsiteX5" fmla="*/ 23618 w 45289"/>
                <a:gd name="connsiteY5" fmla="*/ 3363 h 69941"/>
                <a:gd name="connsiteX6" fmla="*/ 8658 w 45289"/>
                <a:gd name="connsiteY6" fmla="*/ 602 h 69941"/>
                <a:gd name="connsiteX7" fmla="*/ 7326 w 45289"/>
                <a:gd name="connsiteY7" fmla="*/ 91 h 69941"/>
                <a:gd name="connsiteX8" fmla="*/ 5994 w 45289"/>
                <a:gd name="connsiteY8" fmla="*/ 2852 h 69941"/>
                <a:gd name="connsiteX9" fmla="*/ 5994 w 45289"/>
                <a:gd name="connsiteY9" fmla="*/ 33017 h 69941"/>
                <a:gd name="connsiteX10" fmla="*/ 7633 w 45289"/>
                <a:gd name="connsiteY10" fmla="*/ 35982 h 69941"/>
                <a:gd name="connsiteX11" fmla="*/ 9683 w 45289"/>
                <a:gd name="connsiteY11" fmla="*/ 34551 h 69941"/>
                <a:gd name="connsiteX12" fmla="*/ 23925 w 45289"/>
                <a:gd name="connsiteY12" fmla="*/ 28109 h 69941"/>
                <a:gd name="connsiteX13" fmla="*/ 33352 w 45289"/>
                <a:gd name="connsiteY13" fmla="*/ 33835 h 69941"/>
                <a:gd name="connsiteX14" fmla="*/ 35811 w 45289"/>
                <a:gd name="connsiteY14" fmla="*/ 47026 h 69941"/>
                <a:gd name="connsiteX15" fmla="*/ 32737 w 45289"/>
                <a:gd name="connsiteY15" fmla="*/ 60626 h 69941"/>
                <a:gd name="connsiteX16" fmla="*/ 20749 w 45289"/>
                <a:gd name="connsiteY16" fmla="*/ 66761 h 69941"/>
                <a:gd name="connsiteX17" fmla="*/ 4662 w 45289"/>
                <a:gd name="connsiteY17" fmla="*/ 56331 h 69941"/>
                <a:gd name="connsiteX18" fmla="*/ 10502 w 45289"/>
                <a:gd name="connsiteY18" fmla="*/ 51320 h 69941"/>
                <a:gd name="connsiteX19" fmla="*/ 5379 w 45289"/>
                <a:gd name="connsiteY19" fmla="*/ 46105 h 69941"/>
                <a:gd name="connsiteX20" fmla="*/ 256 w 45289"/>
                <a:gd name="connsiteY20" fmla="*/ 51627 h 69941"/>
                <a:gd name="connsiteX21" fmla="*/ 20954 w 45289"/>
                <a:gd name="connsiteY21" fmla="*/ 70033 h 69941"/>
                <a:gd name="connsiteX22" fmla="*/ 45546 w 45289"/>
                <a:gd name="connsiteY22" fmla="*/ 47435 h 69941"/>
                <a:gd name="connsiteX23" fmla="*/ 24028 w 45289"/>
                <a:gd name="connsiteY23" fmla="*/ 25246 h 69941"/>
                <a:gd name="connsiteX24" fmla="*/ 9683 w 45289"/>
                <a:gd name="connsiteY24" fmla="*/ 30256 h 69941"/>
                <a:gd name="connsiteX25" fmla="*/ 9683 w 45289"/>
                <a:gd name="connsiteY25" fmla="*/ 10930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5289" h="69941">
                  <a:moveTo>
                    <a:pt x="9683" y="10930"/>
                  </a:moveTo>
                  <a:cubicBezTo>
                    <a:pt x="14908" y="12259"/>
                    <a:pt x="17982" y="12259"/>
                    <a:pt x="19622" y="12259"/>
                  </a:cubicBezTo>
                  <a:cubicBezTo>
                    <a:pt x="33147" y="12259"/>
                    <a:pt x="41140" y="3056"/>
                    <a:pt x="41140" y="1523"/>
                  </a:cubicBezTo>
                  <a:cubicBezTo>
                    <a:pt x="41140" y="398"/>
                    <a:pt x="40422" y="91"/>
                    <a:pt x="39910" y="91"/>
                  </a:cubicBezTo>
                  <a:cubicBezTo>
                    <a:pt x="39705" y="91"/>
                    <a:pt x="39500" y="91"/>
                    <a:pt x="39090" y="398"/>
                  </a:cubicBezTo>
                  <a:cubicBezTo>
                    <a:pt x="36631" y="1318"/>
                    <a:pt x="31200" y="3363"/>
                    <a:pt x="23618" y="3363"/>
                  </a:cubicBezTo>
                  <a:cubicBezTo>
                    <a:pt x="20749" y="3363"/>
                    <a:pt x="15318" y="3159"/>
                    <a:pt x="8658" y="602"/>
                  </a:cubicBezTo>
                  <a:cubicBezTo>
                    <a:pt x="7633" y="91"/>
                    <a:pt x="7428" y="91"/>
                    <a:pt x="7326" y="91"/>
                  </a:cubicBezTo>
                  <a:cubicBezTo>
                    <a:pt x="5994" y="91"/>
                    <a:pt x="5994" y="1216"/>
                    <a:pt x="5994" y="2852"/>
                  </a:cubicBezTo>
                  <a:lnTo>
                    <a:pt x="5994" y="33017"/>
                  </a:lnTo>
                  <a:cubicBezTo>
                    <a:pt x="5994" y="34755"/>
                    <a:pt x="5994" y="35982"/>
                    <a:pt x="7633" y="35982"/>
                  </a:cubicBezTo>
                  <a:cubicBezTo>
                    <a:pt x="8556" y="35982"/>
                    <a:pt x="8658" y="35778"/>
                    <a:pt x="9683" y="34551"/>
                  </a:cubicBezTo>
                  <a:cubicBezTo>
                    <a:pt x="14089" y="28927"/>
                    <a:pt x="20339" y="28109"/>
                    <a:pt x="23925" y="28109"/>
                  </a:cubicBezTo>
                  <a:cubicBezTo>
                    <a:pt x="30073" y="28109"/>
                    <a:pt x="32840" y="33017"/>
                    <a:pt x="33352" y="33835"/>
                  </a:cubicBezTo>
                  <a:cubicBezTo>
                    <a:pt x="35197" y="37209"/>
                    <a:pt x="35811" y="41095"/>
                    <a:pt x="35811" y="47026"/>
                  </a:cubicBezTo>
                  <a:cubicBezTo>
                    <a:pt x="35811" y="50093"/>
                    <a:pt x="35811" y="56126"/>
                    <a:pt x="32737" y="60626"/>
                  </a:cubicBezTo>
                  <a:cubicBezTo>
                    <a:pt x="30176" y="64307"/>
                    <a:pt x="25770" y="66761"/>
                    <a:pt x="20749" y="66761"/>
                  </a:cubicBezTo>
                  <a:cubicBezTo>
                    <a:pt x="14089" y="66761"/>
                    <a:pt x="7224" y="63080"/>
                    <a:pt x="4662" y="56331"/>
                  </a:cubicBezTo>
                  <a:cubicBezTo>
                    <a:pt x="8556" y="56638"/>
                    <a:pt x="10502" y="54081"/>
                    <a:pt x="10502" y="51320"/>
                  </a:cubicBezTo>
                  <a:cubicBezTo>
                    <a:pt x="10502" y="46923"/>
                    <a:pt x="6711" y="46105"/>
                    <a:pt x="5379" y="46105"/>
                  </a:cubicBezTo>
                  <a:cubicBezTo>
                    <a:pt x="5174" y="46105"/>
                    <a:pt x="256" y="46105"/>
                    <a:pt x="256" y="51627"/>
                  </a:cubicBezTo>
                  <a:cubicBezTo>
                    <a:pt x="256" y="60830"/>
                    <a:pt x="8658" y="70033"/>
                    <a:pt x="20954" y="70033"/>
                  </a:cubicBezTo>
                  <a:cubicBezTo>
                    <a:pt x="34069" y="70033"/>
                    <a:pt x="45546" y="60319"/>
                    <a:pt x="45546" y="47435"/>
                  </a:cubicBezTo>
                  <a:cubicBezTo>
                    <a:pt x="45546" y="35880"/>
                    <a:pt x="36734" y="25246"/>
                    <a:pt x="24028" y="25246"/>
                  </a:cubicBezTo>
                  <a:cubicBezTo>
                    <a:pt x="19519" y="25246"/>
                    <a:pt x="14191" y="26370"/>
                    <a:pt x="9683" y="30256"/>
                  </a:cubicBezTo>
                  <a:lnTo>
                    <a:pt x="9683" y="10930"/>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0" name="Freeform: Shape 629">
              <a:extLst>
                <a:ext uri="{FF2B5EF4-FFF2-40B4-BE49-F238E27FC236}">
                  <a16:creationId xmlns:a16="http://schemas.microsoft.com/office/drawing/2014/main" id="{373973F1-B1D3-686D-B32D-90D9D4CBA24C}"/>
                </a:ext>
              </a:extLst>
            </p:cNvPr>
            <p:cNvSpPr/>
            <p:nvPr>
              <p:custDataLst>
                <p:tags r:id="rId44"/>
              </p:custDataLst>
            </p:nvPr>
          </p:nvSpPr>
          <p:spPr>
            <a:xfrm>
              <a:off x="9919717" y="4266642"/>
              <a:ext cx="47134" cy="69941"/>
            </a:xfrm>
            <a:custGeom>
              <a:avLst/>
              <a:gdLst>
                <a:gd name="connsiteX0" fmla="*/ 31102 w 47134"/>
                <a:gd name="connsiteY0" fmla="*/ 31074 h 69941"/>
                <a:gd name="connsiteX1" fmla="*/ 44217 w 47134"/>
                <a:gd name="connsiteY1" fmla="*/ 15327 h 69941"/>
                <a:gd name="connsiteX2" fmla="*/ 23929 w 47134"/>
                <a:gd name="connsiteY2" fmla="*/ 91 h 69941"/>
                <a:gd name="connsiteX3" fmla="*/ 3436 w 47134"/>
                <a:gd name="connsiteY3" fmla="*/ 17167 h 69941"/>
                <a:gd name="connsiteX4" fmla="*/ 7535 w 47134"/>
                <a:gd name="connsiteY4" fmla="*/ 27495 h 69941"/>
                <a:gd name="connsiteX5" fmla="*/ 16142 w 47134"/>
                <a:gd name="connsiteY5" fmla="*/ 33630 h 69941"/>
                <a:gd name="connsiteX6" fmla="*/ 260 w 47134"/>
                <a:gd name="connsiteY6" fmla="*/ 52343 h 69941"/>
                <a:gd name="connsiteX7" fmla="*/ 23724 w 47134"/>
                <a:gd name="connsiteY7" fmla="*/ 70033 h 69941"/>
                <a:gd name="connsiteX8" fmla="*/ 47394 w 47134"/>
                <a:gd name="connsiteY8" fmla="*/ 50707 h 69941"/>
                <a:gd name="connsiteX9" fmla="*/ 37455 w 47134"/>
                <a:gd name="connsiteY9" fmla="*/ 34755 h 69941"/>
                <a:gd name="connsiteX10" fmla="*/ 31102 w 47134"/>
                <a:gd name="connsiteY10" fmla="*/ 31074 h 69941"/>
                <a:gd name="connsiteX11" fmla="*/ 14400 w 47134"/>
                <a:gd name="connsiteY11" fmla="*/ 21360 h 69941"/>
                <a:gd name="connsiteX12" fmla="*/ 8867 w 47134"/>
                <a:gd name="connsiteY12" fmla="*/ 13282 h 69941"/>
                <a:gd name="connsiteX13" fmla="*/ 23724 w 47134"/>
                <a:gd name="connsiteY13" fmla="*/ 3056 h 69941"/>
                <a:gd name="connsiteX14" fmla="*/ 38787 w 47134"/>
                <a:gd name="connsiteY14" fmla="*/ 15327 h 69941"/>
                <a:gd name="connsiteX15" fmla="*/ 27925 w 47134"/>
                <a:gd name="connsiteY15" fmla="*/ 29029 h 69941"/>
                <a:gd name="connsiteX16" fmla="*/ 26798 w 47134"/>
                <a:gd name="connsiteY16" fmla="*/ 28518 h 69941"/>
                <a:gd name="connsiteX17" fmla="*/ 14400 w 47134"/>
                <a:gd name="connsiteY17" fmla="*/ 21360 h 69941"/>
                <a:gd name="connsiteX18" fmla="*/ 19421 w 47134"/>
                <a:gd name="connsiteY18" fmla="*/ 35573 h 69941"/>
                <a:gd name="connsiteX19" fmla="*/ 33459 w 47134"/>
                <a:gd name="connsiteY19" fmla="*/ 43651 h 69941"/>
                <a:gd name="connsiteX20" fmla="*/ 41246 w 47134"/>
                <a:gd name="connsiteY20" fmla="*/ 54286 h 69941"/>
                <a:gd name="connsiteX21" fmla="*/ 23929 w 47134"/>
                <a:gd name="connsiteY21" fmla="*/ 66761 h 69941"/>
                <a:gd name="connsiteX22" fmla="*/ 6408 w 47134"/>
                <a:gd name="connsiteY22" fmla="*/ 52343 h 69941"/>
                <a:gd name="connsiteX23" fmla="*/ 19421 w 47134"/>
                <a:gd name="connsiteY23" fmla="*/ 35573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134" h="69941">
                  <a:moveTo>
                    <a:pt x="31102" y="31074"/>
                  </a:moveTo>
                  <a:cubicBezTo>
                    <a:pt x="39094" y="27188"/>
                    <a:pt x="44217" y="22382"/>
                    <a:pt x="44217" y="15327"/>
                  </a:cubicBezTo>
                  <a:cubicBezTo>
                    <a:pt x="44217" y="5408"/>
                    <a:pt x="33868" y="91"/>
                    <a:pt x="23929" y="91"/>
                  </a:cubicBezTo>
                  <a:cubicBezTo>
                    <a:pt x="12658" y="91"/>
                    <a:pt x="3436" y="7453"/>
                    <a:pt x="3436" y="17167"/>
                  </a:cubicBezTo>
                  <a:cubicBezTo>
                    <a:pt x="3436" y="21973"/>
                    <a:pt x="5691" y="25450"/>
                    <a:pt x="7535" y="27495"/>
                  </a:cubicBezTo>
                  <a:cubicBezTo>
                    <a:pt x="9379" y="29642"/>
                    <a:pt x="10097" y="30051"/>
                    <a:pt x="16142" y="33630"/>
                  </a:cubicBezTo>
                  <a:cubicBezTo>
                    <a:pt x="10404" y="36084"/>
                    <a:pt x="260" y="41606"/>
                    <a:pt x="260" y="52343"/>
                  </a:cubicBezTo>
                  <a:cubicBezTo>
                    <a:pt x="260" y="63693"/>
                    <a:pt x="12043" y="70033"/>
                    <a:pt x="23724" y="70033"/>
                  </a:cubicBezTo>
                  <a:cubicBezTo>
                    <a:pt x="36737" y="70033"/>
                    <a:pt x="47394" y="61750"/>
                    <a:pt x="47394" y="50707"/>
                  </a:cubicBezTo>
                  <a:cubicBezTo>
                    <a:pt x="47394" y="43958"/>
                    <a:pt x="43398" y="38232"/>
                    <a:pt x="37455" y="34755"/>
                  </a:cubicBezTo>
                  <a:cubicBezTo>
                    <a:pt x="36123" y="33937"/>
                    <a:pt x="32536" y="31892"/>
                    <a:pt x="31102" y="31074"/>
                  </a:cubicBezTo>
                  <a:close/>
                  <a:moveTo>
                    <a:pt x="14400" y="21360"/>
                  </a:moveTo>
                  <a:cubicBezTo>
                    <a:pt x="11736" y="19826"/>
                    <a:pt x="8867" y="17065"/>
                    <a:pt x="8867" y="13282"/>
                  </a:cubicBezTo>
                  <a:cubicBezTo>
                    <a:pt x="8867" y="6840"/>
                    <a:pt x="16347" y="3056"/>
                    <a:pt x="23724" y="3056"/>
                  </a:cubicBezTo>
                  <a:cubicBezTo>
                    <a:pt x="31717" y="3056"/>
                    <a:pt x="38787" y="8067"/>
                    <a:pt x="38787" y="15327"/>
                  </a:cubicBezTo>
                  <a:cubicBezTo>
                    <a:pt x="38787" y="24428"/>
                    <a:pt x="28130" y="29029"/>
                    <a:pt x="27925" y="29029"/>
                  </a:cubicBezTo>
                  <a:cubicBezTo>
                    <a:pt x="27721" y="29029"/>
                    <a:pt x="27516" y="28927"/>
                    <a:pt x="26798" y="28518"/>
                  </a:cubicBezTo>
                  <a:lnTo>
                    <a:pt x="14400" y="21360"/>
                  </a:lnTo>
                  <a:close/>
                  <a:moveTo>
                    <a:pt x="19421" y="35573"/>
                  </a:moveTo>
                  <a:lnTo>
                    <a:pt x="33459" y="43651"/>
                  </a:lnTo>
                  <a:cubicBezTo>
                    <a:pt x="36123" y="45185"/>
                    <a:pt x="41246" y="48253"/>
                    <a:pt x="41246" y="54286"/>
                  </a:cubicBezTo>
                  <a:cubicBezTo>
                    <a:pt x="41246" y="61955"/>
                    <a:pt x="32741" y="66761"/>
                    <a:pt x="23929" y="66761"/>
                  </a:cubicBezTo>
                  <a:cubicBezTo>
                    <a:pt x="14503" y="66761"/>
                    <a:pt x="6408" y="60728"/>
                    <a:pt x="6408" y="52343"/>
                  </a:cubicBezTo>
                  <a:cubicBezTo>
                    <a:pt x="6408" y="44776"/>
                    <a:pt x="12043" y="38948"/>
                    <a:pt x="19421" y="3557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1" name="Freeform: Shape 630">
              <a:extLst>
                <a:ext uri="{FF2B5EF4-FFF2-40B4-BE49-F238E27FC236}">
                  <a16:creationId xmlns:a16="http://schemas.microsoft.com/office/drawing/2014/main" id="{7FA67C42-14C9-8285-EA3E-47AE8215CAD6}"/>
                </a:ext>
              </a:extLst>
            </p:cNvPr>
            <p:cNvSpPr/>
            <p:nvPr>
              <p:custDataLst>
                <p:tags r:id="rId45"/>
              </p:custDataLst>
            </p:nvPr>
          </p:nvSpPr>
          <p:spPr>
            <a:xfrm>
              <a:off x="9979705" y="4265415"/>
              <a:ext cx="48670" cy="71168"/>
            </a:xfrm>
            <a:custGeom>
              <a:avLst/>
              <a:gdLst>
                <a:gd name="connsiteX0" fmla="*/ 47910 w 48670"/>
                <a:gd name="connsiteY0" fmla="*/ 7453 h 71168"/>
                <a:gd name="connsiteX1" fmla="*/ 48935 w 48670"/>
                <a:gd name="connsiteY1" fmla="*/ 3363 h 71168"/>
                <a:gd name="connsiteX2" fmla="*/ 22089 w 48670"/>
                <a:gd name="connsiteY2" fmla="*/ 3363 h 71168"/>
                <a:gd name="connsiteX3" fmla="*/ 13174 w 48670"/>
                <a:gd name="connsiteY3" fmla="*/ 2954 h 71168"/>
                <a:gd name="connsiteX4" fmla="*/ 7334 w 48670"/>
                <a:gd name="connsiteY4" fmla="*/ 91 h 71168"/>
                <a:gd name="connsiteX5" fmla="*/ 3850 w 48670"/>
                <a:gd name="connsiteY5" fmla="*/ 91 h 71168"/>
                <a:gd name="connsiteX6" fmla="*/ 264 w 48670"/>
                <a:gd name="connsiteY6" fmla="*/ 21973 h 71168"/>
                <a:gd name="connsiteX7" fmla="*/ 3748 w 48670"/>
                <a:gd name="connsiteY7" fmla="*/ 21973 h 71168"/>
                <a:gd name="connsiteX8" fmla="*/ 6617 w 48670"/>
                <a:gd name="connsiteY8" fmla="*/ 12668 h 71168"/>
                <a:gd name="connsiteX9" fmla="*/ 17273 w 48670"/>
                <a:gd name="connsiteY9" fmla="*/ 12055 h 71168"/>
                <a:gd name="connsiteX10" fmla="*/ 39610 w 48670"/>
                <a:gd name="connsiteY10" fmla="*/ 12055 h 71168"/>
                <a:gd name="connsiteX11" fmla="*/ 28954 w 48670"/>
                <a:gd name="connsiteY11" fmla="*/ 25552 h 71168"/>
                <a:gd name="connsiteX12" fmla="*/ 14302 w 48670"/>
                <a:gd name="connsiteY12" fmla="*/ 65431 h 71168"/>
                <a:gd name="connsiteX13" fmla="*/ 19117 w 48670"/>
                <a:gd name="connsiteY13" fmla="*/ 71260 h 71168"/>
                <a:gd name="connsiteX14" fmla="*/ 24036 w 48670"/>
                <a:gd name="connsiteY14" fmla="*/ 65329 h 71168"/>
                <a:gd name="connsiteX15" fmla="*/ 24036 w 48670"/>
                <a:gd name="connsiteY15" fmla="*/ 61239 h 71168"/>
                <a:gd name="connsiteX16" fmla="*/ 32540 w 48670"/>
                <a:gd name="connsiteY16" fmla="*/ 26779 h 71168"/>
                <a:gd name="connsiteX17" fmla="*/ 47910 w 48670"/>
                <a:gd name="connsiteY17" fmla="*/ 7453 h 71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670" h="71168">
                  <a:moveTo>
                    <a:pt x="47910" y="7453"/>
                  </a:moveTo>
                  <a:cubicBezTo>
                    <a:pt x="48935" y="6226"/>
                    <a:pt x="48935" y="6022"/>
                    <a:pt x="48935" y="3363"/>
                  </a:cubicBezTo>
                  <a:lnTo>
                    <a:pt x="22089" y="3363"/>
                  </a:lnTo>
                  <a:cubicBezTo>
                    <a:pt x="17990" y="3363"/>
                    <a:pt x="16863" y="3261"/>
                    <a:pt x="13174" y="2954"/>
                  </a:cubicBezTo>
                  <a:cubicBezTo>
                    <a:pt x="7846" y="2545"/>
                    <a:pt x="7641" y="1829"/>
                    <a:pt x="7334" y="91"/>
                  </a:cubicBezTo>
                  <a:lnTo>
                    <a:pt x="3850" y="91"/>
                  </a:lnTo>
                  <a:lnTo>
                    <a:pt x="264" y="21973"/>
                  </a:lnTo>
                  <a:lnTo>
                    <a:pt x="3748" y="21973"/>
                  </a:lnTo>
                  <a:cubicBezTo>
                    <a:pt x="3953" y="20440"/>
                    <a:pt x="4977" y="13691"/>
                    <a:pt x="6617" y="12668"/>
                  </a:cubicBezTo>
                  <a:cubicBezTo>
                    <a:pt x="7436" y="12055"/>
                    <a:pt x="15736" y="12055"/>
                    <a:pt x="17273" y="12055"/>
                  </a:cubicBezTo>
                  <a:lnTo>
                    <a:pt x="39610" y="12055"/>
                  </a:lnTo>
                  <a:cubicBezTo>
                    <a:pt x="36332" y="16349"/>
                    <a:pt x="31106" y="22689"/>
                    <a:pt x="28954" y="25552"/>
                  </a:cubicBezTo>
                  <a:cubicBezTo>
                    <a:pt x="15531" y="43140"/>
                    <a:pt x="14302" y="59398"/>
                    <a:pt x="14302" y="65431"/>
                  </a:cubicBezTo>
                  <a:cubicBezTo>
                    <a:pt x="14302" y="66556"/>
                    <a:pt x="14302" y="71260"/>
                    <a:pt x="19117" y="71260"/>
                  </a:cubicBezTo>
                  <a:cubicBezTo>
                    <a:pt x="24036" y="71260"/>
                    <a:pt x="24036" y="66659"/>
                    <a:pt x="24036" y="65329"/>
                  </a:cubicBezTo>
                  <a:lnTo>
                    <a:pt x="24036" y="61239"/>
                  </a:lnTo>
                  <a:cubicBezTo>
                    <a:pt x="24036" y="41402"/>
                    <a:pt x="28134" y="32301"/>
                    <a:pt x="32540" y="26779"/>
                  </a:cubicBezTo>
                  <a:lnTo>
                    <a:pt x="47910" y="745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2" name="Freeform: Shape 631">
              <a:extLst>
                <a:ext uri="{FF2B5EF4-FFF2-40B4-BE49-F238E27FC236}">
                  <a16:creationId xmlns:a16="http://schemas.microsoft.com/office/drawing/2014/main" id="{658C9B54-3D6F-4C80-54DF-25D65E4D1826}"/>
                </a:ext>
              </a:extLst>
            </p:cNvPr>
            <p:cNvSpPr/>
            <p:nvPr>
              <p:custDataLst>
                <p:tags r:id="rId46"/>
              </p:custDataLst>
            </p:nvPr>
          </p:nvSpPr>
          <p:spPr>
            <a:xfrm>
              <a:off x="10042357" y="4322780"/>
              <a:ext cx="11783" cy="11759"/>
            </a:xfrm>
            <a:custGeom>
              <a:avLst/>
              <a:gdLst>
                <a:gd name="connsiteX0" fmla="*/ 12051 w 11783"/>
                <a:gd name="connsiteY0" fmla="*/ 6022 h 11759"/>
                <a:gd name="connsiteX1" fmla="*/ 6211 w 11783"/>
                <a:gd name="connsiteY1" fmla="*/ 91 h 11759"/>
                <a:gd name="connsiteX2" fmla="*/ 268 w 11783"/>
                <a:gd name="connsiteY2" fmla="*/ 5920 h 11759"/>
                <a:gd name="connsiteX3" fmla="*/ 6108 w 11783"/>
                <a:gd name="connsiteY3" fmla="*/ 11850 h 11759"/>
                <a:gd name="connsiteX4" fmla="*/ 12051 w 11783"/>
                <a:gd name="connsiteY4" fmla="*/ 6022 h 11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3" h="11759">
                  <a:moveTo>
                    <a:pt x="12051" y="6022"/>
                  </a:moveTo>
                  <a:cubicBezTo>
                    <a:pt x="12051" y="2341"/>
                    <a:pt x="8977" y="91"/>
                    <a:pt x="6211" y="91"/>
                  </a:cubicBezTo>
                  <a:cubicBezTo>
                    <a:pt x="2829" y="91"/>
                    <a:pt x="268" y="2852"/>
                    <a:pt x="268" y="5920"/>
                  </a:cubicBezTo>
                  <a:cubicBezTo>
                    <a:pt x="268" y="9601"/>
                    <a:pt x="3342" y="11850"/>
                    <a:pt x="6108" y="11850"/>
                  </a:cubicBezTo>
                  <a:cubicBezTo>
                    <a:pt x="9490" y="11850"/>
                    <a:pt x="12051" y="9089"/>
                    <a:pt x="12051" y="602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3" name="Freeform: Shape 632">
              <a:extLst>
                <a:ext uri="{FF2B5EF4-FFF2-40B4-BE49-F238E27FC236}">
                  <a16:creationId xmlns:a16="http://schemas.microsoft.com/office/drawing/2014/main" id="{8B4B60B9-A530-5ACC-7F18-8B2EB7576510}"/>
                </a:ext>
              </a:extLst>
            </p:cNvPr>
            <p:cNvSpPr/>
            <p:nvPr>
              <p:custDataLst>
                <p:tags r:id="rId47"/>
              </p:custDataLst>
            </p:nvPr>
          </p:nvSpPr>
          <p:spPr>
            <a:xfrm>
              <a:off x="10072819" y="4265415"/>
              <a:ext cx="48670" cy="71168"/>
            </a:xfrm>
            <a:custGeom>
              <a:avLst/>
              <a:gdLst>
                <a:gd name="connsiteX0" fmla="*/ 47917 w 48670"/>
                <a:gd name="connsiteY0" fmla="*/ 7453 h 71168"/>
                <a:gd name="connsiteX1" fmla="*/ 48941 w 48670"/>
                <a:gd name="connsiteY1" fmla="*/ 3363 h 71168"/>
                <a:gd name="connsiteX2" fmla="*/ 22095 w 48670"/>
                <a:gd name="connsiteY2" fmla="*/ 3363 h 71168"/>
                <a:gd name="connsiteX3" fmla="*/ 13181 w 48670"/>
                <a:gd name="connsiteY3" fmla="*/ 2954 h 71168"/>
                <a:gd name="connsiteX4" fmla="*/ 7340 w 48670"/>
                <a:gd name="connsiteY4" fmla="*/ 91 h 71168"/>
                <a:gd name="connsiteX5" fmla="*/ 3856 w 48670"/>
                <a:gd name="connsiteY5" fmla="*/ 91 h 71168"/>
                <a:gd name="connsiteX6" fmla="*/ 270 w 48670"/>
                <a:gd name="connsiteY6" fmla="*/ 21973 h 71168"/>
                <a:gd name="connsiteX7" fmla="*/ 3754 w 48670"/>
                <a:gd name="connsiteY7" fmla="*/ 21973 h 71168"/>
                <a:gd name="connsiteX8" fmla="*/ 6623 w 48670"/>
                <a:gd name="connsiteY8" fmla="*/ 12668 h 71168"/>
                <a:gd name="connsiteX9" fmla="*/ 17279 w 48670"/>
                <a:gd name="connsiteY9" fmla="*/ 12055 h 71168"/>
                <a:gd name="connsiteX10" fmla="*/ 39617 w 48670"/>
                <a:gd name="connsiteY10" fmla="*/ 12055 h 71168"/>
                <a:gd name="connsiteX11" fmla="*/ 28960 w 48670"/>
                <a:gd name="connsiteY11" fmla="*/ 25552 h 71168"/>
                <a:gd name="connsiteX12" fmla="*/ 14308 w 48670"/>
                <a:gd name="connsiteY12" fmla="*/ 65431 h 71168"/>
                <a:gd name="connsiteX13" fmla="*/ 19124 w 48670"/>
                <a:gd name="connsiteY13" fmla="*/ 71260 h 71168"/>
                <a:gd name="connsiteX14" fmla="*/ 24042 w 48670"/>
                <a:gd name="connsiteY14" fmla="*/ 65329 h 71168"/>
                <a:gd name="connsiteX15" fmla="*/ 24042 w 48670"/>
                <a:gd name="connsiteY15" fmla="*/ 61239 h 71168"/>
                <a:gd name="connsiteX16" fmla="*/ 32547 w 48670"/>
                <a:gd name="connsiteY16" fmla="*/ 26779 h 71168"/>
                <a:gd name="connsiteX17" fmla="*/ 47917 w 48670"/>
                <a:gd name="connsiteY17" fmla="*/ 7453 h 71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670" h="71168">
                  <a:moveTo>
                    <a:pt x="47917" y="7453"/>
                  </a:moveTo>
                  <a:cubicBezTo>
                    <a:pt x="48941" y="6226"/>
                    <a:pt x="48941" y="6022"/>
                    <a:pt x="48941" y="3363"/>
                  </a:cubicBezTo>
                  <a:lnTo>
                    <a:pt x="22095" y="3363"/>
                  </a:lnTo>
                  <a:cubicBezTo>
                    <a:pt x="17997" y="3363"/>
                    <a:pt x="16870" y="3261"/>
                    <a:pt x="13181" y="2954"/>
                  </a:cubicBezTo>
                  <a:cubicBezTo>
                    <a:pt x="7853" y="2545"/>
                    <a:pt x="7648" y="1829"/>
                    <a:pt x="7340" y="91"/>
                  </a:cubicBezTo>
                  <a:lnTo>
                    <a:pt x="3856" y="91"/>
                  </a:lnTo>
                  <a:lnTo>
                    <a:pt x="270" y="21973"/>
                  </a:lnTo>
                  <a:lnTo>
                    <a:pt x="3754" y="21973"/>
                  </a:lnTo>
                  <a:cubicBezTo>
                    <a:pt x="3959" y="20440"/>
                    <a:pt x="4984" y="13691"/>
                    <a:pt x="6623" y="12668"/>
                  </a:cubicBezTo>
                  <a:cubicBezTo>
                    <a:pt x="7443" y="12055"/>
                    <a:pt x="15742" y="12055"/>
                    <a:pt x="17279" y="12055"/>
                  </a:cubicBezTo>
                  <a:lnTo>
                    <a:pt x="39617" y="12055"/>
                  </a:lnTo>
                  <a:cubicBezTo>
                    <a:pt x="36338" y="16349"/>
                    <a:pt x="31112" y="22689"/>
                    <a:pt x="28960" y="25552"/>
                  </a:cubicBezTo>
                  <a:cubicBezTo>
                    <a:pt x="15538" y="43140"/>
                    <a:pt x="14308" y="59398"/>
                    <a:pt x="14308" y="65431"/>
                  </a:cubicBezTo>
                  <a:cubicBezTo>
                    <a:pt x="14308" y="66556"/>
                    <a:pt x="14308" y="71260"/>
                    <a:pt x="19124" y="71260"/>
                  </a:cubicBezTo>
                  <a:cubicBezTo>
                    <a:pt x="24042" y="71260"/>
                    <a:pt x="24042" y="66659"/>
                    <a:pt x="24042" y="65329"/>
                  </a:cubicBezTo>
                  <a:lnTo>
                    <a:pt x="24042" y="61239"/>
                  </a:lnTo>
                  <a:cubicBezTo>
                    <a:pt x="24042" y="41402"/>
                    <a:pt x="28141" y="32301"/>
                    <a:pt x="32547" y="26779"/>
                  </a:cubicBezTo>
                  <a:lnTo>
                    <a:pt x="47917" y="7453"/>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4" name="Freeform: Shape 633">
              <a:extLst>
                <a:ext uri="{FF2B5EF4-FFF2-40B4-BE49-F238E27FC236}">
                  <a16:creationId xmlns:a16="http://schemas.microsoft.com/office/drawing/2014/main" id="{F6C20DE6-BD9E-353B-8EC8-27D800110BFE}"/>
                </a:ext>
              </a:extLst>
            </p:cNvPr>
            <p:cNvSpPr/>
            <p:nvPr>
              <p:custDataLst>
                <p:tags r:id="rId48"/>
              </p:custDataLst>
            </p:nvPr>
          </p:nvSpPr>
          <p:spPr>
            <a:xfrm>
              <a:off x="10131270" y="4257848"/>
              <a:ext cx="26538" cy="102151"/>
            </a:xfrm>
            <a:custGeom>
              <a:avLst/>
              <a:gdLst>
                <a:gd name="connsiteX0" fmla="*/ 2221 w 26538"/>
                <a:gd name="connsiteY0" fmla="*/ 91 h 102151"/>
                <a:gd name="connsiteX1" fmla="*/ 274 w 26538"/>
                <a:gd name="connsiteY1" fmla="*/ 1318 h 102151"/>
                <a:gd name="connsiteX2" fmla="*/ 1196 w 26538"/>
                <a:gd name="connsiteY2" fmla="*/ 2852 h 102151"/>
                <a:gd name="connsiteX3" fmla="*/ 19845 w 26538"/>
                <a:gd name="connsiteY3" fmla="*/ 51116 h 102151"/>
                <a:gd name="connsiteX4" fmla="*/ 2119 w 26538"/>
                <a:gd name="connsiteY4" fmla="*/ 98664 h 102151"/>
                <a:gd name="connsiteX5" fmla="*/ 274 w 26538"/>
                <a:gd name="connsiteY5" fmla="*/ 101016 h 102151"/>
                <a:gd name="connsiteX6" fmla="*/ 1606 w 26538"/>
                <a:gd name="connsiteY6" fmla="*/ 102243 h 102151"/>
                <a:gd name="connsiteX7" fmla="*/ 19333 w 26538"/>
                <a:gd name="connsiteY7" fmla="*/ 82712 h 102151"/>
                <a:gd name="connsiteX8" fmla="*/ 26813 w 26538"/>
                <a:gd name="connsiteY8" fmla="*/ 51218 h 102151"/>
                <a:gd name="connsiteX9" fmla="*/ 2221 w 26538"/>
                <a:gd name="connsiteY9" fmla="*/ 91 h 102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538" h="102151">
                  <a:moveTo>
                    <a:pt x="2221" y="91"/>
                  </a:moveTo>
                  <a:cubicBezTo>
                    <a:pt x="1504" y="91"/>
                    <a:pt x="274" y="91"/>
                    <a:pt x="274" y="1318"/>
                  </a:cubicBezTo>
                  <a:cubicBezTo>
                    <a:pt x="274" y="1829"/>
                    <a:pt x="582" y="2136"/>
                    <a:pt x="1196" y="2852"/>
                  </a:cubicBezTo>
                  <a:cubicBezTo>
                    <a:pt x="10008" y="10930"/>
                    <a:pt x="19845" y="24734"/>
                    <a:pt x="19845" y="51116"/>
                  </a:cubicBezTo>
                  <a:cubicBezTo>
                    <a:pt x="19845" y="72487"/>
                    <a:pt x="13185" y="88643"/>
                    <a:pt x="2119" y="98664"/>
                  </a:cubicBezTo>
                  <a:cubicBezTo>
                    <a:pt x="377" y="100402"/>
                    <a:pt x="274" y="100505"/>
                    <a:pt x="274" y="101016"/>
                  </a:cubicBezTo>
                  <a:cubicBezTo>
                    <a:pt x="274" y="101527"/>
                    <a:pt x="582" y="102243"/>
                    <a:pt x="1606" y="102243"/>
                  </a:cubicBezTo>
                  <a:cubicBezTo>
                    <a:pt x="2836" y="102243"/>
                    <a:pt x="12570" y="95494"/>
                    <a:pt x="19333" y="82712"/>
                  </a:cubicBezTo>
                  <a:cubicBezTo>
                    <a:pt x="23841" y="74225"/>
                    <a:pt x="26813" y="63182"/>
                    <a:pt x="26813" y="51218"/>
                  </a:cubicBezTo>
                  <a:cubicBezTo>
                    <a:pt x="26813" y="36800"/>
                    <a:pt x="22509" y="14407"/>
                    <a:pt x="2221" y="9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5" name="Freeform: Shape 634">
              <a:extLst>
                <a:ext uri="{FF2B5EF4-FFF2-40B4-BE49-F238E27FC236}">
                  <a16:creationId xmlns:a16="http://schemas.microsoft.com/office/drawing/2014/main" id="{63CBFA4C-A6F3-8DEC-F5D9-D59989DB3048}"/>
                </a:ext>
              </a:extLst>
            </p:cNvPr>
            <p:cNvSpPr/>
            <p:nvPr>
              <p:custDataLst>
                <p:tags r:id="rId49"/>
              </p:custDataLst>
            </p:nvPr>
          </p:nvSpPr>
          <p:spPr>
            <a:xfrm>
              <a:off x="10176911" y="4271243"/>
              <a:ext cx="75414" cy="75361"/>
            </a:xfrm>
            <a:custGeom>
              <a:avLst/>
              <a:gdLst>
                <a:gd name="connsiteX0" fmla="*/ 40546 w 75414"/>
                <a:gd name="connsiteY0" fmla="*/ 40277 h 75361"/>
                <a:gd name="connsiteX1" fmla="*/ 71900 w 75414"/>
                <a:gd name="connsiteY1" fmla="*/ 40277 h 75361"/>
                <a:gd name="connsiteX2" fmla="*/ 75692 w 75414"/>
                <a:gd name="connsiteY2" fmla="*/ 37823 h 75361"/>
                <a:gd name="connsiteX3" fmla="*/ 71900 w 75414"/>
                <a:gd name="connsiteY3" fmla="*/ 35266 h 75361"/>
                <a:gd name="connsiteX4" fmla="*/ 40546 w 75414"/>
                <a:gd name="connsiteY4" fmla="*/ 35266 h 75361"/>
                <a:gd name="connsiteX5" fmla="*/ 40546 w 75414"/>
                <a:gd name="connsiteY5" fmla="*/ 3874 h 75361"/>
                <a:gd name="connsiteX6" fmla="*/ 38087 w 75414"/>
                <a:gd name="connsiteY6" fmla="*/ 91 h 75361"/>
                <a:gd name="connsiteX7" fmla="*/ 35525 w 75414"/>
                <a:gd name="connsiteY7" fmla="*/ 3874 h 75361"/>
                <a:gd name="connsiteX8" fmla="*/ 35525 w 75414"/>
                <a:gd name="connsiteY8" fmla="*/ 35266 h 75361"/>
                <a:gd name="connsiteX9" fmla="*/ 4068 w 75414"/>
                <a:gd name="connsiteY9" fmla="*/ 35266 h 75361"/>
                <a:gd name="connsiteX10" fmla="*/ 277 w 75414"/>
                <a:gd name="connsiteY10" fmla="*/ 37721 h 75361"/>
                <a:gd name="connsiteX11" fmla="*/ 4068 w 75414"/>
                <a:gd name="connsiteY11" fmla="*/ 40277 h 75361"/>
                <a:gd name="connsiteX12" fmla="*/ 35525 w 75414"/>
                <a:gd name="connsiteY12" fmla="*/ 40277 h 75361"/>
                <a:gd name="connsiteX13" fmla="*/ 35525 w 75414"/>
                <a:gd name="connsiteY13" fmla="*/ 71669 h 75361"/>
                <a:gd name="connsiteX14" fmla="*/ 37984 w 75414"/>
                <a:gd name="connsiteY14" fmla="*/ 75452 h 75361"/>
                <a:gd name="connsiteX15" fmla="*/ 40546 w 75414"/>
                <a:gd name="connsiteY15" fmla="*/ 71669 h 75361"/>
                <a:gd name="connsiteX16" fmla="*/ 40546 w 75414"/>
                <a:gd name="connsiteY16" fmla="*/ 40277 h 7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5414" h="75361">
                  <a:moveTo>
                    <a:pt x="40546" y="40277"/>
                  </a:moveTo>
                  <a:lnTo>
                    <a:pt x="71900" y="40277"/>
                  </a:lnTo>
                  <a:cubicBezTo>
                    <a:pt x="73233" y="40277"/>
                    <a:pt x="75692" y="40277"/>
                    <a:pt x="75692" y="37823"/>
                  </a:cubicBezTo>
                  <a:cubicBezTo>
                    <a:pt x="75692" y="35266"/>
                    <a:pt x="73335" y="35266"/>
                    <a:pt x="71900" y="35266"/>
                  </a:cubicBezTo>
                  <a:lnTo>
                    <a:pt x="40546" y="35266"/>
                  </a:lnTo>
                  <a:lnTo>
                    <a:pt x="40546" y="3874"/>
                  </a:lnTo>
                  <a:cubicBezTo>
                    <a:pt x="40546" y="2545"/>
                    <a:pt x="40546" y="91"/>
                    <a:pt x="38087" y="91"/>
                  </a:cubicBezTo>
                  <a:cubicBezTo>
                    <a:pt x="35525" y="91"/>
                    <a:pt x="35525" y="2443"/>
                    <a:pt x="35525" y="3874"/>
                  </a:cubicBezTo>
                  <a:lnTo>
                    <a:pt x="35525" y="35266"/>
                  </a:lnTo>
                  <a:lnTo>
                    <a:pt x="4068" y="35266"/>
                  </a:lnTo>
                  <a:cubicBezTo>
                    <a:pt x="2736" y="35266"/>
                    <a:pt x="277" y="35266"/>
                    <a:pt x="277" y="37721"/>
                  </a:cubicBezTo>
                  <a:cubicBezTo>
                    <a:pt x="277" y="40277"/>
                    <a:pt x="2634" y="40277"/>
                    <a:pt x="4068" y="40277"/>
                  </a:cubicBezTo>
                  <a:lnTo>
                    <a:pt x="35525" y="40277"/>
                  </a:lnTo>
                  <a:lnTo>
                    <a:pt x="35525" y="71669"/>
                  </a:lnTo>
                  <a:cubicBezTo>
                    <a:pt x="35525" y="72998"/>
                    <a:pt x="35525" y="75452"/>
                    <a:pt x="37984" y="75452"/>
                  </a:cubicBezTo>
                  <a:cubicBezTo>
                    <a:pt x="40546" y="75452"/>
                    <a:pt x="40546" y="73101"/>
                    <a:pt x="40546" y="71669"/>
                  </a:cubicBezTo>
                  <a:lnTo>
                    <a:pt x="40546" y="402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6" name="Freeform: Shape 635">
              <a:extLst>
                <a:ext uri="{FF2B5EF4-FFF2-40B4-BE49-F238E27FC236}">
                  <a16:creationId xmlns:a16="http://schemas.microsoft.com/office/drawing/2014/main" id="{F7CF8D3E-A7AC-135C-D02E-19722F7C9528}"/>
                </a:ext>
              </a:extLst>
            </p:cNvPr>
            <p:cNvSpPr/>
            <p:nvPr>
              <p:custDataLst>
                <p:tags r:id="rId50"/>
              </p:custDataLst>
            </p:nvPr>
          </p:nvSpPr>
          <p:spPr>
            <a:xfrm>
              <a:off x="10271383" y="4257848"/>
              <a:ext cx="26640" cy="102151"/>
            </a:xfrm>
            <a:custGeom>
              <a:avLst/>
              <a:gdLst>
                <a:gd name="connsiteX0" fmla="*/ 24875 w 26640"/>
                <a:gd name="connsiteY0" fmla="*/ 91 h 102151"/>
                <a:gd name="connsiteX1" fmla="*/ 283 w 26640"/>
                <a:gd name="connsiteY1" fmla="*/ 51116 h 102151"/>
                <a:gd name="connsiteX2" fmla="*/ 24875 w 26640"/>
                <a:gd name="connsiteY2" fmla="*/ 102243 h 102151"/>
                <a:gd name="connsiteX3" fmla="*/ 26924 w 26640"/>
                <a:gd name="connsiteY3" fmla="*/ 101016 h 102151"/>
                <a:gd name="connsiteX4" fmla="*/ 25900 w 26640"/>
                <a:gd name="connsiteY4" fmla="*/ 99482 h 102151"/>
                <a:gd name="connsiteX5" fmla="*/ 7251 w 26640"/>
                <a:gd name="connsiteY5" fmla="*/ 51218 h 102151"/>
                <a:gd name="connsiteX6" fmla="*/ 26207 w 26640"/>
                <a:gd name="connsiteY6" fmla="*/ 2545 h 102151"/>
                <a:gd name="connsiteX7" fmla="*/ 26924 w 26640"/>
                <a:gd name="connsiteY7" fmla="*/ 1318 h 102151"/>
                <a:gd name="connsiteX8" fmla="*/ 24875 w 26640"/>
                <a:gd name="connsiteY8" fmla="*/ 91 h 102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40" h="102151">
                  <a:moveTo>
                    <a:pt x="24875" y="91"/>
                  </a:moveTo>
                  <a:cubicBezTo>
                    <a:pt x="5407" y="13793"/>
                    <a:pt x="283" y="35471"/>
                    <a:pt x="283" y="51116"/>
                  </a:cubicBezTo>
                  <a:cubicBezTo>
                    <a:pt x="283" y="65534"/>
                    <a:pt x="4587" y="87927"/>
                    <a:pt x="24875" y="102243"/>
                  </a:cubicBezTo>
                  <a:cubicBezTo>
                    <a:pt x="25695" y="102243"/>
                    <a:pt x="26924" y="102243"/>
                    <a:pt x="26924" y="101016"/>
                  </a:cubicBezTo>
                  <a:cubicBezTo>
                    <a:pt x="26924" y="100402"/>
                    <a:pt x="26617" y="100198"/>
                    <a:pt x="25900" y="99482"/>
                  </a:cubicBezTo>
                  <a:cubicBezTo>
                    <a:pt x="12272" y="87212"/>
                    <a:pt x="7251" y="69828"/>
                    <a:pt x="7251" y="51218"/>
                  </a:cubicBezTo>
                  <a:cubicBezTo>
                    <a:pt x="7251" y="23609"/>
                    <a:pt x="17805" y="10112"/>
                    <a:pt x="26207" y="2545"/>
                  </a:cubicBezTo>
                  <a:cubicBezTo>
                    <a:pt x="26617" y="2136"/>
                    <a:pt x="26924" y="1829"/>
                    <a:pt x="26924" y="1318"/>
                  </a:cubicBezTo>
                  <a:cubicBezTo>
                    <a:pt x="26924" y="91"/>
                    <a:pt x="25695" y="91"/>
                    <a:pt x="24875" y="9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7" name="Freeform: Shape 636">
              <a:extLst>
                <a:ext uri="{FF2B5EF4-FFF2-40B4-BE49-F238E27FC236}">
                  <a16:creationId xmlns:a16="http://schemas.microsoft.com/office/drawing/2014/main" id="{35CC9408-3694-785B-6E28-889DE1D14AD3}"/>
                </a:ext>
              </a:extLst>
            </p:cNvPr>
            <p:cNvSpPr/>
            <p:nvPr>
              <p:custDataLst>
                <p:tags r:id="rId51"/>
              </p:custDataLst>
            </p:nvPr>
          </p:nvSpPr>
          <p:spPr>
            <a:xfrm>
              <a:off x="10310671" y="4266642"/>
              <a:ext cx="47543" cy="69941"/>
            </a:xfrm>
            <a:custGeom>
              <a:avLst/>
              <a:gdLst>
                <a:gd name="connsiteX0" fmla="*/ 47830 w 47543"/>
                <a:gd name="connsiteY0" fmla="*/ 35369 h 69941"/>
                <a:gd name="connsiteX1" fmla="*/ 41785 w 47543"/>
                <a:gd name="connsiteY1" fmla="*/ 8885 h 69941"/>
                <a:gd name="connsiteX2" fmla="*/ 24058 w 47543"/>
                <a:gd name="connsiteY2" fmla="*/ 91 h 69941"/>
                <a:gd name="connsiteX3" fmla="*/ 286 w 47543"/>
                <a:gd name="connsiteY3" fmla="*/ 35369 h 69941"/>
                <a:gd name="connsiteX4" fmla="*/ 24058 w 47543"/>
                <a:gd name="connsiteY4" fmla="*/ 70033 h 69941"/>
                <a:gd name="connsiteX5" fmla="*/ 47830 w 47543"/>
                <a:gd name="connsiteY5" fmla="*/ 35369 h 69941"/>
                <a:gd name="connsiteX6" fmla="*/ 24058 w 47543"/>
                <a:gd name="connsiteY6" fmla="*/ 67170 h 69941"/>
                <a:gd name="connsiteX7" fmla="*/ 11045 w 47543"/>
                <a:gd name="connsiteY7" fmla="*/ 56024 h 69941"/>
                <a:gd name="connsiteX8" fmla="*/ 9611 w 47543"/>
                <a:gd name="connsiteY8" fmla="*/ 34039 h 69941"/>
                <a:gd name="connsiteX9" fmla="*/ 11148 w 47543"/>
                <a:gd name="connsiteY9" fmla="*/ 13180 h 69941"/>
                <a:gd name="connsiteX10" fmla="*/ 24058 w 47543"/>
                <a:gd name="connsiteY10" fmla="*/ 2954 h 69941"/>
                <a:gd name="connsiteX11" fmla="*/ 36764 w 47543"/>
                <a:gd name="connsiteY11" fmla="*/ 12259 h 69941"/>
                <a:gd name="connsiteX12" fmla="*/ 38506 w 47543"/>
                <a:gd name="connsiteY12" fmla="*/ 34039 h 69941"/>
                <a:gd name="connsiteX13" fmla="*/ 37174 w 47543"/>
                <a:gd name="connsiteY13" fmla="*/ 55615 h 69941"/>
                <a:gd name="connsiteX14" fmla="*/ 24058 w 47543"/>
                <a:gd name="connsiteY14" fmla="*/ 67170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543" h="69941">
                  <a:moveTo>
                    <a:pt x="47830" y="35369"/>
                  </a:moveTo>
                  <a:cubicBezTo>
                    <a:pt x="47830" y="24121"/>
                    <a:pt x="46498" y="16043"/>
                    <a:pt x="41785" y="8885"/>
                  </a:cubicBezTo>
                  <a:cubicBezTo>
                    <a:pt x="38608" y="4181"/>
                    <a:pt x="32256" y="91"/>
                    <a:pt x="24058" y="91"/>
                  </a:cubicBezTo>
                  <a:cubicBezTo>
                    <a:pt x="286" y="91"/>
                    <a:pt x="286" y="28006"/>
                    <a:pt x="286" y="35369"/>
                  </a:cubicBezTo>
                  <a:cubicBezTo>
                    <a:pt x="286" y="42731"/>
                    <a:pt x="286" y="70033"/>
                    <a:pt x="24058" y="70033"/>
                  </a:cubicBezTo>
                  <a:cubicBezTo>
                    <a:pt x="47830" y="70033"/>
                    <a:pt x="47830" y="42731"/>
                    <a:pt x="47830" y="35369"/>
                  </a:cubicBezTo>
                  <a:close/>
                  <a:moveTo>
                    <a:pt x="24058" y="67170"/>
                  </a:moveTo>
                  <a:cubicBezTo>
                    <a:pt x="19345" y="67170"/>
                    <a:pt x="13095" y="64409"/>
                    <a:pt x="11045" y="56024"/>
                  </a:cubicBezTo>
                  <a:cubicBezTo>
                    <a:pt x="9611" y="49991"/>
                    <a:pt x="9611" y="41606"/>
                    <a:pt x="9611" y="34039"/>
                  </a:cubicBezTo>
                  <a:cubicBezTo>
                    <a:pt x="9611" y="26575"/>
                    <a:pt x="9611" y="18804"/>
                    <a:pt x="11148" y="13180"/>
                  </a:cubicBezTo>
                  <a:cubicBezTo>
                    <a:pt x="13300" y="5101"/>
                    <a:pt x="19857" y="2954"/>
                    <a:pt x="24058" y="2954"/>
                  </a:cubicBezTo>
                  <a:cubicBezTo>
                    <a:pt x="29592" y="2954"/>
                    <a:pt x="34920" y="6329"/>
                    <a:pt x="36764" y="12259"/>
                  </a:cubicBezTo>
                  <a:cubicBezTo>
                    <a:pt x="38404" y="17781"/>
                    <a:pt x="38506" y="25143"/>
                    <a:pt x="38506" y="34039"/>
                  </a:cubicBezTo>
                  <a:cubicBezTo>
                    <a:pt x="38506" y="41606"/>
                    <a:pt x="38506" y="49173"/>
                    <a:pt x="37174" y="55615"/>
                  </a:cubicBezTo>
                  <a:cubicBezTo>
                    <a:pt x="35125" y="64920"/>
                    <a:pt x="28157" y="67170"/>
                    <a:pt x="24058" y="6717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8" name="Freeform: Shape 637">
              <a:extLst>
                <a:ext uri="{FF2B5EF4-FFF2-40B4-BE49-F238E27FC236}">
                  <a16:creationId xmlns:a16="http://schemas.microsoft.com/office/drawing/2014/main" id="{8D83D459-A566-A543-E88E-A62E004EBDC8}"/>
                </a:ext>
              </a:extLst>
            </p:cNvPr>
            <p:cNvSpPr/>
            <p:nvPr>
              <p:custDataLst>
                <p:tags r:id="rId52"/>
              </p:custDataLst>
            </p:nvPr>
          </p:nvSpPr>
          <p:spPr>
            <a:xfrm>
              <a:off x="10375168" y="4322780"/>
              <a:ext cx="11783" cy="11759"/>
            </a:xfrm>
            <a:custGeom>
              <a:avLst/>
              <a:gdLst>
                <a:gd name="connsiteX0" fmla="*/ 12074 w 11783"/>
                <a:gd name="connsiteY0" fmla="*/ 6022 h 11759"/>
                <a:gd name="connsiteX1" fmla="*/ 6233 w 11783"/>
                <a:gd name="connsiteY1" fmla="*/ 91 h 11759"/>
                <a:gd name="connsiteX2" fmla="*/ 290 w 11783"/>
                <a:gd name="connsiteY2" fmla="*/ 5920 h 11759"/>
                <a:gd name="connsiteX3" fmla="*/ 6131 w 11783"/>
                <a:gd name="connsiteY3" fmla="*/ 11850 h 11759"/>
                <a:gd name="connsiteX4" fmla="*/ 12074 w 11783"/>
                <a:gd name="connsiteY4" fmla="*/ 6022 h 11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3" h="11759">
                  <a:moveTo>
                    <a:pt x="12074" y="6022"/>
                  </a:moveTo>
                  <a:cubicBezTo>
                    <a:pt x="12074" y="2341"/>
                    <a:pt x="9000" y="91"/>
                    <a:pt x="6233" y="91"/>
                  </a:cubicBezTo>
                  <a:cubicBezTo>
                    <a:pt x="2852" y="91"/>
                    <a:pt x="290" y="2852"/>
                    <a:pt x="290" y="5920"/>
                  </a:cubicBezTo>
                  <a:cubicBezTo>
                    <a:pt x="290" y="9601"/>
                    <a:pt x="3364" y="11850"/>
                    <a:pt x="6131" y="11850"/>
                  </a:cubicBezTo>
                  <a:cubicBezTo>
                    <a:pt x="9512" y="11850"/>
                    <a:pt x="12074" y="9089"/>
                    <a:pt x="12074" y="602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39" name="Freeform: Shape 638">
              <a:extLst>
                <a:ext uri="{FF2B5EF4-FFF2-40B4-BE49-F238E27FC236}">
                  <a16:creationId xmlns:a16="http://schemas.microsoft.com/office/drawing/2014/main" id="{CF33FE0B-8047-1F21-1697-D622DE20186B}"/>
                </a:ext>
              </a:extLst>
            </p:cNvPr>
            <p:cNvSpPr/>
            <p:nvPr>
              <p:custDataLst>
                <p:tags r:id="rId53"/>
              </p:custDataLst>
            </p:nvPr>
          </p:nvSpPr>
          <p:spPr>
            <a:xfrm>
              <a:off x="10403990" y="4266642"/>
              <a:ext cx="47134" cy="69941"/>
            </a:xfrm>
            <a:custGeom>
              <a:avLst/>
              <a:gdLst>
                <a:gd name="connsiteX0" fmla="*/ 31135 w 47134"/>
                <a:gd name="connsiteY0" fmla="*/ 31074 h 69941"/>
                <a:gd name="connsiteX1" fmla="*/ 44250 w 47134"/>
                <a:gd name="connsiteY1" fmla="*/ 15327 h 69941"/>
                <a:gd name="connsiteX2" fmla="*/ 23962 w 47134"/>
                <a:gd name="connsiteY2" fmla="*/ 91 h 69941"/>
                <a:gd name="connsiteX3" fmla="*/ 3469 w 47134"/>
                <a:gd name="connsiteY3" fmla="*/ 17167 h 69941"/>
                <a:gd name="connsiteX4" fmla="*/ 7568 w 47134"/>
                <a:gd name="connsiteY4" fmla="*/ 27495 h 69941"/>
                <a:gd name="connsiteX5" fmla="*/ 16175 w 47134"/>
                <a:gd name="connsiteY5" fmla="*/ 33630 h 69941"/>
                <a:gd name="connsiteX6" fmla="*/ 293 w 47134"/>
                <a:gd name="connsiteY6" fmla="*/ 52343 h 69941"/>
                <a:gd name="connsiteX7" fmla="*/ 23757 w 47134"/>
                <a:gd name="connsiteY7" fmla="*/ 70033 h 69941"/>
                <a:gd name="connsiteX8" fmla="*/ 47427 w 47134"/>
                <a:gd name="connsiteY8" fmla="*/ 50707 h 69941"/>
                <a:gd name="connsiteX9" fmla="*/ 37488 w 47134"/>
                <a:gd name="connsiteY9" fmla="*/ 34755 h 69941"/>
                <a:gd name="connsiteX10" fmla="*/ 31135 w 47134"/>
                <a:gd name="connsiteY10" fmla="*/ 31074 h 69941"/>
                <a:gd name="connsiteX11" fmla="*/ 14433 w 47134"/>
                <a:gd name="connsiteY11" fmla="*/ 21360 h 69941"/>
                <a:gd name="connsiteX12" fmla="*/ 8900 w 47134"/>
                <a:gd name="connsiteY12" fmla="*/ 13282 h 69941"/>
                <a:gd name="connsiteX13" fmla="*/ 23757 w 47134"/>
                <a:gd name="connsiteY13" fmla="*/ 3056 h 69941"/>
                <a:gd name="connsiteX14" fmla="*/ 38820 w 47134"/>
                <a:gd name="connsiteY14" fmla="*/ 15327 h 69941"/>
                <a:gd name="connsiteX15" fmla="*/ 27958 w 47134"/>
                <a:gd name="connsiteY15" fmla="*/ 29029 h 69941"/>
                <a:gd name="connsiteX16" fmla="*/ 26831 w 47134"/>
                <a:gd name="connsiteY16" fmla="*/ 28518 h 69941"/>
                <a:gd name="connsiteX17" fmla="*/ 14433 w 47134"/>
                <a:gd name="connsiteY17" fmla="*/ 21360 h 69941"/>
                <a:gd name="connsiteX18" fmla="*/ 19454 w 47134"/>
                <a:gd name="connsiteY18" fmla="*/ 35573 h 69941"/>
                <a:gd name="connsiteX19" fmla="*/ 33492 w 47134"/>
                <a:gd name="connsiteY19" fmla="*/ 43651 h 69941"/>
                <a:gd name="connsiteX20" fmla="*/ 41279 w 47134"/>
                <a:gd name="connsiteY20" fmla="*/ 54286 h 69941"/>
                <a:gd name="connsiteX21" fmla="*/ 23962 w 47134"/>
                <a:gd name="connsiteY21" fmla="*/ 66761 h 69941"/>
                <a:gd name="connsiteX22" fmla="*/ 6441 w 47134"/>
                <a:gd name="connsiteY22" fmla="*/ 52343 h 69941"/>
                <a:gd name="connsiteX23" fmla="*/ 19454 w 47134"/>
                <a:gd name="connsiteY23" fmla="*/ 35573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134" h="69941">
                  <a:moveTo>
                    <a:pt x="31135" y="31074"/>
                  </a:moveTo>
                  <a:cubicBezTo>
                    <a:pt x="39127" y="27188"/>
                    <a:pt x="44250" y="22382"/>
                    <a:pt x="44250" y="15327"/>
                  </a:cubicBezTo>
                  <a:cubicBezTo>
                    <a:pt x="44250" y="5408"/>
                    <a:pt x="33901" y="91"/>
                    <a:pt x="23962" y="91"/>
                  </a:cubicBezTo>
                  <a:cubicBezTo>
                    <a:pt x="12691" y="91"/>
                    <a:pt x="3469" y="7453"/>
                    <a:pt x="3469" y="17167"/>
                  </a:cubicBezTo>
                  <a:cubicBezTo>
                    <a:pt x="3469" y="21973"/>
                    <a:pt x="5723" y="25450"/>
                    <a:pt x="7568" y="27495"/>
                  </a:cubicBezTo>
                  <a:cubicBezTo>
                    <a:pt x="9412" y="29642"/>
                    <a:pt x="10129" y="30051"/>
                    <a:pt x="16175" y="33630"/>
                  </a:cubicBezTo>
                  <a:cubicBezTo>
                    <a:pt x="10437" y="36084"/>
                    <a:pt x="293" y="41606"/>
                    <a:pt x="293" y="52343"/>
                  </a:cubicBezTo>
                  <a:cubicBezTo>
                    <a:pt x="293" y="63693"/>
                    <a:pt x="12076" y="70033"/>
                    <a:pt x="23757" y="70033"/>
                  </a:cubicBezTo>
                  <a:cubicBezTo>
                    <a:pt x="36770" y="70033"/>
                    <a:pt x="47427" y="61750"/>
                    <a:pt x="47427" y="50707"/>
                  </a:cubicBezTo>
                  <a:cubicBezTo>
                    <a:pt x="47427" y="43958"/>
                    <a:pt x="43431" y="38232"/>
                    <a:pt x="37488" y="34755"/>
                  </a:cubicBezTo>
                  <a:cubicBezTo>
                    <a:pt x="36156" y="33937"/>
                    <a:pt x="32569" y="31892"/>
                    <a:pt x="31135" y="31074"/>
                  </a:cubicBezTo>
                  <a:close/>
                  <a:moveTo>
                    <a:pt x="14433" y="21360"/>
                  </a:moveTo>
                  <a:cubicBezTo>
                    <a:pt x="11769" y="19826"/>
                    <a:pt x="8900" y="17065"/>
                    <a:pt x="8900" y="13282"/>
                  </a:cubicBezTo>
                  <a:cubicBezTo>
                    <a:pt x="8900" y="6840"/>
                    <a:pt x="16380" y="3056"/>
                    <a:pt x="23757" y="3056"/>
                  </a:cubicBezTo>
                  <a:cubicBezTo>
                    <a:pt x="31750" y="3056"/>
                    <a:pt x="38820" y="8067"/>
                    <a:pt x="38820" y="15327"/>
                  </a:cubicBezTo>
                  <a:cubicBezTo>
                    <a:pt x="38820" y="24428"/>
                    <a:pt x="28163" y="29029"/>
                    <a:pt x="27958" y="29029"/>
                  </a:cubicBezTo>
                  <a:cubicBezTo>
                    <a:pt x="27754" y="29029"/>
                    <a:pt x="27549" y="28927"/>
                    <a:pt x="26831" y="28518"/>
                  </a:cubicBezTo>
                  <a:lnTo>
                    <a:pt x="14433" y="21360"/>
                  </a:lnTo>
                  <a:close/>
                  <a:moveTo>
                    <a:pt x="19454" y="35573"/>
                  </a:moveTo>
                  <a:lnTo>
                    <a:pt x="33492" y="43651"/>
                  </a:lnTo>
                  <a:cubicBezTo>
                    <a:pt x="36156" y="45185"/>
                    <a:pt x="41279" y="48253"/>
                    <a:pt x="41279" y="54286"/>
                  </a:cubicBezTo>
                  <a:cubicBezTo>
                    <a:pt x="41279" y="61955"/>
                    <a:pt x="32774" y="66761"/>
                    <a:pt x="23962" y="66761"/>
                  </a:cubicBezTo>
                  <a:cubicBezTo>
                    <a:pt x="14535" y="66761"/>
                    <a:pt x="6441" y="60728"/>
                    <a:pt x="6441" y="52343"/>
                  </a:cubicBezTo>
                  <a:cubicBezTo>
                    <a:pt x="6441" y="44776"/>
                    <a:pt x="12076" y="38948"/>
                    <a:pt x="19454" y="3557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0" name="Freeform: Shape 639">
              <a:extLst>
                <a:ext uri="{FF2B5EF4-FFF2-40B4-BE49-F238E27FC236}">
                  <a16:creationId xmlns:a16="http://schemas.microsoft.com/office/drawing/2014/main" id="{ECCDF608-A13C-7E63-683A-65BF0B12F341}"/>
                </a:ext>
              </a:extLst>
            </p:cNvPr>
            <p:cNvSpPr/>
            <p:nvPr>
              <p:custDataLst>
                <p:tags r:id="rId54"/>
              </p:custDataLst>
            </p:nvPr>
          </p:nvSpPr>
          <p:spPr>
            <a:xfrm>
              <a:off x="10462134" y="4266642"/>
              <a:ext cx="47543" cy="69941"/>
            </a:xfrm>
            <a:custGeom>
              <a:avLst/>
              <a:gdLst>
                <a:gd name="connsiteX0" fmla="*/ 47841 w 47543"/>
                <a:gd name="connsiteY0" fmla="*/ 35369 h 69941"/>
                <a:gd name="connsiteX1" fmla="*/ 41795 w 47543"/>
                <a:gd name="connsiteY1" fmla="*/ 8885 h 69941"/>
                <a:gd name="connsiteX2" fmla="*/ 24069 w 47543"/>
                <a:gd name="connsiteY2" fmla="*/ 91 h 69941"/>
                <a:gd name="connsiteX3" fmla="*/ 297 w 47543"/>
                <a:gd name="connsiteY3" fmla="*/ 35369 h 69941"/>
                <a:gd name="connsiteX4" fmla="*/ 24069 w 47543"/>
                <a:gd name="connsiteY4" fmla="*/ 70033 h 69941"/>
                <a:gd name="connsiteX5" fmla="*/ 47841 w 47543"/>
                <a:gd name="connsiteY5" fmla="*/ 35369 h 69941"/>
                <a:gd name="connsiteX6" fmla="*/ 24069 w 47543"/>
                <a:gd name="connsiteY6" fmla="*/ 67170 h 69941"/>
                <a:gd name="connsiteX7" fmla="*/ 11056 w 47543"/>
                <a:gd name="connsiteY7" fmla="*/ 56024 h 69941"/>
                <a:gd name="connsiteX8" fmla="*/ 9621 w 47543"/>
                <a:gd name="connsiteY8" fmla="*/ 34039 h 69941"/>
                <a:gd name="connsiteX9" fmla="*/ 11158 w 47543"/>
                <a:gd name="connsiteY9" fmla="*/ 13180 h 69941"/>
                <a:gd name="connsiteX10" fmla="*/ 24069 w 47543"/>
                <a:gd name="connsiteY10" fmla="*/ 2954 h 69941"/>
                <a:gd name="connsiteX11" fmla="*/ 36774 w 47543"/>
                <a:gd name="connsiteY11" fmla="*/ 12259 h 69941"/>
                <a:gd name="connsiteX12" fmla="*/ 38516 w 47543"/>
                <a:gd name="connsiteY12" fmla="*/ 34039 h 69941"/>
                <a:gd name="connsiteX13" fmla="*/ 37184 w 47543"/>
                <a:gd name="connsiteY13" fmla="*/ 55615 h 69941"/>
                <a:gd name="connsiteX14" fmla="*/ 24069 w 47543"/>
                <a:gd name="connsiteY14" fmla="*/ 67170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543" h="69941">
                  <a:moveTo>
                    <a:pt x="47841" y="35369"/>
                  </a:moveTo>
                  <a:cubicBezTo>
                    <a:pt x="47841" y="24121"/>
                    <a:pt x="46509" y="16043"/>
                    <a:pt x="41795" y="8885"/>
                  </a:cubicBezTo>
                  <a:cubicBezTo>
                    <a:pt x="38619" y="4181"/>
                    <a:pt x="32266" y="91"/>
                    <a:pt x="24069" y="91"/>
                  </a:cubicBezTo>
                  <a:cubicBezTo>
                    <a:pt x="297" y="91"/>
                    <a:pt x="297" y="28006"/>
                    <a:pt x="297" y="35369"/>
                  </a:cubicBezTo>
                  <a:cubicBezTo>
                    <a:pt x="297" y="42731"/>
                    <a:pt x="297" y="70033"/>
                    <a:pt x="24069" y="70033"/>
                  </a:cubicBezTo>
                  <a:cubicBezTo>
                    <a:pt x="47841" y="70033"/>
                    <a:pt x="47841" y="42731"/>
                    <a:pt x="47841" y="35369"/>
                  </a:cubicBezTo>
                  <a:close/>
                  <a:moveTo>
                    <a:pt x="24069" y="67170"/>
                  </a:moveTo>
                  <a:cubicBezTo>
                    <a:pt x="19355" y="67170"/>
                    <a:pt x="13105" y="64409"/>
                    <a:pt x="11056" y="56024"/>
                  </a:cubicBezTo>
                  <a:cubicBezTo>
                    <a:pt x="9621" y="49991"/>
                    <a:pt x="9621" y="41606"/>
                    <a:pt x="9621" y="34039"/>
                  </a:cubicBezTo>
                  <a:cubicBezTo>
                    <a:pt x="9621" y="26575"/>
                    <a:pt x="9621" y="18804"/>
                    <a:pt x="11158" y="13180"/>
                  </a:cubicBezTo>
                  <a:cubicBezTo>
                    <a:pt x="13310" y="5101"/>
                    <a:pt x="19868" y="2954"/>
                    <a:pt x="24069" y="2954"/>
                  </a:cubicBezTo>
                  <a:cubicBezTo>
                    <a:pt x="29602" y="2954"/>
                    <a:pt x="34930" y="6329"/>
                    <a:pt x="36774" y="12259"/>
                  </a:cubicBezTo>
                  <a:cubicBezTo>
                    <a:pt x="38414" y="17781"/>
                    <a:pt x="38516" y="25143"/>
                    <a:pt x="38516" y="34039"/>
                  </a:cubicBezTo>
                  <a:cubicBezTo>
                    <a:pt x="38516" y="41606"/>
                    <a:pt x="38516" y="49173"/>
                    <a:pt x="37184" y="55615"/>
                  </a:cubicBezTo>
                  <a:cubicBezTo>
                    <a:pt x="35135" y="64920"/>
                    <a:pt x="28167" y="67170"/>
                    <a:pt x="24069" y="6717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1" name="Freeform: Shape 640">
              <a:extLst>
                <a:ext uri="{FF2B5EF4-FFF2-40B4-BE49-F238E27FC236}">
                  <a16:creationId xmlns:a16="http://schemas.microsoft.com/office/drawing/2014/main" id="{F15D7C88-AEF4-A278-595F-1C82878D7348}"/>
                </a:ext>
              </a:extLst>
            </p:cNvPr>
            <p:cNvSpPr/>
            <p:nvPr>
              <p:custDataLst>
                <p:tags r:id="rId55"/>
              </p:custDataLst>
            </p:nvPr>
          </p:nvSpPr>
          <p:spPr>
            <a:xfrm>
              <a:off x="10519150" y="4265619"/>
              <a:ext cx="50207" cy="68919"/>
            </a:xfrm>
            <a:custGeom>
              <a:avLst/>
              <a:gdLst>
                <a:gd name="connsiteX0" fmla="*/ 50509 w 50207"/>
                <a:gd name="connsiteY0" fmla="*/ 52241 h 68919"/>
                <a:gd name="connsiteX1" fmla="*/ 50509 w 50207"/>
                <a:gd name="connsiteY1" fmla="*/ 48560 h 68919"/>
                <a:gd name="connsiteX2" fmla="*/ 39135 w 50207"/>
                <a:gd name="connsiteY2" fmla="*/ 48560 h 68919"/>
                <a:gd name="connsiteX3" fmla="*/ 39135 w 50207"/>
                <a:gd name="connsiteY3" fmla="*/ 2954 h 68919"/>
                <a:gd name="connsiteX4" fmla="*/ 36881 w 50207"/>
                <a:gd name="connsiteY4" fmla="*/ 91 h 68919"/>
                <a:gd name="connsiteX5" fmla="*/ 34217 w 50207"/>
                <a:gd name="connsiteY5" fmla="*/ 1523 h 68919"/>
                <a:gd name="connsiteX6" fmla="*/ 301 w 50207"/>
                <a:gd name="connsiteY6" fmla="*/ 48560 h 68919"/>
                <a:gd name="connsiteX7" fmla="*/ 301 w 50207"/>
                <a:gd name="connsiteY7" fmla="*/ 52241 h 68919"/>
                <a:gd name="connsiteX8" fmla="*/ 30426 w 50207"/>
                <a:gd name="connsiteY8" fmla="*/ 52241 h 68919"/>
                <a:gd name="connsiteX9" fmla="*/ 30426 w 50207"/>
                <a:gd name="connsiteY9" fmla="*/ 60626 h 68919"/>
                <a:gd name="connsiteX10" fmla="*/ 22126 w 50207"/>
                <a:gd name="connsiteY10" fmla="*/ 65329 h 68919"/>
                <a:gd name="connsiteX11" fmla="*/ 19359 w 50207"/>
                <a:gd name="connsiteY11" fmla="*/ 65329 h 68919"/>
                <a:gd name="connsiteX12" fmla="*/ 19359 w 50207"/>
                <a:gd name="connsiteY12" fmla="*/ 69010 h 68919"/>
                <a:gd name="connsiteX13" fmla="*/ 34729 w 50207"/>
                <a:gd name="connsiteY13" fmla="*/ 68601 h 68919"/>
                <a:gd name="connsiteX14" fmla="*/ 50201 w 50207"/>
                <a:gd name="connsiteY14" fmla="*/ 69010 h 68919"/>
                <a:gd name="connsiteX15" fmla="*/ 50201 w 50207"/>
                <a:gd name="connsiteY15" fmla="*/ 65329 h 68919"/>
                <a:gd name="connsiteX16" fmla="*/ 47435 w 50207"/>
                <a:gd name="connsiteY16" fmla="*/ 65329 h 68919"/>
                <a:gd name="connsiteX17" fmla="*/ 39135 w 50207"/>
                <a:gd name="connsiteY17" fmla="*/ 60626 h 68919"/>
                <a:gd name="connsiteX18" fmla="*/ 39135 w 50207"/>
                <a:gd name="connsiteY18" fmla="*/ 52241 h 68919"/>
                <a:gd name="connsiteX19" fmla="*/ 50509 w 50207"/>
                <a:gd name="connsiteY19" fmla="*/ 52241 h 68919"/>
                <a:gd name="connsiteX20" fmla="*/ 31143 w 50207"/>
                <a:gd name="connsiteY20" fmla="*/ 11134 h 68919"/>
                <a:gd name="connsiteX21" fmla="*/ 31143 w 50207"/>
                <a:gd name="connsiteY21" fmla="*/ 48560 h 68919"/>
                <a:gd name="connsiteX22" fmla="*/ 4092 w 50207"/>
                <a:gd name="connsiteY22" fmla="*/ 48560 h 68919"/>
                <a:gd name="connsiteX23" fmla="*/ 31143 w 50207"/>
                <a:gd name="connsiteY23" fmla="*/ 11134 h 6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207" h="68919">
                  <a:moveTo>
                    <a:pt x="50509" y="52241"/>
                  </a:moveTo>
                  <a:lnTo>
                    <a:pt x="50509" y="48560"/>
                  </a:lnTo>
                  <a:lnTo>
                    <a:pt x="39135" y="48560"/>
                  </a:lnTo>
                  <a:lnTo>
                    <a:pt x="39135" y="2954"/>
                  </a:lnTo>
                  <a:cubicBezTo>
                    <a:pt x="39135" y="807"/>
                    <a:pt x="39135" y="91"/>
                    <a:pt x="36881" y="91"/>
                  </a:cubicBezTo>
                  <a:cubicBezTo>
                    <a:pt x="35651" y="91"/>
                    <a:pt x="35241" y="91"/>
                    <a:pt x="34217" y="1523"/>
                  </a:cubicBezTo>
                  <a:lnTo>
                    <a:pt x="301" y="48560"/>
                  </a:lnTo>
                  <a:lnTo>
                    <a:pt x="301" y="52241"/>
                  </a:lnTo>
                  <a:lnTo>
                    <a:pt x="30426" y="52241"/>
                  </a:lnTo>
                  <a:lnTo>
                    <a:pt x="30426" y="60626"/>
                  </a:lnTo>
                  <a:cubicBezTo>
                    <a:pt x="30426" y="64102"/>
                    <a:pt x="30426" y="65329"/>
                    <a:pt x="22126" y="65329"/>
                  </a:cubicBezTo>
                  <a:lnTo>
                    <a:pt x="19359" y="65329"/>
                  </a:lnTo>
                  <a:lnTo>
                    <a:pt x="19359" y="69010"/>
                  </a:lnTo>
                  <a:cubicBezTo>
                    <a:pt x="24483" y="68806"/>
                    <a:pt x="31040" y="68601"/>
                    <a:pt x="34729" y="68601"/>
                  </a:cubicBezTo>
                  <a:cubicBezTo>
                    <a:pt x="38520" y="68601"/>
                    <a:pt x="45078" y="68806"/>
                    <a:pt x="50201" y="69010"/>
                  </a:cubicBezTo>
                  <a:lnTo>
                    <a:pt x="50201" y="65329"/>
                  </a:lnTo>
                  <a:lnTo>
                    <a:pt x="47435" y="65329"/>
                  </a:lnTo>
                  <a:cubicBezTo>
                    <a:pt x="39135" y="65329"/>
                    <a:pt x="39135" y="64102"/>
                    <a:pt x="39135" y="60626"/>
                  </a:cubicBezTo>
                  <a:lnTo>
                    <a:pt x="39135" y="52241"/>
                  </a:lnTo>
                  <a:lnTo>
                    <a:pt x="50509" y="52241"/>
                  </a:lnTo>
                  <a:close/>
                  <a:moveTo>
                    <a:pt x="31143" y="11134"/>
                  </a:moveTo>
                  <a:lnTo>
                    <a:pt x="31143" y="48560"/>
                  </a:lnTo>
                  <a:lnTo>
                    <a:pt x="4092" y="48560"/>
                  </a:lnTo>
                  <a:lnTo>
                    <a:pt x="31143" y="11134"/>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2" name="Freeform: Shape 641">
              <a:extLst>
                <a:ext uri="{FF2B5EF4-FFF2-40B4-BE49-F238E27FC236}">
                  <a16:creationId xmlns:a16="http://schemas.microsoft.com/office/drawing/2014/main" id="{83305BE6-2F62-2FCA-9D55-D1D8C56999E4}"/>
                </a:ext>
              </a:extLst>
            </p:cNvPr>
            <p:cNvSpPr/>
            <p:nvPr>
              <p:custDataLst>
                <p:tags r:id="rId56"/>
              </p:custDataLst>
            </p:nvPr>
          </p:nvSpPr>
          <p:spPr>
            <a:xfrm>
              <a:off x="10578831" y="4266642"/>
              <a:ext cx="47543" cy="69941"/>
            </a:xfrm>
            <a:custGeom>
              <a:avLst/>
              <a:gdLst>
                <a:gd name="connsiteX0" fmla="*/ 47849 w 47543"/>
                <a:gd name="connsiteY0" fmla="*/ 35369 h 69941"/>
                <a:gd name="connsiteX1" fmla="*/ 41803 w 47543"/>
                <a:gd name="connsiteY1" fmla="*/ 8885 h 69941"/>
                <a:gd name="connsiteX2" fmla="*/ 24077 w 47543"/>
                <a:gd name="connsiteY2" fmla="*/ 91 h 69941"/>
                <a:gd name="connsiteX3" fmla="*/ 305 w 47543"/>
                <a:gd name="connsiteY3" fmla="*/ 35369 h 69941"/>
                <a:gd name="connsiteX4" fmla="*/ 24077 w 47543"/>
                <a:gd name="connsiteY4" fmla="*/ 70033 h 69941"/>
                <a:gd name="connsiteX5" fmla="*/ 47849 w 47543"/>
                <a:gd name="connsiteY5" fmla="*/ 35369 h 69941"/>
                <a:gd name="connsiteX6" fmla="*/ 24077 w 47543"/>
                <a:gd name="connsiteY6" fmla="*/ 67170 h 69941"/>
                <a:gd name="connsiteX7" fmla="*/ 11064 w 47543"/>
                <a:gd name="connsiteY7" fmla="*/ 56024 h 69941"/>
                <a:gd name="connsiteX8" fmla="*/ 9629 w 47543"/>
                <a:gd name="connsiteY8" fmla="*/ 34039 h 69941"/>
                <a:gd name="connsiteX9" fmla="*/ 11166 w 47543"/>
                <a:gd name="connsiteY9" fmla="*/ 13180 h 69941"/>
                <a:gd name="connsiteX10" fmla="*/ 24077 w 47543"/>
                <a:gd name="connsiteY10" fmla="*/ 2954 h 69941"/>
                <a:gd name="connsiteX11" fmla="*/ 36782 w 47543"/>
                <a:gd name="connsiteY11" fmla="*/ 12259 h 69941"/>
                <a:gd name="connsiteX12" fmla="*/ 38524 w 47543"/>
                <a:gd name="connsiteY12" fmla="*/ 34039 h 69941"/>
                <a:gd name="connsiteX13" fmla="*/ 37192 w 47543"/>
                <a:gd name="connsiteY13" fmla="*/ 55615 h 69941"/>
                <a:gd name="connsiteX14" fmla="*/ 24077 w 47543"/>
                <a:gd name="connsiteY14" fmla="*/ 67170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543" h="69941">
                  <a:moveTo>
                    <a:pt x="47849" y="35369"/>
                  </a:moveTo>
                  <a:cubicBezTo>
                    <a:pt x="47849" y="24121"/>
                    <a:pt x="46517" y="16043"/>
                    <a:pt x="41803" y="8885"/>
                  </a:cubicBezTo>
                  <a:cubicBezTo>
                    <a:pt x="38627" y="4181"/>
                    <a:pt x="32274" y="91"/>
                    <a:pt x="24077" y="91"/>
                  </a:cubicBezTo>
                  <a:cubicBezTo>
                    <a:pt x="305" y="91"/>
                    <a:pt x="305" y="28006"/>
                    <a:pt x="305" y="35369"/>
                  </a:cubicBezTo>
                  <a:cubicBezTo>
                    <a:pt x="305" y="42731"/>
                    <a:pt x="305" y="70033"/>
                    <a:pt x="24077" y="70033"/>
                  </a:cubicBezTo>
                  <a:cubicBezTo>
                    <a:pt x="47849" y="70033"/>
                    <a:pt x="47849" y="42731"/>
                    <a:pt x="47849" y="35369"/>
                  </a:cubicBezTo>
                  <a:close/>
                  <a:moveTo>
                    <a:pt x="24077" y="67170"/>
                  </a:moveTo>
                  <a:cubicBezTo>
                    <a:pt x="19363" y="67170"/>
                    <a:pt x="13113" y="64409"/>
                    <a:pt x="11064" y="56024"/>
                  </a:cubicBezTo>
                  <a:cubicBezTo>
                    <a:pt x="9629" y="49991"/>
                    <a:pt x="9629" y="41606"/>
                    <a:pt x="9629" y="34039"/>
                  </a:cubicBezTo>
                  <a:cubicBezTo>
                    <a:pt x="9629" y="26575"/>
                    <a:pt x="9629" y="18804"/>
                    <a:pt x="11166" y="13180"/>
                  </a:cubicBezTo>
                  <a:cubicBezTo>
                    <a:pt x="13318" y="5101"/>
                    <a:pt x="19876" y="2954"/>
                    <a:pt x="24077" y="2954"/>
                  </a:cubicBezTo>
                  <a:cubicBezTo>
                    <a:pt x="29610" y="2954"/>
                    <a:pt x="34938" y="6329"/>
                    <a:pt x="36782" y="12259"/>
                  </a:cubicBezTo>
                  <a:cubicBezTo>
                    <a:pt x="38422" y="17781"/>
                    <a:pt x="38524" y="25143"/>
                    <a:pt x="38524" y="34039"/>
                  </a:cubicBezTo>
                  <a:cubicBezTo>
                    <a:pt x="38524" y="41606"/>
                    <a:pt x="38524" y="49173"/>
                    <a:pt x="37192" y="55615"/>
                  </a:cubicBezTo>
                  <a:cubicBezTo>
                    <a:pt x="35143" y="64920"/>
                    <a:pt x="28175" y="67170"/>
                    <a:pt x="24077" y="6717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3" name="Freeform: Shape 642">
              <a:extLst>
                <a:ext uri="{FF2B5EF4-FFF2-40B4-BE49-F238E27FC236}">
                  <a16:creationId xmlns:a16="http://schemas.microsoft.com/office/drawing/2014/main" id="{0F3E61DE-24DC-24AF-3FB8-524B02DA5E88}"/>
                </a:ext>
              </a:extLst>
            </p:cNvPr>
            <p:cNvSpPr/>
            <p:nvPr>
              <p:custDataLst>
                <p:tags r:id="rId57"/>
              </p:custDataLst>
            </p:nvPr>
          </p:nvSpPr>
          <p:spPr>
            <a:xfrm>
              <a:off x="10637384" y="4266642"/>
              <a:ext cx="47134" cy="69941"/>
            </a:xfrm>
            <a:custGeom>
              <a:avLst/>
              <a:gdLst>
                <a:gd name="connsiteX0" fmla="*/ 22749 w 47134"/>
                <a:gd name="connsiteY0" fmla="*/ 33835 h 69941"/>
                <a:gd name="connsiteX1" fmla="*/ 36479 w 47134"/>
                <a:gd name="connsiteY1" fmla="*/ 50298 h 69941"/>
                <a:gd name="connsiteX2" fmla="*/ 23158 w 47134"/>
                <a:gd name="connsiteY2" fmla="*/ 66761 h 69941"/>
                <a:gd name="connsiteX3" fmla="*/ 5739 w 47134"/>
                <a:gd name="connsiteY3" fmla="*/ 59603 h 69941"/>
                <a:gd name="connsiteX4" fmla="*/ 11682 w 47134"/>
                <a:gd name="connsiteY4" fmla="*/ 53877 h 69941"/>
                <a:gd name="connsiteX5" fmla="*/ 6047 w 47134"/>
                <a:gd name="connsiteY5" fmla="*/ 48253 h 69941"/>
                <a:gd name="connsiteX6" fmla="*/ 309 w 47134"/>
                <a:gd name="connsiteY6" fmla="*/ 54184 h 69941"/>
                <a:gd name="connsiteX7" fmla="*/ 23363 w 47134"/>
                <a:gd name="connsiteY7" fmla="*/ 70033 h 69941"/>
                <a:gd name="connsiteX8" fmla="*/ 47443 w 47134"/>
                <a:gd name="connsiteY8" fmla="*/ 50298 h 69941"/>
                <a:gd name="connsiteX9" fmla="*/ 29614 w 47134"/>
                <a:gd name="connsiteY9" fmla="*/ 31994 h 69941"/>
                <a:gd name="connsiteX10" fmla="*/ 44266 w 47134"/>
                <a:gd name="connsiteY10" fmla="*/ 14202 h 69941"/>
                <a:gd name="connsiteX11" fmla="*/ 23568 w 47134"/>
                <a:gd name="connsiteY11" fmla="*/ 91 h 69941"/>
                <a:gd name="connsiteX12" fmla="*/ 3485 w 47134"/>
                <a:gd name="connsiteY12" fmla="*/ 13793 h 69941"/>
                <a:gd name="connsiteX13" fmla="*/ 8813 w 47134"/>
                <a:gd name="connsiteY13" fmla="*/ 19213 h 69941"/>
                <a:gd name="connsiteX14" fmla="*/ 14039 w 47134"/>
                <a:gd name="connsiteY14" fmla="*/ 13998 h 69941"/>
                <a:gd name="connsiteX15" fmla="*/ 8813 w 47134"/>
                <a:gd name="connsiteY15" fmla="*/ 8680 h 69941"/>
                <a:gd name="connsiteX16" fmla="*/ 23261 w 47134"/>
                <a:gd name="connsiteY16" fmla="*/ 3056 h 69941"/>
                <a:gd name="connsiteX17" fmla="*/ 34327 w 47134"/>
                <a:gd name="connsiteY17" fmla="*/ 14202 h 69941"/>
                <a:gd name="connsiteX18" fmla="*/ 30229 w 47134"/>
                <a:gd name="connsiteY18" fmla="*/ 26370 h 69941"/>
                <a:gd name="connsiteX19" fmla="*/ 18855 w 47134"/>
                <a:gd name="connsiteY19" fmla="*/ 30767 h 69941"/>
                <a:gd name="connsiteX20" fmla="*/ 15576 w 47134"/>
                <a:gd name="connsiteY20" fmla="*/ 31074 h 69941"/>
                <a:gd name="connsiteX21" fmla="*/ 14551 w 47134"/>
                <a:gd name="connsiteY21" fmla="*/ 32403 h 69941"/>
                <a:gd name="connsiteX22" fmla="*/ 17215 w 47134"/>
                <a:gd name="connsiteY22" fmla="*/ 33835 h 69941"/>
                <a:gd name="connsiteX23" fmla="*/ 22749 w 47134"/>
                <a:gd name="connsiteY23" fmla="*/ 33835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134" h="69941">
                  <a:moveTo>
                    <a:pt x="22749" y="33835"/>
                  </a:moveTo>
                  <a:cubicBezTo>
                    <a:pt x="30741" y="33835"/>
                    <a:pt x="36479" y="39357"/>
                    <a:pt x="36479" y="50298"/>
                  </a:cubicBezTo>
                  <a:cubicBezTo>
                    <a:pt x="36479" y="62977"/>
                    <a:pt x="29101" y="66761"/>
                    <a:pt x="23158" y="66761"/>
                  </a:cubicBezTo>
                  <a:cubicBezTo>
                    <a:pt x="19060" y="66761"/>
                    <a:pt x="10043" y="65636"/>
                    <a:pt x="5739" y="59603"/>
                  </a:cubicBezTo>
                  <a:cubicBezTo>
                    <a:pt x="10555" y="59398"/>
                    <a:pt x="11682" y="56024"/>
                    <a:pt x="11682" y="53877"/>
                  </a:cubicBezTo>
                  <a:cubicBezTo>
                    <a:pt x="11682" y="50605"/>
                    <a:pt x="9223" y="48253"/>
                    <a:pt x="6047" y="48253"/>
                  </a:cubicBezTo>
                  <a:cubicBezTo>
                    <a:pt x="3178" y="48253"/>
                    <a:pt x="309" y="49991"/>
                    <a:pt x="309" y="54184"/>
                  </a:cubicBezTo>
                  <a:cubicBezTo>
                    <a:pt x="309" y="63795"/>
                    <a:pt x="10965" y="70033"/>
                    <a:pt x="23363" y="70033"/>
                  </a:cubicBezTo>
                  <a:cubicBezTo>
                    <a:pt x="37606" y="70033"/>
                    <a:pt x="47443" y="60523"/>
                    <a:pt x="47443" y="50298"/>
                  </a:cubicBezTo>
                  <a:cubicBezTo>
                    <a:pt x="47443" y="42322"/>
                    <a:pt x="40885" y="34346"/>
                    <a:pt x="29614" y="31994"/>
                  </a:cubicBezTo>
                  <a:cubicBezTo>
                    <a:pt x="40373" y="28109"/>
                    <a:pt x="44266" y="20440"/>
                    <a:pt x="44266" y="14202"/>
                  </a:cubicBezTo>
                  <a:cubicBezTo>
                    <a:pt x="44266" y="6124"/>
                    <a:pt x="34942" y="91"/>
                    <a:pt x="23568" y="91"/>
                  </a:cubicBezTo>
                  <a:cubicBezTo>
                    <a:pt x="12195" y="91"/>
                    <a:pt x="3485" y="5613"/>
                    <a:pt x="3485" y="13793"/>
                  </a:cubicBezTo>
                  <a:cubicBezTo>
                    <a:pt x="3485" y="17270"/>
                    <a:pt x="5739" y="19213"/>
                    <a:pt x="8813" y="19213"/>
                  </a:cubicBezTo>
                  <a:cubicBezTo>
                    <a:pt x="11990" y="19213"/>
                    <a:pt x="14039" y="16861"/>
                    <a:pt x="14039" y="13998"/>
                  </a:cubicBezTo>
                  <a:cubicBezTo>
                    <a:pt x="14039" y="11032"/>
                    <a:pt x="11990" y="8885"/>
                    <a:pt x="8813" y="8680"/>
                  </a:cubicBezTo>
                  <a:cubicBezTo>
                    <a:pt x="12400" y="4181"/>
                    <a:pt x="19470" y="3056"/>
                    <a:pt x="23261" y="3056"/>
                  </a:cubicBezTo>
                  <a:cubicBezTo>
                    <a:pt x="27872" y="3056"/>
                    <a:pt x="34327" y="5306"/>
                    <a:pt x="34327" y="14202"/>
                  </a:cubicBezTo>
                  <a:cubicBezTo>
                    <a:pt x="34327" y="18497"/>
                    <a:pt x="32893" y="23200"/>
                    <a:pt x="30229" y="26370"/>
                  </a:cubicBezTo>
                  <a:cubicBezTo>
                    <a:pt x="26847" y="30256"/>
                    <a:pt x="23978" y="30461"/>
                    <a:pt x="18855" y="30767"/>
                  </a:cubicBezTo>
                  <a:cubicBezTo>
                    <a:pt x="16293" y="30972"/>
                    <a:pt x="16088" y="30972"/>
                    <a:pt x="15576" y="31074"/>
                  </a:cubicBezTo>
                  <a:cubicBezTo>
                    <a:pt x="15371" y="31074"/>
                    <a:pt x="14551" y="31279"/>
                    <a:pt x="14551" y="32403"/>
                  </a:cubicBezTo>
                  <a:cubicBezTo>
                    <a:pt x="14551" y="33835"/>
                    <a:pt x="15474" y="33835"/>
                    <a:pt x="17215" y="33835"/>
                  </a:cubicBezTo>
                  <a:lnTo>
                    <a:pt x="22749" y="3383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4" name="Freeform: Shape 643">
              <a:extLst>
                <a:ext uri="{FF2B5EF4-FFF2-40B4-BE49-F238E27FC236}">
                  <a16:creationId xmlns:a16="http://schemas.microsoft.com/office/drawing/2014/main" id="{B0F045F9-B476-BE4D-D6C2-F271C7112EFD}"/>
                </a:ext>
              </a:extLst>
            </p:cNvPr>
            <p:cNvSpPr/>
            <p:nvPr>
              <p:custDataLst>
                <p:tags r:id="rId58"/>
              </p:custDataLst>
            </p:nvPr>
          </p:nvSpPr>
          <p:spPr>
            <a:xfrm>
              <a:off x="10695733" y="4266642"/>
              <a:ext cx="47134" cy="69941"/>
            </a:xfrm>
            <a:custGeom>
              <a:avLst/>
              <a:gdLst>
                <a:gd name="connsiteX0" fmla="*/ 31155 w 47134"/>
                <a:gd name="connsiteY0" fmla="*/ 31074 h 69941"/>
                <a:gd name="connsiteX1" fmla="*/ 44270 w 47134"/>
                <a:gd name="connsiteY1" fmla="*/ 15327 h 69941"/>
                <a:gd name="connsiteX2" fmla="*/ 23982 w 47134"/>
                <a:gd name="connsiteY2" fmla="*/ 91 h 69941"/>
                <a:gd name="connsiteX3" fmla="*/ 3489 w 47134"/>
                <a:gd name="connsiteY3" fmla="*/ 17167 h 69941"/>
                <a:gd name="connsiteX4" fmla="*/ 7588 w 47134"/>
                <a:gd name="connsiteY4" fmla="*/ 27495 h 69941"/>
                <a:gd name="connsiteX5" fmla="*/ 16195 w 47134"/>
                <a:gd name="connsiteY5" fmla="*/ 33630 h 69941"/>
                <a:gd name="connsiteX6" fmla="*/ 313 w 47134"/>
                <a:gd name="connsiteY6" fmla="*/ 52343 h 69941"/>
                <a:gd name="connsiteX7" fmla="*/ 23777 w 47134"/>
                <a:gd name="connsiteY7" fmla="*/ 70033 h 69941"/>
                <a:gd name="connsiteX8" fmla="*/ 47447 w 47134"/>
                <a:gd name="connsiteY8" fmla="*/ 50707 h 69941"/>
                <a:gd name="connsiteX9" fmla="*/ 37508 w 47134"/>
                <a:gd name="connsiteY9" fmla="*/ 34755 h 69941"/>
                <a:gd name="connsiteX10" fmla="*/ 31155 w 47134"/>
                <a:gd name="connsiteY10" fmla="*/ 31074 h 69941"/>
                <a:gd name="connsiteX11" fmla="*/ 14453 w 47134"/>
                <a:gd name="connsiteY11" fmla="*/ 21360 h 69941"/>
                <a:gd name="connsiteX12" fmla="*/ 8920 w 47134"/>
                <a:gd name="connsiteY12" fmla="*/ 13282 h 69941"/>
                <a:gd name="connsiteX13" fmla="*/ 23777 w 47134"/>
                <a:gd name="connsiteY13" fmla="*/ 3056 h 69941"/>
                <a:gd name="connsiteX14" fmla="*/ 38840 w 47134"/>
                <a:gd name="connsiteY14" fmla="*/ 15327 h 69941"/>
                <a:gd name="connsiteX15" fmla="*/ 27978 w 47134"/>
                <a:gd name="connsiteY15" fmla="*/ 29029 h 69941"/>
                <a:gd name="connsiteX16" fmla="*/ 26851 w 47134"/>
                <a:gd name="connsiteY16" fmla="*/ 28518 h 69941"/>
                <a:gd name="connsiteX17" fmla="*/ 14453 w 47134"/>
                <a:gd name="connsiteY17" fmla="*/ 21360 h 69941"/>
                <a:gd name="connsiteX18" fmla="*/ 19474 w 47134"/>
                <a:gd name="connsiteY18" fmla="*/ 35573 h 69941"/>
                <a:gd name="connsiteX19" fmla="*/ 33511 w 47134"/>
                <a:gd name="connsiteY19" fmla="*/ 43651 h 69941"/>
                <a:gd name="connsiteX20" fmla="*/ 41299 w 47134"/>
                <a:gd name="connsiteY20" fmla="*/ 54286 h 69941"/>
                <a:gd name="connsiteX21" fmla="*/ 23982 w 47134"/>
                <a:gd name="connsiteY21" fmla="*/ 66761 h 69941"/>
                <a:gd name="connsiteX22" fmla="*/ 6461 w 47134"/>
                <a:gd name="connsiteY22" fmla="*/ 52343 h 69941"/>
                <a:gd name="connsiteX23" fmla="*/ 19474 w 47134"/>
                <a:gd name="connsiteY23" fmla="*/ 35573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134" h="69941">
                  <a:moveTo>
                    <a:pt x="31155" y="31074"/>
                  </a:moveTo>
                  <a:cubicBezTo>
                    <a:pt x="39147" y="27188"/>
                    <a:pt x="44270" y="22382"/>
                    <a:pt x="44270" y="15327"/>
                  </a:cubicBezTo>
                  <a:cubicBezTo>
                    <a:pt x="44270" y="5408"/>
                    <a:pt x="33921" y="91"/>
                    <a:pt x="23982" y="91"/>
                  </a:cubicBezTo>
                  <a:cubicBezTo>
                    <a:pt x="12711" y="91"/>
                    <a:pt x="3489" y="7453"/>
                    <a:pt x="3489" y="17167"/>
                  </a:cubicBezTo>
                  <a:cubicBezTo>
                    <a:pt x="3489" y="21973"/>
                    <a:pt x="5743" y="25450"/>
                    <a:pt x="7588" y="27495"/>
                  </a:cubicBezTo>
                  <a:cubicBezTo>
                    <a:pt x="9432" y="29642"/>
                    <a:pt x="10149" y="30051"/>
                    <a:pt x="16195" y="33630"/>
                  </a:cubicBezTo>
                  <a:cubicBezTo>
                    <a:pt x="10457" y="36084"/>
                    <a:pt x="313" y="41606"/>
                    <a:pt x="313" y="52343"/>
                  </a:cubicBezTo>
                  <a:cubicBezTo>
                    <a:pt x="313" y="63693"/>
                    <a:pt x="12096" y="70033"/>
                    <a:pt x="23777" y="70033"/>
                  </a:cubicBezTo>
                  <a:cubicBezTo>
                    <a:pt x="36790" y="70033"/>
                    <a:pt x="47447" y="61750"/>
                    <a:pt x="47447" y="50707"/>
                  </a:cubicBezTo>
                  <a:cubicBezTo>
                    <a:pt x="47447" y="43958"/>
                    <a:pt x="43451" y="38232"/>
                    <a:pt x="37508" y="34755"/>
                  </a:cubicBezTo>
                  <a:cubicBezTo>
                    <a:pt x="36176" y="33937"/>
                    <a:pt x="32589" y="31892"/>
                    <a:pt x="31155" y="31074"/>
                  </a:cubicBezTo>
                  <a:close/>
                  <a:moveTo>
                    <a:pt x="14453" y="21360"/>
                  </a:moveTo>
                  <a:cubicBezTo>
                    <a:pt x="11789" y="19826"/>
                    <a:pt x="8920" y="17065"/>
                    <a:pt x="8920" y="13282"/>
                  </a:cubicBezTo>
                  <a:cubicBezTo>
                    <a:pt x="8920" y="6840"/>
                    <a:pt x="16400" y="3056"/>
                    <a:pt x="23777" y="3056"/>
                  </a:cubicBezTo>
                  <a:cubicBezTo>
                    <a:pt x="31770" y="3056"/>
                    <a:pt x="38840" y="8067"/>
                    <a:pt x="38840" y="15327"/>
                  </a:cubicBezTo>
                  <a:cubicBezTo>
                    <a:pt x="38840" y="24428"/>
                    <a:pt x="28183" y="29029"/>
                    <a:pt x="27978" y="29029"/>
                  </a:cubicBezTo>
                  <a:cubicBezTo>
                    <a:pt x="27773" y="29029"/>
                    <a:pt x="27568" y="28927"/>
                    <a:pt x="26851" y="28518"/>
                  </a:cubicBezTo>
                  <a:lnTo>
                    <a:pt x="14453" y="21360"/>
                  </a:lnTo>
                  <a:close/>
                  <a:moveTo>
                    <a:pt x="19474" y="35573"/>
                  </a:moveTo>
                  <a:lnTo>
                    <a:pt x="33511" y="43651"/>
                  </a:lnTo>
                  <a:cubicBezTo>
                    <a:pt x="36176" y="45185"/>
                    <a:pt x="41299" y="48253"/>
                    <a:pt x="41299" y="54286"/>
                  </a:cubicBezTo>
                  <a:cubicBezTo>
                    <a:pt x="41299" y="61955"/>
                    <a:pt x="32794" y="66761"/>
                    <a:pt x="23982" y="66761"/>
                  </a:cubicBezTo>
                  <a:cubicBezTo>
                    <a:pt x="14555" y="66761"/>
                    <a:pt x="6461" y="60728"/>
                    <a:pt x="6461" y="52343"/>
                  </a:cubicBezTo>
                  <a:cubicBezTo>
                    <a:pt x="6461" y="44776"/>
                    <a:pt x="12096" y="38948"/>
                    <a:pt x="19474" y="3557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5" name="Freeform: Shape 644">
              <a:extLst>
                <a:ext uri="{FF2B5EF4-FFF2-40B4-BE49-F238E27FC236}">
                  <a16:creationId xmlns:a16="http://schemas.microsoft.com/office/drawing/2014/main" id="{19B8952E-C1D9-11ED-8993-35574D3C4984}"/>
                </a:ext>
              </a:extLst>
            </p:cNvPr>
            <p:cNvSpPr/>
            <p:nvPr>
              <p:custDataLst>
                <p:tags r:id="rId59"/>
              </p:custDataLst>
            </p:nvPr>
          </p:nvSpPr>
          <p:spPr>
            <a:xfrm>
              <a:off x="10766787" y="4281571"/>
              <a:ext cx="54921" cy="54705"/>
            </a:xfrm>
            <a:custGeom>
              <a:avLst/>
              <a:gdLst>
                <a:gd name="connsiteX0" fmla="*/ 53804 w 54921"/>
                <a:gd name="connsiteY0" fmla="*/ 5101 h 54705"/>
                <a:gd name="connsiteX1" fmla="*/ 55238 w 54921"/>
                <a:gd name="connsiteY1" fmla="*/ 2647 h 54705"/>
                <a:gd name="connsiteX2" fmla="*/ 52779 w 54921"/>
                <a:gd name="connsiteY2" fmla="*/ 91 h 54705"/>
                <a:gd name="connsiteX3" fmla="*/ 50217 w 54921"/>
                <a:gd name="connsiteY3" fmla="*/ 1625 h 54705"/>
                <a:gd name="connsiteX4" fmla="*/ 27777 w 54921"/>
                <a:gd name="connsiteY4" fmla="*/ 23916 h 54705"/>
                <a:gd name="connsiteX5" fmla="*/ 5235 w 54921"/>
                <a:gd name="connsiteY5" fmla="*/ 1523 h 54705"/>
                <a:gd name="connsiteX6" fmla="*/ 2878 w 54921"/>
                <a:gd name="connsiteY6" fmla="*/ 91 h 54705"/>
                <a:gd name="connsiteX7" fmla="*/ 317 w 54921"/>
                <a:gd name="connsiteY7" fmla="*/ 2647 h 54705"/>
                <a:gd name="connsiteX8" fmla="*/ 1854 w 54921"/>
                <a:gd name="connsiteY8" fmla="*/ 5101 h 54705"/>
                <a:gd name="connsiteX9" fmla="*/ 24191 w 54921"/>
                <a:gd name="connsiteY9" fmla="*/ 27393 h 54705"/>
                <a:gd name="connsiteX10" fmla="*/ 1854 w 54921"/>
                <a:gd name="connsiteY10" fmla="*/ 49684 h 54705"/>
                <a:gd name="connsiteX11" fmla="*/ 317 w 54921"/>
                <a:gd name="connsiteY11" fmla="*/ 52241 h 54705"/>
                <a:gd name="connsiteX12" fmla="*/ 2878 w 54921"/>
                <a:gd name="connsiteY12" fmla="*/ 54797 h 54705"/>
                <a:gd name="connsiteX13" fmla="*/ 5235 w 54921"/>
                <a:gd name="connsiteY13" fmla="*/ 53365 h 54705"/>
                <a:gd name="connsiteX14" fmla="*/ 27777 w 54921"/>
                <a:gd name="connsiteY14" fmla="*/ 30972 h 54705"/>
                <a:gd name="connsiteX15" fmla="*/ 51139 w 54921"/>
                <a:gd name="connsiteY15" fmla="*/ 54286 h 54705"/>
                <a:gd name="connsiteX16" fmla="*/ 52779 w 54921"/>
                <a:gd name="connsiteY16" fmla="*/ 54797 h 54705"/>
                <a:gd name="connsiteX17" fmla="*/ 55238 w 54921"/>
                <a:gd name="connsiteY17" fmla="*/ 52241 h 54705"/>
                <a:gd name="connsiteX18" fmla="*/ 54726 w 54921"/>
                <a:gd name="connsiteY18" fmla="*/ 50911 h 54705"/>
                <a:gd name="connsiteX19" fmla="*/ 31364 w 54921"/>
                <a:gd name="connsiteY19" fmla="*/ 27495 h 54705"/>
                <a:gd name="connsiteX20" fmla="*/ 53804 w 54921"/>
                <a:gd name="connsiteY20" fmla="*/ 5101 h 54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921" h="54705">
                  <a:moveTo>
                    <a:pt x="53804" y="5101"/>
                  </a:moveTo>
                  <a:cubicBezTo>
                    <a:pt x="54931" y="3977"/>
                    <a:pt x="55238" y="3363"/>
                    <a:pt x="55238" y="2647"/>
                  </a:cubicBezTo>
                  <a:cubicBezTo>
                    <a:pt x="55238" y="1011"/>
                    <a:pt x="53906" y="91"/>
                    <a:pt x="52779" y="91"/>
                  </a:cubicBezTo>
                  <a:cubicBezTo>
                    <a:pt x="51754" y="91"/>
                    <a:pt x="51447" y="398"/>
                    <a:pt x="50217" y="1625"/>
                  </a:cubicBezTo>
                  <a:lnTo>
                    <a:pt x="27777" y="23916"/>
                  </a:lnTo>
                  <a:lnTo>
                    <a:pt x="5235" y="1523"/>
                  </a:lnTo>
                  <a:cubicBezTo>
                    <a:pt x="4210" y="500"/>
                    <a:pt x="3800" y="91"/>
                    <a:pt x="2878" y="91"/>
                  </a:cubicBezTo>
                  <a:cubicBezTo>
                    <a:pt x="1444" y="91"/>
                    <a:pt x="317" y="1216"/>
                    <a:pt x="317" y="2647"/>
                  </a:cubicBezTo>
                  <a:cubicBezTo>
                    <a:pt x="317" y="3568"/>
                    <a:pt x="624" y="3874"/>
                    <a:pt x="1854" y="5101"/>
                  </a:cubicBezTo>
                  <a:lnTo>
                    <a:pt x="24191" y="27393"/>
                  </a:lnTo>
                  <a:lnTo>
                    <a:pt x="1854" y="49684"/>
                  </a:lnTo>
                  <a:cubicBezTo>
                    <a:pt x="419" y="51116"/>
                    <a:pt x="317" y="51627"/>
                    <a:pt x="317" y="52241"/>
                  </a:cubicBezTo>
                  <a:cubicBezTo>
                    <a:pt x="317" y="53672"/>
                    <a:pt x="1444" y="54797"/>
                    <a:pt x="2878" y="54797"/>
                  </a:cubicBezTo>
                  <a:cubicBezTo>
                    <a:pt x="3800" y="54797"/>
                    <a:pt x="4108" y="54490"/>
                    <a:pt x="5235" y="53365"/>
                  </a:cubicBezTo>
                  <a:lnTo>
                    <a:pt x="27777" y="30972"/>
                  </a:lnTo>
                  <a:lnTo>
                    <a:pt x="51139" y="54286"/>
                  </a:lnTo>
                  <a:cubicBezTo>
                    <a:pt x="51652" y="54593"/>
                    <a:pt x="52164" y="54797"/>
                    <a:pt x="52779" y="54797"/>
                  </a:cubicBezTo>
                  <a:cubicBezTo>
                    <a:pt x="53906" y="54797"/>
                    <a:pt x="55238" y="53877"/>
                    <a:pt x="55238" y="52241"/>
                  </a:cubicBezTo>
                  <a:cubicBezTo>
                    <a:pt x="55238" y="51423"/>
                    <a:pt x="55033" y="51218"/>
                    <a:pt x="54726" y="50911"/>
                  </a:cubicBezTo>
                  <a:cubicBezTo>
                    <a:pt x="54521" y="50502"/>
                    <a:pt x="34643" y="30665"/>
                    <a:pt x="31364" y="27495"/>
                  </a:cubicBezTo>
                  <a:lnTo>
                    <a:pt x="53804" y="5101"/>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6" name="Freeform: Shape 645">
              <a:extLst>
                <a:ext uri="{FF2B5EF4-FFF2-40B4-BE49-F238E27FC236}">
                  <a16:creationId xmlns:a16="http://schemas.microsoft.com/office/drawing/2014/main" id="{C5CA96BE-DB58-1EEE-FC4D-86F6AC3102DA}"/>
                </a:ext>
              </a:extLst>
            </p:cNvPr>
            <p:cNvSpPr/>
            <p:nvPr>
              <p:custDataLst>
                <p:tags r:id="rId60"/>
              </p:custDataLst>
            </p:nvPr>
          </p:nvSpPr>
          <p:spPr>
            <a:xfrm>
              <a:off x="10845569" y="4266642"/>
              <a:ext cx="47134" cy="69941"/>
            </a:xfrm>
            <a:custGeom>
              <a:avLst/>
              <a:gdLst>
                <a:gd name="connsiteX0" fmla="*/ 22763 w 47134"/>
                <a:gd name="connsiteY0" fmla="*/ 33835 h 69941"/>
                <a:gd name="connsiteX1" fmla="*/ 36493 w 47134"/>
                <a:gd name="connsiteY1" fmla="*/ 50298 h 69941"/>
                <a:gd name="connsiteX2" fmla="*/ 23173 w 47134"/>
                <a:gd name="connsiteY2" fmla="*/ 66761 h 69941"/>
                <a:gd name="connsiteX3" fmla="*/ 5754 w 47134"/>
                <a:gd name="connsiteY3" fmla="*/ 59603 h 69941"/>
                <a:gd name="connsiteX4" fmla="*/ 11697 w 47134"/>
                <a:gd name="connsiteY4" fmla="*/ 53877 h 69941"/>
                <a:gd name="connsiteX5" fmla="*/ 6061 w 47134"/>
                <a:gd name="connsiteY5" fmla="*/ 48253 h 69941"/>
                <a:gd name="connsiteX6" fmla="*/ 323 w 47134"/>
                <a:gd name="connsiteY6" fmla="*/ 54184 h 69941"/>
                <a:gd name="connsiteX7" fmla="*/ 23378 w 47134"/>
                <a:gd name="connsiteY7" fmla="*/ 70033 h 69941"/>
                <a:gd name="connsiteX8" fmla="*/ 47457 w 47134"/>
                <a:gd name="connsiteY8" fmla="*/ 50298 h 69941"/>
                <a:gd name="connsiteX9" fmla="*/ 29628 w 47134"/>
                <a:gd name="connsiteY9" fmla="*/ 31994 h 69941"/>
                <a:gd name="connsiteX10" fmla="*/ 44280 w 47134"/>
                <a:gd name="connsiteY10" fmla="*/ 14202 h 69941"/>
                <a:gd name="connsiteX11" fmla="*/ 23582 w 47134"/>
                <a:gd name="connsiteY11" fmla="*/ 91 h 69941"/>
                <a:gd name="connsiteX12" fmla="*/ 3499 w 47134"/>
                <a:gd name="connsiteY12" fmla="*/ 13793 h 69941"/>
                <a:gd name="connsiteX13" fmla="*/ 8827 w 47134"/>
                <a:gd name="connsiteY13" fmla="*/ 19213 h 69941"/>
                <a:gd name="connsiteX14" fmla="*/ 14053 w 47134"/>
                <a:gd name="connsiteY14" fmla="*/ 13998 h 69941"/>
                <a:gd name="connsiteX15" fmla="*/ 8827 w 47134"/>
                <a:gd name="connsiteY15" fmla="*/ 8680 h 69941"/>
                <a:gd name="connsiteX16" fmla="*/ 23275 w 47134"/>
                <a:gd name="connsiteY16" fmla="*/ 3056 h 69941"/>
                <a:gd name="connsiteX17" fmla="*/ 34341 w 47134"/>
                <a:gd name="connsiteY17" fmla="*/ 14202 h 69941"/>
                <a:gd name="connsiteX18" fmla="*/ 30243 w 47134"/>
                <a:gd name="connsiteY18" fmla="*/ 26370 h 69941"/>
                <a:gd name="connsiteX19" fmla="*/ 18869 w 47134"/>
                <a:gd name="connsiteY19" fmla="*/ 30767 h 69941"/>
                <a:gd name="connsiteX20" fmla="*/ 15590 w 47134"/>
                <a:gd name="connsiteY20" fmla="*/ 31074 h 69941"/>
                <a:gd name="connsiteX21" fmla="*/ 14566 w 47134"/>
                <a:gd name="connsiteY21" fmla="*/ 32403 h 69941"/>
                <a:gd name="connsiteX22" fmla="*/ 17230 w 47134"/>
                <a:gd name="connsiteY22" fmla="*/ 33835 h 69941"/>
                <a:gd name="connsiteX23" fmla="*/ 22763 w 47134"/>
                <a:gd name="connsiteY23" fmla="*/ 33835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134" h="69941">
                  <a:moveTo>
                    <a:pt x="22763" y="33835"/>
                  </a:moveTo>
                  <a:cubicBezTo>
                    <a:pt x="30755" y="33835"/>
                    <a:pt x="36493" y="39357"/>
                    <a:pt x="36493" y="50298"/>
                  </a:cubicBezTo>
                  <a:cubicBezTo>
                    <a:pt x="36493" y="62977"/>
                    <a:pt x="29116" y="66761"/>
                    <a:pt x="23173" y="66761"/>
                  </a:cubicBezTo>
                  <a:cubicBezTo>
                    <a:pt x="19074" y="66761"/>
                    <a:pt x="10057" y="65636"/>
                    <a:pt x="5754" y="59603"/>
                  </a:cubicBezTo>
                  <a:cubicBezTo>
                    <a:pt x="10569" y="59398"/>
                    <a:pt x="11697" y="56024"/>
                    <a:pt x="11697" y="53877"/>
                  </a:cubicBezTo>
                  <a:cubicBezTo>
                    <a:pt x="11697" y="50605"/>
                    <a:pt x="9237" y="48253"/>
                    <a:pt x="6061" y="48253"/>
                  </a:cubicBezTo>
                  <a:cubicBezTo>
                    <a:pt x="3192" y="48253"/>
                    <a:pt x="323" y="49991"/>
                    <a:pt x="323" y="54184"/>
                  </a:cubicBezTo>
                  <a:cubicBezTo>
                    <a:pt x="323" y="63795"/>
                    <a:pt x="10979" y="70033"/>
                    <a:pt x="23378" y="70033"/>
                  </a:cubicBezTo>
                  <a:cubicBezTo>
                    <a:pt x="37620" y="70033"/>
                    <a:pt x="47457" y="60523"/>
                    <a:pt x="47457" y="50298"/>
                  </a:cubicBezTo>
                  <a:cubicBezTo>
                    <a:pt x="47457" y="42322"/>
                    <a:pt x="40899" y="34346"/>
                    <a:pt x="29628" y="31994"/>
                  </a:cubicBezTo>
                  <a:cubicBezTo>
                    <a:pt x="40387" y="28109"/>
                    <a:pt x="44280" y="20440"/>
                    <a:pt x="44280" y="14202"/>
                  </a:cubicBezTo>
                  <a:cubicBezTo>
                    <a:pt x="44280" y="6124"/>
                    <a:pt x="34956" y="91"/>
                    <a:pt x="23582" y="91"/>
                  </a:cubicBezTo>
                  <a:cubicBezTo>
                    <a:pt x="12209" y="91"/>
                    <a:pt x="3499" y="5613"/>
                    <a:pt x="3499" y="13793"/>
                  </a:cubicBezTo>
                  <a:cubicBezTo>
                    <a:pt x="3499" y="17270"/>
                    <a:pt x="5754" y="19213"/>
                    <a:pt x="8827" y="19213"/>
                  </a:cubicBezTo>
                  <a:cubicBezTo>
                    <a:pt x="12004" y="19213"/>
                    <a:pt x="14053" y="16861"/>
                    <a:pt x="14053" y="13998"/>
                  </a:cubicBezTo>
                  <a:cubicBezTo>
                    <a:pt x="14053" y="11032"/>
                    <a:pt x="12004" y="8885"/>
                    <a:pt x="8827" y="8680"/>
                  </a:cubicBezTo>
                  <a:cubicBezTo>
                    <a:pt x="12414" y="4181"/>
                    <a:pt x="19484" y="3056"/>
                    <a:pt x="23275" y="3056"/>
                  </a:cubicBezTo>
                  <a:cubicBezTo>
                    <a:pt x="27886" y="3056"/>
                    <a:pt x="34341" y="5306"/>
                    <a:pt x="34341" y="14202"/>
                  </a:cubicBezTo>
                  <a:cubicBezTo>
                    <a:pt x="34341" y="18497"/>
                    <a:pt x="32907" y="23200"/>
                    <a:pt x="30243" y="26370"/>
                  </a:cubicBezTo>
                  <a:cubicBezTo>
                    <a:pt x="26861" y="30256"/>
                    <a:pt x="23992" y="30461"/>
                    <a:pt x="18869" y="30767"/>
                  </a:cubicBezTo>
                  <a:cubicBezTo>
                    <a:pt x="16307" y="30972"/>
                    <a:pt x="16103" y="30972"/>
                    <a:pt x="15590" y="31074"/>
                  </a:cubicBezTo>
                  <a:cubicBezTo>
                    <a:pt x="15385" y="31074"/>
                    <a:pt x="14566" y="31279"/>
                    <a:pt x="14566" y="32403"/>
                  </a:cubicBezTo>
                  <a:cubicBezTo>
                    <a:pt x="14566" y="33835"/>
                    <a:pt x="15488" y="33835"/>
                    <a:pt x="17230" y="33835"/>
                  </a:cubicBezTo>
                  <a:lnTo>
                    <a:pt x="22763" y="3383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7" name="Freeform: Shape 646">
              <a:extLst>
                <a:ext uri="{FF2B5EF4-FFF2-40B4-BE49-F238E27FC236}">
                  <a16:creationId xmlns:a16="http://schemas.microsoft.com/office/drawing/2014/main" id="{6EFF3546-6BE1-CF95-71CD-82A2F16A9975}"/>
                </a:ext>
              </a:extLst>
            </p:cNvPr>
            <p:cNvSpPr/>
            <p:nvPr>
              <p:custDataLst>
                <p:tags r:id="rId61"/>
              </p:custDataLst>
            </p:nvPr>
          </p:nvSpPr>
          <p:spPr>
            <a:xfrm>
              <a:off x="10909860" y="4322780"/>
              <a:ext cx="11783" cy="11759"/>
            </a:xfrm>
            <a:custGeom>
              <a:avLst/>
              <a:gdLst>
                <a:gd name="connsiteX0" fmla="*/ 12110 w 11783"/>
                <a:gd name="connsiteY0" fmla="*/ 6022 h 11759"/>
                <a:gd name="connsiteX1" fmla="*/ 6270 w 11783"/>
                <a:gd name="connsiteY1" fmla="*/ 91 h 11759"/>
                <a:gd name="connsiteX2" fmla="*/ 327 w 11783"/>
                <a:gd name="connsiteY2" fmla="*/ 5920 h 11759"/>
                <a:gd name="connsiteX3" fmla="*/ 6167 w 11783"/>
                <a:gd name="connsiteY3" fmla="*/ 11850 h 11759"/>
                <a:gd name="connsiteX4" fmla="*/ 12110 w 11783"/>
                <a:gd name="connsiteY4" fmla="*/ 6022 h 11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3" h="11759">
                  <a:moveTo>
                    <a:pt x="12110" y="6022"/>
                  </a:moveTo>
                  <a:cubicBezTo>
                    <a:pt x="12110" y="2341"/>
                    <a:pt x="9036" y="91"/>
                    <a:pt x="6270" y="91"/>
                  </a:cubicBezTo>
                  <a:cubicBezTo>
                    <a:pt x="2888" y="91"/>
                    <a:pt x="327" y="2852"/>
                    <a:pt x="327" y="5920"/>
                  </a:cubicBezTo>
                  <a:cubicBezTo>
                    <a:pt x="327" y="9601"/>
                    <a:pt x="3401" y="11850"/>
                    <a:pt x="6167" y="11850"/>
                  </a:cubicBezTo>
                  <a:cubicBezTo>
                    <a:pt x="9549" y="11850"/>
                    <a:pt x="12110" y="9089"/>
                    <a:pt x="12110" y="6022"/>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8" name="Freeform: Shape 647">
              <a:extLst>
                <a:ext uri="{FF2B5EF4-FFF2-40B4-BE49-F238E27FC236}">
                  <a16:creationId xmlns:a16="http://schemas.microsoft.com/office/drawing/2014/main" id="{D3884715-B8A0-29AC-E2F9-1B81DEFC9E91}"/>
                </a:ext>
              </a:extLst>
            </p:cNvPr>
            <p:cNvSpPr/>
            <p:nvPr>
              <p:custDataLst>
                <p:tags r:id="rId62"/>
              </p:custDataLst>
            </p:nvPr>
          </p:nvSpPr>
          <p:spPr>
            <a:xfrm>
              <a:off x="10938683" y="4266642"/>
              <a:ext cx="47134" cy="69941"/>
            </a:xfrm>
            <a:custGeom>
              <a:avLst/>
              <a:gdLst>
                <a:gd name="connsiteX0" fmla="*/ 22769 w 47134"/>
                <a:gd name="connsiteY0" fmla="*/ 33835 h 69941"/>
                <a:gd name="connsiteX1" fmla="*/ 36499 w 47134"/>
                <a:gd name="connsiteY1" fmla="*/ 50298 h 69941"/>
                <a:gd name="connsiteX2" fmla="*/ 23179 w 47134"/>
                <a:gd name="connsiteY2" fmla="*/ 66761 h 69941"/>
                <a:gd name="connsiteX3" fmla="*/ 5760 w 47134"/>
                <a:gd name="connsiteY3" fmla="*/ 59603 h 69941"/>
                <a:gd name="connsiteX4" fmla="*/ 11703 w 47134"/>
                <a:gd name="connsiteY4" fmla="*/ 53877 h 69941"/>
                <a:gd name="connsiteX5" fmla="*/ 6067 w 47134"/>
                <a:gd name="connsiteY5" fmla="*/ 48253 h 69941"/>
                <a:gd name="connsiteX6" fmla="*/ 329 w 47134"/>
                <a:gd name="connsiteY6" fmla="*/ 54184 h 69941"/>
                <a:gd name="connsiteX7" fmla="*/ 23384 w 47134"/>
                <a:gd name="connsiteY7" fmla="*/ 70033 h 69941"/>
                <a:gd name="connsiteX8" fmla="*/ 47463 w 47134"/>
                <a:gd name="connsiteY8" fmla="*/ 50298 h 69941"/>
                <a:gd name="connsiteX9" fmla="*/ 29634 w 47134"/>
                <a:gd name="connsiteY9" fmla="*/ 31994 h 69941"/>
                <a:gd name="connsiteX10" fmla="*/ 44287 w 47134"/>
                <a:gd name="connsiteY10" fmla="*/ 14202 h 69941"/>
                <a:gd name="connsiteX11" fmla="*/ 23589 w 47134"/>
                <a:gd name="connsiteY11" fmla="*/ 91 h 69941"/>
                <a:gd name="connsiteX12" fmla="*/ 3506 w 47134"/>
                <a:gd name="connsiteY12" fmla="*/ 13793 h 69941"/>
                <a:gd name="connsiteX13" fmla="*/ 8834 w 47134"/>
                <a:gd name="connsiteY13" fmla="*/ 19213 h 69941"/>
                <a:gd name="connsiteX14" fmla="*/ 14060 w 47134"/>
                <a:gd name="connsiteY14" fmla="*/ 13998 h 69941"/>
                <a:gd name="connsiteX15" fmla="*/ 8834 w 47134"/>
                <a:gd name="connsiteY15" fmla="*/ 8680 h 69941"/>
                <a:gd name="connsiteX16" fmla="*/ 23281 w 47134"/>
                <a:gd name="connsiteY16" fmla="*/ 3056 h 69941"/>
                <a:gd name="connsiteX17" fmla="*/ 34348 w 47134"/>
                <a:gd name="connsiteY17" fmla="*/ 14202 h 69941"/>
                <a:gd name="connsiteX18" fmla="*/ 30249 w 47134"/>
                <a:gd name="connsiteY18" fmla="*/ 26370 h 69941"/>
                <a:gd name="connsiteX19" fmla="*/ 18875 w 47134"/>
                <a:gd name="connsiteY19" fmla="*/ 30767 h 69941"/>
                <a:gd name="connsiteX20" fmla="*/ 15597 w 47134"/>
                <a:gd name="connsiteY20" fmla="*/ 31074 h 69941"/>
                <a:gd name="connsiteX21" fmla="*/ 14572 w 47134"/>
                <a:gd name="connsiteY21" fmla="*/ 32403 h 69941"/>
                <a:gd name="connsiteX22" fmla="*/ 17236 w 47134"/>
                <a:gd name="connsiteY22" fmla="*/ 33835 h 69941"/>
                <a:gd name="connsiteX23" fmla="*/ 22769 w 47134"/>
                <a:gd name="connsiteY23" fmla="*/ 33835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134" h="69941">
                  <a:moveTo>
                    <a:pt x="22769" y="33835"/>
                  </a:moveTo>
                  <a:cubicBezTo>
                    <a:pt x="30761" y="33835"/>
                    <a:pt x="36499" y="39357"/>
                    <a:pt x="36499" y="50298"/>
                  </a:cubicBezTo>
                  <a:cubicBezTo>
                    <a:pt x="36499" y="62977"/>
                    <a:pt x="29122" y="66761"/>
                    <a:pt x="23179" y="66761"/>
                  </a:cubicBezTo>
                  <a:cubicBezTo>
                    <a:pt x="19080" y="66761"/>
                    <a:pt x="10063" y="65636"/>
                    <a:pt x="5760" y="59603"/>
                  </a:cubicBezTo>
                  <a:cubicBezTo>
                    <a:pt x="10576" y="59398"/>
                    <a:pt x="11703" y="56024"/>
                    <a:pt x="11703" y="53877"/>
                  </a:cubicBezTo>
                  <a:cubicBezTo>
                    <a:pt x="11703" y="50605"/>
                    <a:pt x="9244" y="48253"/>
                    <a:pt x="6067" y="48253"/>
                  </a:cubicBezTo>
                  <a:cubicBezTo>
                    <a:pt x="3198" y="48253"/>
                    <a:pt x="329" y="49991"/>
                    <a:pt x="329" y="54184"/>
                  </a:cubicBezTo>
                  <a:cubicBezTo>
                    <a:pt x="329" y="63795"/>
                    <a:pt x="10986" y="70033"/>
                    <a:pt x="23384" y="70033"/>
                  </a:cubicBezTo>
                  <a:cubicBezTo>
                    <a:pt x="37627" y="70033"/>
                    <a:pt x="47463" y="60523"/>
                    <a:pt x="47463" y="50298"/>
                  </a:cubicBezTo>
                  <a:cubicBezTo>
                    <a:pt x="47463" y="42322"/>
                    <a:pt x="40905" y="34346"/>
                    <a:pt x="29634" y="31994"/>
                  </a:cubicBezTo>
                  <a:cubicBezTo>
                    <a:pt x="40393" y="28109"/>
                    <a:pt x="44287" y="20440"/>
                    <a:pt x="44287" y="14202"/>
                  </a:cubicBezTo>
                  <a:cubicBezTo>
                    <a:pt x="44287" y="6124"/>
                    <a:pt x="34962" y="91"/>
                    <a:pt x="23589" y="91"/>
                  </a:cubicBezTo>
                  <a:cubicBezTo>
                    <a:pt x="12215" y="91"/>
                    <a:pt x="3506" y="5613"/>
                    <a:pt x="3506" y="13793"/>
                  </a:cubicBezTo>
                  <a:cubicBezTo>
                    <a:pt x="3506" y="17270"/>
                    <a:pt x="5760" y="19213"/>
                    <a:pt x="8834" y="19213"/>
                  </a:cubicBezTo>
                  <a:cubicBezTo>
                    <a:pt x="12010" y="19213"/>
                    <a:pt x="14060" y="16861"/>
                    <a:pt x="14060" y="13998"/>
                  </a:cubicBezTo>
                  <a:cubicBezTo>
                    <a:pt x="14060" y="11032"/>
                    <a:pt x="12010" y="8885"/>
                    <a:pt x="8834" y="8680"/>
                  </a:cubicBezTo>
                  <a:cubicBezTo>
                    <a:pt x="12420" y="4181"/>
                    <a:pt x="19490" y="3056"/>
                    <a:pt x="23281" y="3056"/>
                  </a:cubicBezTo>
                  <a:cubicBezTo>
                    <a:pt x="27892" y="3056"/>
                    <a:pt x="34348" y="5306"/>
                    <a:pt x="34348" y="14202"/>
                  </a:cubicBezTo>
                  <a:cubicBezTo>
                    <a:pt x="34348" y="18497"/>
                    <a:pt x="32913" y="23200"/>
                    <a:pt x="30249" y="26370"/>
                  </a:cubicBezTo>
                  <a:cubicBezTo>
                    <a:pt x="26868" y="30256"/>
                    <a:pt x="23999" y="30461"/>
                    <a:pt x="18875" y="30767"/>
                  </a:cubicBezTo>
                  <a:cubicBezTo>
                    <a:pt x="16314" y="30972"/>
                    <a:pt x="16109" y="30972"/>
                    <a:pt x="15597" y="31074"/>
                  </a:cubicBezTo>
                  <a:cubicBezTo>
                    <a:pt x="15392" y="31074"/>
                    <a:pt x="14572" y="31279"/>
                    <a:pt x="14572" y="32403"/>
                  </a:cubicBezTo>
                  <a:cubicBezTo>
                    <a:pt x="14572" y="33835"/>
                    <a:pt x="15494" y="33835"/>
                    <a:pt x="17236" y="33835"/>
                  </a:cubicBezTo>
                  <a:lnTo>
                    <a:pt x="22769" y="3383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49" name="Freeform: Shape 648">
              <a:extLst>
                <a:ext uri="{FF2B5EF4-FFF2-40B4-BE49-F238E27FC236}">
                  <a16:creationId xmlns:a16="http://schemas.microsoft.com/office/drawing/2014/main" id="{22CED47D-B1C9-FFD4-83DC-A3E1F6F9466B}"/>
                </a:ext>
              </a:extLst>
            </p:cNvPr>
            <p:cNvSpPr/>
            <p:nvPr>
              <p:custDataLst>
                <p:tags r:id="rId63"/>
              </p:custDataLst>
            </p:nvPr>
          </p:nvSpPr>
          <p:spPr>
            <a:xfrm>
              <a:off x="10997031" y="4266642"/>
              <a:ext cx="47134" cy="69941"/>
            </a:xfrm>
            <a:custGeom>
              <a:avLst/>
              <a:gdLst>
                <a:gd name="connsiteX0" fmla="*/ 31175 w 47134"/>
                <a:gd name="connsiteY0" fmla="*/ 31074 h 69941"/>
                <a:gd name="connsiteX1" fmla="*/ 44291 w 47134"/>
                <a:gd name="connsiteY1" fmla="*/ 15327 h 69941"/>
                <a:gd name="connsiteX2" fmla="*/ 24003 w 47134"/>
                <a:gd name="connsiteY2" fmla="*/ 91 h 69941"/>
                <a:gd name="connsiteX3" fmla="*/ 3510 w 47134"/>
                <a:gd name="connsiteY3" fmla="*/ 17167 h 69941"/>
                <a:gd name="connsiteX4" fmla="*/ 7608 w 47134"/>
                <a:gd name="connsiteY4" fmla="*/ 27495 h 69941"/>
                <a:gd name="connsiteX5" fmla="*/ 16215 w 47134"/>
                <a:gd name="connsiteY5" fmla="*/ 33630 h 69941"/>
                <a:gd name="connsiteX6" fmla="*/ 333 w 47134"/>
                <a:gd name="connsiteY6" fmla="*/ 52343 h 69941"/>
                <a:gd name="connsiteX7" fmla="*/ 23798 w 47134"/>
                <a:gd name="connsiteY7" fmla="*/ 70033 h 69941"/>
                <a:gd name="connsiteX8" fmla="*/ 47467 w 47134"/>
                <a:gd name="connsiteY8" fmla="*/ 50707 h 69941"/>
                <a:gd name="connsiteX9" fmla="*/ 37528 w 47134"/>
                <a:gd name="connsiteY9" fmla="*/ 34755 h 69941"/>
                <a:gd name="connsiteX10" fmla="*/ 31175 w 47134"/>
                <a:gd name="connsiteY10" fmla="*/ 31074 h 69941"/>
                <a:gd name="connsiteX11" fmla="*/ 14473 w 47134"/>
                <a:gd name="connsiteY11" fmla="*/ 21360 h 69941"/>
                <a:gd name="connsiteX12" fmla="*/ 8940 w 47134"/>
                <a:gd name="connsiteY12" fmla="*/ 13282 h 69941"/>
                <a:gd name="connsiteX13" fmla="*/ 23798 w 47134"/>
                <a:gd name="connsiteY13" fmla="*/ 3056 h 69941"/>
                <a:gd name="connsiteX14" fmla="*/ 38860 w 47134"/>
                <a:gd name="connsiteY14" fmla="*/ 15327 h 69941"/>
                <a:gd name="connsiteX15" fmla="*/ 27999 w 47134"/>
                <a:gd name="connsiteY15" fmla="*/ 29029 h 69941"/>
                <a:gd name="connsiteX16" fmla="*/ 26872 w 47134"/>
                <a:gd name="connsiteY16" fmla="*/ 28518 h 69941"/>
                <a:gd name="connsiteX17" fmla="*/ 14473 w 47134"/>
                <a:gd name="connsiteY17" fmla="*/ 21360 h 69941"/>
                <a:gd name="connsiteX18" fmla="*/ 19494 w 47134"/>
                <a:gd name="connsiteY18" fmla="*/ 35573 h 69941"/>
                <a:gd name="connsiteX19" fmla="*/ 33532 w 47134"/>
                <a:gd name="connsiteY19" fmla="*/ 43651 h 69941"/>
                <a:gd name="connsiteX20" fmla="*/ 41319 w 47134"/>
                <a:gd name="connsiteY20" fmla="*/ 54286 h 69941"/>
                <a:gd name="connsiteX21" fmla="*/ 24003 w 47134"/>
                <a:gd name="connsiteY21" fmla="*/ 66761 h 69941"/>
                <a:gd name="connsiteX22" fmla="*/ 6481 w 47134"/>
                <a:gd name="connsiteY22" fmla="*/ 52343 h 69941"/>
                <a:gd name="connsiteX23" fmla="*/ 19494 w 47134"/>
                <a:gd name="connsiteY23" fmla="*/ 35573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134" h="69941">
                  <a:moveTo>
                    <a:pt x="31175" y="31074"/>
                  </a:moveTo>
                  <a:cubicBezTo>
                    <a:pt x="39168" y="27188"/>
                    <a:pt x="44291" y="22382"/>
                    <a:pt x="44291" y="15327"/>
                  </a:cubicBezTo>
                  <a:cubicBezTo>
                    <a:pt x="44291" y="5408"/>
                    <a:pt x="33942" y="91"/>
                    <a:pt x="24003" y="91"/>
                  </a:cubicBezTo>
                  <a:cubicBezTo>
                    <a:pt x="12731" y="91"/>
                    <a:pt x="3510" y="7453"/>
                    <a:pt x="3510" y="17167"/>
                  </a:cubicBezTo>
                  <a:cubicBezTo>
                    <a:pt x="3510" y="21973"/>
                    <a:pt x="5764" y="25450"/>
                    <a:pt x="7608" y="27495"/>
                  </a:cubicBezTo>
                  <a:cubicBezTo>
                    <a:pt x="9453" y="29642"/>
                    <a:pt x="10170" y="30051"/>
                    <a:pt x="16215" y="33630"/>
                  </a:cubicBezTo>
                  <a:cubicBezTo>
                    <a:pt x="10477" y="36084"/>
                    <a:pt x="333" y="41606"/>
                    <a:pt x="333" y="52343"/>
                  </a:cubicBezTo>
                  <a:cubicBezTo>
                    <a:pt x="333" y="63693"/>
                    <a:pt x="12117" y="70033"/>
                    <a:pt x="23798" y="70033"/>
                  </a:cubicBezTo>
                  <a:cubicBezTo>
                    <a:pt x="36811" y="70033"/>
                    <a:pt x="47467" y="61750"/>
                    <a:pt x="47467" y="50707"/>
                  </a:cubicBezTo>
                  <a:cubicBezTo>
                    <a:pt x="47467" y="43958"/>
                    <a:pt x="43471" y="38232"/>
                    <a:pt x="37528" y="34755"/>
                  </a:cubicBezTo>
                  <a:cubicBezTo>
                    <a:pt x="36196" y="33937"/>
                    <a:pt x="32610" y="31892"/>
                    <a:pt x="31175" y="31074"/>
                  </a:cubicBezTo>
                  <a:close/>
                  <a:moveTo>
                    <a:pt x="14473" y="21360"/>
                  </a:moveTo>
                  <a:cubicBezTo>
                    <a:pt x="11809" y="19826"/>
                    <a:pt x="8940" y="17065"/>
                    <a:pt x="8940" y="13282"/>
                  </a:cubicBezTo>
                  <a:cubicBezTo>
                    <a:pt x="8940" y="6840"/>
                    <a:pt x="16420" y="3056"/>
                    <a:pt x="23798" y="3056"/>
                  </a:cubicBezTo>
                  <a:cubicBezTo>
                    <a:pt x="31790" y="3056"/>
                    <a:pt x="38860" y="8067"/>
                    <a:pt x="38860" y="15327"/>
                  </a:cubicBezTo>
                  <a:cubicBezTo>
                    <a:pt x="38860" y="24428"/>
                    <a:pt x="28204" y="29029"/>
                    <a:pt x="27999" y="29029"/>
                  </a:cubicBezTo>
                  <a:cubicBezTo>
                    <a:pt x="27794" y="29029"/>
                    <a:pt x="27589" y="28927"/>
                    <a:pt x="26872" y="28518"/>
                  </a:cubicBezTo>
                  <a:lnTo>
                    <a:pt x="14473" y="21360"/>
                  </a:lnTo>
                  <a:close/>
                  <a:moveTo>
                    <a:pt x="19494" y="35573"/>
                  </a:moveTo>
                  <a:lnTo>
                    <a:pt x="33532" y="43651"/>
                  </a:lnTo>
                  <a:cubicBezTo>
                    <a:pt x="36196" y="45185"/>
                    <a:pt x="41319" y="48253"/>
                    <a:pt x="41319" y="54286"/>
                  </a:cubicBezTo>
                  <a:cubicBezTo>
                    <a:pt x="41319" y="61955"/>
                    <a:pt x="32815" y="66761"/>
                    <a:pt x="24003" y="66761"/>
                  </a:cubicBezTo>
                  <a:cubicBezTo>
                    <a:pt x="14576" y="66761"/>
                    <a:pt x="6481" y="60728"/>
                    <a:pt x="6481" y="52343"/>
                  </a:cubicBezTo>
                  <a:cubicBezTo>
                    <a:pt x="6481" y="44776"/>
                    <a:pt x="12117" y="38948"/>
                    <a:pt x="19494" y="3557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50" name="Freeform: Shape 649">
              <a:extLst>
                <a:ext uri="{FF2B5EF4-FFF2-40B4-BE49-F238E27FC236}">
                  <a16:creationId xmlns:a16="http://schemas.microsoft.com/office/drawing/2014/main" id="{5D779201-16B6-A19F-F99B-66B55A43A990}"/>
                </a:ext>
              </a:extLst>
            </p:cNvPr>
            <p:cNvSpPr/>
            <p:nvPr>
              <p:custDataLst>
                <p:tags r:id="rId64"/>
              </p:custDataLst>
            </p:nvPr>
          </p:nvSpPr>
          <p:spPr>
            <a:xfrm>
              <a:off x="11055380" y="4266642"/>
              <a:ext cx="47134" cy="69941"/>
            </a:xfrm>
            <a:custGeom>
              <a:avLst/>
              <a:gdLst>
                <a:gd name="connsiteX0" fmla="*/ 37634 w 47134"/>
                <a:gd name="connsiteY0" fmla="*/ 37516 h 69941"/>
                <a:gd name="connsiteX1" fmla="*/ 18883 w 47134"/>
                <a:gd name="connsiteY1" fmla="*/ 66761 h 69941"/>
                <a:gd name="connsiteX2" fmla="*/ 8432 w 47134"/>
                <a:gd name="connsiteY2" fmla="*/ 63386 h 69941"/>
                <a:gd name="connsiteX3" fmla="*/ 12940 w 47134"/>
                <a:gd name="connsiteY3" fmla="*/ 58580 h 69941"/>
                <a:gd name="connsiteX4" fmla="*/ 8125 w 47134"/>
                <a:gd name="connsiteY4" fmla="*/ 53774 h 69941"/>
                <a:gd name="connsiteX5" fmla="*/ 3206 w 47134"/>
                <a:gd name="connsiteY5" fmla="*/ 58785 h 69941"/>
                <a:gd name="connsiteX6" fmla="*/ 18986 w 47134"/>
                <a:gd name="connsiteY6" fmla="*/ 70033 h 69941"/>
                <a:gd name="connsiteX7" fmla="*/ 47471 w 47134"/>
                <a:gd name="connsiteY7" fmla="*/ 34346 h 69941"/>
                <a:gd name="connsiteX8" fmla="*/ 24212 w 47134"/>
                <a:gd name="connsiteY8" fmla="*/ 91 h 69941"/>
                <a:gd name="connsiteX9" fmla="*/ 7920 w 47134"/>
                <a:gd name="connsiteY9" fmla="*/ 6329 h 69941"/>
                <a:gd name="connsiteX10" fmla="*/ 337 w 47134"/>
                <a:gd name="connsiteY10" fmla="*/ 22894 h 69941"/>
                <a:gd name="connsiteX11" fmla="*/ 22675 w 47134"/>
                <a:gd name="connsiteY11" fmla="*/ 45492 h 69941"/>
                <a:gd name="connsiteX12" fmla="*/ 37634 w 47134"/>
                <a:gd name="connsiteY12" fmla="*/ 35471 h 69941"/>
                <a:gd name="connsiteX13" fmla="*/ 37634 w 47134"/>
                <a:gd name="connsiteY13" fmla="*/ 37516 h 69941"/>
                <a:gd name="connsiteX14" fmla="*/ 23187 w 47134"/>
                <a:gd name="connsiteY14" fmla="*/ 42629 h 69941"/>
                <a:gd name="connsiteX15" fmla="*/ 12531 w 47134"/>
                <a:gd name="connsiteY15" fmla="*/ 36596 h 69941"/>
                <a:gd name="connsiteX16" fmla="*/ 10174 w 47134"/>
                <a:gd name="connsiteY16" fmla="*/ 22894 h 69941"/>
                <a:gd name="connsiteX17" fmla="*/ 13145 w 47134"/>
                <a:gd name="connsiteY17" fmla="*/ 8783 h 69941"/>
                <a:gd name="connsiteX18" fmla="*/ 24314 w 47134"/>
                <a:gd name="connsiteY18" fmla="*/ 3056 h 69941"/>
                <a:gd name="connsiteX19" fmla="*/ 34253 w 47134"/>
                <a:gd name="connsiteY19" fmla="*/ 8987 h 69941"/>
                <a:gd name="connsiteX20" fmla="*/ 37327 w 47134"/>
                <a:gd name="connsiteY20" fmla="*/ 24018 h 69941"/>
                <a:gd name="connsiteX21" fmla="*/ 23187 w 47134"/>
                <a:gd name="connsiteY21" fmla="*/ 42629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7134" h="69941">
                  <a:moveTo>
                    <a:pt x="37634" y="37516"/>
                  </a:moveTo>
                  <a:cubicBezTo>
                    <a:pt x="37634" y="62875"/>
                    <a:pt x="25031" y="66761"/>
                    <a:pt x="18883" y="66761"/>
                  </a:cubicBezTo>
                  <a:cubicBezTo>
                    <a:pt x="16629" y="66761"/>
                    <a:pt x="11198" y="66556"/>
                    <a:pt x="8432" y="63386"/>
                  </a:cubicBezTo>
                  <a:cubicBezTo>
                    <a:pt x="12633" y="62977"/>
                    <a:pt x="12940" y="59501"/>
                    <a:pt x="12940" y="58580"/>
                  </a:cubicBezTo>
                  <a:cubicBezTo>
                    <a:pt x="12940" y="56024"/>
                    <a:pt x="11198" y="53774"/>
                    <a:pt x="8125" y="53774"/>
                  </a:cubicBezTo>
                  <a:cubicBezTo>
                    <a:pt x="5051" y="53774"/>
                    <a:pt x="3206" y="55820"/>
                    <a:pt x="3206" y="58785"/>
                  </a:cubicBezTo>
                  <a:cubicBezTo>
                    <a:pt x="3206" y="65738"/>
                    <a:pt x="9047" y="70033"/>
                    <a:pt x="18986" y="70033"/>
                  </a:cubicBezTo>
                  <a:cubicBezTo>
                    <a:pt x="33638" y="70033"/>
                    <a:pt x="47471" y="56229"/>
                    <a:pt x="47471" y="34346"/>
                  </a:cubicBezTo>
                  <a:cubicBezTo>
                    <a:pt x="47471" y="8987"/>
                    <a:pt x="36200" y="91"/>
                    <a:pt x="24212" y="91"/>
                  </a:cubicBezTo>
                  <a:cubicBezTo>
                    <a:pt x="20830" y="91"/>
                    <a:pt x="13760" y="602"/>
                    <a:pt x="7920" y="6329"/>
                  </a:cubicBezTo>
                  <a:cubicBezTo>
                    <a:pt x="4436" y="9703"/>
                    <a:pt x="337" y="13691"/>
                    <a:pt x="337" y="22894"/>
                  </a:cubicBezTo>
                  <a:cubicBezTo>
                    <a:pt x="337" y="35880"/>
                    <a:pt x="10686" y="45492"/>
                    <a:pt x="22675" y="45492"/>
                  </a:cubicBezTo>
                  <a:cubicBezTo>
                    <a:pt x="30872" y="45492"/>
                    <a:pt x="35278" y="40072"/>
                    <a:pt x="37634" y="35471"/>
                  </a:cubicBezTo>
                  <a:lnTo>
                    <a:pt x="37634" y="37516"/>
                  </a:lnTo>
                  <a:close/>
                  <a:moveTo>
                    <a:pt x="23187" y="42629"/>
                  </a:moveTo>
                  <a:cubicBezTo>
                    <a:pt x="19191" y="42629"/>
                    <a:pt x="15400" y="41299"/>
                    <a:pt x="12531" y="36596"/>
                  </a:cubicBezTo>
                  <a:cubicBezTo>
                    <a:pt x="10174" y="32812"/>
                    <a:pt x="10174" y="28518"/>
                    <a:pt x="10174" y="22894"/>
                  </a:cubicBezTo>
                  <a:cubicBezTo>
                    <a:pt x="10174" y="16963"/>
                    <a:pt x="10174" y="12873"/>
                    <a:pt x="13145" y="8783"/>
                  </a:cubicBezTo>
                  <a:cubicBezTo>
                    <a:pt x="15604" y="5204"/>
                    <a:pt x="18986" y="3056"/>
                    <a:pt x="24314" y="3056"/>
                  </a:cubicBezTo>
                  <a:cubicBezTo>
                    <a:pt x="29540" y="3056"/>
                    <a:pt x="32614" y="6329"/>
                    <a:pt x="34253" y="8987"/>
                  </a:cubicBezTo>
                  <a:cubicBezTo>
                    <a:pt x="37020" y="13282"/>
                    <a:pt x="37327" y="20440"/>
                    <a:pt x="37327" y="24018"/>
                  </a:cubicBezTo>
                  <a:cubicBezTo>
                    <a:pt x="37327" y="37312"/>
                    <a:pt x="29642" y="42629"/>
                    <a:pt x="23187" y="4262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51" name="Freeform: Shape 650">
              <a:extLst>
                <a:ext uri="{FF2B5EF4-FFF2-40B4-BE49-F238E27FC236}">
                  <a16:creationId xmlns:a16="http://schemas.microsoft.com/office/drawing/2014/main" id="{D32553F3-DAA7-3438-8E10-6B129C2C3918}"/>
                </a:ext>
              </a:extLst>
            </p:cNvPr>
            <p:cNvSpPr/>
            <p:nvPr>
              <p:custDataLst>
                <p:tags r:id="rId65"/>
              </p:custDataLst>
            </p:nvPr>
          </p:nvSpPr>
          <p:spPr>
            <a:xfrm>
              <a:off x="11113728" y="4266642"/>
              <a:ext cx="47134" cy="69941"/>
            </a:xfrm>
            <a:custGeom>
              <a:avLst/>
              <a:gdLst>
                <a:gd name="connsiteX0" fmla="*/ 37638 w 47134"/>
                <a:gd name="connsiteY0" fmla="*/ 37516 h 69941"/>
                <a:gd name="connsiteX1" fmla="*/ 18887 w 47134"/>
                <a:gd name="connsiteY1" fmla="*/ 66761 h 69941"/>
                <a:gd name="connsiteX2" fmla="*/ 8436 w 47134"/>
                <a:gd name="connsiteY2" fmla="*/ 63386 h 69941"/>
                <a:gd name="connsiteX3" fmla="*/ 12944 w 47134"/>
                <a:gd name="connsiteY3" fmla="*/ 58580 h 69941"/>
                <a:gd name="connsiteX4" fmla="*/ 8128 w 47134"/>
                <a:gd name="connsiteY4" fmla="*/ 53774 h 69941"/>
                <a:gd name="connsiteX5" fmla="*/ 3210 w 47134"/>
                <a:gd name="connsiteY5" fmla="*/ 58785 h 69941"/>
                <a:gd name="connsiteX6" fmla="*/ 18990 w 47134"/>
                <a:gd name="connsiteY6" fmla="*/ 70033 h 69941"/>
                <a:gd name="connsiteX7" fmla="*/ 47475 w 47134"/>
                <a:gd name="connsiteY7" fmla="*/ 34346 h 69941"/>
                <a:gd name="connsiteX8" fmla="*/ 24216 w 47134"/>
                <a:gd name="connsiteY8" fmla="*/ 91 h 69941"/>
                <a:gd name="connsiteX9" fmla="*/ 7924 w 47134"/>
                <a:gd name="connsiteY9" fmla="*/ 6329 h 69941"/>
                <a:gd name="connsiteX10" fmla="*/ 341 w 47134"/>
                <a:gd name="connsiteY10" fmla="*/ 22894 h 69941"/>
                <a:gd name="connsiteX11" fmla="*/ 22679 w 47134"/>
                <a:gd name="connsiteY11" fmla="*/ 45492 h 69941"/>
                <a:gd name="connsiteX12" fmla="*/ 37638 w 47134"/>
                <a:gd name="connsiteY12" fmla="*/ 35471 h 69941"/>
                <a:gd name="connsiteX13" fmla="*/ 37638 w 47134"/>
                <a:gd name="connsiteY13" fmla="*/ 37516 h 69941"/>
                <a:gd name="connsiteX14" fmla="*/ 23191 w 47134"/>
                <a:gd name="connsiteY14" fmla="*/ 42629 h 69941"/>
                <a:gd name="connsiteX15" fmla="*/ 12534 w 47134"/>
                <a:gd name="connsiteY15" fmla="*/ 36596 h 69941"/>
                <a:gd name="connsiteX16" fmla="*/ 10178 w 47134"/>
                <a:gd name="connsiteY16" fmla="*/ 22894 h 69941"/>
                <a:gd name="connsiteX17" fmla="*/ 13149 w 47134"/>
                <a:gd name="connsiteY17" fmla="*/ 8783 h 69941"/>
                <a:gd name="connsiteX18" fmla="*/ 24318 w 47134"/>
                <a:gd name="connsiteY18" fmla="*/ 3056 h 69941"/>
                <a:gd name="connsiteX19" fmla="*/ 34257 w 47134"/>
                <a:gd name="connsiteY19" fmla="*/ 8987 h 69941"/>
                <a:gd name="connsiteX20" fmla="*/ 37331 w 47134"/>
                <a:gd name="connsiteY20" fmla="*/ 24018 h 69941"/>
                <a:gd name="connsiteX21" fmla="*/ 23191 w 47134"/>
                <a:gd name="connsiteY21" fmla="*/ 42629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7134" h="69941">
                  <a:moveTo>
                    <a:pt x="37638" y="37516"/>
                  </a:moveTo>
                  <a:cubicBezTo>
                    <a:pt x="37638" y="62875"/>
                    <a:pt x="25035" y="66761"/>
                    <a:pt x="18887" y="66761"/>
                  </a:cubicBezTo>
                  <a:cubicBezTo>
                    <a:pt x="16633" y="66761"/>
                    <a:pt x="11202" y="66556"/>
                    <a:pt x="8436" y="63386"/>
                  </a:cubicBezTo>
                  <a:cubicBezTo>
                    <a:pt x="12637" y="62977"/>
                    <a:pt x="12944" y="59501"/>
                    <a:pt x="12944" y="58580"/>
                  </a:cubicBezTo>
                  <a:cubicBezTo>
                    <a:pt x="12944" y="56024"/>
                    <a:pt x="11202" y="53774"/>
                    <a:pt x="8128" y="53774"/>
                  </a:cubicBezTo>
                  <a:cubicBezTo>
                    <a:pt x="5055" y="53774"/>
                    <a:pt x="3210" y="55820"/>
                    <a:pt x="3210" y="58785"/>
                  </a:cubicBezTo>
                  <a:cubicBezTo>
                    <a:pt x="3210" y="65738"/>
                    <a:pt x="9051" y="70033"/>
                    <a:pt x="18990" y="70033"/>
                  </a:cubicBezTo>
                  <a:cubicBezTo>
                    <a:pt x="33642" y="70033"/>
                    <a:pt x="47475" y="56229"/>
                    <a:pt x="47475" y="34346"/>
                  </a:cubicBezTo>
                  <a:cubicBezTo>
                    <a:pt x="47475" y="8987"/>
                    <a:pt x="36204" y="91"/>
                    <a:pt x="24216" y="91"/>
                  </a:cubicBezTo>
                  <a:cubicBezTo>
                    <a:pt x="20834" y="91"/>
                    <a:pt x="13764" y="602"/>
                    <a:pt x="7924" y="6329"/>
                  </a:cubicBezTo>
                  <a:cubicBezTo>
                    <a:pt x="4440" y="9703"/>
                    <a:pt x="341" y="13691"/>
                    <a:pt x="341" y="22894"/>
                  </a:cubicBezTo>
                  <a:cubicBezTo>
                    <a:pt x="341" y="35880"/>
                    <a:pt x="10690" y="45492"/>
                    <a:pt x="22679" y="45492"/>
                  </a:cubicBezTo>
                  <a:cubicBezTo>
                    <a:pt x="30876" y="45492"/>
                    <a:pt x="35282" y="40072"/>
                    <a:pt x="37638" y="35471"/>
                  </a:cubicBezTo>
                  <a:lnTo>
                    <a:pt x="37638" y="37516"/>
                  </a:lnTo>
                  <a:close/>
                  <a:moveTo>
                    <a:pt x="23191" y="42629"/>
                  </a:moveTo>
                  <a:cubicBezTo>
                    <a:pt x="19195" y="42629"/>
                    <a:pt x="15404" y="41299"/>
                    <a:pt x="12534" y="36596"/>
                  </a:cubicBezTo>
                  <a:cubicBezTo>
                    <a:pt x="10178" y="32812"/>
                    <a:pt x="10178" y="28518"/>
                    <a:pt x="10178" y="22894"/>
                  </a:cubicBezTo>
                  <a:cubicBezTo>
                    <a:pt x="10178" y="16963"/>
                    <a:pt x="10178" y="12873"/>
                    <a:pt x="13149" y="8783"/>
                  </a:cubicBezTo>
                  <a:cubicBezTo>
                    <a:pt x="15608" y="5204"/>
                    <a:pt x="18990" y="3056"/>
                    <a:pt x="24318" y="3056"/>
                  </a:cubicBezTo>
                  <a:cubicBezTo>
                    <a:pt x="29544" y="3056"/>
                    <a:pt x="32618" y="6329"/>
                    <a:pt x="34257" y="8987"/>
                  </a:cubicBezTo>
                  <a:cubicBezTo>
                    <a:pt x="37024" y="13282"/>
                    <a:pt x="37331" y="20440"/>
                    <a:pt x="37331" y="24018"/>
                  </a:cubicBezTo>
                  <a:cubicBezTo>
                    <a:pt x="37331" y="37312"/>
                    <a:pt x="29646" y="42629"/>
                    <a:pt x="23191" y="4262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52" name="Freeform: Shape 651">
              <a:extLst>
                <a:ext uri="{FF2B5EF4-FFF2-40B4-BE49-F238E27FC236}">
                  <a16:creationId xmlns:a16="http://schemas.microsoft.com/office/drawing/2014/main" id="{0FA639CC-969A-9322-3ECC-249C9A55E2DE}"/>
                </a:ext>
              </a:extLst>
            </p:cNvPr>
            <p:cNvSpPr/>
            <p:nvPr>
              <p:custDataLst>
                <p:tags r:id="rId66"/>
              </p:custDataLst>
            </p:nvPr>
          </p:nvSpPr>
          <p:spPr>
            <a:xfrm>
              <a:off x="11173819" y="4257848"/>
              <a:ext cx="26538" cy="102151"/>
            </a:xfrm>
            <a:custGeom>
              <a:avLst/>
              <a:gdLst>
                <a:gd name="connsiteX0" fmla="*/ 2292 w 26538"/>
                <a:gd name="connsiteY0" fmla="*/ 91 h 102151"/>
                <a:gd name="connsiteX1" fmla="*/ 345 w 26538"/>
                <a:gd name="connsiteY1" fmla="*/ 1318 h 102151"/>
                <a:gd name="connsiteX2" fmla="*/ 1267 w 26538"/>
                <a:gd name="connsiteY2" fmla="*/ 2852 h 102151"/>
                <a:gd name="connsiteX3" fmla="*/ 19916 w 26538"/>
                <a:gd name="connsiteY3" fmla="*/ 51116 h 102151"/>
                <a:gd name="connsiteX4" fmla="*/ 2189 w 26538"/>
                <a:gd name="connsiteY4" fmla="*/ 98664 h 102151"/>
                <a:gd name="connsiteX5" fmla="*/ 345 w 26538"/>
                <a:gd name="connsiteY5" fmla="*/ 101016 h 102151"/>
                <a:gd name="connsiteX6" fmla="*/ 1677 w 26538"/>
                <a:gd name="connsiteY6" fmla="*/ 102243 h 102151"/>
                <a:gd name="connsiteX7" fmla="*/ 19404 w 26538"/>
                <a:gd name="connsiteY7" fmla="*/ 82712 h 102151"/>
                <a:gd name="connsiteX8" fmla="*/ 26884 w 26538"/>
                <a:gd name="connsiteY8" fmla="*/ 51218 h 102151"/>
                <a:gd name="connsiteX9" fmla="*/ 2292 w 26538"/>
                <a:gd name="connsiteY9" fmla="*/ 91 h 102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538" h="102151">
                  <a:moveTo>
                    <a:pt x="2292" y="91"/>
                  </a:moveTo>
                  <a:cubicBezTo>
                    <a:pt x="1575" y="91"/>
                    <a:pt x="345" y="91"/>
                    <a:pt x="345" y="1318"/>
                  </a:cubicBezTo>
                  <a:cubicBezTo>
                    <a:pt x="345" y="1829"/>
                    <a:pt x="653" y="2136"/>
                    <a:pt x="1267" y="2852"/>
                  </a:cubicBezTo>
                  <a:cubicBezTo>
                    <a:pt x="10079" y="10930"/>
                    <a:pt x="19916" y="24734"/>
                    <a:pt x="19916" y="51116"/>
                  </a:cubicBezTo>
                  <a:cubicBezTo>
                    <a:pt x="19916" y="72487"/>
                    <a:pt x="13256" y="88643"/>
                    <a:pt x="2189" y="98664"/>
                  </a:cubicBezTo>
                  <a:cubicBezTo>
                    <a:pt x="448" y="100402"/>
                    <a:pt x="345" y="100505"/>
                    <a:pt x="345" y="101016"/>
                  </a:cubicBezTo>
                  <a:cubicBezTo>
                    <a:pt x="345" y="101527"/>
                    <a:pt x="653" y="102243"/>
                    <a:pt x="1677" y="102243"/>
                  </a:cubicBezTo>
                  <a:cubicBezTo>
                    <a:pt x="2907" y="102243"/>
                    <a:pt x="12641" y="95494"/>
                    <a:pt x="19404" y="82712"/>
                  </a:cubicBezTo>
                  <a:cubicBezTo>
                    <a:pt x="23912" y="74225"/>
                    <a:pt x="26884" y="63182"/>
                    <a:pt x="26884" y="51218"/>
                  </a:cubicBezTo>
                  <a:cubicBezTo>
                    <a:pt x="26884" y="36800"/>
                    <a:pt x="22580" y="14407"/>
                    <a:pt x="2292" y="9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53" name="Freeform: Shape 652">
              <a:extLst>
                <a:ext uri="{FF2B5EF4-FFF2-40B4-BE49-F238E27FC236}">
                  <a16:creationId xmlns:a16="http://schemas.microsoft.com/office/drawing/2014/main" id="{0120FBC6-D037-59D8-4FCE-FE85CC257B26}"/>
                </a:ext>
              </a:extLst>
            </p:cNvPr>
            <p:cNvSpPr/>
            <p:nvPr>
              <p:custDataLst>
                <p:tags r:id="rId67"/>
              </p:custDataLst>
            </p:nvPr>
          </p:nvSpPr>
          <p:spPr>
            <a:xfrm>
              <a:off x="11219460" y="4271243"/>
              <a:ext cx="75414" cy="75361"/>
            </a:xfrm>
            <a:custGeom>
              <a:avLst/>
              <a:gdLst>
                <a:gd name="connsiteX0" fmla="*/ 40617 w 75414"/>
                <a:gd name="connsiteY0" fmla="*/ 40277 h 75361"/>
                <a:gd name="connsiteX1" fmla="*/ 71971 w 75414"/>
                <a:gd name="connsiteY1" fmla="*/ 40277 h 75361"/>
                <a:gd name="connsiteX2" fmla="*/ 75763 w 75414"/>
                <a:gd name="connsiteY2" fmla="*/ 37823 h 75361"/>
                <a:gd name="connsiteX3" fmla="*/ 71971 w 75414"/>
                <a:gd name="connsiteY3" fmla="*/ 35266 h 75361"/>
                <a:gd name="connsiteX4" fmla="*/ 40617 w 75414"/>
                <a:gd name="connsiteY4" fmla="*/ 35266 h 75361"/>
                <a:gd name="connsiteX5" fmla="*/ 40617 w 75414"/>
                <a:gd name="connsiteY5" fmla="*/ 3874 h 75361"/>
                <a:gd name="connsiteX6" fmla="*/ 38158 w 75414"/>
                <a:gd name="connsiteY6" fmla="*/ 91 h 75361"/>
                <a:gd name="connsiteX7" fmla="*/ 35596 w 75414"/>
                <a:gd name="connsiteY7" fmla="*/ 3874 h 75361"/>
                <a:gd name="connsiteX8" fmla="*/ 35596 w 75414"/>
                <a:gd name="connsiteY8" fmla="*/ 35266 h 75361"/>
                <a:gd name="connsiteX9" fmla="*/ 4139 w 75414"/>
                <a:gd name="connsiteY9" fmla="*/ 35266 h 75361"/>
                <a:gd name="connsiteX10" fmla="*/ 348 w 75414"/>
                <a:gd name="connsiteY10" fmla="*/ 37721 h 75361"/>
                <a:gd name="connsiteX11" fmla="*/ 4139 w 75414"/>
                <a:gd name="connsiteY11" fmla="*/ 40277 h 75361"/>
                <a:gd name="connsiteX12" fmla="*/ 35596 w 75414"/>
                <a:gd name="connsiteY12" fmla="*/ 40277 h 75361"/>
                <a:gd name="connsiteX13" fmla="*/ 35596 w 75414"/>
                <a:gd name="connsiteY13" fmla="*/ 71669 h 75361"/>
                <a:gd name="connsiteX14" fmla="*/ 38055 w 75414"/>
                <a:gd name="connsiteY14" fmla="*/ 75452 h 75361"/>
                <a:gd name="connsiteX15" fmla="*/ 40617 w 75414"/>
                <a:gd name="connsiteY15" fmla="*/ 71669 h 75361"/>
                <a:gd name="connsiteX16" fmla="*/ 40617 w 75414"/>
                <a:gd name="connsiteY16" fmla="*/ 40277 h 7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5414" h="75361">
                  <a:moveTo>
                    <a:pt x="40617" y="40277"/>
                  </a:moveTo>
                  <a:lnTo>
                    <a:pt x="71971" y="40277"/>
                  </a:lnTo>
                  <a:cubicBezTo>
                    <a:pt x="73303" y="40277"/>
                    <a:pt x="75763" y="40277"/>
                    <a:pt x="75763" y="37823"/>
                  </a:cubicBezTo>
                  <a:cubicBezTo>
                    <a:pt x="75763" y="35266"/>
                    <a:pt x="73406" y="35266"/>
                    <a:pt x="71971" y="35266"/>
                  </a:cubicBezTo>
                  <a:lnTo>
                    <a:pt x="40617" y="35266"/>
                  </a:lnTo>
                  <a:lnTo>
                    <a:pt x="40617" y="3874"/>
                  </a:lnTo>
                  <a:cubicBezTo>
                    <a:pt x="40617" y="2545"/>
                    <a:pt x="40617" y="91"/>
                    <a:pt x="38158" y="91"/>
                  </a:cubicBezTo>
                  <a:cubicBezTo>
                    <a:pt x="35596" y="91"/>
                    <a:pt x="35596" y="2443"/>
                    <a:pt x="35596" y="3874"/>
                  </a:cubicBezTo>
                  <a:lnTo>
                    <a:pt x="35596" y="35266"/>
                  </a:lnTo>
                  <a:lnTo>
                    <a:pt x="4139" y="35266"/>
                  </a:lnTo>
                  <a:cubicBezTo>
                    <a:pt x="2807" y="35266"/>
                    <a:pt x="348" y="35266"/>
                    <a:pt x="348" y="37721"/>
                  </a:cubicBezTo>
                  <a:cubicBezTo>
                    <a:pt x="348" y="40277"/>
                    <a:pt x="2705" y="40277"/>
                    <a:pt x="4139" y="40277"/>
                  </a:cubicBezTo>
                  <a:lnTo>
                    <a:pt x="35596" y="40277"/>
                  </a:lnTo>
                  <a:lnTo>
                    <a:pt x="35596" y="71669"/>
                  </a:lnTo>
                  <a:cubicBezTo>
                    <a:pt x="35596" y="72998"/>
                    <a:pt x="35596" y="75452"/>
                    <a:pt x="38055" y="75452"/>
                  </a:cubicBezTo>
                  <a:cubicBezTo>
                    <a:pt x="40617" y="75452"/>
                    <a:pt x="40617" y="73101"/>
                    <a:pt x="40617" y="71669"/>
                  </a:cubicBezTo>
                  <a:lnTo>
                    <a:pt x="40617" y="40277"/>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54" name="Freeform: Shape 653">
              <a:extLst>
                <a:ext uri="{FF2B5EF4-FFF2-40B4-BE49-F238E27FC236}">
                  <a16:creationId xmlns:a16="http://schemas.microsoft.com/office/drawing/2014/main" id="{9674CF45-7BC1-B262-280B-AF716357810C}"/>
                </a:ext>
              </a:extLst>
            </p:cNvPr>
            <p:cNvSpPr/>
            <p:nvPr>
              <p:custDataLst>
                <p:tags r:id="rId68"/>
              </p:custDataLst>
            </p:nvPr>
          </p:nvSpPr>
          <p:spPr>
            <a:xfrm>
              <a:off x="11313932" y="4257848"/>
              <a:ext cx="26640" cy="102151"/>
            </a:xfrm>
            <a:custGeom>
              <a:avLst/>
              <a:gdLst>
                <a:gd name="connsiteX0" fmla="*/ 24946 w 26640"/>
                <a:gd name="connsiteY0" fmla="*/ 91 h 102151"/>
                <a:gd name="connsiteX1" fmla="*/ 354 w 26640"/>
                <a:gd name="connsiteY1" fmla="*/ 51116 h 102151"/>
                <a:gd name="connsiteX2" fmla="*/ 24946 w 26640"/>
                <a:gd name="connsiteY2" fmla="*/ 102243 h 102151"/>
                <a:gd name="connsiteX3" fmla="*/ 26995 w 26640"/>
                <a:gd name="connsiteY3" fmla="*/ 101016 h 102151"/>
                <a:gd name="connsiteX4" fmla="*/ 25971 w 26640"/>
                <a:gd name="connsiteY4" fmla="*/ 99482 h 102151"/>
                <a:gd name="connsiteX5" fmla="*/ 7322 w 26640"/>
                <a:gd name="connsiteY5" fmla="*/ 51218 h 102151"/>
                <a:gd name="connsiteX6" fmla="*/ 26278 w 26640"/>
                <a:gd name="connsiteY6" fmla="*/ 2545 h 102151"/>
                <a:gd name="connsiteX7" fmla="*/ 26995 w 26640"/>
                <a:gd name="connsiteY7" fmla="*/ 1318 h 102151"/>
                <a:gd name="connsiteX8" fmla="*/ 24946 w 26640"/>
                <a:gd name="connsiteY8" fmla="*/ 91 h 102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40" h="102151">
                  <a:moveTo>
                    <a:pt x="24946" y="91"/>
                  </a:moveTo>
                  <a:cubicBezTo>
                    <a:pt x="5478" y="13793"/>
                    <a:pt x="354" y="35471"/>
                    <a:pt x="354" y="51116"/>
                  </a:cubicBezTo>
                  <a:cubicBezTo>
                    <a:pt x="354" y="65534"/>
                    <a:pt x="4658" y="87927"/>
                    <a:pt x="24946" y="102243"/>
                  </a:cubicBezTo>
                  <a:cubicBezTo>
                    <a:pt x="25766" y="102243"/>
                    <a:pt x="26995" y="102243"/>
                    <a:pt x="26995" y="101016"/>
                  </a:cubicBezTo>
                  <a:cubicBezTo>
                    <a:pt x="26995" y="100402"/>
                    <a:pt x="26688" y="100198"/>
                    <a:pt x="25971" y="99482"/>
                  </a:cubicBezTo>
                  <a:cubicBezTo>
                    <a:pt x="12343" y="87212"/>
                    <a:pt x="7322" y="69828"/>
                    <a:pt x="7322" y="51218"/>
                  </a:cubicBezTo>
                  <a:cubicBezTo>
                    <a:pt x="7322" y="23609"/>
                    <a:pt x="17876" y="10112"/>
                    <a:pt x="26278" y="2545"/>
                  </a:cubicBezTo>
                  <a:cubicBezTo>
                    <a:pt x="26688" y="2136"/>
                    <a:pt x="26995" y="1829"/>
                    <a:pt x="26995" y="1318"/>
                  </a:cubicBezTo>
                  <a:cubicBezTo>
                    <a:pt x="26995" y="91"/>
                    <a:pt x="25766" y="91"/>
                    <a:pt x="24946" y="9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55" name="Freeform: Shape 654">
              <a:extLst>
                <a:ext uri="{FF2B5EF4-FFF2-40B4-BE49-F238E27FC236}">
                  <a16:creationId xmlns:a16="http://schemas.microsoft.com/office/drawing/2014/main" id="{0239E3A5-C1B4-3B3F-7BCA-3303ECBF727F}"/>
                </a:ext>
              </a:extLst>
            </p:cNvPr>
            <p:cNvSpPr/>
            <p:nvPr>
              <p:custDataLst>
                <p:tags r:id="rId69"/>
              </p:custDataLst>
            </p:nvPr>
          </p:nvSpPr>
          <p:spPr>
            <a:xfrm>
              <a:off x="11353220" y="4266642"/>
              <a:ext cx="47543" cy="69941"/>
            </a:xfrm>
            <a:custGeom>
              <a:avLst/>
              <a:gdLst>
                <a:gd name="connsiteX0" fmla="*/ 47901 w 47543"/>
                <a:gd name="connsiteY0" fmla="*/ 35369 h 69941"/>
                <a:gd name="connsiteX1" fmla="*/ 41856 w 47543"/>
                <a:gd name="connsiteY1" fmla="*/ 8885 h 69941"/>
                <a:gd name="connsiteX2" fmla="*/ 24129 w 47543"/>
                <a:gd name="connsiteY2" fmla="*/ 91 h 69941"/>
                <a:gd name="connsiteX3" fmla="*/ 357 w 47543"/>
                <a:gd name="connsiteY3" fmla="*/ 35369 h 69941"/>
                <a:gd name="connsiteX4" fmla="*/ 24129 w 47543"/>
                <a:gd name="connsiteY4" fmla="*/ 70033 h 69941"/>
                <a:gd name="connsiteX5" fmla="*/ 47901 w 47543"/>
                <a:gd name="connsiteY5" fmla="*/ 35369 h 69941"/>
                <a:gd name="connsiteX6" fmla="*/ 24129 w 47543"/>
                <a:gd name="connsiteY6" fmla="*/ 67170 h 69941"/>
                <a:gd name="connsiteX7" fmla="*/ 11116 w 47543"/>
                <a:gd name="connsiteY7" fmla="*/ 56024 h 69941"/>
                <a:gd name="connsiteX8" fmla="*/ 9682 w 47543"/>
                <a:gd name="connsiteY8" fmla="*/ 34039 h 69941"/>
                <a:gd name="connsiteX9" fmla="*/ 11219 w 47543"/>
                <a:gd name="connsiteY9" fmla="*/ 13180 h 69941"/>
                <a:gd name="connsiteX10" fmla="*/ 24129 w 47543"/>
                <a:gd name="connsiteY10" fmla="*/ 2954 h 69941"/>
                <a:gd name="connsiteX11" fmla="*/ 36835 w 47543"/>
                <a:gd name="connsiteY11" fmla="*/ 12259 h 69941"/>
                <a:gd name="connsiteX12" fmla="*/ 38577 w 47543"/>
                <a:gd name="connsiteY12" fmla="*/ 34039 h 69941"/>
                <a:gd name="connsiteX13" fmla="*/ 37245 w 47543"/>
                <a:gd name="connsiteY13" fmla="*/ 55615 h 69941"/>
                <a:gd name="connsiteX14" fmla="*/ 24129 w 47543"/>
                <a:gd name="connsiteY14" fmla="*/ 67170 h 6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543" h="69941">
                  <a:moveTo>
                    <a:pt x="47901" y="35369"/>
                  </a:moveTo>
                  <a:cubicBezTo>
                    <a:pt x="47901" y="24121"/>
                    <a:pt x="46569" y="16043"/>
                    <a:pt x="41856" y="8885"/>
                  </a:cubicBezTo>
                  <a:cubicBezTo>
                    <a:pt x="38679" y="4181"/>
                    <a:pt x="32327" y="91"/>
                    <a:pt x="24129" y="91"/>
                  </a:cubicBezTo>
                  <a:cubicBezTo>
                    <a:pt x="357" y="91"/>
                    <a:pt x="357" y="28006"/>
                    <a:pt x="357" y="35369"/>
                  </a:cubicBezTo>
                  <a:cubicBezTo>
                    <a:pt x="357" y="42731"/>
                    <a:pt x="357" y="70033"/>
                    <a:pt x="24129" y="70033"/>
                  </a:cubicBezTo>
                  <a:cubicBezTo>
                    <a:pt x="47901" y="70033"/>
                    <a:pt x="47901" y="42731"/>
                    <a:pt x="47901" y="35369"/>
                  </a:cubicBezTo>
                  <a:close/>
                  <a:moveTo>
                    <a:pt x="24129" y="67170"/>
                  </a:moveTo>
                  <a:cubicBezTo>
                    <a:pt x="19416" y="67170"/>
                    <a:pt x="13166" y="64409"/>
                    <a:pt x="11116" y="56024"/>
                  </a:cubicBezTo>
                  <a:cubicBezTo>
                    <a:pt x="9682" y="49991"/>
                    <a:pt x="9682" y="41606"/>
                    <a:pt x="9682" y="34039"/>
                  </a:cubicBezTo>
                  <a:cubicBezTo>
                    <a:pt x="9682" y="26575"/>
                    <a:pt x="9682" y="18804"/>
                    <a:pt x="11219" y="13180"/>
                  </a:cubicBezTo>
                  <a:cubicBezTo>
                    <a:pt x="13371" y="5101"/>
                    <a:pt x="19928" y="2954"/>
                    <a:pt x="24129" y="2954"/>
                  </a:cubicBezTo>
                  <a:cubicBezTo>
                    <a:pt x="29663" y="2954"/>
                    <a:pt x="34991" y="6329"/>
                    <a:pt x="36835" y="12259"/>
                  </a:cubicBezTo>
                  <a:cubicBezTo>
                    <a:pt x="38475" y="17781"/>
                    <a:pt x="38577" y="25143"/>
                    <a:pt x="38577" y="34039"/>
                  </a:cubicBezTo>
                  <a:cubicBezTo>
                    <a:pt x="38577" y="41606"/>
                    <a:pt x="38577" y="49173"/>
                    <a:pt x="37245" y="55615"/>
                  </a:cubicBezTo>
                  <a:cubicBezTo>
                    <a:pt x="35196" y="64920"/>
                    <a:pt x="28228" y="67170"/>
                    <a:pt x="24129" y="6717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56" name="Freeform: Shape 655">
              <a:extLst>
                <a:ext uri="{FF2B5EF4-FFF2-40B4-BE49-F238E27FC236}">
                  <a16:creationId xmlns:a16="http://schemas.microsoft.com/office/drawing/2014/main" id="{E81E4BBB-1B72-EE1E-DC08-A2B8E9445054}"/>
                </a:ext>
              </a:extLst>
            </p:cNvPr>
            <p:cNvSpPr/>
            <p:nvPr>
              <p:custDataLst>
                <p:tags r:id="rId70"/>
              </p:custDataLst>
            </p:nvPr>
          </p:nvSpPr>
          <p:spPr>
            <a:xfrm>
              <a:off x="11413515" y="4257848"/>
              <a:ext cx="26538" cy="102151"/>
            </a:xfrm>
            <a:custGeom>
              <a:avLst/>
              <a:gdLst>
                <a:gd name="connsiteX0" fmla="*/ 2308 w 26538"/>
                <a:gd name="connsiteY0" fmla="*/ 91 h 102151"/>
                <a:gd name="connsiteX1" fmla="*/ 361 w 26538"/>
                <a:gd name="connsiteY1" fmla="*/ 1318 h 102151"/>
                <a:gd name="connsiteX2" fmla="*/ 1284 w 26538"/>
                <a:gd name="connsiteY2" fmla="*/ 2852 h 102151"/>
                <a:gd name="connsiteX3" fmla="*/ 19932 w 26538"/>
                <a:gd name="connsiteY3" fmla="*/ 51116 h 102151"/>
                <a:gd name="connsiteX4" fmla="*/ 2206 w 26538"/>
                <a:gd name="connsiteY4" fmla="*/ 98664 h 102151"/>
                <a:gd name="connsiteX5" fmla="*/ 361 w 26538"/>
                <a:gd name="connsiteY5" fmla="*/ 101016 h 102151"/>
                <a:gd name="connsiteX6" fmla="*/ 1693 w 26538"/>
                <a:gd name="connsiteY6" fmla="*/ 102243 h 102151"/>
                <a:gd name="connsiteX7" fmla="*/ 19420 w 26538"/>
                <a:gd name="connsiteY7" fmla="*/ 82712 h 102151"/>
                <a:gd name="connsiteX8" fmla="*/ 26900 w 26538"/>
                <a:gd name="connsiteY8" fmla="*/ 51218 h 102151"/>
                <a:gd name="connsiteX9" fmla="*/ 2308 w 26538"/>
                <a:gd name="connsiteY9" fmla="*/ 91 h 102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538" h="102151">
                  <a:moveTo>
                    <a:pt x="2308" y="91"/>
                  </a:moveTo>
                  <a:cubicBezTo>
                    <a:pt x="1591" y="91"/>
                    <a:pt x="361" y="91"/>
                    <a:pt x="361" y="1318"/>
                  </a:cubicBezTo>
                  <a:cubicBezTo>
                    <a:pt x="361" y="1829"/>
                    <a:pt x="669" y="2136"/>
                    <a:pt x="1284" y="2852"/>
                  </a:cubicBezTo>
                  <a:cubicBezTo>
                    <a:pt x="10096" y="10930"/>
                    <a:pt x="19932" y="24734"/>
                    <a:pt x="19932" y="51116"/>
                  </a:cubicBezTo>
                  <a:cubicBezTo>
                    <a:pt x="19932" y="72487"/>
                    <a:pt x="13272" y="88643"/>
                    <a:pt x="2206" y="98664"/>
                  </a:cubicBezTo>
                  <a:cubicBezTo>
                    <a:pt x="464" y="100402"/>
                    <a:pt x="361" y="100505"/>
                    <a:pt x="361" y="101016"/>
                  </a:cubicBezTo>
                  <a:cubicBezTo>
                    <a:pt x="361" y="101527"/>
                    <a:pt x="669" y="102243"/>
                    <a:pt x="1693" y="102243"/>
                  </a:cubicBezTo>
                  <a:cubicBezTo>
                    <a:pt x="2923" y="102243"/>
                    <a:pt x="12657" y="95494"/>
                    <a:pt x="19420" y="82712"/>
                  </a:cubicBezTo>
                  <a:cubicBezTo>
                    <a:pt x="23928" y="74225"/>
                    <a:pt x="26900" y="63182"/>
                    <a:pt x="26900" y="51218"/>
                  </a:cubicBezTo>
                  <a:cubicBezTo>
                    <a:pt x="26900" y="36800"/>
                    <a:pt x="22596" y="14407"/>
                    <a:pt x="2308" y="9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57" name="Freeform: Shape 656">
              <a:extLst>
                <a:ext uri="{FF2B5EF4-FFF2-40B4-BE49-F238E27FC236}">
                  <a16:creationId xmlns:a16="http://schemas.microsoft.com/office/drawing/2014/main" id="{09FAB6C0-9858-903F-5B94-70AC7DE59F3F}"/>
                </a:ext>
              </a:extLst>
            </p:cNvPr>
            <p:cNvSpPr/>
            <p:nvPr>
              <p:custDataLst>
                <p:tags r:id="rId71"/>
              </p:custDataLst>
            </p:nvPr>
          </p:nvSpPr>
          <p:spPr>
            <a:xfrm>
              <a:off x="11459259" y="4257848"/>
              <a:ext cx="26538" cy="102151"/>
            </a:xfrm>
            <a:custGeom>
              <a:avLst/>
              <a:gdLst>
                <a:gd name="connsiteX0" fmla="*/ 2311 w 26538"/>
                <a:gd name="connsiteY0" fmla="*/ 91 h 102151"/>
                <a:gd name="connsiteX1" fmla="*/ 365 w 26538"/>
                <a:gd name="connsiteY1" fmla="*/ 1318 h 102151"/>
                <a:gd name="connsiteX2" fmla="*/ 1287 w 26538"/>
                <a:gd name="connsiteY2" fmla="*/ 2852 h 102151"/>
                <a:gd name="connsiteX3" fmla="*/ 19935 w 26538"/>
                <a:gd name="connsiteY3" fmla="*/ 51116 h 102151"/>
                <a:gd name="connsiteX4" fmla="*/ 2209 w 26538"/>
                <a:gd name="connsiteY4" fmla="*/ 98664 h 102151"/>
                <a:gd name="connsiteX5" fmla="*/ 365 w 26538"/>
                <a:gd name="connsiteY5" fmla="*/ 101016 h 102151"/>
                <a:gd name="connsiteX6" fmla="*/ 1697 w 26538"/>
                <a:gd name="connsiteY6" fmla="*/ 102243 h 102151"/>
                <a:gd name="connsiteX7" fmla="*/ 19423 w 26538"/>
                <a:gd name="connsiteY7" fmla="*/ 82712 h 102151"/>
                <a:gd name="connsiteX8" fmla="*/ 26903 w 26538"/>
                <a:gd name="connsiteY8" fmla="*/ 51218 h 102151"/>
                <a:gd name="connsiteX9" fmla="*/ 2311 w 26538"/>
                <a:gd name="connsiteY9" fmla="*/ 91 h 102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538" h="102151">
                  <a:moveTo>
                    <a:pt x="2311" y="91"/>
                  </a:moveTo>
                  <a:cubicBezTo>
                    <a:pt x="1594" y="91"/>
                    <a:pt x="365" y="91"/>
                    <a:pt x="365" y="1318"/>
                  </a:cubicBezTo>
                  <a:cubicBezTo>
                    <a:pt x="365" y="1829"/>
                    <a:pt x="672" y="2136"/>
                    <a:pt x="1287" y="2852"/>
                  </a:cubicBezTo>
                  <a:cubicBezTo>
                    <a:pt x="10099" y="10930"/>
                    <a:pt x="19935" y="24734"/>
                    <a:pt x="19935" y="51116"/>
                  </a:cubicBezTo>
                  <a:cubicBezTo>
                    <a:pt x="19935" y="72487"/>
                    <a:pt x="13275" y="88643"/>
                    <a:pt x="2209" y="98664"/>
                  </a:cubicBezTo>
                  <a:cubicBezTo>
                    <a:pt x="467" y="100402"/>
                    <a:pt x="365" y="100505"/>
                    <a:pt x="365" y="101016"/>
                  </a:cubicBezTo>
                  <a:cubicBezTo>
                    <a:pt x="365" y="101527"/>
                    <a:pt x="672" y="102243"/>
                    <a:pt x="1697" y="102243"/>
                  </a:cubicBezTo>
                  <a:cubicBezTo>
                    <a:pt x="2926" y="102243"/>
                    <a:pt x="12660" y="95494"/>
                    <a:pt x="19423" y="82712"/>
                  </a:cubicBezTo>
                  <a:cubicBezTo>
                    <a:pt x="23932" y="74225"/>
                    <a:pt x="26903" y="63182"/>
                    <a:pt x="26903" y="51218"/>
                  </a:cubicBezTo>
                  <a:cubicBezTo>
                    <a:pt x="26903" y="36800"/>
                    <a:pt x="22599" y="14407"/>
                    <a:pt x="2311" y="91"/>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58" name="Freeform: Shape 657">
              <a:extLst>
                <a:ext uri="{FF2B5EF4-FFF2-40B4-BE49-F238E27FC236}">
                  <a16:creationId xmlns:a16="http://schemas.microsoft.com/office/drawing/2014/main" id="{F4F1BC5B-37C4-A8D5-BFF1-584AB7EB0DD9}"/>
                </a:ext>
              </a:extLst>
            </p:cNvPr>
            <p:cNvSpPr/>
            <p:nvPr>
              <p:custDataLst>
                <p:tags r:id="rId72"/>
              </p:custDataLst>
            </p:nvPr>
          </p:nvSpPr>
          <p:spPr>
            <a:xfrm>
              <a:off x="11571465" y="4220307"/>
              <a:ext cx="97341" cy="34182"/>
            </a:xfrm>
            <a:custGeom>
              <a:avLst/>
              <a:gdLst>
                <a:gd name="connsiteX0" fmla="*/ 92737 w 97341"/>
                <a:gd name="connsiteY0" fmla="*/ 5930 h 34182"/>
                <a:gd name="connsiteX1" fmla="*/ 97714 w 97341"/>
                <a:gd name="connsiteY1" fmla="*/ 3008 h 34182"/>
                <a:gd name="connsiteX2" fmla="*/ 92884 w 97341"/>
                <a:gd name="connsiteY2" fmla="*/ 87 h 34182"/>
                <a:gd name="connsiteX3" fmla="*/ 5203 w 97341"/>
                <a:gd name="connsiteY3" fmla="*/ 87 h 34182"/>
                <a:gd name="connsiteX4" fmla="*/ 372 w 97341"/>
                <a:gd name="connsiteY4" fmla="*/ 3008 h 34182"/>
                <a:gd name="connsiteX5" fmla="*/ 5349 w 97341"/>
                <a:gd name="connsiteY5" fmla="*/ 5930 h 34182"/>
                <a:gd name="connsiteX6" fmla="*/ 92737 w 97341"/>
                <a:gd name="connsiteY6" fmla="*/ 5930 h 34182"/>
                <a:gd name="connsiteX7" fmla="*/ 92884 w 97341"/>
                <a:gd name="connsiteY7" fmla="*/ 34269 h 34182"/>
                <a:gd name="connsiteX8" fmla="*/ 97714 w 97341"/>
                <a:gd name="connsiteY8" fmla="*/ 31347 h 34182"/>
                <a:gd name="connsiteX9" fmla="*/ 92737 w 97341"/>
                <a:gd name="connsiteY9" fmla="*/ 28426 h 34182"/>
                <a:gd name="connsiteX10" fmla="*/ 5349 w 97341"/>
                <a:gd name="connsiteY10" fmla="*/ 28426 h 34182"/>
                <a:gd name="connsiteX11" fmla="*/ 372 w 97341"/>
                <a:gd name="connsiteY11" fmla="*/ 31347 h 34182"/>
                <a:gd name="connsiteX12" fmla="*/ 5203 w 97341"/>
                <a:gd name="connsiteY12" fmla="*/ 34269 h 34182"/>
                <a:gd name="connsiteX13" fmla="*/ 92884 w 97341"/>
                <a:gd name="connsiteY13" fmla="*/ 34269 h 3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341" h="34182">
                  <a:moveTo>
                    <a:pt x="92737" y="5930"/>
                  </a:moveTo>
                  <a:cubicBezTo>
                    <a:pt x="94933" y="5930"/>
                    <a:pt x="97714" y="5930"/>
                    <a:pt x="97714" y="3008"/>
                  </a:cubicBezTo>
                  <a:cubicBezTo>
                    <a:pt x="97714" y="87"/>
                    <a:pt x="94933" y="87"/>
                    <a:pt x="92884" y="87"/>
                  </a:cubicBezTo>
                  <a:lnTo>
                    <a:pt x="5203" y="87"/>
                  </a:lnTo>
                  <a:cubicBezTo>
                    <a:pt x="3153" y="87"/>
                    <a:pt x="372" y="87"/>
                    <a:pt x="372" y="3008"/>
                  </a:cubicBezTo>
                  <a:cubicBezTo>
                    <a:pt x="372" y="5930"/>
                    <a:pt x="3153" y="5930"/>
                    <a:pt x="5349" y="5930"/>
                  </a:cubicBezTo>
                  <a:lnTo>
                    <a:pt x="92737" y="5930"/>
                  </a:lnTo>
                  <a:close/>
                  <a:moveTo>
                    <a:pt x="92884" y="34269"/>
                  </a:moveTo>
                  <a:cubicBezTo>
                    <a:pt x="94933" y="34269"/>
                    <a:pt x="97714" y="34269"/>
                    <a:pt x="97714" y="31347"/>
                  </a:cubicBezTo>
                  <a:cubicBezTo>
                    <a:pt x="97714" y="28426"/>
                    <a:pt x="94933" y="28426"/>
                    <a:pt x="92737" y="28426"/>
                  </a:cubicBezTo>
                  <a:lnTo>
                    <a:pt x="5349" y="28426"/>
                  </a:lnTo>
                  <a:cubicBezTo>
                    <a:pt x="3153" y="28426"/>
                    <a:pt x="372" y="28426"/>
                    <a:pt x="372" y="31347"/>
                  </a:cubicBezTo>
                  <a:cubicBezTo>
                    <a:pt x="372" y="34269"/>
                    <a:pt x="3153" y="34269"/>
                    <a:pt x="5203" y="34269"/>
                  </a:cubicBezTo>
                  <a:lnTo>
                    <a:pt x="92884" y="34269"/>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59" name="Freeform: Shape 658">
              <a:extLst>
                <a:ext uri="{FF2B5EF4-FFF2-40B4-BE49-F238E27FC236}">
                  <a16:creationId xmlns:a16="http://schemas.microsoft.com/office/drawing/2014/main" id="{A6965486-8AD2-20A8-1A50-DDEBAA1A71CE}"/>
                </a:ext>
              </a:extLst>
            </p:cNvPr>
            <p:cNvSpPr/>
            <p:nvPr>
              <p:custDataLst>
                <p:tags r:id="rId73"/>
              </p:custDataLst>
            </p:nvPr>
          </p:nvSpPr>
          <p:spPr>
            <a:xfrm>
              <a:off x="11723487" y="4176630"/>
              <a:ext cx="61625" cy="100501"/>
            </a:xfrm>
            <a:custGeom>
              <a:avLst/>
              <a:gdLst>
                <a:gd name="connsiteX0" fmla="*/ 62008 w 61625"/>
                <a:gd name="connsiteY0" fmla="*/ 50630 h 100501"/>
                <a:gd name="connsiteX1" fmla="*/ 56153 w 61625"/>
                <a:gd name="connsiteY1" fmla="*/ 16448 h 100501"/>
                <a:gd name="connsiteX2" fmla="*/ 31269 w 61625"/>
                <a:gd name="connsiteY2" fmla="*/ 87 h 100501"/>
                <a:gd name="connsiteX3" fmla="*/ 5799 w 61625"/>
                <a:gd name="connsiteY3" fmla="*/ 17470 h 100501"/>
                <a:gd name="connsiteX4" fmla="*/ 383 w 61625"/>
                <a:gd name="connsiteY4" fmla="*/ 50630 h 100501"/>
                <a:gd name="connsiteX5" fmla="*/ 6970 w 61625"/>
                <a:gd name="connsiteY5" fmla="*/ 85834 h 100501"/>
                <a:gd name="connsiteX6" fmla="*/ 31122 w 61625"/>
                <a:gd name="connsiteY6" fmla="*/ 100588 h 100501"/>
                <a:gd name="connsiteX7" fmla="*/ 56592 w 61625"/>
                <a:gd name="connsiteY7" fmla="*/ 83643 h 100501"/>
                <a:gd name="connsiteX8" fmla="*/ 62008 w 61625"/>
                <a:gd name="connsiteY8" fmla="*/ 50630 h 100501"/>
                <a:gd name="connsiteX9" fmla="*/ 31122 w 61625"/>
                <a:gd name="connsiteY9" fmla="*/ 97374 h 100501"/>
                <a:gd name="connsiteX10" fmla="*/ 14142 w 61625"/>
                <a:gd name="connsiteY10" fmla="*/ 79699 h 100501"/>
                <a:gd name="connsiteX11" fmla="*/ 12532 w 61625"/>
                <a:gd name="connsiteY11" fmla="*/ 48877 h 100501"/>
                <a:gd name="connsiteX12" fmla="*/ 13703 w 61625"/>
                <a:gd name="connsiteY12" fmla="*/ 21999 h 100501"/>
                <a:gd name="connsiteX13" fmla="*/ 31122 w 61625"/>
                <a:gd name="connsiteY13" fmla="*/ 3301 h 100501"/>
                <a:gd name="connsiteX14" fmla="*/ 48395 w 61625"/>
                <a:gd name="connsiteY14" fmla="*/ 20392 h 100501"/>
                <a:gd name="connsiteX15" fmla="*/ 49859 w 61625"/>
                <a:gd name="connsiteY15" fmla="*/ 48877 h 100501"/>
                <a:gd name="connsiteX16" fmla="*/ 48249 w 61625"/>
                <a:gd name="connsiteY16" fmla="*/ 79115 h 100501"/>
                <a:gd name="connsiteX17" fmla="*/ 31122 w 61625"/>
                <a:gd name="connsiteY17" fmla="*/ 97374 h 10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25" h="100501">
                  <a:moveTo>
                    <a:pt x="62008" y="50630"/>
                  </a:moveTo>
                  <a:cubicBezTo>
                    <a:pt x="62008" y="38943"/>
                    <a:pt x="61276" y="27257"/>
                    <a:pt x="56153" y="16448"/>
                  </a:cubicBezTo>
                  <a:cubicBezTo>
                    <a:pt x="49420" y="2424"/>
                    <a:pt x="37416" y="87"/>
                    <a:pt x="31269" y="87"/>
                  </a:cubicBezTo>
                  <a:cubicBezTo>
                    <a:pt x="22486" y="87"/>
                    <a:pt x="11800" y="3885"/>
                    <a:pt x="5799" y="17470"/>
                  </a:cubicBezTo>
                  <a:cubicBezTo>
                    <a:pt x="1115" y="27549"/>
                    <a:pt x="383" y="38943"/>
                    <a:pt x="383" y="50630"/>
                  </a:cubicBezTo>
                  <a:cubicBezTo>
                    <a:pt x="383" y="61585"/>
                    <a:pt x="968" y="74732"/>
                    <a:pt x="6970" y="85834"/>
                  </a:cubicBezTo>
                  <a:cubicBezTo>
                    <a:pt x="13264" y="97667"/>
                    <a:pt x="23950" y="100588"/>
                    <a:pt x="31122" y="100588"/>
                  </a:cubicBezTo>
                  <a:cubicBezTo>
                    <a:pt x="39027" y="100588"/>
                    <a:pt x="50151" y="97521"/>
                    <a:pt x="56592" y="83643"/>
                  </a:cubicBezTo>
                  <a:cubicBezTo>
                    <a:pt x="61276" y="73564"/>
                    <a:pt x="62008" y="62170"/>
                    <a:pt x="62008" y="50630"/>
                  </a:cubicBezTo>
                  <a:close/>
                  <a:moveTo>
                    <a:pt x="31122" y="97374"/>
                  </a:moveTo>
                  <a:cubicBezTo>
                    <a:pt x="25413" y="97374"/>
                    <a:pt x="16777" y="93723"/>
                    <a:pt x="14142" y="79699"/>
                  </a:cubicBezTo>
                  <a:cubicBezTo>
                    <a:pt x="12532" y="70934"/>
                    <a:pt x="12532" y="57495"/>
                    <a:pt x="12532" y="48877"/>
                  </a:cubicBezTo>
                  <a:cubicBezTo>
                    <a:pt x="12532" y="39528"/>
                    <a:pt x="12532" y="29887"/>
                    <a:pt x="13703" y="21999"/>
                  </a:cubicBezTo>
                  <a:cubicBezTo>
                    <a:pt x="16484" y="4615"/>
                    <a:pt x="27463" y="3301"/>
                    <a:pt x="31122" y="3301"/>
                  </a:cubicBezTo>
                  <a:cubicBezTo>
                    <a:pt x="35953" y="3301"/>
                    <a:pt x="45614" y="5930"/>
                    <a:pt x="48395" y="20392"/>
                  </a:cubicBezTo>
                  <a:cubicBezTo>
                    <a:pt x="49859" y="28572"/>
                    <a:pt x="49859" y="39674"/>
                    <a:pt x="49859" y="48877"/>
                  </a:cubicBezTo>
                  <a:cubicBezTo>
                    <a:pt x="49859" y="59833"/>
                    <a:pt x="49859" y="69766"/>
                    <a:pt x="48249" y="79115"/>
                  </a:cubicBezTo>
                  <a:cubicBezTo>
                    <a:pt x="46053" y="92992"/>
                    <a:pt x="37709" y="97374"/>
                    <a:pt x="31122" y="97374"/>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0" name="Freeform: Shape 659">
              <a:extLst>
                <a:ext uri="{FF2B5EF4-FFF2-40B4-BE49-F238E27FC236}">
                  <a16:creationId xmlns:a16="http://schemas.microsoft.com/office/drawing/2014/main" id="{69FD901E-B494-204F-89BA-454EFB6DD09B}"/>
                </a:ext>
              </a:extLst>
            </p:cNvPr>
            <p:cNvSpPr/>
            <p:nvPr>
              <p:custDataLst>
                <p:tags r:id="rId74"/>
              </p:custDataLst>
            </p:nvPr>
          </p:nvSpPr>
          <p:spPr>
            <a:xfrm>
              <a:off x="11803557" y="4258434"/>
              <a:ext cx="15516" cy="15484"/>
            </a:xfrm>
            <a:custGeom>
              <a:avLst/>
              <a:gdLst>
                <a:gd name="connsiteX0" fmla="*/ 15904 w 15516"/>
                <a:gd name="connsiteY0" fmla="*/ 7829 h 15484"/>
                <a:gd name="connsiteX1" fmla="*/ 8146 w 15516"/>
                <a:gd name="connsiteY1" fmla="*/ 87 h 15484"/>
                <a:gd name="connsiteX2" fmla="*/ 388 w 15516"/>
                <a:gd name="connsiteY2" fmla="*/ 7829 h 15484"/>
                <a:gd name="connsiteX3" fmla="*/ 8146 w 15516"/>
                <a:gd name="connsiteY3" fmla="*/ 15571 h 15484"/>
                <a:gd name="connsiteX4" fmla="*/ 15904 w 15516"/>
                <a:gd name="connsiteY4" fmla="*/ 7829 h 15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6" h="15484">
                  <a:moveTo>
                    <a:pt x="15904" y="7829"/>
                  </a:moveTo>
                  <a:cubicBezTo>
                    <a:pt x="15904" y="3593"/>
                    <a:pt x="12391" y="87"/>
                    <a:pt x="8146" y="87"/>
                  </a:cubicBezTo>
                  <a:cubicBezTo>
                    <a:pt x="3901" y="87"/>
                    <a:pt x="388" y="3593"/>
                    <a:pt x="388" y="7829"/>
                  </a:cubicBezTo>
                  <a:cubicBezTo>
                    <a:pt x="388" y="12065"/>
                    <a:pt x="3901" y="15571"/>
                    <a:pt x="8146" y="15571"/>
                  </a:cubicBezTo>
                  <a:cubicBezTo>
                    <a:pt x="12391" y="15571"/>
                    <a:pt x="15904" y="12065"/>
                    <a:pt x="15904" y="7829"/>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1" name="Freeform: Shape 660">
              <a:extLst>
                <a:ext uri="{FF2B5EF4-FFF2-40B4-BE49-F238E27FC236}">
                  <a16:creationId xmlns:a16="http://schemas.microsoft.com/office/drawing/2014/main" id="{8951BF5F-19E4-6729-4626-723E8AEA8E39}"/>
                </a:ext>
              </a:extLst>
            </p:cNvPr>
            <p:cNvSpPr/>
            <p:nvPr>
              <p:custDataLst>
                <p:tags r:id="rId75"/>
              </p:custDataLst>
            </p:nvPr>
          </p:nvSpPr>
          <p:spPr>
            <a:xfrm>
              <a:off x="11838948" y="4176630"/>
              <a:ext cx="58405" cy="100501"/>
            </a:xfrm>
            <a:custGeom>
              <a:avLst/>
              <a:gdLst>
                <a:gd name="connsiteX0" fmla="*/ 58796 w 58405"/>
                <a:gd name="connsiteY0" fmla="*/ 68013 h 100501"/>
                <a:gd name="connsiteX1" fmla="*/ 30984 w 58405"/>
                <a:gd name="connsiteY1" fmla="*/ 36022 h 100501"/>
                <a:gd name="connsiteX2" fmla="*/ 12393 w 58405"/>
                <a:gd name="connsiteY2" fmla="*/ 43472 h 100501"/>
                <a:gd name="connsiteX3" fmla="*/ 12393 w 58405"/>
                <a:gd name="connsiteY3" fmla="*/ 14987 h 100501"/>
                <a:gd name="connsiteX4" fmla="*/ 24836 w 58405"/>
                <a:gd name="connsiteY4" fmla="*/ 16886 h 100501"/>
                <a:gd name="connsiteX5" fmla="*/ 53087 w 58405"/>
                <a:gd name="connsiteY5" fmla="*/ 1694 h 100501"/>
                <a:gd name="connsiteX6" fmla="*/ 51623 w 58405"/>
                <a:gd name="connsiteY6" fmla="*/ 87 h 100501"/>
                <a:gd name="connsiteX7" fmla="*/ 50452 w 58405"/>
                <a:gd name="connsiteY7" fmla="*/ 525 h 100501"/>
                <a:gd name="connsiteX8" fmla="*/ 30544 w 58405"/>
                <a:gd name="connsiteY8" fmla="*/ 4761 h 100501"/>
                <a:gd name="connsiteX9" fmla="*/ 11076 w 58405"/>
                <a:gd name="connsiteY9" fmla="*/ 671 h 100501"/>
                <a:gd name="connsiteX10" fmla="*/ 9319 w 58405"/>
                <a:gd name="connsiteY10" fmla="*/ 233 h 100501"/>
                <a:gd name="connsiteX11" fmla="*/ 7856 w 58405"/>
                <a:gd name="connsiteY11" fmla="*/ 3739 h 100501"/>
                <a:gd name="connsiteX12" fmla="*/ 7856 w 58405"/>
                <a:gd name="connsiteY12" fmla="*/ 46978 h 100501"/>
                <a:gd name="connsiteX13" fmla="*/ 9905 w 58405"/>
                <a:gd name="connsiteY13" fmla="*/ 50776 h 100501"/>
                <a:gd name="connsiteX14" fmla="*/ 11808 w 58405"/>
                <a:gd name="connsiteY14" fmla="*/ 49461 h 100501"/>
                <a:gd name="connsiteX15" fmla="*/ 30691 w 58405"/>
                <a:gd name="connsiteY15" fmla="*/ 39236 h 100501"/>
                <a:gd name="connsiteX16" fmla="*/ 43133 w 58405"/>
                <a:gd name="connsiteY16" fmla="*/ 48585 h 100501"/>
                <a:gd name="connsiteX17" fmla="*/ 45768 w 58405"/>
                <a:gd name="connsiteY17" fmla="*/ 66990 h 100501"/>
                <a:gd name="connsiteX18" fmla="*/ 42255 w 58405"/>
                <a:gd name="connsiteY18" fmla="*/ 87003 h 100501"/>
                <a:gd name="connsiteX19" fmla="*/ 26592 w 58405"/>
                <a:gd name="connsiteY19" fmla="*/ 96498 h 100501"/>
                <a:gd name="connsiteX20" fmla="*/ 5074 w 58405"/>
                <a:gd name="connsiteY20" fmla="*/ 80137 h 100501"/>
                <a:gd name="connsiteX21" fmla="*/ 7563 w 58405"/>
                <a:gd name="connsiteY21" fmla="*/ 80429 h 100501"/>
                <a:gd name="connsiteX22" fmla="*/ 14882 w 58405"/>
                <a:gd name="connsiteY22" fmla="*/ 73272 h 100501"/>
                <a:gd name="connsiteX23" fmla="*/ 7563 w 58405"/>
                <a:gd name="connsiteY23" fmla="*/ 66114 h 100501"/>
                <a:gd name="connsiteX24" fmla="*/ 390 w 58405"/>
                <a:gd name="connsiteY24" fmla="*/ 73856 h 100501"/>
                <a:gd name="connsiteX25" fmla="*/ 26885 w 58405"/>
                <a:gd name="connsiteY25" fmla="*/ 100588 h 100501"/>
                <a:gd name="connsiteX26" fmla="*/ 58796 w 58405"/>
                <a:gd name="connsiteY26" fmla="*/ 68013 h 10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8405" h="100501">
                  <a:moveTo>
                    <a:pt x="58796" y="68013"/>
                  </a:moveTo>
                  <a:cubicBezTo>
                    <a:pt x="58796" y="50630"/>
                    <a:pt x="46792" y="36022"/>
                    <a:pt x="30984" y="36022"/>
                  </a:cubicBezTo>
                  <a:cubicBezTo>
                    <a:pt x="23957" y="36022"/>
                    <a:pt x="17663" y="38359"/>
                    <a:pt x="12393" y="43472"/>
                  </a:cubicBezTo>
                  <a:lnTo>
                    <a:pt x="12393" y="14987"/>
                  </a:lnTo>
                  <a:cubicBezTo>
                    <a:pt x="15321" y="15863"/>
                    <a:pt x="20152" y="16886"/>
                    <a:pt x="24836" y="16886"/>
                  </a:cubicBezTo>
                  <a:cubicBezTo>
                    <a:pt x="42840" y="16886"/>
                    <a:pt x="53087" y="3593"/>
                    <a:pt x="53087" y="1694"/>
                  </a:cubicBezTo>
                  <a:cubicBezTo>
                    <a:pt x="53087" y="817"/>
                    <a:pt x="52648" y="87"/>
                    <a:pt x="51623" y="87"/>
                  </a:cubicBezTo>
                  <a:cubicBezTo>
                    <a:pt x="51477" y="87"/>
                    <a:pt x="51184" y="87"/>
                    <a:pt x="50452" y="525"/>
                  </a:cubicBezTo>
                  <a:cubicBezTo>
                    <a:pt x="47524" y="1840"/>
                    <a:pt x="40352" y="4761"/>
                    <a:pt x="30544" y="4761"/>
                  </a:cubicBezTo>
                  <a:cubicBezTo>
                    <a:pt x="24689" y="4761"/>
                    <a:pt x="17956" y="3739"/>
                    <a:pt x="11076" y="671"/>
                  </a:cubicBezTo>
                  <a:cubicBezTo>
                    <a:pt x="9905" y="233"/>
                    <a:pt x="9612" y="233"/>
                    <a:pt x="9319" y="233"/>
                  </a:cubicBezTo>
                  <a:cubicBezTo>
                    <a:pt x="7856" y="233"/>
                    <a:pt x="7856" y="1402"/>
                    <a:pt x="7856" y="3739"/>
                  </a:cubicBezTo>
                  <a:lnTo>
                    <a:pt x="7856" y="46978"/>
                  </a:lnTo>
                  <a:cubicBezTo>
                    <a:pt x="7856" y="49607"/>
                    <a:pt x="7856" y="50776"/>
                    <a:pt x="9905" y="50776"/>
                  </a:cubicBezTo>
                  <a:cubicBezTo>
                    <a:pt x="10930" y="50776"/>
                    <a:pt x="11222" y="50338"/>
                    <a:pt x="11808" y="49461"/>
                  </a:cubicBezTo>
                  <a:cubicBezTo>
                    <a:pt x="13418" y="47124"/>
                    <a:pt x="18834" y="39236"/>
                    <a:pt x="30691" y="39236"/>
                  </a:cubicBezTo>
                  <a:cubicBezTo>
                    <a:pt x="38303" y="39236"/>
                    <a:pt x="41962" y="45955"/>
                    <a:pt x="43133" y="48585"/>
                  </a:cubicBezTo>
                  <a:cubicBezTo>
                    <a:pt x="45475" y="53989"/>
                    <a:pt x="45768" y="59686"/>
                    <a:pt x="45768" y="66990"/>
                  </a:cubicBezTo>
                  <a:cubicBezTo>
                    <a:pt x="45768" y="72103"/>
                    <a:pt x="45768" y="80868"/>
                    <a:pt x="42255" y="87003"/>
                  </a:cubicBezTo>
                  <a:cubicBezTo>
                    <a:pt x="38742" y="92700"/>
                    <a:pt x="33326" y="96498"/>
                    <a:pt x="26592" y="96498"/>
                  </a:cubicBezTo>
                  <a:cubicBezTo>
                    <a:pt x="15907" y="96498"/>
                    <a:pt x="7563" y="88756"/>
                    <a:pt x="5074" y="80137"/>
                  </a:cubicBezTo>
                  <a:cubicBezTo>
                    <a:pt x="5514" y="80283"/>
                    <a:pt x="5953" y="80429"/>
                    <a:pt x="7563" y="80429"/>
                  </a:cubicBezTo>
                  <a:cubicBezTo>
                    <a:pt x="12393" y="80429"/>
                    <a:pt x="14882" y="76778"/>
                    <a:pt x="14882" y="73272"/>
                  </a:cubicBezTo>
                  <a:cubicBezTo>
                    <a:pt x="14882" y="69766"/>
                    <a:pt x="12393" y="66114"/>
                    <a:pt x="7563" y="66114"/>
                  </a:cubicBezTo>
                  <a:cubicBezTo>
                    <a:pt x="5514" y="66114"/>
                    <a:pt x="390" y="67136"/>
                    <a:pt x="390" y="73856"/>
                  </a:cubicBezTo>
                  <a:cubicBezTo>
                    <a:pt x="390" y="86419"/>
                    <a:pt x="10491" y="100588"/>
                    <a:pt x="26885" y="100588"/>
                  </a:cubicBezTo>
                  <a:cubicBezTo>
                    <a:pt x="43865" y="100588"/>
                    <a:pt x="58796" y="86565"/>
                    <a:pt x="58796" y="6801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2" name="Freeform: Shape 661">
              <a:extLst>
                <a:ext uri="{FF2B5EF4-FFF2-40B4-BE49-F238E27FC236}">
                  <a16:creationId xmlns:a16="http://schemas.microsoft.com/office/drawing/2014/main" id="{9249F074-4A90-F0B6-3864-A11C5212220E}"/>
                </a:ext>
              </a:extLst>
            </p:cNvPr>
            <p:cNvSpPr/>
            <p:nvPr>
              <p:custDataLst>
                <p:tags r:id="rId76"/>
              </p:custDataLst>
            </p:nvPr>
          </p:nvSpPr>
          <p:spPr>
            <a:xfrm>
              <a:off x="11917847" y="4176630"/>
              <a:ext cx="48305" cy="97287"/>
            </a:xfrm>
            <a:custGeom>
              <a:avLst/>
              <a:gdLst>
                <a:gd name="connsiteX0" fmla="*/ 30403 w 48305"/>
                <a:gd name="connsiteY0" fmla="*/ 3885 h 97287"/>
                <a:gd name="connsiteX1" fmla="*/ 27036 w 48305"/>
                <a:gd name="connsiteY1" fmla="*/ 87 h 97287"/>
                <a:gd name="connsiteX2" fmla="*/ 395 w 48305"/>
                <a:gd name="connsiteY2" fmla="*/ 9436 h 97287"/>
                <a:gd name="connsiteX3" fmla="*/ 395 w 48305"/>
                <a:gd name="connsiteY3" fmla="*/ 13964 h 97287"/>
                <a:gd name="connsiteX4" fmla="*/ 19571 w 48305"/>
                <a:gd name="connsiteY4" fmla="*/ 10166 h 97287"/>
                <a:gd name="connsiteX5" fmla="*/ 19571 w 48305"/>
                <a:gd name="connsiteY5" fmla="*/ 85834 h 97287"/>
                <a:gd name="connsiteX6" fmla="*/ 5958 w 48305"/>
                <a:gd name="connsiteY6" fmla="*/ 92846 h 97287"/>
                <a:gd name="connsiteX7" fmla="*/ 1274 w 48305"/>
                <a:gd name="connsiteY7" fmla="*/ 92846 h 97287"/>
                <a:gd name="connsiteX8" fmla="*/ 1274 w 48305"/>
                <a:gd name="connsiteY8" fmla="*/ 97374 h 97287"/>
                <a:gd name="connsiteX9" fmla="*/ 24987 w 48305"/>
                <a:gd name="connsiteY9" fmla="*/ 96936 h 97287"/>
                <a:gd name="connsiteX10" fmla="*/ 48700 w 48305"/>
                <a:gd name="connsiteY10" fmla="*/ 97374 h 97287"/>
                <a:gd name="connsiteX11" fmla="*/ 48700 w 48305"/>
                <a:gd name="connsiteY11" fmla="*/ 92846 h 97287"/>
                <a:gd name="connsiteX12" fmla="*/ 44016 w 48305"/>
                <a:gd name="connsiteY12" fmla="*/ 92846 h 97287"/>
                <a:gd name="connsiteX13" fmla="*/ 30403 w 48305"/>
                <a:gd name="connsiteY13" fmla="*/ 85834 h 97287"/>
                <a:gd name="connsiteX14" fmla="*/ 30403 w 48305"/>
                <a:gd name="connsiteY14" fmla="*/ 3885 h 9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305" h="97287">
                  <a:moveTo>
                    <a:pt x="30403" y="3885"/>
                  </a:moveTo>
                  <a:cubicBezTo>
                    <a:pt x="30403" y="379"/>
                    <a:pt x="30403" y="87"/>
                    <a:pt x="27036" y="87"/>
                  </a:cubicBezTo>
                  <a:cubicBezTo>
                    <a:pt x="17961" y="9436"/>
                    <a:pt x="5079" y="9436"/>
                    <a:pt x="395" y="9436"/>
                  </a:cubicBezTo>
                  <a:lnTo>
                    <a:pt x="395" y="13964"/>
                  </a:lnTo>
                  <a:cubicBezTo>
                    <a:pt x="3323" y="13964"/>
                    <a:pt x="11959" y="13964"/>
                    <a:pt x="19571" y="10166"/>
                  </a:cubicBezTo>
                  <a:lnTo>
                    <a:pt x="19571" y="85834"/>
                  </a:lnTo>
                  <a:cubicBezTo>
                    <a:pt x="19571" y="91093"/>
                    <a:pt x="19132" y="92846"/>
                    <a:pt x="5958" y="92846"/>
                  </a:cubicBezTo>
                  <a:lnTo>
                    <a:pt x="1274" y="92846"/>
                  </a:lnTo>
                  <a:lnTo>
                    <a:pt x="1274" y="97374"/>
                  </a:lnTo>
                  <a:cubicBezTo>
                    <a:pt x="6397" y="96936"/>
                    <a:pt x="19132" y="96936"/>
                    <a:pt x="24987" y="96936"/>
                  </a:cubicBezTo>
                  <a:cubicBezTo>
                    <a:pt x="30842" y="96936"/>
                    <a:pt x="43577" y="96936"/>
                    <a:pt x="48700" y="97374"/>
                  </a:cubicBezTo>
                  <a:lnTo>
                    <a:pt x="48700" y="92846"/>
                  </a:lnTo>
                  <a:lnTo>
                    <a:pt x="44016" y="92846"/>
                  </a:lnTo>
                  <a:cubicBezTo>
                    <a:pt x="30842" y="92846"/>
                    <a:pt x="30403" y="91239"/>
                    <a:pt x="30403" y="85834"/>
                  </a:cubicBezTo>
                  <a:lnTo>
                    <a:pt x="30403" y="3885"/>
                  </a:ln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3" name="Freeform: Shape 662">
              <a:extLst>
                <a:ext uri="{FF2B5EF4-FFF2-40B4-BE49-F238E27FC236}">
                  <a16:creationId xmlns:a16="http://schemas.microsoft.com/office/drawing/2014/main" id="{AFC6CC08-DD1A-44DE-B8A6-AA9B384ED613}"/>
                </a:ext>
              </a:extLst>
            </p:cNvPr>
            <p:cNvSpPr/>
            <p:nvPr>
              <p:custDataLst>
                <p:tags r:id="rId77"/>
              </p:custDataLst>
            </p:nvPr>
          </p:nvSpPr>
          <p:spPr>
            <a:xfrm>
              <a:off x="11984157" y="4176630"/>
              <a:ext cx="60747" cy="100501"/>
            </a:xfrm>
            <a:custGeom>
              <a:avLst/>
              <a:gdLst>
                <a:gd name="connsiteX0" fmla="*/ 13574 w 60747"/>
                <a:gd name="connsiteY0" fmla="*/ 49461 h 100501"/>
                <a:gd name="connsiteX1" fmla="*/ 13574 w 60747"/>
                <a:gd name="connsiteY1" fmla="*/ 45955 h 100501"/>
                <a:gd name="connsiteX2" fmla="*/ 39191 w 60747"/>
                <a:gd name="connsiteY2" fmla="*/ 3739 h 100501"/>
                <a:gd name="connsiteX3" fmla="*/ 52072 w 60747"/>
                <a:gd name="connsiteY3" fmla="*/ 9582 h 100501"/>
                <a:gd name="connsiteX4" fmla="*/ 44021 w 60747"/>
                <a:gd name="connsiteY4" fmla="*/ 16155 h 100501"/>
                <a:gd name="connsiteX5" fmla="*/ 50755 w 60747"/>
                <a:gd name="connsiteY5" fmla="*/ 22875 h 100501"/>
                <a:gd name="connsiteX6" fmla="*/ 57488 w 60747"/>
                <a:gd name="connsiteY6" fmla="*/ 15863 h 100501"/>
                <a:gd name="connsiteX7" fmla="*/ 38898 w 60747"/>
                <a:gd name="connsiteY7" fmla="*/ 87 h 100501"/>
                <a:gd name="connsiteX8" fmla="*/ 400 w 60747"/>
                <a:gd name="connsiteY8" fmla="*/ 51214 h 100501"/>
                <a:gd name="connsiteX9" fmla="*/ 30994 w 60747"/>
                <a:gd name="connsiteY9" fmla="*/ 100588 h 100501"/>
                <a:gd name="connsiteX10" fmla="*/ 61148 w 60747"/>
                <a:gd name="connsiteY10" fmla="*/ 67575 h 100501"/>
                <a:gd name="connsiteX11" fmla="*/ 31872 w 60747"/>
                <a:gd name="connsiteY11" fmla="*/ 34999 h 100501"/>
                <a:gd name="connsiteX12" fmla="*/ 13574 w 60747"/>
                <a:gd name="connsiteY12" fmla="*/ 49461 h 100501"/>
                <a:gd name="connsiteX13" fmla="*/ 30994 w 60747"/>
                <a:gd name="connsiteY13" fmla="*/ 96498 h 100501"/>
                <a:gd name="connsiteX14" fmla="*/ 16502 w 60747"/>
                <a:gd name="connsiteY14" fmla="*/ 85542 h 100501"/>
                <a:gd name="connsiteX15" fmla="*/ 13867 w 60747"/>
                <a:gd name="connsiteY15" fmla="*/ 64361 h 100501"/>
                <a:gd name="connsiteX16" fmla="*/ 31725 w 60747"/>
                <a:gd name="connsiteY16" fmla="*/ 38359 h 100501"/>
                <a:gd name="connsiteX17" fmla="*/ 45339 w 60747"/>
                <a:gd name="connsiteY17" fmla="*/ 47416 h 100501"/>
                <a:gd name="connsiteX18" fmla="*/ 47973 w 60747"/>
                <a:gd name="connsiteY18" fmla="*/ 67429 h 100501"/>
                <a:gd name="connsiteX19" fmla="*/ 45485 w 60747"/>
                <a:gd name="connsiteY19" fmla="*/ 87003 h 100501"/>
                <a:gd name="connsiteX20" fmla="*/ 30994 w 60747"/>
                <a:gd name="connsiteY20" fmla="*/ 96498 h 10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747" h="100501">
                  <a:moveTo>
                    <a:pt x="13574" y="49461"/>
                  </a:moveTo>
                  <a:lnTo>
                    <a:pt x="13574" y="45955"/>
                  </a:lnTo>
                  <a:cubicBezTo>
                    <a:pt x="13574" y="8998"/>
                    <a:pt x="31725" y="3739"/>
                    <a:pt x="39191" y="3739"/>
                  </a:cubicBezTo>
                  <a:cubicBezTo>
                    <a:pt x="42704" y="3739"/>
                    <a:pt x="48852" y="4615"/>
                    <a:pt x="52072" y="9582"/>
                  </a:cubicBezTo>
                  <a:cubicBezTo>
                    <a:pt x="49876" y="9582"/>
                    <a:pt x="44021" y="9582"/>
                    <a:pt x="44021" y="16155"/>
                  </a:cubicBezTo>
                  <a:cubicBezTo>
                    <a:pt x="44021" y="20684"/>
                    <a:pt x="47534" y="22875"/>
                    <a:pt x="50755" y="22875"/>
                  </a:cubicBezTo>
                  <a:cubicBezTo>
                    <a:pt x="53097" y="22875"/>
                    <a:pt x="57488" y="21560"/>
                    <a:pt x="57488" y="15863"/>
                  </a:cubicBezTo>
                  <a:cubicBezTo>
                    <a:pt x="57488" y="7099"/>
                    <a:pt x="51047" y="87"/>
                    <a:pt x="38898" y="87"/>
                  </a:cubicBezTo>
                  <a:cubicBezTo>
                    <a:pt x="20161" y="87"/>
                    <a:pt x="400" y="18931"/>
                    <a:pt x="400" y="51214"/>
                  </a:cubicBezTo>
                  <a:cubicBezTo>
                    <a:pt x="400" y="90217"/>
                    <a:pt x="17380" y="100588"/>
                    <a:pt x="30994" y="100588"/>
                  </a:cubicBezTo>
                  <a:cubicBezTo>
                    <a:pt x="47242" y="100588"/>
                    <a:pt x="61148" y="86857"/>
                    <a:pt x="61148" y="67575"/>
                  </a:cubicBezTo>
                  <a:cubicBezTo>
                    <a:pt x="61148" y="49023"/>
                    <a:pt x="48120" y="34999"/>
                    <a:pt x="31872" y="34999"/>
                  </a:cubicBezTo>
                  <a:cubicBezTo>
                    <a:pt x="21918" y="34999"/>
                    <a:pt x="16502" y="42449"/>
                    <a:pt x="13574" y="49461"/>
                  </a:cubicBezTo>
                  <a:close/>
                  <a:moveTo>
                    <a:pt x="30994" y="96498"/>
                  </a:moveTo>
                  <a:cubicBezTo>
                    <a:pt x="21772" y="96498"/>
                    <a:pt x="17380" y="87733"/>
                    <a:pt x="16502" y="85542"/>
                  </a:cubicBezTo>
                  <a:cubicBezTo>
                    <a:pt x="13867" y="78677"/>
                    <a:pt x="13867" y="66990"/>
                    <a:pt x="13867" y="64361"/>
                  </a:cubicBezTo>
                  <a:cubicBezTo>
                    <a:pt x="13867" y="52967"/>
                    <a:pt x="18551" y="38359"/>
                    <a:pt x="31725" y="38359"/>
                  </a:cubicBezTo>
                  <a:cubicBezTo>
                    <a:pt x="34067" y="38359"/>
                    <a:pt x="40801" y="38359"/>
                    <a:pt x="45339" y="47416"/>
                  </a:cubicBezTo>
                  <a:cubicBezTo>
                    <a:pt x="47973" y="52821"/>
                    <a:pt x="47973" y="60271"/>
                    <a:pt x="47973" y="67429"/>
                  </a:cubicBezTo>
                  <a:cubicBezTo>
                    <a:pt x="47973" y="74440"/>
                    <a:pt x="47973" y="81744"/>
                    <a:pt x="45485" y="87003"/>
                  </a:cubicBezTo>
                  <a:cubicBezTo>
                    <a:pt x="41094" y="95768"/>
                    <a:pt x="34360" y="96498"/>
                    <a:pt x="30994" y="96498"/>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4" name="Freeform: Shape 663">
              <a:extLst>
                <a:ext uri="{FF2B5EF4-FFF2-40B4-BE49-F238E27FC236}">
                  <a16:creationId xmlns:a16="http://schemas.microsoft.com/office/drawing/2014/main" id="{C2E7D987-C583-19B9-D196-28E19866406B}"/>
                </a:ext>
              </a:extLst>
            </p:cNvPr>
            <p:cNvSpPr/>
            <p:nvPr>
              <p:custDataLst>
                <p:tags r:id="rId78"/>
              </p:custDataLst>
            </p:nvPr>
          </p:nvSpPr>
          <p:spPr>
            <a:xfrm>
              <a:off x="12058517" y="4176630"/>
              <a:ext cx="58405" cy="100501"/>
            </a:xfrm>
            <a:custGeom>
              <a:avLst/>
              <a:gdLst>
                <a:gd name="connsiteX0" fmla="*/ 58810 w 58405"/>
                <a:gd name="connsiteY0" fmla="*/ 68013 h 100501"/>
                <a:gd name="connsiteX1" fmla="*/ 30999 w 58405"/>
                <a:gd name="connsiteY1" fmla="*/ 36022 h 100501"/>
                <a:gd name="connsiteX2" fmla="*/ 12408 w 58405"/>
                <a:gd name="connsiteY2" fmla="*/ 43472 h 100501"/>
                <a:gd name="connsiteX3" fmla="*/ 12408 w 58405"/>
                <a:gd name="connsiteY3" fmla="*/ 14987 h 100501"/>
                <a:gd name="connsiteX4" fmla="*/ 24851 w 58405"/>
                <a:gd name="connsiteY4" fmla="*/ 16886 h 100501"/>
                <a:gd name="connsiteX5" fmla="*/ 53102 w 58405"/>
                <a:gd name="connsiteY5" fmla="*/ 1694 h 100501"/>
                <a:gd name="connsiteX6" fmla="*/ 51638 w 58405"/>
                <a:gd name="connsiteY6" fmla="*/ 87 h 100501"/>
                <a:gd name="connsiteX7" fmla="*/ 50467 w 58405"/>
                <a:gd name="connsiteY7" fmla="*/ 525 h 100501"/>
                <a:gd name="connsiteX8" fmla="*/ 30559 w 58405"/>
                <a:gd name="connsiteY8" fmla="*/ 4761 h 100501"/>
                <a:gd name="connsiteX9" fmla="*/ 11091 w 58405"/>
                <a:gd name="connsiteY9" fmla="*/ 671 h 100501"/>
                <a:gd name="connsiteX10" fmla="*/ 9334 w 58405"/>
                <a:gd name="connsiteY10" fmla="*/ 233 h 100501"/>
                <a:gd name="connsiteX11" fmla="*/ 7871 w 58405"/>
                <a:gd name="connsiteY11" fmla="*/ 3739 h 100501"/>
                <a:gd name="connsiteX12" fmla="*/ 7871 w 58405"/>
                <a:gd name="connsiteY12" fmla="*/ 46978 h 100501"/>
                <a:gd name="connsiteX13" fmla="*/ 9920 w 58405"/>
                <a:gd name="connsiteY13" fmla="*/ 50776 h 100501"/>
                <a:gd name="connsiteX14" fmla="*/ 11823 w 58405"/>
                <a:gd name="connsiteY14" fmla="*/ 49461 h 100501"/>
                <a:gd name="connsiteX15" fmla="*/ 30706 w 58405"/>
                <a:gd name="connsiteY15" fmla="*/ 39236 h 100501"/>
                <a:gd name="connsiteX16" fmla="*/ 43148 w 58405"/>
                <a:gd name="connsiteY16" fmla="*/ 48585 h 100501"/>
                <a:gd name="connsiteX17" fmla="*/ 45783 w 58405"/>
                <a:gd name="connsiteY17" fmla="*/ 66990 h 100501"/>
                <a:gd name="connsiteX18" fmla="*/ 42270 w 58405"/>
                <a:gd name="connsiteY18" fmla="*/ 87003 h 100501"/>
                <a:gd name="connsiteX19" fmla="*/ 26607 w 58405"/>
                <a:gd name="connsiteY19" fmla="*/ 96498 h 100501"/>
                <a:gd name="connsiteX20" fmla="*/ 5089 w 58405"/>
                <a:gd name="connsiteY20" fmla="*/ 80137 h 100501"/>
                <a:gd name="connsiteX21" fmla="*/ 7578 w 58405"/>
                <a:gd name="connsiteY21" fmla="*/ 80429 h 100501"/>
                <a:gd name="connsiteX22" fmla="*/ 14897 w 58405"/>
                <a:gd name="connsiteY22" fmla="*/ 73272 h 100501"/>
                <a:gd name="connsiteX23" fmla="*/ 7578 w 58405"/>
                <a:gd name="connsiteY23" fmla="*/ 66114 h 100501"/>
                <a:gd name="connsiteX24" fmla="*/ 405 w 58405"/>
                <a:gd name="connsiteY24" fmla="*/ 73856 h 100501"/>
                <a:gd name="connsiteX25" fmla="*/ 26900 w 58405"/>
                <a:gd name="connsiteY25" fmla="*/ 100588 h 100501"/>
                <a:gd name="connsiteX26" fmla="*/ 58810 w 58405"/>
                <a:gd name="connsiteY26" fmla="*/ 68013 h 10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8405" h="100501">
                  <a:moveTo>
                    <a:pt x="58810" y="68013"/>
                  </a:moveTo>
                  <a:cubicBezTo>
                    <a:pt x="58810" y="50630"/>
                    <a:pt x="46807" y="36022"/>
                    <a:pt x="30999" y="36022"/>
                  </a:cubicBezTo>
                  <a:cubicBezTo>
                    <a:pt x="23972" y="36022"/>
                    <a:pt x="17678" y="38359"/>
                    <a:pt x="12408" y="43472"/>
                  </a:cubicBezTo>
                  <a:lnTo>
                    <a:pt x="12408" y="14987"/>
                  </a:lnTo>
                  <a:cubicBezTo>
                    <a:pt x="15336" y="15863"/>
                    <a:pt x="20166" y="16886"/>
                    <a:pt x="24851" y="16886"/>
                  </a:cubicBezTo>
                  <a:cubicBezTo>
                    <a:pt x="42855" y="16886"/>
                    <a:pt x="53102" y="3593"/>
                    <a:pt x="53102" y="1694"/>
                  </a:cubicBezTo>
                  <a:cubicBezTo>
                    <a:pt x="53102" y="817"/>
                    <a:pt x="52663" y="87"/>
                    <a:pt x="51638" y="87"/>
                  </a:cubicBezTo>
                  <a:cubicBezTo>
                    <a:pt x="51492" y="87"/>
                    <a:pt x="51199" y="87"/>
                    <a:pt x="50467" y="525"/>
                  </a:cubicBezTo>
                  <a:cubicBezTo>
                    <a:pt x="47539" y="1840"/>
                    <a:pt x="40367" y="4761"/>
                    <a:pt x="30559" y="4761"/>
                  </a:cubicBezTo>
                  <a:cubicBezTo>
                    <a:pt x="24704" y="4761"/>
                    <a:pt x="17971" y="3739"/>
                    <a:pt x="11091" y="671"/>
                  </a:cubicBezTo>
                  <a:cubicBezTo>
                    <a:pt x="9920" y="233"/>
                    <a:pt x="9627" y="233"/>
                    <a:pt x="9334" y="233"/>
                  </a:cubicBezTo>
                  <a:cubicBezTo>
                    <a:pt x="7871" y="233"/>
                    <a:pt x="7871" y="1402"/>
                    <a:pt x="7871" y="3739"/>
                  </a:cubicBezTo>
                  <a:lnTo>
                    <a:pt x="7871" y="46978"/>
                  </a:lnTo>
                  <a:cubicBezTo>
                    <a:pt x="7871" y="49607"/>
                    <a:pt x="7871" y="50776"/>
                    <a:pt x="9920" y="50776"/>
                  </a:cubicBezTo>
                  <a:cubicBezTo>
                    <a:pt x="10945" y="50776"/>
                    <a:pt x="11237" y="50338"/>
                    <a:pt x="11823" y="49461"/>
                  </a:cubicBezTo>
                  <a:cubicBezTo>
                    <a:pt x="13433" y="47124"/>
                    <a:pt x="18849" y="39236"/>
                    <a:pt x="30706" y="39236"/>
                  </a:cubicBezTo>
                  <a:cubicBezTo>
                    <a:pt x="38317" y="39236"/>
                    <a:pt x="41977" y="45955"/>
                    <a:pt x="43148" y="48585"/>
                  </a:cubicBezTo>
                  <a:cubicBezTo>
                    <a:pt x="45490" y="53989"/>
                    <a:pt x="45783" y="59686"/>
                    <a:pt x="45783" y="66990"/>
                  </a:cubicBezTo>
                  <a:cubicBezTo>
                    <a:pt x="45783" y="72103"/>
                    <a:pt x="45783" y="80868"/>
                    <a:pt x="42270" y="87003"/>
                  </a:cubicBezTo>
                  <a:cubicBezTo>
                    <a:pt x="38757" y="92700"/>
                    <a:pt x="33341" y="96498"/>
                    <a:pt x="26607" y="96498"/>
                  </a:cubicBezTo>
                  <a:cubicBezTo>
                    <a:pt x="15921" y="96498"/>
                    <a:pt x="7578" y="88756"/>
                    <a:pt x="5089" y="80137"/>
                  </a:cubicBezTo>
                  <a:cubicBezTo>
                    <a:pt x="5529" y="80283"/>
                    <a:pt x="5968" y="80429"/>
                    <a:pt x="7578" y="80429"/>
                  </a:cubicBezTo>
                  <a:cubicBezTo>
                    <a:pt x="12408" y="80429"/>
                    <a:pt x="14897" y="76778"/>
                    <a:pt x="14897" y="73272"/>
                  </a:cubicBezTo>
                  <a:cubicBezTo>
                    <a:pt x="14897" y="69766"/>
                    <a:pt x="12408" y="66114"/>
                    <a:pt x="7578" y="66114"/>
                  </a:cubicBezTo>
                  <a:cubicBezTo>
                    <a:pt x="5529" y="66114"/>
                    <a:pt x="405" y="67136"/>
                    <a:pt x="405" y="73856"/>
                  </a:cubicBezTo>
                  <a:cubicBezTo>
                    <a:pt x="405" y="86419"/>
                    <a:pt x="10505" y="100588"/>
                    <a:pt x="26900" y="100588"/>
                  </a:cubicBezTo>
                  <a:cubicBezTo>
                    <a:pt x="43880" y="100588"/>
                    <a:pt x="58810" y="86565"/>
                    <a:pt x="58810" y="6801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5" name="Freeform: Shape 664">
              <a:extLst>
                <a:ext uri="{FF2B5EF4-FFF2-40B4-BE49-F238E27FC236}">
                  <a16:creationId xmlns:a16="http://schemas.microsoft.com/office/drawing/2014/main" id="{13AFB7B8-30D6-4C97-562C-A6F0F8547A8C}"/>
                </a:ext>
              </a:extLst>
            </p:cNvPr>
            <p:cNvSpPr/>
            <p:nvPr>
              <p:custDataLst>
                <p:tags r:id="rId79"/>
              </p:custDataLst>
            </p:nvPr>
          </p:nvSpPr>
          <p:spPr>
            <a:xfrm>
              <a:off x="12130536" y="4176630"/>
              <a:ext cx="60747" cy="100501"/>
            </a:xfrm>
            <a:custGeom>
              <a:avLst/>
              <a:gdLst>
                <a:gd name="connsiteX0" fmla="*/ 36712 w 60747"/>
                <a:gd name="connsiteY0" fmla="*/ 45955 h 100501"/>
                <a:gd name="connsiteX1" fmla="*/ 57205 w 60747"/>
                <a:gd name="connsiteY1" fmla="*/ 20246 h 100501"/>
                <a:gd name="connsiteX2" fmla="*/ 30272 w 60747"/>
                <a:gd name="connsiteY2" fmla="*/ 87 h 100501"/>
                <a:gd name="connsiteX3" fmla="*/ 4363 w 60747"/>
                <a:gd name="connsiteY3" fmla="*/ 19953 h 100501"/>
                <a:gd name="connsiteX4" fmla="*/ 11828 w 60747"/>
                <a:gd name="connsiteY4" fmla="*/ 27549 h 100501"/>
                <a:gd name="connsiteX5" fmla="*/ 19293 w 60747"/>
                <a:gd name="connsiteY5" fmla="*/ 20099 h 100501"/>
                <a:gd name="connsiteX6" fmla="*/ 10218 w 60747"/>
                <a:gd name="connsiteY6" fmla="*/ 12796 h 100501"/>
                <a:gd name="connsiteX7" fmla="*/ 29686 w 60747"/>
                <a:gd name="connsiteY7" fmla="*/ 3739 h 100501"/>
                <a:gd name="connsiteX8" fmla="*/ 43738 w 60747"/>
                <a:gd name="connsiteY8" fmla="*/ 20099 h 100501"/>
                <a:gd name="connsiteX9" fmla="*/ 39640 w 60747"/>
                <a:gd name="connsiteY9" fmla="*/ 36752 h 100501"/>
                <a:gd name="connsiteX10" fmla="*/ 26612 w 60747"/>
                <a:gd name="connsiteY10" fmla="*/ 44348 h 100501"/>
                <a:gd name="connsiteX11" fmla="*/ 20903 w 60747"/>
                <a:gd name="connsiteY11" fmla="*/ 44787 h 100501"/>
                <a:gd name="connsiteX12" fmla="*/ 18708 w 60747"/>
                <a:gd name="connsiteY12" fmla="*/ 46540 h 100501"/>
                <a:gd name="connsiteX13" fmla="*/ 22221 w 60747"/>
                <a:gd name="connsiteY13" fmla="*/ 48146 h 100501"/>
                <a:gd name="connsiteX14" fmla="*/ 28661 w 60747"/>
                <a:gd name="connsiteY14" fmla="*/ 48146 h 100501"/>
                <a:gd name="connsiteX15" fmla="*/ 46081 w 60747"/>
                <a:gd name="connsiteY15" fmla="*/ 72395 h 100501"/>
                <a:gd name="connsiteX16" fmla="*/ 29540 w 60747"/>
                <a:gd name="connsiteY16" fmla="*/ 96498 h 100501"/>
                <a:gd name="connsiteX17" fmla="*/ 7144 w 60747"/>
                <a:gd name="connsiteY17" fmla="*/ 85396 h 100501"/>
                <a:gd name="connsiteX18" fmla="*/ 16805 w 60747"/>
                <a:gd name="connsiteY18" fmla="*/ 77362 h 100501"/>
                <a:gd name="connsiteX19" fmla="*/ 8608 w 60747"/>
                <a:gd name="connsiteY19" fmla="*/ 69182 h 100501"/>
                <a:gd name="connsiteX20" fmla="*/ 410 w 60747"/>
                <a:gd name="connsiteY20" fmla="*/ 77654 h 100501"/>
                <a:gd name="connsiteX21" fmla="*/ 29979 w 60747"/>
                <a:gd name="connsiteY21" fmla="*/ 100588 h 100501"/>
                <a:gd name="connsiteX22" fmla="*/ 61158 w 60747"/>
                <a:gd name="connsiteY22" fmla="*/ 72395 h 100501"/>
                <a:gd name="connsiteX23" fmla="*/ 36712 w 60747"/>
                <a:gd name="connsiteY23" fmla="*/ 45955 h 10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747" h="100501">
                  <a:moveTo>
                    <a:pt x="36712" y="45955"/>
                  </a:moveTo>
                  <a:cubicBezTo>
                    <a:pt x="48715" y="42011"/>
                    <a:pt x="57205" y="31786"/>
                    <a:pt x="57205" y="20246"/>
                  </a:cubicBezTo>
                  <a:cubicBezTo>
                    <a:pt x="57205" y="8267"/>
                    <a:pt x="44324" y="87"/>
                    <a:pt x="30272" y="87"/>
                  </a:cubicBezTo>
                  <a:cubicBezTo>
                    <a:pt x="15487" y="87"/>
                    <a:pt x="4363" y="8852"/>
                    <a:pt x="4363" y="19953"/>
                  </a:cubicBezTo>
                  <a:cubicBezTo>
                    <a:pt x="4363" y="24774"/>
                    <a:pt x="7583" y="27549"/>
                    <a:pt x="11828" y="27549"/>
                  </a:cubicBezTo>
                  <a:cubicBezTo>
                    <a:pt x="16366" y="27549"/>
                    <a:pt x="19293" y="24336"/>
                    <a:pt x="19293" y="20099"/>
                  </a:cubicBezTo>
                  <a:cubicBezTo>
                    <a:pt x="19293" y="12796"/>
                    <a:pt x="12413" y="12796"/>
                    <a:pt x="10218" y="12796"/>
                  </a:cubicBezTo>
                  <a:cubicBezTo>
                    <a:pt x="14755" y="5638"/>
                    <a:pt x="24416" y="3739"/>
                    <a:pt x="29686" y="3739"/>
                  </a:cubicBezTo>
                  <a:cubicBezTo>
                    <a:pt x="35688" y="3739"/>
                    <a:pt x="43738" y="6953"/>
                    <a:pt x="43738" y="20099"/>
                  </a:cubicBezTo>
                  <a:cubicBezTo>
                    <a:pt x="43738" y="21852"/>
                    <a:pt x="43446" y="30325"/>
                    <a:pt x="39640" y="36752"/>
                  </a:cubicBezTo>
                  <a:cubicBezTo>
                    <a:pt x="35248" y="43764"/>
                    <a:pt x="30272" y="44202"/>
                    <a:pt x="26612" y="44348"/>
                  </a:cubicBezTo>
                  <a:cubicBezTo>
                    <a:pt x="25441" y="44494"/>
                    <a:pt x="21928" y="44787"/>
                    <a:pt x="20903" y="44787"/>
                  </a:cubicBezTo>
                  <a:cubicBezTo>
                    <a:pt x="19732" y="44933"/>
                    <a:pt x="18708" y="45079"/>
                    <a:pt x="18708" y="46540"/>
                  </a:cubicBezTo>
                  <a:cubicBezTo>
                    <a:pt x="18708" y="48146"/>
                    <a:pt x="19732" y="48146"/>
                    <a:pt x="22221" y="48146"/>
                  </a:cubicBezTo>
                  <a:lnTo>
                    <a:pt x="28661" y="48146"/>
                  </a:lnTo>
                  <a:cubicBezTo>
                    <a:pt x="40664" y="48146"/>
                    <a:pt x="46081" y="58080"/>
                    <a:pt x="46081" y="72395"/>
                  </a:cubicBezTo>
                  <a:cubicBezTo>
                    <a:pt x="46081" y="92262"/>
                    <a:pt x="35980" y="96498"/>
                    <a:pt x="29540" y="96498"/>
                  </a:cubicBezTo>
                  <a:cubicBezTo>
                    <a:pt x="23245" y="96498"/>
                    <a:pt x="12267" y="94015"/>
                    <a:pt x="7144" y="85396"/>
                  </a:cubicBezTo>
                  <a:cubicBezTo>
                    <a:pt x="12267" y="86127"/>
                    <a:pt x="16805" y="82913"/>
                    <a:pt x="16805" y="77362"/>
                  </a:cubicBezTo>
                  <a:cubicBezTo>
                    <a:pt x="16805" y="72103"/>
                    <a:pt x="12852" y="69182"/>
                    <a:pt x="8608" y="69182"/>
                  </a:cubicBezTo>
                  <a:cubicBezTo>
                    <a:pt x="5094" y="69182"/>
                    <a:pt x="410" y="71227"/>
                    <a:pt x="410" y="77654"/>
                  </a:cubicBezTo>
                  <a:cubicBezTo>
                    <a:pt x="410" y="90947"/>
                    <a:pt x="14024" y="100588"/>
                    <a:pt x="29979" y="100588"/>
                  </a:cubicBezTo>
                  <a:cubicBezTo>
                    <a:pt x="47837" y="100588"/>
                    <a:pt x="61158" y="87295"/>
                    <a:pt x="61158" y="72395"/>
                  </a:cubicBezTo>
                  <a:cubicBezTo>
                    <a:pt x="61158" y="60417"/>
                    <a:pt x="51936" y="49023"/>
                    <a:pt x="36712" y="45955"/>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6" name="Freeform: Shape 665">
              <a:extLst>
                <a:ext uri="{FF2B5EF4-FFF2-40B4-BE49-F238E27FC236}">
                  <a16:creationId xmlns:a16="http://schemas.microsoft.com/office/drawing/2014/main" id="{B1893E68-1B83-9D24-A5F5-3AA08EA5D561}"/>
                </a:ext>
              </a:extLst>
            </p:cNvPr>
            <p:cNvSpPr/>
            <p:nvPr>
              <p:custDataLst>
                <p:tags r:id="rId80"/>
              </p:custDataLst>
            </p:nvPr>
          </p:nvSpPr>
          <p:spPr>
            <a:xfrm>
              <a:off x="12203726" y="4176630"/>
              <a:ext cx="60747" cy="100501"/>
            </a:xfrm>
            <a:custGeom>
              <a:avLst/>
              <a:gdLst>
                <a:gd name="connsiteX0" fmla="*/ 47988 w 60747"/>
                <a:gd name="connsiteY0" fmla="*/ 50922 h 100501"/>
                <a:gd name="connsiteX1" fmla="*/ 47988 w 60747"/>
                <a:gd name="connsiteY1" fmla="*/ 55596 h 100501"/>
                <a:gd name="connsiteX2" fmla="*/ 24275 w 60747"/>
                <a:gd name="connsiteY2" fmla="*/ 96498 h 100501"/>
                <a:gd name="connsiteX3" fmla="*/ 9930 w 60747"/>
                <a:gd name="connsiteY3" fmla="*/ 91239 h 100501"/>
                <a:gd name="connsiteX4" fmla="*/ 17542 w 60747"/>
                <a:gd name="connsiteY4" fmla="*/ 84520 h 100501"/>
                <a:gd name="connsiteX5" fmla="*/ 10808 w 60747"/>
                <a:gd name="connsiteY5" fmla="*/ 77800 h 100501"/>
                <a:gd name="connsiteX6" fmla="*/ 4075 w 60747"/>
                <a:gd name="connsiteY6" fmla="*/ 84812 h 100501"/>
                <a:gd name="connsiteX7" fmla="*/ 24421 w 60747"/>
                <a:gd name="connsiteY7" fmla="*/ 100588 h 100501"/>
                <a:gd name="connsiteX8" fmla="*/ 61163 w 60747"/>
                <a:gd name="connsiteY8" fmla="*/ 49315 h 100501"/>
                <a:gd name="connsiteX9" fmla="*/ 31301 w 60747"/>
                <a:gd name="connsiteY9" fmla="*/ 87 h 100501"/>
                <a:gd name="connsiteX10" fmla="*/ 9784 w 60747"/>
                <a:gd name="connsiteY10" fmla="*/ 9290 h 100501"/>
                <a:gd name="connsiteX11" fmla="*/ 415 w 60747"/>
                <a:gd name="connsiteY11" fmla="*/ 32954 h 100501"/>
                <a:gd name="connsiteX12" fmla="*/ 29691 w 60747"/>
                <a:gd name="connsiteY12" fmla="*/ 65530 h 100501"/>
                <a:gd name="connsiteX13" fmla="*/ 47988 w 60747"/>
                <a:gd name="connsiteY13" fmla="*/ 50922 h 100501"/>
                <a:gd name="connsiteX14" fmla="*/ 29837 w 60747"/>
                <a:gd name="connsiteY14" fmla="*/ 62170 h 100501"/>
                <a:gd name="connsiteX15" fmla="*/ 16224 w 60747"/>
                <a:gd name="connsiteY15" fmla="*/ 52967 h 100501"/>
                <a:gd name="connsiteX16" fmla="*/ 13589 w 60747"/>
                <a:gd name="connsiteY16" fmla="*/ 33100 h 100501"/>
                <a:gd name="connsiteX17" fmla="*/ 16663 w 60747"/>
                <a:gd name="connsiteY17" fmla="*/ 12942 h 100501"/>
                <a:gd name="connsiteX18" fmla="*/ 31301 w 60747"/>
                <a:gd name="connsiteY18" fmla="*/ 3739 h 100501"/>
                <a:gd name="connsiteX19" fmla="*/ 45354 w 60747"/>
                <a:gd name="connsiteY19" fmla="*/ 15279 h 100501"/>
                <a:gd name="connsiteX20" fmla="*/ 47696 w 60747"/>
                <a:gd name="connsiteY20" fmla="*/ 35876 h 100501"/>
                <a:gd name="connsiteX21" fmla="*/ 29837 w 60747"/>
                <a:gd name="connsiteY21" fmla="*/ 62170 h 10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47" h="100501">
                  <a:moveTo>
                    <a:pt x="47988" y="50922"/>
                  </a:moveTo>
                  <a:lnTo>
                    <a:pt x="47988" y="55596"/>
                  </a:lnTo>
                  <a:cubicBezTo>
                    <a:pt x="47988" y="89778"/>
                    <a:pt x="32765" y="96498"/>
                    <a:pt x="24275" y="96498"/>
                  </a:cubicBezTo>
                  <a:cubicBezTo>
                    <a:pt x="21787" y="96498"/>
                    <a:pt x="13882" y="96206"/>
                    <a:pt x="9930" y="91239"/>
                  </a:cubicBezTo>
                  <a:cubicBezTo>
                    <a:pt x="16371" y="91239"/>
                    <a:pt x="17542" y="87003"/>
                    <a:pt x="17542" y="84520"/>
                  </a:cubicBezTo>
                  <a:cubicBezTo>
                    <a:pt x="17542" y="79991"/>
                    <a:pt x="14029" y="77800"/>
                    <a:pt x="10808" y="77800"/>
                  </a:cubicBezTo>
                  <a:cubicBezTo>
                    <a:pt x="8466" y="77800"/>
                    <a:pt x="4075" y="79115"/>
                    <a:pt x="4075" y="84812"/>
                  </a:cubicBezTo>
                  <a:cubicBezTo>
                    <a:pt x="4075" y="94599"/>
                    <a:pt x="11979" y="100588"/>
                    <a:pt x="24421" y="100588"/>
                  </a:cubicBezTo>
                  <a:cubicBezTo>
                    <a:pt x="43304" y="100588"/>
                    <a:pt x="61163" y="80722"/>
                    <a:pt x="61163" y="49315"/>
                  </a:cubicBezTo>
                  <a:cubicBezTo>
                    <a:pt x="61163" y="10020"/>
                    <a:pt x="44329" y="87"/>
                    <a:pt x="31301" y="87"/>
                  </a:cubicBezTo>
                  <a:cubicBezTo>
                    <a:pt x="23250" y="87"/>
                    <a:pt x="16078" y="2716"/>
                    <a:pt x="9784" y="9290"/>
                  </a:cubicBezTo>
                  <a:cubicBezTo>
                    <a:pt x="3782" y="15863"/>
                    <a:pt x="415" y="21999"/>
                    <a:pt x="415" y="32954"/>
                  </a:cubicBezTo>
                  <a:cubicBezTo>
                    <a:pt x="415" y="51214"/>
                    <a:pt x="13297" y="65530"/>
                    <a:pt x="29691" y="65530"/>
                  </a:cubicBezTo>
                  <a:cubicBezTo>
                    <a:pt x="38620" y="65530"/>
                    <a:pt x="44622" y="59394"/>
                    <a:pt x="47988" y="50922"/>
                  </a:cubicBezTo>
                  <a:close/>
                  <a:moveTo>
                    <a:pt x="29837" y="62170"/>
                  </a:moveTo>
                  <a:cubicBezTo>
                    <a:pt x="27495" y="62170"/>
                    <a:pt x="20762" y="62170"/>
                    <a:pt x="16224" y="52967"/>
                  </a:cubicBezTo>
                  <a:cubicBezTo>
                    <a:pt x="13589" y="47562"/>
                    <a:pt x="13589" y="40258"/>
                    <a:pt x="13589" y="33100"/>
                  </a:cubicBezTo>
                  <a:cubicBezTo>
                    <a:pt x="13589" y="25212"/>
                    <a:pt x="13589" y="18347"/>
                    <a:pt x="16663" y="12942"/>
                  </a:cubicBezTo>
                  <a:cubicBezTo>
                    <a:pt x="20616" y="5638"/>
                    <a:pt x="26178" y="3739"/>
                    <a:pt x="31301" y="3739"/>
                  </a:cubicBezTo>
                  <a:cubicBezTo>
                    <a:pt x="38035" y="3739"/>
                    <a:pt x="42865" y="8705"/>
                    <a:pt x="45354" y="15279"/>
                  </a:cubicBezTo>
                  <a:cubicBezTo>
                    <a:pt x="47110" y="19953"/>
                    <a:pt x="47696" y="29156"/>
                    <a:pt x="47696" y="35876"/>
                  </a:cubicBezTo>
                  <a:cubicBezTo>
                    <a:pt x="47696" y="48000"/>
                    <a:pt x="42719" y="62170"/>
                    <a:pt x="29837" y="62170"/>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67" name="Freeform: Shape 666">
              <a:extLst>
                <a:ext uri="{FF2B5EF4-FFF2-40B4-BE49-F238E27FC236}">
                  <a16:creationId xmlns:a16="http://schemas.microsoft.com/office/drawing/2014/main" id="{39C57826-9868-5822-8550-126FD1A74ADC}"/>
                </a:ext>
              </a:extLst>
            </p:cNvPr>
            <p:cNvSpPr/>
            <p:nvPr>
              <p:custDataLst>
                <p:tags r:id="rId81"/>
              </p:custDataLst>
            </p:nvPr>
          </p:nvSpPr>
          <p:spPr>
            <a:xfrm>
              <a:off x="12278087" y="4176630"/>
              <a:ext cx="58405" cy="100501"/>
            </a:xfrm>
            <a:custGeom>
              <a:avLst/>
              <a:gdLst>
                <a:gd name="connsiteX0" fmla="*/ 58825 w 58405"/>
                <a:gd name="connsiteY0" fmla="*/ 68013 h 100501"/>
                <a:gd name="connsiteX1" fmla="*/ 31013 w 58405"/>
                <a:gd name="connsiteY1" fmla="*/ 36022 h 100501"/>
                <a:gd name="connsiteX2" fmla="*/ 12423 w 58405"/>
                <a:gd name="connsiteY2" fmla="*/ 43472 h 100501"/>
                <a:gd name="connsiteX3" fmla="*/ 12423 w 58405"/>
                <a:gd name="connsiteY3" fmla="*/ 14987 h 100501"/>
                <a:gd name="connsiteX4" fmla="*/ 24866 w 58405"/>
                <a:gd name="connsiteY4" fmla="*/ 16886 h 100501"/>
                <a:gd name="connsiteX5" fmla="*/ 53117 w 58405"/>
                <a:gd name="connsiteY5" fmla="*/ 1694 h 100501"/>
                <a:gd name="connsiteX6" fmla="*/ 51653 w 58405"/>
                <a:gd name="connsiteY6" fmla="*/ 87 h 100501"/>
                <a:gd name="connsiteX7" fmla="*/ 50482 w 58405"/>
                <a:gd name="connsiteY7" fmla="*/ 525 h 100501"/>
                <a:gd name="connsiteX8" fmla="*/ 30574 w 58405"/>
                <a:gd name="connsiteY8" fmla="*/ 4761 h 100501"/>
                <a:gd name="connsiteX9" fmla="*/ 11106 w 58405"/>
                <a:gd name="connsiteY9" fmla="*/ 671 h 100501"/>
                <a:gd name="connsiteX10" fmla="*/ 9349 w 58405"/>
                <a:gd name="connsiteY10" fmla="*/ 233 h 100501"/>
                <a:gd name="connsiteX11" fmla="*/ 7886 w 58405"/>
                <a:gd name="connsiteY11" fmla="*/ 3739 h 100501"/>
                <a:gd name="connsiteX12" fmla="*/ 7886 w 58405"/>
                <a:gd name="connsiteY12" fmla="*/ 46978 h 100501"/>
                <a:gd name="connsiteX13" fmla="*/ 9935 w 58405"/>
                <a:gd name="connsiteY13" fmla="*/ 50776 h 100501"/>
                <a:gd name="connsiteX14" fmla="*/ 11838 w 58405"/>
                <a:gd name="connsiteY14" fmla="*/ 49461 h 100501"/>
                <a:gd name="connsiteX15" fmla="*/ 30721 w 58405"/>
                <a:gd name="connsiteY15" fmla="*/ 39236 h 100501"/>
                <a:gd name="connsiteX16" fmla="*/ 43163 w 58405"/>
                <a:gd name="connsiteY16" fmla="*/ 48585 h 100501"/>
                <a:gd name="connsiteX17" fmla="*/ 45798 w 58405"/>
                <a:gd name="connsiteY17" fmla="*/ 66990 h 100501"/>
                <a:gd name="connsiteX18" fmla="*/ 42285 w 58405"/>
                <a:gd name="connsiteY18" fmla="*/ 87003 h 100501"/>
                <a:gd name="connsiteX19" fmla="*/ 26622 w 58405"/>
                <a:gd name="connsiteY19" fmla="*/ 96498 h 100501"/>
                <a:gd name="connsiteX20" fmla="*/ 5104 w 58405"/>
                <a:gd name="connsiteY20" fmla="*/ 80137 h 100501"/>
                <a:gd name="connsiteX21" fmla="*/ 7593 w 58405"/>
                <a:gd name="connsiteY21" fmla="*/ 80429 h 100501"/>
                <a:gd name="connsiteX22" fmla="*/ 14912 w 58405"/>
                <a:gd name="connsiteY22" fmla="*/ 73272 h 100501"/>
                <a:gd name="connsiteX23" fmla="*/ 7593 w 58405"/>
                <a:gd name="connsiteY23" fmla="*/ 66114 h 100501"/>
                <a:gd name="connsiteX24" fmla="*/ 420 w 58405"/>
                <a:gd name="connsiteY24" fmla="*/ 73856 h 100501"/>
                <a:gd name="connsiteX25" fmla="*/ 26915 w 58405"/>
                <a:gd name="connsiteY25" fmla="*/ 100588 h 100501"/>
                <a:gd name="connsiteX26" fmla="*/ 58825 w 58405"/>
                <a:gd name="connsiteY26" fmla="*/ 68013 h 10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8405" h="100501">
                  <a:moveTo>
                    <a:pt x="58825" y="68013"/>
                  </a:moveTo>
                  <a:cubicBezTo>
                    <a:pt x="58825" y="50630"/>
                    <a:pt x="46822" y="36022"/>
                    <a:pt x="31013" y="36022"/>
                  </a:cubicBezTo>
                  <a:cubicBezTo>
                    <a:pt x="23987" y="36022"/>
                    <a:pt x="17693" y="38359"/>
                    <a:pt x="12423" y="43472"/>
                  </a:cubicBezTo>
                  <a:lnTo>
                    <a:pt x="12423" y="14987"/>
                  </a:lnTo>
                  <a:cubicBezTo>
                    <a:pt x="15351" y="15863"/>
                    <a:pt x="20181" y="16886"/>
                    <a:pt x="24866" y="16886"/>
                  </a:cubicBezTo>
                  <a:cubicBezTo>
                    <a:pt x="42870" y="16886"/>
                    <a:pt x="53117" y="3593"/>
                    <a:pt x="53117" y="1694"/>
                  </a:cubicBezTo>
                  <a:cubicBezTo>
                    <a:pt x="53117" y="817"/>
                    <a:pt x="52678" y="87"/>
                    <a:pt x="51653" y="87"/>
                  </a:cubicBezTo>
                  <a:cubicBezTo>
                    <a:pt x="51506" y="87"/>
                    <a:pt x="51214" y="87"/>
                    <a:pt x="50482" y="525"/>
                  </a:cubicBezTo>
                  <a:cubicBezTo>
                    <a:pt x="47554" y="1840"/>
                    <a:pt x="40382" y="4761"/>
                    <a:pt x="30574" y="4761"/>
                  </a:cubicBezTo>
                  <a:cubicBezTo>
                    <a:pt x="24719" y="4761"/>
                    <a:pt x="17986" y="3739"/>
                    <a:pt x="11106" y="671"/>
                  </a:cubicBezTo>
                  <a:cubicBezTo>
                    <a:pt x="9935" y="233"/>
                    <a:pt x="9642" y="233"/>
                    <a:pt x="9349" y="233"/>
                  </a:cubicBezTo>
                  <a:cubicBezTo>
                    <a:pt x="7886" y="233"/>
                    <a:pt x="7886" y="1402"/>
                    <a:pt x="7886" y="3739"/>
                  </a:cubicBezTo>
                  <a:lnTo>
                    <a:pt x="7886" y="46978"/>
                  </a:lnTo>
                  <a:cubicBezTo>
                    <a:pt x="7886" y="49607"/>
                    <a:pt x="7886" y="50776"/>
                    <a:pt x="9935" y="50776"/>
                  </a:cubicBezTo>
                  <a:cubicBezTo>
                    <a:pt x="10960" y="50776"/>
                    <a:pt x="11252" y="50338"/>
                    <a:pt x="11838" y="49461"/>
                  </a:cubicBezTo>
                  <a:cubicBezTo>
                    <a:pt x="13448" y="47124"/>
                    <a:pt x="18864" y="39236"/>
                    <a:pt x="30721" y="39236"/>
                  </a:cubicBezTo>
                  <a:cubicBezTo>
                    <a:pt x="38332" y="39236"/>
                    <a:pt x="41992" y="45955"/>
                    <a:pt x="43163" y="48585"/>
                  </a:cubicBezTo>
                  <a:cubicBezTo>
                    <a:pt x="45505" y="53989"/>
                    <a:pt x="45798" y="59686"/>
                    <a:pt x="45798" y="66990"/>
                  </a:cubicBezTo>
                  <a:cubicBezTo>
                    <a:pt x="45798" y="72103"/>
                    <a:pt x="45798" y="80868"/>
                    <a:pt x="42285" y="87003"/>
                  </a:cubicBezTo>
                  <a:cubicBezTo>
                    <a:pt x="38772" y="92700"/>
                    <a:pt x="33356" y="96498"/>
                    <a:pt x="26622" y="96498"/>
                  </a:cubicBezTo>
                  <a:cubicBezTo>
                    <a:pt x="15936" y="96498"/>
                    <a:pt x="7593" y="88756"/>
                    <a:pt x="5104" y="80137"/>
                  </a:cubicBezTo>
                  <a:cubicBezTo>
                    <a:pt x="5544" y="80283"/>
                    <a:pt x="5983" y="80429"/>
                    <a:pt x="7593" y="80429"/>
                  </a:cubicBezTo>
                  <a:cubicBezTo>
                    <a:pt x="12423" y="80429"/>
                    <a:pt x="14912" y="76778"/>
                    <a:pt x="14912" y="73272"/>
                  </a:cubicBezTo>
                  <a:cubicBezTo>
                    <a:pt x="14912" y="69766"/>
                    <a:pt x="12423" y="66114"/>
                    <a:pt x="7593" y="66114"/>
                  </a:cubicBezTo>
                  <a:cubicBezTo>
                    <a:pt x="5544" y="66114"/>
                    <a:pt x="420" y="67136"/>
                    <a:pt x="420" y="73856"/>
                  </a:cubicBezTo>
                  <a:cubicBezTo>
                    <a:pt x="420" y="86419"/>
                    <a:pt x="10520" y="100588"/>
                    <a:pt x="26915" y="100588"/>
                  </a:cubicBezTo>
                  <a:cubicBezTo>
                    <a:pt x="43895" y="100588"/>
                    <a:pt x="58825" y="86565"/>
                    <a:pt x="58825" y="68013"/>
                  </a:cubicBezTo>
                  <a:close/>
                </a:path>
              </a:pathLst>
            </a:custGeom>
            <a:solidFill>
              <a:srgbClr val="000000"/>
            </a:solidFill>
            <a:ln w="254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cxnSp>
        <p:nvCxnSpPr>
          <p:cNvPr id="186" name="Connector: Elbow 185">
            <a:extLst>
              <a:ext uri="{FF2B5EF4-FFF2-40B4-BE49-F238E27FC236}">
                <a16:creationId xmlns:a16="http://schemas.microsoft.com/office/drawing/2014/main" id="{602CFA35-11C9-1C59-0815-30D02C88B7F1}"/>
              </a:ext>
            </a:extLst>
          </p:cNvPr>
          <p:cNvCxnSpPr>
            <a:cxnSpLocks/>
          </p:cNvCxnSpPr>
          <p:nvPr/>
        </p:nvCxnSpPr>
        <p:spPr>
          <a:xfrm rot="10800000" flipH="1" flipV="1">
            <a:off x="1274202" y="3138479"/>
            <a:ext cx="8095625" cy="229181"/>
          </a:xfrm>
          <a:prstGeom prst="bentConnector4">
            <a:avLst>
              <a:gd name="adj1" fmla="val -2824"/>
              <a:gd name="adj2" fmla="val 366889"/>
            </a:avLst>
          </a:prstGeom>
          <a:ln>
            <a:solidFill>
              <a:srgbClr val="FF0000">
                <a:alpha val="40000"/>
              </a:srgbClr>
            </a:solidFill>
            <a:tailEnd type="triangle"/>
          </a:ln>
        </p:spPr>
        <p:style>
          <a:lnRef idx="2">
            <a:schemeClr val="accent1"/>
          </a:lnRef>
          <a:fillRef idx="0">
            <a:schemeClr val="accent1"/>
          </a:fillRef>
          <a:effectRef idx="1">
            <a:schemeClr val="accent1"/>
          </a:effectRef>
          <a:fontRef idx="minor">
            <a:schemeClr val="tx1"/>
          </a:fontRef>
        </p:style>
      </p:cxnSp>
      <p:pic>
        <p:nvPicPr>
          <p:cNvPr id="13" name="Picture 12" descr="\documentclass{article}&#10;\usepackage{amsmath}&#10;\pagestyle{empty}&#10;\begin{document}&#10;\begin{table}[ht]&#10;\centering&#10;\begin{tabular}{lrrrr}&#10;\hline&#10;\textbf{Variable} &amp; \textbf{Coeff} &amp; \textbf{Standard Error} &amp; \textbf{Z statistic} &amp; \textbf{P-value} \\&#10;\hline&#10;Intercept     &amp; -3.990 &amp; 1.140 &amp; -3.500 &amp; $p &lt; 0.001^{***}$ \\&#10;GRE            &amp;  0.002 &amp; 0.001 &amp;  2.070 &amp; $p = 0.038^{*}$ \\&#10;GPA            &amp;  0.804 &amp; 0.332 &amp;  2.423 &amp; $p = 0.015^{*}$ \\&#10;Rank (2)       &amp; -0.675 &amp; 0.316 &amp; -2.134 &amp; $p = 0.033^{*}$ \\&#10;Rank (3)       &amp; -1.340 &amp; 0.345 &amp; -3.881 &amp; $p &lt; 0.001^{***}$ \\&#10;Rank (4)       &amp; -1.551 &amp; 0.418 &amp; -3.713 &amp; $p &lt; 0.001^{***}$ \\&#10;\hline&#10;\multicolumn{5}{l}{\scriptsize \textbf{Códigos de significancia:} \quad $^{***} p &lt; 0.001$ \quad $^{**} p &lt; 0.01$ \quad $^{*} p &lt; 0.05$} \\&#10;\multicolumn{5}{l}{\scriptsize \textbf{Tamaño muestral:} 400 observaciones} \\&#10;\multicolumn{5}{l}{\scriptsize \textbf{Devianza nula:} 499.98 \quad (gl = 399)} \\&#10;\multicolumn{5}{l}{\scriptsize \textbf{Devianza residual:} 458.52 \quad (gl = 394)} \\&#10;\multicolumn{5}{l}{\scriptsize \textbf{AIC:} 470.52} \\&#10;\multicolumn{5}{l}{\scriptsize \textbf{Iteraciones de Fisher scoring:} 4} \\&#10;\multicolumn{5}{l}{\scriptsize \textbf{Dispersión asumida:} 1 (modelo binomial)} \\&#10;\hline&#10;\end{tabular}&#10;\end{table}&#10;&#10;\end{document}" title="IguanaTex Picture Display">
            <a:extLst>
              <a:ext uri="{FF2B5EF4-FFF2-40B4-BE49-F238E27FC236}">
                <a16:creationId xmlns:a16="http://schemas.microsoft.com/office/drawing/2014/main" id="{E10B57C9-7D20-077A-02A7-644A09581052}"/>
              </a:ext>
            </a:extLst>
          </p:cNvPr>
          <p:cNvPicPr>
            <a:picLocks noChangeAspect="1"/>
          </p:cNvPicPr>
          <p:nvPr>
            <p:custDataLst>
              <p:tags r:id="rId3"/>
            </p:custDataLst>
          </p:nvPr>
        </p:nvPicPr>
        <p:blipFill>
          <a:blip r:embed="rId85">
            <a:extLst>
              <a:ext uri="{28A0092B-C50C-407E-A947-70E740481C1C}">
                <a14:useLocalDpi xmlns:a14="http://schemas.microsoft.com/office/drawing/2010/main" val="0"/>
              </a:ext>
            </a:extLst>
          </a:blip>
          <a:stretch>
            <a:fillRect/>
          </a:stretch>
        </p:blipFill>
        <p:spPr>
          <a:xfrm>
            <a:off x="1271904" y="4354997"/>
            <a:ext cx="3888329" cy="2122003"/>
          </a:xfrm>
          <a:prstGeom prst="rect">
            <a:avLst/>
          </a:prstGeom>
        </p:spPr>
      </p:pic>
      <p:cxnSp>
        <p:nvCxnSpPr>
          <p:cNvPr id="742" name="Connector: Elbow 741">
            <a:extLst>
              <a:ext uri="{FF2B5EF4-FFF2-40B4-BE49-F238E27FC236}">
                <a16:creationId xmlns:a16="http://schemas.microsoft.com/office/drawing/2014/main" id="{126A74DE-C023-EF88-A770-5E0998743562}"/>
              </a:ext>
            </a:extLst>
          </p:cNvPr>
          <p:cNvCxnSpPr>
            <a:cxnSpLocks/>
          </p:cNvCxnSpPr>
          <p:nvPr/>
        </p:nvCxnSpPr>
        <p:spPr>
          <a:xfrm rot="10800000" flipH="1" flipV="1">
            <a:off x="1733323" y="3166829"/>
            <a:ext cx="8608680" cy="198519"/>
          </a:xfrm>
          <a:prstGeom prst="bentConnector4">
            <a:avLst>
              <a:gd name="adj1" fmla="val -502"/>
              <a:gd name="adj2" fmla="val 355204"/>
            </a:avLst>
          </a:prstGeom>
          <a:ln>
            <a:solidFill>
              <a:srgbClr val="FF0000">
                <a:alpha val="4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751" name="Connector: Elbow 750">
            <a:extLst>
              <a:ext uri="{FF2B5EF4-FFF2-40B4-BE49-F238E27FC236}">
                <a16:creationId xmlns:a16="http://schemas.microsoft.com/office/drawing/2014/main" id="{289B6542-7AD8-0193-49F1-8F28E45C91BA}"/>
              </a:ext>
            </a:extLst>
          </p:cNvPr>
          <p:cNvCxnSpPr>
            <a:cxnSpLocks/>
          </p:cNvCxnSpPr>
          <p:nvPr/>
        </p:nvCxnSpPr>
        <p:spPr>
          <a:xfrm flipV="1">
            <a:off x="3136095" y="2994065"/>
            <a:ext cx="8297298" cy="174156"/>
          </a:xfrm>
          <a:prstGeom prst="bentConnector4">
            <a:avLst>
              <a:gd name="adj1" fmla="val 10423"/>
              <a:gd name="adj2" fmla="val 231262"/>
            </a:avLst>
          </a:prstGeom>
          <a:ln>
            <a:solidFill>
              <a:srgbClr val="FF0000">
                <a:alpha val="40000"/>
              </a:srgbClr>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8EA1AFD-4EC1-0C67-A17B-6956C05AD4D3}"/>
              </a:ext>
            </a:extLst>
          </p:cNvPr>
          <p:cNvSpPr txBox="1"/>
          <p:nvPr/>
        </p:nvSpPr>
        <p:spPr>
          <a:xfrm>
            <a:off x="1183761" y="1644118"/>
            <a:ext cx="6499284" cy="646331"/>
          </a:xfrm>
          <a:prstGeom prst="rect">
            <a:avLst/>
          </a:prstGeom>
          <a:noFill/>
        </p:spPr>
        <p:txBody>
          <a:bodyPr wrap="square">
            <a:spAutoFit/>
          </a:bodyPr>
          <a:lstStyle/>
          <a:p>
            <a:r>
              <a:rPr lang="en-US" b="1">
                <a:solidFill>
                  <a:srgbClr val="FF0000"/>
                </a:solidFill>
              </a:rPr>
              <a:t>Build population profiles and to understand changes in probability based on average values of the control variables.</a:t>
            </a:r>
            <a:endParaRPr lang="en-GB" b="1">
              <a:solidFill>
                <a:srgbClr val="FF0000"/>
              </a:solidFill>
            </a:endParaRPr>
          </a:p>
        </p:txBody>
      </p:sp>
      <p:sp>
        <p:nvSpPr>
          <p:cNvPr id="691" name="Freeform: Shape 690">
            <a:extLst>
              <a:ext uri="{FF2B5EF4-FFF2-40B4-BE49-F238E27FC236}">
                <a16:creationId xmlns:a16="http://schemas.microsoft.com/office/drawing/2014/main" id="{643233C4-7C90-5507-C154-B86561D5EF91}"/>
              </a:ext>
            </a:extLst>
          </p:cNvPr>
          <p:cNvSpPr/>
          <p:nvPr/>
        </p:nvSpPr>
        <p:spPr>
          <a:xfrm>
            <a:off x="1183761" y="5451357"/>
            <a:ext cx="4074039" cy="1043423"/>
          </a:xfrm>
          <a:custGeom>
            <a:avLst/>
            <a:gdLst>
              <a:gd name="csX0" fmla="*/ 411818 w 12192000"/>
              <a:gd name="csY0" fmla="*/ 0 h 4867835"/>
              <a:gd name="csX1" fmla="*/ 11780182 w 12192000"/>
              <a:gd name="csY1" fmla="*/ 0 h 4867835"/>
              <a:gd name="csX2" fmla="*/ 12192000 w 12192000"/>
              <a:gd name="csY2" fmla="*/ 411818 h 4867835"/>
              <a:gd name="csX3" fmla="*/ 12192000 w 12192000"/>
              <a:gd name="csY3" fmla="*/ 4867835 h 4867835"/>
              <a:gd name="csX4" fmla="*/ 0 w 12192000"/>
              <a:gd name="csY4" fmla="*/ 4867835 h 4867835"/>
              <a:gd name="csX5" fmla="*/ 0 w 12192000"/>
              <a:gd name="csY5" fmla="*/ 411818 h 4867835"/>
              <a:gd name="csX6" fmla="*/ 411818 w 12192000"/>
              <a:gd name="csY6" fmla="*/ 0 h 486783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192000" h="4867835">
                <a:moveTo>
                  <a:pt x="411818" y="0"/>
                </a:moveTo>
                <a:lnTo>
                  <a:pt x="11780182" y="0"/>
                </a:lnTo>
                <a:cubicBezTo>
                  <a:pt x="12007623" y="0"/>
                  <a:pt x="12192000" y="184377"/>
                  <a:pt x="12192000" y="411818"/>
                </a:cubicBezTo>
                <a:lnTo>
                  <a:pt x="12192000" y="4867835"/>
                </a:lnTo>
                <a:lnTo>
                  <a:pt x="0" y="4867835"/>
                </a:lnTo>
                <a:lnTo>
                  <a:pt x="0" y="411818"/>
                </a:lnTo>
                <a:cubicBezTo>
                  <a:pt x="0" y="184377"/>
                  <a:pt x="184377" y="0"/>
                  <a:pt x="411818" y="0"/>
                </a:cubicBez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cxnSp>
        <p:nvCxnSpPr>
          <p:cNvPr id="756" name="Connector: Elbow 755">
            <a:extLst>
              <a:ext uri="{FF2B5EF4-FFF2-40B4-BE49-F238E27FC236}">
                <a16:creationId xmlns:a16="http://schemas.microsoft.com/office/drawing/2014/main" id="{ACB84BF2-E207-1ABD-D2DA-534664CE7595}"/>
              </a:ext>
            </a:extLst>
          </p:cNvPr>
          <p:cNvCxnSpPr>
            <a:cxnSpLocks/>
          </p:cNvCxnSpPr>
          <p:nvPr/>
        </p:nvCxnSpPr>
        <p:spPr>
          <a:xfrm rot="10800000" flipH="1">
            <a:off x="1274204" y="3365349"/>
            <a:ext cx="7053366" cy="1225798"/>
          </a:xfrm>
          <a:prstGeom prst="bentConnector4">
            <a:avLst>
              <a:gd name="adj1" fmla="val -4643"/>
              <a:gd name="adj2" fmla="val -101461"/>
            </a:avLst>
          </a:prstGeom>
          <a:ln>
            <a:solidFill>
              <a:srgbClr val="FF0000">
                <a:alpha val="4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763" name="Connector: Elbow 762">
            <a:extLst>
              <a:ext uri="{FF2B5EF4-FFF2-40B4-BE49-F238E27FC236}">
                <a16:creationId xmlns:a16="http://schemas.microsoft.com/office/drawing/2014/main" id="{1BA6EDE8-F047-531C-DE06-A696116B9E6B}"/>
              </a:ext>
            </a:extLst>
          </p:cNvPr>
          <p:cNvCxnSpPr>
            <a:cxnSpLocks/>
          </p:cNvCxnSpPr>
          <p:nvPr/>
        </p:nvCxnSpPr>
        <p:spPr>
          <a:xfrm rot="10800000" flipH="1">
            <a:off x="1274203" y="3367662"/>
            <a:ext cx="7642140" cy="1376689"/>
          </a:xfrm>
          <a:prstGeom prst="bentConnector4">
            <a:avLst>
              <a:gd name="adj1" fmla="val -2991"/>
              <a:gd name="adj2" fmla="val -72743"/>
            </a:avLst>
          </a:prstGeom>
          <a:ln>
            <a:solidFill>
              <a:srgbClr val="FF0000">
                <a:alpha val="40000"/>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779" name="Connector: Elbow 778">
            <a:extLst>
              <a:ext uri="{FF2B5EF4-FFF2-40B4-BE49-F238E27FC236}">
                <a16:creationId xmlns:a16="http://schemas.microsoft.com/office/drawing/2014/main" id="{A9814E29-94C2-51C7-7F8D-6A2B6598B5B0}"/>
              </a:ext>
            </a:extLst>
          </p:cNvPr>
          <p:cNvCxnSpPr>
            <a:cxnSpLocks/>
          </p:cNvCxnSpPr>
          <p:nvPr/>
        </p:nvCxnSpPr>
        <p:spPr>
          <a:xfrm rot="10800000" flipH="1">
            <a:off x="1274202" y="3360874"/>
            <a:ext cx="8614316" cy="1536678"/>
          </a:xfrm>
          <a:prstGeom prst="bentConnector4">
            <a:avLst>
              <a:gd name="adj1" fmla="val -5021"/>
              <a:gd name="adj2" fmla="val -70417"/>
            </a:avLst>
          </a:prstGeom>
          <a:ln>
            <a:solidFill>
              <a:srgbClr val="FF0000">
                <a:alpha val="40000"/>
              </a:srgbClr>
            </a:solidFill>
            <a:tailEnd type="triangle"/>
          </a:ln>
        </p:spPr>
        <p:style>
          <a:lnRef idx="2">
            <a:schemeClr val="accent1"/>
          </a:lnRef>
          <a:fillRef idx="0">
            <a:schemeClr val="accent1"/>
          </a:fillRef>
          <a:effectRef idx="1">
            <a:schemeClr val="accent1"/>
          </a:effectRef>
          <a:fontRef idx="minor">
            <a:schemeClr val="tx1"/>
          </a:fontRef>
        </p:style>
      </p:cxnSp>
      <p:sp>
        <p:nvSpPr>
          <p:cNvPr id="934" name="Slide Number Placeholder 2">
            <a:extLst>
              <a:ext uri="{FF2B5EF4-FFF2-40B4-BE49-F238E27FC236}">
                <a16:creationId xmlns:a16="http://schemas.microsoft.com/office/drawing/2014/main" id="{6F03E41E-84D6-9F84-0B49-B97F23A5FA87}"/>
              </a:ext>
            </a:extLst>
          </p:cNvPr>
          <p:cNvSpPr txBox="1">
            <a:spLocks/>
          </p:cNvSpPr>
          <p:nvPr/>
        </p:nvSpPr>
        <p:spPr>
          <a:xfrm>
            <a:off x="8739389" y="63563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30EA680-D336-4FF7-8B7A-9848BB0A1C32}" type="slidenum">
              <a:rPr lang="en-GB" smtClean="0">
                <a:solidFill>
                  <a:prstClr val="black">
                    <a:lumMod val="50000"/>
                    <a:lumOff val="50000"/>
                  </a:prstClr>
                </a:solidFill>
                <a:latin typeface="Aptos" panose="020B0004020202020204"/>
              </a:rPr>
              <a:pPr>
                <a:defRPr/>
              </a:pPr>
              <a:t>31</a:t>
            </a:fld>
            <a:endParaRPr lang="en-GB">
              <a:solidFill>
                <a:prstClr val="black">
                  <a:lumMod val="50000"/>
                  <a:lumOff val="50000"/>
                </a:prstClr>
              </a:solidFill>
              <a:latin typeface="Aptos" panose="020B0004020202020204"/>
            </a:endParaRPr>
          </a:p>
        </p:txBody>
      </p:sp>
    </p:spTree>
    <p:extLst>
      <p:ext uri="{BB962C8B-B14F-4D97-AF65-F5344CB8AC3E}">
        <p14:creationId xmlns:p14="http://schemas.microsoft.com/office/powerpoint/2010/main" val="21833034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86"/>
                                        </p:tgtEl>
                                        <p:attrNameLst>
                                          <p:attrName>style.visibility</p:attrName>
                                        </p:attrNameLst>
                                      </p:cBhvr>
                                      <p:to>
                                        <p:strVal val="visible"/>
                                      </p:to>
                                    </p:set>
                                    <p:animEffect transition="in" filter="fade">
                                      <p:cBhvr>
                                        <p:cTn id="15" dur="500"/>
                                        <p:tgtEl>
                                          <p:spTgt spid="586"/>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91"/>
                                        </p:tgtEl>
                                        <p:attrNameLst>
                                          <p:attrName>style.visibility</p:attrName>
                                        </p:attrNameLst>
                                      </p:cBhvr>
                                      <p:to>
                                        <p:strVal val="visible"/>
                                      </p:to>
                                    </p:set>
                                    <p:animEffect transition="in" filter="fade">
                                      <p:cBhvr>
                                        <p:cTn id="21" dur="500"/>
                                        <p:tgtEl>
                                          <p:spTgt spid="69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68"/>
                                        </p:tgtEl>
                                        <p:attrNameLst>
                                          <p:attrName>style.visibility</p:attrName>
                                        </p:attrNameLst>
                                      </p:cBhvr>
                                      <p:to>
                                        <p:strVal val="visible"/>
                                      </p:to>
                                    </p:set>
                                    <p:animEffect transition="in" filter="fade">
                                      <p:cBhvr>
                                        <p:cTn id="26" dur="500"/>
                                        <p:tgtEl>
                                          <p:spTgt spid="66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51"/>
                                        </p:tgtEl>
                                        <p:attrNameLst>
                                          <p:attrName>style.visibility</p:attrName>
                                        </p:attrNameLst>
                                      </p:cBhvr>
                                      <p:to>
                                        <p:strVal val="visible"/>
                                      </p:to>
                                    </p:set>
                                    <p:animEffect transition="in" filter="fade">
                                      <p:cBhvr>
                                        <p:cTn id="31" dur="500"/>
                                        <p:tgtEl>
                                          <p:spTgt spid="75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756"/>
                                        </p:tgtEl>
                                        <p:attrNameLst>
                                          <p:attrName>style.visibility</p:attrName>
                                        </p:attrNameLst>
                                      </p:cBhvr>
                                      <p:to>
                                        <p:strVal val="visible"/>
                                      </p:to>
                                    </p:set>
                                    <p:animEffect transition="in" filter="fade">
                                      <p:cBhvr>
                                        <p:cTn id="36" dur="500"/>
                                        <p:tgtEl>
                                          <p:spTgt spid="75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763"/>
                                        </p:tgtEl>
                                        <p:attrNameLst>
                                          <p:attrName>style.visibility</p:attrName>
                                        </p:attrNameLst>
                                      </p:cBhvr>
                                      <p:to>
                                        <p:strVal val="visible"/>
                                      </p:to>
                                    </p:set>
                                    <p:animEffect transition="in" filter="fade">
                                      <p:cBhvr>
                                        <p:cTn id="41" dur="500"/>
                                        <p:tgtEl>
                                          <p:spTgt spid="76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779"/>
                                        </p:tgtEl>
                                        <p:attrNameLst>
                                          <p:attrName>style.visibility</p:attrName>
                                        </p:attrNameLst>
                                      </p:cBhvr>
                                      <p:to>
                                        <p:strVal val="visible"/>
                                      </p:to>
                                    </p:set>
                                    <p:animEffect transition="in" filter="fade">
                                      <p:cBhvr>
                                        <p:cTn id="46" dur="500"/>
                                        <p:tgtEl>
                                          <p:spTgt spid="77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86"/>
                                        </p:tgtEl>
                                        <p:attrNameLst>
                                          <p:attrName>style.visibility</p:attrName>
                                        </p:attrNameLst>
                                      </p:cBhvr>
                                      <p:to>
                                        <p:strVal val="visible"/>
                                      </p:to>
                                    </p:set>
                                    <p:animEffect transition="in" filter="fade">
                                      <p:cBhvr>
                                        <p:cTn id="51" dur="500"/>
                                        <p:tgtEl>
                                          <p:spTgt spid="186"/>
                                        </p:tgtEl>
                                      </p:cBhvr>
                                    </p:animEffect>
                                  </p:childTnLst>
                                </p:cTn>
                              </p:par>
                              <p:par>
                                <p:cTn id="52" presetID="10" presetClass="entr" presetSubtype="0" fill="hold" nodeType="withEffect">
                                  <p:stCondLst>
                                    <p:cond delay="0"/>
                                  </p:stCondLst>
                                  <p:childTnLst>
                                    <p:set>
                                      <p:cBhvr>
                                        <p:cTn id="53" dur="1" fill="hold">
                                          <p:stCondLst>
                                            <p:cond delay="0"/>
                                          </p:stCondLst>
                                        </p:cTn>
                                        <p:tgtEl>
                                          <p:spTgt spid="742"/>
                                        </p:tgtEl>
                                        <p:attrNameLst>
                                          <p:attrName>style.visibility</p:attrName>
                                        </p:attrNameLst>
                                      </p:cBhvr>
                                      <p:to>
                                        <p:strVal val="visible"/>
                                      </p:to>
                                    </p:set>
                                    <p:animEffect transition="in" filter="fade">
                                      <p:cBhvr>
                                        <p:cTn id="54" dur="500"/>
                                        <p:tgtEl>
                                          <p:spTgt spid="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 grpId="0"/>
      <p:bldP spid="8" grpId="0"/>
      <p:bldP spid="69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F793E-9F39-FAB2-9045-983C922FB2BE}"/>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64A8F0DB-05C3-57BD-02F8-3DE6B3C2D41A}"/>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4" name="Date Placeholder 3 1">
            <a:extLst>
              <a:ext uri="{FF2B5EF4-FFF2-40B4-BE49-F238E27FC236}">
                <a16:creationId xmlns:a16="http://schemas.microsoft.com/office/drawing/2014/main" id="{CF2DD71D-562D-DC79-2330-123CFA690C5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1464AB45-58E3-DAEA-AABB-2AED5D1F9B23}"/>
              </a:ext>
            </a:extLst>
          </p:cNvPr>
          <p:cNvSpPr txBox="1">
            <a:spLocks/>
          </p:cNvSpPr>
          <p:nvPr/>
        </p:nvSpPr>
        <p:spPr>
          <a:xfrm>
            <a:off x="896087" y="518284"/>
            <a:ext cx="6584249" cy="475354"/>
          </a:xfrm>
          <a:prstGeom prst="rect">
            <a:avLst/>
          </a:prstGeom>
          <a:noFill/>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The logit model</a:t>
            </a:r>
          </a:p>
        </p:txBody>
      </p:sp>
      <p:sp>
        <p:nvSpPr>
          <p:cNvPr id="10" name="Date Placeholder 3 2">
            <a:extLst>
              <a:ext uri="{FF2B5EF4-FFF2-40B4-BE49-F238E27FC236}">
                <a16:creationId xmlns:a16="http://schemas.microsoft.com/office/drawing/2014/main" id="{3EA976EF-7339-1B14-7355-4A052FC0060B}"/>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GB"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28/05/2026</a:t>
            </a:fld>
            <a:endParaRPr kumimoji="0" lang="en-GB"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pic>
        <p:nvPicPr>
          <p:cNvPr id="14" name="Picture 13">
            <a:extLst>
              <a:ext uri="{FF2B5EF4-FFF2-40B4-BE49-F238E27FC236}">
                <a16:creationId xmlns:a16="http://schemas.microsoft.com/office/drawing/2014/main" id="{3D8FBD7E-48A9-D118-6266-76AEBA775948}"/>
              </a:ext>
            </a:extLst>
          </p:cNvPr>
          <p:cNvPicPr>
            <a:picLocks noChangeAspect="1"/>
          </p:cNvPicPr>
          <p:nvPr/>
        </p:nvPicPr>
        <p:blipFill>
          <a:blip r:embed="rId3"/>
          <a:stretch>
            <a:fillRect/>
          </a:stretch>
        </p:blipFill>
        <p:spPr>
          <a:xfrm>
            <a:off x="1004677" y="1767839"/>
            <a:ext cx="5165919" cy="4575377"/>
          </a:xfrm>
          <a:prstGeom prst="rect">
            <a:avLst/>
          </a:prstGeom>
        </p:spPr>
      </p:pic>
      <p:sp>
        <p:nvSpPr>
          <p:cNvPr id="15" name="TextBox 14">
            <a:extLst>
              <a:ext uri="{FF2B5EF4-FFF2-40B4-BE49-F238E27FC236}">
                <a16:creationId xmlns:a16="http://schemas.microsoft.com/office/drawing/2014/main" id="{30AFF291-3B4B-B33B-7E4C-26E96D91C27E}"/>
              </a:ext>
            </a:extLst>
          </p:cNvPr>
          <p:cNvSpPr txBox="1"/>
          <p:nvPr/>
        </p:nvSpPr>
        <p:spPr>
          <a:xfrm>
            <a:off x="896087" y="1264677"/>
            <a:ext cx="4732415"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ptos" panose="020B0004020202020204"/>
                <a:ea typeface="+mn-ea"/>
                <a:cs typeface="+mn-cs"/>
              </a:rPr>
              <a:t>Predicted probability of being admitted to a postgraduate programme, given </a:t>
            </a:r>
            <a:r>
              <a:rPr kumimoji="0" lang="en-US" sz="11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University prestige levels, and GRE score</a:t>
            </a:r>
            <a:endParaRPr kumimoji="0" lang="en-GB" sz="11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endParaRPr>
          </a:p>
        </p:txBody>
      </p:sp>
      <p:sp>
        <p:nvSpPr>
          <p:cNvPr id="17" name="TextBox 16">
            <a:extLst>
              <a:ext uri="{FF2B5EF4-FFF2-40B4-BE49-F238E27FC236}">
                <a16:creationId xmlns:a16="http://schemas.microsoft.com/office/drawing/2014/main" id="{26253D79-5532-1D25-2854-E7FF42C901B9}"/>
              </a:ext>
            </a:extLst>
          </p:cNvPr>
          <p:cNvSpPr txBox="1"/>
          <p:nvPr/>
        </p:nvSpPr>
        <p:spPr>
          <a:xfrm>
            <a:off x="6482662" y="1110789"/>
            <a:ext cx="5404537"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The logistic model not only allows us to estimate individual probabilities, but also to construct comparative profiles of admission. By keeping GPA constant and systematically varying GRE and Rank, we can identify concrete cases of admission probability.</a:t>
            </a:r>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nvGrpSpPr>
          <p:cNvPr id="45" name="Group 44">
            <a:extLst>
              <a:ext uri="{FF2B5EF4-FFF2-40B4-BE49-F238E27FC236}">
                <a16:creationId xmlns:a16="http://schemas.microsoft.com/office/drawing/2014/main" id="{CF28FD97-29A9-F8C5-AE29-7689F384901E}"/>
              </a:ext>
            </a:extLst>
          </p:cNvPr>
          <p:cNvGrpSpPr/>
          <p:nvPr/>
        </p:nvGrpSpPr>
        <p:grpSpPr>
          <a:xfrm>
            <a:off x="6586165" y="2288252"/>
            <a:ext cx="3524824" cy="1635368"/>
            <a:chOff x="6586165" y="2397491"/>
            <a:chExt cx="3524824" cy="1635368"/>
          </a:xfrm>
        </p:grpSpPr>
        <p:sp>
          <p:nvSpPr>
            <p:cNvPr id="31" name="Rectangle 30">
              <a:extLst>
                <a:ext uri="{FF2B5EF4-FFF2-40B4-BE49-F238E27FC236}">
                  <a16:creationId xmlns:a16="http://schemas.microsoft.com/office/drawing/2014/main" id="{14E1C609-B3BE-B0A2-5225-4FAFBA1A459D}"/>
                </a:ext>
              </a:extLst>
            </p:cNvPr>
            <p:cNvSpPr/>
            <p:nvPr/>
          </p:nvSpPr>
          <p:spPr>
            <a:xfrm>
              <a:off x="6586165" y="2397491"/>
              <a:ext cx="3524824" cy="16353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3" name="Rectangle 32">
              <a:extLst>
                <a:ext uri="{FF2B5EF4-FFF2-40B4-BE49-F238E27FC236}">
                  <a16:creationId xmlns:a16="http://schemas.microsoft.com/office/drawing/2014/main" id="{A3BD6E4A-E3F2-3DEE-3FFB-CC62E3B0CF41}"/>
                </a:ext>
              </a:extLst>
            </p:cNvPr>
            <p:cNvSpPr/>
            <p:nvPr/>
          </p:nvSpPr>
          <p:spPr>
            <a:xfrm>
              <a:off x="6733405" y="2647352"/>
              <a:ext cx="981596" cy="981596"/>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34" name="Graphic 33" descr="Woman with long wavy hair">
              <a:extLst>
                <a:ext uri="{FF2B5EF4-FFF2-40B4-BE49-F238E27FC236}">
                  <a16:creationId xmlns:a16="http://schemas.microsoft.com/office/drawing/2014/main" id="{1E41D30A-F442-8B07-E8D8-57BB39D21A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07024" y="2504388"/>
              <a:ext cx="834357" cy="1169364"/>
            </a:xfrm>
            <a:prstGeom prst="rect">
              <a:avLst/>
            </a:prstGeom>
          </p:spPr>
        </p:pic>
        <p:sp>
          <p:nvSpPr>
            <p:cNvPr id="35" name="Rectangle 34">
              <a:extLst>
                <a:ext uri="{FF2B5EF4-FFF2-40B4-BE49-F238E27FC236}">
                  <a16:creationId xmlns:a16="http://schemas.microsoft.com/office/drawing/2014/main" id="{FD7754D2-352C-7896-5D4A-5B9E62B1A4FC}"/>
                </a:ext>
              </a:extLst>
            </p:cNvPr>
            <p:cNvSpPr/>
            <p:nvPr/>
          </p:nvSpPr>
          <p:spPr>
            <a:xfrm>
              <a:off x="7788621" y="2647352"/>
              <a:ext cx="2189971" cy="2498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María</a:t>
              </a:r>
            </a:p>
          </p:txBody>
        </p:sp>
        <p:sp>
          <p:nvSpPr>
            <p:cNvPr id="37" name="TextBox 36">
              <a:extLst>
                <a:ext uri="{FF2B5EF4-FFF2-40B4-BE49-F238E27FC236}">
                  <a16:creationId xmlns:a16="http://schemas.microsoft.com/office/drawing/2014/main" id="{F4A29A86-DD16-AE4C-3073-A575F4B11C7E}"/>
                </a:ext>
              </a:extLst>
            </p:cNvPr>
            <p:cNvSpPr txBox="1"/>
            <p:nvPr/>
          </p:nvSpPr>
          <p:spPr>
            <a:xfrm>
              <a:off x="7788621" y="2941830"/>
              <a:ext cx="232236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Rank: </a:t>
              </a:r>
              <a:r>
                <a:rPr kumimoji="0" lang="en-GB" sz="8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low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GRE: </a:t>
              </a:r>
              <a:r>
                <a:rPr kumimoji="0" lang="en-GB" sz="8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 higher than the average mean 800</a:t>
              </a:r>
            </a:p>
            <a:p>
              <a:pPr lvl="0">
                <a:defRPr/>
              </a:pPr>
              <a:r>
                <a:rPr kumimoji="0" lang="en-GB" sz="8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GPA: </a:t>
              </a:r>
              <a:r>
                <a:rPr lang="en-GB" sz="800">
                  <a:solidFill>
                    <a:prstClr val="black"/>
                  </a:solidFill>
                  <a:latin typeface="Avenir Next LT Pro" panose="020B0504020202020204" pitchFamily="34" charset="0"/>
                </a:rPr>
                <a:t>higher than the average mean </a:t>
              </a:r>
              <a:r>
                <a:rPr kumimoji="0" lang="en-GB" sz="8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4</a:t>
              </a:r>
              <a:endParaRPr kumimoji="0" lang="en-GB" sz="8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endParaRPr>
            </a:p>
          </p:txBody>
        </p:sp>
        <p:sp>
          <p:nvSpPr>
            <p:cNvPr id="38" name="Rectangle 37">
              <a:extLst>
                <a:ext uri="{FF2B5EF4-FFF2-40B4-BE49-F238E27FC236}">
                  <a16:creationId xmlns:a16="http://schemas.microsoft.com/office/drawing/2014/main" id="{F9CA0B86-E3BB-6B99-9FBC-298F7D7924D7}"/>
                </a:ext>
              </a:extLst>
            </p:cNvPr>
            <p:cNvSpPr/>
            <p:nvPr/>
          </p:nvSpPr>
          <p:spPr>
            <a:xfrm>
              <a:off x="6733405" y="3718369"/>
              <a:ext cx="3377584" cy="2498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Admission probability : </a:t>
              </a:r>
              <a:r>
                <a:rPr kumimoji="0" lang="en-GB" sz="10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37% (SE. 0.094)</a:t>
              </a:r>
            </a:p>
          </p:txBody>
        </p:sp>
      </p:grpSp>
      <p:grpSp>
        <p:nvGrpSpPr>
          <p:cNvPr id="46" name="Group 45">
            <a:extLst>
              <a:ext uri="{FF2B5EF4-FFF2-40B4-BE49-F238E27FC236}">
                <a16:creationId xmlns:a16="http://schemas.microsoft.com/office/drawing/2014/main" id="{CFB34926-C8D4-04CD-D837-1A64C9AEB0F9}"/>
              </a:ext>
            </a:extLst>
          </p:cNvPr>
          <p:cNvGrpSpPr/>
          <p:nvPr/>
        </p:nvGrpSpPr>
        <p:grpSpPr>
          <a:xfrm>
            <a:off x="6589327" y="4022903"/>
            <a:ext cx="3524824" cy="1635368"/>
            <a:chOff x="6586165" y="4122280"/>
            <a:chExt cx="3524824" cy="1635368"/>
          </a:xfrm>
        </p:grpSpPr>
        <p:sp>
          <p:nvSpPr>
            <p:cNvPr id="32" name="Rectangle 31">
              <a:extLst>
                <a:ext uri="{FF2B5EF4-FFF2-40B4-BE49-F238E27FC236}">
                  <a16:creationId xmlns:a16="http://schemas.microsoft.com/office/drawing/2014/main" id="{DD408906-7D99-65FB-32E9-5062901AE423}"/>
                </a:ext>
              </a:extLst>
            </p:cNvPr>
            <p:cNvSpPr/>
            <p:nvPr/>
          </p:nvSpPr>
          <p:spPr>
            <a:xfrm>
              <a:off x="6586165" y="4122280"/>
              <a:ext cx="3524824" cy="16353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9" name="Rectangle 38">
              <a:extLst>
                <a:ext uri="{FF2B5EF4-FFF2-40B4-BE49-F238E27FC236}">
                  <a16:creationId xmlns:a16="http://schemas.microsoft.com/office/drawing/2014/main" id="{5FB5FA2D-C925-140C-8409-F40A604049DA}"/>
                </a:ext>
              </a:extLst>
            </p:cNvPr>
            <p:cNvSpPr/>
            <p:nvPr/>
          </p:nvSpPr>
          <p:spPr>
            <a:xfrm>
              <a:off x="6733405" y="4372141"/>
              <a:ext cx="981596" cy="98159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0" name="Rectangle 39">
              <a:extLst>
                <a:ext uri="{FF2B5EF4-FFF2-40B4-BE49-F238E27FC236}">
                  <a16:creationId xmlns:a16="http://schemas.microsoft.com/office/drawing/2014/main" id="{8AC59282-C7B5-9C2B-FC32-44A293EC4C97}"/>
                </a:ext>
              </a:extLst>
            </p:cNvPr>
            <p:cNvSpPr/>
            <p:nvPr/>
          </p:nvSpPr>
          <p:spPr>
            <a:xfrm>
              <a:off x="7788620" y="4372141"/>
              <a:ext cx="2276760" cy="2498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Juan David</a:t>
              </a:r>
            </a:p>
          </p:txBody>
        </p:sp>
        <p:sp>
          <p:nvSpPr>
            <p:cNvPr id="42" name="Rectangle 41">
              <a:extLst>
                <a:ext uri="{FF2B5EF4-FFF2-40B4-BE49-F238E27FC236}">
                  <a16:creationId xmlns:a16="http://schemas.microsoft.com/office/drawing/2014/main" id="{46C010C9-9AF8-AC2F-7527-B00E37231931}"/>
                </a:ext>
              </a:extLst>
            </p:cNvPr>
            <p:cNvSpPr/>
            <p:nvPr/>
          </p:nvSpPr>
          <p:spPr>
            <a:xfrm>
              <a:off x="6733405" y="5443158"/>
              <a:ext cx="3377584" cy="2498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GB" sz="1000" b="1">
                  <a:solidFill>
                    <a:prstClr val="black"/>
                  </a:solidFill>
                  <a:latin typeface="Avenir Next LT Pro" panose="020B0504020202020204" pitchFamily="34" charset="0"/>
                </a:rPr>
                <a:t>Admission probability </a:t>
              </a:r>
              <a:r>
                <a:rPr kumimoji="0" lang="en-GB" sz="10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 </a:t>
              </a:r>
              <a:r>
                <a:rPr kumimoji="0" lang="en-GB" sz="10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44% (SE. 0.074)</a:t>
              </a:r>
            </a:p>
          </p:txBody>
        </p:sp>
        <p:pic>
          <p:nvPicPr>
            <p:cNvPr id="43" name="Graphic 42" descr="Man wearing a jacket">
              <a:extLst>
                <a:ext uri="{FF2B5EF4-FFF2-40B4-BE49-F238E27FC236}">
                  <a16:creationId xmlns:a16="http://schemas.microsoft.com/office/drawing/2014/main" id="{516516CF-94C7-2D50-D6C1-9E0FA4FFA10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53667" y="4154566"/>
              <a:ext cx="865962" cy="1245215"/>
            </a:xfrm>
            <a:prstGeom prst="rect">
              <a:avLst/>
            </a:prstGeom>
          </p:spPr>
        </p:pic>
        <p:sp>
          <p:nvSpPr>
            <p:cNvPr id="44" name="TextBox 43">
              <a:extLst>
                <a:ext uri="{FF2B5EF4-FFF2-40B4-BE49-F238E27FC236}">
                  <a16:creationId xmlns:a16="http://schemas.microsoft.com/office/drawing/2014/main" id="{EEC58B4E-18A8-90AC-F4D5-6DC872A37F06}"/>
                </a:ext>
              </a:extLst>
            </p:cNvPr>
            <p:cNvSpPr txBox="1"/>
            <p:nvPr/>
          </p:nvSpPr>
          <p:spPr>
            <a:xfrm>
              <a:off x="7788621" y="4665379"/>
              <a:ext cx="232236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Rank: </a:t>
              </a:r>
              <a:r>
                <a:rPr lang="en-GB" sz="800">
                  <a:solidFill>
                    <a:prstClr val="black"/>
                  </a:solidFill>
                  <a:latin typeface="Avenir Next LT Pro" panose="020B0504020202020204" pitchFamily="34" charset="0"/>
                </a:rPr>
                <a:t>high</a:t>
              </a:r>
              <a:endParaRPr kumimoji="0" lang="en-GB" sz="8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GRE: </a:t>
              </a:r>
              <a:r>
                <a:rPr kumimoji="0" lang="en-GB" sz="8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close to the average mean 600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GPA: </a:t>
              </a:r>
              <a:r>
                <a:rPr kumimoji="0" lang="en-GB" sz="8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lower than the average mean 3</a:t>
              </a:r>
              <a:endParaRPr kumimoji="0" lang="en-GB" sz="8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endParaRPr>
            </a:p>
          </p:txBody>
        </p:sp>
      </p:grpSp>
    </p:spTree>
    <p:extLst>
      <p:ext uri="{BB962C8B-B14F-4D97-AF65-F5344CB8AC3E}">
        <p14:creationId xmlns:p14="http://schemas.microsoft.com/office/powerpoint/2010/main" val="23797274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fade">
                                      <p:cBhvr>
                                        <p:cTn id="20" dur="500"/>
                                        <p:tgtEl>
                                          <p:spTgt spid="4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5"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tags/tag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92"/>
  <p:tag name="IGUANATEXSIZE" val="20"/>
  <p:tag name="IGUANATEXVERSION" val="162"/>
  <p:tag name="LATEXADDIN" val="\documentclass{article}&#10;\usepackage{amsmath}&#10;\pagestyle{empty}&#10;\begin{document}&#10;&#10;&#10;\[&#10;\text{Familias en acción}(y) =&#10;\begin{cases}&#10; 1 &amp; \text{if } y = \text{in} \\&#10; 0 &amp; \text{if } y = \text{out} \\&#10;\end{cases}&#10;\]&#10;&#10;&#10;&#10;&#10;\end{document}"/>
  <p:tag name="LATEXENGINEID" val="0"/>
  <p:tag name="LATEXFORMHEIGHT" val=" 320"/>
  <p:tag name="LATEXFORMWIDTH" val=" 385"/>
  <p:tag name="LATEXFORMWRAP" val="True"/>
  <p:tag name="ORIGINALHEIGHT" val=" 29.87791"/>
  <p:tag name="ORIGINALWIDTH" val=" 170.2914"/>
  <p:tag name="OUTPUTTYPE" val="SVG"/>
  <p:tag name="TEMPFOLDER" val="C:\Users\luisc\Documents\Custom Office Templates\iguana temp\"/>
  <p:tag name="TRANSPARENCY" val="True"/>
</p:tagLst>
</file>

<file path=ppt/tags/tag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49"/>
  <p:tag name="IGUANATEXSIZE" val="20"/>
  <p:tag name="IGUANATEXVERSION" val="162"/>
  <p:tag name="LATEXADDIN" val="\documentclass{article}&#10;\usepackage{amsmath}&#10;\pagestyle{empty}&#10;\begin{document}&#10;\[&#10;P(Y = y) = &#10;\begin{cases}&#10;p &amp; \text{if } y = 1 \\&#10;1 - p &amp; \text{if } y = 0 \\&#10;\end{cases}&#10;\]&#10;\end{document}"/>
  <p:tag name="LATEXENGINEID" val="0"/>
  <p:tag name="LATEXFORMHEIGHT" val=" 320"/>
  <p:tag name="LATEXFORMWIDTH" val=" 385"/>
  <p:tag name="LATEXFORMWRAP" val="True"/>
  <p:tag name="ORIGINALHEIGHT" val=" 29.87791"/>
  <p:tag name="ORIGINALWIDTH" val=" 127.5844"/>
  <p:tag name="OUTPUTTYPE" val="SVG"/>
  <p:tag name="TEMPFOLDER" val="C:\Users\luisc\Documents\Custom Office Templates\iguana temp\"/>
  <p:tag name="TRANSPARENCY" val="True"/>
</p:tagLst>
</file>

<file path=ppt/tags/tag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49"/>
  <p:tag name="IGUANATEXSIZE" val="20"/>
  <p:tag name="LATEXADDIN" val="\documentclass{article}&#10;\usepackage{amsmath}&#10;\pagestyle{empty}&#10;\begin{document}&#10;\[&#10;P(Y = y) = &#10;\begin{cases}&#10;p &amp; \text{if } y = 1 \\&#10;1 - p &amp; \text{if } y = 0 \\&#10;\end{cases}&#10;\]&#10;\end{document}"/>
  <p:tag name="LATEXENGINEID" val="0"/>
  <p:tag name="LATEXFORMHEIGHT" val=" 320"/>
  <p:tag name="LATEXFORMWIDTH" val=" 385"/>
  <p:tag name="LATEXFORMWRAP" val="True"/>
  <p:tag name="ORIGINALHEIGHT" val=" 6.804484"/>
  <p:tag name="ORIGINALWIDTH" val=" 7.127187"/>
  <p:tag name="TEMPFOLDER" val="C:\Users\luisc\Documents\Custom Office Templates\iguana temp\"/>
  <p:tag name="TRANSPARENCY" val="True"/>
</p:tagLst>
</file>

<file path=ppt/tags/tag4.xml><?xml version="1.0" encoding="utf-8"?>
<p:tagLst xmlns:a="http://schemas.openxmlformats.org/drawingml/2006/main" xmlns:r="http://schemas.openxmlformats.org/officeDocument/2006/relationships" xmlns:p="http://schemas.openxmlformats.org/presentationml/2006/main">
  <p:tag name="EMFCHILD" val="True"/>
  <p:tag name="ORIGINALHEIGHT" val=" 9.962626"/>
  <p:tag name="ORIGINALWIDTH" val=" 2.315831"/>
</p:tagLst>
</file>

<file path=ppt/tags/tag5.xml><?xml version="1.0" encoding="utf-8"?>
<p:tagLst xmlns:a="http://schemas.openxmlformats.org/drawingml/2006/main" xmlns:r="http://schemas.openxmlformats.org/officeDocument/2006/relationships" xmlns:p="http://schemas.openxmlformats.org/presentationml/2006/main">
  <p:tag name="EMFCHILD" val="True"/>
  <p:tag name="ORIGINALHEIGHT" val=" 6.804484"/>
  <p:tag name="ORIGINALWIDTH" val=" 7.256973"/>
</p:tagLst>
</file>

<file path=ppt/tags/tag6.xml><?xml version="1.0" encoding="utf-8"?>
<p:tagLst xmlns:a="http://schemas.openxmlformats.org/drawingml/2006/main" xmlns:r="http://schemas.openxmlformats.org/officeDocument/2006/relationships" xmlns:p="http://schemas.openxmlformats.org/presentationml/2006/main">
  <p:tag name="EMFCHILD" val="True"/>
  <p:tag name="ORIGINALHEIGHT" val=" 2.331208"/>
  <p:tag name="ORIGINALWIDTH" val=" 6.638076"/>
</p:tagLst>
</file>

<file path=ppt/tags/tag7.xml><?xml version="1.0" encoding="utf-8"?>
<p:tagLst xmlns:a="http://schemas.openxmlformats.org/drawingml/2006/main" xmlns:r="http://schemas.openxmlformats.org/officeDocument/2006/relationships" xmlns:p="http://schemas.openxmlformats.org/presentationml/2006/main">
  <p:tag name="EMFCHILD" val="True"/>
  <p:tag name="ORIGINALHEIGHT" val=" 6.445811"/>
  <p:tag name="ORIGINALWIDTH" val=" 4.60169"/>
</p:tagLst>
</file>

<file path=ppt/tags/tag8.xml><?xml version="1.0" encoding="utf-8"?>
<p:tagLst xmlns:a="http://schemas.openxmlformats.org/drawingml/2006/main" xmlns:r="http://schemas.openxmlformats.org/officeDocument/2006/relationships" xmlns:p="http://schemas.openxmlformats.org/presentationml/2006/main">
  <p:tag name="EMFCHILD" val="True"/>
  <p:tag name="ORIGINALHEIGHT" val=" 9.962626"/>
  <p:tag name="ORIGINALWIDTH" val=" 2.315831"/>
</p:tagLst>
</file>

<file path=ppt/tags/tag9.xml><?xml version="1.0" encoding="utf-8"?>
<p:tagLst xmlns:a="http://schemas.openxmlformats.org/drawingml/2006/main" xmlns:r="http://schemas.openxmlformats.org/officeDocument/2006/relationships" xmlns:p="http://schemas.openxmlformats.org/presentationml/2006/main">
  <p:tag name="EMFCHILD" val="True"/>
  <p:tag name="ORIGINALHEIGHT" val=" 2.331208"/>
  <p:tag name="ORIGINALWIDTH" val=" 6.638076"/>
</p:tagLst>
</file>

<file path=ppt/tags/tag10.xml><?xml version="1.0" encoding="utf-8"?>
<p:tagLst xmlns:a="http://schemas.openxmlformats.org/drawingml/2006/main" xmlns:r="http://schemas.openxmlformats.org/officeDocument/2006/relationships" xmlns:p="http://schemas.openxmlformats.org/presentationml/2006/main">
  <p:tag name="EMFCHILD" val="True"/>
  <p:tag name="ORIGINALHEIGHT" val=" 29.87791"/>
  <p:tag name="ORIGINALWIDTH" val=" 5.160711"/>
</p:tagLst>
</file>

<file path=ppt/tags/tag11.xml><?xml version="1.0" encoding="utf-8"?>
<p:tagLst xmlns:a="http://schemas.openxmlformats.org/drawingml/2006/main" xmlns:r="http://schemas.openxmlformats.org/officeDocument/2006/relationships" xmlns:p="http://schemas.openxmlformats.org/presentationml/2006/main">
  <p:tag name="EMFCHILD" val="True"/>
  <p:tag name="ORIGINALHEIGHT" val=" 6.336222"/>
  <p:tag name="ORIGINALWIDTH" val=" 5.210619"/>
</p:tagLst>
</file>

<file path=ppt/tags/tag12.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6136"/>
</p:tagLst>
</file>

<file path=ppt/tags/tag13.xml><?xml version="1.0" encoding="utf-8"?>
<p:tagLst xmlns:a="http://schemas.openxmlformats.org/drawingml/2006/main" xmlns:r="http://schemas.openxmlformats.org/officeDocument/2006/relationships" xmlns:p="http://schemas.openxmlformats.org/presentationml/2006/main">
  <p:tag name="EMFCHILD" val="True"/>
  <p:tag name="ORIGINALHEIGHT" val=" 7.023662"/>
  <p:tag name="ORIGINALWIDTH" val=" 3.234175"/>
</p:tagLst>
</file>

<file path=ppt/tags/tag14.xml><?xml version="1.0" encoding="utf-8"?>
<p:tagLst xmlns:a="http://schemas.openxmlformats.org/drawingml/2006/main" xmlns:r="http://schemas.openxmlformats.org/officeDocument/2006/relationships" xmlns:p="http://schemas.openxmlformats.org/presentationml/2006/main">
  <p:tag name="EMFCHILD" val="True"/>
  <p:tag name="ORIGINALHEIGHT" val=" 6.445811"/>
  <p:tag name="ORIGINALWIDTH" val=" 4.60169"/>
</p:tagLst>
</file>

<file path=ppt/tags/tag15.xml><?xml version="1.0" encoding="utf-8"?>
<p:tagLst xmlns:a="http://schemas.openxmlformats.org/drawingml/2006/main" xmlns:r="http://schemas.openxmlformats.org/officeDocument/2006/relationships" xmlns:p="http://schemas.openxmlformats.org/presentationml/2006/main">
  <p:tag name="EMFCHILD" val="True"/>
  <p:tag name="ORIGINALHEIGHT" val=" 2.331208"/>
  <p:tag name="ORIGINALWIDTH" val=" 6.638076"/>
</p:tagLst>
</file>

<file path=ppt/tags/tag16.xml><?xml version="1.0" encoding="utf-8"?>
<p:tagLst xmlns:a="http://schemas.openxmlformats.org/drawingml/2006/main" xmlns:r="http://schemas.openxmlformats.org/officeDocument/2006/relationships" xmlns:p="http://schemas.openxmlformats.org/presentationml/2006/main">
  <p:tag name="EMFCHILD" val="True"/>
  <p:tag name="ORIGINALHEIGHT" val=" 6.635084"/>
  <p:tag name="ORIGINALWIDTH" val=" 3.294051"/>
</p:tagLst>
</file>

<file path=ppt/tags/tag17.xml><?xml version="1.0" encoding="utf-8"?>
<p:tagLst xmlns:a="http://schemas.openxmlformats.org/drawingml/2006/main" xmlns:r="http://schemas.openxmlformats.org/officeDocument/2006/relationships" xmlns:p="http://schemas.openxmlformats.org/presentationml/2006/main">
  <p:tag name="EMFCHILD" val="True"/>
  <p:tag name="ORIGINALHEIGHT" val=" 6.635084"/>
  <p:tag name="ORIGINALWIDTH" val=" 3.294051"/>
</p:tagLst>
</file>

<file path=ppt/tags/tag18.xml><?xml version="1.0" encoding="utf-8"?>
<p:tagLst xmlns:a="http://schemas.openxmlformats.org/drawingml/2006/main" xmlns:r="http://schemas.openxmlformats.org/officeDocument/2006/relationships" xmlns:p="http://schemas.openxmlformats.org/presentationml/2006/main">
  <p:tag name="EMFCHILD" val="True"/>
  <p:tag name="ORIGINALHEIGHT" val=" .3984816"/>
  <p:tag name="ORIGINALWIDTH" val=" 6.099058"/>
</p:tagLst>
</file>

<file path=ppt/tags/tag19.xml><?xml version="1.0" encoding="utf-8"?>
<p:tagLst xmlns:a="http://schemas.openxmlformats.org/drawingml/2006/main" xmlns:r="http://schemas.openxmlformats.org/officeDocument/2006/relationships" xmlns:p="http://schemas.openxmlformats.org/presentationml/2006/main">
  <p:tag name="EMFCHILD" val="True"/>
  <p:tag name="ORIGINALHEIGHT" val=" 6.336222"/>
  <p:tag name="ORIGINALWIDTH" val=" 5.210619"/>
</p:tagLst>
</file>

<file path=ppt/tags/tag20.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6136"/>
</p:tagLst>
</file>

<file path=ppt/tags/tag21.xml><?xml version="1.0" encoding="utf-8"?>
<p:tagLst xmlns:a="http://schemas.openxmlformats.org/drawingml/2006/main" xmlns:r="http://schemas.openxmlformats.org/officeDocument/2006/relationships" xmlns:p="http://schemas.openxmlformats.org/presentationml/2006/main">
  <p:tag name="EMFCHILD" val="True"/>
  <p:tag name="ORIGINALHEIGHT" val=" 7.023662"/>
  <p:tag name="ORIGINALWIDTH" val=" 3.234175"/>
</p:tagLst>
</file>

<file path=ppt/tags/tag22.xml><?xml version="1.0" encoding="utf-8"?>
<p:tagLst xmlns:a="http://schemas.openxmlformats.org/drawingml/2006/main" xmlns:r="http://schemas.openxmlformats.org/officeDocument/2006/relationships" xmlns:p="http://schemas.openxmlformats.org/presentationml/2006/main">
  <p:tag name="EMFCHILD" val="True"/>
  <p:tag name="ORIGINALHEIGHT" val=" 6.445811"/>
  <p:tag name="ORIGINALWIDTH" val=" 4.60169"/>
</p:tagLst>
</file>

<file path=ppt/tags/tag23.xml><?xml version="1.0" encoding="utf-8"?>
<p:tagLst xmlns:a="http://schemas.openxmlformats.org/drawingml/2006/main" xmlns:r="http://schemas.openxmlformats.org/officeDocument/2006/relationships" xmlns:p="http://schemas.openxmlformats.org/presentationml/2006/main">
  <p:tag name="EMFCHILD" val="True"/>
  <p:tag name="ORIGINALHEIGHT" val=" 2.331208"/>
  <p:tag name="ORIGINALWIDTH" val=" 6.638076"/>
</p:tagLst>
</file>

<file path=ppt/tags/tag24.xml><?xml version="1.0" encoding="utf-8"?>
<p:tagLst xmlns:a="http://schemas.openxmlformats.org/drawingml/2006/main" xmlns:r="http://schemas.openxmlformats.org/officeDocument/2006/relationships" xmlns:p="http://schemas.openxmlformats.org/presentationml/2006/main">
  <p:tag name="EMFCHILD" val="True"/>
  <p:tag name="ORIGINALHEIGHT" val=" 6.854261"/>
  <p:tag name="ORIGINALWIDTH" val=" 4.202427"/>
</p:tagLst>
</file>

<file path=ppt/tags/tag2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92"/>
  <p:tag name="IGUANATEXSIZE" val="20"/>
  <p:tag name="LATEXADDIN" val="\documentclass{article}&#10;\usepackage{amsmath}&#10;\pagestyle{empty}&#10;\begin{document}&#10;&#10;&#10;\[&#10;\text{Familias en acción}(y) =&#10;\begin{cases}&#10; 1 &amp; \text{if } y = \text{in} \\&#10; 0 &amp; \text{if } y = \text{out} \\&#10;\end{cases}&#10;\]&#10;&#10;&#10;&#10;&#10;\end{document}"/>
  <p:tag name="LATEXENGINEID" val="0"/>
  <p:tag name="LATEXFORMHEIGHT" val=" 320"/>
  <p:tag name="LATEXFORMWIDTH" val=" 385"/>
  <p:tag name="LATEXFORMWRAP" val="True"/>
  <p:tag name="ORIGINALHEIGHT" val=" 6.774578"/>
  <p:tag name="ORIGINALWIDTH" val=" 5.748402"/>
  <p:tag name="TEMPFOLDER" val="C:\Users\luisc\Documents\Custom Office Templates\iguana temp\"/>
  <p:tag name="TRANSPARENCY" val="True"/>
</p:tagLst>
</file>

<file path=ppt/tags/tag26.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4.493145"/>
</p:tagLst>
</file>

<file path=ppt/tags/tag27.xml><?xml version="1.0" encoding="utf-8"?>
<p:tagLst xmlns:a="http://schemas.openxmlformats.org/drawingml/2006/main" xmlns:r="http://schemas.openxmlformats.org/officeDocument/2006/relationships" xmlns:p="http://schemas.openxmlformats.org/presentationml/2006/main">
  <p:tag name="EMFCHILD" val="True"/>
  <p:tag name="ORIGINALHEIGHT" val=" 4.40343"/>
  <p:tag name="ORIGINALWIDTH" val=" 7.780813"/>
</p:tagLst>
</file>

<file path=ppt/tags/tag28.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1967"/>
</p:tagLst>
</file>

<file path=ppt/tags/tag29.xml><?xml version="1.0" encoding="utf-8"?>
<p:tagLst xmlns:a="http://schemas.openxmlformats.org/drawingml/2006/main" xmlns:r="http://schemas.openxmlformats.org/officeDocument/2006/relationships" xmlns:p="http://schemas.openxmlformats.org/presentationml/2006/main">
  <p:tag name="EMFCHILD" val="True"/>
  <p:tag name="ORIGINALHEIGHT" val=" 6.914073"/>
  <p:tag name="ORIGINALWIDTH" val=" 2.21165"/>
</p:tagLst>
</file>

<file path=ppt/tags/tag30.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1967"/>
</p:tagLst>
</file>

<file path=ppt/tags/tag31.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4.493145"/>
</p:tagLst>
</file>

<file path=ppt/tags/tag32.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3.257762"/>
</p:tagLst>
</file>

<file path=ppt/tags/tag33.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3.855484"/>
</p:tagLst>
</file>

<file path=ppt/tags/tag34.xml><?xml version="1.0" encoding="utf-8"?>
<p:tagLst xmlns:a="http://schemas.openxmlformats.org/drawingml/2006/main" xmlns:r="http://schemas.openxmlformats.org/officeDocument/2006/relationships" xmlns:p="http://schemas.openxmlformats.org/presentationml/2006/main">
  <p:tag name="EMFCHILD" val="True"/>
  <p:tag name="ORIGINALHEIGHT" val=" 4.40343"/>
  <p:tag name="ORIGINALWIDTH" val=" 5.011185"/>
</p:tagLst>
</file>

<file path=ppt/tags/tag35.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4.493145"/>
</p:tagLst>
</file>

<file path=ppt/tags/tag36.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3.795738"/>
</p:tagLst>
</file>

<file path=ppt/tags/tag37.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3.795738"/>
</p:tagLst>
</file>

<file path=ppt/tags/tag38.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1967"/>
</p:tagLst>
</file>

<file path=ppt/tags/tag39.xml><?xml version="1.0" encoding="utf-8"?>
<p:tagLst xmlns:a="http://schemas.openxmlformats.org/drawingml/2006/main" xmlns:r="http://schemas.openxmlformats.org/officeDocument/2006/relationships" xmlns:p="http://schemas.openxmlformats.org/presentationml/2006/main">
  <p:tag name="EMFCHILD" val="True"/>
  <p:tag name="ORIGINALHEIGHT" val=" 1.872916"/>
  <p:tag name="ORIGINALWIDTH" val=" 1.853043"/>
</p:tagLst>
</file>

<file path=ppt/tags/tag40.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4.413397"/>
</p:tagLst>
</file>

<file path=ppt/tags/tag41.xml><?xml version="1.0" encoding="utf-8"?>
<p:tagLst xmlns:a="http://schemas.openxmlformats.org/drawingml/2006/main" xmlns:r="http://schemas.openxmlformats.org/officeDocument/2006/relationships" xmlns:p="http://schemas.openxmlformats.org/presentationml/2006/main">
  <p:tag name="EMFCHILD" val="True"/>
  <p:tag name="ORIGINALHEIGHT" val=" 4.40343"/>
  <p:tag name="ORIGINALWIDTH" val=" 5.011185"/>
</p:tagLst>
</file>

<file path=ppt/tags/tag42.xml><?xml version="1.0" encoding="utf-8"?>
<p:tagLst xmlns:a="http://schemas.openxmlformats.org/drawingml/2006/main" xmlns:r="http://schemas.openxmlformats.org/officeDocument/2006/relationships" xmlns:p="http://schemas.openxmlformats.org/presentationml/2006/main">
  <p:tag name="EMFCHILD" val="True"/>
  <p:tag name="ORIGINALHEIGHT" val=" 9.962626"/>
  <p:tag name="ORIGINALWIDTH" val=" 2.311271"/>
</p:tagLst>
</file>

<file path=ppt/tags/tag43.xml><?xml version="1.0" encoding="utf-8"?>
<p:tagLst xmlns:a="http://schemas.openxmlformats.org/drawingml/2006/main" xmlns:r="http://schemas.openxmlformats.org/officeDocument/2006/relationships" xmlns:p="http://schemas.openxmlformats.org/presentationml/2006/main">
  <p:tag name="EMFCHILD" val="True"/>
  <p:tag name="ORIGINALHEIGHT" val=" 6.445811"/>
  <p:tag name="ORIGINALWIDTH" val=" 4.592766"/>
</p:tagLst>
</file>

<file path=ppt/tags/tag44.xml><?xml version="1.0" encoding="utf-8"?>
<p:tagLst xmlns:a="http://schemas.openxmlformats.org/drawingml/2006/main" xmlns:r="http://schemas.openxmlformats.org/officeDocument/2006/relationships" xmlns:p="http://schemas.openxmlformats.org/presentationml/2006/main">
  <p:tag name="EMFCHILD" val="True"/>
  <p:tag name="ORIGINALHEIGHT" val=" 9.962626"/>
  <p:tag name="ORIGINALWIDTH" val=" 2.311271"/>
</p:tagLst>
</file>

<file path=ppt/tags/tag45.xml><?xml version="1.0" encoding="utf-8"?>
<p:tagLst xmlns:a="http://schemas.openxmlformats.org/drawingml/2006/main" xmlns:r="http://schemas.openxmlformats.org/officeDocument/2006/relationships" xmlns:p="http://schemas.openxmlformats.org/presentationml/2006/main">
  <p:tag name="EMFCHILD" val="True"/>
  <p:tag name="ORIGINALHEIGHT" val=" 2.331208"/>
  <p:tag name="ORIGINALWIDTH" val=" 6.625113"/>
</p:tagLst>
</file>

<file path=ppt/tags/tag46.xml><?xml version="1.0" encoding="utf-8"?>
<p:tagLst xmlns:a="http://schemas.openxmlformats.org/drawingml/2006/main" xmlns:r="http://schemas.openxmlformats.org/officeDocument/2006/relationships" xmlns:p="http://schemas.openxmlformats.org/presentationml/2006/main">
  <p:tag name="EMFCHILD" val="True"/>
  <p:tag name="ORIGINALHEIGHT" val=" 29.87791"/>
  <p:tag name="ORIGINALWIDTH" val=" 5.150679"/>
</p:tagLst>
</file>

<file path=ppt/tags/tag47.xml><?xml version="1.0" encoding="utf-8"?>
<p:tagLst xmlns:a="http://schemas.openxmlformats.org/drawingml/2006/main" xmlns:r="http://schemas.openxmlformats.org/officeDocument/2006/relationships" xmlns:p="http://schemas.openxmlformats.org/presentationml/2006/main">
  <p:tag name="EMFCHILD" val="True"/>
  <p:tag name="ORIGINALHEIGHT" val=" 6.635084"/>
  <p:tag name="ORIGINALWIDTH" val=" 3.287668"/>
</p:tagLst>
</file>

<file path=ppt/tags/tag48.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1967"/>
</p:tagLst>
</file>

<file path=ppt/tags/tag49.xml><?xml version="1.0" encoding="utf-8"?>
<p:tagLst xmlns:a="http://schemas.openxmlformats.org/drawingml/2006/main" xmlns:r="http://schemas.openxmlformats.org/officeDocument/2006/relationships" xmlns:p="http://schemas.openxmlformats.org/presentationml/2006/main">
  <p:tag name="EMFCHILD" val="True"/>
  <p:tag name="ORIGINALHEIGHT" val=" 7.023662"/>
  <p:tag name="ORIGINALWIDTH" val=" 3.227856"/>
</p:tagLst>
</file>

<file path=ppt/tags/tag50.xml><?xml version="1.0" encoding="utf-8"?>
<p:tagLst xmlns:a="http://schemas.openxmlformats.org/drawingml/2006/main" xmlns:r="http://schemas.openxmlformats.org/officeDocument/2006/relationships" xmlns:p="http://schemas.openxmlformats.org/presentationml/2006/main">
  <p:tag name="EMFCHILD" val="True"/>
  <p:tag name="ORIGINALHEIGHT" val=" 6.445811"/>
  <p:tag name="ORIGINALWIDTH" val=" 4.592766"/>
</p:tagLst>
</file>

<file path=ppt/tags/tag51.xml><?xml version="1.0" encoding="utf-8"?>
<p:tagLst xmlns:a="http://schemas.openxmlformats.org/drawingml/2006/main" xmlns:r="http://schemas.openxmlformats.org/officeDocument/2006/relationships" xmlns:p="http://schemas.openxmlformats.org/presentationml/2006/main">
  <p:tag name="EMFCHILD" val="True"/>
  <p:tag name="ORIGINALHEIGHT" val=" 2.331208"/>
  <p:tag name="ORIGINALWIDTH" val=" 6.625113"/>
</p:tagLst>
</file>

<file path=ppt/tags/tag52.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1967"/>
</p:tagLst>
</file>

<file path=ppt/tags/tag53.xml><?xml version="1.0" encoding="utf-8"?>
<p:tagLst xmlns:a="http://schemas.openxmlformats.org/drawingml/2006/main" xmlns:r="http://schemas.openxmlformats.org/officeDocument/2006/relationships" xmlns:p="http://schemas.openxmlformats.org/presentationml/2006/main">
  <p:tag name="EMFCHILD" val="True"/>
  <p:tag name="ORIGINALHEIGHT" val=" 4.40343"/>
  <p:tag name="ORIGINALWIDTH" val=" 5.011185"/>
</p:tagLst>
</file>

<file path=ppt/tags/tag54.xml><?xml version="1.0" encoding="utf-8"?>
<p:tagLst xmlns:a="http://schemas.openxmlformats.org/drawingml/2006/main" xmlns:r="http://schemas.openxmlformats.org/officeDocument/2006/relationships" xmlns:p="http://schemas.openxmlformats.org/presentationml/2006/main">
  <p:tag name="EMFCHILD" val="True"/>
  <p:tag name="ORIGINALHEIGHT" val=" 6.854261"/>
  <p:tag name="ORIGINALWIDTH" val=" 4.19422"/>
</p:tagLst>
</file>

<file path=ppt/tags/tag55.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1967"/>
</p:tagLst>
</file>

<file path=ppt/tags/tag56.xml><?xml version="1.0" encoding="utf-8"?>
<p:tagLst xmlns:a="http://schemas.openxmlformats.org/drawingml/2006/main" xmlns:r="http://schemas.openxmlformats.org/officeDocument/2006/relationships" xmlns:p="http://schemas.openxmlformats.org/presentationml/2006/main">
  <p:tag name="EMFCHILD" val="True"/>
  <p:tag name="ORIGINALHEIGHT" val=" 7.023662"/>
  <p:tag name="ORIGINALWIDTH" val=" 3.227856"/>
</p:tagLst>
</file>

<file path=ppt/tags/tag57.xml><?xml version="1.0" encoding="utf-8"?>
<p:tagLst xmlns:a="http://schemas.openxmlformats.org/drawingml/2006/main" xmlns:r="http://schemas.openxmlformats.org/officeDocument/2006/relationships" xmlns:p="http://schemas.openxmlformats.org/presentationml/2006/main">
  <p:tag name="EMFCHILD" val="True"/>
  <p:tag name="ORIGINALHEIGHT" val=" 6.445811"/>
  <p:tag name="ORIGINALWIDTH" val=" 4.592766"/>
</p:tagLst>
</file>

<file path=ppt/tags/tag58.xml><?xml version="1.0" encoding="utf-8"?>
<p:tagLst xmlns:a="http://schemas.openxmlformats.org/drawingml/2006/main" xmlns:r="http://schemas.openxmlformats.org/officeDocument/2006/relationships" xmlns:p="http://schemas.openxmlformats.org/presentationml/2006/main">
  <p:tag name="EMFCHILD" val="True"/>
  <p:tag name="ORIGINALHEIGHT" val=" 2.331208"/>
  <p:tag name="ORIGINALWIDTH" val=" 6.625113"/>
</p:tagLst>
</file>

<file path=ppt/tags/tag59.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4.413397"/>
</p:tagLst>
</file>

<file path=ppt/tags/tag60.xml><?xml version="1.0" encoding="utf-8"?>
<p:tagLst xmlns:a="http://schemas.openxmlformats.org/drawingml/2006/main" xmlns:r="http://schemas.openxmlformats.org/officeDocument/2006/relationships" xmlns:p="http://schemas.openxmlformats.org/presentationml/2006/main">
  <p:tag name="EMFCHILD" val="True"/>
  <p:tag name="ORIGINALHEIGHT" val=" 4.513019"/>
  <p:tag name="ORIGINALWIDTH" val=" 5.011185"/>
</p:tagLst>
</file>

<file path=ppt/tags/tag61.xml><?xml version="1.0" encoding="utf-8"?>
<p:tagLst xmlns:a="http://schemas.openxmlformats.org/drawingml/2006/main" xmlns:r="http://schemas.openxmlformats.org/officeDocument/2006/relationships" xmlns:p="http://schemas.openxmlformats.org/presentationml/2006/main">
  <p:tag name="EMFCHILD" val="True"/>
  <p:tag name="ORIGINALHEIGHT" val=" 6.236602"/>
  <p:tag name="ORIGINALWIDTH" val=" 3.118267"/>
</p:tagLst>
</file>

<file path=ppt/tags/tag6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50"/>
  <p:tag name="IGUANATEXSIZE" val="20"/>
  <p:tag name="IGUANATEXVERSION" val="162"/>
  <p:tag name="LATEXADDIN" val="\documentclass{article}&#10;\usepackage{amsmath}&#10;\usepackage{amsfonts}&#10;\pagestyle{empty}&#10;\begin{document}&#10;&#10;&#10;\[&#10;\mathbb{E}(Y) = (1 - p) \cdot 0 + p \cdot 1&#10;\]&#10;&#10;&#10;&#10;&#10;&#10;\end{document}"/>
  <p:tag name="LATEXENGINEID" val="0"/>
  <p:tag name="LATEXFORMHEIGHT" val=" 320"/>
  <p:tag name="LATEXFORMWIDTH" val=" 385"/>
  <p:tag name="LATEXFORMWRAP" val="True"/>
  <p:tag name="ORIGINALHEIGHT" val=" 9.713542"/>
  <p:tag name="ORIGINALWIDTH" val=" 106.4343"/>
  <p:tag name="OUTPUTTYPE" val="SVG"/>
  <p:tag name="TEMPFOLDER" val="C:\Users\luisc\Documents\Custom Office Templates\iguana temp\"/>
  <p:tag name="TRANSPARENCY" val="True"/>
</p:tagLst>
</file>

<file path=ppt/tags/tag6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63"/>
  <p:tag name="IGUANATEXSIZE" val="20"/>
  <p:tag name="IGUANATEXVERSION" val="162"/>
  <p:tag name="LATEXADDIN" val="\documentclass{article}&#10;\usepackage{amsmath}&#10;\usepackage{amsfonts}&#10;\pagestyle{empty}&#10;\begin{document}&#10;&#10;&#10;\[&#10;\mathbb{E}(Y) = (1 - p) \cdot 0 + p \cdot 1 = \mu&#10;\]&#10;&#10;&#10;&#10;&#10;&#10;\end{document}"/>
  <p:tag name="LATEXENGINEID" val="0"/>
  <p:tag name="LATEXFORMHEIGHT" val=" 320"/>
  <p:tag name="LATEXFORMWIDTH" val=" 385"/>
  <p:tag name="LATEXFORMWRAP" val="True"/>
  <p:tag name="ORIGINALHEIGHT" val=" 9.713542"/>
  <p:tag name="ORIGINALWIDTH" val=" 126.7251"/>
  <p:tag name="OUTPUTTYPE" val="SVG"/>
  <p:tag name="TEMPFOLDER" val="C:\Users\luisc\Documents\Custom Office Templates\iguana temp\"/>
  <p:tag name="TRANSPARENCY" val="True"/>
</p:tagLst>
</file>

<file path=ppt/tags/tag6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24"/>
  <p:tag name="IGUANATEXSIZE" val="20"/>
  <p:tag name="IGUANATEXVERSION" val="162"/>
  <p:tag name="LATEXADDIN" val="\documentclass{article}&#10;\usepackage{amsmath}&#10;\usepackage{amsfonts}&#10;\pagestyle{empty}&#10;\begin{document}&#10;&#10;&#10;\[&#10;\mathbb{E}(Y) = p = \mu&#10;\]&#10;&#10;&#10;&#10;&#10;&#10;\end{document}"/>
  <p:tag name="LATEXENGINEID" val="0"/>
  <p:tag name="LATEXFORMHEIGHT" val=" 320"/>
  <p:tag name="LATEXFORMWIDTH" val=" 385"/>
  <p:tag name="LATEXFORMWRAP" val="True"/>
  <p:tag name="ORIGINALHEIGHT" val=" 9.713542"/>
  <p:tag name="ORIGINALWIDTH" val=" 59.52671"/>
  <p:tag name="OUTPUTTYPE" val="SVG"/>
  <p:tag name="TEMPFOLDER" val="C:\Users\luisc\Documents\Custom Office Templates\iguana temp\"/>
  <p:tag name="TRANSPARENCY" val="True"/>
</p:tagLst>
</file>

<file path=ppt/tags/tag6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58"/>
  <p:tag name="IGUANATEXSIZE" val="20"/>
  <p:tag name="IGUANATEXVERSION" val="162"/>
  <p:tag name="LATEXADDIN" val="\documentclass{article}&#10;\usepackage{amsmath}&#10;\usepackage{amsfonts}&#10;\pagestyle{empty}&#10;\begin{document}&#10;&#10;&#10;\[&#10;\mathrm{Var}(Y) = \mathbb{E}(Y^2) - \left[\mathbb{E}(Y)\right]^2&#10;\]&#10;&#10;&#10;&#10;&#10;&#10;\end{document}"/>
  <p:tag name="LATEXENGINEID" val="0"/>
  <p:tag name="LATEXFORMHEIGHT" val=" 320"/>
  <p:tag name="LATEXFORMWIDTH" val=" 385"/>
  <p:tag name="LATEXFORMWRAP" val="True"/>
  <p:tag name="ORIGINALHEIGHT" val=" 12.1303"/>
  <p:tag name="ORIGINALWIDTH" val=" 115.3442"/>
  <p:tag name="OUTPUTTYPE" val="SVG"/>
  <p:tag name="TEMPFOLDER" val="C:\Users\luisc\Documents\Custom Office Templates\iguana temp\"/>
  <p:tag name="TRANSPARENCY" val="True"/>
</p:tagLst>
</file>

<file path=ppt/tags/tag66.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44"/>
  <p:tag name="IGUANATEXSIZE" val="20"/>
  <p:tag name="IGUANATEXVERSION" val="162"/>
  <p:tag name="LATEXADDIN" val="\documentclass{article}&#10;\usepackage{amsmath}&#10;\usepackage{amsfonts}&#10;\pagestyle{empty}&#10;\begin{document}&#10;&#10;&#10;\[&#10;\mathrm{Var}(Y) = \mathbb{E}(Y) - \mu^2&#10;\]&#10;&#10;&#10;&#10;&#10;&#10;\end{document}"/>
  <p:tag name="LATEXENGINEID" val="0"/>
  <p:tag name="LATEXFORMHEIGHT" val=" 320"/>
  <p:tag name="LATEXFORMWIDTH" val=" 385"/>
  <p:tag name="LATEXFORMWRAP" val="True"/>
  <p:tag name="ORIGINALHEIGHT" val=" 11.4901"/>
  <p:tag name="ORIGINALWIDTH" val=" 88.70389"/>
  <p:tag name="OUTPUTTYPE" val="SVG"/>
  <p:tag name="TEMPFOLDER" val="C:\Users\luisc\Documents\Custom Office Templates\iguana temp\"/>
  <p:tag name="TRANSPARENCY" val="True"/>
</p:tagLst>
</file>

<file path=ppt/tags/tag6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28"/>
  <p:tag name="IGUANATEXSIZE" val="20"/>
  <p:tag name="IGUANATEXVERSION" val="162"/>
  <p:tag name="LATEXADDIN" val="\documentclass{article}&#10;\usepackage{amsmath}&#10;\usepackage{amsfonts}&#10;\pagestyle{empty}&#10;\begin{document}&#10;&#10;&#10;\[&#10;\mathrm{Var}(Y) = \mu - \mu^2&#10;\]&#10;&#10;&#10;&#10;&#10;&#10;\end{document}"/>
  <p:tag name="LATEXENGINEID" val="0"/>
  <p:tag name="LATEXFORMHEIGHT" val=" 320"/>
  <p:tag name="LATEXFORMWIDTH" val=" 385"/>
  <p:tag name="LATEXFORMWRAP" val="True"/>
  <p:tag name="ORIGINALHEIGHT" val=" 11.4901"/>
  <p:tag name="ORIGINALWIDTH" val=" 71.82323"/>
  <p:tag name="OUTPUTTYPE" val="SVG"/>
  <p:tag name="TEMPFOLDER" val="C:\Users\luisc\Documents\Custom Office Templates\iguana temp\"/>
  <p:tag name="TRANSPARENCY" val="True"/>
</p:tagLst>
</file>

<file path=ppt/tags/tag6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44"/>
  <p:tag name="IGUANATEXSIZE" val="20"/>
  <p:tag name="IGUANATEXVERSION" val="162"/>
  <p:tag name="LATEXADDIN" val="\documentclass{article}&#10;\usepackage{amsmath}&#10;\usepackage{amsfonts}&#10;\pagestyle{empty}&#10;\begin{document}&#10;&#10;&#10;\[&#10;\mathrm{Var}(Y) = \mu \cdot (1 - \mu)&#10;\]&#10;&#10;&#10;&#10;&#10;&#10;\end{document}"/>
  <p:tag name="LATEXENGINEID" val="0"/>
  <p:tag name="LATEXFORMHEIGHT" val=" 320"/>
  <p:tag name="LATEXFORMWIDTH" val=" 385"/>
  <p:tag name="LATEXFORMWRAP" val="True"/>
  <p:tag name="ORIGINALHEIGHT" val=" 9.713482"/>
  <p:tag name="ORIGINALWIDTH" val=" 86.98681"/>
  <p:tag name="OUTPUTTYPE" val="SVG"/>
  <p:tag name="TEMPFOLDER" val="C:\Users\luisc\Documents\Custom Office Templates\iguana temp\"/>
  <p:tag name="TRANSPARENCY" val="True"/>
</p:tagLst>
</file>

<file path=ppt/tags/tag6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92"/>
  <p:tag name="IGUANATEXSIZE" val="20"/>
  <p:tag name="IGUANATEXVERSION" val="162"/>
  <p:tag name="LATEXADDIN" val="\documentclass{article}&#10;\usepackage{amsmath}&#10;\pagestyle{empty}&#10;\begin{document}&#10;&#10;&#10;\[&#10;\text{Familias en acción}(y) =&#10;\begin{cases}&#10; 1 &amp; \text{if } y = \text{in} \\&#10; 0 &amp; \text{if } y = \text{out} \\&#10;\end{cases}&#10;\]&#10;&#10;&#10;&#10;&#10;\end{document}"/>
  <p:tag name="LATEXENGINEID" val="0"/>
  <p:tag name="LATEXFORMHEIGHT" val=" 320"/>
  <p:tag name="LATEXFORMWIDTH" val=" 385"/>
  <p:tag name="LATEXFORMWRAP" val="True"/>
  <p:tag name="ORIGINALHEIGHT" val=" 29.87791"/>
  <p:tag name="ORIGINALWIDTH" val=" 170.2914"/>
  <p:tag name="OUTPUTTYPE" val="SVG"/>
  <p:tag name="TEMPFOLDER" val="C:\Users\luisc\Documents\Custom Office Templates\iguana temp\"/>
  <p:tag name="TRANSPARENCY" val="True"/>
</p:tagLst>
</file>

<file path=ppt/tags/tag7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49"/>
  <p:tag name="IGUANATEXSIZE" val="20"/>
  <p:tag name="IGUANATEXVERSION" val="162"/>
  <p:tag name="LATEXADDIN" val="\documentclass{article}&#10;\usepackage{amsmath}&#10;\pagestyle{empty}&#10;\begin{document}&#10;\[&#10;P(Y = y) = &#10;\begin{cases}&#10;p &amp; \text{if } y = 1 \\&#10;1 - p &amp; \text{if } y = 0 \\&#10;\end{cases}&#10;\]&#10;\end{document}"/>
  <p:tag name="LATEXENGINEID" val="0"/>
  <p:tag name="LATEXFORMHEIGHT" val=" 320"/>
  <p:tag name="LATEXFORMWIDTH" val=" 385"/>
  <p:tag name="LATEXFORMWRAP" val="True"/>
  <p:tag name="ORIGINALHEIGHT" val=" 29.87791"/>
  <p:tag name="ORIGINALWIDTH" val=" 127.5844"/>
  <p:tag name="OUTPUTTYPE" val="SVG"/>
  <p:tag name="TEMPFOLDER" val="C:\Users\luisc\Documents\Custom Office Templates\iguana temp\"/>
  <p:tag name="TRANSPARENCY" val="True"/>
</p:tagLst>
</file>

<file path=ppt/tags/tag7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49"/>
  <p:tag name="IGUANATEXSIZE" val="20"/>
  <p:tag name="LATEXADDIN" val="\documentclass{article}&#10;\usepackage{amsmath}&#10;\pagestyle{empty}&#10;\begin{document}&#10;\[&#10;P(Y = y) = &#10;\begin{cases}&#10;p &amp; \text{if } y = 1 \\&#10;1 - p &amp; \text{if } y = 0 \\&#10;\end{cases}&#10;\]&#10;\end{document}"/>
  <p:tag name="LATEXENGINEID" val="0"/>
  <p:tag name="LATEXFORMHEIGHT" val=" 320"/>
  <p:tag name="LATEXFORMWIDTH" val=" 385"/>
  <p:tag name="LATEXFORMWRAP" val="True"/>
  <p:tag name="ORIGINALHEIGHT" val=" 6.804484"/>
  <p:tag name="ORIGINALWIDTH" val=" 7.127187"/>
  <p:tag name="TEMPFOLDER" val="C:\Users\luisc\Documents\Custom Office Templates\iguana temp\"/>
  <p:tag name="TRANSPARENCY" val="True"/>
</p:tagLst>
</file>

<file path=ppt/tags/tag72.xml><?xml version="1.0" encoding="utf-8"?>
<p:tagLst xmlns:a="http://schemas.openxmlformats.org/drawingml/2006/main" xmlns:r="http://schemas.openxmlformats.org/officeDocument/2006/relationships" xmlns:p="http://schemas.openxmlformats.org/presentationml/2006/main">
  <p:tag name="EMFCHILD" val="True"/>
  <p:tag name="ORIGINALHEIGHT" val=" 9.962626"/>
  <p:tag name="ORIGINALWIDTH" val=" 2.315831"/>
</p:tagLst>
</file>

<file path=ppt/tags/tag73.xml><?xml version="1.0" encoding="utf-8"?>
<p:tagLst xmlns:a="http://schemas.openxmlformats.org/drawingml/2006/main" xmlns:r="http://schemas.openxmlformats.org/officeDocument/2006/relationships" xmlns:p="http://schemas.openxmlformats.org/presentationml/2006/main">
  <p:tag name="EMFCHILD" val="True"/>
  <p:tag name="ORIGINALHEIGHT" val=" 6.804484"/>
  <p:tag name="ORIGINALWIDTH" val=" 7.256973"/>
</p:tagLst>
</file>

<file path=ppt/tags/tag74.xml><?xml version="1.0" encoding="utf-8"?>
<p:tagLst xmlns:a="http://schemas.openxmlformats.org/drawingml/2006/main" xmlns:r="http://schemas.openxmlformats.org/officeDocument/2006/relationships" xmlns:p="http://schemas.openxmlformats.org/presentationml/2006/main">
  <p:tag name="EMFCHILD" val="True"/>
  <p:tag name="ORIGINALHEIGHT" val=" 2.331208"/>
  <p:tag name="ORIGINALWIDTH" val=" 6.638076"/>
</p:tagLst>
</file>

<file path=ppt/tags/tag75.xml><?xml version="1.0" encoding="utf-8"?>
<p:tagLst xmlns:a="http://schemas.openxmlformats.org/drawingml/2006/main" xmlns:r="http://schemas.openxmlformats.org/officeDocument/2006/relationships" xmlns:p="http://schemas.openxmlformats.org/presentationml/2006/main">
  <p:tag name="EMFCHILD" val="True"/>
  <p:tag name="ORIGINALHEIGHT" val=" 6.445811"/>
  <p:tag name="ORIGINALWIDTH" val=" 4.60169"/>
</p:tagLst>
</file>

<file path=ppt/tags/tag76.xml><?xml version="1.0" encoding="utf-8"?>
<p:tagLst xmlns:a="http://schemas.openxmlformats.org/drawingml/2006/main" xmlns:r="http://schemas.openxmlformats.org/officeDocument/2006/relationships" xmlns:p="http://schemas.openxmlformats.org/presentationml/2006/main">
  <p:tag name="EMFCHILD" val="True"/>
  <p:tag name="ORIGINALHEIGHT" val=" 9.962626"/>
  <p:tag name="ORIGINALWIDTH" val=" 2.315831"/>
</p:tagLst>
</file>

<file path=ppt/tags/tag77.xml><?xml version="1.0" encoding="utf-8"?>
<p:tagLst xmlns:a="http://schemas.openxmlformats.org/drawingml/2006/main" xmlns:r="http://schemas.openxmlformats.org/officeDocument/2006/relationships" xmlns:p="http://schemas.openxmlformats.org/presentationml/2006/main">
  <p:tag name="EMFCHILD" val="True"/>
  <p:tag name="ORIGINALHEIGHT" val=" 2.331208"/>
  <p:tag name="ORIGINALWIDTH" val=" 6.638076"/>
</p:tagLst>
</file>

<file path=ppt/tags/tag78.xml><?xml version="1.0" encoding="utf-8"?>
<p:tagLst xmlns:a="http://schemas.openxmlformats.org/drawingml/2006/main" xmlns:r="http://schemas.openxmlformats.org/officeDocument/2006/relationships" xmlns:p="http://schemas.openxmlformats.org/presentationml/2006/main">
  <p:tag name="EMFCHILD" val="True"/>
  <p:tag name="ORIGINALHEIGHT" val=" 29.87791"/>
  <p:tag name="ORIGINALWIDTH" val=" 5.160711"/>
</p:tagLst>
</file>

<file path=ppt/tags/tag79.xml><?xml version="1.0" encoding="utf-8"?>
<p:tagLst xmlns:a="http://schemas.openxmlformats.org/drawingml/2006/main" xmlns:r="http://schemas.openxmlformats.org/officeDocument/2006/relationships" xmlns:p="http://schemas.openxmlformats.org/presentationml/2006/main">
  <p:tag name="EMFCHILD" val="True"/>
  <p:tag name="ORIGINALHEIGHT" val=" 6.336222"/>
  <p:tag name="ORIGINALWIDTH" val=" 5.210619"/>
</p:tagLst>
</file>

<file path=ppt/tags/tag80.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6136"/>
</p:tagLst>
</file>

<file path=ppt/tags/tag81.xml><?xml version="1.0" encoding="utf-8"?>
<p:tagLst xmlns:a="http://schemas.openxmlformats.org/drawingml/2006/main" xmlns:r="http://schemas.openxmlformats.org/officeDocument/2006/relationships" xmlns:p="http://schemas.openxmlformats.org/presentationml/2006/main">
  <p:tag name="EMFCHILD" val="True"/>
  <p:tag name="ORIGINALHEIGHT" val=" 7.023662"/>
  <p:tag name="ORIGINALWIDTH" val=" 3.234175"/>
</p:tagLst>
</file>

<file path=ppt/tags/tag82.xml><?xml version="1.0" encoding="utf-8"?>
<p:tagLst xmlns:a="http://schemas.openxmlformats.org/drawingml/2006/main" xmlns:r="http://schemas.openxmlformats.org/officeDocument/2006/relationships" xmlns:p="http://schemas.openxmlformats.org/presentationml/2006/main">
  <p:tag name="EMFCHILD" val="True"/>
  <p:tag name="ORIGINALHEIGHT" val=" 6.445811"/>
  <p:tag name="ORIGINALWIDTH" val=" 4.60169"/>
</p:tagLst>
</file>

<file path=ppt/tags/tag83.xml><?xml version="1.0" encoding="utf-8"?>
<p:tagLst xmlns:a="http://schemas.openxmlformats.org/drawingml/2006/main" xmlns:r="http://schemas.openxmlformats.org/officeDocument/2006/relationships" xmlns:p="http://schemas.openxmlformats.org/presentationml/2006/main">
  <p:tag name="EMFCHILD" val="True"/>
  <p:tag name="ORIGINALHEIGHT" val=" 2.331208"/>
  <p:tag name="ORIGINALWIDTH" val=" 6.638076"/>
</p:tagLst>
</file>

<file path=ppt/tags/tag84.xml><?xml version="1.0" encoding="utf-8"?>
<p:tagLst xmlns:a="http://schemas.openxmlformats.org/drawingml/2006/main" xmlns:r="http://schemas.openxmlformats.org/officeDocument/2006/relationships" xmlns:p="http://schemas.openxmlformats.org/presentationml/2006/main">
  <p:tag name="EMFCHILD" val="True"/>
  <p:tag name="ORIGINALHEIGHT" val=" 6.635084"/>
  <p:tag name="ORIGINALWIDTH" val=" 3.294051"/>
</p:tagLst>
</file>

<file path=ppt/tags/tag85.xml><?xml version="1.0" encoding="utf-8"?>
<p:tagLst xmlns:a="http://schemas.openxmlformats.org/drawingml/2006/main" xmlns:r="http://schemas.openxmlformats.org/officeDocument/2006/relationships" xmlns:p="http://schemas.openxmlformats.org/presentationml/2006/main">
  <p:tag name="EMFCHILD" val="True"/>
  <p:tag name="ORIGINALHEIGHT" val=" 6.635084"/>
  <p:tag name="ORIGINALWIDTH" val=" 3.294051"/>
</p:tagLst>
</file>

<file path=ppt/tags/tag86.xml><?xml version="1.0" encoding="utf-8"?>
<p:tagLst xmlns:a="http://schemas.openxmlformats.org/drawingml/2006/main" xmlns:r="http://schemas.openxmlformats.org/officeDocument/2006/relationships" xmlns:p="http://schemas.openxmlformats.org/presentationml/2006/main">
  <p:tag name="EMFCHILD" val="True"/>
  <p:tag name="ORIGINALHEIGHT" val=" .3984816"/>
  <p:tag name="ORIGINALWIDTH" val=" 6.099058"/>
</p:tagLst>
</file>

<file path=ppt/tags/tag87.xml><?xml version="1.0" encoding="utf-8"?>
<p:tagLst xmlns:a="http://schemas.openxmlformats.org/drawingml/2006/main" xmlns:r="http://schemas.openxmlformats.org/officeDocument/2006/relationships" xmlns:p="http://schemas.openxmlformats.org/presentationml/2006/main">
  <p:tag name="EMFCHILD" val="True"/>
  <p:tag name="ORIGINALHEIGHT" val=" 6.336222"/>
  <p:tag name="ORIGINALWIDTH" val=" 5.210619"/>
</p:tagLst>
</file>

<file path=ppt/tags/tag88.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6136"/>
</p:tagLst>
</file>

<file path=ppt/tags/tag89.xml><?xml version="1.0" encoding="utf-8"?>
<p:tagLst xmlns:a="http://schemas.openxmlformats.org/drawingml/2006/main" xmlns:r="http://schemas.openxmlformats.org/officeDocument/2006/relationships" xmlns:p="http://schemas.openxmlformats.org/presentationml/2006/main">
  <p:tag name="EMFCHILD" val="True"/>
  <p:tag name="ORIGINALHEIGHT" val=" 7.023662"/>
  <p:tag name="ORIGINALWIDTH" val=" 3.234175"/>
</p:tagLst>
</file>

<file path=ppt/tags/tag90.xml><?xml version="1.0" encoding="utf-8"?>
<p:tagLst xmlns:a="http://schemas.openxmlformats.org/drawingml/2006/main" xmlns:r="http://schemas.openxmlformats.org/officeDocument/2006/relationships" xmlns:p="http://schemas.openxmlformats.org/presentationml/2006/main">
  <p:tag name="EMFCHILD" val="True"/>
  <p:tag name="ORIGINALHEIGHT" val=" 6.445811"/>
  <p:tag name="ORIGINALWIDTH" val=" 4.60169"/>
</p:tagLst>
</file>

<file path=ppt/tags/tag91.xml><?xml version="1.0" encoding="utf-8"?>
<p:tagLst xmlns:a="http://schemas.openxmlformats.org/drawingml/2006/main" xmlns:r="http://schemas.openxmlformats.org/officeDocument/2006/relationships" xmlns:p="http://schemas.openxmlformats.org/presentationml/2006/main">
  <p:tag name="EMFCHILD" val="True"/>
  <p:tag name="ORIGINALHEIGHT" val=" 2.331208"/>
  <p:tag name="ORIGINALWIDTH" val=" 6.638076"/>
</p:tagLst>
</file>

<file path=ppt/tags/tag92.xml><?xml version="1.0" encoding="utf-8"?>
<p:tagLst xmlns:a="http://schemas.openxmlformats.org/drawingml/2006/main" xmlns:r="http://schemas.openxmlformats.org/officeDocument/2006/relationships" xmlns:p="http://schemas.openxmlformats.org/presentationml/2006/main">
  <p:tag name="EMFCHILD" val="True"/>
  <p:tag name="ORIGINALHEIGHT" val=" 6.854261"/>
  <p:tag name="ORIGINALWIDTH" val=" 4.202427"/>
</p:tagLst>
</file>

<file path=ppt/tags/tag9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92"/>
  <p:tag name="IGUANATEXSIZE" val="20"/>
  <p:tag name="LATEXADDIN" val="\documentclass{article}&#10;\usepackage{amsmath}&#10;\pagestyle{empty}&#10;\begin{document}&#10;&#10;&#10;\[&#10;\text{Familias en acción}(y) =&#10;\begin{cases}&#10; 1 &amp; \text{if } y = \text{in} \\&#10; 0 &amp; \text{if } y = \text{out} \\&#10;\end{cases}&#10;\]&#10;&#10;&#10;&#10;&#10;\end{document}"/>
  <p:tag name="LATEXENGINEID" val="0"/>
  <p:tag name="LATEXFORMHEIGHT" val=" 320"/>
  <p:tag name="LATEXFORMWIDTH" val=" 385"/>
  <p:tag name="LATEXFORMWRAP" val="True"/>
  <p:tag name="ORIGINALHEIGHT" val=" 6.774578"/>
  <p:tag name="ORIGINALWIDTH" val=" 5.748402"/>
  <p:tag name="TEMPFOLDER" val="C:\Users\luisc\Documents\Custom Office Templates\iguana temp\"/>
  <p:tag name="TRANSPARENCY" val="True"/>
</p:tagLst>
</file>

<file path=ppt/tags/tag94.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4.493145"/>
</p:tagLst>
</file>

<file path=ppt/tags/tag95.xml><?xml version="1.0" encoding="utf-8"?>
<p:tagLst xmlns:a="http://schemas.openxmlformats.org/drawingml/2006/main" xmlns:r="http://schemas.openxmlformats.org/officeDocument/2006/relationships" xmlns:p="http://schemas.openxmlformats.org/presentationml/2006/main">
  <p:tag name="EMFCHILD" val="True"/>
  <p:tag name="ORIGINALHEIGHT" val=" 4.40343"/>
  <p:tag name="ORIGINALWIDTH" val=" 7.780813"/>
</p:tagLst>
</file>

<file path=ppt/tags/tag96.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1967"/>
</p:tagLst>
</file>

<file path=ppt/tags/tag97.xml><?xml version="1.0" encoding="utf-8"?>
<p:tagLst xmlns:a="http://schemas.openxmlformats.org/drawingml/2006/main" xmlns:r="http://schemas.openxmlformats.org/officeDocument/2006/relationships" xmlns:p="http://schemas.openxmlformats.org/presentationml/2006/main">
  <p:tag name="EMFCHILD" val="True"/>
  <p:tag name="ORIGINALHEIGHT" val=" 6.914073"/>
  <p:tag name="ORIGINALWIDTH" val=" 2.21165"/>
</p:tagLst>
</file>

<file path=ppt/tags/tag98.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1967"/>
</p:tagLst>
</file>

<file path=ppt/tags/tag99.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4.493145"/>
</p:tagLst>
</file>

<file path=ppt/tags/tag100.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3.257762"/>
</p:tagLst>
</file>

<file path=ppt/tags/tag101.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3.855484"/>
</p:tagLst>
</file>

<file path=ppt/tags/tag102.xml><?xml version="1.0" encoding="utf-8"?>
<p:tagLst xmlns:a="http://schemas.openxmlformats.org/drawingml/2006/main" xmlns:r="http://schemas.openxmlformats.org/officeDocument/2006/relationships" xmlns:p="http://schemas.openxmlformats.org/presentationml/2006/main">
  <p:tag name="EMFCHILD" val="True"/>
  <p:tag name="ORIGINALHEIGHT" val=" 4.40343"/>
  <p:tag name="ORIGINALWIDTH" val=" 5.011185"/>
</p:tagLst>
</file>

<file path=ppt/tags/tag103.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4.493145"/>
</p:tagLst>
</file>

<file path=ppt/tags/tag104.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3.795738"/>
</p:tagLst>
</file>

<file path=ppt/tags/tag105.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3.795738"/>
</p:tagLst>
</file>

<file path=ppt/tags/tag106.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1967"/>
</p:tagLst>
</file>

<file path=ppt/tags/tag107.xml><?xml version="1.0" encoding="utf-8"?>
<p:tagLst xmlns:a="http://schemas.openxmlformats.org/drawingml/2006/main" xmlns:r="http://schemas.openxmlformats.org/officeDocument/2006/relationships" xmlns:p="http://schemas.openxmlformats.org/presentationml/2006/main">
  <p:tag name="EMFCHILD" val="True"/>
  <p:tag name="ORIGINALHEIGHT" val=" 1.872916"/>
  <p:tag name="ORIGINALWIDTH" val=" 1.853043"/>
</p:tagLst>
</file>

<file path=ppt/tags/tag108.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4.413397"/>
</p:tagLst>
</file>

<file path=ppt/tags/tag109.xml><?xml version="1.0" encoding="utf-8"?>
<p:tagLst xmlns:a="http://schemas.openxmlformats.org/drawingml/2006/main" xmlns:r="http://schemas.openxmlformats.org/officeDocument/2006/relationships" xmlns:p="http://schemas.openxmlformats.org/presentationml/2006/main">
  <p:tag name="EMFCHILD" val="True"/>
  <p:tag name="ORIGINALHEIGHT" val=" 4.40343"/>
  <p:tag name="ORIGINALWIDTH" val=" 5.011185"/>
</p:tagLst>
</file>

<file path=ppt/tags/tag110.xml><?xml version="1.0" encoding="utf-8"?>
<p:tagLst xmlns:a="http://schemas.openxmlformats.org/drawingml/2006/main" xmlns:r="http://schemas.openxmlformats.org/officeDocument/2006/relationships" xmlns:p="http://schemas.openxmlformats.org/presentationml/2006/main">
  <p:tag name="EMFCHILD" val="True"/>
  <p:tag name="ORIGINALHEIGHT" val=" 9.962626"/>
  <p:tag name="ORIGINALWIDTH" val=" 2.311271"/>
</p:tagLst>
</file>

<file path=ppt/tags/tag111.xml><?xml version="1.0" encoding="utf-8"?>
<p:tagLst xmlns:a="http://schemas.openxmlformats.org/drawingml/2006/main" xmlns:r="http://schemas.openxmlformats.org/officeDocument/2006/relationships" xmlns:p="http://schemas.openxmlformats.org/presentationml/2006/main">
  <p:tag name="EMFCHILD" val="True"/>
  <p:tag name="ORIGINALHEIGHT" val=" 6.445811"/>
  <p:tag name="ORIGINALWIDTH" val=" 4.592766"/>
</p:tagLst>
</file>

<file path=ppt/tags/tag112.xml><?xml version="1.0" encoding="utf-8"?>
<p:tagLst xmlns:a="http://schemas.openxmlformats.org/drawingml/2006/main" xmlns:r="http://schemas.openxmlformats.org/officeDocument/2006/relationships" xmlns:p="http://schemas.openxmlformats.org/presentationml/2006/main">
  <p:tag name="EMFCHILD" val="True"/>
  <p:tag name="ORIGINALHEIGHT" val=" 9.962626"/>
  <p:tag name="ORIGINALWIDTH" val=" 2.311271"/>
</p:tagLst>
</file>

<file path=ppt/tags/tag113.xml><?xml version="1.0" encoding="utf-8"?>
<p:tagLst xmlns:a="http://schemas.openxmlformats.org/drawingml/2006/main" xmlns:r="http://schemas.openxmlformats.org/officeDocument/2006/relationships" xmlns:p="http://schemas.openxmlformats.org/presentationml/2006/main">
  <p:tag name="EMFCHILD" val="True"/>
  <p:tag name="ORIGINALHEIGHT" val=" 2.331208"/>
  <p:tag name="ORIGINALWIDTH" val=" 6.625113"/>
</p:tagLst>
</file>

<file path=ppt/tags/tag114.xml><?xml version="1.0" encoding="utf-8"?>
<p:tagLst xmlns:a="http://schemas.openxmlformats.org/drawingml/2006/main" xmlns:r="http://schemas.openxmlformats.org/officeDocument/2006/relationships" xmlns:p="http://schemas.openxmlformats.org/presentationml/2006/main">
  <p:tag name="EMFCHILD" val="True"/>
  <p:tag name="ORIGINALHEIGHT" val=" 29.87791"/>
  <p:tag name="ORIGINALWIDTH" val=" 5.150679"/>
</p:tagLst>
</file>

<file path=ppt/tags/tag115.xml><?xml version="1.0" encoding="utf-8"?>
<p:tagLst xmlns:a="http://schemas.openxmlformats.org/drawingml/2006/main" xmlns:r="http://schemas.openxmlformats.org/officeDocument/2006/relationships" xmlns:p="http://schemas.openxmlformats.org/presentationml/2006/main">
  <p:tag name="EMFCHILD" val="True"/>
  <p:tag name="ORIGINALHEIGHT" val=" 6.635084"/>
  <p:tag name="ORIGINALWIDTH" val=" 3.287668"/>
</p:tagLst>
</file>

<file path=ppt/tags/tag116.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1967"/>
</p:tagLst>
</file>

<file path=ppt/tags/tag117.xml><?xml version="1.0" encoding="utf-8"?>
<p:tagLst xmlns:a="http://schemas.openxmlformats.org/drawingml/2006/main" xmlns:r="http://schemas.openxmlformats.org/officeDocument/2006/relationships" xmlns:p="http://schemas.openxmlformats.org/presentationml/2006/main">
  <p:tag name="EMFCHILD" val="True"/>
  <p:tag name="ORIGINALHEIGHT" val=" 7.023662"/>
  <p:tag name="ORIGINALWIDTH" val=" 3.227856"/>
</p:tagLst>
</file>

<file path=ppt/tags/tag118.xml><?xml version="1.0" encoding="utf-8"?>
<p:tagLst xmlns:a="http://schemas.openxmlformats.org/drawingml/2006/main" xmlns:r="http://schemas.openxmlformats.org/officeDocument/2006/relationships" xmlns:p="http://schemas.openxmlformats.org/presentationml/2006/main">
  <p:tag name="EMFCHILD" val="True"/>
  <p:tag name="ORIGINALHEIGHT" val=" 6.445811"/>
  <p:tag name="ORIGINALWIDTH" val=" 4.592766"/>
</p:tagLst>
</file>

<file path=ppt/tags/tag119.xml><?xml version="1.0" encoding="utf-8"?>
<p:tagLst xmlns:a="http://schemas.openxmlformats.org/drawingml/2006/main" xmlns:r="http://schemas.openxmlformats.org/officeDocument/2006/relationships" xmlns:p="http://schemas.openxmlformats.org/presentationml/2006/main">
  <p:tag name="EMFCHILD" val="True"/>
  <p:tag name="ORIGINALHEIGHT" val=" 2.331208"/>
  <p:tag name="ORIGINALWIDTH" val=" 6.625113"/>
</p:tagLst>
</file>

<file path=ppt/tags/tag120.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1967"/>
</p:tagLst>
</file>

<file path=ppt/tags/tag121.xml><?xml version="1.0" encoding="utf-8"?>
<p:tagLst xmlns:a="http://schemas.openxmlformats.org/drawingml/2006/main" xmlns:r="http://schemas.openxmlformats.org/officeDocument/2006/relationships" xmlns:p="http://schemas.openxmlformats.org/presentationml/2006/main">
  <p:tag name="EMFCHILD" val="True"/>
  <p:tag name="ORIGINALHEIGHT" val=" 4.40343"/>
  <p:tag name="ORIGINALWIDTH" val=" 5.011185"/>
</p:tagLst>
</file>

<file path=ppt/tags/tag122.xml><?xml version="1.0" encoding="utf-8"?>
<p:tagLst xmlns:a="http://schemas.openxmlformats.org/drawingml/2006/main" xmlns:r="http://schemas.openxmlformats.org/officeDocument/2006/relationships" xmlns:p="http://schemas.openxmlformats.org/presentationml/2006/main">
  <p:tag name="EMFCHILD" val="True"/>
  <p:tag name="ORIGINALHEIGHT" val=" 6.854261"/>
  <p:tag name="ORIGINALWIDTH" val=" 4.19422"/>
</p:tagLst>
</file>

<file path=ppt/tags/tag123.xml><?xml version="1.0" encoding="utf-8"?>
<p:tagLst xmlns:a="http://schemas.openxmlformats.org/drawingml/2006/main" xmlns:r="http://schemas.openxmlformats.org/officeDocument/2006/relationships" xmlns:p="http://schemas.openxmlformats.org/presentationml/2006/main">
  <p:tag name="EMFCHILD" val="True"/>
  <p:tag name="ORIGINALHEIGHT" val=" 6.664989"/>
  <p:tag name="ORIGINALWIDTH" val=" 2.131967"/>
</p:tagLst>
</file>

<file path=ppt/tags/tag124.xml><?xml version="1.0" encoding="utf-8"?>
<p:tagLst xmlns:a="http://schemas.openxmlformats.org/drawingml/2006/main" xmlns:r="http://schemas.openxmlformats.org/officeDocument/2006/relationships" xmlns:p="http://schemas.openxmlformats.org/presentationml/2006/main">
  <p:tag name="EMFCHILD" val="True"/>
  <p:tag name="ORIGINALHEIGHT" val=" 7.023662"/>
  <p:tag name="ORIGINALWIDTH" val=" 3.227856"/>
</p:tagLst>
</file>

<file path=ppt/tags/tag125.xml><?xml version="1.0" encoding="utf-8"?>
<p:tagLst xmlns:a="http://schemas.openxmlformats.org/drawingml/2006/main" xmlns:r="http://schemas.openxmlformats.org/officeDocument/2006/relationships" xmlns:p="http://schemas.openxmlformats.org/presentationml/2006/main">
  <p:tag name="EMFCHILD" val="True"/>
  <p:tag name="ORIGINALHEIGHT" val=" 6.445811"/>
  <p:tag name="ORIGINALWIDTH" val=" 4.592766"/>
</p:tagLst>
</file>

<file path=ppt/tags/tag126.xml><?xml version="1.0" encoding="utf-8"?>
<p:tagLst xmlns:a="http://schemas.openxmlformats.org/drawingml/2006/main" xmlns:r="http://schemas.openxmlformats.org/officeDocument/2006/relationships" xmlns:p="http://schemas.openxmlformats.org/presentationml/2006/main">
  <p:tag name="EMFCHILD" val="True"/>
  <p:tag name="ORIGINALHEIGHT" val=" 2.331208"/>
  <p:tag name="ORIGINALWIDTH" val=" 6.625113"/>
</p:tagLst>
</file>

<file path=ppt/tags/tag127.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4.413397"/>
</p:tagLst>
</file>

<file path=ppt/tags/tag128.xml><?xml version="1.0" encoding="utf-8"?>
<p:tagLst xmlns:a="http://schemas.openxmlformats.org/drawingml/2006/main" xmlns:r="http://schemas.openxmlformats.org/officeDocument/2006/relationships" xmlns:p="http://schemas.openxmlformats.org/presentationml/2006/main">
  <p:tag name="EMFCHILD" val="True"/>
  <p:tag name="ORIGINALHEIGHT" val=" 4.513019"/>
  <p:tag name="ORIGINALWIDTH" val=" 5.011185"/>
</p:tagLst>
</file>

<file path=ppt/tags/tag129.xml><?xml version="1.0" encoding="utf-8"?>
<p:tagLst xmlns:a="http://schemas.openxmlformats.org/drawingml/2006/main" xmlns:r="http://schemas.openxmlformats.org/officeDocument/2006/relationships" xmlns:p="http://schemas.openxmlformats.org/presentationml/2006/main">
  <p:tag name="EMFCHILD" val="True"/>
  <p:tag name="ORIGINALHEIGHT" val=" 6.236602"/>
  <p:tag name="ORIGINALWIDTH" val=" 3.118267"/>
</p:tagLst>
</file>

<file path=ppt/tags/tag13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44"/>
  <p:tag name="IGUANATEXSIZE" val="20"/>
  <p:tag name="LATEXADDIN" val="\documentclass{article}&#10;\usepackage{amsmath}&#10;\usepackage{amsfonts}&#10;\pagestyle{empty}&#10;\begin{document}&#10;&#10;&#10;\[&#10;\mathrm{Var}(Y) = \mu \cdot (1 - \mu)&#10;\]&#10;&#10;&#10;&#10;&#10;&#10;\end{document}"/>
  <p:tag name="LATEXENGINEID" val="0"/>
  <p:tag name="LATEXFORMHEIGHT" val=" 320"/>
  <p:tag name="LATEXFORMWIDTH" val=" 385"/>
  <p:tag name="LATEXFORMWRAP" val="True"/>
  <p:tag name="ORIGINALHEIGHT" val=" 6.848009"/>
  <p:tag name="ORIGINALWIDTH" val=" 7.043591"/>
  <p:tag name="TEMPFOLDER" val="C:\Users\luisc\Documents\Custom Office Templates\iguana temp\"/>
  <p:tag name="TRANSPARENCY" val="True"/>
</p:tagLst>
</file>

<file path=ppt/tags/tag131.xml><?xml version="1.0" encoding="utf-8"?>
<p:tagLst xmlns:a="http://schemas.openxmlformats.org/drawingml/2006/main" xmlns:r="http://schemas.openxmlformats.org/officeDocument/2006/relationships" xmlns:p="http://schemas.openxmlformats.org/presentationml/2006/main">
  <p:tag name="EMFCHILD" val="True"/>
  <p:tag name="ORIGINALHEIGHT" val=" 4.458487"/>
  <p:tag name="ORIGINALWIDTH" val=" 4.467862"/>
</p:tagLst>
</file>

<file path=ppt/tags/tag132.xml><?xml version="1.0" encoding="utf-8"?>
<p:tagLst xmlns:a="http://schemas.openxmlformats.org/drawingml/2006/main" xmlns:r="http://schemas.openxmlformats.org/officeDocument/2006/relationships" xmlns:p="http://schemas.openxmlformats.org/presentationml/2006/main">
  <p:tag name="EMFCHILD" val="True"/>
  <p:tag name="ORIGINALHEIGHT" val=" 4.293322"/>
  <p:tag name="ORIGINALWIDTH" val=" 3.328581"/>
</p:tagLst>
</file>

<file path=ppt/tags/tag133.xml><?xml version="1.0" encoding="utf-8"?>
<p:tagLst xmlns:a="http://schemas.openxmlformats.org/drawingml/2006/main" xmlns:r="http://schemas.openxmlformats.org/officeDocument/2006/relationships" xmlns:p="http://schemas.openxmlformats.org/presentationml/2006/main">
  <p:tag name="EMFCHILD" val="True"/>
  <p:tag name="ORIGINALHEIGHT" val=" 9.713482"/>
  <p:tag name="ORIGINALWIDTH" val=" 2.298303"/>
</p:tagLst>
</file>

<file path=ppt/tags/tag134.xml><?xml version="1.0" encoding="utf-8"?>
<p:tagLst xmlns:a="http://schemas.openxmlformats.org/drawingml/2006/main" xmlns:r="http://schemas.openxmlformats.org/officeDocument/2006/relationships" xmlns:p="http://schemas.openxmlformats.org/presentationml/2006/main">
  <p:tag name="EMFCHILD" val="True"/>
  <p:tag name="ORIGINALHEIGHT" val=" 6.634304"/>
  <p:tag name="ORIGINALWIDTH" val=" 7.202109"/>
</p:tagLst>
</file>

<file path=ppt/tags/tag135.xml><?xml version="1.0" encoding="utf-8"?>
<p:tagLst xmlns:a="http://schemas.openxmlformats.org/drawingml/2006/main" xmlns:r="http://schemas.openxmlformats.org/officeDocument/2006/relationships" xmlns:p="http://schemas.openxmlformats.org/presentationml/2006/main">
  <p:tag name="EMFCHILD" val="True"/>
  <p:tag name="ORIGINALHEIGHT" val=" 9.713482"/>
  <p:tag name="ORIGINALWIDTH" val=" 2.298303"/>
</p:tagLst>
</file>

<file path=ppt/tags/tag136.xml><?xml version="1.0" encoding="utf-8"?>
<p:tagLst xmlns:a="http://schemas.openxmlformats.org/drawingml/2006/main" xmlns:r="http://schemas.openxmlformats.org/officeDocument/2006/relationships" xmlns:p="http://schemas.openxmlformats.org/presentationml/2006/main">
  <p:tag name="EMFCHILD" val="True"/>
  <p:tag name="ORIGINALHEIGHT" val=" 2.272962"/>
  <p:tag name="ORIGINALWIDTH" val=" 6.587904"/>
</p:tagLst>
</file>

<file path=ppt/tags/tag137.xml><?xml version="1.0" encoding="utf-8"?>
<p:tagLst xmlns:a="http://schemas.openxmlformats.org/drawingml/2006/main" xmlns:r="http://schemas.openxmlformats.org/officeDocument/2006/relationships" xmlns:p="http://schemas.openxmlformats.org/presentationml/2006/main">
  <p:tag name="EMFCHILD" val="True"/>
  <p:tag name="ORIGINALHEIGHT" val=" 6.391475"/>
  <p:tag name="ORIGINALWIDTH" val=" 5.369396"/>
</p:tagLst>
</file>

<file path=ppt/tags/tag138.xml><?xml version="1.0" encoding="utf-8"?>
<p:tagLst xmlns:a="http://schemas.openxmlformats.org/drawingml/2006/main" xmlns:r="http://schemas.openxmlformats.org/officeDocument/2006/relationships" xmlns:p="http://schemas.openxmlformats.org/presentationml/2006/main">
  <p:tag name="EMFCHILD" val="True"/>
  <p:tag name="ORIGINALHEIGHT" val=" 1.029628"/>
  <p:tag name="ORIGINALWIDTH" val=" 1.050085"/>
</p:tagLst>
</file>

<file path=ppt/tags/tag139.xml><?xml version="1.0" encoding="utf-8"?>
<p:tagLst xmlns:a="http://schemas.openxmlformats.org/drawingml/2006/main" xmlns:r="http://schemas.openxmlformats.org/officeDocument/2006/relationships" xmlns:p="http://schemas.openxmlformats.org/presentationml/2006/main">
  <p:tag name="EMFCHILD" val="True"/>
  <p:tag name="ORIGINALHEIGHT" val=" 9.713482"/>
  <p:tag name="ORIGINALWIDTH" val=" 2.298303"/>
</p:tagLst>
</file>

<file path=ppt/tags/tag140.xml><?xml version="1.0" encoding="utf-8"?>
<p:tagLst xmlns:a="http://schemas.openxmlformats.org/drawingml/2006/main" xmlns:r="http://schemas.openxmlformats.org/officeDocument/2006/relationships" xmlns:p="http://schemas.openxmlformats.org/presentationml/2006/main">
  <p:tag name="EMFCHILD" val="True"/>
  <p:tag name="ORIGINALHEIGHT" val=" 6.469204"/>
  <p:tag name="ORIGINALWIDTH" val=" 3.269161"/>
</p:tagLst>
</file>

<file path=ppt/tags/tag141.xml><?xml version="1.0" encoding="utf-8"?>
<p:tagLst xmlns:a="http://schemas.openxmlformats.org/drawingml/2006/main" xmlns:r="http://schemas.openxmlformats.org/officeDocument/2006/relationships" xmlns:p="http://schemas.openxmlformats.org/presentationml/2006/main">
  <p:tag name="EMFCHILD" val="True"/>
  <p:tag name="ORIGINALHEIGHT" val=" .3885132"/>
  <p:tag name="ORIGINALWIDTH" val=" 6.052926"/>
</p:tagLst>
</file>

<file path=ppt/tags/tag142.xml><?xml version="1.0" encoding="utf-8"?>
<p:tagLst xmlns:a="http://schemas.openxmlformats.org/drawingml/2006/main" xmlns:r="http://schemas.openxmlformats.org/officeDocument/2006/relationships" xmlns:p="http://schemas.openxmlformats.org/presentationml/2006/main">
  <p:tag name="EMFCHILD" val="True"/>
  <p:tag name="ORIGINALHEIGHT" val=" 6.391475"/>
  <p:tag name="ORIGINALWIDTH" val=" 5.369396"/>
</p:tagLst>
</file>

<file path=ppt/tags/tag143.xml><?xml version="1.0" encoding="utf-8"?>
<p:tagLst xmlns:a="http://schemas.openxmlformats.org/drawingml/2006/main" xmlns:r="http://schemas.openxmlformats.org/officeDocument/2006/relationships" xmlns:p="http://schemas.openxmlformats.org/presentationml/2006/main">
  <p:tag name="EMFCHILD" val="True"/>
  <p:tag name="ORIGINALHEIGHT" val=" 9.713482"/>
  <p:tag name="ORIGINALWIDTH" val=" 2.298303"/>
</p:tagLst>
</file>

<file path=ppt/tags/tag14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28"/>
  <p:tag name="IGUANATEXSIZE" val="20"/>
  <p:tag name="LATEXADDIN" val="\documentclass{article}&#10;\usepackage{amsmath}&#10;\usepackage{amsfonts}&#10;\pagestyle{empty}&#10;\begin{document}&#10;&#10;&#10;\[&#10;\mathrm{Var}(Y) = \mu - \mu^2&#10;\]&#10;&#10;&#10;&#10;&#10;&#10;\end{document}"/>
  <p:tag name="LATEXENGINEID" val="0"/>
  <p:tag name="LATEXFORMHEIGHT" val=" 320"/>
  <p:tag name="LATEXFORMWIDTH" val=" 385"/>
  <p:tag name="LATEXFORMWRAP" val="True"/>
  <p:tag name="ORIGINALHEIGHT" val=" 7.183291"/>
  <p:tag name="ORIGINALWIDTH" val=" 7.059163"/>
  <p:tag name="TEMPFOLDER" val="C:\Users\luisc\Documents\Custom Office Templates\iguana temp\"/>
  <p:tag name="TRANSPARENCY" val="True"/>
</p:tagLst>
</file>

<file path=ppt/tags/tag145.xml><?xml version="1.0" encoding="utf-8"?>
<p:tagLst xmlns:a="http://schemas.openxmlformats.org/drawingml/2006/main" xmlns:r="http://schemas.openxmlformats.org/officeDocument/2006/relationships" xmlns:p="http://schemas.openxmlformats.org/presentationml/2006/main">
  <p:tag name="EMFCHILD" val="True"/>
  <p:tag name="ORIGINALHEIGHT" val=" 4.676753"/>
  <p:tag name="ORIGINALWIDTH" val=" 4.477701"/>
</p:tagLst>
</file>

<file path=ppt/tags/tag146.xml><?xml version="1.0" encoding="utf-8"?>
<p:tagLst xmlns:a="http://schemas.openxmlformats.org/drawingml/2006/main" xmlns:r="http://schemas.openxmlformats.org/officeDocument/2006/relationships" xmlns:p="http://schemas.openxmlformats.org/presentationml/2006/main">
  <p:tag name="EMFCHILD" val="True"/>
  <p:tag name="ORIGINALHEIGHT" val=" 4.503508"/>
  <p:tag name="ORIGINALWIDTH" val=" 3.335944"/>
</p:tagLst>
</file>

<file path=ppt/tags/tag147.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03385"/>
</p:tagLst>
</file>

<file path=ppt/tags/tag148.xml><?xml version="1.0" encoding="utf-8"?>
<p:tagLst xmlns:a="http://schemas.openxmlformats.org/drawingml/2006/main" xmlns:r="http://schemas.openxmlformats.org/officeDocument/2006/relationships" xmlns:p="http://schemas.openxmlformats.org/presentationml/2006/main">
  <p:tag name="EMFCHILD" val="True"/>
  <p:tag name="ORIGINALHEIGHT" val=" 6.959097"/>
  <p:tag name="ORIGINALWIDTH" val=" 7.218008"/>
</p:tagLst>
</file>

<file path=ppt/tags/tag149.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03385"/>
</p:tagLst>
</file>

<file path=ppt/tags/tag150.xml><?xml version="1.0" encoding="utf-8"?>
<p:tagLst xmlns:a="http://schemas.openxmlformats.org/drawingml/2006/main" xmlns:r="http://schemas.openxmlformats.org/officeDocument/2006/relationships" xmlns:p="http://schemas.openxmlformats.org/presentationml/2006/main">
  <p:tag name="EMFCHILD" val="True"/>
  <p:tag name="ORIGINALHEIGHT" val=" 2.38418"/>
  <p:tag name="ORIGINALWIDTH" val=" 6.602434"/>
</p:tagLst>
</file>

<file path=ppt/tags/tag151.xml><?xml version="1.0" encoding="utf-8"?>
<p:tagLst xmlns:a="http://schemas.openxmlformats.org/drawingml/2006/main" xmlns:r="http://schemas.openxmlformats.org/officeDocument/2006/relationships" xmlns:p="http://schemas.openxmlformats.org/presentationml/2006/main">
  <p:tag name="EMFCHILD" val="True"/>
  <p:tag name="ORIGINALHEIGHT" val=" 6.704345"/>
  <p:tag name="ORIGINALWIDTH" val=" 5.381255"/>
</p:tagLst>
</file>

<file path=ppt/tags/tag152.xml><?xml version="1.0" encoding="utf-8"?>
<p:tagLst xmlns:a="http://schemas.openxmlformats.org/drawingml/2006/main" xmlns:r="http://schemas.openxmlformats.org/officeDocument/2006/relationships" xmlns:p="http://schemas.openxmlformats.org/presentationml/2006/main">
  <p:tag name="EMFCHILD" val="True"/>
  <p:tag name="ORIGINALHEIGHT" val=" .4075381"/>
  <p:tag name="ORIGINALWIDTH" val=" 6.066283"/>
</p:tagLst>
</file>

<file path=ppt/tags/tag153.xml><?xml version="1.0" encoding="utf-8"?>
<p:tagLst xmlns:a="http://schemas.openxmlformats.org/drawingml/2006/main" xmlns:r="http://schemas.openxmlformats.org/officeDocument/2006/relationships" xmlns:p="http://schemas.openxmlformats.org/presentationml/2006/main">
  <p:tag name="EMFCHILD" val="True"/>
  <p:tag name="ORIGINALHEIGHT" val=" 6.704345"/>
  <p:tag name="ORIGINALWIDTH" val=" 5.381255"/>
</p:tagLst>
</file>

<file path=ppt/tags/tag154.xml><?xml version="1.0" encoding="utf-8"?>
<p:tagLst xmlns:a="http://schemas.openxmlformats.org/drawingml/2006/main" xmlns:r="http://schemas.openxmlformats.org/officeDocument/2006/relationships" xmlns:p="http://schemas.openxmlformats.org/presentationml/2006/main">
  <p:tag name="EMFCHILD" val="True"/>
  <p:tag name="ORIGINALHEIGHT" val=" 4.735847"/>
  <p:tag name="ORIGINALWIDTH" val=" 3.071875"/>
</p:tagLst>
</file>

<file path=ppt/tags/tag15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44"/>
  <p:tag name="IGUANATEXSIZE" val="20"/>
  <p:tag name="LATEXADDIN" val="\documentclass{article}&#10;\usepackage{amsmath}&#10;\usepackage{amsfonts}&#10;\pagestyle{empty}&#10;\begin{document}&#10;&#10;&#10;\[&#10;\mathrm{Var}(Y) = \mathbb{E}(Y) - \mu^2&#10;\]&#10;&#10;&#10;&#10;&#10;&#10;\end{document}"/>
  <p:tag name="LATEXENGINEID" val="0"/>
  <p:tag name="LATEXFORMHEIGHT" val=" 320"/>
  <p:tag name="LATEXFORMWIDTH" val=" 385"/>
  <p:tag name="LATEXFORMWRAP" val="True"/>
  <p:tag name="ORIGINALHEIGHT" val=" 7.18329"/>
  <p:tag name="ORIGINALWIDTH" val=" 7.103272"/>
  <p:tag name="TEMPFOLDER" val="C:\Users\luisc\Documents\Custom Office Templates\iguana temp\"/>
  <p:tag name="TRANSPARENCY" val="True"/>
</p:tagLst>
</file>

<file path=ppt/tags/tag156.xml><?xml version="1.0" encoding="utf-8"?>
<p:tagLst xmlns:a="http://schemas.openxmlformats.org/drawingml/2006/main" xmlns:r="http://schemas.openxmlformats.org/officeDocument/2006/relationships" xmlns:p="http://schemas.openxmlformats.org/presentationml/2006/main">
  <p:tag name="EMFCHILD" val="True"/>
  <p:tag name="ORIGINALHEIGHT" val=" 4.676752"/>
  <p:tag name="ORIGINALWIDTH" val=" 4.505717"/>
</p:tagLst>
</file>

<file path=ppt/tags/tag157.xml><?xml version="1.0" encoding="utf-8"?>
<p:tagLst xmlns:a="http://schemas.openxmlformats.org/drawingml/2006/main" xmlns:r="http://schemas.openxmlformats.org/officeDocument/2006/relationships" xmlns:p="http://schemas.openxmlformats.org/presentationml/2006/main">
  <p:tag name="EMFCHILD" val="True"/>
  <p:tag name="ORIGINALHEIGHT" val=" 4.503507"/>
  <p:tag name="ORIGINALWIDTH" val=" 3.356793"/>
</p:tagLst>
</file>

<file path=ppt/tags/tag158.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17784"/>
</p:tagLst>
</file>

<file path=ppt/tags/tag159.xml><?xml version="1.0" encoding="utf-8"?>
<p:tagLst xmlns:a="http://schemas.openxmlformats.org/drawingml/2006/main" xmlns:r="http://schemas.openxmlformats.org/officeDocument/2006/relationships" xmlns:p="http://schemas.openxmlformats.org/presentationml/2006/main">
  <p:tag name="EMFCHILD" val="True"/>
  <p:tag name="ORIGINALHEIGHT" val=" 6.959095"/>
  <p:tag name="ORIGINALWIDTH" val=" 7.26316"/>
</p:tagLst>
</file>

<file path=ppt/tags/tag160.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17784"/>
</p:tagLst>
</file>

<file path=ppt/tags/tag161.xml><?xml version="1.0" encoding="utf-8"?>
<p:tagLst xmlns:a="http://schemas.openxmlformats.org/drawingml/2006/main" xmlns:r="http://schemas.openxmlformats.org/officeDocument/2006/relationships" xmlns:p="http://schemas.openxmlformats.org/presentationml/2006/main">
  <p:tag name="EMFCHILD" val="True"/>
  <p:tag name="ORIGINALHEIGHT" val=" 2.384179"/>
  <p:tag name="ORIGINALWIDTH" val=" 6.643742"/>
</p:tagLst>
</file>

<file path=ppt/tags/tag162.xml><?xml version="1.0" encoding="utf-8"?>
<p:tagLst xmlns:a="http://schemas.openxmlformats.org/drawingml/2006/main" xmlns:r="http://schemas.openxmlformats.org/officeDocument/2006/relationships" xmlns:p="http://schemas.openxmlformats.org/presentationml/2006/main">
  <p:tag name="EMFCHILD" val="True"/>
  <p:tag name="ORIGINALHEIGHT" val=" 6.979488"/>
  <p:tag name="ORIGINALWIDTH" val=" 6.244088"/>
</p:tagLst>
</file>

<file path=ppt/tags/tag163.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17784"/>
</p:tagLst>
</file>

<file path=ppt/tags/tag164.xml><?xml version="1.0" encoding="utf-8"?>
<p:tagLst xmlns:a="http://schemas.openxmlformats.org/drawingml/2006/main" xmlns:r="http://schemas.openxmlformats.org/officeDocument/2006/relationships" xmlns:p="http://schemas.openxmlformats.org/presentationml/2006/main">
  <p:tag name="EMFCHILD" val="True"/>
  <p:tag name="ORIGINALHEIGHT" val=" 6.959095"/>
  <p:tag name="ORIGINALWIDTH" val=" 7.26316"/>
</p:tagLst>
</file>

<file path=ppt/tags/tag165.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17784"/>
</p:tagLst>
</file>

<file path=ppt/tags/tag166.xml><?xml version="1.0" encoding="utf-8"?>
<p:tagLst xmlns:a="http://schemas.openxmlformats.org/drawingml/2006/main" xmlns:r="http://schemas.openxmlformats.org/officeDocument/2006/relationships" xmlns:p="http://schemas.openxmlformats.org/presentationml/2006/main">
  <p:tag name="EMFCHILD" val="True"/>
  <p:tag name="ORIGINALHEIGHT" val=" .407538"/>
  <p:tag name="ORIGINALWIDTH" val=" 6.104268"/>
</p:tagLst>
</file>

<file path=ppt/tags/tag167.xml><?xml version="1.0" encoding="utf-8"?>
<p:tagLst xmlns:a="http://schemas.openxmlformats.org/drawingml/2006/main" xmlns:r="http://schemas.openxmlformats.org/officeDocument/2006/relationships" xmlns:p="http://schemas.openxmlformats.org/presentationml/2006/main">
  <p:tag name="EMFCHILD" val="True"/>
  <p:tag name="ORIGINALHEIGHT" val=" 6.704343"/>
  <p:tag name="ORIGINALWIDTH" val=" 5.414875"/>
</p:tagLst>
</file>

<file path=ppt/tags/tag168.xml><?xml version="1.0" encoding="utf-8"?>
<p:tagLst xmlns:a="http://schemas.openxmlformats.org/drawingml/2006/main" xmlns:r="http://schemas.openxmlformats.org/officeDocument/2006/relationships" xmlns:p="http://schemas.openxmlformats.org/presentationml/2006/main">
  <p:tag name="EMFCHILD" val="True"/>
  <p:tag name="ORIGINALHEIGHT" val=" 4.735846"/>
  <p:tag name="ORIGINALWIDTH" val=" 3.091096"/>
</p:tagLst>
</file>

<file path=ppt/tags/tag16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58"/>
  <p:tag name="IGUANATEXSIZE" val="20"/>
  <p:tag name="LATEXADDIN" val="\documentclass{article}&#10;\usepackage{amsmath}&#10;\usepackage{amsfonts}&#10;\pagestyle{empty}&#10;\begin{document}&#10;&#10;&#10;\[&#10;\mathrm{Var}(Y) = \mathbb{E}(Y^2) - \left[\mathbb{E}(Y)\right]^2&#10;\]&#10;&#10;&#10;&#10;&#10;&#10;\end{document}"/>
  <p:tag name="LATEXENGINEID" val="0"/>
  <p:tag name="LATEXFORMHEIGHT" val=" 320"/>
  <p:tag name="LATEXFORMWIDTH" val=" 385"/>
  <p:tag name="LATEXFORMWRAP" val="True"/>
  <p:tag name="ORIGINALHEIGHT" val=" 7.023597"/>
  <p:tag name="ORIGINALWIDTH" val=" 7.11422"/>
  <p:tag name="TEMPFOLDER" val="C:\Users\luisc\Documents\Custom Office Templates\iguana temp\"/>
  <p:tag name="TRANSPARENCY" val="True"/>
</p:tagLst>
</file>

<file path=ppt/tags/tag170.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4.512624"/>
</p:tagLst>
</file>

<file path=ppt/tags/tag171.xml><?xml version="1.0" encoding="utf-8"?>
<p:tagLst xmlns:a="http://schemas.openxmlformats.org/drawingml/2006/main" xmlns:r="http://schemas.openxmlformats.org/officeDocument/2006/relationships" xmlns:p="http://schemas.openxmlformats.org/presentationml/2006/main">
  <p:tag name="EMFCHILD" val="True"/>
  <p:tag name="ORIGINALHEIGHT" val=" 4.40343"/>
  <p:tag name="ORIGINALWIDTH" val=" 3.361941"/>
</p:tagLst>
</file>

<file path=ppt/tags/tag172.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2.321368"/>
</p:tagLst>
</file>

<file path=ppt/tags/tag173.xml><?xml version="1.0" encoding="utf-8"?>
<p:tagLst xmlns:a="http://schemas.openxmlformats.org/drawingml/2006/main" xmlns:r="http://schemas.openxmlformats.org/officeDocument/2006/relationships" xmlns:p="http://schemas.openxmlformats.org/presentationml/2006/main">
  <p:tag name="EMFCHILD" val="True"/>
  <p:tag name="ORIGINALHEIGHT" val=" 6.804419"/>
  <p:tag name="ORIGINALWIDTH" val=" 7.274303"/>
</p:tagLst>
</file>

<file path=ppt/tags/tag174.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2.321368"/>
</p:tagLst>
</file>

<file path=ppt/tags/tag175.xml><?xml version="1.0" encoding="utf-8"?>
<p:tagLst xmlns:a="http://schemas.openxmlformats.org/drawingml/2006/main" xmlns:r="http://schemas.openxmlformats.org/officeDocument/2006/relationships" xmlns:p="http://schemas.openxmlformats.org/presentationml/2006/main">
  <p:tag name="EMFCHILD" val="True"/>
  <p:tag name="ORIGINALHEIGHT" val=" 2.331209"/>
  <p:tag name="ORIGINALWIDTH" val=" 6.653907"/>
</p:tagLst>
</file>

<file path=ppt/tags/tag176.xml><?xml version="1.0" encoding="utf-8"?>
<p:tagLst xmlns:a="http://schemas.openxmlformats.org/drawingml/2006/main" xmlns:r="http://schemas.openxmlformats.org/officeDocument/2006/relationships" xmlns:p="http://schemas.openxmlformats.org/presentationml/2006/main">
  <p:tag name="EMFCHILD" val="True"/>
  <p:tag name="ORIGINALHEIGHT" val=" 6.824356"/>
  <p:tag name="ORIGINALWIDTH" val=" 6.253667"/>
</p:tagLst>
</file>

<file path=ppt/tags/tag177.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2.321368"/>
</p:tagLst>
</file>

<file path=ppt/tags/tag178.xml><?xml version="1.0" encoding="utf-8"?>
<p:tagLst xmlns:a="http://schemas.openxmlformats.org/drawingml/2006/main" xmlns:r="http://schemas.openxmlformats.org/officeDocument/2006/relationships" xmlns:p="http://schemas.openxmlformats.org/presentationml/2006/main">
  <p:tag name="EMFCHILD" val="True"/>
  <p:tag name="ORIGINALHEIGHT" val=" 6.804419"/>
  <p:tag name="ORIGINALWIDTH" val=" 7.274303"/>
</p:tagLst>
</file>

<file path=ppt/tags/tag179.xml><?xml version="1.0" encoding="utf-8"?>
<p:tagLst xmlns:a="http://schemas.openxmlformats.org/drawingml/2006/main" xmlns:r="http://schemas.openxmlformats.org/officeDocument/2006/relationships" xmlns:p="http://schemas.openxmlformats.org/presentationml/2006/main">
  <p:tag name="EMFCHILD" val="True"/>
  <p:tag name="ORIGINALHEIGHT" val=" 4.630622"/>
  <p:tag name="ORIGINALWIDTH" val=" 3.095788"/>
</p:tagLst>
</file>

<file path=ppt/tags/tag180.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2.321368"/>
</p:tagLst>
</file>

<file path=ppt/tags/tag181.xml><?xml version="1.0" encoding="utf-8"?>
<p:tagLst xmlns:a="http://schemas.openxmlformats.org/drawingml/2006/main" xmlns:r="http://schemas.openxmlformats.org/officeDocument/2006/relationships" xmlns:p="http://schemas.openxmlformats.org/presentationml/2006/main">
  <p:tag name="EMFCHILD" val="True"/>
  <p:tag name="ORIGINALHEIGHT" val=" .3984816"/>
  <p:tag name="ORIGINALWIDTH" val=" 6.113586"/>
</p:tagLst>
</file>

<file path=ppt/tags/tag182.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1.370773"/>
</p:tagLst>
</file>

<file path=ppt/tags/tag183.xml><?xml version="1.0" encoding="utf-8"?>
<p:tagLst xmlns:a="http://schemas.openxmlformats.org/drawingml/2006/main" xmlns:r="http://schemas.openxmlformats.org/officeDocument/2006/relationships" xmlns:p="http://schemas.openxmlformats.org/presentationml/2006/main">
  <p:tag name="EMFCHILD" val="True"/>
  <p:tag name="ORIGINALHEIGHT" val=" 6.824356"/>
  <p:tag name="ORIGINALWIDTH" val=" 6.253667"/>
</p:tagLst>
</file>

<file path=ppt/tags/tag184.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2.321368"/>
</p:tagLst>
</file>

<file path=ppt/tags/tag185.xml><?xml version="1.0" encoding="utf-8"?>
<p:tagLst xmlns:a="http://schemas.openxmlformats.org/drawingml/2006/main" xmlns:r="http://schemas.openxmlformats.org/officeDocument/2006/relationships" xmlns:p="http://schemas.openxmlformats.org/presentationml/2006/main">
  <p:tag name="EMFCHILD" val="True"/>
  <p:tag name="ORIGINALHEIGHT" val=" 6.804419"/>
  <p:tag name="ORIGINALWIDTH" val=" 7.274303"/>
</p:tagLst>
</file>

<file path=ppt/tags/tag186.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2.321368"/>
</p:tagLst>
</file>

<file path=ppt/tags/tag187.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1.370773"/>
</p:tagLst>
</file>

<file path=ppt/tags/tag188.xml><?xml version="1.0" encoding="utf-8"?>
<p:tagLst xmlns:a="http://schemas.openxmlformats.org/drawingml/2006/main" xmlns:r="http://schemas.openxmlformats.org/officeDocument/2006/relationships" xmlns:p="http://schemas.openxmlformats.org/presentationml/2006/main">
  <p:tag name="EMFCHILD" val="True"/>
  <p:tag name="ORIGINALHEIGHT" val=" 4.630622"/>
  <p:tag name="ORIGINALWIDTH" val=" 3.095788"/>
</p:tagLst>
</file>

<file path=ppt/tags/tag18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24"/>
  <p:tag name="IGUANATEXSIZE" val="20"/>
  <p:tag name="LATEXADDIN" val="\documentclass{article}&#10;\usepackage{amsmath}&#10;\usepackage{amsfonts}&#10;\pagestyle{empty}&#10;\begin{document}&#10;&#10;&#10;\[&#10;\mathbb{E}(Y) = p = \mu&#10;\]&#10;&#10;&#10;&#10;&#10;&#10;\end{document}"/>
  <p:tag name="LATEXENGINEID" val="0"/>
  <p:tag name="LATEXFORMHEIGHT" val=" 320"/>
  <p:tag name="LATEXFORMWIDTH" val=" 385"/>
  <p:tag name="LATEXFORMWRAP" val="True"/>
  <p:tag name="ORIGINALHEIGHT" val=" 6.653782"/>
  <p:tag name="ORIGINALWIDTH" val=" 6.22663"/>
  <p:tag name="TEMPFOLDER" val="C:\Users\luisc\Documents\Custom Office Templates\iguana temp\"/>
  <p:tag name="TRANSPARENCY" val="True"/>
</p:tagLst>
</file>

<file path=ppt/tags/tag190.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1127"/>
</p:tagLst>
</file>

<file path=ppt/tags/tag191.xml><?xml version="1.0" encoding="utf-8"?>
<p:tagLst xmlns:a="http://schemas.openxmlformats.org/drawingml/2006/main" xmlns:r="http://schemas.openxmlformats.org/officeDocument/2006/relationships" xmlns:p="http://schemas.openxmlformats.org/presentationml/2006/main">
  <p:tag name="EMFCHILD" val="True"/>
  <p:tag name="ORIGINALHEIGHT" val=" 6.634367"/>
  <p:tag name="ORIGINALWIDTH" val=" 7.242836"/>
</p:tagLst>
</file>

<file path=ppt/tags/tag192.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1127"/>
</p:tagLst>
</file>

<file path=ppt/tags/tag193.xml><?xml version="1.0" encoding="utf-8"?>
<p:tagLst xmlns:a="http://schemas.openxmlformats.org/drawingml/2006/main" xmlns:r="http://schemas.openxmlformats.org/officeDocument/2006/relationships" xmlns:p="http://schemas.openxmlformats.org/presentationml/2006/main">
  <p:tag name="EMFCHILD" val="True"/>
  <p:tag name="ORIGINALHEIGHT" val=" 2.272961"/>
  <p:tag name="ORIGINALWIDTH" val=" 6.625111"/>
</p:tagLst>
</file>

<file path=ppt/tags/tag194.xml><?xml version="1.0" encoding="utf-8"?>
<p:tagLst xmlns:a="http://schemas.openxmlformats.org/drawingml/2006/main" xmlns:r="http://schemas.openxmlformats.org/officeDocument/2006/relationships" xmlns:p="http://schemas.openxmlformats.org/presentationml/2006/main">
  <p:tag name="EMFCHILD" val="True"/>
  <p:tag name="ORIGINALHEIGHT" val=" 6.177833"/>
  <p:tag name="ORIGINALWIDTH" val=" 5.200456"/>
</p:tagLst>
</file>

<file path=ppt/tags/tag195.xml><?xml version="1.0" encoding="utf-8"?>
<p:tagLst xmlns:a="http://schemas.openxmlformats.org/drawingml/2006/main" xmlns:r="http://schemas.openxmlformats.org/officeDocument/2006/relationships" xmlns:p="http://schemas.openxmlformats.org/presentationml/2006/main">
  <p:tag name="EMFCHILD" val="True"/>
  <p:tag name="ORIGINALHEIGHT" val=" 2.272961"/>
  <p:tag name="ORIGINALWIDTH" val=" 6.625111"/>
</p:tagLst>
</file>

<file path=ppt/tags/tag196.xml><?xml version="1.0" encoding="utf-8"?>
<p:tagLst xmlns:a="http://schemas.openxmlformats.org/drawingml/2006/main" xmlns:r="http://schemas.openxmlformats.org/officeDocument/2006/relationships" xmlns:p="http://schemas.openxmlformats.org/presentationml/2006/main">
  <p:tag name="EMFCHILD" val="True"/>
  <p:tag name="ORIGINALHEIGHT" val=" 6.391538"/>
  <p:tag name="ORIGINALWIDTH" val=" 5.399696"/>
</p:tagLst>
</file>

<file path=ppt/tags/tag19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63"/>
  <p:tag name="IGUANATEXSIZE" val="20"/>
  <p:tag name="LATEXADDIN" val="\documentclass{article}&#10;\usepackage{amsmath}&#10;\usepackage{amsfonts}&#10;\pagestyle{empty}&#10;\begin{document}&#10;&#10;&#10;\[&#10;\mathbb{E}(Y) = (1 - p) \cdot 0 + p \cdot 1 = \mu&#10;\]&#10;&#10;&#10;&#10;&#10;&#10;\end{document}"/>
  <p:tag name="LATEXENGINEID" val="0"/>
  <p:tag name="LATEXFORMHEIGHT" val=" 320"/>
  <p:tag name="LATEXFORMWIDTH" val=" 385"/>
  <p:tag name="LATEXFORMWRAP" val="True"/>
  <p:tag name="ORIGINALHEIGHT" val=" 6.653782"/>
  <p:tag name="ORIGINALWIDTH" val=" 6.263704"/>
  <p:tag name="TEMPFOLDER" val="C:\Users\luisc\Documents\Custom Office Templates\iguana temp\"/>
  <p:tag name="TRANSPARENCY" val="True"/>
</p:tagLst>
</file>

<file path=ppt/tags/tag198.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25083"/>
</p:tagLst>
</file>

<file path=ppt/tags/tag199.xml><?xml version="1.0" encoding="utf-8"?>
<p:tagLst xmlns:a="http://schemas.openxmlformats.org/drawingml/2006/main" xmlns:r="http://schemas.openxmlformats.org/officeDocument/2006/relationships" xmlns:p="http://schemas.openxmlformats.org/presentationml/2006/main">
  <p:tag name="EMFCHILD" val="True"/>
  <p:tag name="ORIGINALHEIGHT" val=" 6.634367"/>
  <p:tag name="ORIGINALWIDTH" val=" 7.285904"/>
</p:tagLst>
</file>

<file path=ppt/tags/tag200.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25083"/>
</p:tagLst>
</file>

<file path=ppt/tags/tag201.xml><?xml version="1.0" encoding="utf-8"?>
<p:tagLst xmlns:a="http://schemas.openxmlformats.org/drawingml/2006/main" xmlns:r="http://schemas.openxmlformats.org/officeDocument/2006/relationships" xmlns:p="http://schemas.openxmlformats.org/presentationml/2006/main">
  <p:tag name="EMFCHILD" val="True"/>
  <p:tag name="ORIGINALHEIGHT" val=" 2.272961"/>
  <p:tag name="ORIGINALWIDTH" val=" 6.664531"/>
</p:tagLst>
</file>

<file path=ppt/tags/tag202.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25083"/>
</p:tagLst>
</file>

<file path=ppt/tags/tag203.xml><?xml version="1.0" encoding="utf-8"?>
<p:tagLst xmlns:a="http://schemas.openxmlformats.org/drawingml/2006/main" xmlns:r="http://schemas.openxmlformats.org/officeDocument/2006/relationships" xmlns:p="http://schemas.openxmlformats.org/presentationml/2006/main">
  <p:tag name="EMFCHILD" val="True"/>
  <p:tag name="ORIGINALHEIGHT" val=" 6.469202"/>
  <p:tag name="ORIGINALWIDTH" val=" 3.307214"/>
</p:tagLst>
</file>

<file path=ppt/tags/tag204.xml><?xml version="1.0" encoding="utf-8"?>
<p:tagLst xmlns:a="http://schemas.openxmlformats.org/drawingml/2006/main" xmlns:r="http://schemas.openxmlformats.org/officeDocument/2006/relationships" xmlns:p="http://schemas.openxmlformats.org/presentationml/2006/main">
  <p:tag name="EMFCHILD" val="True"/>
  <p:tag name="ORIGINALHEIGHT" val=" .3885131"/>
  <p:tag name="ORIGINALWIDTH" val=" 6.123363"/>
</p:tagLst>
</file>

<file path=ppt/tags/tag205.xml><?xml version="1.0" encoding="utf-8"?>
<p:tagLst xmlns:a="http://schemas.openxmlformats.org/drawingml/2006/main" xmlns:r="http://schemas.openxmlformats.org/officeDocument/2006/relationships" xmlns:p="http://schemas.openxmlformats.org/presentationml/2006/main">
  <p:tag name="EMFCHILD" val="True"/>
  <p:tag name="ORIGINALHEIGHT" val=" 6.177833"/>
  <p:tag name="ORIGINALWIDTH" val=" 5.231405"/>
</p:tagLst>
</file>

<file path=ppt/tags/tag206.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25083"/>
</p:tagLst>
</file>

<file path=ppt/tags/tag207.xml><?xml version="1.0" encoding="utf-8"?>
<p:tagLst xmlns:a="http://schemas.openxmlformats.org/drawingml/2006/main" xmlns:r="http://schemas.openxmlformats.org/officeDocument/2006/relationships" xmlns:p="http://schemas.openxmlformats.org/presentationml/2006/main">
  <p:tag name="EMFCHILD" val="True"/>
  <p:tag name="ORIGINALHEIGHT" val=" 1.029628"/>
  <p:tag name="ORIGINALWIDTH" val=" 1.06227"/>
</p:tagLst>
</file>

<file path=ppt/tags/tag208.xml><?xml version="1.0" encoding="utf-8"?>
<p:tagLst xmlns:a="http://schemas.openxmlformats.org/drawingml/2006/main" xmlns:r="http://schemas.openxmlformats.org/officeDocument/2006/relationships" xmlns:p="http://schemas.openxmlformats.org/presentationml/2006/main">
  <p:tag name="EMFCHILD" val="True"/>
  <p:tag name="ORIGINALHEIGHT" val=" 6.682907"/>
  <p:tag name="ORIGINALWIDTH" val=" 4.219173"/>
</p:tagLst>
</file>

<file path=ppt/tags/tag209.xml><?xml version="1.0" encoding="utf-8"?>
<p:tagLst xmlns:a="http://schemas.openxmlformats.org/drawingml/2006/main" xmlns:r="http://schemas.openxmlformats.org/officeDocument/2006/relationships" xmlns:p="http://schemas.openxmlformats.org/presentationml/2006/main">
  <p:tag name="EMFCHILD" val="True"/>
  <p:tag name="ORIGINALHEIGHT" val=" 6.469202"/>
  <p:tag name="ORIGINALWIDTH" val=" 6.664531"/>
</p:tagLst>
</file>

<file path=ppt/tags/tag210.xml><?xml version="1.0" encoding="utf-8"?>
<p:tagLst xmlns:a="http://schemas.openxmlformats.org/drawingml/2006/main" xmlns:r="http://schemas.openxmlformats.org/officeDocument/2006/relationships" xmlns:p="http://schemas.openxmlformats.org/presentationml/2006/main">
  <p:tag name="EMFCHILD" val="True"/>
  <p:tag name="ORIGINALHEIGHT" val=" 6.177833"/>
  <p:tag name="ORIGINALWIDTH" val=" 5.231405"/>
</p:tagLst>
</file>

<file path=ppt/tags/tag211.xml><?xml version="1.0" encoding="utf-8"?>
<p:tagLst xmlns:a="http://schemas.openxmlformats.org/drawingml/2006/main" xmlns:r="http://schemas.openxmlformats.org/officeDocument/2006/relationships" xmlns:p="http://schemas.openxmlformats.org/presentationml/2006/main">
  <p:tag name="EMFCHILD" val="True"/>
  <p:tag name="ORIGINALHEIGHT" val=" 1.029628"/>
  <p:tag name="ORIGINALWIDTH" val=" 1.06227"/>
</p:tagLst>
</file>

<file path=ppt/tags/tag212.xml><?xml version="1.0" encoding="utf-8"?>
<p:tagLst xmlns:a="http://schemas.openxmlformats.org/drawingml/2006/main" xmlns:r="http://schemas.openxmlformats.org/officeDocument/2006/relationships" xmlns:p="http://schemas.openxmlformats.org/presentationml/2006/main">
  <p:tag name="EMFCHILD" val="True"/>
  <p:tag name="ORIGINALHEIGHT" val=" 6.469202"/>
  <p:tag name="ORIGINALWIDTH" val=" 3.307214"/>
</p:tagLst>
</file>

<file path=ppt/tags/tag213.xml><?xml version="1.0" encoding="utf-8"?>
<p:tagLst xmlns:a="http://schemas.openxmlformats.org/drawingml/2006/main" xmlns:r="http://schemas.openxmlformats.org/officeDocument/2006/relationships" xmlns:p="http://schemas.openxmlformats.org/presentationml/2006/main">
  <p:tag name="EMFCHILD" val="True"/>
  <p:tag name="ORIGINALHEIGHT" val=" 2.272961"/>
  <p:tag name="ORIGINALWIDTH" val=" 6.664531"/>
</p:tagLst>
</file>

<file path=ppt/tags/tag214.xml><?xml version="1.0" encoding="utf-8"?>
<p:tagLst xmlns:a="http://schemas.openxmlformats.org/drawingml/2006/main" xmlns:r="http://schemas.openxmlformats.org/officeDocument/2006/relationships" xmlns:p="http://schemas.openxmlformats.org/presentationml/2006/main">
  <p:tag name="EMFCHILD" val="True"/>
  <p:tag name="ORIGINALHEIGHT" val=" 6.391538"/>
  <p:tag name="ORIGINALWIDTH" val=" 5.431884"/>
</p:tagLst>
</file>

<file path=ppt/tags/tag21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50"/>
  <p:tag name="IGUANATEXSIZE" val="20"/>
  <p:tag name="LATEXADDIN" val="\documentclass{article}&#10;\usepackage{amsmath}&#10;\usepackage{amsfonts}&#10;\pagestyle{empty}&#10;\begin{document}&#10;&#10;&#10;\[&#10;\mathbb{E}(Y) = (1 - p) \cdot 0 + p \cdot 1&#10;\]&#10;&#10;&#10;&#10;&#10;&#10;\end{document}"/>
  <p:tag name="LATEXENGINEID" val="0"/>
  <p:tag name="LATEXFORMHEIGHT" val=" 320"/>
  <p:tag name="LATEXFORMWIDTH" val=" 385"/>
  <p:tag name="LATEXFORMWRAP" val="True"/>
  <p:tag name="ORIGINALHEIGHT" val=" 6.653782"/>
  <p:tag name="ORIGINALWIDTH" val=" 6.241159"/>
  <p:tag name="TEMPFOLDER" val="C:\Users\luisc\Documents\Custom Office Templates\iguana temp\"/>
  <p:tag name="TRANSPARENCY" val="True"/>
</p:tagLst>
</file>

<file path=ppt/tags/tag216.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16678"/>
</p:tagLst>
</file>

<file path=ppt/tags/tag217.xml><?xml version="1.0" encoding="utf-8"?>
<p:tagLst xmlns:a="http://schemas.openxmlformats.org/drawingml/2006/main" xmlns:r="http://schemas.openxmlformats.org/officeDocument/2006/relationships" xmlns:p="http://schemas.openxmlformats.org/presentationml/2006/main">
  <p:tag name="EMFCHILD" val="True"/>
  <p:tag name="ORIGINALHEIGHT" val=" 6.634367"/>
  <p:tag name="ORIGINALWIDTH" val=" 7.259711"/>
</p:tagLst>
</file>

<file path=ppt/tags/tag218.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16678"/>
</p:tagLst>
</file>

<file path=ppt/tags/tag219.xml><?xml version="1.0" encoding="utf-8"?>
<p:tagLst xmlns:a="http://schemas.openxmlformats.org/drawingml/2006/main" xmlns:r="http://schemas.openxmlformats.org/officeDocument/2006/relationships" xmlns:p="http://schemas.openxmlformats.org/presentationml/2006/main">
  <p:tag name="EMFCHILD" val="True"/>
  <p:tag name="ORIGINALHEIGHT" val=" 2.272961"/>
  <p:tag name="ORIGINALWIDTH" val=" 6.640618"/>
</p:tagLst>
</file>

<file path=ppt/tags/tag220.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16678"/>
</p:tagLst>
</file>

<file path=ppt/tags/tag221.xml><?xml version="1.0" encoding="utf-8"?>
<p:tagLst xmlns:a="http://schemas.openxmlformats.org/drawingml/2006/main" xmlns:r="http://schemas.openxmlformats.org/officeDocument/2006/relationships" xmlns:p="http://schemas.openxmlformats.org/presentationml/2006/main">
  <p:tag name="EMFCHILD" val="True"/>
  <p:tag name="ORIGINALHEIGHT" val=" 6.469202"/>
  <p:tag name="ORIGINALWIDTH" val=" 3.29529"/>
</p:tagLst>
</file>

<file path=ppt/tags/tag222.xml><?xml version="1.0" encoding="utf-8"?>
<p:tagLst xmlns:a="http://schemas.openxmlformats.org/drawingml/2006/main" xmlns:r="http://schemas.openxmlformats.org/officeDocument/2006/relationships" xmlns:p="http://schemas.openxmlformats.org/presentationml/2006/main">
  <p:tag name="EMFCHILD" val="True"/>
  <p:tag name="ORIGINALHEIGHT" val=" .3885131"/>
  <p:tag name="ORIGINALWIDTH" val=" 6.101339"/>
</p:tagLst>
</file>

<file path=ppt/tags/tag223.xml><?xml version="1.0" encoding="utf-8"?>
<p:tagLst xmlns:a="http://schemas.openxmlformats.org/drawingml/2006/main" xmlns:r="http://schemas.openxmlformats.org/officeDocument/2006/relationships" xmlns:p="http://schemas.openxmlformats.org/presentationml/2006/main">
  <p:tag name="EMFCHILD" val="True"/>
  <p:tag name="ORIGINALHEIGHT" val=" 6.177833"/>
  <p:tag name="ORIGINALWIDTH" val=" 5.21264"/>
</p:tagLst>
</file>

<file path=ppt/tags/tag224.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16678"/>
</p:tagLst>
</file>

<file path=ppt/tags/tag225.xml><?xml version="1.0" encoding="utf-8"?>
<p:tagLst xmlns:a="http://schemas.openxmlformats.org/drawingml/2006/main" xmlns:r="http://schemas.openxmlformats.org/officeDocument/2006/relationships" xmlns:p="http://schemas.openxmlformats.org/presentationml/2006/main">
  <p:tag name="EMFCHILD" val="True"/>
  <p:tag name="ORIGINALHEIGHT" val=" 1.029628"/>
  <p:tag name="ORIGINALWIDTH" val=" 1.058491"/>
</p:tagLst>
</file>

<file path=ppt/tags/tag226.xml><?xml version="1.0" encoding="utf-8"?>
<p:tagLst xmlns:a="http://schemas.openxmlformats.org/drawingml/2006/main" xmlns:r="http://schemas.openxmlformats.org/officeDocument/2006/relationships" xmlns:p="http://schemas.openxmlformats.org/presentationml/2006/main">
  <p:tag name="EMFCHILD" val="True"/>
  <p:tag name="ORIGINALHEIGHT" val=" 6.682907"/>
  <p:tag name="ORIGINALWIDTH" val=" 4.204057"/>
</p:tagLst>
</file>

<file path=ppt/tags/tag227.xml><?xml version="1.0" encoding="utf-8"?>
<p:tagLst xmlns:a="http://schemas.openxmlformats.org/drawingml/2006/main" xmlns:r="http://schemas.openxmlformats.org/officeDocument/2006/relationships" xmlns:p="http://schemas.openxmlformats.org/presentationml/2006/main">
  <p:tag name="EMFCHILD" val="True"/>
  <p:tag name="ORIGINALHEIGHT" val=" 6.469202"/>
  <p:tag name="ORIGINALWIDTH" val=" 6.640618"/>
</p:tagLst>
</file>

<file path=ppt/tags/tag228.xml><?xml version="1.0" encoding="utf-8"?>
<p:tagLst xmlns:a="http://schemas.openxmlformats.org/drawingml/2006/main" xmlns:r="http://schemas.openxmlformats.org/officeDocument/2006/relationships" xmlns:p="http://schemas.openxmlformats.org/presentationml/2006/main">
  <p:tag name="EMFCHILD" val="True"/>
  <p:tag name="ORIGINALHEIGHT" val=" 6.177833"/>
  <p:tag name="ORIGINALWIDTH" val=" 5.21264"/>
</p:tagLst>
</file>

<file path=ppt/tags/tag229.xml><?xml version="1.0" encoding="utf-8"?>
<p:tagLst xmlns:a="http://schemas.openxmlformats.org/drawingml/2006/main" xmlns:r="http://schemas.openxmlformats.org/officeDocument/2006/relationships" xmlns:p="http://schemas.openxmlformats.org/presentationml/2006/main">
  <p:tag name="EMFCHILD" val="True"/>
  <p:tag name="ORIGINALHEIGHT" val=" 1.029628"/>
  <p:tag name="ORIGINALWIDTH" val=" 1.058491"/>
</p:tagLst>
</file>

<file path=ppt/tags/tag230.xml><?xml version="1.0" encoding="utf-8"?>
<p:tagLst xmlns:a="http://schemas.openxmlformats.org/drawingml/2006/main" xmlns:r="http://schemas.openxmlformats.org/officeDocument/2006/relationships" xmlns:p="http://schemas.openxmlformats.org/presentationml/2006/main">
  <p:tag name="EMFCHILD" val="True"/>
  <p:tag name="ORIGINALHEIGHT" val=" 6.469202"/>
  <p:tag name="ORIGINALWIDTH" val=" 3.29529"/>
</p:tagLst>
</file>

<file path=ppt/tags/tag23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50"/>
  <p:tag name="IGUANATEXSIZE" val="20"/>
  <p:tag name="IGUANATEXVERSION" val="162"/>
  <p:tag name="LATEXADDIN" val="\documentclass{article}&#10;\usepackage{amsmath}&#10;\usepackage{amsfonts}&#10;\pagestyle{empty}&#10;\begin{document}&#10;&#10;&#10;\[&#10;\mathbb{E}(Y) = (1 - p) \cdot 0 + p \cdot 1&#10;\]&#10;&#10;&#10;&#10;&#10;&#10;\end{document}"/>
  <p:tag name="LATEXENGINEID" val="0"/>
  <p:tag name="LATEXFORMHEIGHT" val=" 320"/>
  <p:tag name="LATEXFORMWIDTH" val=" 385"/>
  <p:tag name="LATEXFORMWRAP" val="True"/>
  <p:tag name="ORIGINALHEIGHT" val=" 9.713542"/>
  <p:tag name="ORIGINALWIDTH" val=" 106.4343"/>
  <p:tag name="OUTPUTTYPE" val="SVG"/>
  <p:tag name="TEMPFOLDER" val="C:\Users\luisc\Documents\Custom Office Templates\iguana temp\"/>
  <p:tag name="TRANSPARENCY" val="True"/>
</p:tagLst>
</file>

<file path=ppt/tags/tag23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63"/>
  <p:tag name="IGUANATEXSIZE" val="20"/>
  <p:tag name="IGUANATEXVERSION" val="162"/>
  <p:tag name="LATEXADDIN" val="\documentclass{article}&#10;\usepackage{amsmath}&#10;\usepackage{amsfonts}&#10;\pagestyle{empty}&#10;\begin{document}&#10;&#10;&#10;\[&#10;\mathbb{E}(Y) = (1 - p) \cdot 0 + p \cdot 1 = \mu&#10;\]&#10;&#10;&#10;&#10;&#10;&#10;\end{document}"/>
  <p:tag name="LATEXENGINEID" val="0"/>
  <p:tag name="LATEXFORMHEIGHT" val=" 320"/>
  <p:tag name="LATEXFORMWIDTH" val=" 385"/>
  <p:tag name="LATEXFORMWRAP" val="True"/>
  <p:tag name="ORIGINALHEIGHT" val=" 9.713542"/>
  <p:tag name="ORIGINALWIDTH" val=" 126.7251"/>
  <p:tag name="OUTPUTTYPE" val="SVG"/>
  <p:tag name="TEMPFOLDER" val="C:\Users\luisc\Documents\Custom Office Templates\iguana temp\"/>
  <p:tag name="TRANSPARENCY" val="True"/>
</p:tagLst>
</file>

<file path=ppt/tags/tag23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24"/>
  <p:tag name="IGUANATEXSIZE" val="20"/>
  <p:tag name="IGUANATEXVERSION" val="162"/>
  <p:tag name="LATEXADDIN" val="\documentclass{article}&#10;\usepackage{amsmath}&#10;\usepackage{amsfonts}&#10;\pagestyle{empty}&#10;\begin{document}&#10;&#10;&#10;\[&#10;\mathbb{E}(Y) = p = \mu&#10;\]&#10;&#10;&#10;&#10;&#10;&#10;\end{document}"/>
  <p:tag name="LATEXENGINEID" val="0"/>
  <p:tag name="LATEXFORMHEIGHT" val=" 320"/>
  <p:tag name="LATEXFORMWIDTH" val=" 385"/>
  <p:tag name="LATEXFORMWRAP" val="True"/>
  <p:tag name="ORIGINALHEIGHT" val=" 9.713542"/>
  <p:tag name="ORIGINALWIDTH" val=" 59.52671"/>
  <p:tag name="OUTPUTTYPE" val="SVG"/>
  <p:tag name="TEMPFOLDER" val="C:\Users\luisc\Documents\Custom Office Templates\iguana temp\"/>
  <p:tag name="TRANSPARENCY" val="True"/>
</p:tagLst>
</file>

<file path=ppt/tags/tag23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58"/>
  <p:tag name="IGUANATEXSIZE" val="20"/>
  <p:tag name="IGUANATEXVERSION" val="162"/>
  <p:tag name="LATEXADDIN" val="\documentclass{article}&#10;\usepackage{amsmath}&#10;\usepackage{amsfonts}&#10;\pagestyle{empty}&#10;\begin{document}&#10;&#10;&#10;\[&#10;\mathrm{Var}(Y) = \mathbb{E}(Y^2) - \left[\mathbb{E}(Y)\right]^2&#10;\]&#10;&#10;&#10;&#10;&#10;&#10;\end{document}"/>
  <p:tag name="LATEXENGINEID" val="0"/>
  <p:tag name="LATEXFORMHEIGHT" val=" 320"/>
  <p:tag name="LATEXFORMWIDTH" val=" 385"/>
  <p:tag name="LATEXFORMWRAP" val="True"/>
  <p:tag name="ORIGINALHEIGHT" val=" 12.1303"/>
  <p:tag name="ORIGINALWIDTH" val=" 115.3442"/>
  <p:tag name="OUTPUTTYPE" val="SVG"/>
  <p:tag name="TEMPFOLDER" val="C:\Users\luisc\Documents\Custom Office Templates\iguana temp\"/>
  <p:tag name="TRANSPARENCY" val="True"/>
</p:tagLst>
</file>

<file path=ppt/tags/tag23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44"/>
  <p:tag name="IGUANATEXSIZE" val="20"/>
  <p:tag name="IGUANATEXVERSION" val="162"/>
  <p:tag name="LATEXADDIN" val="\documentclass{article}&#10;\usepackage{amsmath}&#10;\usepackage{amsfonts}&#10;\pagestyle{empty}&#10;\begin{document}&#10;&#10;&#10;\[&#10;\mathrm{Var}(Y) = \mathbb{E}(Y) - \mu^2&#10;\]&#10;&#10;&#10;&#10;&#10;&#10;\end{document}"/>
  <p:tag name="LATEXENGINEID" val="0"/>
  <p:tag name="LATEXFORMHEIGHT" val=" 320"/>
  <p:tag name="LATEXFORMWIDTH" val=" 385"/>
  <p:tag name="LATEXFORMWRAP" val="True"/>
  <p:tag name="ORIGINALHEIGHT" val=" 11.4901"/>
  <p:tag name="ORIGINALWIDTH" val=" 88.70389"/>
  <p:tag name="OUTPUTTYPE" val="SVG"/>
  <p:tag name="TEMPFOLDER" val="C:\Users\luisc\Documents\Custom Office Templates\iguana temp\"/>
  <p:tag name="TRANSPARENCY" val="True"/>
</p:tagLst>
</file>

<file path=ppt/tags/tag236.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28"/>
  <p:tag name="IGUANATEXSIZE" val="20"/>
  <p:tag name="IGUANATEXVERSION" val="162"/>
  <p:tag name="LATEXADDIN" val="\documentclass{article}&#10;\usepackage{amsmath}&#10;\usepackage{amsfonts}&#10;\pagestyle{empty}&#10;\begin{document}&#10;&#10;&#10;\[&#10;\mathrm{Var}(Y) = \mu - \mu^2&#10;\]&#10;&#10;&#10;&#10;&#10;&#10;\end{document}"/>
  <p:tag name="LATEXENGINEID" val="0"/>
  <p:tag name="LATEXFORMHEIGHT" val=" 320"/>
  <p:tag name="LATEXFORMWIDTH" val=" 385"/>
  <p:tag name="LATEXFORMWRAP" val="True"/>
  <p:tag name="ORIGINALHEIGHT" val=" 11.4901"/>
  <p:tag name="ORIGINALWIDTH" val=" 71.82323"/>
  <p:tag name="OUTPUTTYPE" val="SVG"/>
  <p:tag name="TEMPFOLDER" val="C:\Users\luisc\Documents\Custom Office Templates\iguana temp\"/>
  <p:tag name="TRANSPARENCY" val="True"/>
</p:tagLst>
</file>

<file path=ppt/tags/tag23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44"/>
  <p:tag name="IGUANATEXSIZE" val="20"/>
  <p:tag name="IGUANATEXVERSION" val="162"/>
  <p:tag name="LATEXADDIN" val="\documentclass{article}&#10;\usepackage{amsmath}&#10;\usepackage{amsfonts}&#10;\pagestyle{empty}&#10;\begin{document}&#10;&#10;&#10;\[&#10;\mathrm{Var}(Y) = \mu \cdot (1 - \mu)&#10;\]&#10;&#10;&#10;&#10;&#10;&#10;\end{document}"/>
  <p:tag name="LATEXENGINEID" val="0"/>
  <p:tag name="LATEXFORMHEIGHT" val=" 320"/>
  <p:tag name="LATEXFORMWIDTH" val=" 385"/>
  <p:tag name="LATEXFORMWRAP" val="True"/>
  <p:tag name="ORIGINALHEIGHT" val=" 9.713482"/>
  <p:tag name="ORIGINALWIDTH" val=" 86.98681"/>
  <p:tag name="OUTPUTTYPE" val="SVG"/>
  <p:tag name="TEMPFOLDER" val="C:\Users\luisc\Documents\Custom Office Templates\iguana temp\"/>
  <p:tag name="TRANSPARENCY" val="True"/>
</p:tagLst>
</file>

<file path=ppt/tags/tag23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44"/>
  <p:tag name="IGUANATEXSIZE" val="20"/>
  <p:tag name="LATEXADDIN" val="\documentclass{article}&#10;\usepackage{amsmath}&#10;\usepackage{amsfonts}&#10;\pagestyle{empty}&#10;\begin{document}&#10;&#10;&#10;\[&#10;\mathrm{Var}(Y) = \mu \cdot (1 - \mu)&#10;\]&#10;&#10;&#10;&#10;&#10;&#10;\end{document}"/>
  <p:tag name="LATEXENGINEID" val="0"/>
  <p:tag name="LATEXFORMHEIGHT" val=" 320"/>
  <p:tag name="LATEXFORMWIDTH" val=" 385"/>
  <p:tag name="LATEXFORMWRAP" val="True"/>
  <p:tag name="ORIGINALHEIGHT" val=" 6.848009"/>
  <p:tag name="ORIGINALWIDTH" val=" 7.043591"/>
  <p:tag name="TEMPFOLDER" val="C:\Users\luisc\Documents\Custom Office Templates\iguana temp\"/>
  <p:tag name="TRANSPARENCY" val="True"/>
</p:tagLst>
</file>

<file path=ppt/tags/tag239.xml><?xml version="1.0" encoding="utf-8"?>
<p:tagLst xmlns:a="http://schemas.openxmlformats.org/drawingml/2006/main" xmlns:r="http://schemas.openxmlformats.org/officeDocument/2006/relationships" xmlns:p="http://schemas.openxmlformats.org/presentationml/2006/main">
  <p:tag name="EMFCHILD" val="True"/>
  <p:tag name="ORIGINALHEIGHT" val=" 4.458487"/>
  <p:tag name="ORIGINALWIDTH" val=" 4.467862"/>
</p:tagLst>
</file>

<file path=ppt/tags/tag240.xml><?xml version="1.0" encoding="utf-8"?>
<p:tagLst xmlns:a="http://schemas.openxmlformats.org/drawingml/2006/main" xmlns:r="http://schemas.openxmlformats.org/officeDocument/2006/relationships" xmlns:p="http://schemas.openxmlformats.org/presentationml/2006/main">
  <p:tag name="EMFCHILD" val="True"/>
  <p:tag name="ORIGINALHEIGHT" val=" 4.293322"/>
  <p:tag name="ORIGINALWIDTH" val=" 3.328581"/>
</p:tagLst>
</file>

<file path=ppt/tags/tag241.xml><?xml version="1.0" encoding="utf-8"?>
<p:tagLst xmlns:a="http://schemas.openxmlformats.org/drawingml/2006/main" xmlns:r="http://schemas.openxmlformats.org/officeDocument/2006/relationships" xmlns:p="http://schemas.openxmlformats.org/presentationml/2006/main">
  <p:tag name="EMFCHILD" val="True"/>
  <p:tag name="ORIGINALHEIGHT" val=" 9.713482"/>
  <p:tag name="ORIGINALWIDTH" val=" 2.298303"/>
</p:tagLst>
</file>

<file path=ppt/tags/tag242.xml><?xml version="1.0" encoding="utf-8"?>
<p:tagLst xmlns:a="http://schemas.openxmlformats.org/drawingml/2006/main" xmlns:r="http://schemas.openxmlformats.org/officeDocument/2006/relationships" xmlns:p="http://schemas.openxmlformats.org/presentationml/2006/main">
  <p:tag name="EMFCHILD" val="True"/>
  <p:tag name="ORIGINALHEIGHT" val=" 6.634304"/>
  <p:tag name="ORIGINALWIDTH" val=" 7.202109"/>
</p:tagLst>
</file>

<file path=ppt/tags/tag243.xml><?xml version="1.0" encoding="utf-8"?>
<p:tagLst xmlns:a="http://schemas.openxmlformats.org/drawingml/2006/main" xmlns:r="http://schemas.openxmlformats.org/officeDocument/2006/relationships" xmlns:p="http://schemas.openxmlformats.org/presentationml/2006/main">
  <p:tag name="EMFCHILD" val="True"/>
  <p:tag name="ORIGINALHEIGHT" val=" 9.713482"/>
  <p:tag name="ORIGINALWIDTH" val=" 2.298303"/>
</p:tagLst>
</file>

<file path=ppt/tags/tag244.xml><?xml version="1.0" encoding="utf-8"?>
<p:tagLst xmlns:a="http://schemas.openxmlformats.org/drawingml/2006/main" xmlns:r="http://schemas.openxmlformats.org/officeDocument/2006/relationships" xmlns:p="http://schemas.openxmlformats.org/presentationml/2006/main">
  <p:tag name="EMFCHILD" val="True"/>
  <p:tag name="ORIGINALHEIGHT" val=" 2.272962"/>
  <p:tag name="ORIGINALWIDTH" val=" 6.587904"/>
</p:tagLst>
</file>

<file path=ppt/tags/tag245.xml><?xml version="1.0" encoding="utf-8"?>
<p:tagLst xmlns:a="http://schemas.openxmlformats.org/drawingml/2006/main" xmlns:r="http://schemas.openxmlformats.org/officeDocument/2006/relationships" xmlns:p="http://schemas.openxmlformats.org/presentationml/2006/main">
  <p:tag name="EMFCHILD" val="True"/>
  <p:tag name="ORIGINALHEIGHT" val=" 6.391475"/>
  <p:tag name="ORIGINALWIDTH" val=" 5.369396"/>
</p:tagLst>
</file>

<file path=ppt/tags/tag246.xml><?xml version="1.0" encoding="utf-8"?>
<p:tagLst xmlns:a="http://schemas.openxmlformats.org/drawingml/2006/main" xmlns:r="http://schemas.openxmlformats.org/officeDocument/2006/relationships" xmlns:p="http://schemas.openxmlformats.org/presentationml/2006/main">
  <p:tag name="EMFCHILD" val="True"/>
  <p:tag name="ORIGINALHEIGHT" val=" 1.029628"/>
  <p:tag name="ORIGINALWIDTH" val=" 1.050085"/>
</p:tagLst>
</file>

<file path=ppt/tags/tag247.xml><?xml version="1.0" encoding="utf-8"?>
<p:tagLst xmlns:a="http://schemas.openxmlformats.org/drawingml/2006/main" xmlns:r="http://schemas.openxmlformats.org/officeDocument/2006/relationships" xmlns:p="http://schemas.openxmlformats.org/presentationml/2006/main">
  <p:tag name="EMFCHILD" val="True"/>
  <p:tag name="ORIGINALHEIGHT" val=" 9.713482"/>
  <p:tag name="ORIGINALWIDTH" val=" 2.298303"/>
</p:tagLst>
</file>

<file path=ppt/tags/tag248.xml><?xml version="1.0" encoding="utf-8"?>
<p:tagLst xmlns:a="http://schemas.openxmlformats.org/drawingml/2006/main" xmlns:r="http://schemas.openxmlformats.org/officeDocument/2006/relationships" xmlns:p="http://schemas.openxmlformats.org/presentationml/2006/main">
  <p:tag name="EMFCHILD" val="True"/>
  <p:tag name="ORIGINALHEIGHT" val=" 6.469204"/>
  <p:tag name="ORIGINALWIDTH" val=" 3.269161"/>
</p:tagLst>
</file>

<file path=ppt/tags/tag249.xml><?xml version="1.0" encoding="utf-8"?>
<p:tagLst xmlns:a="http://schemas.openxmlformats.org/drawingml/2006/main" xmlns:r="http://schemas.openxmlformats.org/officeDocument/2006/relationships" xmlns:p="http://schemas.openxmlformats.org/presentationml/2006/main">
  <p:tag name="EMFCHILD" val="True"/>
  <p:tag name="ORIGINALHEIGHT" val=" .3885132"/>
  <p:tag name="ORIGINALWIDTH" val=" 6.052926"/>
</p:tagLst>
</file>

<file path=ppt/tags/tag250.xml><?xml version="1.0" encoding="utf-8"?>
<p:tagLst xmlns:a="http://schemas.openxmlformats.org/drawingml/2006/main" xmlns:r="http://schemas.openxmlformats.org/officeDocument/2006/relationships" xmlns:p="http://schemas.openxmlformats.org/presentationml/2006/main">
  <p:tag name="EMFCHILD" val="True"/>
  <p:tag name="ORIGINALHEIGHT" val=" 6.391475"/>
  <p:tag name="ORIGINALWIDTH" val=" 5.369396"/>
</p:tagLst>
</file>

<file path=ppt/tags/tag251.xml><?xml version="1.0" encoding="utf-8"?>
<p:tagLst xmlns:a="http://schemas.openxmlformats.org/drawingml/2006/main" xmlns:r="http://schemas.openxmlformats.org/officeDocument/2006/relationships" xmlns:p="http://schemas.openxmlformats.org/presentationml/2006/main">
  <p:tag name="EMFCHILD" val="True"/>
  <p:tag name="ORIGINALHEIGHT" val=" 9.713482"/>
  <p:tag name="ORIGINALWIDTH" val=" 2.298303"/>
</p:tagLst>
</file>

<file path=ppt/tags/tag25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28"/>
  <p:tag name="IGUANATEXSIZE" val="20"/>
  <p:tag name="LATEXADDIN" val="\documentclass{article}&#10;\usepackage{amsmath}&#10;\usepackage{amsfonts}&#10;\pagestyle{empty}&#10;\begin{document}&#10;&#10;&#10;\[&#10;\mathrm{Var}(Y) = \mu - \mu^2&#10;\]&#10;&#10;&#10;&#10;&#10;&#10;\end{document}"/>
  <p:tag name="LATEXENGINEID" val="0"/>
  <p:tag name="LATEXFORMHEIGHT" val=" 320"/>
  <p:tag name="LATEXFORMWIDTH" val=" 385"/>
  <p:tag name="LATEXFORMWRAP" val="True"/>
  <p:tag name="ORIGINALHEIGHT" val=" 7.183291"/>
  <p:tag name="ORIGINALWIDTH" val=" 7.059163"/>
  <p:tag name="TEMPFOLDER" val="C:\Users\luisc\Documents\Custom Office Templates\iguana temp\"/>
  <p:tag name="TRANSPARENCY" val="True"/>
</p:tagLst>
</file>

<file path=ppt/tags/tag253.xml><?xml version="1.0" encoding="utf-8"?>
<p:tagLst xmlns:a="http://schemas.openxmlformats.org/drawingml/2006/main" xmlns:r="http://schemas.openxmlformats.org/officeDocument/2006/relationships" xmlns:p="http://schemas.openxmlformats.org/presentationml/2006/main">
  <p:tag name="EMFCHILD" val="True"/>
  <p:tag name="ORIGINALHEIGHT" val=" 4.676753"/>
  <p:tag name="ORIGINALWIDTH" val=" 4.477701"/>
</p:tagLst>
</file>

<file path=ppt/tags/tag254.xml><?xml version="1.0" encoding="utf-8"?>
<p:tagLst xmlns:a="http://schemas.openxmlformats.org/drawingml/2006/main" xmlns:r="http://schemas.openxmlformats.org/officeDocument/2006/relationships" xmlns:p="http://schemas.openxmlformats.org/presentationml/2006/main">
  <p:tag name="EMFCHILD" val="True"/>
  <p:tag name="ORIGINALHEIGHT" val=" 4.503508"/>
  <p:tag name="ORIGINALWIDTH" val=" 3.335944"/>
</p:tagLst>
</file>

<file path=ppt/tags/tag255.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03385"/>
</p:tagLst>
</file>

<file path=ppt/tags/tag256.xml><?xml version="1.0" encoding="utf-8"?>
<p:tagLst xmlns:a="http://schemas.openxmlformats.org/drawingml/2006/main" xmlns:r="http://schemas.openxmlformats.org/officeDocument/2006/relationships" xmlns:p="http://schemas.openxmlformats.org/presentationml/2006/main">
  <p:tag name="EMFCHILD" val="True"/>
  <p:tag name="ORIGINALHEIGHT" val=" 6.959097"/>
  <p:tag name="ORIGINALWIDTH" val=" 7.218008"/>
</p:tagLst>
</file>

<file path=ppt/tags/tag257.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03385"/>
</p:tagLst>
</file>

<file path=ppt/tags/tag258.xml><?xml version="1.0" encoding="utf-8"?>
<p:tagLst xmlns:a="http://schemas.openxmlformats.org/drawingml/2006/main" xmlns:r="http://schemas.openxmlformats.org/officeDocument/2006/relationships" xmlns:p="http://schemas.openxmlformats.org/presentationml/2006/main">
  <p:tag name="EMFCHILD" val="True"/>
  <p:tag name="ORIGINALHEIGHT" val=" 2.38418"/>
  <p:tag name="ORIGINALWIDTH" val=" 6.602434"/>
</p:tagLst>
</file>

<file path=ppt/tags/tag259.xml><?xml version="1.0" encoding="utf-8"?>
<p:tagLst xmlns:a="http://schemas.openxmlformats.org/drawingml/2006/main" xmlns:r="http://schemas.openxmlformats.org/officeDocument/2006/relationships" xmlns:p="http://schemas.openxmlformats.org/presentationml/2006/main">
  <p:tag name="EMFCHILD" val="True"/>
  <p:tag name="ORIGINALHEIGHT" val=" 6.704345"/>
  <p:tag name="ORIGINALWIDTH" val=" 5.381255"/>
</p:tagLst>
</file>

<file path=ppt/tags/tag260.xml><?xml version="1.0" encoding="utf-8"?>
<p:tagLst xmlns:a="http://schemas.openxmlformats.org/drawingml/2006/main" xmlns:r="http://schemas.openxmlformats.org/officeDocument/2006/relationships" xmlns:p="http://schemas.openxmlformats.org/presentationml/2006/main">
  <p:tag name="EMFCHILD" val="True"/>
  <p:tag name="ORIGINALHEIGHT" val=" .4075381"/>
  <p:tag name="ORIGINALWIDTH" val=" 6.066283"/>
</p:tagLst>
</file>

<file path=ppt/tags/tag261.xml><?xml version="1.0" encoding="utf-8"?>
<p:tagLst xmlns:a="http://schemas.openxmlformats.org/drawingml/2006/main" xmlns:r="http://schemas.openxmlformats.org/officeDocument/2006/relationships" xmlns:p="http://schemas.openxmlformats.org/presentationml/2006/main">
  <p:tag name="EMFCHILD" val="True"/>
  <p:tag name="ORIGINALHEIGHT" val=" 6.704345"/>
  <p:tag name="ORIGINALWIDTH" val=" 5.381255"/>
</p:tagLst>
</file>

<file path=ppt/tags/tag262.xml><?xml version="1.0" encoding="utf-8"?>
<p:tagLst xmlns:a="http://schemas.openxmlformats.org/drawingml/2006/main" xmlns:r="http://schemas.openxmlformats.org/officeDocument/2006/relationships" xmlns:p="http://schemas.openxmlformats.org/presentationml/2006/main">
  <p:tag name="EMFCHILD" val="True"/>
  <p:tag name="ORIGINALHEIGHT" val=" 4.735847"/>
  <p:tag name="ORIGINALWIDTH" val=" 3.071875"/>
</p:tagLst>
</file>

<file path=ppt/tags/tag26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44"/>
  <p:tag name="IGUANATEXSIZE" val="20"/>
  <p:tag name="LATEXADDIN" val="\documentclass{article}&#10;\usepackage{amsmath}&#10;\usepackage{amsfonts}&#10;\pagestyle{empty}&#10;\begin{document}&#10;&#10;&#10;\[&#10;\mathrm{Var}(Y) = \mathbb{E}(Y) - \mu^2&#10;\]&#10;&#10;&#10;&#10;&#10;&#10;\end{document}"/>
  <p:tag name="LATEXENGINEID" val="0"/>
  <p:tag name="LATEXFORMHEIGHT" val=" 320"/>
  <p:tag name="LATEXFORMWIDTH" val=" 385"/>
  <p:tag name="LATEXFORMWRAP" val="True"/>
  <p:tag name="ORIGINALHEIGHT" val=" 7.18329"/>
  <p:tag name="ORIGINALWIDTH" val=" 7.103272"/>
  <p:tag name="TEMPFOLDER" val="C:\Users\luisc\Documents\Custom Office Templates\iguana temp\"/>
  <p:tag name="TRANSPARENCY" val="True"/>
</p:tagLst>
</file>

<file path=ppt/tags/tag264.xml><?xml version="1.0" encoding="utf-8"?>
<p:tagLst xmlns:a="http://schemas.openxmlformats.org/drawingml/2006/main" xmlns:r="http://schemas.openxmlformats.org/officeDocument/2006/relationships" xmlns:p="http://schemas.openxmlformats.org/presentationml/2006/main">
  <p:tag name="EMFCHILD" val="True"/>
  <p:tag name="ORIGINALHEIGHT" val=" 4.676752"/>
  <p:tag name="ORIGINALWIDTH" val=" 4.505717"/>
</p:tagLst>
</file>

<file path=ppt/tags/tag265.xml><?xml version="1.0" encoding="utf-8"?>
<p:tagLst xmlns:a="http://schemas.openxmlformats.org/drawingml/2006/main" xmlns:r="http://schemas.openxmlformats.org/officeDocument/2006/relationships" xmlns:p="http://schemas.openxmlformats.org/presentationml/2006/main">
  <p:tag name="EMFCHILD" val="True"/>
  <p:tag name="ORIGINALHEIGHT" val=" 4.503507"/>
  <p:tag name="ORIGINALWIDTH" val=" 3.356793"/>
</p:tagLst>
</file>

<file path=ppt/tags/tag266.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17784"/>
</p:tagLst>
</file>

<file path=ppt/tags/tag267.xml><?xml version="1.0" encoding="utf-8"?>
<p:tagLst xmlns:a="http://schemas.openxmlformats.org/drawingml/2006/main" xmlns:r="http://schemas.openxmlformats.org/officeDocument/2006/relationships" xmlns:p="http://schemas.openxmlformats.org/presentationml/2006/main">
  <p:tag name="EMFCHILD" val="True"/>
  <p:tag name="ORIGINALHEIGHT" val=" 6.959095"/>
  <p:tag name="ORIGINALWIDTH" val=" 7.26316"/>
</p:tagLst>
</file>

<file path=ppt/tags/tag268.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17784"/>
</p:tagLst>
</file>

<file path=ppt/tags/tag269.xml><?xml version="1.0" encoding="utf-8"?>
<p:tagLst xmlns:a="http://schemas.openxmlformats.org/drawingml/2006/main" xmlns:r="http://schemas.openxmlformats.org/officeDocument/2006/relationships" xmlns:p="http://schemas.openxmlformats.org/presentationml/2006/main">
  <p:tag name="EMFCHILD" val="True"/>
  <p:tag name="ORIGINALHEIGHT" val=" 2.384179"/>
  <p:tag name="ORIGINALWIDTH" val=" 6.643742"/>
</p:tagLst>
</file>

<file path=ppt/tags/tag270.xml><?xml version="1.0" encoding="utf-8"?>
<p:tagLst xmlns:a="http://schemas.openxmlformats.org/drawingml/2006/main" xmlns:r="http://schemas.openxmlformats.org/officeDocument/2006/relationships" xmlns:p="http://schemas.openxmlformats.org/presentationml/2006/main">
  <p:tag name="EMFCHILD" val="True"/>
  <p:tag name="ORIGINALHEIGHT" val=" 6.979488"/>
  <p:tag name="ORIGINALWIDTH" val=" 6.244088"/>
</p:tagLst>
</file>

<file path=ppt/tags/tag271.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17784"/>
</p:tagLst>
</file>

<file path=ppt/tags/tag272.xml><?xml version="1.0" encoding="utf-8"?>
<p:tagLst xmlns:a="http://schemas.openxmlformats.org/drawingml/2006/main" xmlns:r="http://schemas.openxmlformats.org/officeDocument/2006/relationships" xmlns:p="http://schemas.openxmlformats.org/presentationml/2006/main">
  <p:tag name="EMFCHILD" val="True"/>
  <p:tag name="ORIGINALHEIGHT" val=" 6.959095"/>
  <p:tag name="ORIGINALWIDTH" val=" 7.26316"/>
</p:tagLst>
</file>

<file path=ppt/tags/tag273.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17784"/>
</p:tagLst>
</file>

<file path=ppt/tags/tag274.xml><?xml version="1.0" encoding="utf-8"?>
<p:tagLst xmlns:a="http://schemas.openxmlformats.org/drawingml/2006/main" xmlns:r="http://schemas.openxmlformats.org/officeDocument/2006/relationships" xmlns:p="http://schemas.openxmlformats.org/presentationml/2006/main">
  <p:tag name="EMFCHILD" val="True"/>
  <p:tag name="ORIGINALHEIGHT" val=" .407538"/>
  <p:tag name="ORIGINALWIDTH" val=" 6.104268"/>
</p:tagLst>
</file>

<file path=ppt/tags/tag275.xml><?xml version="1.0" encoding="utf-8"?>
<p:tagLst xmlns:a="http://schemas.openxmlformats.org/drawingml/2006/main" xmlns:r="http://schemas.openxmlformats.org/officeDocument/2006/relationships" xmlns:p="http://schemas.openxmlformats.org/presentationml/2006/main">
  <p:tag name="EMFCHILD" val="True"/>
  <p:tag name="ORIGINALHEIGHT" val=" 6.704343"/>
  <p:tag name="ORIGINALWIDTH" val=" 5.414875"/>
</p:tagLst>
</file>

<file path=ppt/tags/tag276.xml><?xml version="1.0" encoding="utf-8"?>
<p:tagLst xmlns:a="http://schemas.openxmlformats.org/drawingml/2006/main" xmlns:r="http://schemas.openxmlformats.org/officeDocument/2006/relationships" xmlns:p="http://schemas.openxmlformats.org/presentationml/2006/main">
  <p:tag name="EMFCHILD" val="True"/>
  <p:tag name="ORIGINALHEIGHT" val=" 4.735846"/>
  <p:tag name="ORIGINALWIDTH" val=" 3.091096"/>
</p:tagLst>
</file>

<file path=ppt/tags/tag27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58"/>
  <p:tag name="IGUANATEXSIZE" val="20"/>
  <p:tag name="LATEXADDIN" val="\documentclass{article}&#10;\usepackage{amsmath}&#10;\usepackage{amsfonts}&#10;\pagestyle{empty}&#10;\begin{document}&#10;&#10;&#10;\[&#10;\mathrm{Var}(Y) = \mathbb{E}(Y^2) - \left[\mathbb{E}(Y)\right]^2&#10;\]&#10;&#10;&#10;&#10;&#10;&#10;\end{document}"/>
  <p:tag name="LATEXENGINEID" val="0"/>
  <p:tag name="LATEXFORMHEIGHT" val=" 320"/>
  <p:tag name="LATEXFORMWIDTH" val=" 385"/>
  <p:tag name="LATEXFORMWRAP" val="True"/>
  <p:tag name="ORIGINALHEIGHT" val=" 7.023597"/>
  <p:tag name="ORIGINALWIDTH" val=" 7.11422"/>
  <p:tag name="TEMPFOLDER" val="C:\Users\luisc\Documents\Custom Office Templates\iguana temp\"/>
  <p:tag name="TRANSPARENCY" val="True"/>
</p:tagLst>
</file>

<file path=ppt/tags/tag278.xml><?xml version="1.0" encoding="utf-8"?>
<p:tagLst xmlns:a="http://schemas.openxmlformats.org/drawingml/2006/main" xmlns:r="http://schemas.openxmlformats.org/officeDocument/2006/relationships" xmlns:p="http://schemas.openxmlformats.org/presentationml/2006/main">
  <p:tag name="EMFCHILD" val="True"/>
  <p:tag name="ORIGINALHEIGHT" val=" 4.572831"/>
  <p:tag name="ORIGINALWIDTH" val=" 4.512624"/>
</p:tagLst>
</file>

<file path=ppt/tags/tag279.xml><?xml version="1.0" encoding="utf-8"?>
<p:tagLst xmlns:a="http://schemas.openxmlformats.org/drawingml/2006/main" xmlns:r="http://schemas.openxmlformats.org/officeDocument/2006/relationships" xmlns:p="http://schemas.openxmlformats.org/presentationml/2006/main">
  <p:tag name="EMFCHILD" val="True"/>
  <p:tag name="ORIGINALHEIGHT" val=" 4.40343"/>
  <p:tag name="ORIGINALWIDTH" val=" 3.361941"/>
</p:tagLst>
</file>

<file path=ppt/tags/tag280.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2.321368"/>
</p:tagLst>
</file>

<file path=ppt/tags/tag281.xml><?xml version="1.0" encoding="utf-8"?>
<p:tagLst xmlns:a="http://schemas.openxmlformats.org/drawingml/2006/main" xmlns:r="http://schemas.openxmlformats.org/officeDocument/2006/relationships" xmlns:p="http://schemas.openxmlformats.org/presentationml/2006/main">
  <p:tag name="EMFCHILD" val="True"/>
  <p:tag name="ORIGINALHEIGHT" val=" 6.804419"/>
  <p:tag name="ORIGINALWIDTH" val=" 7.274303"/>
</p:tagLst>
</file>

<file path=ppt/tags/tag282.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2.321368"/>
</p:tagLst>
</file>

<file path=ppt/tags/tag283.xml><?xml version="1.0" encoding="utf-8"?>
<p:tagLst xmlns:a="http://schemas.openxmlformats.org/drawingml/2006/main" xmlns:r="http://schemas.openxmlformats.org/officeDocument/2006/relationships" xmlns:p="http://schemas.openxmlformats.org/presentationml/2006/main">
  <p:tag name="EMFCHILD" val="True"/>
  <p:tag name="ORIGINALHEIGHT" val=" 2.331209"/>
  <p:tag name="ORIGINALWIDTH" val=" 6.653907"/>
</p:tagLst>
</file>

<file path=ppt/tags/tag284.xml><?xml version="1.0" encoding="utf-8"?>
<p:tagLst xmlns:a="http://schemas.openxmlformats.org/drawingml/2006/main" xmlns:r="http://schemas.openxmlformats.org/officeDocument/2006/relationships" xmlns:p="http://schemas.openxmlformats.org/presentationml/2006/main">
  <p:tag name="EMFCHILD" val="True"/>
  <p:tag name="ORIGINALHEIGHT" val=" 6.824356"/>
  <p:tag name="ORIGINALWIDTH" val=" 6.253667"/>
</p:tagLst>
</file>

<file path=ppt/tags/tag285.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2.321368"/>
</p:tagLst>
</file>

<file path=ppt/tags/tag286.xml><?xml version="1.0" encoding="utf-8"?>
<p:tagLst xmlns:a="http://schemas.openxmlformats.org/drawingml/2006/main" xmlns:r="http://schemas.openxmlformats.org/officeDocument/2006/relationships" xmlns:p="http://schemas.openxmlformats.org/presentationml/2006/main">
  <p:tag name="EMFCHILD" val="True"/>
  <p:tag name="ORIGINALHEIGHT" val=" 6.804419"/>
  <p:tag name="ORIGINALWIDTH" val=" 7.274303"/>
</p:tagLst>
</file>

<file path=ppt/tags/tag287.xml><?xml version="1.0" encoding="utf-8"?>
<p:tagLst xmlns:a="http://schemas.openxmlformats.org/drawingml/2006/main" xmlns:r="http://schemas.openxmlformats.org/officeDocument/2006/relationships" xmlns:p="http://schemas.openxmlformats.org/presentationml/2006/main">
  <p:tag name="EMFCHILD" val="True"/>
  <p:tag name="ORIGINALHEIGHT" val=" 4.630622"/>
  <p:tag name="ORIGINALWIDTH" val=" 3.095788"/>
</p:tagLst>
</file>

<file path=ppt/tags/tag288.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2.321368"/>
</p:tagLst>
</file>

<file path=ppt/tags/tag289.xml><?xml version="1.0" encoding="utf-8"?>
<p:tagLst xmlns:a="http://schemas.openxmlformats.org/drawingml/2006/main" xmlns:r="http://schemas.openxmlformats.org/officeDocument/2006/relationships" xmlns:p="http://schemas.openxmlformats.org/presentationml/2006/main">
  <p:tag name="EMFCHILD" val="True"/>
  <p:tag name="ORIGINALHEIGHT" val=" .3984816"/>
  <p:tag name="ORIGINALWIDTH" val=" 6.113586"/>
</p:tagLst>
</file>

<file path=ppt/tags/tag290.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1.370773"/>
</p:tagLst>
</file>

<file path=ppt/tags/tag291.xml><?xml version="1.0" encoding="utf-8"?>
<p:tagLst xmlns:a="http://schemas.openxmlformats.org/drawingml/2006/main" xmlns:r="http://schemas.openxmlformats.org/officeDocument/2006/relationships" xmlns:p="http://schemas.openxmlformats.org/presentationml/2006/main">
  <p:tag name="EMFCHILD" val="True"/>
  <p:tag name="ORIGINALHEIGHT" val=" 6.824356"/>
  <p:tag name="ORIGINALWIDTH" val=" 6.253667"/>
</p:tagLst>
</file>

<file path=ppt/tags/tag292.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2.321368"/>
</p:tagLst>
</file>

<file path=ppt/tags/tag293.xml><?xml version="1.0" encoding="utf-8"?>
<p:tagLst xmlns:a="http://schemas.openxmlformats.org/drawingml/2006/main" xmlns:r="http://schemas.openxmlformats.org/officeDocument/2006/relationships" xmlns:p="http://schemas.openxmlformats.org/presentationml/2006/main">
  <p:tag name="EMFCHILD" val="True"/>
  <p:tag name="ORIGINALHEIGHT" val=" 6.804419"/>
  <p:tag name="ORIGINALWIDTH" val=" 7.274303"/>
</p:tagLst>
</file>

<file path=ppt/tags/tag294.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2.321368"/>
</p:tagLst>
</file>

<file path=ppt/tags/tag295.xml><?xml version="1.0" encoding="utf-8"?>
<p:tagLst xmlns:a="http://schemas.openxmlformats.org/drawingml/2006/main" xmlns:r="http://schemas.openxmlformats.org/officeDocument/2006/relationships" xmlns:p="http://schemas.openxmlformats.org/presentationml/2006/main">
  <p:tag name="EMFCHILD" val="True"/>
  <p:tag name="ORIGINALHEIGHT" val=" 9.962627"/>
  <p:tag name="ORIGINALWIDTH" val=" 1.370773"/>
</p:tagLst>
</file>

<file path=ppt/tags/tag296.xml><?xml version="1.0" encoding="utf-8"?>
<p:tagLst xmlns:a="http://schemas.openxmlformats.org/drawingml/2006/main" xmlns:r="http://schemas.openxmlformats.org/officeDocument/2006/relationships" xmlns:p="http://schemas.openxmlformats.org/presentationml/2006/main">
  <p:tag name="EMFCHILD" val="True"/>
  <p:tag name="ORIGINALHEIGHT" val=" 4.630622"/>
  <p:tag name="ORIGINALWIDTH" val=" 3.095788"/>
</p:tagLst>
</file>

<file path=ppt/tags/tag29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24"/>
  <p:tag name="IGUANATEXSIZE" val="20"/>
  <p:tag name="LATEXADDIN" val="\documentclass{article}&#10;\usepackage{amsmath}&#10;\usepackage{amsfonts}&#10;\pagestyle{empty}&#10;\begin{document}&#10;&#10;&#10;\[&#10;\mathbb{E}(Y) = p = \mu&#10;\]&#10;&#10;&#10;&#10;&#10;&#10;\end{document}"/>
  <p:tag name="LATEXENGINEID" val="0"/>
  <p:tag name="LATEXFORMHEIGHT" val=" 320"/>
  <p:tag name="LATEXFORMWIDTH" val=" 385"/>
  <p:tag name="LATEXFORMWRAP" val="True"/>
  <p:tag name="ORIGINALHEIGHT" val=" 6.653782"/>
  <p:tag name="ORIGINALWIDTH" val=" 6.22663"/>
  <p:tag name="TEMPFOLDER" val="C:\Users\luisc\Documents\Custom Office Templates\iguana temp\"/>
  <p:tag name="TRANSPARENCY" val="True"/>
</p:tagLst>
</file>

<file path=ppt/tags/tag298.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1127"/>
</p:tagLst>
</file>

<file path=ppt/tags/tag299.xml><?xml version="1.0" encoding="utf-8"?>
<p:tagLst xmlns:a="http://schemas.openxmlformats.org/drawingml/2006/main" xmlns:r="http://schemas.openxmlformats.org/officeDocument/2006/relationships" xmlns:p="http://schemas.openxmlformats.org/presentationml/2006/main">
  <p:tag name="EMFCHILD" val="True"/>
  <p:tag name="ORIGINALHEIGHT" val=" 6.634367"/>
  <p:tag name="ORIGINALWIDTH" val=" 7.242836"/>
</p:tagLst>
</file>

<file path=ppt/tags/tag300.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1127"/>
</p:tagLst>
</file>

<file path=ppt/tags/tag301.xml><?xml version="1.0" encoding="utf-8"?>
<p:tagLst xmlns:a="http://schemas.openxmlformats.org/drawingml/2006/main" xmlns:r="http://schemas.openxmlformats.org/officeDocument/2006/relationships" xmlns:p="http://schemas.openxmlformats.org/presentationml/2006/main">
  <p:tag name="EMFCHILD" val="True"/>
  <p:tag name="ORIGINALHEIGHT" val=" 2.272961"/>
  <p:tag name="ORIGINALWIDTH" val=" 6.625111"/>
</p:tagLst>
</file>

<file path=ppt/tags/tag302.xml><?xml version="1.0" encoding="utf-8"?>
<p:tagLst xmlns:a="http://schemas.openxmlformats.org/drawingml/2006/main" xmlns:r="http://schemas.openxmlformats.org/officeDocument/2006/relationships" xmlns:p="http://schemas.openxmlformats.org/presentationml/2006/main">
  <p:tag name="EMFCHILD" val="True"/>
  <p:tag name="ORIGINALHEIGHT" val=" 6.177833"/>
  <p:tag name="ORIGINALWIDTH" val=" 5.200456"/>
</p:tagLst>
</file>

<file path=ppt/tags/tag303.xml><?xml version="1.0" encoding="utf-8"?>
<p:tagLst xmlns:a="http://schemas.openxmlformats.org/drawingml/2006/main" xmlns:r="http://schemas.openxmlformats.org/officeDocument/2006/relationships" xmlns:p="http://schemas.openxmlformats.org/presentationml/2006/main">
  <p:tag name="EMFCHILD" val="True"/>
  <p:tag name="ORIGINALHEIGHT" val=" 2.272961"/>
  <p:tag name="ORIGINALWIDTH" val=" 6.625111"/>
</p:tagLst>
</file>

<file path=ppt/tags/tag304.xml><?xml version="1.0" encoding="utf-8"?>
<p:tagLst xmlns:a="http://schemas.openxmlformats.org/drawingml/2006/main" xmlns:r="http://schemas.openxmlformats.org/officeDocument/2006/relationships" xmlns:p="http://schemas.openxmlformats.org/presentationml/2006/main">
  <p:tag name="EMFCHILD" val="True"/>
  <p:tag name="ORIGINALHEIGHT" val=" 6.391538"/>
  <p:tag name="ORIGINALWIDTH" val=" 5.399696"/>
</p:tagLst>
</file>

<file path=ppt/tags/tag30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63"/>
  <p:tag name="IGUANATEXSIZE" val="20"/>
  <p:tag name="LATEXADDIN" val="\documentclass{article}&#10;\usepackage{amsmath}&#10;\usepackage{amsfonts}&#10;\pagestyle{empty}&#10;\begin{document}&#10;&#10;&#10;\[&#10;\mathbb{E}(Y) = (1 - p) \cdot 0 + p \cdot 1 = \mu&#10;\]&#10;&#10;&#10;&#10;&#10;&#10;\end{document}"/>
  <p:tag name="LATEXENGINEID" val="0"/>
  <p:tag name="LATEXFORMHEIGHT" val=" 320"/>
  <p:tag name="LATEXFORMWIDTH" val=" 385"/>
  <p:tag name="LATEXFORMWRAP" val="True"/>
  <p:tag name="ORIGINALHEIGHT" val=" 6.653782"/>
  <p:tag name="ORIGINALWIDTH" val=" 6.263704"/>
  <p:tag name="TEMPFOLDER" val="C:\Users\luisc\Documents\Custom Office Templates\iguana temp\"/>
  <p:tag name="TRANSPARENCY" val="True"/>
</p:tagLst>
</file>

<file path=ppt/tags/tag306.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25083"/>
</p:tagLst>
</file>

<file path=ppt/tags/tag307.xml><?xml version="1.0" encoding="utf-8"?>
<p:tagLst xmlns:a="http://schemas.openxmlformats.org/drawingml/2006/main" xmlns:r="http://schemas.openxmlformats.org/officeDocument/2006/relationships" xmlns:p="http://schemas.openxmlformats.org/presentationml/2006/main">
  <p:tag name="EMFCHILD" val="True"/>
  <p:tag name="ORIGINALHEIGHT" val=" 6.634367"/>
  <p:tag name="ORIGINALWIDTH" val=" 7.285904"/>
</p:tagLst>
</file>

<file path=ppt/tags/tag308.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25083"/>
</p:tagLst>
</file>

<file path=ppt/tags/tag309.xml><?xml version="1.0" encoding="utf-8"?>
<p:tagLst xmlns:a="http://schemas.openxmlformats.org/drawingml/2006/main" xmlns:r="http://schemas.openxmlformats.org/officeDocument/2006/relationships" xmlns:p="http://schemas.openxmlformats.org/presentationml/2006/main">
  <p:tag name="EMFCHILD" val="True"/>
  <p:tag name="ORIGINALHEIGHT" val=" 2.272961"/>
  <p:tag name="ORIGINALWIDTH" val=" 6.664531"/>
</p:tagLst>
</file>

<file path=ppt/tags/tag310.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25083"/>
</p:tagLst>
</file>

<file path=ppt/tags/tag311.xml><?xml version="1.0" encoding="utf-8"?>
<p:tagLst xmlns:a="http://schemas.openxmlformats.org/drawingml/2006/main" xmlns:r="http://schemas.openxmlformats.org/officeDocument/2006/relationships" xmlns:p="http://schemas.openxmlformats.org/presentationml/2006/main">
  <p:tag name="EMFCHILD" val="True"/>
  <p:tag name="ORIGINALHEIGHT" val=" 6.469202"/>
  <p:tag name="ORIGINALWIDTH" val=" 3.307214"/>
</p:tagLst>
</file>

<file path=ppt/tags/tag312.xml><?xml version="1.0" encoding="utf-8"?>
<p:tagLst xmlns:a="http://schemas.openxmlformats.org/drawingml/2006/main" xmlns:r="http://schemas.openxmlformats.org/officeDocument/2006/relationships" xmlns:p="http://schemas.openxmlformats.org/presentationml/2006/main">
  <p:tag name="EMFCHILD" val="True"/>
  <p:tag name="ORIGINALHEIGHT" val=" .3885131"/>
  <p:tag name="ORIGINALWIDTH" val=" 6.123363"/>
</p:tagLst>
</file>

<file path=ppt/tags/tag313.xml><?xml version="1.0" encoding="utf-8"?>
<p:tagLst xmlns:a="http://schemas.openxmlformats.org/drawingml/2006/main" xmlns:r="http://schemas.openxmlformats.org/officeDocument/2006/relationships" xmlns:p="http://schemas.openxmlformats.org/presentationml/2006/main">
  <p:tag name="EMFCHILD" val="True"/>
  <p:tag name="ORIGINALHEIGHT" val=" 6.177833"/>
  <p:tag name="ORIGINALWIDTH" val=" 5.231405"/>
</p:tagLst>
</file>

<file path=ppt/tags/tag314.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25083"/>
</p:tagLst>
</file>

<file path=ppt/tags/tag315.xml><?xml version="1.0" encoding="utf-8"?>
<p:tagLst xmlns:a="http://schemas.openxmlformats.org/drawingml/2006/main" xmlns:r="http://schemas.openxmlformats.org/officeDocument/2006/relationships" xmlns:p="http://schemas.openxmlformats.org/presentationml/2006/main">
  <p:tag name="EMFCHILD" val="True"/>
  <p:tag name="ORIGINALHEIGHT" val=" 1.029628"/>
  <p:tag name="ORIGINALWIDTH" val=" 1.06227"/>
</p:tagLst>
</file>

<file path=ppt/tags/tag316.xml><?xml version="1.0" encoding="utf-8"?>
<p:tagLst xmlns:a="http://schemas.openxmlformats.org/drawingml/2006/main" xmlns:r="http://schemas.openxmlformats.org/officeDocument/2006/relationships" xmlns:p="http://schemas.openxmlformats.org/presentationml/2006/main">
  <p:tag name="EMFCHILD" val="True"/>
  <p:tag name="ORIGINALHEIGHT" val=" 6.682907"/>
  <p:tag name="ORIGINALWIDTH" val=" 4.219173"/>
</p:tagLst>
</file>

<file path=ppt/tags/tag317.xml><?xml version="1.0" encoding="utf-8"?>
<p:tagLst xmlns:a="http://schemas.openxmlformats.org/drawingml/2006/main" xmlns:r="http://schemas.openxmlformats.org/officeDocument/2006/relationships" xmlns:p="http://schemas.openxmlformats.org/presentationml/2006/main">
  <p:tag name="EMFCHILD" val="True"/>
  <p:tag name="ORIGINALHEIGHT" val=" 6.469202"/>
  <p:tag name="ORIGINALWIDTH" val=" 6.664531"/>
</p:tagLst>
</file>

<file path=ppt/tags/tag318.xml><?xml version="1.0" encoding="utf-8"?>
<p:tagLst xmlns:a="http://schemas.openxmlformats.org/drawingml/2006/main" xmlns:r="http://schemas.openxmlformats.org/officeDocument/2006/relationships" xmlns:p="http://schemas.openxmlformats.org/presentationml/2006/main">
  <p:tag name="EMFCHILD" val="True"/>
  <p:tag name="ORIGINALHEIGHT" val=" 6.177833"/>
  <p:tag name="ORIGINALWIDTH" val=" 5.231405"/>
</p:tagLst>
</file>

<file path=ppt/tags/tag319.xml><?xml version="1.0" encoding="utf-8"?>
<p:tagLst xmlns:a="http://schemas.openxmlformats.org/drawingml/2006/main" xmlns:r="http://schemas.openxmlformats.org/officeDocument/2006/relationships" xmlns:p="http://schemas.openxmlformats.org/presentationml/2006/main">
  <p:tag name="EMFCHILD" val="True"/>
  <p:tag name="ORIGINALHEIGHT" val=" 1.029628"/>
  <p:tag name="ORIGINALWIDTH" val=" 1.06227"/>
</p:tagLst>
</file>

<file path=ppt/tags/tag320.xml><?xml version="1.0" encoding="utf-8"?>
<p:tagLst xmlns:a="http://schemas.openxmlformats.org/drawingml/2006/main" xmlns:r="http://schemas.openxmlformats.org/officeDocument/2006/relationships" xmlns:p="http://schemas.openxmlformats.org/presentationml/2006/main">
  <p:tag name="EMFCHILD" val="True"/>
  <p:tag name="ORIGINALHEIGHT" val=" 6.469202"/>
  <p:tag name="ORIGINALWIDTH" val=" 3.307214"/>
</p:tagLst>
</file>

<file path=ppt/tags/tag321.xml><?xml version="1.0" encoding="utf-8"?>
<p:tagLst xmlns:a="http://schemas.openxmlformats.org/drawingml/2006/main" xmlns:r="http://schemas.openxmlformats.org/officeDocument/2006/relationships" xmlns:p="http://schemas.openxmlformats.org/presentationml/2006/main">
  <p:tag name="EMFCHILD" val="True"/>
  <p:tag name="ORIGINALHEIGHT" val=" 2.272961"/>
  <p:tag name="ORIGINALWIDTH" val=" 6.664531"/>
</p:tagLst>
</file>

<file path=ppt/tags/tag322.xml><?xml version="1.0" encoding="utf-8"?>
<p:tagLst xmlns:a="http://schemas.openxmlformats.org/drawingml/2006/main" xmlns:r="http://schemas.openxmlformats.org/officeDocument/2006/relationships" xmlns:p="http://schemas.openxmlformats.org/presentationml/2006/main">
  <p:tag name="EMFCHILD" val="True"/>
  <p:tag name="ORIGINALHEIGHT" val=" 6.391538"/>
  <p:tag name="ORIGINALWIDTH" val=" 5.431884"/>
</p:tagLst>
</file>

<file path=ppt/tags/tag32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50"/>
  <p:tag name="IGUANATEXSIZE" val="20"/>
  <p:tag name="LATEXADDIN" val="\documentclass{article}&#10;\usepackage{amsmath}&#10;\usepackage{amsfonts}&#10;\pagestyle{empty}&#10;\begin{document}&#10;&#10;&#10;\[&#10;\mathbb{E}(Y) = (1 - p) \cdot 0 + p \cdot 1&#10;\]&#10;&#10;&#10;&#10;&#10;&#10;\end{document}"/>
  <p:tag name="LATEXENGINEID" val="0"/>
  <p:tag name="LATEXFORMHEIGHT" val=" 320"/>
  <p:tag name="LATEXFORMWIDTH" val=" 385"/>
  <p:tag name="LATEXFORMWRAP" val="True"/>
  <p:tag name="ORIGINALHEIGHT" val=" 6.653782"/>
  <p:tag name="ORIGINALWIDTH" val=" 6.241159"/>
  <p:tag name="TEMPFOLDER" val="C:\Users\luisc\Documents\Custom Office Templates\iguana temp\"/>
  <p:tag name="TRANSPARENCY" val="True"/>
</p:tagLst>
</file>

<file path=ppt/tags/tag324.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16678"/>
</p:tagLst>
</file>

<file path=ppt/tags/tag325.xml><?xml version="1.0" encoding="utf-8"?>
<p:tagLst xmlns:a="http://schemas.openxmlformats.org/drawingml/2006/main" xmlns:r="http://schemas.openxmlformats.org/officeDocument/2006/relationships" xmlns:p="http://schemas.openxmlformats.org/presentationml/2006/main">
  <p:tag name="EMFCHILD" val="True"/>
  <p:tag name="ORIGINALHEIGHT" val=" 6.634367"/>
  <p:tag name="ORIGINALWIDTH" val=" 7.259711"/>
</p:tagLst>
</file>

<file path=ppt/tags/tag326.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16678"/>
</p:tagLst>
</file>

<file path=ppt/tags/tag327.xml><?xml version="1.0" encoding="utf-8"?>
<p:tagLst xmlns:a="http://schemas.openxmlformats.org/drawingml/2006/main" xmlns:r="http://schemas.openxmlformats.org/officeDocument/2006/relationships" xmlns:p="http://schemas.openxmlformats.org/presentationml/2006/main">
  <p:tag name="EMFCHILD" val="True"/>
  <p:tag name="ORIGINALHEIGHT" val=" 2.272961"/>
  <p:tag name="ORIGINALWIDTH" val=" 6.640618"/>
</p:tagLst>
</file>

<file path=ppt/tags/tag328.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16678"/>
</p:tagLst>
</file>

<file path=ppt/tags/tag329.xml><?xml version="1.0" encoding="utf-8"?>
<p:tagLst xmlns:a="http://schemas.openxmlformats.org/drawingml/2006/main" xmlns:r="http://schemas.openxmlformats.org/officeDocument/2006/relationships" xmlns:p="http://schemas.openxmlformats.org/presentationml/2006/main">
  <p:tag name="EMFCHILD" val="True"/>
  <p:tag name="ORIGINALHEIGHT" val=" 6.469202"/>
  <p:tag name="ORIGINALWIDTH" val=" 3.29529"/>
</p:tagLst>
</file>

<file path=ppt/tags/tag330.xml><?xml version="1.0" encoding="utf-8"?>
<p:tagLst xmlns:a="http://schemas.openxmlformats.org/drawingml/2006/main" xmlns:r="http://schemas.openxmlformats.org/officeDocument/2006/relationships" xmlns:p="http://schemas.openxmlformats.org/presentationml/2006/main">
  <p:tag name="EMFCHILD" val="True"/>
  <p:tag name="ORIGINALHEIGHT" val=" .3885131"/>
  <p:tag name="ORIGINALWIDTH" val=" 6.101339"/>
</p:tagLst>
</file>

<file path=ppt/tags/tag331.xml><?xml version="1.0" encoding="utf-8"?>
<p:tagLst xmlns:a="http://schemas.openxmlformats.org/drawingml/2006/main" xmlns:r="http://schemas.openxmlformats.org/officeDocument/2006/relationships" xmlns:p="http://schemas.openxmlformats.org/presentationml/2006/main">
  <p:tag name="EMFCHILD" val="True"/>
  <p:tag name="ORIGINALHEIGHT" val=" 6.177833"/>
  <p:tag name="ORIGINALWIDTH" val=" 5.21264"/>
</p:tagLst>
</file>

<file path=ppt/tags/tag332.xml><?xml version="1.0" encoding="utf-8"?>
<p:tagLst xmlns:a="http://schemas.openxmlformats.org/drawingml/2006/main" xmlns:r="http://schemas.openxmlformats.org/officeDocument/2006/relationships" xmlns:p="http://schemas.openxmlformats.org/presentationml/2006/main">
  <p:tag name="EMFCHILD" val="True"/>
  <p:tag name="ORIGINALHEIGHT" val=" 9.713542"/>
  <p:tag name="ORIGINALWIDTH" val=" 2.316678"/>
</p:tagLst>
</file>

<file path=ppt/tags/tag333.xml><?xml version="1.0" encoding="utf-8"?>
<p:tagLst xmlns:a="http://schemas.openxmlformats.org/drawingml/2006/main" xmlns:r="http://schemas.openxmlformats.org/officeDocument/2006/relationships" xmlns:p="http://schemas.openxmlformats.org/presentationml/2006/main">
  <p:tag name="EMFCHILD" val="True"/>
  <p:tag name="ORIGINALHEIGHT" val=" 1.029628"/>
  <p:tag name="ORIGINALWIDTH" val=" 1.058491"/>
</p:tagLst>
</file>

<file path=ppt/tags/tag334.xml><?xml version="1.0" encoding="utf-8"?>
<p:tagLst xmlns:a="http://schemas.openxmlformats.org/drawingml/2006/main" xmlns:r="http://schemas.openxmlformats.org/officeDocument/2006/relationships" xmlns:p="http://schemas.openxmlformats.org/presentationml/2006/main">
  <p:tag name="EMFCHILD" val="True"/>
  <p:tag name="ORIGINALHEIGHT" val=" 6.682907"/>
  <p:tag name="ORIGINALWIDTH" val=" 4.204057"/>
</p:tagLst>
</file>

<file path=ppt/tags/tag335.xml><?xml version="1.0" encoding="utf-8"?>
<p:tagLst xmlns:a="http://schemas.openxmlformats.org/drawingml/2006/main" xmlns:r="http://schemas.openxmlformats.org/officeDocument/2006/relationships" xmlns:p="http://schemas.openxmlformats.org/presentationml/2006/main">
  <p:tag name="EMFCHILD" val="True"/>
  <p:tag name="ORIGINALHEIGHT" val=" 6.469202"/>
  <p:tag name="ORIGINALWIDTH" val=" 6.640618"/>
</p:tagLst>
</file>

<file path=ppt/tags/tag336.xml><?xml version="1.0" encoding="utf-8"?>
<p:tagLst xmlns:a="http://schemas.openxmlformats.org/drawingml/2006/main" xmlns:r="http://schemas.openxmlformats.org/officeDocument/2006/relationships" xmlns:p="http://schemas.openxmlformats.org/presentationml/2006/main">
  <p:tag name="EMFCHILD" val="True"/>
  <p:tag name="ORIGINALHEIGHT" val=" 6.177833"/>
  <p:tag name="ORIGINALWIDTH" val=" 5.21264"/>
</p:tagLst>
</file>

<file path=ppt/tags/tag337.xml><?xml version="1.0" encoding="utf-8"?>
<p:tagLst xmlns:a="http://schemas.openxmlformats.org/drawingml/2006/main" xmlns:r="http://schemas.openxmlformats.org/officeDocument/2006/relationships" xmlns:p="http://schemas.openxmlformats.org/presentationml/2006/main">
  <p:tag name="EMFCHILD" val="True"/>
  <p:tag name="ORIGINALHEIGHT" val=" 1.029628"/>
  <p:tag name="ORIGINALWIDTH" val=" 1.058491"/>
</p:tagLst>
</file>

<file path=ppt/tags/tag338.xml><?xml version="1.0" encoding="utf-8"?>
<p:tagLst xmlns:a="http://schemas.openxmlformats.org/drawingml/2006/main" xmlns:r="http://schemas.openxmlformats.org/officeDocument/2006/relationships" xmlns:p="http://schemas.openxmlformats.org/presentationml/2006/main">
  <p:tag name="EMFCHILD" val="True"/>
  <p:tag name="ORIGINALHEIGHT" val=" 6.469202"/>
  <p:tag name="ORIGINALWIDTH" val=" 3.29529"/>
</p:tagLst>
</file>

<file path=ppt/tags/tag33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48"/>
  <p:tag name="IGUANATEXSIZE" val="20"/>
  <p:tag name="IGUANATEXVERSION" val="162"/>
  <p:tag name="LATEXADDIN" val="\documentclass{article}&#10;\usepackage{amsmath}&#10;\usepackage{amsfonts}&#10;\pagestyle{empty}&#10;\begin{document}&#10;&#10;&#10;\[&#10;\eta_n = \gamma^\top z_n = \alpha + \beta^\top x_n&#10;\]&#10;&#10;&#10;&#10;&#10;&#10;\end{document}"/>
  <p:tag name="LATEXENGINEID" val="0"/>
  <p:tag name="LATEXFORMHEIGHT" val=" 320"/>
  <p:tag name="LATEXFORMWIDTH" val=" 385"/>
  <p:tag name="LATEXFORMWRAP" val="True"/>
  <p:tag name="ORIGINALHEIGHT" val=" 11.3577"/>
  <p:tag name="ORIGINALWIDTH" val=" 100.1531"/>
  <p:tag name="OUTPUTTYPE" val="SVG"/>
  <p:tag name="TEMPFOLDER" val="C:\Users\luisc\Documents\Custom Office Templates\iguana temp\"/>
  <p:tag name="TRANSPARENCY" val="True"/>
</p:tagLst>
</file>

<file path=ppt/tags/tag34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26"/>
  <p:tag name="IGUANATEXSIZE" val="20"/>
  <p:tag name="IGUANATEXVERSION" val="162"/>
  <p:tag name="LATEXADDIN" val="\documentclass{article}&#10;\usepackage{amsmath}&#10;\usepackage{amsfonts}&#10;\pagestyle{empty}&#10;\begin{document}&#10;&#10;\[&#10;\mu_n = F(\eta_n)&#10;\]&#10;&#10;&#10;\end{document}"/>
  <p:tag name="LATEXENGINEID" val="0"/>
  <p:tag name="LATEXFORMHEIGHT" val=" 320"/>
  <p:tag name="LATEXFORMWIDTH" val=" 385"/>
  <p:tag name="LATEXFORMWRAP" val="True"/>
  <p:tag name="ORIGINALHEIGHT" val=" 9.713546"/>
  <p:tag name="ORIGINALWIDTH" val=" 48.59874"/>
  <p:tag name="OUTPUTTYPE" val="SVG"/>
  <p:tag name="TEMPFOLDER" val="C:\Users\luisc\Documents\Custom Office Templates\iguana temp\"/>
  <p:tag name="TRANSPARENCY" val="True"/>
</p:tagLst>
</file>

<file path=ppt/tags/tag34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26"/>
  <p:tag name="IGUANATEXSIZE" val="20"/>
  <p:tag name="LATEXADDIN" val="\documentclass{article}&#10;\usepackage{amsmath}&#10;\usepackage{amsfonts}&#10;\pagestyle{empty}&#10;\begin{document}&#10;&#10;\[&#10;\mu_n = F(\eta_n)&#10;\]&#10;&#10;&#10;\end{document}"/>
  <p:tag name="LATEXENGINEID" val="0"/>
  <p:tag name="LATEXFORMHEIGHT" val=" 320"/>
  <p:tag name="LATEXFORMWIDTH" val=" 385"/>
  <p:tag name="LATEXFORMWRAP" val="True"/>
  <p:tag name="ORIGINALHEIGHT" val=" 6.391492"/>
  <p:tag name="ORIGINALWIDTH" val=" 5.3203"/>
  <p:tag name="TEMPFOLDER" val="C:\Users\luisc\Documents\Custom Office Templates\iguana temp\"/>
  <p:tag name="TRANSPARENCY" val="True"/>
</p:tagLst>
</file>

<file path=ppt/tags/tag342.xml><?xml version="1.0" encoding="utf-8"?>
<p:tagLst xmlns:a="http://schemas.openxmlformats.org/drawingml/2006/main" xmlns:r="http://schemas.openxmlformats.org/officeDocument/2006/relationships" xmlns:p="http://schemas.openxmlformats.org/presentationml/2006/main">
  <p:tag name="EMFCHILD" val="True"/>
  <p:tag name="ORIGINALHEIGHT" val=" 3.066566"/>
  <p:tag name="ORIGINALWIDTH" val=" 4.198352"/>
</p:tagLst>
</file>

<file path=ppt/tags/tag343.xml><?xml version="1.0" encoding="utf-8"?>
<p:tagLst xmlns:a="http://schemas.openxmlformats.org/drawingml/2006/main" xmlns:r="http://schemas.openxmlformats.org/officeDocument/2006/relationships" xmlns:p="http://schemas.openxmlformats.org/presentationml/2006/main">
  <p:tag name="EMFCHILD" val="True"/>
  <p:tag name="ORIGINALHEIGHT" val=" 2.272951"/>
  <p:tag name="ORIGINALWIDTH" val=" 6.52772"/>
</p:tagLst>
</file>

<file path=ppt/tags/tag344.xml><?xml version="1.0" encoding="utf-8"?>
<p:tagLst xmlns:a="http://schemas.openxmlformats.org/drawingml/2006/main" xmlns:r="http://schemas.openxmlformats.org/officeDocument/2006/relationships" xmlns:p="http://schemas.openxmlformats.org/presentationml/2006/main">
  <p:tag name="EMFCHILD" val="True"/>
  <p:tag name="ORIGINALHEIGHT" val=" 6.605215"/>
  <p:tag name="ORIGINALWIDTH" val=" 6.977081"/>
</p:tagLst>
</file>

<file path=ppt/tags/tag345.xml><?xml version="1.0" encoding="utf-8"?>
<p:tagLst xmlns:a="http://schemas.openxmlformats.org/drawingml/2006/main" xmlns:r="http://schemas.openxmlformats.org/officeDocument/2006/relationships" xmlns:p="http://schemas.openxmlformats.org/presentationml/2006/main">
  <p:tag name="EMFCHILD" val="True"/>
  <p:tag name="ORIGINALHEIGHT" val=" 9.713546"/>
  <p:tag name="ORIGINALWIDTH" val=" 2.277341"/>
</p:tagLst>
</file>

<file path=ppt/tags/tag346.xml><?xml version="1.0" encoding="utf-8"?>
<p:tagLst xmlns:a="http://schemas.openxmlformats.org/drawingml/2006/main" xmlns:r="http://schemas.openxmlformats.org/officeDocument/2006/relationships" xmlns:p="http://schemas.openxmlformats.org/presentationml/2006/main">
  <p:tag name="EMFCHILD" val="True"/>
  <p:tag name="ORIGINALHEIGHT" val=" 6.391492"/>
  <p:tag name="ORIGINALWIDTH" val=" 4.584116"/>
</p:tagLst>
</file>

<file path=ppt/tags/tag347.xml><?xml version="1.0" encoding="utf-8"?>
<p:tagLst xmlns:a="http://schemas.openxmlformats.org/drawingml/2006/main" xmlns:r="http://schemas.openxmlformats.org/officeDocument/2006/relationships" xmlns:p="http://schemas.openxmlformats.org/presentationml/2006/main">
  <p:tag name="EMFCHILD" val="True"/>
  <p:tag name="ORIGINALHEIGHT" val=" 3.066566"/>
  <p:tag name="ORIGINALWIDTH" val=" 4.198352"/>
</p:tagLst>
</file>

<file path=ppt/tags/tag348.xml><?xml version="1.0" encoding="utf-8"?>
<p:tagLst xmlns:a="http://schemas.openxmlformats.org/drawingml/2006/main" xmlns:r="http://schemas.openxmlformats.org/officeDocument/2006/relationships" xmlns:p="http://schemas.openxmlformats.org/presentationml/2006/main">
  <p:tag name="EMFCHILD" val="True"/>
  <p:tag name="ORIGINALHEIGHT" val=" 9.713546"/>
  <p:tag name="ORIGINALWIDTH" val=" 2.277341"/>
</p:tagLst>
</file>

<file path=ppt/tags/tag34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48"/>
  <p:tag name="IGUANATEXSIZE" val="20"/>
  <p:tag name="LATEXADDIN" val="\documentclass{article}&#10;\usepackage{amsmath}&#10;\usepackage{amsfonts}&#10;\pagestyle{empty}&#10;\begin{document}&#10;&#10;&#10;\[&#10;\eta_n = \gamma^\top z_n = \alpha + \beta^\top x_n&#10;\]&#10;&#10;&#10;&#10;&#10;&#10;\end{document}"/>
  <p:tag name="LATEXENGINEID" val="0"/>
  <p:tag name="LATEXFORMHEIGHT" val=" 320"/>
  <p:tag name="LATEXFORMWIDTH" val=" 385"/>
  <p:tag name="LATEXFORMWRAP" val="True"/>
  <p:tag name="ORIGINALHEIGHT" val=" 6.704408"/>
  <p:tag name="ORIGINALWIDTH" val=" 4.61832"/>
  <p:tag name="TEMPFOLDER" val="C:\Users\luisc\Documents\Custom Office Templates\iguana temp\"/>
  <p:tag name="TRANSPARENCY" val="True"/>
</p:tagLst>
</file>

<file path=ppt/tags/tag350.xml><?xml version="1.0" encoding="utf-8"?>
<p:tagLst xmlns:a="http://schemas.openxmlformats.org/drawingml/2006/main" xmlns:r="http://schemas.openxmlformats.org/officeDocument/2006/relationships" xmlns:p="http://schemas.openxmlformats.org/presentationml/2006/main">
  <p:tag name="EMFCHILD" val="True"/>
  <p:tag name="ORIGINALHEIGHT" val=" 3.21669"/>
  <p:tag name="ORIGINALWIDTH" val=" 4.229684"/>
</p:tagLst>
</file>

<file path=ppt/tags/tag351.xml><?xml version="1.0" encoding="utf-8"?>
<p:tagLst xmlns:a="http://schemas.openxmlformats.org/drawingml/2006/main" xmlns:r="http://schemas.openxmlformats.org/officeDocument/2006/relationships" xmlns:p="http://schemas.openxmlformats.org/presentationml/2006/main">
  <p:tag name="EMFCHILD" val="True"/>
  <p:tag name="ORIGINALHEIGHT" val=" 2.384224"/>
  <p:tag name="ORIGINALWIDTH" val=" 6.576406"/>
</p:tagLst>
</file>

<file path=ppt/tags/tag352.xml><?xml version="1.0" encoding="utf-8"?>
<p:tagLst xmlns:a="http://schemas.openxmlformats.org/drawingml/2006/main" xmlns:r="http://schemas.openxmlformats.org/officeDocument/2006/relationships" xmlns:p="http://schemas.openxmlformats.org/presentationml/2006/main">
  <p:tag name="EMFCHILD" val="True"/>
  <p:tag name="ORIGINALHEIGHT" val=" 6.694188"/>
  <p:tag name="ORIGINALWIDTH" val=" 5.19192"/>
</p:tagLst>
</file>

<file path=ppt/tags/tag353.xml><?xml version="1.0" encoding="utf-8"?>
<p:tagLst xmlns:a="http://schemas.openxmlformats.org/drawingml/2006/main" xmlns:r="http://schemas.openxmlformats.org/officeDocument/2006/relationships" xmlns:p="http://schemas.openxmlformats.org/presentationml/2006/main">
  <p:tag name="EMFCHILD" val="True"/>
  <p:tag name="ORIGINALHEIGHT" val=" 4.949823"/>
  <p:tag name="ORIGINALWIDTH" val=" 5.115738"/>
</p:tagLst>
</file>

<file path=ppt/tags/tag354.xml><?xml version="1.0" encoding="utf-8"?>
<p:tagLst xmlns:a="http://schemas.openxmlformats.org/drawingml/2006/main" xmlns:r="http://schemas.openxmlformats.org/officeDocument/2006/relationships" xmlns:p="http://schemas.openxmlformats.org/presentationml/2006/main">
  <p:tag name="EMFCHILD" val="True"/>
  <p:tag name="ORIGINALHEIGHT" val=" 4.61562"/>
  <p:tag name="ORIGINALWIDTH" val=" 4.193071"/>
</p:tagLst>
</file>

<file path=ppt/tags/tag355.xml><?xml version="1.0" encoding="utf-8"?>
<p:tagLst xmlns:a="http://schemas.openxmlformats.org/drawingml/2006/main" xmlns:r="http://schemas.openxmlformats.org/officeDocument/2006/relationships" xmlns:p="http://schemas.openxmlformats.org/presentationml/2006/main">
  <p:tag name="EMFCHILD" val="True"/>
  <p:tag name="ORIGINALHEIGHT" val=" 3.21669"/>
  <p:tag name="ORIGINALWIDTH" val=" 4.229684"/>
</p:tagLst>
</file>

<file path=ppt/tags/tag356.xml><?xml version="1.0" encoding="utf-8"?>
<p:tagLst xmlns:a="http://schemas.openxmlformats.org/drawingml/2006/main" xmlns:r="http://schemas.openxmlformats.org/officeDocument/2006/relationships" xmlns:p="http://schemas.openxmlformats.org/presentationml/2006/main">
  <p:tag name="EMFCHILD" val="True"/>
  <p:tag name="ORIGINALHEIGHT" val=" 2.384224"/>
  <p:tag name="ORIGINALWIDTH" val=" 6.576406"/>
</p:tagLst>
</file>

<file path=ppt/tags/tag357.xml><?xml version="1.0" encoding="utf-8"?>
<p:tagLst xmlns:a="http://schemas.openxmlformats.org/drawingml/2006/main" xmlns:r="http://schemas.openxmlformats.org/officeDocument/2006/relationships" xmlns:p="http://schemas.openxmlformats.org/presentationml/2006/main">
  <p:tag name="EMFCHILD" val="True"/>
  <p:tag name="ORIGINALHEIGHT" val=" 4.61562"/>
  <p:tag name="ORIGINALWIDTH" val=" 5.547913"/>
</p:tagLst>
</file>

<file path=ppt/tags/tag358.xml><?xml version="1.0" encoding="utf-8"?>
<p:tagLst xmlns:a="http://schemas.openxmlformats.org/drawingml/2006/main" xmlns:r="http://schemas.openxmlformats.org/officeDocument/2006/relationships" xmlns:p="http://schemas.openxmlformats.org/presentationml/2006/main">
  <p:tag name="EMFCHILD" val="True"/>
  <p:tag name="ORIGINALHEIGHT" val=" 6.78591"/>
  <p:tag name="ORIGINALWIDTH" val=" 6.576406"/>
</p:tagLst>
</file>

<file path=ppt/tags/tag359.xml><?xml version="1.0" encoding="utf-8"?>
<p:tagLst xmlns:a="http://schemas.openxmlformats.org/drawingml/2006/main" xmlns:r="http://schemas.openxmlformats.org/officeDocument/2006/relationships" xmlns:p="http://schemas.openxmlformats.org/presentationml/2006/main">
  <p:tag name="EMFCHILD" val="True"/>
  <p:tag name="ORIGINALHEIGHT" val=" 9.170134"/>
  <p:tag name="ORIGINALWIDTH" val=" 5.390946"/>
</p:tagLst>
</file>

<file path=ppt/tags/tag360.xml><?xml version="1.0" encoding="utf-8"?>
<p:tagLst xmlns:a="http://schemas.openxmlformats.org/drawingml/2006/main" xmlns:r="http://schemas.openxmlformats.org/officeDocument/2006/relationships" xmlns:p="http://schemas.openxmlformats.org/presentationml/2006/main">
  <p:tag name="EMFCHILD" val="True"/>
  <p:tag name="ORIGINALHEIGHT" val=" 4.949823"/>
  <p:tag name="ORIGINALWIDTH" val=" 5.115738"/>
</p:tagLst>
</file>

<file path=ppt/tags/tag361.xml><?xml version="1.0" encoding="utf-8"?>
<p:tagLst xmlns:a="http://schemas.openxmlformats.org/drawingml/2006/main" xmlns:r="http://schemas.openxmlformats.org/officeDocument/2006/relationships" xmlns:p="http://schemas.openxmlformats.org/presentationml/2006/main">
  <p:tag name="EMFCHILD" val="True"/>
  <p:tag name="ORIGINALHEIGHT" val=" 4.61562"/>
  <p:tag name="ORIGINALWIDTH" val=" 4.924904"/>
</p:tagLst>
</file>

<file path=ppt/tags/tag362.xml><?xml version="1.0" encoding="utf-8"?>
<p:tagLst xmlns:a="http://schemas.openxmlformats.org/drawingml/2006/main" xmlns:r="http://schemas.openxmlformats.org/officeDocument/2006/relationships" xmlns:p="http://schemas.openxmlformats.org/presentationml/2006/main">
  <p:tag name="EMFCHILD" val="True"/>
  <p:tag name="ORIGINALHEIGHT" val=" 3.21669"/>
  <p:tag name="ORIGINALWIDTH" val=" 4.229684"/>
</p:tagLst>
</file>

<file path=ppt/tags/tag36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21"/>
  <p:tag name="IGUANATEXSIZE" val="20"/>
  <p:tag name="IGUANATEXVERSION" val="162"/>
  <p:tag name="LATEXADDIN" val="\documentclass{article}&#10;\usepackage{amsmath}&#10;\usepackage{amsfonts}&#10;\pagestyle{empty}&#10;\begin{document}&#10;&#10;&#10;\[&#10;\mu_n = \eta_n = \alpha + \beta^\top x_n&#10;\]&#10;&#10;&#10;&#10;&#10;&#10;\end{document}"/>
  <p:tag name="LATEXENGINEID" val="0"/>
  <p:tag name="LATEXFORMHEIGHT" val=" 320"/>
  <p:tag name="LATEXFORMWIDTH" val=" 385"/>
  <p:tag name="LATEXFORMWRAP" val="True"/>
  <p:tag name="ORIGINALHEIGHT" val=" 11.3577"/>
  <p:tag name="ORIGINALWIDTH" val=" 90.56704"/>
  <p:tag name="OUTPUTTYPE" val="SVG"/>
  <p:tag name="TEMPFOLDER" val="C:\Users\luisc\Documents\Custom Office Templates\iguana temp\"/>
  <p:tag name="TRANSPARENCY" val="True"/>
</p:tagLst>
</file>

<file path=ppt/tags/tag36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55"/>
  <p:tag name="IGUANATEXSIZE" val="20"/>
  <p:tag name="IGUANATEXVERSION" val="162"/>
  <p:tag name="LATEXADDIN" val="\documentclass{article}&#10;\usepackage{amsmath}&#10;\usepackage{amsfonts}&#10;\pagestyle{empty}&#10;\begin{document}&#10;&#10;&#10;\[&#10;\frac{\partial \mu_n}{\partial x_{kn}} = \beta_k&#10;\]&#10;&#10;&#10;&#10;&#10;&#10;\end{document}"/>
  <p:tag name="LATEXENGINEID" val="0"/>
  <p:tag name="LATEXFORMHEIGHT" val=" 320"/>
  <p:tag name="LATEXFORMWIDTH" val=" 385"/>
  <p:tag name="LATEXFORMWRAP" val="True"/>
  <p:tag name="ORIGINALHEIGHT" val=" 22.01794"/>
  <p:tag name="ORIGINALWIDTH" val=" 45.18456"/>
  <p:tag name="OUTPUTTYPE" val="SVG"/>
  <p:tag name="TEMPFOLDER" val="C:\Users\luisc\Documents\Custom Office Templates\iguana temp\"/>
  <p:tag name="TRANSPARENCY" val="True"/>
</p:tagLst>
</file>

<file path=ppt/tags/tag36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253"/>
  <p:tag name="IGUANATEXSIZE" val="20"/>
  <p:tag name="IGUANATEXVERSION" val="162"/>
  <p:tag name="LATEXADDIN" val="\documentclass{article}&#10;\usepackage{amsmath}&#10;\usepackage{amsfonts}&#10;\pagestyle{empty}&#10;\begin{document}&#10;&#10;&#10;\[&#10;r_n = y_n - \hat{\mu}_n =&#10;\begin{cases}&#10;- (\hat{\alpha} + \hat{\beta} x_n) &amp; \text{if } y_n = 0 \\&#10;1 - (\hat{\alpha} + \hat{\beta} x_n) &amp; \text{if } y_n = 1\\&#10;\end{cases}&#10;\]&#10;&#10;&#10;\end{document}"/>
  <p:tag name="LATEXENGINEID" val="0"/>
  <p:tag name="LATEXFORMHEIGHT" val=" 320"/>
  <p:tag name="LATEXFORMWIDTH" val=" 565.5"/>
  <p:tag name="LATEXFORMWRAP" val="True"/>
  <p:tag name="ORIGINALHEIGHT" val=" 29.87795"/>
  <p:tag name="ORIGINALWIDTH" val=" 185.9219"/>
  <p:tag name="OUTPUTTYPE" val="SVG"/>
  <p:tag name="TEMPFOLDER" val="C:\Users\luisc\Documents\Custom Office Templates\iguana temp\"/>
  <p:tag name="TRANSPARENCY" val="True"/>
</p:tagLst>
</file>

<file path=ppt/tags/tag366.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253"/>
  <p:tag name="IGUANATEXSIZE" val="20"/>
  <p:tag name="LATEXADDIN" val="\documentclass{article}&#10;\usepackage{amsmath}&#10;\usepackage{amsfonts}&#10;\pagestyle{empty}&#10;\begin{document}&#10;&#10;&#10;\[&#10;r_n = y_n - \hat{\mu}_n =&#10;\begin{cases}&#10;- (\hat{\alpha} + \hat{\beta} x_n) &amp; \text{if } y_n = 0 \\&#10;1 - (\hat{\alpha} + \hat{\beta} x_n) &amp; \text{if } y_n = 1\\&#10;\end{cases}&#10;\]&#10;&#10;&#10;\end{document}"/>
  <p:tag name="LATEXENGINEID" val="0"/>
  <p:tag name="LATEXFORMHEIGHT" val=" 320"/>
  <p:tag name="LATEXFORMWIDTH" val=" 565.5"/>
  <p:tag name="LATEXFORMWRAP" val="True"/>
  <p:tag name="ORIGINALHEIGHT" val=" 4.513046"/>
  <p:tag name="ORIGINALWIDTH" val=" 4.049369"/>
  <p:tag name="TEMPFOLDER" val="C:\Users\luisc\Documents\Custom Office Templates\iguana temp\"/>
  <p:tag name="TRANSPARENCY" val="True"/>
</p:tagLst>
</file>

<file path=ppt/tags/tag367.xml><?xml version="1.0" encoding="utf-8"?>
<p:tagLst xmlns:a="http://schemas.openxmlformats.org/drawingml/2006/main" xmlns:r="http://schemas.openxmlformats.org/officeDocument/2006/relationships" xmlns:p="http://schemas.openxmlformats.org/presentationml/2006/main">
  <p:tag name="EMFCHILD" val="True"/>
  <p:tag name="ORIGINALHEIGHT" val=" 3.145196"/>
  <p:tag name="ORIGINALWIDTH" val=" 4.255322"/>
</p:tagLst>
</file>

<file path=ppt/tags/tag368.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616278"/>
</p:tagLst>
</file>

<file path=ppt/tags/tag369.xml><?xml version="1.0" encoding="utf-8"?>
<p:tagLst xmlns:a="http://schemas.openxmlformats.org/drawingml/2006/main" xmlns:r="http://schemas.openxmlformats.org/officeDocument/2006/relationships" xmlns:p="http://schemas.openxmlformats.org/presentationml/2006/main">
  <p:tag name="EMFCHILD" val="True"/>
  <p:tag name="ORIGINALHEIGHT" val=" 6.445796"/>
  <p:tag name="ORIGINALWIDTH" val=" 4.58661"/>
</p:tagLst>
</file>

<file path=ppt/tags/tag370.xml><?xml version="1.0" encoding="utf-8"?>
<p:tagLst xmlns:a="http://schemas.openxmlformats.org/drawingml/2006/main" xmlns:r="http://schemas.openxmlformats.org/officeDocument/2006/relationships" xmlns:p="http://schemas.openxmlformats.org/presentationml/2006/main">
  <p:tag name="EMFCHILD" val="True"/>
  <p:tag name="ORIGINALHEIGHT" val=" 3.145196"/>
  <p:tag name="ORIGINALWIDTH" val=" 4.255322"/>
</p:tagLst>
</file>

<file path=ppt/tags/tag371.xml><?xml version="1.0" encoding="utf-8"?>
<p:tagLst xmlns:a="http://schemas.openxmlformats.org/drawingml/2006/main" xmlns:r="http://schemas.openxmlformats.org/officeDocument/2006/relationships" xmlns:p="http://schemas.openxmlformats.org/presentationml/2006/main">
  <p:tag name="EMFCHILD" val="True"/>
  <p:tag name="ORIGINALHEIGHT" val=" .3984757"/>
  <p:tag name="ORIGINALWIDTH" val=" 6.078994"/>
</p:tagLst>
</file>

<file path=ppt/tags/tag372.xml><?xml version="1.0" encoding="utf-8"?>
<p:tagLst xmlns:a="http://schemas.openxmlformats.org/drawingml/2006/main" xmlns:r="http://schemas.openxmlformats.org/officeDocument/2006/relationships" xmlns:p="http://schemas.openxmlformats.org/presentationml/2006/main">
  <p:tag name="EMFCHILD" val="True"/>
  <p:tag name="ORIGINALHEIGHT" val=" 1.534233"/>
  <p:tag name="ORIGINALWIDTH" val=" 2.656435"/>
</p:tagLst>
</file>

<file path=ppt/tags/tag373.xml><?xml version="1.0" encoding="utf-8"?>
<p:tagLst xmlns:a="http://schemas.openxmlformats.org/drawingml/2006/main" xmlns:r="http://schemas.openxmlformats.org/officeDocument/2006/relationships" xmlns:p="http://schemas.openxmlformats.org/presentationml/2006/main">
  <p:tag name="EMFCHILD" val="True"/>
  <p:tag name="ORIGINALHEIGHT" val=" 6.555382"/>
  <p:tag name="ORIGINALWIDTH" val=" 5.392514"/>
</p:tagLst>
</file>

<file path=ppt/tags/tag374.xml><?xml version="1.0" encoding="utf-8"?>
<p:tagLst xmlns:a="http://schemas.openxmlformats.org/drawingml/2006/main" xmlns:r="http://schemas.openxmlformats.org/officeDocument/2006/relationships" xmlns:p="http://schemas.openxmlformats.org/presentationml/2006/main">
  <p:tag name="EMFCHILD" val="True"/>
  <p:tag name="ORIGINALHEIGHT" val=" 3.145196"/>
  <p:tag name="ORIGINALWIDTH" val=" 4.255322"/>
</p:tagLst>
</file>

<file path=ppt/tags/tag375.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616278"/>
</p:tagLst>
</file>

<file path=ppt/tags/tag376.xml><?xml version="1.0" encoding="utf-8"?>
<p:tagLst xmlns:a="http://schemas.openxmlformats.org/drawingml/2006/main" xmlns:r="http://schemas.openxmlformats.org/officeDocument/2006/relationships" xmlns:p="http://schemas.openxmlformats.org/presentationml/2006/main">
  <p:tag name="EMFCHILD" val="True"/>
  <p:tag name="ORIGINALHEIGHT" val=" 29.87795"/>
  <p:tag name="ORIGINALWIDTH" val=" 5.143784"/>
</p:tagLst>
</file>

<file path=ppt/tags/tag377.xml><?xml version="1.0" encoding="utf-8"?>
<p:tagLst xmlns:a="http://schemas.openxmlformats.org/drawingml/2006/main" xmlns:r="http://schemas.openxmlformats.org/officeDocument/2006/relationships" xmlns:p="http://schemas.openxmlformats.org/presentationml/2006/main">
  <p:tag name="EMFCHILD" val="True"/>
  <p:tag name="ORIGINALHEIGHT" val=" .3984757"/>
  <p:tag name="ORIGINALWIDTH" val=" 6.078994"/>
</p:tagLst>
</file>

<file path=ppt/tags/tag378.xml><?xml version="1.0" encoding="utf-8"?>
<p:tagLst xmlns:a="http://schemas.openxmlformats.org/drawingml/2006/main" xmlns:r="http://schemas.openxmlformats.org/officeDocument/2006/relationships" xmlns:p="http://schemas.openxmlformats.org/presentationml/2006/main">
  <p:tag name="EMFCHILD" val="True"/>
  <p:tag name="ORIGINALHEIGHT" val=" 9.962611"/>
  <p:tag name="ORIGINALWIDTH" val=" 2.308212"/>
</p:tagLst>
</file>

<file path=ppt/tags/tag379.xml><?xml version="1.0" encoding="utf-8"?>
<p:tagLst xmlns:a="http://schemas.openxmlformats.org/drawingml/2006/main" xmlns:r="http://schemas.openxmlformats.org/officeDocument/2006/relationships" xmlns:p="http://schemas.openxmlformats.org/presentationml/2006/main">
  <p:tag name="EMFCHILD" val="True"/>
  <p:tag name="ORIGINALHEIGHT" val=" 1.534233"/>
  <p:tag name="ORIGINALWIDTH" val=" 2.656435"/>
</p:tagLst>
</file>

<file path=ppt/tags/tag380.xml><?xml version="1.0" encoding="utf-8"?>
<p:tagLst xmlns:a="http://schemas.openxmlformats.org/drawingml/2006/main" xmlns:r="http://schemas.openxmlformats.org/officeDocument/2006/relationships" xmlns:p="http://schemas.openxmlformats.org/presentationml/2006/main">
  <p:tag name="EMFCHILD" val="True"/>
  <p:tag name="ORIGINALHEIGHT" val=" 4.513046"/>
  <p:tag name="ORIGINALWIDTH" val=" 5.581532"/>
</p:tagLst>
</file>

<file path=ppt/tags/tag381.xml><?xml version="1.0" encoding="utf-8"?>
<p:tagLst xmlns:a="http://schemas.openxmlformats.org/drawingml/2006/main" xmlns:r="http://schemas.openxmlformats.org/officeDocument/2006/relationships" xmlns:p="http://schemas.openxmlformats.org/presentationml/2006/main">
  <p:tag name="EMFCHILD" val="True"/>
  <p:tag name="ORIGINALHEIGHT" val=" 6.635111"/>
  <p:tag name="ORIGINALWIDTH" val=" 6.616278"/>
</p:tagLst>
</file>

<file path=ppt/tags/tag382.xml><?xml version="1.0" encoding="utf-8"?>
<p:tagLst xmlns:a="http://schemas.openxmlformats.org/drawingml/2006/main" xmlns:r="http://schemas.openxmlformats.org/officeDocument/2006/relationships" xmlns:p="http://schemas.openxmlformats.org/presentationml/2006/main">
  <p:tag name="EMFCHILD" val="True"/>
  <p:tag name="ORIGINALHEIGHT" val=" 1.534233"/>
  <p:tag name="ORIGINALWIDTH" val=" 2.656435"/>
</p:tagLst>
</file>

<file path=ppt/tags/tag383.xml><?xml version="1.0" encoding="utf-8"?>
<p:tagLst xmlns:a="http://schemas.openxmlformats.org/drawingml/2006/main" xmlns:r="http://schemas.openxmlformats.org/officeDocument/2006/relationships" xmlns:p="http://schemas.openxmlformats.org/presentationml/2006/main">
  <p:tag name="EMFCHILD" val="True"/>
  <p:tag name="ORIGINALHEIGHT" val=" 8.966337"/>
  <p:tag name="ORIGINALWIDTH" val=" 5.423638"/>
</p:tagLst>
</file>

<file path=ppt/tags/tag384.xml><?xml version="1.0" encoding="utf-8"?>
<p:tagLst xmlns:a="http://schemas.openxmlformats.org/drawingml/2006/main" xmlns:r="http://schemas.openxmlformats.org/officeDocument/2006/relationships" xmlns:p="http://schemas.openxmlformats.org/presentationml/2006/main">
  <p:tag name="EMFCHILD" val="True"/>
  <p:tag name="ORIGINALHEIGHT" val=" 4.513046"/>
  <p:tag name="ORIGINALWIDTH" val=" 4.954723"/>
</p:tagLst>
</file>

<file path=ppt/tags/tag385.xml><?xml version="1.0" encoding="utf-8"?>
<p:tagLst xmlns:a="http://schemas.openxmlformats.org/drawingml/2006/main" xmlns:r="http://schemas.openxmlformats.org/officeDocument/2006/relationships" xmlns:p="http://schemas.openxmlformats.org/presentationml/2006/main">
  <p:tag name="EMFCHILD" val="True"/>
  <p:tag name="ORIGINALHEIGHT" val=" 3.145196"/>
  <p:tag name="ORIGINALWIDTH" val=" 4.255322"/>
</p:tagLst>
</file>

<file path=ppt/tags/tag386.xml><?xml version="1.0" encoding="utf-8"?>
<p:tagLst xmlns:a="http://schemas.openxmlformats.org/drawingml/2006/main" xmlns:r="http://schemas.openxmlformats.org/officeDocument/2006/relationships" xmlns:p="http://schemas.openxmlformats.org/presentationml/2006/main">
  <p:tag name="EMFCHILD" val="True"/>
  <p:tag name="ORIGINALHEIGHT" val=" 9.962611"/>
  <p:tag name="ORIGINALWIDTH" val=" 2.308212"/>
</p:tagLst>
</file>

<file path=ppt/tags/tag387.xml><?xml version="1.0" encoding="utf-8"?>
<p:tagLst xmlns:a="http://schemas.openxmlformats.org/drawingml/2006/main" xmlns:r="http://schemas.openxmlformats.org/officeDocument/2006/relationships" xmlns:p="http://schemas.openxmlformats.org/presentationml/2006/main">
  <p:tag name="EMFCHILD" val="True"/>
  <p:tag name="ORIGINALHEIGHT" val=" 6.664967"/>
  <p:tag name="ORIGINALWIDTH" val=" 2.129117"/>
</p:tagLst>
</file>

<file path=ppt/tags/tag388.xml><?xml version="1.0" encoding="utf-8"?>
<p:tagLst xmlns:a="http://schemas.openxmlformats.org/drawingml/2006/main" xmlns:r="http://schemas.openxmlformats.org/officeDocument/2006/relationships" xmlns:p="http://schemas.openxmlformats.org/presentationml/2006/main">
  <p:tag name="EMFCHILD" val="True"/>
  <p:tag name="ORIGINALHEIGHT" val=" 7.023621"/>
  <p:tag name="ORIGINALWIDTH" val=" 3.223575"/>
</p:tagLst>
</file>

<file path=ppt/tags/tag389.xml><?xml version="1.0" encoding="utf-8"?>
<p:tagLst xmlns:a="http://schemas.openxmlformats.org/drawingml/2006/main" xmlns:r="http://schemas.openxmlformats.org/officeDocument/2006/relationships" xmlns:p="http://schemas.openxmlformats.org/presentationml/2006/main">
  <p:tag name="EMFCHILD" val="True"/>
  <p:tag name="ORIGINALHEIGHT" val=" 6.445796"/>
  <p:tag name="ORIGINALWIDTH" val=" 4.58661"/>
</p:tagLst>
</file>

<file path=ppt/tags/tag390.xml><?xml version="1.0" encoding="utf-8"?>
<p:tagLst xmlns:a="http://schemas.openxmlformats.org/drawingml/2006/main" xmlns:r="http://schemas.openxmlformats.org/officeDocument/2006/relationships" xmlns:p="http://schemas.openxmlformats.org/presentationml/2006/main">
  <p:tag name="EMFCHILD" val="True"/>
  <p:tag name="ORIGINALHEIGHT" val=" 3.145196"/>
  <p:tag name="ORIGINALWIDTH" val=" 4.255322"/>
</p:tagLst>
</file>

<file path=ppt/tags/tag391.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616278"/>
</p:tagLst>
</file>

<file path=ppt/tags/tag392.xml><?xml version="1.0" encoding="utf-8"?>
<p:tagLst xmlns:a="http://schemas.openxmlformats.org/drawingml/2006/main" xmlns:r="http://schemas.openxmlformats.org/officeDocument/2006/relationships" xmlns:p="http://schemas.openxmlformats.org/presentationml/2006/main">
  <p:tag name="EMFCHILD" val="True"/>
  <p:tag name="ORIGINALHEIGHT" val=" 6.854281"/>
  <p:tag name="ORIGINALWIDTH" val=" 4.188641"/>
</p:tagLst>
</file>

<file path=ppt/tags/tag393.xml><?xml version="1.0" encoding="utf-8"?>
<p:tagLst xmlns:a="http://schemas.openxmlformats.org/drawingml/2006/main" xmlns:r="http://schemas.openxmlformats.org/officeDocument/2006/relationships" xmlns:p="http://schemas.openxmlformats.org/presentationml/2006/main">
  <p:tag name="EMFCHILD" val="True"/>
  <p:tag name="ORIGINALHEIGHT" val=" 6.635111"/>
  <p:tag name="ORIGINALWIDTH" val=" 3.283245"/>
</p:tagLst>
</file>

<file path=ppt/tags/tag394.xml><?xml version="1.0" encoding="utf-8"?>
<p:tagLst xmlns:a="http://schemas.openxmlformats.org/drawingml/2006/main" xmlns:r="http://schemas.openxmlformats.org/officeDocument/2006/relationships" xmlns:p="http://schemas.openxmlformats.org/presentationml/2006/main">
  <p:tag name="EMFCHILD" val="True"/>
  <p:tag name="ORIGINALHEIGHT" val=" .3984757"/>
  <p:tag name="ORIGINALWIDTH" val=" 6.078994"/>
</p:tagLst>
</file>

<file path=ppt/tags/tag395.xml><?xml version="1.0" encoding="utf-8"?>
<p:tagLst xmlns:a="http://schemas.openxmlformats.org/drawingml/2006/main" xmlns:r="http://schemas.openxmlformats.org/officeDocument/2006/relationships" xmlns:p="http://schemas.openxmlformats.org/presentationml/2006/main">
  <p:tag name="EMFCHILD" val="True"/>
  <p:tag name="ORIGINALHEIGHT" val=" 9.962611"/>
  <p:tag name="ORIGINALWIDTH" val=" 2.308212"/>
</p:tagLst>
</file>

<file path=ppt/tags/tag396.xml><?xml version="1.0" encoding="utf-8"?>
<p:tagLst xmlns:a="http://schemas.openxmlformats.org/drawingml/2006/main" xmlns:r="http://schemas.openxmlformats.org/officeDocument/2006/relationships" xmlns:p="http://schemas.openxmlformats.org/presentationml/2006/main">
  <p:tag name="EMFCHILD" val="True"/>
  <p:tag name="ORIGINALHEIGHT" val=" 1.534233"/>
  <p:tag name="ORIGINALWIDTH" val=" 2.656435"/>
</p:tagLst>
</file>

<file path=ppt/tags/tag397.xml><?xml version="1.0" encoding="utf-8"?>
<p:tagLst xmlns:a="http://schemas.openxmlformats.org/drawingml/2006/main" xmlns:r="http://schemas.openxmlformats.org/officeDocument/2006/relationships" xmlns:p="http://schemas.openxmlformats.org/presentationml/2006/main">
  <p:tag name="EMFCHILD" val="True"/>
  <p:tag name="ORIGINALHEIGHT" val=" 4.513046"/>
  <p:tag name="ORIGINALWIDTH" val=" 5.581532"/>
</p:tagLst>
</file>

<file path=ppt/tags/tag398.xml><?xml version="1.0" encoding="utf-8"?>
<p:tagLst xmlns:a="http://schemas.openxmlformats.org/drawingml/2006/main" xmlns:r="http://schemas.openxmlformats.org/officeDocument/2006/relationships" xmlns:p="http://schemas.openxmlformats.org/presentationml/2006/main">
  <p:tag name="EMFCHILD" val="True"/>
  <p:tag name="ORIGINALHEIGHT" val=" 6.635111"/>
  <p:tag name="ORIGINALWIDTH" val=" 6.616278"/>
</p:tagLst>
</file>

<file path=ppt/tags/tag399.xml><?xml version="1.0" encoding="utf-8"?>
<p:tagLst xmlns:a="http://schemas.openxmlformats.org/drawingml/2006/main" xmlns:r="http://schemas.openxmlformats.org/officeDocument/2006/relationships" xmlns:p="http://schemas.openxmlformats.org/presentationml/2006/main">
  <p:tag name="EMFCHILD" val="True"/>
  <p:tag name="ORIGINALHEIGHT" val=" 1.534233"/>
  <p:tag name="ORIGINALWIDTH" val=" 2.656435"/>
</p:tagLst>
</file>

<file path=ppt/tags/tag400.xml><?xml version="1.0" encoding="utf-8"?>
<p:tagLst xmlns:a="http://schemas.openxmlformats.org/drawingml/2006/main" xmlns:r="http://schemas.openxmlformats.org/officeDocument/2006/relationships" xmlns:p="http://schemas.openxmlformats.org/presentationml/2006/main">
  <p:tag name="EMFCHILD" val="True"/>
  <p:tag name="ORIGINALHEIGHT" val=" 8.966337"/>
  <p:tag name="ORIGINALWIDTH" val=" 5.423638"/>
</p:tagLst>
</file>

<file path=ppt/tags/tag401.xml><?xml version="1.0" encoding="utf-8"?>
<p:tagLst xmlns:a="http://schemas.openxmlformats.org/drawingml/2006/main" xmlns:r="http://schemas.openxmlformats.org/officeDocument/2006/relationships" xmlns:p="http://schemas.openxmlformats.org/presentationml/2006/main">
  <p:tag name="EMFCHILD" val="True"/>
  <p:tag name="ORIGINALHEIGHT" val=" 4.513046"/>
  <p:tag name="ORIGINALWIDTH" val=" 4.954723"/>
</p:tagLst>
</file>

<file path=ppt/tags/tag402.xml><?xml version="1.0" encoding="utf-8"?>
<p:tagLst xmlns:a="http://schemas.openxmlformats.org/drawingml/2006/main" xmlns:r="http://schemas.openxmlformats.org/officeDocument/2006/relationships" xmlns:p="http://schemas.openxmlformats.org/presentationml/2006/main">
  <p:tag name="EMFCHILD" val="True"/>
  <p:tag name="ORIGINALHEIGHT" val=" 3.145196"/>
  <p:tag name="ORIGINALWIDTH" val=" 4.255322"/>
</p:tagLst>
</file>

<file path=ppt/tags/tag403.xml><?xml version="1.0" encoding="utf-8"?>
<p:tagLst xmlns:a="http://schemas.openxmlformats.org/drawingml/2006/main" xmlns:r="http://schemas.openxmlformats.org/officeDocument/2006/relationships" xmlns:p="http://schemas.openxmlformats.org/presentationml/2006/main">
  <p:tag name="EMFCHILD" val="True"/>
  <p:tag name="ORIGINALHEIGHT" val=" 9.962611"/>
  <p:tag name="ORIGINALWIDTH" val=" 2.308212"/>
</p:tagLst>
</file>

<file path=ppt/tags/tag404.xml><?xml version="1.0" encoding="utf-8"?>
<p:tagLst xmlns:a="http://schemas.openxmlformats.org/drawingml/2006/main" xmlns:r="http://schemas.openxmlformats.org/officeDocument/2006/relationships" xmlns:p="http://schemas.openxmlformats.org/presentationml/2006/main">
  <p:tag name="EMFCHILD" val="True"/>
  <p:tag name="ORIGINALHEIGHT" val=" 6.664967"/>
  <p:tag name="ORIGINALWIDTH" val=" 2.129117"/>
</p:tagLst>
</file>

<file path=ppt/tags/tag405.xml><?xml version="1.0" encoding="utf-8"?>
<p:tagLst xmlns:a="http://schemas.openxmlformats.org/drawingml/2006/main" xmlns:r="http://schemas.openxmlformats.org/officeDocument/2006/relationships" xmlns:p="http://schemas.openxmlformats.org/presentationml/2006/main">
  <p:tag name="EMFCHILD" val="True"/>
  <p:tag name="ORIGINALHEIGHT" val=" 7.023621"/>
  <p:tag name="ORIGINALWIDTH" val=" 3.223575"/>
</p:tagLst>
</file>

<file path=ppt/tags/tag406.xml><?xml version="1.0" encoding="utf-8"?>
<p:tagLst xmlns:a="http://schemas.openxmlformats.org/drawingml/2006/main" xmlns:r="http://schemas.openxmlformats.org/officeDocument/2006/relationships" xmlns:p="http://schemas.openxmlformats.org/presentationml/2006/main">
  <p:tag name="EMFCHILD" val="True"/>
  <p:tag name="ORIGINALHEIGHT" val=" 6.445796"/>
  <p:tag name="ORIGINALWIDTH" val=" 4.58661"/>
</p:tagLst>
</file>

<file path=ppt/tags/tag407.xml><?xml version="1.0" encoding="utf-8"?>
<p:tagLst xmlns:a="http://schemas.openxmlformats.org/drawingml/2006/main" xmlns:r="http://schemas.openxmlformats.org/officeDocument/2006/relationships" xmlns:p="http://schemas.openxmlformats.org/presentationml/2006/main">
  <p:tag name="EMFCHILD" val="True"/>
  <p:tag name="ORIGINALHEIGHT" val=" 3.145196"/>
  <p:tag name="ORIGINALWIDTH" val=" 4.255322"/>
</p:tagLst>
</file>

<file path=ppt/tags/tag408.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616278"/>
</p:tagLst>
</file>

<file path=ppt/tags/tag409.xml><?xml version="1.0" encoding="utf-8"?>
<p:tagLst xmlns:a="http://schemas.openxmlformats.org/drawingml/2006/main" xmlns:r="http://schemas.openxmlformats.org/officeDocument/2006/relationships" xmlns:p="http://schemas.openxmlformats.org/presentationml/2006/main">
  <p:tag name="EMFCHILD" val="True"/>
  <p:tag name="ORIGINALHEIGHT" val=" 6.635111"/>
  <p:tag name="ORIGINALWIDTH" val=" 3.283245"/>
</p:tagLst>
</file>

<file path=ppt/tags/tag41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55"/>
  <p:tag name="IGUANATEXSIZE" val="20"/>
  <p:tag name="LATEXADDIN" val="\documentclass{article}&#10;\usepackage{amsmath}&#10;\usepackage{amsfonts}&#10;\pagestyle{empty}&#10;\begin{document}&#10;&#10;&#10;\[&#10;\frac{\partial \mu_n}{\partial x_{kn}} = \beta_k&#10;\]&#10;&#10;&#10;&#10;&#10;&#10;\end{document}"/>
  <p:tag name="LATEXENGINEID" val="0"/>
  <p:tag name="LATEXFORMHEIGHT" val=" 320"/>
  <p:tag name="LATEXFORMWIDTH" val=" 385"/>
  <p:tag name="LATEXFORMWRAP" val="True"/>
  <p:tag name="ORIGINALHEIGHT" val=" 7.268847"/>
  <p:tag name="ORIGINALWIDTH" val=" 5.211857"/>
  <p:tag name="TEMPFOLDER" val="C:\Users\luisc\Documents\Custom Office Templates\iguana temp\"/>
  <p:tag name="TRANSPARENCY" val="True"/>
</p:tagLst>
</file>

<file path=ppt/tags/tag411.xml><?xml version="1.0" encoding="utf-8"?>
<p:tagLst xmlns:a="http://schemas.openxmlformats.org/drawingml/2006/main" xmlns:r="http://schemas.openxmlformats.org/officeDocument/2006/relationships" xmlns:p="http://schemas.openxmlformats.org/presentationml/2006/main">
  <p:tag name="EMFCHILD" val="True"/>
  <p:tag name="ORIGINALHEIGHT" val=" 6.48089"/>
  <p:tag name="ORIGINALWIDTH" val=" 5.370386"/>
</p:tagLst>
</file>

<file path=ppt/tags/tag412.xml><?xml version="1.0" encoding="utf-8"?>
<p:tagLst xmlns:a="http://schemas.openxmlformats.org/drawingml/2006/main" xmlns:r="http://schemas.openxmlformats.org/officeDocument/2006/relationships" xmlns:p="http://schemas.openxmlformats.org/presentationml/2006/main">
  <p:tag name="EMFCHILD" val="True"/>
  <p:tag name="ORIGINALHEIGHT" val=" 3.109429"/>
  <p:tag name="ORIGINALWIDTH" val=" 4.237838"/>
</p:tagLst>
</file>

<file path=ppt/tags/tag413.xml><?xml version="1.0" encoding="utf-8"?>
<p:tagLst xmlns:a="http://schemas.openxmlformats.org/drawingml/2006/main" xmlns:r="http://schemas.openxmlformats.org/officeDocument/2006/relationships" xmlns:p="http://schemas.openxmlformats.org/presentationml/2006/main">
  <p:tag name="EMFCHILD" val="True"/>
  <p:tag name="ORIGINALHEIGHT" val=" .393915"/>
  <p:tag name="ORIGINALWIDTH" val=" 21.24713"/>
</p:tagLst>
</file>

<file path=ppt/tags/tag414.xml><?xml version="1.0" encoding="utf-8"?>
<p:tagLst xmlns:a="http://schemas.openxmlformats.org/drawingml/2006/main" xmlns:r="http://schemas.openxmlformats.org/officeDocument/2006/relationships" xmlns:p="http://schemas.openxmlformats.org/presentationml/2006/main">
  <p:tag name="EMFCHILD" val="True"/>
  <p:tag name="ORIGINALHEIGHT" val=" 7.268847"/>
  <p:tag name="ORIGINALWIDTH" val=" 5.211857"/>
</p:tagLst>
</file>

<file path=ppt/tags/tag415.xml><?xml version="1.0" encoding="utf-8"?>
<p:tagLst xmlns:a="http://schemas.openxmlformats.org/drawingml/2006/main" xmlns:r="http://schemas.openxmlformats.org/officeDocument/2006/relationships" xmlns:p="http://schemas.openxmlformats.org/presentationml/2006/main">
  <p:tag name="EMFCHILD" val="True"/>
  <p:tag name="ORIGINALHEIGHT" val=" 4.46178"/>
  <p:tag name="ORIGINALWIDTH" val=" 4.934411"/>
</p:tagLst>
</file>

<file path=ppt/tags/tag416.xml><?xml version="1.0" encoding="utf-8"?>
<p:tagLst xmlns:a="http://schemas.openxmlformats.org/drawingml/2006/main" xmlns:r="http://schemas.openxmlformats.org/officeDocument/2006/relationships" xmlns:p="http://schemas.openxmlformats.org/presentationml/2006/main">
  <p:tag name="EMFCHILD" val="True"/>
  <p:tag name="ORIGINALHEIGHT" val=" 4.853795"/>
  <p:tag name="ORIGINALWIDTH" val=" 3.412466"/>
</p:tagLst>
</file>

<file path=ppt/tags/tag417.xml><?xml version="1.0" encoding="utf-8"?>
<p:tagLst xmlns:a="http://schemas.openxmlformats.org/drawingml/2006/main" xmlns:r="http://schemas.openxmlformats.org/officeDocument/2006/relationships" xmlns:p="http://schemas.openxmlformats.org/presentationml/2006/main">
  <p:tag name="EMFCHILD" val="True"/>
  <p:tag name="ORIGINALHEIGHT" val=" 3.109429"/>
  <p:tag name="ORIGINALWIDTH" val=" 4.237838"/>
</p:tagLst>
</file>

<file path=ppt/tags/tag418.xml><?xml version="1.0" encoding="utf-8"?>
<p:tagLst xmlns:a="http://schemas.openxmlformats.org/drawingml/2006/main" xmlns:r="http://schemas.openxmlformats.org/officeDocument/2006/relationships" xmlns:p="http://schemas.openxmlformats.org/presentationml/2006/main">
  <p:tag name="EMFCHILD" val="True"/>
  <p:tag name="ORIGINALHEIGHT" val=" 2.304749"/>
  <p:tag name="ORIGINALWIDTH" val=" 6.589123"/>
</p:tagLst>
</file>

<file path=ppt/tags/tag419.xml><?xml version="1.0" encoding="utf-8"?>
<p:tagLst xmlns:a="http://schemas.openxmlformats.org/drawingml/2006/main" xmlns:r="http://schemas.openxmlformats.org/officeDocument/2006/relationships" xmlns:p="http://schemas.openxmlformats.org/presentationml/2006/main">
  <p:tag name="EMFCHILD" val="True"/>
  <p:tag name="ORIGINALHEIGHT" val=" 8.864482"/>
  <p:tag name="ORIGINALWIDTH" val=" 5.401382"/>
</p:tagLst>
</file>

<file path=ppt/tags/tag420.xml><?xml version="1.0" encoding="utf-8"?>
<p:tagLst xmlns:a="http://schemas.openxmlformats.org/drawingml/2006/main" xmlns:r="http://schemas.openxmlformats.org/officeDocument/2006/relationships" xmlns:p="http://schemas.openxmlformats.org/presentationml/2006/main">
  <p:tag name="EMFCHILD" val="True"/>
  <p:tag name="ORIGINALHEIGHT" val=" 4.853795"/>
  <p:tag name="ORIGINALWIDTH" val=" 3.412466"/>
</p:tagLst>
</file>

<file path=ppt/tags/tag42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21"/>
  <p:tag name="IGUANATEXSIZE" val="20"/>
  <p:tag name="LATEXADDIN" val="\documentclass{article}&#10;\usepackage{amsmath}&#10;\usepackage{amsfonts}&#10;\pagestyle{empty}&#10;\begin{document}&#10;&#10;&#10;\[&#10;\mu_n = \eta_n = \alpha + \beta^\top x_n&#10;\]&#10;&#10;&#10;&#10;&#10;&#10;\end{document}"/>
  <p:tag name="LATEXENGINEID" val="0"/>
  <p:tag name="LATEXFORMHEIGHT" val=" 320"/>
  <p:tag name="LATEXFORMWIDTH" val=" 385"/>
  <p:tag name="LATEXFORMWRAP" val="True"/>
  <p:tag name="ORIGINALHEIGHT" val=" 6.70441"/>
  <p:tag name="ORIGINALWIDTH" val=" 5.444709"/>
  <p:tag name="TEMPFOLDER" val="C:\Users\luisc\Documents\Custom Office Templates\iguana temp\"/>
  <p:tag name="TRANSPARENCY" val="True"/>
</p:tagLst>
</file>

<file path=ppt/tags/tag422.xml><?xml version="1.0" encoding="utf-8"?>
<p:tagLst xmlns:a="http://schemas.openxmlformats.org/drawingml/2006/main" xmlns:r="http://schemas.openxmlformats.org/officeDocument/2006/relationships" xmlns:p="http://schemas.openxmlformats.org/presentationml/2006/main">
  <p:tag name="EMFCHILD" val="True"/>
  <p:tag name="ORIGINALHEIGHT" val=" 3.216691"/>
  <p:tag name="ORIGINALWIDTH" val=" 4.296494"/>
</p:tagLst>
</file>

<file path=ppt/tags/tag423.xml><?xml version="1.0" encoding="utf-8"?>
<p:tagLst xmlns:a="http://schemas.openxmlformats.org/drawingml/2006/main" xmlns:r="http://schemas.openxmlformats.org/officeDocument/2006/relationships" xmlns:p="http://schemas.openxmlformats.org/presentationml/2006/main">
  <p:tag name="EMFCHILD" val="True"/>
  <p:tag name="ORIGINALHEIGHT" val=" 2.384225"/>
  <p:tag name="ORIGINALWIDTH" val=" 6.680339"/>
</p:tagLst>
</file>

<file path=ppt/tags/tag424.xml><?xml version="1.0" encoding="utf-8"?>
<p:tagLst xmlns:a="http://schemas.openxmlformats.org/drawingml/2006/main" xmlns:r="http://schemas.openxmlformats.org/officeDocument/2006/relationships" xmlns:p="http://schemas.openxmlformats.org/presentationml/2006/main">
  <p:tag name="EMFCHILD" val="True"/>
  <p:tag name="ORIGINALHEIGHT" val=" 6.70441"/>
  <p:tag name="ORIGINALWIDTH" val=" 4.691296"/>
</p:tagLst>
</file>

<file path=ppt/tags/tag425.xml><?xml version="1.0" encoding="utf-8"?>
<p:tagLst xmlns:a="http://schemas.openxmlformats.org/drawingml/2006/main" xmlns:r="http://schemas.openxmlformats.org/officeDocument/2006/relationships" xmlns:p="http://schemas.openxmlformats.org/presentationml/2006/main">
  <p:tag name="EMFCHILD" val="True"/>
  <p:tag name="ORIGINALHEIGHT" val=" 3.216691"/>
  <p:tag name="ORIGINALWIDTH" val=" 4.296494"/>
</p:tagLst>
</file>

<file path=ppt/tags/tag426.xml><?xml version="1.0" encoding="utf-8"?>
<p:tagLst xmlns:a="http://schemas.openxmlformats.org/drawingml/2006/main" xmlns:r="http://schemas.openxmlformats.org/officeDocument/2006/relationships" xmlns:p="http://schemas.openxmlformats.org/presentationml/2006/main">
  <p:tag name="EMFCHILD" val="True"/>
  <p:tag name="ORIGINALHEIGHT" val=" 2.384225"/>
  <p:tag name="ORIGINALWIDTH" val=" 6.680339"/>
</p:tagLst>
</file>

<file path=ppt/tags/tag427.xml><?xml version="1.0" encoding="utf-8"?>
<p:tagLst xmlns:a="http://schemas.openxmlformats.org/drawingml/2006/main" xmlns:r="http://schemas.openxmlformats.org/officeDocument/2006/relationships" xmlns:p="http://schemas.openxmlformats.org/presentationml/2006/main">
  <p:tag name="EMFCHILD" val="True"/>
  <p:tag name="ORIGINALHEIGHT" val=" 4.615622"/>
  <p:tag name="ORIGINALWIDTH" val=" 5.635586"/>
</p:tagLst>
</file>

<file path=ppt/tags/tag428.xml><?xml version="1.0" encoding="utf-8"?>
<p:tagLst xmlns:a="http://schemas.openxmlformats.org/drawingml/2006/main" xmlns:r="http://schemas.openxmlformats.org/officeDocument/2006/relationships" xmlns:p="http://schemas.openxmlformats.org/presentationml/2006/main">
  <p:tag name="EMFCHILD" val="True"/>
  <p:tag name="ORIGINALHEIGHT" val=" 6.785913"/>
  <p:tag name="ORIGINALWIDTH" val=" 6.680339"/>
</p:tagLst>
</file>

<file path=ppt/tags/tag429.xml><?xml version="1.0" encoding="utf-8"?>
<p:tagLst xmlns:a="http://schemas.openxmlformats.org/drawingml/2006/main" xmlns:r="http://schemas.openxmlformats.org/officeDocument/2006/relationships" xmlns:p="http://schemas.openxmlformats.org/presentationml/2006/main">
  <p:tag name="EMFCHILD" val="True"/>
  <p:tag name="ORIGINALHEIGHT" val=" 9.170136"/>
  <p:tag name="ORIGINALWIDTH" val=" 5.476128"/>
</p:tagLst>
</file>

<file path=ppt/tags/tag430.xml><?xml version="1.0" encoding="utf-8"?>
<p:tagLst xmlns:a="http://schemas.openxmlformats.org/drawingml/2006/main" xmlns:r="http://schemas.openxmlformats.org/officeDocument/2006/relationships" xmlns:p="http://schemas.openxmlformats.org/presentationml/2006/main">
  <p:tag name="EMFCHILD" val="True"/>
  <p:tag name="ORIGINALHEIGHT" val=" 4.949824"/>
  <p:tag name="ORIGINALWIDTH" val=" 5.196612"/>
</p:tagLst>
</file>

<file path=ppt/tags/tag431.xml><?xml version="1.0" encoding="utf-8"?>
<p:tagLst xmlns:a="http://schemas.openxmlformats.org/drawingml/2006/main" xmlns:r="http://schemas.openxmlformats.org/officeDocument/2006/relationships" xmlns:p="http://schemas.openxmlformats.org/presentationml/2006/main">
  <p:tag name="EMFCHILD" val="True"/>
  <p:tag name="ORIGINALHEIGHT" val=" 4.615622"/>
  <p:tag name="ORIGINALWIDTH" val=" 5.002738"/>
</p:tagLst>
</file>

<file path=ppt/tags/tag432.xml><?xml version="1.0" encoding="utf-8"?>
<p:tagLst xmlns:a="http://schemas.openxmlformats.org/drawingml/2006/main" xmlns:r="http://schemas.openxmlformats.org/officeDocument/2006/relationships" xmlns:p="http://schemas.openxmlformats.org/presentationml/2006/main">
  <p:tag name="EMFCHILD" val="True"/>
  <p:tag name="ORIGINALHEIGHT" val=" 3.216691"/>
  <p:tag name="ORIGINALWIDTH" val=" 4.296494"/>
</p:tagLst>
</file>

<file path=ppt/tags/tag43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21"/>
  <p:tag name="IGUANATEXSIZE" val="20"/>
  <p:tag name="IGUANATEXVERSION" val="162"/>
  <p:tag name="LATEXADDIN" val="\documentclass{article}&#10;\usepackage{amsmath}&#10;\usepackage{amsfonts}&#10;\pagestyle{empty}&#10;\begin{document}&#10;&#10;&#10;\[&#10;\mu_n = \eta_n = \alpha + \beta^\top x_n&#10;\]&#10;&#10;&#10;&#10;&#10;&#10;\end{document}"/>
  <p:tag name="LATEXENGINEID" val="0"/>
  <p:tag name="LATEXFORMHEIGHT" val=" 320"/>
  <p:tag name="LATEXFORMWIDTH" val=" 385"/>
  <p:tag name="LATEXFORMWRAP" val="True"/>
  <p:tag name="ORIGINALHEIGHT" val=" 11.3577"/>
  <p:tag name="ORIGINALWIDTH" val=" 90.56704"/>
  <p:tag name="OUTPUTTYPE" val="SVG"/>
  <p:tag name="TEMPFOLDER" val="C:\Users\luisc\Documents\Custom Office Templates\iguana temp\"/>
  <p:tag name="TRANSPARENCY" val="True"/>
</p:tagLst>
</file>

<file path=ppt/tags/tag43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55"/>
  <p:tag name="IGUANATEXSIZE" val="20"/>
  <p:tag name="IGUANATEXVERSION" val="162"/>
  <p:tag name="LATEXADDIN" val="\documentclass{article}&#10;\usepackage{amsmath}&#10;\usepackage{amsfonts}&#10;\pagestyle{empty}&#10;\begin{document}&#10;&#10;&#10;\[&#10;\frac{\partial \mu_n}{\partial x_{kn}} = \beta_k&#10;\]&#10;&#10;&#10;&#10;&#10;&#10;\end{document}"/>
  <p:tag name="LATEXENGINEID" val="0"/>
  <p:tag name="LATEXFORMHEIGHT" val=" 320"/>
  <p:tag name="LATEXFORMWIDTH" val=" 385"/>
  <p:tag name="LATEXFORMWRAP" val="True"/>
  <p:tag name="ORIGINALHEIGHT" val=" 22.01794"/>
  <p:tag name="ORIGINALWIDTH" val=" 45.18456"/>
  <p:tag name="OUTPUTTYPE" val="SVG"/>
  <p:tag name="TEMPFOLDER" val="C:\Users\luisc\Documents\Custom Office Templates\iguana temp\"/>
  <p:tag name="TRANSPARENCY" val="True"/>
</p:tagLst>
</file>

<file path=ppt/tags/tag43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55"/>
  <p:tag name="IGUANATEXSIZE" val="20"/>
  <p:tag name="LATEXADDIN" val="\documentclass{article}&#10;\usepackage{amsmath}&#10;\usepackage{amsfonts}&#10;\pagestyle{empty}&#10;\begin{document}&#10;&#10;&#10;\[&#10;\frac{\partial \mu_n}{\partial x_{kn}} = \beta_k&#10;\]&#10;&#10;&#10;&#10;&#10;&#10;\end{document}"/>
  <p:tag name="LATEXENGINEID" val="0"/>
  <p:tag name="LATEXFORMHEIGHT" val=" 320"/>
  <p:tag name="LATEXFORMWIDTH" val=" 385"/>
  <p:tag name="LATEXFORMWRAP" val="True"/>
  <p:tag name="ORIGINALHEIGHT" val=" 7.268847"/>
  <p:tag name="ORIGINALWIDTH" val=" 5.211857"/>
  <p:tag name="TEMPFOLDER" val="C:\Users\luisc\Documents\Custom Office Templates\iguana temp\"/>
  <p:tag name="TRANSPARENCY" val="True"/>
</p:tagLst>
</file>

<file path=ppt/tags/tag436.xml><?xml version="1.0" encoding="utf-8"?>
<p:tagLst xmlns:a="http://schemas.openxmlformats.org/drawingml/2006/main" xmlns:r="http://schemas.openxmlformats.org/officeDocument/2006/relationships" xmlns:p="http://schemas.openxmlformats.org/presentationml/2006/main">
  <p:tag name="EMFCHILD" val="True"/>
  <p:tag name="ORIGINALHEIGHT" val=" 6.48089"/>
  <p:tag name="ORIGINALWIDTH" val=" 5.370386"/>
</p:tagLst>
</file>

<file path=ppt/tags/tag437.xml><?xml version="1.0" encoding="utf-8"?>
<p:tagLst xmlns:a="http://schemas.openxmlformats.org/drawingml/2006/main" xmlns:r="http://schemas.openxmlformats.org/officeDocument/2006/relationships" xmlns:p="http://schemas.openxmlformats.org/presentationml/2006/main">
  <p:tag name="EMFCHILD" val="True"/>
  <p:tag name="ORIGINALHEIGHT" val=" 3.109429"/>
  <p:tag name="ORIGINALWIDTH" val=" 4.237838"/>
</p:tagLst>
</file>

<file path=ppt/tags/tag438.xml><?xml version="1.0" encoding="utf-8"?>
<p:tagLst xmlns:a="http://schemas.openxmlformats.org/drawingml/2006/main" xmlns:r="http://schemas.openxmlformats.org/officeDocument/2006/relationships" xmlns:p="http://schemas.openxmlformats.org/presentationml/2006/main">
  <p:tag name="EMFCHILD" val="True"/>
  <p:tag name="ORIGINALHEIGHT" val=" .393915"/>
  <p:tag name="ORIGINALWIDTH" val=" 21.24713"/>
</p:tagLst>
</file>

<file path=ppt/tags/tag439.xml><?xml version="1.0" encoding="utf-8"?>
<p:tagLst xmlns:a="http://schemas.openxmlformats.org/drawingml/2006/main" xmlns:r="http://schemas.openxmlformats.org/officeDocument/2006/relationships" xmlns:p="http://schemas.openxmlformats.org/presentationml/2006/main">
  <p:tag name="EMFCHILD" val="True"/>
  <p:tag name="ORIGINALHEIGHT" val=" 7.268847"/>
  <p:tag name="ORIGINALWIDTH" val=" 5.211857"/>
</p:tagLst>
</file>

<file path=ppt/tags/tag440.xml><?xml version="1.0" encoding="utf-8"?>
<p:tagLst xmlns:a="http://schemas.openxmlformats.org/drawingml/2006/main" xmlns:r="http://schemas.openxmlformats.org/officeDocument/2006/relationships" xmlns:p="http://schemas.openxmlformats.org/presentationml/2006/main">
  <p:tag name="EMFCHILD" val="True"/>
  <p:tag name="ORIGINALHEIGHT" val=" 4.46178"/>
  <p:tag name="ORIGINALWIDTH" val=" 4.934411"/>
</p:tagLst>
</file>

<file path=ppt/tags/tag441.xml><?xml version="1.0" encoding="utf-8"?>
<p:tagLst xmlns:a="http://schemas.openxmlformats.org/drawingml/2006/main" xmlns:r="http://schemas.openxmlformats.org/officeDocument/2006/relationships" xmlns:p="http://schemas.openxmlformats.org/presentationml/2006/main">
  <p:tag name="EMFCHILD" val="True"/>
  <p:tag name="ORIGINALHEIGHT" val=" 4.853795"/>
  <p:tag name="ORIGINALWIDTH" val=" 3.412466"/>
</p:tagLst>
</file>

<file path=ppt/tags/tag442.xml><?xml version="1.0" encoding="utf-8"?>
<p:tagLst xmlns:a="http://schemas.openxmlformats.org/drawingml/2006/main" xmlns:r="http://schemas.openxmlformats.org/officeDocument/2006/relationships" xmlns:p="http://schemas.openxmlformats.org/presentationml/2006/main">
  <p:tag name="EMFCHILD" val="True"/>
  <p:tag name="ORIGINALHEIGHT" val=" 3.109429"/>
  <p:tag name="ORIGINALWIDTH" val=" 4.237838"/>
</p:tagLst>
</file>

<file path=ppt/tags/tag443.xml><?xml version="1.0" encoding="utf-8"?>
<p:tagLst xmlns:a="http://schemas.openxmlformats.org/drawingml/2006/main" xmlns:r="http://schemas.openxmlformats.org/officeDocument/2006/relationships" xmlns:p="http://schemas.openxmlformats.org/presentationml/2006/main">
  <p:tag name="EMFCHILD" val="True"/>
  <p:tag name="ORIGINALHEIGHT" val=" 2.304749"/>
  <p:tag name="ORIGINALWIDTH" val=" 6.589123"/>
</p:tagLst>
</file>

<file path=ppt/tags/tag444.xml><?xml version="1.0" encoding="utf-8"?>
<p:tagLst xmlns:a="http://schemas.openxmlformats.org/drawingml/2006/main" xmlns:r="http://schemas.openxmlformats.org/officeDocument/2006/relationships" xmlns:p="http://schemas.openxmlformats.org/presentationml/2006/main">
  <p:tag name="EMFCHILD" val="True"/>
  <p:tag name="ORIGINALHEIGHT" val=" 8.864482"/>
  <p:tag name="ORIGINALWIDTH" val=" 5.401382"/>
</p:tagLst>
</file>

<file path=ppt/tags/tag445.xml><?xml version="1.0" encoding="utf-8"?>
<p:tagLst xmlns:a="http://schemas.openxmlformats.org/drawingml/2006/main" xmlns:r="http://schemas.openxmlformats.org/officeDocument/2006/relationships" xmlns:p="http://schemas.openxmlformats.org/presentationml/2006/main">
  <p:tag name="EMFCHILD" val="True"/>
  <p:tag name="ORIGINALHEIGHT" val=" 4.853795"/>
  <p:tag name="ORIGINALWIDTH" val=" 3.412466"/>
</p:tagLst>
</file>

<file path=ppt/tags/tag446.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21"/>
  <p:tag name="IGUANATEXSIZE" val="20"/>
  <p:tag name="LATEXADDIN" val="\documentclass{article}&#10;\usepackage{amsmath}&#10;\usepackage{amsfonts}&#10;\pagestyle{empty}&#10;\begin{document}&#10;&#10;&#10;\[&#10;\mu_n = \eta_n = \alpha + \beta^\top x_n&#10;\]&#10;&#10;&#10;&#10;&#10;&#10;\end{document}"/>
  <p:tag name="LATEXENGINEID" val="0"/>
  <p:tag name="LATEXFORMHEIGHT" val=" 320"/>
  <p:tag name="LATEXFORMWIDTH" val=" 385"/>
  <p:tag name="LATEXFORMWRAP" val="True"/>
  <p:tag name="ORIGINALHEIGHT" val=" 6.70441"/>
  <p:tag name="ORIGINALWIDTH" val=" 5.444709"/>
  <p:tag name="TEMPFOLDER" val="C:\Users\luisc\Documents\Custom Office Templates\iguana temp\"/>
  <p:tag name="TRANSPARENCY" val="True"/>
</p:tagLst>
</file>

<file path=ppt/tags/tag447.xml><?xml version="1.0" encoding="utf-8"?>
<p:tagLst xmlns:a="http://schemas.openxmlformats.org/drawingml/2006/main" xmlns:r="http://schemas.openxmlformats.org/officeDocument/2006/relationships" xmlns:p="http://schemas.openxmlformats.org/presentationml/2006/main">
  <p:tag name="EMFCHILD" val="True"/>
  <p:tag name="ORIGINALHEIGHT" val=" 3.216691"/>
  <p:tag name="ORIGINALWIDTH" val=" 4.296494"/>
</p:tagLst>
</file>

<file path=ppt/tags/tag448.xml><?xml version="1.0" encoding="utf-8"?>
<p:tagLst xmlns:a="http://schemas.openxmlformats.org/drawingml/2006/main" xmlns:r="http://schemas.openxmlformats.org/officeDocument/2006/relationships" xmlns:p="http://schemas.openxmlformats.org/presentationml/2006/main">
  <p:tag name="EMFCHILD" val="True"/>
  <p:tag name="ORIGINALHEIGHT" val=" 2.384225"/>
  <p:tag name="ORIGINALWIDTH" val=" 6.680339"/>
</p:tagLst>
</file>

<file path=ppt/tags/tag449.xml><?xml version="1.0" encoding="utf-8"?>
<p:tagLst xmlns:a="http://schemas.openxmlformats.org/drawingml/2006/main" xmlns:r="http://schemas.openxmlformats.org/officeDocument/2006/relationships" xmlns:p="http://schemas.openxmlformats.org/presentationml/2006/main">
  <p:tag name="EMFCHILD" val="True"/>
  <p:tag name="ORIGINALHEIGHT" val=" 6.70441"/>
  <p:tag name="ORIGINALWIDTH" val=" 4.691296"/>
</p:tagLst>
</file>

<file path=ppt/tags/tag450.xml><?xml version="1.0" encoding="utf-8"?>
<p:tagLst xmlns:a="http://schemas.openxmlformats.org/drawingml/2006/main" xmlns:r="http://schemas.openxmlformats.org/officeDocument/2006/relationships" xmlns:p="http://schemas.openxmlformats.org/presentationml/2006/main">
  <p:tag name="EMFCHILD" val="True"/>
  <p:tag name="ORIGINALHEIGHT" val=" 3.216691"/>
  <p:tag name="ORIGINALWIDTH" val=" 4.296494"/>
</p:tagLst>
</file>

<file path=ppt/tags/tag451.xml><?xml version="1.0" encoding="utf-8"?>
<p:tagLst xmlns:a="http://schemas.openxmlformats.org/drawingml/2006/main" xmlns:r="http://schemas.openxmlformats.org/officeDocument/2006/relationships" xmlns:p="http://schemas.openxmlformats.org/presentationml/2006/main">
  <p:tag name="EMFCHILD" val="True"/>
  <p:tag name="ORIGINALHEIGHT" val=" 2.384225"/>
  <p:tag name="ORIGINALWIDTH" val=" 6.680339"/>
</p:tagLst>
</file>

<file path=ppt/tags/tag452.xml><?xml version="1.0" encoding="utf-8"?>
<p:tagLst xmlns:a="http://schemas.openxmlformats.org/drawingml/2006/main" xmlns:r="http://schemas.openxmlformats.org/officeDocument/2006/relationships" xmlns:p="http://schemas.openxmlformats.org/presentationml/2006/main">
  <p:tag name="EMFCHILD" val="True"/>
  <p:tag name="ORIGINALHEIGHT" val=" 4.615622"/>
  <p:tag name="ORIGINALWIDTH" val=" 5.635586"/>
</p:tagLst>
</file>

<file path=ppt/tags/tag453.xml><?xml version="1.0" encoding="utf-8"?>
<p:tagLst xmlns:a="http://schemas.openxmlformats.org/drawingml/2006/main" xmlns:r="http://schemas.openxmlformats.org/officeDocument/2006/relationships" xmlns:p="http://schemas.openxmlformats.org/presentationml/2006/main">
  <p:tag name="EMFCHILD" val="True"/>
  <p:tag name="ORIGINALHEIGHT" val=" 6.785913"/>
  <p:tag name="ORIGINALWIDTH" val=" 6.680339"/>
</p:tagLst>
</file>

<file path=ppt/tags/tag454.xml><?xml version="1.0" encoding="utf-8"?>
<p:tagLst xmlns:a="http://schemas.openxmlformats.org/drawingml/2006/main" xmlns:r="http://schemas.openxmlformats.org/officeDocument/2006/relationships" xmlns:p="http://schemas.openxmlformats.org/presentationml/2006/main">
  <p:tag name="EMFCHILD" val="True"/>
  <p:tag name="ORIGINALHEIGHT" val=" 9.170136"/>
  <p:tag name="ORIGINALWIDTH" val=" 5.476128"/>
</p:tagLst>
</file>

<file path=ppt/tags/tag455.xml><?xml version="1.0" encoding="utf-8"?>
<p:tagLst xmlns:a="http://schemas.openxmlformats.org/drawingml/2006/main" xmlns:r="http://schemas.openxmlformats.org/officeDocument/2006/relationships" xmlns:p="http://schemas.openxmlformats.org/presentationml/2006/main">
  <p:tag name="EMFCHILD" val="True"/>
  <p:tag name="ORIGINALHEIGHT" val=" 4.949824"/>
  <p:tag name="ORIGINALWIDTH" val=" 5.196612"/>
</p:tagLst>
</file>

<file path=ppt/tags/tag456.xml><?xml version="1.0" encoding="utf-8"?>
<p:tagLst xmlns:a="http://schemas.openxmlformats.org/drawingml/2006/main" xmlns:r="http://schemas.openxmlformats.org/officeDocument/2006/relationships" xmlns:p="http://schemas.openxmlformats.org/presentationml/2006/main">
  <p:tag name="EMFCHILD" val="True"/>
  <p:tag name="ORIGINALHEIGHT" val=" 4.615622"/>
  <p:tag name="ORIGINALWIDTH" val=" 5.002738"/>
</p:tagLst>
</file>

<file path=ppt/tags/tag457.xml><?xml version="1.0" encoding="utf-8"?>
<p:tagLst xmlns:a="http://schemas.openxmlformats.org/drawingml/2006/main" xmlns:r="http://schemas.openxmlformats.org/officeDocument/2006/relationships" xmlns:p="http://schemas.openxmlformats.org/presentationml/2006/main">
  <p:tag name="EMFCHILD" val="True"/>
  <p:tag name="ORIGINALHEIGHT" val=" 3.216691"/>
  <p:tag name="ORIGINALWIDTH" val=" 4.296494"/>
</p:tagLst>
</file>

<file path=ppt/tags/tag45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209"/>
  <p:tag name="IGUANATEXSIZE" val="20"/>
  <p:tag name="IGUANATEXVERSION" val="162"/>
  <p:tag name="LATEXADDIN" val="\documentclass{article}&#10;\usepackage{amsmath}&#10;\usepackage{amsfonts}&#10;\pagestyle{empty}&#10;\begin{document}&#10;&#10;&#10;\[&#10;\Phi(z) = \int_{-\infty}^{z} \phi(t) \, dt = \int_{-\infty}^{z} \frac{1}{\sqrt{2\pi}} e^{-t^2/2} \, dt&#10;\]&#10;&#10;&#10;&#10;&#10;&#10;\end{document}"/>
  <p:tag name="LATEXENGINEID" val="0"/>
  <p:tag name="LATEXFORMHEIGHT" val=" 320"/>
  <p:tag name="LATEXFORMWIDTH" val=" 385"/>
  <p:tag name="LATEXFORMWRAP" val="True"/>
  <p:tag name="ORIGINALHEIGHT" val=" 23.43799"/>
  <p:tag name="ORIGINALWIDTH" val=" 174.89"/>
  <p:tag name="OUTPUTTYPE" val="SVG"/>
  <p:tag name="TEMPFOLDER" val="C:\Users\luisc\Documents\Custom Office Templates\iguana temp\"/>
  <p:tag name="TRANSPARENCY" val="True"/>
</p:tagLst>
</file>

<file path=ppt/tags/tag45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39"/>
  <p:tag name="IGUANATEXSIZE" val="20"/>
  <p:tag name="IGUANATEXVERSION" val="162"/>
  <p:tag name="LATEXADDIN" val="\documentclass{article}&#10;\usepackage{amsmath}&#10;\usepackage{amsfonts}&#10;\pagestyle{empty}&#10;\begin{document}&#10;&#10;&#10;\[&#10;\Lambda(z) = \frac{e^z}{1 + e^z}&#10;\]&#10;&#10;&#10;&#10;&#10;&#10;\end{document}"/>
  <p:tag name="LATEXENGINEID" val="0"/>
  <p:tag name="LATEXFORMHEIGHT" val=" 320"/>
  <p:tag name="LATEXFORMWIDTH" val=" 385"/>
  <p:tag name="LATEXFORMWRAP" val="True"/>
  <p:tag name="ORIGINALHEIGHT" val=" 21.09139"/>
  <p:tag name="ORIGINALWIDTH" val=" 60.03875"/>
  <p:tag name="OUTPUTTYPE" val="SVG"/>
  <p:tag name="TEMPFOLDER" val="C:\Users\luisc\Documents\Custom Office Templates\iguana temp\"/>
  <p:tag name="TRANSPARENCY" val="True"/>
</p:tagLst>
</file>

<file path=ppt/tags/tag46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39"/>
  <p:tag name="IGUANATEXSIZE" val="20"/>
  <p:tag name="LATEXADDIN" val="\documentclass{article}&#10;\usepackage{amsmath}&#10;\usepackage{amsfonts}&#10;\pagestyle{empty}&#10;\begin{document}&#10;&#10;&#10;\[&#10;\Lambda(z) = \frac{e^z}{1 + e^z}&#10;\]&#10;&#10;&#10;&#10;&#10;&#10;\end{document}"/>
  <p:tag name="LATEXENGINEID" val="0"/>
  <p:tag name="LATEXFORMHEIGHT" val=" 320"/>
  <p:tag name="LATEXFORMWIDTH" val=" 385"/>
  <p:tag name="LATEXFORMWRAP" val="True"/>
  <p:tag name="ORIGINALHEIGHT" val=" 7.13325"/>
  <p:tag name="ORIGINALWIDTH" val=" 6.240816"/>
  <p:tag name="TEMPFOLDER" val="C:\Users\luisc\Documents\Custom Office Templates\iguana temp\"/>
  <p:tag name="TRANSPARENCY" val="True"/>
</p:tagLst>
</file>

<file path=ppt/tags/tag461.xml><?xml version="1.0" encoding="utf-8"?>
<p:tagLst xmlns:a="http://schemas.openxmlformats.org/drawingml/2006/main" xmlns:r="http://schemas.openxmlformats.org/officeDocument/2006/relationships" xmlns:p="http://schemas.openxmlformats.org/presentationml/2006/main">
  <p:tag name="EMFCHILD" val="True"/>
  <p:tag name="ORIGINALHEIGHT" val=" 9.962614"/>
  <p:tag name="ORIGINALWIDTH" val=" 2.301835"/>
</p:tagLst>
</file>

<file path=ppt/tags/tag462.xml><?xml version="1.0" encoding="utf-8"?>
<p:tagLst xmlns:a="http://schemas.openxmlformats.org/drawingml/2006/main" xmlns:r="http://schemas.openxmlformats.org/officeDocument/2006/relationships" xmlns:p="http://schemas.openxmlformats.org/presentationml/2006/main">
  <p:tag name="EMFCHILD" val="True"/>
  <p:tag name="ORIGINALHEIGHT" val=" 4.513048"/>
  <p:tag name="ORIGINALWIDTH" val=" 4.206841"/>
</p:tagLst>
</file>

<file path=ppt/tags/tag463.xml><?xml version="1.0" encoding="utf-8"?>
<p:tagLst xmlns:a="http://schemas.openxmlformats.org/drawingml/2006/main" xmlns:r="http://schemas.openxmlformats.org/officeDocument/2006/relationships" xmlns:p="http://schemas.openxmlformats.org/presentationml/2006/main">
  <p:tag name="EMFCHILD" val="True"/>
  <p:tag name="ORIGINALHEIGHT" val=" 9.962614"/>
  <p:tag name="ORIGINALWIDTH" val=" 2.301835"/>
</p:tagLst>
</file>

<file path=ppt/tags/tag464.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597991"/>
</p:tagLst>
</file>

<file path=ppt/tags/tag465.xml><?xml version="1.0" encoding="utf-8"?>
<p:tagLst xmlns:a="http://schemas.openxmlformats.org/drawingml/2006/main" xmlns:r="http://schemas.openxmlformats.org/officeDocument/2006/relationships" xmlns:p="http://schemas.openxmlformats.org/presentationml/2006/main">
  <p:tag name="EMFCHILD" val="True"/>
  <p:tag name="ORIGINALHEIGHT" val=" 4.513048"/>
  <p:tag name="ORIGINALWIDTH" val=" 3.80997"/>
</p:tagLst>
</file>

<file path=ppt/tags/tag466.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3.194816"/>
</p:tagLst>
</file>

<file path=ppt/tags/tag467.xml><?xml version="1.0" encoding="utf-8"?>
<p:tagLst xmlns:a="http://schemas.openxmlformats.org/drawingml/2006/main" xmlns:r="http://schemas.openxmlformats.org/officeDocument/2006/relationships" xmlns:p="http://schemas.openxmlformats.org/presentationml/2006/main">
  <p:tag name="EMFCHILD" val="True"/>
  <p:tag name="ORIGINALHEIGHT" val=" .3984759"/>
  <p:tag name="ORIGINALWIDTH" val=" 26.279"/>
</p:tagLst>
</file>

<file path=ppt/tags/tag468.xml><?xml version="1.0" encoding="utf-8"?>
<p:tagLst xmlns:a="http://schemas.openxmlformats.org/drawingml/2006/main" xmlns:r="http://schemas.openxmlformats.org/officeDocument/2006/relationships" xmlns:p="http://schemas.openxmlformats.org/presentationml/2006/main">
  <p:tag name="EMFCHILD" val="True"/>
  <p:tag name="ORIGINALHEIGHT" val=" 6.635113"/>
  <p:tag name="ORIGINALWIDTH" val=" 3.274164"/>
</p:tagLst>
</file>

<file path=ppt/tags/tag469.xml><?xml version="1.0" encoding="utf-8"?>
<p:tagLst xmlns:a="http://schemas.openxmlformats.org/drawingml/2006/main" xmlns:r="http://schemas.openxmlformats.org/officeDocument/2006/relationships" xmlns:p="http://schemas.openxmlformats.org/presentationml/2006/main">
  <p:tag name="EMFCHILD" val="True"/>
  <p:tag name="ORIGINALHEIGHT" val=" 6.635113"/>
  <p:tag name="ORIGINALWIDTH" val=" 6.597991"/>
</p:tagLst>
</file>

<file path=ppt/tags/tag470.xml><?xml version="1.0" encoding="utf-8"?>
<p:tagLst xmlns:a="http://schemas.openxmlformats.org/drawingml/2006/main" xmlns:r="http://schemas.openxmlformats.org/officeDocument/2006/relationships" xmlns:p="http://schemas.openxmlformats.org/presentationml/2006/main">
  <p:tag name="EMFCHILD" val="True"/>
  <p:tag name="ORIGINALHEIGHT" val=" 4.513048"/>
  <p:tag name="ORIGINALWIDTH" val=" 3.80997"/>
</p:tagLst>
</file>

<file path=ppt/tags/tag471.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3.194816"/>
</p:tagLst>
</file>

<file path=ppt/tags/tag47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209"/>
  <p:tag name="IGUANATEXSIZE" val="20"/>
  <p:tag name="LATEXADDIN" val="\documentclass{article}&#10;\usepackage{amsmath}&#10;\usepackage{amsfonts}&#10;\pagestyle{empty}&#10;\begin{document}&#10;&#10;&#10;\[&#10;\Phi(z) = \int_{-\infty}^{z} \phi(t) \, dt = \int_{-\infty}^{z} \frac{1}{\sqrt{2\pi}} e^{-t^2/2} \, dt&#10;\]&#10;&#10;&#10;&#10;&#10;&#10;\end{document}"/>
  <p:tag name="LATEXENGINEID" val="0"/>
  <p:tag name="LATEXFORMHEIGHT" val=" 320"/>
  <p:tag name="LATEXFORMWIDTH" val=" 385"/>
  <p:tag name="LATEXFORMWRAP" val="True"/>
  <p:tag name="ORIGINALHEIGHT" val=" 6.804451"/>
  <p:tag name="ORIGINALWIDTH" val=" 6.041536"/>
  <p:tag name="TEMPFOLDER" val="C:\Users\luisc\Documents\Custom Office Templates\iguana temp\"/>
  <p:tag name="TRANSPARENCY" val="True"/>
</p:tagLst>
</file>

<file path=ppt/tags/tag473.xml><?xml version="1.0" encoding="utf-8"?>
<p:tagLst xmlns:a="http://schemas.openxmlformats.org/drawingml/2006/main" xmlns:r="http://schemas.openxmlformats.org/officeDocument/2006/relationships" xmlns:p="http://schemas.openxmlformats.org/presentationml/2006/main">
  <p:tag name="EMFCHILD" val="True"/>
  <p:tag name="ORIGINALHEIGHT" val=" 9.962613"/>
  <p:tag name="ORIGINALWIDTH" val=" 2.301497"/>
</p:tagLst>
</file>

<file path=ppt/tags/tag474.xml><?xml version="1.0" encoding="utf-8"?>
<p:tagLst xmlns:a="http://schemas.openxmlformats.org/drawingml/2006/main" xmlns:r="http://schemas.openxmlformats.org/officeDocument/2006/relationships" xmlns:p="http://schemas.openxmlformats.org/presentationml/2006/main">
  <p:tag name="EMFCHILD" val="True"/>
  <p:tag name="ORIGINALHEIGHT" val=" 4.513047"/>
  <p:tag name="ORIGINALWIDTH" val=" 4.20625"/>
</p:tagLst>
</file>

<file path=ppt/tags/tag475.xml><?xml version="1.0" encoding="utf-8"?>
<p:tagLst xmlns:a="http://schemas.openxmlformats.org/drawingml/2006/main" xmlns:r="http://schemas.openxmlformats.org/officeDocument/2006/relationships" xmlns:p="http://schemas.openxmlformats.org/presentationml/2006/main">
  <p:tag name="EMFCHILD" val="True"/>
  <p:tag name="ORIGINALHEIGHT" val=" 9.962613"/>
  <p:tag name="ORIGINALWIDTH" val=" 2.301497"/>
</p:tagLst>
</file>

<file path=ppt/tags/tag476.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597063"/>
</p:tagLst>
</file>

<file path=ppt/tags/tag477.xml><?xml version="1.0" encoding="utf-8"?>
<p:tagLst xmlns:a="http://schemas.openxmlformats.org/drawingml/2006/main" xmlns:r="http://schemas.openxmlformats.org/officeDocument/2006/relationships" xmlns:p="http://schemas.openxmlformats.org/presentationml/2006/main">
  <p:tag name="EMFCHILD" val="True"/>
  <p:tag name="ORIGINALHEIGHT" val=" 22.13699"/>
  <p:tag name="ORIGINALWIDTH" val=" 8.799405"/>
</p:tagLst>
</file>

<file path=ppt/tags/tag478.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3.194352"/>
</p:tagLst>
</file>

<file path=ppt/tags/tag479.xml><?xml version="1.0" encoding="utf-8"?>
<p:tagLst xmlns:a="http://schemas.openxmlformats.org/drawingml/2006/main" xmlns:r="http://schemas.openxmlformats.org/officeDocument/2006/relationships" xmlns:p="http://schemas.openxmlformats.org/presentationml/2006/main">
  <p:tag name="EMFCHILD" val="True"/>
  <p:tag name="ORIGINALHEIGHT" val=" .3416774"/>
  <p:tag name="ORIGINALWIDTH" val=" 4.694336"/>
</p:tagLst>
</file>

<file path=ppt/tags/tag480.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6.833167"/>
</p:tagLst>
</file>

<file path=ppt/tags/tag481.xml><?xml version="1.0" encoding="utf-8"?>
<p:tagLst xmlns:a="http://schemas.openxmlformats.org/drawingml/2006/main" xmlns:r="http://schemas.openxmlformats.org/officeDocument/2006/relationships" xmlns:p="http://schemas.openxmlformats.org/presentationml/2006/main">
  <p:tag name="EMFCHILD" val="True"/>
  <p:tag name="ORIGINALHEIGHT" val=" 8.956415"/>
  <p:tag name="ORIGINALWIDTH" val=" 5.198301"/>
</p:tagLst>
</file>

<file path=ppt/tags/tag482.xml><?xml version="1.0" encoding="utf-8"?>
<p:tagLst xmlns:a="http://schemas.openxmlformats.org/drawingml/2006/main" xmlns:r="http://schemas.openxmlformats.org/officeDocument/2006/relationships" xmlns:p="http://schemas.openxmlformats.org/presentationml/2006/main">
  <p:tag name="EMFCHILD" val="True"/>
  <p:tag name="ORIGINALHEIGHT" val=" 9.962613"/>
  <p:tag name="ORIGINALWIDTH" val=" 2.301497"/>
</p:tagLst>
</file>

<file path=ppt/tags/tag483.xml><?xml version="1.0" encoding="utf-8"?>
<p:tagLst xmlns:a="http://schemas.openxmlformats.org/drawingml/2006/main" xmlns:r="http://schemas.openxmlformats.org/officeDocument/2006/relationships" xmlns:p="http://schemas.openxmlformats.org/presentationml/2006/main">
  <p:tag name="EMFCHILD" val="True"/>
  <p:tag name="ORIGINALHEIGHT" val=" 6.346179"/>
  <p:tag name="ORIGINALWIDTH" val=" 3.045536"/>
</p:tagLst>
</file>

<file path=ppt/tags/tag484.xml><?xml version="1.0" encoding="utf-8"?>
<p:tagLst xmlns:a="http://schemas.openxmlformats.org/drawingml/2006/main" xmlns:r="http://schemas.openxmlformats.org/officeDocument/2006/relationships" xmlns:p="http://schemas.openxmlformats.org/presentationml/2006/main">
  <p:tag name="EMFCHILD" val="True"/>
  <p:tag name="ORIGINALHEIGHT" val=" 9.962613"/>
  <p:tag name="ORIGINALWIDTH" val=" 2.301497"/>
</p:tagLst>
</file>

<file path=ppt/tags/tag485.xml><?xml version="1.0" encoding="utf-8"?>
<p:tagLst xmlns:a="http://schemas.openxmlformats.org/drawingml/2006/main" xmlns:r="http://schemas.openxmlformats.org/officeDocument/2006/relationships" xmlns:p="http://schemas.openxmlformats.org/presentationml/2006/main">
  <p:tag name="EMFCHILD" val="True"/>
  <p:tag name="ORIGINALHEIGHT" val=" 7.023664"/>
  <p:tag name="ORIGINALWIDTH" val=" 4.722082"/>
</p:tagLst>
</file>

<file path=ppt/tags/tag486.xml><?xml version="1.0" encoding="utf-8"?>
<p:tagLst xmlns:a="http://schemas.openxmlformats.org/drawingml/2006/main" xmlns:r="http://schemas.openxmlformats.org/officeDocument/2006/relationships" xmlns:p="http://schemas.openxmlformats.org/presentationml/2006/main">
  <p:tag name="EMFCHILD" val="True"/>
  <p:tag name="ORIGINALHEIGHT" val=" 6.346179"/>
  <p:tag name="ORIGINALWIDTH" val=" 3.045536"/>
</p:tagLst>
</file>

<file path=ppt/tags/tag487.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597063"/>
</p:tagLst>
</file>

<file path=ppt/tags/tag488.xml><?xml version="1.0" encoding="utf-8"?>
<p:tagLst xmlns:a="http://schemas.openxmlformats.org/drawingml/2006/main" xmlns:r="http://schemas.openxmlformats.org/officeDocument/2006/relationships" xmlns:p="http://schemas.openxmlformats.org/presentationml/2006/main">
  <p:tag name="EMFCHILD" val="True"/>
  <p:tag name="ORIGINALHEIGHT" val=" 22.13699"/>
  <p:tag name="ORIGINALWIDTH" val=" 8.799405"/>
</p:tagLst>
</file>

<file path=ppt/tags/tag489.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3.194352"/>
</p:tagLst>
</file>

<file path=ppt/tags/tag490.xml><?xml version="1.0" encoding="utf-8"?>
<p:tagLst xmlns:a="http://schemas.openxmlformats.org/drawingml/2006/main" xmlns:r="http://schemas.openxmlformats.org/officeDocument/2006/relationships" xmlns:p="http://schemas.openxmlformats.org/presentationml/2006/main">
  <p:tag name="EMFCHILD" val="True"/>
  <p:tag name="ORIGINALHEIGHT" val=" .3416774"/>
  <p:tag name="ORIGINALWIDTH" val=" 4.694336"/>
</p:tagLst>
</file>

<file path=ppt/tags/tag491.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6.833167"/>
</p:tagLst>
</file>

<file path=ppt/tags/tag492.xml><?xml version="1.0" encoding="utf-8"?>
<p:tagLst xmlns:a="http://schemas.openxmlformats.org/drawingml/2006/main" xmlns:r="http://schemas.openxmlformats.org/officeDocument/2006/relationships" xmlns:p="http://schemas.openxmlformats.org/presentationml/2006/main">
  <p:tag name="EMFCHILD" val="True"/>
  <p:tag name="ORIGINALHEIGHT" val=" 6.635112"/>
  <p:tag name="ORIGINALWIDTH" val=" 3.2737"/>
</p:tagLst>
</file>

<file path=ppt/tags/tag493.xml><?xml version="1.0" encoding="utf-8"?>
<p:tagLst xmlns:a="http://schemas.openxmlformats.org/drawingml/2006/main" xmlns:r="http://schemas.openxmlformats.org/officeDocument/2006/relationships" xmlns:p="http://schemas.openxmlformats.org/presentationml/2006/main">
  <p:tag name="EMFCHILD" val="True"/>
  <p:tag name="ORIGINALHEIGHT" val=" .3984758"/>
  <p:tag name="ORIGINALWIDTH" val=" 19.23811"/>
</p:tagLst>
</file>

<file path=ppt/tags/tag494.xml><?xml version="1.0" encoding="utf-8"?>
<p:tagLst xmlns:a="http://schemas.openxmlformats.org/drawingml/2006/main" xmlns:r="http://schemas.openxmlformats.org/officeDocument/2006/relationships" xmlns:p="http://schemas.openxmlformats.org/presentationml/2006/main">
  <p:tag name="EMFCHILD" val="True"/>
  <p:tag name="ORIGINALHEIGHT" val=" 9.962613"/>
  <p:tag name="ORIGINALWIDTH" val=" 7.73793"/>
</p:tagLst>
</file>

<file path=ppt/tags/tag495.xml><?xml version="1.0" encoding="utf-8"?>
<p:tagLst xmlns:a="http://schemas.openxmlformats.org/drawingml/2006/main" xmlns:r="http://schemas.openxmlformats.org/officeDocument/2006/relationships" xmlns:p="http://schemas.openxmlformats.org/presentationml/2006/main">
  <p:tag name="EMFCHILD" val="True"/>
  <p:tag name="ORIGINALHEIGHT" val=" .3984758"/>
  <p:tag name="ORIGINALWIDTH" val=" 10.97105"/>
</p:tagLst>
</file>

<file path=ppt/tags/tag496.xml><?xml version="1.0" encoding="utf-8"?>
<p:tagLst xmlns:a="http://schemas.openxmlformats.org/drawingml/2006/main" xmlns:r="http://schemas.openxmlformats.org/officeDocument/2006/relationships" xmlns:p="http://schemas.openxmlformats.org/presentationml/2006/main">
  <p:tag name="EMFCHILD" val="True"/>
  <p:tag name="ORIGINALHEIGHT" val=" 6.635112"/>
  <p:tag name="ORIGINALWIDTH" val=" 3.958238"/>
</p:tagLst>
</file>

<file path=ppt/tags/tag497.xml><?xml version="1.0" encoding="utf-8"?>
<p:tagLst xmlns:a="http://schemas.openxmlformats.org/drawingml/2006/main" xmlns:r="http://schemas.openxmlformats.org/officeDocument/2006/relationships" xmlns:p="http://schemas.openxmlformats.org/presentationml/2006/main">
  <p:tag name="EMFCHILD" val="True"/>
  <p:tag name="ORIGINALHEIGHT" val=" 4.403461"/>
  <p:tag name="ORIGINALWIDTH" val=" 5.356999"/>
</p:tagLst>
</file>

<file path=ppt/tags/tag498.xml><?xml version="1.0" encoding="utf-8"?>
<p:tagLst xmlns:a="http://schemas.openxmlformats.org/drawingml/2006/main" xmlns:r="http://schemas.openxmlformats.org/officeDocument/2006/relationships" xmlns:p="http://schemas.openxmlformats.org/presentationml/2006/main">
  <p:tag name="EMFCHILD" val="True"/>
  <p:tag name="ORIGINALHEIGHT" val=" 4.513047"/>
  <p:tag name="ORIGINALWIDTH" val=" 3.809422"/>
</p:tagLst>
</file>

<file path=ppt/tags/tag499.xml><?xml version="1.0" encoding="utf-8"?>
<p:tagLst xmlns:a="http://schemas.openxmlformats.org/drawingml/2006/main" xmlns:r="http://schemas.openxmlformats.org/officeDocument/2006/relationships" xmlns:p="http://schemas.openxmlformats.org/presentationml/2006/main">
  <p:tag name="EMFCHILD" val="True"/>
  <p:tag name="ORIGINALHEIGHT" val=" .3416774"/>
  <p:tag name="ORIGINALWIDTH" val=" 4.694336"/>
</p:tagLst>
</file>

<file path=ppt/tags/tag500.xml><?xml version="1.0" encoding="utf-8"?>
<p:tagLst xmlns:a="http://schemas.openxmlformats.org/drawingml/2006/main" xmlns:r="http://schemas.openxmlformats.org/officeDocument/2006/relationships" xmlns:p="http://schemas.openxmlformats.org/presentationml/2006/main">
  <p:tag name="EMFCHILD" val="True"/>
  <p:tag name="ORIGINALHEIGHT" val=" 4.428377"/>
  <p:tag name="ORIGINALWIDTH" val=" 2.347147"/>
</p:tagLst>
</file>

<file path=ppt/tags/tag501.xml><?xml version="1.0" encoding="utf-8"?>
<p:tagLst xmlns:a="http://schemas.openxmlformats.org/drawingml/2006/main" xmlns:r="http://schemas.openxmlformats.org/officeDocument/2006/relationships" xmlns:p="http://schemas.openxmlformats.org/presentationml/2006/main">
  <p:tag name="EMFCHILD" val="True"/>
  <p:tag name="ORIGINALHEIGHT" val=" 3.317535"/>
  <p:tag name="ORIGINALWIDTH" val=" 2.470161"/>
</p:tagLst>
</file>

<file path=ppt/tags/tag502.xml><?xml version="1.0" encoding="utf-8"?>
<p:tagLst xmlns:a="http://schemas.openxmlformats.org/drawingml/2006/main" xmlns:r="http://schemas.openxmlformats.org/officeDocument/2006/relationships" xmlns:p="http://schemas.openxmlformats.org/presentationml/2006/main">
  <p:tag name="EMFCHILD" val="True"/>
  <p:tag name="ORIGINALHEIGHT" val=" 6.973834"/>
  <p:tag name="ORIGINALWIDTH" val=" 2.986034"/>
</p:tagLst>
</file>

<file path=ppt/tags/tag503.xml><?xml version="1.0" encoding="utf-8"?>
<p:tagLst xmlns:a="http://schemas.openxmlformats.org/drawingml/2006/main" xmlns:r="http://schemas.openxmlformats.org/officeDocument/2006/relationships" xmlns:p="http://schemas.openxmlformats.org/presentationml/2006/main">
  <p:tag name="EMFCHILD" val="True"/>
  <p:tag name="ORIGINALHEIGHT" val=" 4.630613"/>
  <p:tag name="ORIGINALWIDTH" val=" 3.069353"/>
</p:tagLst>
</file>

<file path=ppt/tags/tag504.xml><?xml version="1.0" encoding="utf-8"?>
<p:tagLst xmlns:a="http://schemas.openxmlformats.org/drawingml/2006/main" xmlns:r="http://schemas.openxmlformats.org/officeDocument/2006/relationships" xmlns:p="http://schemas.openxmlformats.org/presentationml/2006/main">
  <p:tag name="EMFCHILD" val="True"/>
  <p:tag name="ORIGINALHEIGHT" val=" 7.023664"/>
  <p:tag name="ORIGINALWIDTH" val=" 4.722082"/>
</p:tagLst>
</file>

<file path=ppt/tags/tag505.xml><?xml version="1.0" encoding="utf-8"?>
<p:tagLst xmlns:a="http://schemas.openxmlformats.org/drawingml/2006/main" xmlns:r="http://schemas.openxmlformats.org/officeDocument/2006/relationships" xmlns:p="http://schemas.openxmlformats.org/presentationml/2006/main">
  <p:tag name="EMFCHILD" val="True"/>
  <p:tag name="ORIGINALHEIGHT" val=" 6.346179"/>
  <p:tag name="ORIGINALWIDTH" val=" 3.045536"/>
</p:tagLst>
</file>

<file path=ppt/tags/tag506.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14"/>
  <p:tag name="IGUANATEXSIZE" val="20"/>
  <p:tag name="IGUANATEXVERSION" val="162"/>
  <p:tag name="LATEXADDIN" val="\documentclass{article}&#10;\usepackage{amsmath}&#10;\usepackage{amsfonts}&#10;\pagestyle{empty}&#10;\begin{document}&#10;&#10;&#10;\[&#10;g(z) = e^z&#10;\]&#10;&#10;&#10;&#10;&#10;&#10;\end{document}"/>
  <p:tag name="LATEXENGINEID" val="0"/>
  <p:tag name="LATEXFORMHEIGHT" val=" 320"/>
  <p:tag name="LATEXFORMWIDTH" val=" 385"/>
  <p:tag name="LATEXFORMWRAP" val="True"/>
  <p:tag name="ORIGINALHEIGHT" val=" 9.713546"/>
  <p:tag name="ORIGINALWIDTH" val=" 39.08972"/>
  <p:tag name="OUTPUTTYPE" val="SVG"/>
  <p:tag name="TEMPFOLDER" val="C:\Users\luisc\Documents\Custom Office Templates\iguana temp\"/>
  <p:tag name="TRANSPARENCY" val="True"/>
</p:tagLst>
</file>

<file path=ppt/tags/tag50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39"/>
  <p:tag name="IGUANATEXSIZE" val="20"/>
  <p:tag name="IGUANATEXVERSION" val="162"/>
  <p:tag name="LATEXADDIN" val="\documentclass{article}&#10;\usepackage{amsmath}&#10;\usepackage{amsfonts}&#10;\pagestyle{empty}&#10;\begin{document}&#10;&#10;&#10;\[&#10;\Lambda(z) = \frac{e^z}{1 + e^z}&#10;\]&#10;&#10;&#10;&#10;&#10;&#10;\end{document}"/>
  <p:tag name="LATEXENGINEID" val="0"/>
  <p:tag name="LATEXFORMHEIGHT" val=" 320"/>
  <p:tag name="LATEXFORMWIDTH" val=" 385"/>
  <p:tag name="LATEXFORMWRAP" val="True"/>
  <p:tag name="ORIGINALHEIGHT" val=" 21.09139"/>
  <p:tag name="ORIGINALWIDTH" val=" 60.03875"/>
  <p:tag name="OUTPUTTYPE" val="SVG"/>
  <p:tag name="TEMPFOLDER" val="C:\Users\luisc\Documents\Custom Office Templates\iguana temp\"/>
  <p:tag name="TRANSPARENCY" val="True"/>
</p:tagLst>
</file>

<file path=ppt/tags/tag50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39"/>
  <p:tag name="IGUANATEXSIZE" val="20"/>
  <p:tag name="LATEXADDIN" val="\documentclass{article}&#10;\usepackage{amsmath}&#10;\usepackage{amsfonts}&#10;\pagestyle{empty}&#10;\begin{document}&#10;&#10;&#10;\[&#10;\Lambda(z) = \frac{e^z}{1 + e^z}&#10;\]&#10;&#10;&#10;&#10;&#10;&#10;\end{document}"/>
  <p:tag name="LATEXENGINEID" val="0"/>
  <p:tag name="LATEXFORMHEIGHT" val=" 320"/>
  <p:tag name="LATEXFORMWIDTH" val=" 385"/>
  <p:tag name="LATEXFORMWRAP" val="True"/>
  <p:tag name="ORIGINALHEIGHT" val=" 7.13325"/>
  <p:tag name="ORIGINALWIDTH" val=" 6.240816"/>
  <p:tag name="TEMPFOLDER" val="C:\Users\luisc\Documents\Custom Office Templates\iguana temp\"/>
  <p:tag name="TRANSPARENCY" val="True"/>
</p:tagLst>
</file>

<file path=ppt/tags/tag509.xml><?xml version="1.0" encoding="utf-8"?>
<p:tagLst xmlns:a="http://schemas.openxmlformats.org/drawingml/2006/main" xmlns:r="http://schemas.openxmlformats.org/officeDocument/2006/relationships" xmlns:p="http://schemas.openxmlformats.org/presentationml/2006/main">
  <p:tag name="EMFCHILD" val="True"/>
  <p:tag name="ORIGINALHEIGHT" val=" 9.962614"/>
  <p:tag name="ORIGINALWIDTH" val=" 2.301835"/>
</p:tagLst>
</file>

<file path=ppt/tags/tag510.xml><?xml version="1.0" encoding="utf-8"?>
<p:tagLst xmlns:a="http://schemas.openxmlformats.org/drawingml/2006/main" xmlns:r="http://schemas.openxmlformats.org/officeDocument/2006/relationships" xmlns:p="http://schemas.openxmlformats.org/presentationml/2006/main">
  <p:tag name="EMFCHILD" val="True"/>
  <p:tag name="ORIGINALHEIGHT" val=" 4.513048"/>
  <p:tag name="ORIGINALWIDTH" val=" 4.206841"/>
</p:tagLst>
</file>

<file path=ppt/tags/tag511.xml><?xml version="1.0" encoding="utf-8"?>
<p:tagLst xmlns:a="http://schemas.openxmlformats.org/drawingml/2006/main" xmlns:r="http://schemas.openxmlformats.org/officeDocument/2006/relationships" xmlns:p="http://schemas.openxmlformats.org/presentationml/2006/main">
  <p:tag name="EMFCHILD" val="True"/>
  <p:tag name="ORIGINALHEIGHT" val=" 9.962614"/>
  <p:tag name="ORIGINALWIDTH" val=" 2.301835"/>
</p:tagLst>
</file>

<file path=ppt/tags/tag512.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597991"/>
</p:tagLst>
</file>

<file path=ppt/tags/tag513.xml><?xml version="1.0" encoding="utf-8"?>
<p:tagLst xmlns:a="http://schemas.openxmlformats.org/drawingml/2006/main" xmlns:r="http://schemas.openxmlformats.org/officeDocument/2006/relationships" xmlns:p="http://schemas.openxmlformats.org/presentationml/2006/main">
  <p:tag name="EMFCHILD" val="True"/>
  <p:tag name="ORIGINALHEIGHT" val=" 4.513048"/>
  <p:tag name="ORIGINALWIDTH" val=" 3.80997"/>
</p:tagLst>
</file>

<file path=ppt/tags/tag514.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3.194816"/>
</p:tagLst>
</file>

<file path=ppt/tags/tag515.xml><?xml version="1.0" encoding="utf-8"?>
<p:tagLst xmlns:a="http://schemas.openxmlformats.org/drawingml/2006/main" xmlns:r="http://schemas.openxmlformats.org/officeDocument/2006/relationships" xmlns:p="http://schemas.openxmlformats.org/presentationml/2006/main">
  <p:tag name="EMFCHILD" val="True"/>
  <p:tag name="ORIGINALHEIGHT" val=" .3984759"/>
  <p:tag name="ORIGINALWIDTH" val=" 26.279"/>
</p:tagLst>
</file>

<file path=ppt/tags/tag516.xml><?xml version="1.0" encoding="utf-8"?>
<p:tagLst xmlns:a="http://schemas.openxmlformats.org/drawingml/2006/main" xmlns:r="http://schemas.openxmlformats.org/officeDocument/2006/relationships" xmlns:p="http://schemas.openxmlformats.org/presentationml/2006/main">
  <p:tag name="EMFCHILD" val="True"/>
  <p:tag name="ORIGINALHEIGHT" val=" 6.635113"/>
  <p:tag name="ORIGINALWIDTH" val=" 3.274164"/>
</p:tagLst>
</file>

<file path=ppt/tags/tag517.xml><?xml version="1.0" encoding="utf-8"?>
<p:tagLst xmlns:a="http://schemas.openxmlformats.org/drawingml/2006/main" xmlns:r="http://schemas.openxmlformats.org/officeDocument/2006/relationships" xmlns:p="http://schemas.openxmlformats.org/presentationml/2006/main">
  <p:tag name="EMFCHILD" val="True"/>
  <p:tag name="ORIGINALHEIGHT" val=" 6.635113"/>
  <p:tag name="ORIGINALWIDTH" val=" 6.597991"/>
</p:tagLst>
</file>

<file path=ppt/tags/tag518.xml><?xml version="1.0" encoding="utf-8"?>
<p:tagLst xmlns:a="http://schemas.openxmlformats.org/drawingml/2006/main" xmlns:r="http://schemas.openxmlformats.org/officeDocument/2006/relationships" xmlns:p="http://schemas.openxmlformats.org/presentationml/2006/main">
  <p:tag name="EMFCHILD" val="True"/>
  <p:tag name="ORIGINALHEIGHT" val=" 4.513048"/>
  <p:tag name="ORIGINALWIDTH" val=" 3.80997"/>
</p:tagLst>
</file>

<file path=ppt/tags/tag519.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3.194816"/>
</p:tagLst>
</file>

<file path=ppt/tags/tag52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14"/>
  <p:tag name="IGUANATEXSIZE" val="20"/>
  <p:tag name="LATEXADDIN" val="\documentclass{article}&#10;\usepackage{amsmath}&#10;\usepackage{amsfonts}&#10;\pagestyle{empty}&#10;\begin{document}&#10;&#10;&#10;\[&#10;g(z) = e^z&#10;\]&#10;&#10;&#10;&#10;&#10;&#10;\end{document}"/>
  <p:tag name="LATEXENGINEID" val="0"/>
  <p:tag name="LATEXFORMHEIGHT" val=" 320"/>
  <p:tag name="LATEXFORMWIDTH" val=" 385"/>
  <p:tag name="LATEXFORMWRAP" val="True"/>
  <p:tag name="ORIGINALHEIGHT" val=" 6.284651"/>
  <p:tag name="ORIGINALWIDTH" val=" 4.544253"/>
  <p:tag name="TEMPFOLDER" val="C:\Users\luisc\Documents\Custom Office Templates\iguana temp\"/>
  <p:tag name="TRANSPARENCY" val="True"/>
</p:tagLst>
</file>

<file path=ppt/tags/tag521.xml><?xml version="1.0" encoding="utf-8"?>
<p:tagLst xmlns:a="http://schemas.openxmlformats.org/drawingml/2006/main" xmlns:r="http://schemas.openxmlformats.org/officeDocument/2006/relationships" xmlns:p="http://schemas.openxmlformats.org/presentationml/2006/main">
  <p:tag name="EMFCHILD" val="True"/>
  <p:tag name="ORIGINALHEIGHT" val=" 9.713546"/>
  <p:tag name="ORIGINALWIDTH" val=" 2.296852"/>
</p:tagLst>
</file>

<file path=ppt/tags/tag522.xml><?xml version="1.0" encoding="utf-8"?>
<p:tagLst xmlns:a="http://schemas.openxmlformats.org/drawingml/2006/main" xmlns:r="http://schemas.openxmlformats.org/officeDocument/2006/relationships" xmlns:p="http://schemas.openxmlformats.org/presentationml/2006/main">
  <p:tag name="EMFCHILD" val="True"/>
  <p:tag name="ORIGINALHEIGHT" val=" 4.40021"/>
  <p:tag name="ORIGINALWIDTH" val=" 4.197719"/>
</p:tagLst>
</file>

<file path=ppt/tags/tag523.xml><?xml version="1.0" encoding="utf-8"?>
<p:tagLst xmlns:a="http://schemas.openxmlformats.org/drawingml/2006/main" xmlns:r="http://schemas.openxmlformats.org/officeDocument/2006/relationships" xmlns:p="http://schemas.openxmlformats.org/presentationml/2006/main">
  <p:tag name="EMFCHILD" val="True"/>
  <p:tag name="ORIGINALHEIGHT" val=" 9.713546"/>
  <p:tag name="ORIGINALWIDTH" val=" 2.296852"/>
</p:tagLst>
</file>

<file path=ppt/tags/tag524.xml><?xml version="1.0" encoding="utf-8"?>
<p:tagLst xmlns:a="http://schemas.openxmlformats.org/drawingml/2006/main" xmlns:r="http://schemas.openxmlformats.org/officeDocument/2006/relationships" xmlns:p="http://schemas.openxmlformats.org/presentationml/2006/main">
  <p:tag name="EMFCHILD" val="True"/>
  <p:tag name="ORIGINALHEIGHT" val=" 2.272951"/>
  <p:tag name="ORIGINALWIDTH" val=" 6.583717"/>
</p:tagLst>
</file>

<file path=ppt/tags/tag525.xml><?xml version="1.0" encoding="utf-8"?>
<p:tagLst xmlns:a="http://schemas.openxmlformats.org/drawingml/2006/main" xmlns:r="http://schemas.openxmlformats.org/officeDocument/2006/relationships" xmlns:p="http://schemas.openxmlformats.org/presentationml/2006/main">
  <p:tag name="EMFCHILD" val="True"/>
  <p:tag name="ORIGINALHEIGHT" val=" 4.40021"/>
  <p:tag name="ORIGINALWIDTH" val=" 3.801735"/>
</p:tagLst>
</file>

<file path=ppt/tags/tag526.xml><?xml version="1.0" encoding="utf-8"?>
<p:tagLst xmlns:a="http://schemas.openxmlformats.org/drawingml/2006/main" xmlns:r="http://schemas.openxmlformats.org/officeDocument/2006/relationships" xmlns:p="http://schemas.openxmlformats.org/presentationml/2006/main">
  <p:tag name="EMFCHILD" val="True"/>
  <p:tag name="ORIGINALHEIGHT" val=" 3.066566"/>
  <p:tag name="ORIGINALWIDTH" val=" 3.18789"/>
</p:tagLst>
</file>

<file path=ppt/tags/tag52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69"/>
  <p:tag name="IGUANATEXSIZE" val="20"/>
  <p:tag name="IGUANATEXVERSION" val="162"/>
  <p:tag name="LATEXADDIN" val="\documentclass{article}&#10;\usepackage{amsmath}&#10;\usepackage{amsfonts}&#10;\pagestyle{empty}&#10;\begin{document}&#10;&#10;&#10;\[&#10;\mu_n = F(\eta_n), \text{ con: }&#10;\eta_n = \alpha + \beta^\top x_n &#10;\]&#10;&#10;&#10;&#10;&#10;&#10;\end{document}"/>
  <p:tag name="LATEXENGINEID" val="0"/>
  <p:tag name="LATEXFORMHEIGHT" val=" 320"/>
  <p:tag name="LATEXFORMWIDTH" val=" 385"/>
  <p:tag name="LATEXFORMWRAP" val="True"/>
  <p:tag name="ORIGINALHEIGHT" val=" 11.70411"/>
  <p:tag name="ORIGINALWIDTH" val=" 145.8646"/>
  <p:tag name="OUTPUTTYPE" val="SVG"/>
  <p:tag name="TEMPFOLDER" val="C:\Users\luisc\Documents\Custom Office Templates\iguana temp\"/>
  <p:tag name="TRANSPARENCY" val="True"/>
</p:tagLst>
</file>

<file path=ppt/tags/tag52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48"/>
  <p:tag name="IGUANATEXSIZE" val="20"/>
  <p:tag name="IGUANATEXVERSION" val="162"/>
  <p:tag name="LATEXADDIN" val="\documentclass{article}&#10;\usepackage{amsmath}&#10;\usepackage{amsfonts}&#10;\pagestyle{empty}&#10;\begin{document}&#10;&#10;&#10;\[&#10;\frac{\partial \mu_n}{\partial x_{nk}} =  f(\eta_n) \cdot \beta_k&#10;\]&#10;&#10;&#10;&#10;&#10;&#10;\end{document}"/>
  <p:tag name="LATEXENGINEID" val="0"/>
  <p:tag name="LATEXFORMHEIGHT" val=" 320"/>
  <p:tag name="LATEXFORMWIDTH" val=" 385"/>
  <p:tag name="LATEXFORMWRAP" val="True"/>
  <p:tag name="ORIGINALHEIGHT" val=" 22.01794"/>
  <p:tag name="ORIGINALWIDTH" val=" 76.94398"/>
  <p:tag name="OUTPUTTYPE" val="SVG"/>
  <p:tag name="TEMPFOLDER" val="C:\Users\luisc\Documents\Custom Office Templates\iguana temp\"/>
  <p:tag name="TRANSPARENCY" val="True"/>
</p:tagLst>
</file>

<file path=ppt/tags/tag52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258"/>
  <p:tag name="IGUANATEXSIZE" val="20"/>
  <p:tag name="IGUANATEXVERSION" val="162"/>
  <p:tag name="LATEXADDIN" val="\documentclass{article}&#10;\usepackage{amsmath}&#10;\usepackage{amsfonts}&#10;\pagestyle{empty}&#10;\begin{document}&#10;&#10;&#10;\[&#10;\frac{\partial \mu_n}{\partial x_{nk}} = f(\eta_n) \cdot \beta_k&#10;\quad \text{y} \quad&#10;\frac{\partial \mu_n}{\partial x_{nj}} = f(\eta_n) \cdot \beta_j &#10;\]&#10;&#10;&#10;&#10;&#10;&#10;\end{document}"/>
  <p:tag name="LATEXENGINEID" val="0"/>
  <p:tag name="LATEXFORMHEIGHT" val=" 320"/>
  <p:tag name="LATEXFORMWIDTH" val=" 385"/>
  <p:tag name="LATEXFORMWRAP" val="True"/>
  <p:tag name="ORIGINALHEIGHT" val=" 23.88069"/>
  <p:tag name="ORIGINALWIDTH" val=" 179.1201"/>
  <p:tag name="OUTPUTTYPE" val="SVG"/>
  <p:tag name="TEMPFOLDER" val="C:\Users\luisc\Documents\Custom Office Templates\iguana temp\"/>
  <p:tag name="TRANSPARENCY" val="True"/>
</p:tagLst>
</file>

<file path=ppt/tags/tag53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276"/>
  <p:tag name="IGUANATEXSIZE" val="20"/>
  <p:tag name="IGUANATEXVERSION" val="162"/>
  <p:tag name="LATEXADDIN" val="\documentclass{article}&#10;\usepackage{amsmath}&#10;\usepackage{amsfonts}&#10;\pagestyle{empty}&#10;\begin{document}&#10;&#10;&#10;\[&#10;\frac{\frac{\partial \mu_n}{\partial x_{nk}}}{\frac{\partial \mu_n}{\partial x_{nj}}}&#10;= \frac{f(\eta_n) \cdot \beta_k}{f(\eta_n) \cdot \beta_j}&#10;= \frac{\beta_k}{\beta_j}&#10;\]&#10;&#10;&#10;&#10;&#10;&#10;\end{document}"/>
  <p:tag name="LATEXENGINEID" val="0"/>
  <p:tag name="LATEXFORMHEIGHT" val=" 320"/>
  <p:tag name="LATEXFORMWIDTH" val=" 385"/>
  <p:tag name="LATEXFORMWRAP" val="True"/>
  <p:tag name="ORIGINALHEIGHT" val=" 31.95326"/>
  <p:tag name="ORIGINALWIDTH" val=" 104.2713"/>
  <p:tag name="OUTPUTTYPE" val="SVG"/>
  <p:tag name="TEMPFOLDER" val="C:\Users\luisc\Documents\Custom Office Templates\iguana temp\"/>
  <p:tag name="TRANSPARENCY" val="True"/>
</p:tagLst>
</file>

<file path=ppt/tags/tag53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276"/>
  <p:tag name="IGUANATEXSIZE" val="20"/>
  <p:tag name="LATEXADDIN" val="\documentclass{article}&#10;\usepackage{amsmath}&#10;\usepackage{amsfonts}&#10;\pagestyle{empty}&#10;\begin{document}&#10;&#10;&#10;\[&#10;\frac{\frac{\partial \mu_n}{\partial x_{nk}}}{\frac{\partial \mu_n}{\partial x_{nj}}}&#10;= \frac{f(\eta_n) \cdot \beta_k}{f(\eta_n) \cdot \beta_j}&#10;= \frac{\beta_k}{\beta_j}&#10;\]&#10;&#10;&#10;&#10;&#10;&#10;\end{document}"/>
  <p:tag name="LATEXENGINEID" val="0"/>
  <p:tag name="LATEXFORMHEIGHT" val=" 320"/>
  <p:tag name="LATEXFORMWIDTH" val=" 385"/>
  <p:tag name="LATEXFORMWRAP" val="True"/>
  <p:tag name="ORIGINALHEIGHT" val=" 5.201359"/>
  <p:tag name="ORIGINALWIDTH" val=" 4.012597"/>
  <p:tag name="TEMPFOLDER" val="C:\Users\luisc\Documents\Custom Office Templates\iguana temp\"/>
  <p:tag name="TRANSPARENCY" val="True"/>
</p:tagLst>
</file>

<file path=ppt/tags/tag532.xml><?xml version="1.0" encoding="utf-8"?>
<p:tagLst xmlns:a="http://schemas.openxmlformats.org/drawingml/2006/main" xmlns:r="http://schemas.openxmlformats.org/officeDocument/2006/relationships" xmlns:p="http://schemas.openxmlformats.org/presentationml/2006/main">
  <p:tag name="EMFCHILD" val="True"/>
  <p:tag name="ORIGINALHEIGHT" val=" 4.641535"/>
  <p:tag name="ORIGINALWIDTH" val=" 4.166384"/>
</p:tagLst>
</file>

<file path=ppt/tags/tag533.xml><?xml version="1.0" encoding="utf-8"?>
<p:tagLst xmlns:a="http://schemas.openxmlformats.org/drawingml/2006/main" xmlns:r="http://schemas.openxmlformats.org/officeDocument/2006/relationships" xmlns:p="http://schemas.openxmlformats.org/presentationml/2006/main">
  <p:tag name="EMFCHILD" val="True"/>
  <p:tag name="ORIGINALHEIGHT" val=" 2.292912"/>
  <p:tag name="ORIGINALWIDTH" val=" 3.495301"/>
</p:tagLst>
</file>

<file path=ppt/tags/tag534.xml><?xml version="1.0" encoding="utf-8"?>
<p:tagLst xmlns:a="http://schemas.openxmlformats.org/drawingml/2006/main" xmlns:r="http://schemas.openxmlformats.org/officeDocument/2006/relationships" xmlns:p="http://schemas.openxmlformats.org/presentationml/2006/main">
  <p:tag name="EMFCHILD" val="True"/>
  <p:tag name="ORIGINALHEIGHT" val=" .4048781"/>
  <p:tag name="ORIGINALWIDTH" val=" 17.98713"/>
</p:tagLst>
</file>

<file path=ppt/tags/tag535.xml><?xml version="1.0" encoding="utf-8"?>
<p:tagLst xmlns:a="http://schemas.openxmlformats.org/drawingml/2006/main" xmlns:r="http://schemas.openxmlformats.org/officeDocument/2006/relationships" xmlns:p="http://schemas.openxmlformats.org/presentationml/2006/main">
  <p:tag name="EMFCHILD" val="True"/>
  <p:tag name="ORIGINALHEIGHT" val=" 5.201359"/>
  <p:tag name="ORIGINALWIDTH" val=" 4.012597"/>
</p:tagLst>
</file>

<file path=ppt/tags/tag536.xml><?xml version="1.0" encoding="utf-8"?>
<p:tagLst xmlns:a="http://schemas.openxmlformats.org/drawingml/2006/main" xmlns:r="http://schemas.openxmlformats.org/officeDocument/2006/relationships" xmlns:p="http://schemas.openxmlformats.org/presentationml/2006/main">
  <p:tag name="EMFCHILD" val="True"/>
  <p:tag name="ORIGINALHEIGHT" val=" 3.195889"/>
  <p:tag name="ORIGINALWIDTH" val=" 3.739938"/>
</p:tagLst>
</file>

<file path=ppt/tags/tag537.xml><?xml version="1.0" encoding="utf-8"?>
<p:tagLst xmlns:a="http://schemas.openxmlformats.org/drawingml/2006/main" xmlns:r="http://schemas.openxmlformats.org/officeDocument/2006/relationships" xmlns:p="http://schemas.openxmlformats.org/presentationml/2006/main">
  <p:tag name="EMFCHILD" val="True"/>
  <p:tag name="ORIGINALHEIGHT" val=" 2.292912"/>
  <p:tag name="ORIGINALWIDTH" val=" 3.495301"/>
</p:tagLst>
</file>

<file path=ppt/tags/tag538.xml><?xml version="1.0" encoding="utf-8"?>
<p:tagLst xmlns:a="http://schemas.openxmlformats.org/drawingml/2006/main" xmlns:r="http://schemas.openxmlformats.org/officeDocument/2006/relationships" xmlns:p="http://schemas.openxmlformats.org/presentationml/2006/main">
  <p:tag name="EMFCHILD" val="True"/>
  <p:tag name="ORIGINALHEIGHT" val=" 3.565188"/>
  <p:tag name="ORIGINALWIDTH" val=" 2.716324"/>
</p:tagLst>
</file>

<file path=ppt/tags/tag539.xml><?xml version="1.0" encoding="utf-8"?>
<p:tagLst xmlns:a="http://schemas.openxmlformats.org/drawingml/2006/main" xmlns:r="http://schemas.openxmlformats.org/officeDocument/2006/relationships" xmlns:p="http://schemas.openxmlformats.org/presentationml/2006/main">
  <p:tag name="EMFCHILD" val="True"/>
  <p:tag name="ORIGINALHEIGHT" val=" .4048781"/>
  <p:tag name="ORIGINALWIDTH" val=" 20.38391"/>
</p:tagLst>
</file>

<file path=ppt/tags/tag540.xml><?xml version="1.0" encoding="utf-8"?>
<p:tagLst xmlns:a="http://schemas.openxmlformats.org/drawingml/2006/main" xmlns:r="http://schemas.openxmlformats.org/officeDocument/2006/relationships" xmlns:p="http://schemas.openxmlformats.org/presentationml/2006/main">
  <p:tag name="EMFCHILD" val="True"/>
  <p:tag name="ORIGINALHEIGHT" val=" 5.201359"/>
  <p:tag name="ORIGINALWIDTH" val=" 4.012597"/>
</p:tagLst>
</file>

<file path=ppt/tags/tag541.xml><?xml version="1.0" encoding="utf-8"?>
<p:tagLst xmlns:a="http://schemas.openxmlformats.org/drawingml/2006/main" xmlns:r="http://schemas.openxmlformats.org/officeDocument/2006/relationships" xmlns:p="http://schemas.openxmlformats.org/presentationml/2006/main">
  <p:tag name="EMFCHILD" val="True"/>
  <p:tag name="ORIGINALHEIGHT" val=" 4.641535"/>
  <p:tag name="ORIGINALWIDTH" val=" 4.166384"/>
</p:tagLst>
</file>

<file path=ppt/tags/tag542.xml><?xml version="1.0" encoding="utf-8"?>
<p:tagLst xmlns:a="http://schemas.openxmlformats.org/drawingml/2006/main" xmlns:r="http://schemas.openxmlformats.org/officeDocument/2006/relationships" xmlns:p="http://schemas.openxmlformats.org/presentationml/2006/main">
  <p:tag name="EMFCHILD" val="True"/>
  <p:tag name="ORIGINALHEIGHT" val=" 2.292912"/>
  <p:tag name="ORIGINALWIDTH" val=" 3.495301"/>
</p:tagLst>
</file>

<file path=ppt/tags/tag543.xml><?xml version="1.0" encoding="utf-8"?>
<p:tagLst xmlns:a="http://schemas.openxmlformats.org/drawingml/2006/main" xmlns:r="http://schemas.openxmlformats.org/officeDocument/2006/relationships" xmlns:p="http://schemas.openxmlformats.org/presentationml/2006/main">
  <p:tag name="EMFCHILD" val="True"/>
  <p:tag name="ORIGINALHEIGHT" val=" .4048781"/>
  <p:tag name="ORIGINALWIDTH" val=" 17.35228"/>
</p:tagLst>
</file>

<file path=ppt/tags/tag544.xml><?xml version="1.0" encoding="utf-8"?>
<p:tagLst xmlns:a="http://schemas.openxmlformats.org/drawingml/2006/main" xmlns:r="http://schemas.openxmlformats.org/officeDocument/2006/relationships" xmlns:p="http://schemas.openxmlformats.org/presentationml/2006/main">
  <p:tag name="EMFCHILD" val="True"/>
  <p:tag name="ORIGINALHEIGHT" val=" 5.201359"/>
  <p:tag name="ORIGINALWIDTH" val=" 4.012597"/>
</p:tagLst>
</file>

<file path=ppt/tags/tag545.xml><?xml version="1.0" encoding="utf-8"?>
<p:tagLst xmlns:a="http://schemas.openxmlformats.org/drawingml/2006/main" xmlns:r="http://schemas.openxmlformats.org/officeDocument/2006/relationships" xmlns:p="http://schemas.openxmlformats.org/presentationml/2006/main">
  <p:tag name="EMFCHILD" val="True"/>
  <p:tag name="ORIGINALHEIGHT" val=" 3.195889"/>
  <p:tag name="ORIGINALWIDTH" val=" 3.739938"/>
</p:tagLst>
</file>

<file path=ppt/tags/tag546.xml><?xml version="1.0" encoding="utf-8"?>
<p:tagLst xmlns:a="http://schemas.openxmlformats.org/drawingml/2006/main" xmlns:r="http://schemas.openxmlformats.org/officeDocument/2006/relationships" xmlns:p="http://schemas.openxmlformats.org/presentationml/2006/main">
  <p:tag name="EMFCHILD" val="True"/>
  <p:tag name="ORIGINALHEIGHT" val=" 2.292912"/>
  <p:tag name="ORIGINALWIDTH" val=" 3.495301"/>
</p:tagLst>
</file>

<file path=ppt/tags/tag547.xml><?xml version="1.0" encoding="utf-8"?>
<p:tagLst xmlns:a="http://schemas.openxmlformats.org/drawingml/2006/main" xmlns:r="http://schemas.openxmlformats.org/officeDocument/2006/relationships" xmlns:p="http://schemas.openxmlformats.org/presentationml/2006/main">
  <p:tag name="EMFCHILD" val="True"/>
  <p:tag name="ORIGINALHEIGHT" val=" 4.413722"/>
  <p:tag name="ORIGINALWIDTH" val=" 2.361808"/>
</p:tagLst>
</file>

<file path=ppt/tags/tag548.xml><?xml version="1.0" encoding="utf-8"?>
<p:tagLst xmlns:a="http://schemas.openxmlformats.org/drawingml/2006/main" xmlns:r="http://schemas.openxmlformats.org/officeDocument/2006/relationships" xmlns:p="http://schemas.openxmlformats.org/presentationml/2006/main">
  <p:tag name="EMFCHILD" val="True"/>
  <p:tag name="ORIGINALHEIGHT" val=" 2.368812"/>
  <p:tag name="ORIGINALWIDTH" val=" 6.64105"/>
</p:tagLst>
</file>

<file path=ppt/tags/tag549.xml><?xml version="1.0" encoding="utf-8"?>
<p:tagLst xmlns:a="http://schemas.openxmlformats.org/drawingml/2006/main" xmlns:r="http://schemas.openxmlformats.org/officeDocument/2006/relationships" xmlns:p="http://schemas.openxmlformats.org/presentationml/2006/main">
  <p:tag name="EMFCHILD" val="True"/>
  <p:tag name="ORIGINALHEIGHT" val=" 9.21219"/>
  <p:tag name="ORIGINALWIDTH" val=" 4.983256"/>
</p:tagLst>
</file>

<file path=ppt/tags/tag550.xml><?xml version="1.0" encoding="utf-8"?>
<p:tagLst xmlns:a="http://schemas.openxmlformats.org/drawingml/2006/main" xmlns:r="http://schemas.openxmlformats.org/officeDocument/2006/relationships" xmlns:p="http://schemas.openxmlformats.org/presentationml/2006/main">
  <p:tag name="EMFCHILD" val="True"/>
  <p:tag name="ORIGINALHEIGHT" val=" 10.12333"/>
  <p:tag name="ORIGINALWIDTH" val=" 2.316852"/>
</p:tagLst>
</file>

<file path=ppt/tags/tag551.xml><?xml version="1.0" encoding="utf-8"?>
<p:tagLst xmlns:a="http://schemas.openxmlformats.org/drawingml/2006/main" xmlns:r="http://schemas.openxmlformats.org/officeDocument/2006/relationships" xmlns:p="http://schemas.openxmlformats.org/presentationml/2006/main">
  <p:tag name="EMFCHILD" val="True"/>
  <p:tag name="ORIGINALHEIGHT" val=" 6.661127"/>
  <p:tag name="ORIGINALWIDTH" val=" 4.663712"/>
</p:tagLst>
</file>

<file path=ppt/tags/tag552.xml><?xml version="1.0" encoding="utf-8"?>
<p:tagLst xmlns:a="http://schemas.openxmlformats.org/drawingml/2006/main" xmlns:r="http://schemas.openxmlformats.org/officeDocument/2006/relationships" xmlns:p="http://schemas.openxmlformats.org/presentationml/2006/main">
  <p:tag name="EMFCHILD" val="True"/>
  <p:tag name="ORIGINALHEIGHT" val=" 3.195889"/>
  <p:tag name="ORIGINALWIDTH" val=" 4.271244"/>
</p:tagLst>
</file>

<file path=ppt/tags/tag553.xml><?xml version="1.0" encoding="utf-8"?>
<p:tagLst xmlns:a="http://schemas.openxmlformats.org/drawingml/2006/main" xmlns:r="http://schemas.openxmlformats.org/officeDocument/2006/relationships" xmlns:p="http://schemas.openxmlformats.org/presentationml/2006/main">
  <p:tag name="EMFCHILD" val="True"/>
  <p:tag name="ORIGINALHEIGHT" val=" 10.12333"/>
  <p:tag name="ORIGINALWIDTH" val=" 2.316852"/>
</p:tagLst>
</file>

<file path=ppt/tags/tag554.xml><?xml version="1.0" encoding="utf-8"?>
<p:tagLst xmlns:a="http://schemas.openxmlformats.org/drawingml/2006/main" xmlns:r="http://schemas.openxmlformats.org/officeDocument/2006/relationships" xmlns:p="http://schemas.openxmlformats.org/presentationml/2006/main">
  <p:tag name="EMFCHILD" val="True"/>
  <p:tag name="ORIGINALHEIGHT" val=" 1.073037"/>
  <p:tag name="ORIGINALWIDTH" val=" 1.05853"/>
</p:tagLst>
</file>

<file path=ppt/tags/tag555.xml><?xml version="1.0" encoding="utf-8"?>
<p:tagLst xmlns:a="http://schemas.openxmlformats.org/drawingml/2006/main" xmlns:r="http://schemas.openxmlformats.org/officeDocument/2006/relationships" xmlns:p="http://schemas.openxmlformats.org/presentationml/2006/main">
  <p:tag name="EMFCHILD" val="True"/>
  <p:tag name="ORIGINALHEIGHT" val=" 9.11097"/>
  <p:tag name="ORIGINALWIDTH" val=" 5.443957"/>
</p:tagLst>
</file>

<file path=ppt/tags/tag556.xml><?xml version="1.0" encoding="utf-8"?>
<p:tagLst xmlns:a="http://schemas.openxmlformats.org/drawingml/2006/main" xmlns:r="http://schemas.openxmlformats.org/officeDocument/2006/relationships" xmlns:p="http://schemas.openxmlformats.org/presentationml/2006/main">
  <p:tag name="EMFCHILD" val="True"/>
  <p:tag name="ORIGINALHEIGHT" val=" 4.98877"/>
  <p:tag name="ORIGINALWIDTH" val=" 3.439368"/>
</p:tagLst>
</file>

<file path=ppt/tags/tag557.xml><?xml version="1.0" encoding="utf-8"?>
<p:tagLst xmlns:a="http://schemas.openxmlformats.org/drawingml/2006/main" xmlns:r="http://schemas.openxmlformats.org/officeDocument/2006/relationships" xmlns:p="http://schemas.openxmlformats.org/presentationml/2006/main">
  <p:tag name="EMFCHILD" val="True"/>
  <p:tag name="ORIGINALHEIGHT" val=" .4048781"/>
  <p:tag name="ORIGINALWIDTH" val=" 41.90092"/>
</p:tagLst>
</file>

<file path=ppt/tags/tag558.xml><?xml version="1.0" encoding="utf-8"?>
<p:tagLst xmlns:a="http://schemas.openxmlformats.org/drawingml/2006/main" xmlns:r="http://schemas.openxmlformats.org/officeDocument/2006/relationships" xmlns:p="http://schemas.openxmlformats.org/presentationml/2006/main">
  <p:tag name="EMFCHILD" val="True"/>
  <p:tag name="ORIGINALHEIGHT" val=" 9.21219"/>
  <p:tag name="ORIGINALWIDTH" val=" 4.983256"/>
</p:tagLst>
</file>

<file path=ppt/tags/tag559.xml><?xml version="1.0" encoding="utf-8"?>
<p:tagLst xmlns:a="http://schemas.openxmlformats.org/drawingml/2006/main" xmlns:r="http://schemas.openxmlformats.org/officeDocument/2006/relationships" xmlns:p="http://schemas.openxmlformats.org/presentationml/2006/main">
  <p:tag name="EMFCHILD" val="True"/>
  <p:tag name="ORIGINALHEIGHT" val=" 10.12333"/>
  <p:tag name="ORIGINALWIDTH" val=" 2.316852"/>
</p:tagLst>
</file>

<file path=ppt/tags/tag560.xml><?xml version="1.0" encoding="utf-8"?>
<p:tagLst xmlns:a="http://schemas.openxmlformats.org/drawingml/2006/main" xmlns:r="http://schemas.openxmlformats.org/officeDocument/2006/relationships" xmlns:p="http://schemas.openxmlformats.org/presentationml/2006/main">
  <p:tag name="EMFCHILD" val="True"/>
  <p:tag name="ORIGINALHEIGHT" val=" 6.661127"/>
  <p:tag name="ORIGINALWIDTH" val=" 4.663712"/>
</p:tagLst>
</file>

<file path=ppt/tags/tag561.xml><?xml version="1.0" encoding="utf-8"?>
<p:tagLst xmlns:a="http://schemas.openxmlformats.org/drawingml/2006/main" xmlns:r="http://schemas.openxmlformats.org/officeDocument/2006/relationships" xmlns:p="http://schemas.openxmlformats.org/presentationml/2006/main">
  <p:tag name="EMFCHILD" val="True"/>
  <p:tag name="ORIGINALHEIGHT" val=" 3.195889"/>
  <p:tag name="ORIGINALWIDTH" val=" 4.271244"/>
</p:tagLst>
</file>

<file path=ppt/tags/tag562.xml><?xml version="1.0" encoding="utf-8"?>
<p:tagLst xmlns:a="http://schemas.openxmlformats.org/drawingml/2006/main" xmlns:r="http://schemas.openxmlformats.org/officeDocument/2006/relationships" xmlns:p="http://schemas.openxmlformats.org/presentationml/2006/main">
  <p:tag name="EMFCHILD" val="True"/>
  <p:tag name="ORIGINALHEIGHT" val=" 10.12333"/>
  <p:tag name="ORIGINALWIDTH" val=" 2.316852"/>
</p:tagLst>
</file>

<file path=ppt/tags/tag563.xml><?xml version="1.0" encoding="utf-8"?>
<p:tagLst xmlns:a="http://schemas.openxmlformats.org/drawingml/2006/main" xmlns:r="http://schemas.openxmlformats.org/officeDocument/2006/relationships" xmlns:p="http://schemas.openxmlformats.org/presentationml/2006/main">
  <p:tag name="EMFCHILD" val="True"/>
  <p:tag name="ORIGINALHEIGHT" val=" 1.073037"/>
  <p:tag name="ORIGINALWIDTH" val=" 1.05853"/>
</p:tagLst>
</file>

<file path=ppt/tags/tag564.xml><?xml version="1.0" encoding="utf-8"?>
<p:tagLst xmlns:a="http://schemas.openxmlformats.org/drawingml/2006/main" xmlns:r="http://schemas.openxmlformats.org/officeDocument/2006/relationships" xmlns:p="http://schemas.openxmlformats.org/presentationml/2006/main">
  <p:tag name="EMFCHILD" val="True"/>
  <p:tag name="ORIGINALHEIGHT" val=" 9.11097"/>
  <p:tag name="ORIGINALWIDTH" val=" 5.443957"/>
</p:tagLst>
</file>

<file path=ppt/tags/tag565.xml><?xml version="1.0" encoding="utf-8"?>
<p:tagLst xmlns:a="http://schemas.openxmlformats.org/drawingml/2006/main" xmlns:r="http://schemas.openxmlformats.org/officeDocument/2006/relationships" xmlns:p="http://schemas.openxmlformats.org/presentationml/2006/main">
  <p:tag name="EMFCHILD" val="True"/>
  <p:tag name="ORIGINALHEIGHT" val=" 6.143832"/>
  <p:tag name="ORIGINALWIDTH" val=" 3.068855"/>
</p:tagLst>
</file>

<file path=ppt/tags/tag566.xml><?xml version="1.0" encoding="utf-8"?>
<p:tagLst xmlns:a="http://schemas.openxmlformats.org/drawingml/2006/main" xmlns:r="http://schemas.openxmlformats.org/officeDocument/2006/relationships" xmlns:p="http://schemas.openxmlformats.org/presentationml/2006/main">
  <p:tag name="EMFCHILD" val="True"/>
  <p:tag name="ORIGINALHEIGHT" val=" 2.368812"/>
  <p:tag name="ORIGINALWIDTH" val=" 6.64105"/>
</p:tagLst>
</file>

<file path=ppt/tags/tag567.xml><?xml version="1.0" encoding="utf-8"?>
<p:tagLst xmlns:a="http://schemas.openxmlformats.org/drawingml/2006/main" xmlns:r="http://schemas.openxmlformats.org/officeDocument/2006/relationships" xmlns:p="http://schemas.openxmlformats.org/presentationml/2006/main">
  <p:tag name="EMFCHILD" val="True"/>
  <p:tag name="ORIGINALHEIGHT" val=" 9.11097"/>
  <p:tag name="ORIGINALWIDTH" val=" 5.443957"/>
</p:tagLst>
</file>

<file path=ppt/tags/tag568.xml><?xml version="1.0" encoding="utf-8"?>
<p:tagLst xmlns:a="http://schemas.openxmlformats.org/drawingml/2006/main" xmlns:r="http://schemas.openxmlformats.org/officeDocument/2006/relationships" xmlns:p="http://schemas.openxmlformats.org/presentationml/2006/main">
  <p:tag name="EMFCHILD" val="True"/>
  <p:tag name="ORIGINALHEIGHT" val=" 4.98877"/>
  <p:tag name="ORIGINALWIDTH" val=" 3.439368"/>
</p:tagLst>
</file>

<file path=ppt/tags/tag569.xml><?xml version="1.0" encoding="utf-8"?>
<p:tagLst xmlns:a="http://schemas.openxmlformats.org/drawingml/2006/main" xmlns:r="http://schemas.openxmlformats.org/officeDocument/2006/relationships" xmlns:p="http://schemas.openxmlformats.org/presentationml/2006/main">
  <p:tag name="EMFCHILD" val="True"/>
  <p:tag name="ORIGINALHEIGHT" val=" .4048781"/>
  <p:tag name="ORIGINALWIDTH" val=" 10.56219"/>
</p:tagLst>
</file>

<file path=ppt/tags/tag570.xml><?xml version="1.0" encoding="utf-8"?>
<p:tagLst xmlns:a="http://schemas.openxmlformats.org/drawingml/2006/main" xmlns:r="http://schemas.openxmlformats.org/officeDocument/2006/relationships" xmlns:p="http://schemas.openxmlformats.org/presentationml/2006/main">
  <p:tag name="EMFCHILD" val="True"/>
  <p:tag name="ORIGINALHEIGHT" val=" 9.11097"/>
  <p:tag name="ORIGINALWIDTH" val=" 5.443957"/>
</p:tagLst>
</file>

<file path=ppt/tags/tag571.xml><?xml version="1.0" encoding="utf-8"?>
<p:tagLst xmlns:a="http://schemas.openxmlformats.org/drawingml/2006/main" xmlns:r="http://schemas.openxmlformats.org/officeDocument/2006/relationships" xmlns:p="http://schemas.openxmlformats.org/presentationml/2006/main">
  <p:tag name="EMFCHILD" val="True"/>
  <p:tag name="ORIGINALHEIGHT" val=" 6.143832"/>
  <p:tag name="ORIGINALWIDTH" val=" 3.068855"/>
</p:tagLst>
</file>

<file path=ppt/tags/tag57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258"/>
  <p:tag name="IGUANATEXSIZE" val="20"/>
  <p:tag name="LATEXADDIN" val="\documentclass{article}&#10;\usepackage{amsmath}&#10;\usepackage{amsfonts}&#10;\pagestyle{empty}&#10;\begin{document}&#10;&#10;&#10;\[&#10;\frac{\partial \mu_n}{\partial x_{nk}} = f(\eta_n) \cdot \beta_k&#10;\quad \text{y} \quad&#10;\frac{\partial \mu_n}{\partial x_{nj}} = f(\eta_n) \cdot \beta_j &#10;\]&#10;&#10;&#10;&#10;&#10;&#10;\end{document}"/>
  <p:tag name="LATEXENGINEID" val="0"/>
  <p:tag name="LATEXFORMHEIGHT" val=" 320"/>
  <p:tag name="LATEXFORMWIDTH" val=" 385"/>
  <p:tag name="LATEXFORMWRAP" val="True"/>
  <p:tag name="ORIGINALHEIGHT" val=" 7.432325"/>
  <p:tag name="ORIGINALWIDTH" val=" 5.240303"/>
  <p:tag name="TEMPFOLDER" val="C:\Users\luisc\Documents\Custom Office Templates\iguana temp\"/>
  <p:tag name="TRANSPARENCY" val="True"/>
</p:tagLst>
</file>

<file path=ppt/tags/tag573.xml><?xml version="1.0" encoding="utf-8"?>
<p:tagLst xmlns:a="http://schemas.openxmlformats.org/drawingml/2006/main" xmlns:r="http://schemas.openxmlformats.org/officeDocument/2006/relationships" xmlns:p="http://schemas.openxmlformats.org/presentationml/2006/main">
  <p:tag name="EMFCHILD" val="True"/>
  <p:tag name="ORIGINALHEIGHT" val=" 6.626651"/>
  <p:tag name="ORIGINALWIDTH" val=" 5.399717"/>
</p:tagLst>
</file>

<file path=ppt/tags/tag574.xml><?xml version="1.0" encoding="utf-8"?>
<p:tagLst xmlns:a="http://schemas.openxmlformats.org/drawingml/2006/main" xmlns:r="http://schemas.openxmlformats.org/officeDocument/2006/relationships" xmlns:p="http://schemas.openxmlformats.org/presentationml/2006/main">
  <p:tag name="EMFCHILD" val="True"/>
  <p:tag name="ORIGINALHEIGHT" val=" 3.179341"/>
  <p:tag name="ORIGINALWIDTH" val=" 4.260983"/>
</p:tagLst>
</file>

<file path=ppt/tags/tag575.xml><?xml version="1.0" encoding="utf-8"?>
<p:tagLst xmlns:a="http://schemas.openxmlformats.org/drawingml/2006/main" xmlns:r="http://schemas.openxmlformats.org/officeDocument/2006/relationships" xmlns:p="http://schemas.openxmlformats.org/presentationml/2006/main">
  <p:tag name="EMFCHILD" val="True"/>
  <p:tag name="ORIGINALHEIGHT" val=" .402782"/>
  <p:tag name="ORIGINALWIDTH" val=" 21.36322"/>
</p:tagLst>
</file>

<file path=ppt/tags/tag576.xml><?xml version="1.0" encoding="utf-8"?>
<p:tagLst xmlns:a="http://schemas.openxmlformats.org/drawingml/2006/main" xmlns:r="http://schemas.openxmlformats.org/officeDocument/2006/relationships" xmlns:p="http://schemas.openxmlformats.org/presentationml/2006/main">
  <p:tag name="EMFCHILD" val="True"/>
  <p:tag name="ORIGINALHEIGHT" val=" 7.432325"/>
  <p:tag name="ORIGINALWIDTH" val=" 5.240303"/>
</p:tagLst>
</file>

<file path=ppt/tags/tag577.xml><?xml version="1.0" encoding="utf-8"?>
<p:tagLst xmlns:a="http://schemas.openxmlformats.org/drawingml/2006/main" xmlns:r="http://schemas.openxmlformats.org/officeDocument/2006/relationships" xmlns:p="http://schemas.openxmlformats.org/presentationml/2006/main">
  <p:tag name="EMFCHILD" val="True"/>
  <p:tag name="ORIGINALHEIGHT" val=" 4.562104"/>
  <p:tag name="ORIGINALWIDTH" val=" 4.961356"/>
</p:tagLst>
</file>

<file path=ppt/tags/tag578.xml><?xml version="1.0" encoding="utf-8"?>
<p:tagLst xmlns:a="http://schemas.openxmlformats.org/drawingml/2006/main" xmlns:r="http://schemas.openxmlformats.org/officeDocument/2006/relationships" xmlns:p="http://schemas.openxmlformats.org/presentationml/2006/main">
  <p:tag name="EMFCHILD" val="True"/>
  <p:tag name="ORIGINALHEIGHT" val=" 3.179341"/>
  <p:tag name="ORIGINALWIDTH" val=" 4.260983"/>
</p:tagLst>
</file>

<file path=ppt/tags/tag579.xml><?xml version="1.0" encoding="utf-8"?>
<p:tagLst xmlns:a="http://schemas.openxmlformats.org/drawingml/2006/main" xmlns:r="http://schemas.openxmlformats.org/officeDocument/2006/relationships" xmlns:p="http://schemas.openxmlformats.org/presentationml/2006/main">
  <p:tag name="EMFCHILD" val="True"/>
  <p:tag name="ORIGINALHEIGHT" val=" 4.9629"/>
  <p:tag name="ORIGINALWIDTH" val=" 3.431093"/>
</p:tagLst>
</file>

<file path=ppt/tags/tag580.xml><?xml version="1.0" encoding="utf-8"?>
<p:tagLst xmlns:a="http://schemas.openxmlformats.org/drawingml/2006/main" xmlns:r="http://schemas.openxmlformats.org/officeDocument/2006/relationships" xmlns:p="http://schemas.openxmlformats.org/presentationml/2006/main">
  <p:tag name="EMFCHILD" val="True"/>
  <p:tag name="ORIGINALHEIGHT" val=" 2.356567"/>
  <p:tag name="ORIGINALWIDTH" val=" 6.625107"/>
</p:tagLst>
</file>

<file path=ppt/tags/tag581.xml><?xml version="1.0" encoding="utf-8"?>
<p:tagLst xmlns:a="http://schemas.openxmlformats.org/drawingml/2006/main" xmlns:r="http://schemas.openxmlformats.org/officeDocument/2006/relationships" xmlns:p="http://schemas.openxmlformats.org/presentationml/2006/main">
  <p:tag name="EMFCHILD" val="True"/>
  <p:tag name="ORIGINALHEIGHT" val=" 9.164531"/>
  <p:tag name="ORIGINALWIDTH" val=" 4.97134"/>
</p:tagLst>
</file>

<file path=ppt/tags/tag582.xml><?xml version="1.0" encoding="utf-8"?>
<p:tagLst xmlns:a="http://schemas.openxmlformats.org/drawingml/2006/main" xmlns:r="http://schemas.openxmlformats.org/officeDocument/2006/relationships" xmlns:p="http://schemas.openxmlformats.org/presentationml/2006/main">
  <p:tag name="EMFCHILD" val="True"/>
  <p:tag name="ORIGINALHEIGHT" val=" 10.07087"/>
  <p:tag name="ORIGINALWIDTH" val=" 2.31128"/>
</p:tagLst>
</file>

<file path=ppt/tags/tag583.xml><?xml version="1.0" encoding="utf-8"?>
<p:tagLst xmlns:a="http://schemas.openxmlformats.org/drawingml/2006/main" xmlns:r="http://schemas.openxmlformats.org/officeDocument/2006/relationships" xmlns:p="http://schemas.openxmlformats.org/presentationml/2006/main">
  <p:tag name="EMFCHILD" val="True"/>
  <p:tag name="ORIGINALHEIGHT" val=" 6.626651"/>
  <p:tag name="ORIGINALWIDTH" val=" 4.652513"/>
</p:tagLst>
</file>

<file path=ppt/tags/tag584.xml><?xml version="1.0" encoding="utf-8"?>
<p:tagLst xmlns:a="http://schemas.openxmlformats.org/drawingml/2006/main" xmlns:r="http://schemas.openxmlformats.org/officeDocument/2006/relationships" xmlns:p="http://schemas.openxmlformats.org/presentationml/2006/main">
  <p:tag name="EMFCHILD" val="True"/>
  <p:tag name="ORIGINALHEIGHT" val=" 3.179341"/>
  <p:tag name="ORIGINALWIDTH" val=" 4.260983"/>
</p:tagLst>
</file>

<file path=ppt/tags/tag585.xml><?xml version="1.0" encoding="utf-8"?>
<p:tagLst xmlns:a="http://schemas.openxmlformats.org/drawingml/2006/main" xmlns:r="http://schemas.openxmlformats.org/officeDocument/2006/relationships" xmlns:p="http://schemas.openxmlformats.org/presentationml/2006/main">
  <p:tag name="EMFCHILD" val="True"/>
  <p:tag name="ORIGINALHEIGHT" val=" 10.07087"/>
  <p:tag name="ORIGINALWIDTH" val=" 2.31128"/>
</p:tagLst>
</file>

<file path=ppt/tags/tag586.xml><?xml version="1.0" encoding="utf-8"?>
<p:tagLst xmlns:a="http://schemas.openxmlformats.org/drawingml/2006/main" xmlns:r="http://schemas.openxmlformats.org/officeDocument/2006/relationships" xmlns:p="http://schemas.openxmlformats.org/presentationml/2006/main">
  <p:tag name="EMFCHILD" val="True"/>
  <p:tag name="ORIGINALHEIGHT" val=" 1.067466"/>
  <p:tag name="ORIGINALWIDTH" val=" 1.055993"/>
</p:tagLst>
</file>

<file path=ppt/tags/tag587.xml><?xml version="1.0" encoding="utf-8"?>
<p:tagLst xmlns:a="http://schemas.openxmlformats.org/drawingml/2006/main" xmlns:r="http://schemas.openxmlformats.org/officeDocument/2006/relationships" xmlns:p="http://schemas.openxmlformats.org/presentationml/2006/main">
  <p:tag name="EMFCHILD" val="True"/>
  <p:tag name="ORIGINALHEIGHT" val=" 9.063807"/>
  <p:tag name="ORIGINALWIDTH" val=" 5.430882"/>
</p:tagLst>
</file>

<file path=ppt/tags/tag588.xml><?xml version="1.0" encoding="utf-8"?>
<p:tagLst xmlns:a="http://schemas.openxmlformats.org/drawingml/2006/main" xmlns:r="http://schemas.openxmlformats.org/officeDocument/2006/relationships" xmlns:p="http://schemas.openxmlformats.org/presentationml/2006/main">
  <p:tag name="EMFCHILD" val="True"/>
  <p:tag name="ORIGINALHEIGHT" val=" 4.9629"/>
  <p:tag name="ORIGINALWIDTH" val=" 3.431093"/>
</p:tagLst>
</file>

<file path=ppt/tags/tag589.xml><?xml version="1.0" encoding="utf-8"?>
<p:tagLst xmlns:a="http://schemas.openxmlformats.org/drawingml/2006/main" xmlns:r="http://schemas.openxmlformats.org/officeDocument/2006/relationships" xmlns:p="http://schemas.openxmlformats.org/presentationml/2006/main">
  <p:tag name="EMFCHILD" val="True"/>
  <p:tag name="ORIGINALHEIGHT" val=" 6.405072"/>
  <p:tag name="ORIGINALWIDTH" val=" 4.87172"/>
</p:tagLst>
</file>

<file path=ppt/tags/tag590.xml><?xml version="1.0" encoding="utf-8"?>
<p:tagLst xmlns:a="http://schemas.openxmlformats.org/drawingml/2006/main" xmlns:r="http://schemas.openxmlformats.org/officeDocument/2006/relationships" xmlns:p="http://schemas.openxmlformats.org/presentationml/2006/main">
  <p:tag name="EMFCHILD" val="True"/>
  <p:tag name="ORIGINALHEIGHT" val=" 7.432325"/>
  <p:tag name="ORIGINALWIDTH" val=" 5.240303"/>
</p:tagLst>
</file>

<file path=ppt/tags/tag591.xml><?xml version="1.0" encoding="utf-8"?>
<p:tagLst xmlns:a="http://schemas.openxmlformats.org/drawingml/2006/main" xmlns:r="http://schemas.openxmlformats.org/officeDocument/2006/relationships" xmlns:p="http://schemas.openxmlformats.org/presentationml/2006/main">
  <p:tag name="EMFCHILD" val="True"/>
  <p:tag name="ORIGINALHEIGHT" val=" 6.626651"/>
  <p:tag name="ORIGINALWIDTH" val=" 5.399717"/>
</p:tagLst>
</file>

<file path=ppt/tags/tag592.xml><?xml version="1.0" encoding="utf-8"?>
<p:tagLst xmlns:a="http://schemas.openxmlformats.org/drawingml/2006/main" xmlns:r="http://schemas.openxmlformats.org/officeDocument/2006/relationships" xmlns:p="http://schemas.openxmlformats.org/presentationml/2006/main">
  <p:tag name="EMFCHILD" val="True"/>
  <p:tag name="ORIGINALHEIGHT" val=" 3.179341"/>
  <p:tag name="ORIGINALWIDTH" val=" 4.260983"/>
</p:tagLst>
</file>

<file path=ppt/tags/tag593.xml><?xml version="1.0" encoding="utf-8"?>
<p:tagLst xmlns:a="http://schemas.openxmlformats.org/drawingml/2006/main" xmlns:r="http://schemas.openxmlformats.org/officeDocument/2006/relationships" xmlns:p="http://schemas.openxmlformats.org/presentationml/2006/main">
  <p:tag name="EMFCHILD" val="True"/>
  <p:tag name="ORIGINALHEIGHT" val=" .402782"/>
  <p:tag name="ORIGINALWIDTH" val=" 20.65926"/>
</p:tagLst>
</file>

<file path=ppt/tags/tag594.xml><?xml version="1.0" encoding="utf-8"?>
<p:tagLst xmlns:a="http://schemas.openxmlformats.org/drawingml/2006/main" xmlns:r="http://schemas.openxmlformats.org/officeDocument/2006/relationships" xmlns:p="http://schemas.openxmlformats.org/presentationml/2006/main">
  <p:tag name="EMFCHILD" val="True"/>
  <p:tag name="ORIGINALHEIGHT" val=" 7.432325"/>
  <p:tag name="ORIGINALWIDTH" val=" 5.240303"/>
</p:tagLst>
</file>

<file path=ppt/tags/tag595.xml><?xml version="1.0" encoding="utf-8"?>
<p:tagLst xmlns:a="http://schemas.openxmlformats.org/drawingml/2006/main" xmlns:r="http://schemas.openxmlformats.org/officeDocument/2006/relationships" xmlns:p="http://schemas.openxmlformats.org/presentationml/2006/main">
  <p:tag name="EMFCHILD" val="True"/>
  <p:tag name="ORIGINALHEIGHT" val=" 4.562104"/>
  <p:tag name="ORIGINALWIDTH" val=" 4.961356"/>
</p:tagLst>
</file>

<file path=ppt/tags/tag596.xml><?xml version="1.0" encoding="utf-8"?>
<p:tagLst xmlns:a="http://schemas.openxmlformats.org/drawingml/2006/main" xmlns:r="http://schemas.openxmlformats.org/officeDocument/2006/relationships" xmlns:p="http://schemas.openxmlformats.org/presentationml/2006/main">
  <p:tag name="EMFCHILD" val="True"/>
  <p:tag name="ORIGINALHEIGHT" val=" 3.179341"/>
  <p:tag name="ORIGINALWIDTH" val=" 4.260983"/>
</p:tagLst>
</file>

<file path=ppt/tags/tag597.xml><?xml version="1.0" encoding="utf-8"?>
<p:tagLst xmlns:a="http://schemas.openxmlformats.org/drawingml/2006/main" xmlns:r="http://schemas.openxmlformats.org/officeDocument/2006/relationships" xmlns:p="http://schemas.openxmlformats.org/presentationml/2006/main">
  <p:tag name="EMFCHILD" val="True"/>
  <p:tag name="ORIGINALHEIGHT" val=" 6.112004"/>
  <p:tag name="ORIGINALWIDTH" val=" 3.061518"/>
</p:tagLst>
</file>

<file path=ppt/tags/tag598.xml><?xml version="1.0" encoding="utf-8"?>
<p:tagLst xmlns:a="http://schemas.openxmlformats.org/drawingml/2006/main" xmlns:r="http://schemas.openxmlformats.org/officeDocument/2006/relationships" xmlns:p="http://schemas.openxmlformats.org/presentationml/2006/main">
  <p:tag name="EMFCHILD" val="True"/>
  <p:tag name="ORIGINALHEIGHT" val=" 2.356567"/>
  <p:tag name="ORIGINALWIDTH" val=" 6.625107"/>
</p:tagLst>
</file>

<file path=ppt/tags/tag599.xml><?xml version="1.0" encoding="utf-8"?>
<p:tagLst xmlns:a="http://schemas.openxmlformats.org/drawingml/2006/main" xmlns:r="http://schemas.openxmlformats.org/officeDocument/2006/relationships" xmlns:p="http://schemas.openxmlformats.org/presentationml/2006/main">
  <p:tag name="EMFCHILD" val="True"/>
  <p:tag name="ORIGINALHEIGHT" val=" 9.164531"/>
  <p:tag name="ORIGINALWIDTH" val=" 4.97134"/>
</p:tagLst>
</file>

<file path=ppt/tags/tag600.xml><?xml version="1.0" encoding="utf-8"?>
<p:tagLst xmlns:a="http://schemas.openxmlformats.org/drawingml/2006/main" xmlns:r="http://schemas.openxmlformats.org/officeDocument/2006/relationships" xmlns:p="http://schemas.openxmlformats.org/presentationml/2006/main">
  <p:tag name="EMFCHILD" val="True"/>
  <p:tag name="ORIGINALHEIGHT" val=" 10.07087"/>
  <p:tag name="ORIGINALWIDTH" val=" 2.31128"/>
</p:tagLst>
</file>

<file path=ppt/tags/tag601.xml><?xml version="1.0" encoding="utf-8"?>
<p:tagLst xmlns:a="http://schemas.openxmlformats.org/drawingml/2006/main" xmlns:r="http://schemas.openxmlformats.org/officeDocument/2006/relationships" xmlns:p="http://schemas.openxmlformats.org/presentationml/2006/main">
  <p:tag name="EMFCHILD" val="True"/>
  <p:tag name="ORIGINALHEIGHT" val=" 6.626651"/>
  <p:tag name="ORIGINALWIDTH" val=" 4.652513"/>
</p:tagLst>
</file>

<file path=ppt/tags/tag602.xml><?xml version="1.0" encoding="utf-8"?>
<p:tagLst xmlns:a="http://schemas.openxmlformats.org/drawingml/2006/main" xmlns:r="http://schemas.openxmlformats.org/officeDocument/2006/relationships" xmlns:p="http://schemas.openxmlformats.org/presentationml/2006/main">
  <p:tag name="EMFCHILD" val="True"/>
  <p:tag name="ORIGINALHEIGHT" val=" 3.179341"/>
  <p:tag name="ORIGINALWIDTH" val=" 4.260983"/>
</p:tagLst>
</file>

<file path=ppt/tags/tag603.xml><?xml version="1.0" encoding="utf-8"?>
<p:tagLst xmlns:a="http://schemas.openxmlformats.org/drawingml/2006/main" xmlns:r="http://schemas.openxmlformats.org/officeDocument/2006/relationships" xmlns:p="http://schemas.openxmlformats.org/presentationml/2006/main">
  <p:tag name="EMFCHILD" val="True"/>
  <p:tag name="ORIGINALHEIGHT" val=" 10.07087"/>
  <p:tag name="ORIGINALWIDTH" val=" 2.31128"/>
</p:tagLst>
</file>

<file path=ppt/tags/tag604.xml><?xml version="1.0" encoding="utf-8"?>
<p:tagLst xmlns:a="http://schemas.openxmlformats.org/drawingml/2006/main" xmlns:r="http://schemas.openxmlformats.org/officeDocument/2006/relationships" xmlns:p="http://schemas.openxmlformats.org/presentationml/2006/main">
  <p:tag name="EMFCHILD" val="True"/>
  <p:tag name="ORIGINALHEIGHT" val=" 1.067466"/>
  <p:tag name="ORIGINALWIDTH" val=" 1.055993"/>
</p:tagLst>
</file>

<file path=ppt/tags/tag605.xml><?xml version="1.0" encoding="utf-8"?>
<p:tagLst xmlns:a="http://schemas.openxmlformats.org/drawingml/2006/main" xmlns:r="http://schemas.openxmlformats.org/officeDocument/2006/relationships" xmlns:p="http://schemas.openxmlformats.org/presentationml/2006/main">
  <p:tag name="EMFCHILD" val="True"/>
  <p:tag name="ORIGINALHEIGHT" val=" 9.063807"/>
  <p:tag name="ORIGINALWIDTH" val=" 5.430882"/>
</p:tagLst>
</file>

<file path=ppt/tags/tag606.xml><?xml version="1.0" encoding="utf-8"?>
<p:tagLst xmlns:a="http://schemas.openxmlformats.org/drawingml/2006/main" xmlns:r="http://schemas.openxmlformats.org/officeDocument/2006/relationships" xmlns:p="http://schemas.openxmlformats.org/presentationml/2006/main">
  <p:tag name="EMFCHILD" val="True"/>
  <p:tag name="ORIGINALHEIGHT" val=" 6.112004"/>
  <p:tag name="ORIGINALWIDTH" val=" 3.061518"/>
</p:tagLst>
</file>

<file path=ppt/tags/tag60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48"/>
  <p:tag name="IGUANATEXSIZE" val="20"/>
  <p:tag name="LATEXADDIN" val="\documentclass{article}&#10;\usepackage{amsmath}&#10;\usepackage{amsfonts}&#10;\pagestyle{empty}&#10;\begin{document}&#10;&#10;&#10;\[&#10;\frac{\partial \mu_n}{\partial x_{nk}} =  f(\eta_n) \cdot \beta_k&#10;\]&#10;&#10;&#10;&#10;&#10;&#10;\end{document}"/>
  <p:tag name="LATEXENGINEID" val="0"/>
  <p:tag name="LATEXFORMHEIGHT" val=" 320"/>
  <p:tag name="LATEXFORMWIDTH" val=" 385"/>
  <p:tag name="LATEXFORMWRAP" val="True"/>
  <p:tag name="ORIGINALHEIGHT" val=" 7.268848"/>
  <p:tag name="ORIGINALWIDTH" val=" 5.25734"/>
  <p:tag name="TEMPFOLDER" val="C:\Users\luisc\Documents\Custom Office Templates\iguana temp\"/>
  <p:tag name="TRANSPARENCY" val="True"/>
</p:tagLst>
</file>

<file path=ppt/tags/tag608.xml><?xml version="1.0" encoding="utf-8"?>
<p:tagLst xmlns:a="http://schemas.openxmlformats.org/drawingml/2006/main" xmlns:r="http://schemas.openxmlformats.org/officeDocument/2006/relationships" xmlns:p="http://schemas.openxmlformats.org/presentationml/2006/main">
  <p:tag name="EMFCHILD" val="True"/>
  <p:tag name="ORIGINALHEIGHT" val=" 6.480891"/>
  <p:tag name="ORIGINALWIDTH" val=" 5.417263"/>
</p:tagLst>
</file>

<file path=ppt/tags/tag609.xml><?xml version="1.0" encoding="utf-8"?>
<p:tagLst xmlns:a="http://schemas.openxmlformats.org/drawingml/2006/main" xmlns:r="http://schemas.openxmlformats.org/officeDocument/2006/relationships" xmlns:p="http://schemas.openxmlformats.org/presentationml/2006/main">
  <p:tag name="EMFCHILD" val="True"/>
  <p:tag name="ORIGINALHEIGHT" val=" 3.109429"/>
  <p:tag name="ORIGINALWIDTH" val=" 4.274833"/>
</p:tagLst>
</file>

<file path=ppt/tags/tag610.xml><?xml version="1.0" encoding="utf-8"?>
<p:tagLst xmlns:a="http://schemas.openxmlformats.org/drawingml/2006/main" xmlns:r="http://schemas.openxmlformats.org/officeDocument/2006/relationships" xmlns:p="http://schemas.openxmlformats.org/presentationml/2006/main">
  <p:tag name="EMFCHILD" val="True"/>
  <p:tag name="ORIGINALHEIGHT" val=" .3939151"/>
  <p:tag name="ORIGINALWIDTH" val=" 21.43257"/>
</p:tagLst>
</file>

<file path=ppt/tags/tag611.xml><?xml version="1.0" encoding="utf-8"?>
<p:tagLst xmlns:a="http://schemas.openxmlformats.org/drawingml/2006/main" xmlns:r="http://schemas.openxmlformats.org/officeDocument/2006/relationships" xmlns:p="http://schemas.openxmlformats.org/presentationml/2006/main">
  <p:tag name="EMFCHILD" val="True"/>
  <p:tag name="ORIGINALHEIGHT" val=" 7.268848"/>
  <p:tag name="ORIGINALWIDTH" val=" 5.25734"/>
</p:tagLst>
</file>

<file path=ppt/tags/tag612.xml><?xml version="1.0" encoding="utf-8"?>
<p:tagLst xmlns:a="http://schemas.openxmlformats.org/drawingml/2006/main" xmlns:r="http://schemas.openxmlformats.org/officeDocument/2006/relationships" xmlns:p="http://schemas.openxmlformats.org/presentationml/2006/main">
  <p:tag name="EMFCHILD" val="True"/>
  <p:tag name="ORIGINALHEIGHT" val=" 4.461781"/>
  <p:tag name="ORIGINALWIDTH" val=" 4.977486"/>
</p:tagLst>
</file>

<file path=ppt/tags/tag613.xml><?xml version="1.0" encoding="utf-8"?>
<p:tagLst xmlns:a="http://schemas.openxmlformats.org/drawingml/2006/main" xmlns:r="http://schemas.openxmlformats.org/officeDocument/2006/relationships" xmlns:p="http://schemas.openxmlformats.org/presentationml/2006/main">
  <p:tag name="EMFCHILD" val="True"/>
  <p:tag name="ORIGINALHEIGHT" val=" 3.109429"/>
  <p:tag name="ORIGINALWIDTH" val=" 4.274833"/>
</p:tagLst>
</file>

<file path=ppt/tags/tag614.xml><?xml version="1.0" encoding="utf-8"?>
<p:tagLst xmlns:a="http://schemas.openxmlformats.org/drawingml/2006/main" xmlns:r="http://schemas.openxmlformats.org/officeDocument/2006/relationships" xmlns:p="http://schemas.openxmlformats.org/presentationml/2006/main">
  <p:tag name="EMFCHILD" val="True"/>
  <p:tag name="ORIGINALHEIGHT" val=" 4.853796"/>
  <p:tag name="ORIGINALWIDTH" val=" 3.442239"/>
</p:tagLst>
</file>

<file path=ppt/tags/tag615.xml><?xml version="1.0" encoding="utf-8"?>
<p:tagLst xmlns:a="http://schemas.openxmlformats.org/drawingml/2006/main" xmlns:r="http://schemas.openxmlformats.org/officeDocument/2006/relationships" xmlns:p="http://schemas.openxmlformats.org/presentationml/2006/main">
  <p:tag name="EMFCHILD" val="True"/>
  <p:tag name="ORIGINALHEIGHT" val=" 2.304749"/>
  <p:tag name="ORIGINALWIDTH" val=" 6.646643"/>
</p:tagLst>
</file>

<file path=ppt/tags/tag616.xml><?xml version="1.0" encoding="utf-8"?>
<p:tagLst xmlns:a="http://schemas.openxmlformats.org/drawingml/2006/main" xmlns:r="http://schemas.openxmlformats.org/officeDocument/2006/relationships" xmlns:p="http://schemas.openxmlformats.org/presentationml/2006/main">
  <p:tag name="EMFCHILD" val="True"/>
  <p:tag name="ORIGINALHEIGHT" val=" 8.962961"/>
  <p:tag name="ORIGINALWIDTH" val=" 4.987495"/>
</p:tagLst>
</file>

<file path=ppt/tags/tag617.xml><?xml version="1.0" encoding="utf-8"?>
<p:tagLst xmlns:a="http://schemas.openxmlformats.org/drawingml/2006/main" xmlns:r="http://schemas.openxmlformats.org/officeDocument/2006/relationships" xmlns:p="http://schemas.openxmlformats.org/presentationml/2006/main">
  <p:tag name="EMFCHILD" val="True"/>
  <p:tag name="ORIGINALHEIGHT" val=" 9.849398"/>
  <p:tag name="ORIGINALWIDTH" val=" 2.318812"/>
</p:tagLst>
</file>

<file path=ppt/tags/tag618.xml><?xml version="1.0" encoding="utf-8"?>
<p:tagLst xmlns:a="http://schemas.openxmlformats.org/drawingml/2006/main" xmlns:r="http://schemas.openxmlformats.org/officeDocument/2006/relationships" xmlns:p="http://schemas.openxmlformats.org/presentationml/2006/main">
  <p:tag name="EMFCHILD" val="True"/>
  <p:tag name="ORIGINALHEIGHT" val=" 6.480891"/>
  <p:tag name="ORIGINALWIDTH" val=" 4.66765"/>
</p:tagLst>
</file>

<file path=ppt/tags/tag619.xml><?xml version="1.0" encoding="utf-8"?>
<p:tagLst xmlns:a="http://schemas.openxmlformats.org/drawingml/2006/main" xmlns:r="http://schemas.openxmlformats.org/officeDocument/2006/relationships" xmlns:p="http://schemas.openxmlformats.org/presentationml/2006/main">
  <p:tag name="EMFCHILD" val="True"/>
  <p:tag name="ORIGINALHEIGHT" val=" 3.109429"/>
  <p:tag name="ORIGINALWIDTH" val=" 4.274833"/>
</p:tagLst>
</file>

<file path=ppt/tags/tag620.xml><?xml version="1.0" encoding="utf-8"?>
<p:tagLst xmlns:a="http://schemas.openxmlformats.org/drawingml/2006/main" xmlns:r="http://schemas.openxmlformats.org/officeDocument/2006/relationships" xmlns:p="http://schemas.openxmlformats.org/presentationml/2006/main">
  <p:tag name="EMFCHILD" val="True"/>
  <p:tag name="ORIGINALHEIGHT" val=" 9.849398"/>
  <p:tag name="ORIGINALWIDTH" val=" 2.318812"/>
</p:tagLst>
</file>

<file path=ppt/tags/tag621.xml><?xml version="1.0" encoding="utf-8"?>
<p:tagLst xmlns:a="http://schemas.openxmlformats.org/drawingml/2006/main" xmlns:r="http://schemas.openxmlformats.org/officeDocument/2006/relationships" xmlns:p="http://schemas.openxmlformats.org/presentationml/2006/main">
  <p:tag name="EMFCHILD" val="True"/>
  <p:tag name="ORIGINALHEIGHT" val=" 1.044035"/>
  <p:tag name="ORIGINALWIDTH" val=" 1.059449"/>
</p:tagLst>
</file>

<file path=ppt/tags/tag622.xml><?xml version="1.0" encoding="utf-8"?>
<p:tagLst xmlns:a="http://schemas.openxmlformats.org/drawingml/2006/main" xmlns:r="http://schemas.openxmlformats.org/officeDocument/2006/relationships" xmlns:p="http://schemas.openxmlformats.org/presentationml/2006/main">
  <p:tag name="EMFCHILD" val="True"/>
  <p:tag name="ORIGINALHEIGHT" val=" 8.864484"/>
  <p:tag name="ORIGINALWIDTH" val=" 5.448513"/>
</p:tagLst>
</file>

<file path=ppt/tags/tag623.xml><?xml version="1.0" encoding="utf-8"?>
<p:tagLst xmlns:a="http://schemas.openxmlformats.org/drawingml/2006/main" xmlns:r="http://schemas.openxmlformats.org/officeDocument/2006/relationships" xmlns:p="http://schemas.openxmlformats.org/presentationml/2006/main">
  <p:tag name="EMFCHILD" val="True"/>
  <p:tag name="ORIGINALHEIGHT" val=" 4.853796"/>
  <p:tag name="ORIGINALWIDTH" val=" 3.442239"/>
</p:tagLst>
</file>

<file path=ppt/tags/tag62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69"/>
  <p:tag name="IGUANATEXSIZE" val="20"/>
  <p:tag name="LATEXADDIN" val="\documentclass{article}&#10;\usepackage{amsmath}&#10;\usepackage{amsfonts}&#10;\pagestyle{empty}&#10;\begin{document}&#10;&#10;&#10;\[&#10;\mu_n = F(\eta_n), \text{ con: }&#10;\eta_n = \alpha + \beta^\top x_n &#10;\]&#10;&#10;&#10;&#10;&#10;&#10;\end{document}"/>
  <p:tag name="LATEXENGINEID" val="0"/>
  <p:tag name="LATEXFORMHEIGHT" val=" 320"/>
  <p:tag name="LATEXFORMWIDTH" val=" 385"/>
  <p:tag name="LATEXFORMWRAP" val="True"/>
  <p:tag name="ORIGINALHEIGHT" val=" 6.704412"/>
  <p:tag name="ORIGINALWIDTH" val=" 5.408984"/>
  <p:tag name="TEMPFOLDER" val="C:\Users\luisc\Documents\Custom Office Templates\iguana temp\"/>
  <p:tag name="TRANSPARENCY" val="True"/>
</p:tagLst>
</file>

<file path=ppt/tags/tag625.xml><?xml version="1.0" encoding="utf-8"?>
<p:tagLst xmlns:a="http://schemas.openxmlformats.org/drawingml/2006/main" xmlns:r="http://schemas.openxmlformats.org/officeDocument/2006/relationships" xmlns:p="http://schemas.openxmlformats.org/presentationml/2006/main">
  <p:tag name="EMFCHILD" val="True"/>
  <p:tag name="ORIGINALHEIGHT" val=" 3.216692"/>
  <p:tag name="ORIGINALWIDTH" val=" 4.268286"/>
</p:tagLst>
</file>

<file path=ppt/tags/tag626.xml><?xml version="1.0" encoding="utf-8"?>
<p:tagLst xmlns:a="http://schemas.openxmlformats.org/drawingml/2006/main" xmlns:r="http://schemas.openxmlformats.org/officeDocument/2006/relationships" xmlns:p="http://schemas.openxmlformats.org/presentationml/2006/main">
  <p:tag name="EMFCHILD" val="True"/>
  <p:tag name="ORIGINALHEIGHT" val=" 2.384225"/>
  <p:tag name="ORIGINALWIDTH" val=" 6.636464"/>
</p:tagLst>
</file>

<file path=ppt/tags/tag627.xml><?xml version="1.0" encoding="utf-8"?>
<p:tagLst xmlns:a="http://schemas.openxmlformats.org/drawingml/2006/main" xmlns:r="http://schemas.openxmlformats.org/officeDocument/2006/relationships" xmlns:p="http://schemas.openxmlformats.org/presentationml/2006/main">
  <p:tag name="EMFCHILD" val="True"/>
  <p:tag name="ORIGINALHEIGHT" val=" 6.928565"/>
  <p:tag name="ORIGINALWIDTH" val=" 7.093342"/>
</p:tagLst>
</file>

<file path=ppt/tags/tag628.xml><?xml version="1.0" encoding="utf-8"?>
<p:tagLst xmlns:a="http://schemas.openxmlformats.org/drawingml/2006/main" xmlns:r="http://schemas.openxmlformats.org/officeDocument/2006/relationships" xmlns:p="http://schemas.openxmlformats.org/presentationml/2006/main">
  <p:tag name="EMFCHILD" val="True"/>
  <p:tag name="ORIGINALHEIGHT" val=" 10.18905"/>
  <p:tag name="ORIGINALWIDTH" val=" 2.315264"/>
</p:tagLst>
</file>

<file path=ppt/tags/tag629.xml><?xml version="1.0" encoding="utf-8"?>
<p:tagLst xmlns:a="http://schemas.openxmlformats.org/drawingml/2006/main" xmlns:r="http://schemas.openxmlformats.org/officeDocument/2006/relationships" xmlns:p="http://schemas.openxmlformats.org/presentationml/2006/main">
  <p:tag name="EMFCHILD" val="True"/>
  <p:tag name="ORIGINALHEIGHT" val=" 6.704412"/>
  <p:tag name="ORIGINALWIDTH" val=" 4.660511"/>
</p:tagLst>
</file>

<file path=ppt/tags/tag630.xml><?xml version="1.0" encoding="utf-8"?>
<p:tagLst xmlns:a="http://schemas.openxmlformats.org/drawingml/2006/main" xmlns:r="http://schemas.openxmlformats.org/officeDocument/2006/relationships" xmlns:p="http://schemas.openxmlformats.org/presentationml/2006/main">
  <p:tag name="EMFCHILD" val="True"/>
  <p:tag name="ORIGINALHEIGHT" val=" 3.216692"/>
  <p:tag name="ORIGINALWIDTH" val=" 4.268286"/>
</p:tagLst>
</file>

<file path=ppt/tags/tag631.xml><?xml version="1.0" encoding="utf-8"?>
<p:tagLst xmlns:a="http://schemas.openxmlformats.org/drawingml/2006/main" xmlns:r="http://schemas.openxmlformats.org/officeDocument/2006/relationships" xmlns:p="http://schemas.openxmlformats.org/presentationml/2006/main">
  <p:tag name="EMFCHILD" val="True"/>
  <p:tag name="ORIGINALHEIGHT" val=" 10.18905"/>
  <p:tag name="ORIGINALWIDTH" val=" 2.315264"/>
</p:tagLst>
</file>

<file path=ppt/tags/tag632.xml><?xml version="1.0" encoding="utf-8"?>
<p:tagLst xmlns:a="http://schemas.openxmlformats.org/drawingml/2006/main" xmlns:r="http://schemas.openxmlformats.org/officeDocument/2006/relationships" xmlns:p="http://schemas.openxmlformats.org/presentationml/2006/main">
  <p:tag name="EMFCHILD" val="True"/>
  <p:tag name="ORIGINALHEIGHT" val=" 3.046508"/>
  <p:tag name="ORIGINALWIDTH" val=" 1.167598"/>
</p:tagLst>
</file>

<file path=ppt/tags/tag633.xml><?xml version="1.0" encoding="utf-8"?>
<p:tagLst xmlns:a="http://schemas.openxmlformats.org/drawingml/2006/main" xmlns:r="http://schemas.openxmlformats.org/officeDocument/2006/relationships" xmlns:p="http://schemas.openxmlformats.org/presentationml/2006/main">
  <p:tag name="EMFCHILD" val="True"/>
  <p:tag name="ORIGINALHEIGHT" val=" 4.676771"/>
  <p:tag name="ORIGINALWIDTH" val=" 3.802243"/>
</p:tagLst>
</file>

<file path=ppt/tags/tag634.xml><?xml version="1.0" encoding="utf-8"?>
<p:tagLst xmlns:a="http://schemas.openxmlformats.org/drawingml/2006/main" xmlns:r="http://schemas.openxmlformats.org/officeDocument/2006/relationships" xmlns:p="http://schemas.openxmlformats.org/presentationml/2006/main">
  <p:tag name="EMFCHILD" val="True"/>
  <p:tag name="ORIGINALHEIGHT" val=" 4.676771"/>
  <p:tag name="ORIGINALWIDTH" val=" 4.420987"/>
</p:tagLst>
</file>

<file path=ppt/tags/tag635.xml><?xml version="1.0" encoding="utf-8"?>
<p:tagLst xmlns:a="http://schemas.openxmlformats.org/drawingml/2006/main" xmlns:r="http://schemas.openxmlformats.org/officeDocument/2006/relationships" xmlns:p="http://schemas.openxmlformats.org/presentationml/2006/main">
  <p:tag name="EMFCHILD" val="True"/>
  <p:tag name="ORIGINALHEIGHT" val=" 4.503546"/>
  <p:tag name="ORIGINALWIDTH" val=" 5.019756"/>
</p:tagLst>
</file>

<file path=ppt/tags/tag636.xml><?xml version="1.0" encoding="utf-8"?>
<p:tagLst xmlns:a="http://schemas.openxmlformats.org/drawingml/2006/main" xmlns:r="http://schemas.openxmlformats.org/officeDocument/2006/relationships" xmlns:p="http://schemas.openxmlformats.org/presentationml/2006/main">
  <p:tag name="EMFCHILD" val="True"/>
  <p:tag name="ORIGINALHEIGHT" val=" 4.391469"/>
  <p:tag name="ORIGINALWIDTH" val=" 1.057844"/>
</p:tagLst>
</file>

<file path=ppt/tags/tag637.xml><?xml version="1.0" encoding="utf-8"?>
<p:tagLst xmlns:a="http://schemas.openxmlformats.org/drawingml/2006/main" xmlns:r="http://schemas.openxmlformats.org/officeDocument/2006/relationships" xmlns:p="http://schemas.openxmlformats.org/presentationml/2006/main">
  <p:tag name="EMFCHILD" val="True"/>
  <p:tag name="ORIGINALHEIGHT" val=" 6.704412"/>
  <p:tag name="ORIGINALWIDTH" val=" 4.660511"/>
</p:tagLst>
</file>

<file path=ppt/tags/tag638.xml><?xml version="1.0" encoding="utf-8"?>
<p:tagLst xmlns:a="http://schemas.openxmlformats.org/drawingml/2006/main" xmlns:r="http://schemas.openxmlformats.org/officeDocument/2006/relationships" xmlns:p="http://schemas.openxmlformats.org/presentationml/2006/main">
  <p:tag name="EMFCHILD" val="True"/>
  <p:tag name="ORIGINALHEIGHT" val=" 3.216692"/>
  <p:tag name="ORIGINALWIDTH" val=" 4.268286"/>
</p:tagLst>
</file>

<file path=ppt/tags/tag639.xml><?xml version="1.0" encoding="utf-8"?>
<p:tagLst xmlns:a="http://schemas.openxmlformats.org/drawingml/2006/main" xmlns:r="http://schemas.openxmlformats.org/officeDocument/2006/relationships" xmlns:p="http://schemas.openxmlformats.org/presentationml/2006/main">
  <p:tag name="EMFCHILD" val="True"/>
  <p:tag name="ORIGINALHEIGHT" val=" 2.384225"/>
  <p:tag name="ORIGINALWIDTH" val=" 6.636464"/>
</p:tagLst>
</file>

<file path=ppt/tags/tag640.xml><?xml version="1.0" encoding="utf-8"?>
<p:tagLst xmlns:a="http://schemas.openxmlformats.org/drawingml/2006/main" xmlns:r="http://schemas.openxmlformats.org/officeDocument/2006/relationships" xmlns:p="http://schemas.openxmlformats.org/presentationml/2006/main">
  <p:tag name="EMFCHILD" val="True"/>
  <p:tag name="ORIGINALHEIGHT" val=" 4.615623"/>
  <p:tag name="ORIGINALWIDTH" val=" 5.598594"/>
</p:tagLst>
</file>

<file path=ppt/tags/tag641.xml><?xml version="1.0" encoding="utf-8"?>
<p:tagLst xmlns:a="http://schemas.openxmlformats.org/drawingml/2006/main" xmlns:r="http://schemas.openxmlformats.org/officeDocument/2006/relationships" xmlns:p="http://schemas.openxmlformats.org/presentationml/2006/main">
  <p:tag name="EMFCHILD" val="True"/>
  <p:tag name="ORIGINALHEIGHT" val=" 6.785914"/>
  <p:tag name="ORIGINALWIDTH" val=" 6.636464"/>
</p:tagLst>
</file>

<file path=ppt/tags/tag642.xml><?xml version="1.0" encoding="utf-8"?>
<p:tagLst xmlns:a="http://schemas.openxmlformats.org/drawingml/2006/main" xmlns:r="http://schemas.openxmlformats.org/officeDocument/2006/relationships" xmlns:p="http://schemas.openxmlformats.org/presentationml/2006/main">
  <p:tag name="EMFCHILD" val="True"/>
  <p:tag name="ORIGINALHEIGHT" val=" 9.170139"/>
  <p:tag name="ORIGINALWIDTH" val=" 5.440191"/>
</p:tagLst>
</file>

<file path=ppt/tags/tag643.xml><?xml version="1.0" encoding="utf-8"?>
<p:tagLst xmlns:a="http://schemas.openxmlformats.org/drawingml/2006/main" xmlns:r="http://schemas.openxmlformats.org/officeDocument/2006/relationships" xmlns:p="http://schemas.openxmlformats.org/presentationml/2006/main">
  <p:tag name="EMFCHILD" val="True"/>
  <p:tag name="ORIGINALHEIGHT" val=" 4.949826"/>
  <p:tag name="ORIGINALWIDTH" val=" 5.162491"/>
</p:tagLst>
</file>

<file path=ppt/tags/tag644.xml><?xml version="1.0" encoding="utf-8"?>
<p:tagLst xmlns:a="http://schemas.openxmlformats.org/drawingml/2006/main" xmlns:r="http://schemas.openxmlformats.org/officeDocument/2006/relationships" xmlns:p="http://schemas.openxmlformats.org/presentationml/2006/main">
  <p:tag name="EMFCHILD" val="True"/>
  <p:tag name="ORIGINALHEIGHT" val=" 4.615623"/>
  <p:tag name="ORIGINALWIDTH" val=" 4.969883"/>
</p:tagLst>
</file>

<file path=ppt/tags/tag645.xml><?xml version="1.0" encoding="utf-8"?>
<p:tagLst xmlns:a="http://schemas.openxmlformats.org/drawingml/2006/main" xmlns:r="http://schemas.openxmlformats.org/officeDocument/2006/relationships" xmlns:p="http://schemas.openxmlformats.org/presentationml/2006/main">
  <p:tag name="EMFCHILD" val="True"/>
  <p:tag name="ORIGINALHEIGHT" val=" 3.216692"/>
  <p:tag name="ORIGINALWIDTH" val=" 4.268286"/>
</p:tagLst>
</file>

<file path=ppt/tags/tag646.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258"/>
  <p:tag name="IGUANATEXSIZE" val="20"/>
  <p:tag name="IGUANATEXVERSION" val="162"/>
  <p:tag name="LATEXADDIN" val="\documentclass{article}&#10;\usepackage{amsmath}&#10;\usepackage{amsfonts}&#10;\pagestyle{empty}&#10;\begin{document}&#10;&#10;&#10;\[&#10;\frac{\partial \mu_n}{\partial x_{nk}} = f(\eta_n) \cdot \beta_k&#10;\quad \text{y} \quad&#10;\frac{\partial \mu_n}{\partial x_{nj}} = f(\eta_n) \cdot \beta_j &#10;\]&#10;&#10;&#10;&#10;&#10;&#10;\end{document}"/>
  <p:tag name="LATEXENGINEID" val="0"/>
  <p:tag name="LATEXFORMHEIGHT" val=" 320"/>
  <p:tag name="LATEXFORMWIDTH" val=" 385"/>
  <p:tag name="LATEXFORMWRAP" val="True"/>
  <p:tag name="ORIGINALHEIGHT" val=" 23.88069"/>
  <p:tag name="ORIGINALWIDTH" val=" 179.1201"/>
  <p:tag name="OUTPUTTYPE" val="SVG"/>
  <p:tag name="TEMPFOLDER" val="C:\Users\luisc\Documents\Custom Office Templates\iguana temp\"/>
  <p:tag name="TRANSPARENCY" val="True"/>
</p:tagLst>
</file>

<file path=ppt/tags/tag64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276"/>
  <p:tag name="IGUANATEXSIZE" val="20"/>
  <p:tag name="IGUANATEXVERSION" val="162"/>
  <p:tag name="LATEXADDIN" val="\documentclass{article}&#10;\usepackage{amsmath}&#10;\usepackage{amsfonts}&#10;\pagestyle{empty}&#10;\begin{document}&#10;&#10;&#10;\[&#10;\frac{\frac{\partial \mu_n}{\partial x_{nk}}}{\frac{\partial \mu_n}{\partial x_{nj}}}&#10;= \frac{f(\eta_n) \cdot \beta_k}{f(\eta_n) \cdot \beta_j}&#10;= \frac{\beta_k}{\beta_j}&#10;\]&#10;&#10;&#10;&#10;&#10;&#10;\end{document}"/>
  <p:tag name="LATEXENGINEID" val="0"/>
  <p:tag name="LATEXFORMHEIGHT" val=" 320"/>
  <p:tag name="LATEXFORMWIDTH" val=" 385"/>
  <p:tag name="LATEXFORMWRAP" val="True"/>
  <p:tag name="ORIGINALHEIGHT" val=" 31.95326"/>
  <p:tag name="ORIGINALWIDTH" val=" 104.2713"/>
  <p:tag name="OUTPUTTYPE" val="SVG"/>
  <p:tag name="TEMPFOLDER" val="C:\Users\luisc\Documents\Custom Office Templates\iguana temp\"/>
  <p:tag name="TRANSPARENCY" val="True"/>
</p:tagLst>
</file>

<file path=ppt/tags/tag64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276"/>
  <p:tag name="IGUANATEXSIZE" val="20"/>
  <p:tag name="LATEXADDIN" val="\documentclass{article}&#10;\usepackage{amsmath}&#10;\usepackage{amsfonts}&#10;\pagestyle{empty}&#10;\begin{document}&#10;&#10;&#10;\[&#10;\frac{\frac{\partial \mu_n}{\partial x_{nk}}}{\frac{\partial \mu_n}{\partial x_{nj}}}&#10;= \frac{f(\eta_n) \cdot \beta_k}{f(\eta_n) \cdot \beta_j}&#10;= \frac{\beta_k}{\beta_j}&#10;\]&#10;&#10;&#10;&#10;&#10;&#10;\end{document}"/>
  <p:tag name="LATEXENGINEID" val="0"/>
  <p:tag name="LATEXFORMHEIGHT" val=" 320"/>
  <p:tag name="LATEXFORMWIDTH" val=" 385"/>
  <p:tag name="LATEXFORMWRAP" val="True"/>
  <p:tag name="ORIGINALHEIGHT" val=" 5.201359"/>
  <p:tag name="ORIGINALWIDTH" val=" 4.012597"/>
  <p:tag name="TEMPFOLDER" val="C:\Users\luisc\Documents\Custom Office Templates\iguana temp\"/>
  <p:tag name="TRANSPARENCY" val="True"/>
</p:tagLst>
</file>

<file path=ppt/tags/tag649.xml><?xml version="1.0" encoding="utf-8"?>
<p:tagLst xmlns:a="http://schemas.openxmlformats.org/drawingml/2006/main" xmlns:r="http://schemas.openxmlformats.org/officeDocument/2006/relationships" xmlns:p="http://schemas.openxmlformats.org/presentationml/2006/main">
  <p:tag name="EMFCHILD" val="True"/>
  <p:tag name="ORIGINALHEIGHT" val=" 4.641535"/>
  <p:tag name="ORIGINALWIDTH" val=" 4.166384"/>
</p:tagLst>
</file>

<file path=ppt/tags/tag650.xml><?xml version="1.0" encoding="utf-8"?>
<p:tagLst xmlns:a="http://schemas.openxmlformats.org/drawingml/2006/main" xmlns:r="http://schemas.openxmlformats.org/officeDocument/2006/relationships" xmlns:p="http://schemas.openxmlformats.org/presentationml/2006/main">
  <p:tag name="EMFCHILD" val="True"/>
  <p:tag name="ORIGINALHEIGHT" val=" 2.292912"/>
  <p:tag name="ORIGINALWIDTH" val=" 3.495301"/>
</p:tagLst>
</file>

<file path=ppt/tags/tag651.xml><?xml version="1.0" encoding="utf-8"?>
<p:tagLst xmlns:a="http://schemas.openxmlformats.org/drawingml/2006/main" xmlns:r="http://schemas.openxmlformats.org/officeDocument/2006/relationships" xmlns:p="http://schemas.openxmlformats.org/presentationml/2006/main">
  <p:tag name="EMFCHILD" val="True"/>
  <p:tag name="ORIGINALHEIGHT" val=" .4048781"/>
  <p:tag name="ORIGINALWIDTH" val=" 17.98713"/>
</p:tagLst>
</file>

<file path=ppt/tags/tag652.xml><?xml version="1.0" encoding="utf-8"?>
<p:tagLst xmlns:a="http://schemas.openxmlformats.org/drawingml/2006/main" xmlns:r="http://schemas.openxmlformats.org/officeDocument/2006/relationships" xmlns:p="http://schemas.openxmlformats.org/presentationml/2006/main">
  <p:tag name="EMFCHILD" val="True"/>
  <p:tag name="ORIGINALHEIGHT" val=" 5.201359"/>
  <p:tag name="ORIGINALWIDTH" val=" 4.012597"/>
</p:tagLst>
</file>

<file path=ppt/tags/tag653.xml><?xml version="1.0" encoding="utf-8"?>
<p:tagLst xmlns:a="http://schemas.openxmlformats.org/drawingml/2006/main" xmlns:r="http://schemas.openxmlformats.org/officeDocument/2006/relationships" xmlns:p="http://schemas.openxmlformats.org/presentationml/2006/main">
  <p:tag name="EMFCHILD" val="True"/>
  <p:tag name="ORIGINALHEIGHT" val=" 3.195889"/>
  <p:tag name="ORIGINALWIDTH" val=" 3.739938"/>
</p:tagLst>
</file>

<file path=ppt/tags/tag654.xml><?xml version="1.0" encoding="utf-8"?>
<p:tagLst xmlns:a="http://schemas.openxmlformats.org/drawingml/2006/main" xmlns:r="http://schemas.openxmlformats.org/officeDocument/2006/relationships" xmlns:p="http://schemas.openxmlformats.org/presentationml/2006/main">
  <p:tag name="EMFCHILD" val="True"/>
  <p:tag name="ORIGINALHEIGHT" val=" 2.292912"/>
  <p:tag name="ORIGINALWIDTH" val=" 3.495301"/>
</p:tagLst>
</file>

<file path=ppt/tags/tag655.xml><?xml version="1.0" encoding="utf-8"?>
<p:tagLst xmlns:a="http://schemas.openxmlformats.org/drawingml/2006/main" xmlns:r="http://schemas.openxmlformats.org/officeDocument/2006/relationships" xmlns:p="http://schemas.openxmlformats.org/presentationml/2006/main">
  <p:tag name="EMFCHILD" val="True"/>
  <p:tag name="ORIGINALHEIGHT" val=" 3.565188"/>
  <p:tag name="ORIGINALWIDTH" val=" 2.716324"/>
</p:tagLst>
</file>

<file path=ppt/tags/tag656.xml><?xml version="1.0" encoding="utf-8"?>
<p:tagLst xmlns:a="http://schemas.openxmlformats.org/drawingml/2006/main" xmlns:r="http://schemas.openxmlformats.org/officeDocument/2006/relationships" xmlns:p="http://schemas.openxmlformats.org/presentationml/2006/main">
  <p:tag name="EMFCHILD" val="True"/>
  <p:tag name="ORIGINALHEIGHT" val=" .4048781"/>
  <p:tag name="ORIGINALWIDTH" val=" 20.38391"/>
</p:tagLst>
</file>

<file path=ppt/tags/tag657.xml><?xml version="1.0" encoding="utf-8"?>
<p:tagLst xmlns:a="http://schemas.openxmlformats.org/drawingml/2006/main" xmlns:r="http://schemas.openxmlformats.org/officeDocument/2006/relationships" xmlns:p="http://schemas.openxmlformats.org/presentationml/2006/main">
  <p:tag name="EMFCHILD" val="True"/>
  <p:tag name="ORIGINALHEIGHT" val=" 5.201359"/>
  <p:tag name="ORIGINALWIDTH" val=" 4.012597"/>
</p:tagLst>
</file>

<file path=ppt/tags/tag658.xml><?xml version="1.0" encoding="utf-8"?>
<p:tagLst xmlns:a="http://schemas.openxmlformats.org/drawingml/2006/main" xmlns:r="http://schemas.openxmlformats.org/officeDocument/2006/relationships" xmlns:p="http://schemas.openxmlformats.org/presentationml/2006/main">
  <p:tag name="EMFCHILD" val="True"/>
  <p:tag name="ORIGINALHEIGHT" val=" 4.641535"/>
  <p:tag name="ORIGINALWIDTH" val=" 4.166384"/>
</p:tagLst>
</file>

<file path=ppt/tags/tag659.xml><?xml version="1.0" encoding="utf-8"?>
<p:tagLst xmlns:a="http://schemas.openxmlformats.org/drawingml/2006/main" xmlns:r="http://schemas.openxmlformats.org/officeDocument/2006/relationships" xmlns:p="http://schemas.openxmlformats.org/presentationml/2006/main">
  <p:tag name="EMFCHILD" val="True"/>
  <p:tag name="ORIGINALHEIGHT" val=" 2.292912"/>
  <p:tag name="ORIGINALWIDTH" val=" 3.495301"/>
</p:tagLst>
</file>

<file path=ppt/tags/tag660.xml><?xml version="1.0" encoding="utf-8"?>
<p:tagLst xmlns:a="http://schemas.openxmlformats.org/drawingml/2006/main" xmlns:r="http://schemas.openxmlformats.org/officeDocument/2006/relationships" xmlns:p="http://schemas.openxmlformats.org/presentationml/2006/main">
  <p:tag name="EMFCHILD" val="True"/>
  <p:tag name="ORIGINALHEIGHT" val=" .4048781"/>
  <p:tag name="ORIGINALWIDTH" val=" 17.35228"/>
</p:tagLst>
</file>

<file path=ppt/tags/tag661.xml><?xml version="1.0" encoding="utf-8"?>
<p:tagLst xmlns:a="http://schemas.openxmlformats.org/drawingml/2006/main" xmlns:r="http://schemas.openxmlformats.org/officeDocument/2006/relationships" xmlns:p="http://schemas.openxmlformats.org/presentationml/2006/main">
  <p:tag name="EMFCHILD" val="True"/>
  <p:tag name="ORIGINALHEIGHT" val=" 5.201359"/>
  <p:tag name="ORIGINALWIDTH" val=" 4.012597"/>
</p:tagLst>
</file>

<file path=ppt/tags/tag662.xml><?xml version="1.0" encoding="utf-8"?>
<p:tagLst xmlns:a="http://schemas.openxmlformats.org/drawingml/2006/main" xmlns:r="http://schemas.openxmlformats.org/officeDocument/2006/relationships" xmlns:p="http://schemas.openxmlformats.org/presentationml/2006/main">
  <p:tag name="EMFCHILD" val="True"/>
  <p:tag name="ORIGINALHEIGHT" val=" 3.195889"/>
  <p:tag name="ORIGINALWIDTH" val=" 3.739938"/>
</p:tagLst>
</file>

<file path=ppt/tags/tag663.xml><?xml version="1.0" encoding="utf-8"?>
<p:tagLst xmlns:a="http://schemas.openxmlformats.org/drawingml/2006/main" xmlns:r="http://schemas.openxmlformats.org/officeDocument/2006/relationships" xmlns:p="http://schemas.openxmlformats.org/presentationml/2006/main">
  <p:tag name="EMFCHILD" val="True"/>
  <p:tag name="ORIGINALHEIGHT" val=" 2.292912"/>
  <p:tag name="ORIGINALWIDTH" val=" 3.495301"/>
</p:tagLst>
</file>

<file path=ppt/tags/tag664.xml><?xml version="1.0" encoding="utf-8"?>
<p:tagLst xmlns:a="http://schemas.openxmlformats.org/drawingml/2006/main" xmlns:r="http://schemas.openxmlformats.org/officeDocument/2006/relationships" xmlns:p="http://schemas.openxmlformats.org/presentationml/2006/main">
  <p:tag name="EMFCHILD" val="True"/>
  <p:tag name="ORIGINALHEIGHT" val=" 4.413722"/>
  <p:tag name="ORIGINALWIDTH" val=" 2.361808"/>
</p:tagLst>
</file>

<file path=ppt/tags/tag665.xml><?xml version="1.0" encoding="utf-8"?>
<p:tagLst xmlns:a="http://schemas.openxmlformats.org/drawingml/2006/main" xmlns:r="http://schemas.openxmlformats.org/officeDocument/2006/relationships" xmlns:p="http://schemas.openxmlformats.org/presentationml/2006/main">
  <p:tag name="EMFCHILD" val="True"/>
  <p:tag name="ORIGINALHEIGHT" val=" 2.368812"/>
  <p:tag name="ORIGINALWIDTH" val=" 6.64105"/>
</p:tagLst>
</file>

<file path=ppt/tags/tag666.xml><?xml version="1.0" encoding="utf-8"?>
<p:tagLst xmlns:a="http://schemas.openxmlformats.org/drawingml/2006/main" xmlns:r="http://schemas.openxmlformats.org/officeDocument/2006/relationships" xmlns:p="http://schemas.openxmlformats.org/presentationml/2006/main">
  <p:tag name="EMFCHILD" val="True"/>
  <p:tag name="ORIGINALHEIGHT" val=" 9.21219"/>
  <p:tag name="ORIGINALWIDTH" val=" 4.983256"/>
</p:tagLst>
</file>

<file path=ppt/tags/tag667.xml><?xml version="1.0" encoding="utf-8"?>
<p:tagLst xmlns:a="http://schemas.openxmlformats.org/drawingml/2006/main" xmlns:r="http://schemas.openxmlformats.org/officeDocument/2006/relationships" xmlns:p="http://schemas.openxmlformats.org/presentationml/2006/main">
  <p:tag name="EMFCHILD" val="True"/>
  <p:tag name="ORIGINALHEIGHT" val=" 10.12333"/>
  <p:tag name="ORIGINALWIDTH" val=" 2.316852"/>
</p:tagLst>
</file>

<file path=ppt/tags/tag668.xml><?xml version="1.0" encoding="utf-8"?>
<p:tagLst xmlns:a="http://schemas.openxmlformats.org/drawingml/2006/main" xmlns:r="http://schemas.openxmlformats.org/officeDocument/2006/relationships" xmlns:p="http://schemas.openxmlformats.org/presentationml/2006/main">
  <p:tag name="EMFCHILD" val="True"/>
  <p:tag name="ORIGINALHEIGHT" val=" 6.661127"/>
  <p:tag name="ORIGINALWIDTH" val=" 4.663712"/>
</p:tagLst>
</file>

<file path=ppt/tags/tag669.xml><?xml version="1.0" encoding="utf-8"?>
<p:tagLst xmlns:a="http://schemas.openxmlformats.org/drawingml/2006/main" xmlns:r="http://schemas.openxmlformats.org/officeDocument/2006/relationships" xmlns:p="http://schemas.openxmlformats.org/presentationml/2006/main">
  <p:tag name="EMFCHILD" val="True"/>
  <p:tag name="ORIGINALHEIGHT" val=" 3.195889"/>
  <p:tag name="ORIGINALWIDTH" val=" 4.271244"/>
</p:tagLst>
</file>

<file path=ppt/tags/tag670.xml><?xml version="1.0" encoding="utf-8"?>
<p:tagLst xmlns:a="http://schemas.openxmlformats.org/drawingml/2006/main" xmlns:r="http://schemas.openxmlformats.org/officeDocument/2006/relationships" xmlns:p="http://schemas.openxmlformats.org/presentationml/2006/main">
  <p:tag name="EMFCHILD" val="True"/>
  <p:tag name="ORIGINALHEIGHT" val=" 10.12333"/>
  <p:tag name="ORIGINALWIDTH" val=" 2.316852"/>
</p:tagLst>
</file>

<file path=ppt/tags/tag671.xml><?xml version="1.0" encoding="utf-8"?>
<p:tagLst xmlns:a="http://schemas.openxmlformats.org/drawingml/2006/main" xmlns:r="http://schemas.openxmlformats.org/officeDocument/2006/relationships" xmlns:p="http://schemas.openxmlformats.org/presentationml/2006/main">
  <p:tag name="EMFCHILD" val="True"/>
  <p:tag name="ORIGINALHEIGHT" val=" 1.073037"/>
  <p:tag name="ORIGINALWIDTH" val=" 1.05853"/>
</p:tagLst>
</file>

<file path=ppt/tags/tag672.xml><?xml version="1.0" encoding="utf-8"?>
<p:tagLst xmlns:a="http://schemas.openxmlformats.org/drawingml/2006/main" xmlns:r="http://schemas.openxmlformats.org/officeDocument/2006/relationships" xmlns:p="http://schemas.openxmlformats.org/presentationml/2006/main">
  <p:tag name="EMFCHILD" val="True"/>
  <p:tag name="ORIGINALHEIGHT" val=" 9.11097"/>
  <p:tag name="ORIGINALWIDTH" val=" 5.443957"/>
</p:tagLst>
</file>

<file path=ppt/tags/tag673.xml><?xml version="1.0" encoding="utf-8"?>
<p:tagLst xmlns:a="http://schemas.openxmlformats.org/drawingml/2006/main" xmlns:r="http://schemas.openxmlformats.org/officeDocument/2006/relationships" xmlns:p="http://schemas.openxmlformats.org/presentationml/2006/main">
  <p:tag name="EMFCHILD" val="True"/>
  <p:tag name="ORIGINALHEIGHT" val=" 4.98877"/>
  <p:tag name="ORIGINALWIDTH" val=" 3.439368"/>
</p:tagLst>
</file>

<file path=ppt/tags/tag674.xml><?xml version="1.0" encoding="utf-8"?>
<p:tagLst xmlns:a="http://schemas.openxmlformats.org/drawingml/2006/main" xmlns:r="http://schemas.openxmlformats.org/officeDocument/2006/relationships" xmlns:p="http://schemas.openxmlformats.org/presentationml/2006/main">
  <p:tag name="EMFCHILD" val="True"/>
  <p:tag name="ORIGINALHEIGHT" val=" .4048781"/>
  <p:tag name="ORIGINALWIDTH" val=" 41.90092"/>
</p:tagLst>
</file>

<file path=ppt/tags/tag675.xml><?xml version="1.0" encoding="utf-8"?>
<p:tagLst xmlns:a="http://schemas.openxmlformats.org/drawingml/2006/main" xmlns:r="http://schemas.openxmlformats.org/officeDocument/2006/relationships" xmlns:p="http://schemas.openxmlformats.org/presentationml/2006/main">
  <p:tag name="EMFCHILD" val="True"/>
  <p:tag name="ORIGINALHEIGHT" val=" 9.21219"/>
  <p:tag name="ORIGINALWIDTH" val=" 4.983256"/>
</p:tagLst>
</file>

<file path=ppt/tags/tag676.xml><?xml version="1.0" encoding="utf-8"?>
<p:tagLst xmlns:a="http://schemas.openxmlformats.org/drawingml/2006/main" xmlns:r="http://schemas.openxmlformats.org/officeDocument/2006/relationships" xmlns:p="http://schemas.openxmlformats.org/presentationml/2006/main">
  <p:tag name="EMFCHILD" val="True"/>
  <p:tag name="ORIGINALHEIGHT" val=" 10.12333"/>
  <p:tag name="ORIGINALWIDTH" val=" 2.316852"/>
</p:tagLst>
</file>

<file path=ppt/tags/tag677.xml><?xml version="1.0" encoding="utf-8"?>
<p:tagLst xmlns:a="http://schemas.openxmlformats.org/drawingml/2006/main" xmlns:r="http://schemas.openxmlformats.org/officeDocument/2006/relationships" xmlns:p="http://schemas.openxmlformats.org/presentationml/2006/main">
  <p:tag name="EMFCHILD" val="True"/>
  <p:tag name="ORIGINALHEIGHT" val=" 6.661127"/>
  <p:tag name="ORIGINALWIDTH" val=" 4.663712"/>
</p:tagLst>
</file>

<file path=ppt/tags/tag678.xml><?xml version="1.0" encoding="utf-8"?>
<p:tagLst xmlns:a="http://schemas.openxmlformats.org/drawingml/2006/main" xmlns:r="http://schemas.openxmlformats.org/officeDocument/2006/relationships" xmlns:p="http://schemas.openxmlformats.org/presentationml/2006/main">
  <p:tag name="EMFCHILD" val="True"/>
  <p:tag name="ORIGINALHEIGHT" val=" 3.195889"/>
  <p:tag name="ORIGINALWIDTH" val=" 4.271244"/>
</p:tagLst>
</file>

<file path=ppt/tags/tag679.xml><?xml version="1.0" encoding="utf-8"?>
<p:tagLst xmlns:a="http://schemas.openxmlformats.org/drawingml/2006/main" xmlns:r="http://schemas.openxmlformats.org/officeDocument/2006/relationships" xmlns:p="http://schemas.openxmlformats.org/presentationml/2006/main">
  <p:tag name="EMFCHILD" val="True"/>
  <p:tag name="ORIGINALHEIGHT" val=" 10.12333"/>
  <p:tag name="ORIGINALWIDTH" val=" 2.316852"/>
</p:tagLst>
</file>

<file path=ppt/tags/tag680.xml><?xml version="1.0" encoding="utf-8"?>
<p:tagLst xmlns:a="http://schemas.openxmlformats.org/drawingml/2006/main" xmlns:r="http://schemas.openxmlformats.org/officeDocument/2006/relationships" xmlns:p="http://schemas.openxmlformats.org/presentationml/2006/main">
  <p:tag name="EMFCHILD" val="True"/>
  <p:tag name="ORIGINALHEIGHT" val=" 1.073037"/>
  <p:tag name="ORIGINALWIDTH" val=" 1.05853"/>
</p:tagLst>
</file>

<file path=ppt/tags/tag681.xml><?xml version="1.0" encoding="utf-8"?>
<p:tagLst xmlns:a="http://schemas.openxmlformats.org/drawingml/2006/main" xmlns:r="http://schemas.openxmlformats.org/officeDocument/2006/relationships" xmlns:p="http://schemas.openxmlformats.org/presentationml/2006/main">
  <p:tag name="EMFCHILD" val="True"/>
  <p:tag name="ORIGINALHEIGHT" val=" 9.11097"/>
  <p:tag name="ORIGINALWIDTH" val=" 5.443957"/>
</p:tagLst>
</file>

<file path=ppt/tags/tag682.xml><?xml version="1.0" encoding="utf-8"?>
<p:tagLst xmlns:a="http://schemas.openxmlformats.org/drawingml/2006/main" xmlns:r="http://schemas.openxmlformats.org/officeDocument/2006/relationships" xmlns:p="http://schemas.openxmlformats.org/presentationml/2006/main">
  <p:tag name="EMFCHILD" val="True"/>
  <p:tag name="ORIGINALHEIGHT" val=" 6.143832"/>
  <p:tag name="ORIGINALWIDTH" val=" 3.068855"/>
</p:tagLst>
</file>

<file path=ppt/tags/tag683.xml><?xml version="1.0" encoding="utf-8"?>
<p:tagLst xmlns:a="http://schemas.openxmlformats.org/drawingml/2006/main" xmlns:r="http://schemas.openxmlformats.org/officeDocument/2006/relationships" xmlns:p="http://schemas.openxmlformats.org/presentationml/2006/main">
  <p:tag name="EMFCHILD" val="True"/>
  <p:tag name="ORIGINALHEIGHT" val=" 2.368812"/>
  <p:tag name="ORIGINALWIDTH" val=" 6.64105"/>
</p:tagLst>
</file>

<file path=ppt/tags/tag684.xml><?xml version="1.0" encoding="utf-8"?>
<p:tagLst xmlns:a="http://schemas.openxmlformats.org/drawingml/2006/main" xmlns:r="http://schemas.openxmlformats.org/officeDocument/2006/relationships" xmlns:p="http://schemas.openxmlformats.org/presentationml/2006/main">
  <p:tag name="EMFCHILD" val="True"/>
  <p:tag name="ORIGINALHEIGHT" val=" 9.11097"/>
  <p:tag name="ORIGINALWIDTH" val=" 5.443957"/>
</p:tagLst>
</file>

<file path=ppt/tags/tag685.xml><?xml version="1.0" encoding="utf-8"?>
<p:tagLst xmlns:a="http://schemas.openxmlformats.org/drawingml/2006/main" xmlns:r="http://schemas.openxmlformats.org/officeDocument/2006/relationships" xmlns:p="http://schemas.openxmlformats.org/presentationml/2006/main">
  <p:tag name="EMFCHILD" val="True"/>
  <p:tag name="ORIGINALHEIGHT" val=" 4.98877"/>
  <p:tag name="ORIGINALWIDTH" val=" 3.439368"/>
</p:tagLst>
</file>

<file path=ppt/tags/tag686.xml><?xml version="1.0" encoding="utf-8"?>
<p:tagLst xmlns:a="http://schemas.openxmlformats.org/drawingml/2006/main" xmlns:r="http://schemas.openxmlformats.org/officeDocument/2006/relationships" xmlns:p="http://schemas.openxmlformats.org/presentationml/2006/main">
  <p:tag name="EMFCHILD" val="True"/>
  <p:tag name="ORIGINALHEIGHT" val=" .4048781"/>
  <p:tag name="ORIGINALWIDTH" val=" 10.56219"/>
</p:tagLst>
</file>

<file path=ppt/tags/tag687.xml><?xml version="1.0" encoding="utf-8"?>
<p:tagLst xmlns:a="http://schemas.openxmlformats.org/drawingml/2006/main" xmlns:r="http://schemas.openxmlformats.org/officeDocument/2006/relationships" xmlns:p="http://schemas.openxmlformats.org/presentationml/2006/main">
  <p:tag name="EMFCHILD" val="True"/>
  <p:tag name="ORIGINALHEIGHT" val=" 9.11097"/>
  <p:tag name="ORIGINALWIDTH" val=" 5.443957"/>
</p:tagLst>
</file>

<file path=ppt/tags/tag688.xml><?xml version="1.0" encoding="utf-8"?>
<p:tagLst xmlns:a="http://schemas.openxmlformats.org/drawingml/2006/main" xmlns:r="http://schemas.openxmlformats.org/officeDocument/2006/relationships" xmlns:p="http://schemas.openxmlformats.org/presentationml/2006/main">
  <p:tag name="EMFCHILD" val="True"/>
  <p:tag name="ORIGINALHEIGHT" val=" 6.143832"/>
  <p:tag name="ORIGINALWIDTH" val=" 3.068855"/>
</p:tagLst>
</file>

<file path=ppt/tags/tag68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258"/>
  <p:tag name="IGUANATEXSIZE" val="20"/>
  <p:tag name="LATEXADDIN" val="\documentclass{article}&#10;\usepackage{amsmath}&#10;\usepackage{amsfonts}&#10;\pagestyle{empty}&#10;\begin{document}&#10;&#10;&#10;\[&#10;\frac{\partial \mu_n}{\partial x_{nk}} = f(\eta_n) \cdot \beta_k&#10;\quad \text{y} \quad&#10;\frac{\partial \mu_n}{\partial x_{nj}} = f(\eta_n) \cdot \beta_j &#10;\]&#10;&#10;&#10;&#10;&#10;&#10;\end{document}"/>
  <p:tag name="LATEXENGINEID" val="0"/>
  <p:tag name="LATEXFORMHEIGHT" val=" 320"/>
  <p:tag name="LATEXFORMWIDTH" val=" 385"/>
  <p:tag name="LATEXFORMWRAP" val="True"/>
  <p:tag name="ORIGINALHEIGHT" val=" 7.432325"/>
  <p:tag name="ORIGINALWIDTH" val=" 5.240303"/>
  <p:tag name="TEMPFOLDER" val="C:\Users\luisc\Documents\Custom Office Templates\iguana temp\"/>
  <p:tag name="TRANSPARENCY" val="True"/>
</p:tagLst>
</file>

<file path=ppt/tags/tag690.xml><?xml version="1.0" encoding="utf-8"?>
<p:tagLst xmlns:a="http://schemas.openxmlformats.org/drawingml/2006/main" xmlns:r="http://schemas.openxmlformats.org/officeDocument/2006/relationships" xmlns:p="http://schemas.openxmlformats.org/presentationml/2006/main">
  <p:tag name="EMFCHILD" val="True"/>
  <p:tag name="ORIGINALHEIGHT" val=" 6.626651"/>
  <p:tag name="ORIGINALWIDTH" val=" 5.399717"/>
</p:tagLst>
</file>

<file path=ppt/tags/tag691.xml><?xml version="1.0" encoding="utf-8"?>
<p:tagLst xmlns:a="http://schemas.openxmlformats.org/drawingml/2006/main" xmlns:r="http://schemas.openxmlformats.org/officeDocument/2006/relationships" xmlns:p="http://schemas.openxmlformats.org/presentationml/2006/main">
  <p:tag name="EMFCHILD" val="True"/>
  <p:tag name="ORIGINALHEIGHT" val=" 3.179341"/>
  <p:tag name="ORIGINALWIDTH" val=" 4.260983"/>
</p:tagLst>
</file>

<file path=ppt/tags/tag692.xml><?xml version="1.0" encoding="utf-8"?>
<p:tagLst xmlns:a="http://schemas.openxmlformats.org/drawingml/2006/main" xmlns:r="http://schemas.openxmlformats.org/officeDocument/2006/relationships" xmlns:p="http://schemas.openxmlformats.org/presentationml/2006/main">
  <p:tag name="EMFCHILD" val="True"/>
  <p:tag name="ORIGINALHEIGHT" val=" .402782"/>
  <p:tag name="ORIGINALWIDTH" val=" 21.36322"/>
</p:tagLst>
</file>

<file path=ppt/tags/tag693.xml><?xml version="1.0" encoding="utf-8"?>
<p:tagLst xmlns:a="http://schemas.openxmlformats.org/drawingml/2006/main" xmlns:r="http://schemas.openxmlformats.org/officeDocument/2006/relationships" xmlns:p="http://schemas.openxmlformats.org/presentationml/2006/main">
  <p:tag name="EMFCHILD" val="True"/>
  <p:tag name="ORIGINALHEIGHT" val=" 7.432325"/>
  <p:tag name="ORIGINALWIDTH" val=" 5.240303"/>
</p:tagLst>
</file>

<file path=ppt/tags/tag694.xml><?xml version="1.0" encoding="utf-8"?>
<p:tagLst xmlns:a="http://schemas.openxmlformats.org/drawingml/2006/main" xmlns:r="http://schemas.openxmlformats.org/officeDocument/2006/relationships" xmlns:p="http://schemas.openxmlformats.org/presentationml/2006/main">
  <p:tag name="EMFCHILD" val="True"/>
  <p:tag name="ORIGINALHEIGHT" val=" 4.562104"/>
  <p:tag name="ORIGINALWIDTH" val=" 4.961356"/>
</p:tagLst>
</file>

<file path=ppt/tags/tag695.xml><?xml version="1.0" encoding="utf-8"?>
<p:tagLst xmlns:a="http://schemas.openxmlformats.org/drawingml/2006/main" xmlns:r="http://schemas.openxmlformats.org/officeDocument/2006/relationships" xmlns:p="http://schemas.openxmlformats.org/presentationml/2006/main">
  <p:tag name="EMFCHILD" val="True"/>
  <p:tag name="ORIGINALHEIGHT" val=" 3.179341"/>
  <p:tag name="ORIGINALWIDTH" val=" 4.260983"/>
</p:tagLst>
</file>

<file path=ppt/tags/tag696.xml><?xml version="1.0" encoding="utf-8"?>
<p:tagLst xmlns:a="http://schemas.openxmlformats.org/drawingml/2006/main" xmlns:r="http://schemas.openxmlformats.org/officeDocument/2006/relationships" xmlns:p="http://schemas.openxmlformats.org/presentationml/2006/main">
  <p:tag name="EMFCHILD" val="True"/>
  <p:tag name="ORIGINALHEIGHT" val=" 4.9629"/>
  <p:tag name="ORIGINALWIDTH" val=" 3.431093"/>
</p:tagLst>
</file>

<file path=ppt/tags/tag697.xml><?xml version="1.0" encoding="utf-8"?>
<p:tagLst xmlns:a="http://schemas.openxmlformats.org/drawingml/2006/main" xmlns:r="http://schemas.openxmlformats.org/officeDocument/2006/relationships" xmlns:p="http://schemas.openxmlformats.org/presentationml/2006/main">
  <p:tag name="EMFCHILD" val="True"/>
  <p:tag name="ORIGINALHEIGHT" val=" 2.356567"/>
  <p:tag name="ORIGINALWIDTH" val=" 6.625107"/>
</p:tagLst>
</file>

<file path=ppt/tags/tag698.xml><?xml version="1.0" encoding="utf-8"?>
<p:tagLst xmlns:a="http://schemas.openxmlformats.org/drawingml/2006/main" xmlns:r="http://schemas.openxmlformats.org/officeDocument/2006/relationships" xmlns:p="http://schemas.openxmlformats.org/presentationml/2006/main">
  <p:tag name="EMFCHILD" val="True"/>
  <p:tag name="ORIGINALHEIGHT" val=" 9.164531"/>
  <p:tag name="ORIGINALWIDTH" val=" 4.97134"/>
</p:tagLst>
</file>

<file path=ppt/tags/tag699.xml><?xml version="1.0" encoding="utf-8"?>
<p:tagLst xmlns:a="http://schemas.openxmlformats.org/drawingml/2006/main" xmlns:r="http://schemas.openxmlformats.org/officeDocument/2006/relationships" xmlns:p="http://schemas.openxmlformats.org/presentationml/2006/main">
  <p:tag name="EMFCHILD" val="True"/>
  <p:tag name="ORIGINALHEIGHT" val=" 10.07087"/>
  <p:tag name="ORIGINALWIDTH" val=" 2.31128"/>
</p:tagLst>
</file>

<file path=ppt/tags/tag700.xml><?xml version="1.0" encoding="utf-8"?>
<p:tagLst xmlns:a="http://schemas.openxmlformats.org/drawingml/2006/main" xmlns:r="http://schemas.openxmlformats.org/officeDocument/2006/relationships" xmlns:p="http://schemas.openxmlformats.org/presentationml/2006/main">
  <p:tag name="EMFCHILD" val="True"/>
  <p:tag name="ORIGINALHEIGHT" val=" 6.626651"/>
  <p:tag name="ORIGINALWIDTH" val=" 4.652513"/>
</p:tagLst>
</file>

<file path=ppt/tags/tag701.xml><?xml version="1.0" encoding="utf-8"?>
<p:tagLst xmlns:a="http://schemas.openxmlformats.org/drawingml/2006/main" xmlns:r="http://schemas.openxmlformats.org/officeDocument/2006/relationships" xmlns:p="http://schemas.openxmlformats.org/presentationml/2006/main">
  <p:tag name="EMFCHILD" val="True"/>
  <p:tag name="ORIGINALHEIGHT" val=" 3.179341"/>
  <p:tag name="ORIGINALWIDTH" val=" 4.260983"/>
</p:tagLst>
</file>

<file path=ppt/tags/tag702.xml><?xml version="1.0" encoding="utf-8"?>
<p:tagLst xmlns:a="http://schemas.openxmlformats.org/drawingml/2006/main" xmlns:r="http://schemas.openxmlformats.org/officeDocument/2006/relationships" xmlns:p="http://schemas.openxmlformats.org/presentationml/2006/main">
  <p:tag name="EMFCHILD" val="True"/>
  <p:tag name="ORIGINALHEIGHT" val=" 10.07087"/>
  <p:tag name="ORIGINALWIDTH" val=" 2.31128"/>
</p:tagLst>
</file>

<file path=ppt/tags/tag703.xml><?xml version="1.0" encoding="utf-8"?>
<p:tagLst xmlns:a="http://schemas.openxmlformats.org/drawingml/2006/main" xmlns:r="http://schemas.openxmlformats.org/officeDocument/2006/relationships" xmlns:p="http://schemas.openxmlformats.org/presentationml/2006/main">
  <p:tag name="EMFCHILD" val="True"/>
  <p:tag name="ORIGINALHEIGHT" val=" 1.067466"/>
  <p:tag name="ORIGINALWIDTH" val=" 1.055993"/>
</p:tagLst>
</file>

<file path=ppt/tags/tag704.xml><?xml version="1.0" encoding="utf-8"?>
<p:tagLst xmlns:a="http://schemas.openxmlformats.org/drawingml/2006/main" xmlns:r="http://schemas.openxmlformats.org/officeDocument/2006/relationships" xmlns:p="http://schemas.openxmlformats.org/presentationml/2006/main">
  <p:tag name="EMFCHILD" val="True"/>
  <p:tag name="ORIGINALHEIGHT" val=" 9.063807"/>
  <p:tag name="ORIGINALWIDTH" val=" 5.430882"/>
</p:tagLst>
</file>

<file path=ppt/tags/tag705.xml><?xml version="1.0" encoding="utf-8"?>
<p:tagLst xmlns:a="http://schemas.openxmlformats.org/drawingml/2006/main" xmlns:r="http://schemas.openxmlformats.org/officeDocument/2006/relationships" xmlns:p="http://schemas.openxmlformats.org/presentationml/2006/main">
  <p:tag name="EMFCHILD" val="True"/>
  <p:tag name="ORIGINALHEIGHT" val=" 4.9629"/>
  <p:tag name="ORIGINALWIDTH" val=" 3.431093"/>
</p:tagLst>
</file>

<file path=ppt/tags/tag706.xml><?xml version="1.0" encoding="utf-8"?>
<p:tagLst xmlns:a="http://schemas.openxmlformats.org/drawingml/2006/main" xmlns:r="http://schemas.openxmlformats.org/officeDocument/2006/relationships" xmlns:p="http://schemas.openxmlformats.org/presentationml/2006/main">
  <p:tag name="EMFCHILD" val="True"/>
  <p:tag name="ORIGINALHEIGHT" val=" 6.405072"/>
  <p:tag name="ORIGINALWIDTH" val=" 4.87172"/>
</p:tagLst>
</file>

<file path=ppt/tags/tag707.xml><?xml version="1.0" encoding="utf-8"?>
<p:tagLst xmlns:a="http://schemas.openxmlformats.org/drawingml/2006/main" xmlns:r="http://schemas.openxmlformats.org/officeDocument/2006/relationships" xmlns:p="http://schemas.openxmlformats.org/presentationml/2006/main">
  <p:tag name="EMFCHILD" val="True"/>
  <p:tag name="ORIGINALHEIGHT" val=" 7.432325"/>
  <p:tag name="ORIGINALWIDTH" val=" 5.240303"/>
</p:tagLst>
</file>

<file path=ppt/tags/tag708.xml><?xml version="1.0" encoding="utf-8"?>
<p:tagLst xmlns:a="http://schemas.openxmlformats.org/drawingml/2006/main" xmlns:r="http://schemas.openxmlformats.org/officeDocument/2006/relationships" xmlns:p="http://schemas.openxmlformats.org/presentationml/2006/main">
  <p:tag name="EMFCHILD" val="True"/>
  <p:tag name="ORIGINALHEIGHT" val=" 6.626651"/>
  <p:tag name="ORIGINALWIDTH" val=" 5.399717"/>
</p:tagLst>
</file>

<file path=ppt/tags/tag709.xml><?xml version="1.0" encoding="utf-8"?>
<p:tagLst xmlns:a="http://schemas.openxmlformats.org/drawingml/2006/main" xmlns:r="http://schemas.openxmlformats.org/officeDocument/2006/relationships" xmlns:p="http://schemas.openxmlformats.org/presentationml/2006/main">
  <p:tag name="EMFCHILD" val="True"/>
  <p:tag name="ORIGINALHEIGHT" val=" 3.179341"/>
  <p:tag name="ORIGINALWIDTH" val=" 4.260983"/>
</p:tagLst>
</file>

<file path=ppt/tags/tag710.xml><?xml version="1.0" encoding="utf-8"?>
<p:tagLst xmlns:a="http://schemas.openxmlformats.org/drawingml/2006/main" xmlns:r="http://schemas.openxmlformats.org/officeDocument/2006/relationships" xmlns:p="http://schemas.openxmlformats.org/presentationml/2006/main">
  <p:tag name="EMFCHILD" val="True"/>
  <p:tag name="ORIGINALHEIGHT" val=" .402782"/>
  <p:tag name="ORIGINALWIDTH" val=" 20.65926"/>
</p:tagLst>
</file>

<file path=ppt/tags/tag711.xml><?xml version="1.0" encoding="utf-8"?>
<p:tagLst xmlns:a="http://schemas.openxmlformats.org/drawingml/2006/main" xmlns:r="http://schemas.openxmlformats.org/officeDocument/2006/relationships" xmlns:p="http://schemas.openxmlformats.org/presentationml/2006/main">
  <p:tag name="EMFCHILD" val="True"/>
  <p:tag name="ORIGINALHEIGHT" val=" 7.432325"/>
  <p:tag name="ORIGINALWIDTH" val=" 5.240303"/>
</p:tagLst>
</file>

<file path=ppt/tags/tag712.xml><?xml version="1.0" encoding="utf-8"?>
<p:tagLst xmlns:a="http://schemas.openxmlformats.org/drawingml/2006/main" xmlns:r="http://schemas.openxmlformats.org/officeDocument/2006/relationships" xmlns:p="http://schemas.openxmlformats.org/presentationml/2006/main">
  <p:tag name="EMFCHILD" val="True"/>
  <p:tag name="ORIGINALHEIGHT" val=" 4.562104"/>
  <p:tag name="ORIGINALWIDTH" val=" 4.961356"/>
</p:tagLst>
</file>

<file path=ppt/tags/tag713.xml><?xml version="1.0" encoding="utf-8"?>
<p:tagLst xmlns:a="http://schemas.openxmlformats.org/drawingml/2006/main" xmlns:r="http://schemas.openxmlformats.org/officeDocument/2006/relationships" xmlns:p="http://schemas.openxmlformats.org/presentationml/2006/main">
  <p:tag name="EMFCHILD" val="True"/>
  <p:tag name="ORIGINALHEIGHT" val=" 3.179341"/>
  <p:tag name="ORIGINALWIDTH" val=" 4.260983"/>
</p:tagLst>
</file>

<file path=ppt/tags/tag714.xml><?xml version="1.0" encoding="utf-8"?>
<p:tagLst xmlns:a="http://schemas.openxmlformats.org/drawingml/2006/main" xmlns:r="http://schemas.openxmlformats.org/officeDocument/2006/relationships" xmlns:p="http://schemas.openxmlformats.org/presentationml/2006/main">
  <p:tag name="EMFCHILD" val="True"/>
  <p:tag name="ORIGINALHEIGHT" val=" 6.112004"/>
  <p:tag name="ORIGINALWIDTH" val=" 3.061518"/>
</p:tagLst>
</file>

<file path=ppt/tags/tag715.xml><?xml version="1.0" encoding="utf-8"?>
<p:tagLst xmlns:a="http://schemas.openxmlformats.org/drawingml/2006/main" xmlns:r="http://schemas.openxmlformats.org/officeDocument/2006/relationships" xmlns:p="http://schemas.openxmlformats.org/presentationml/2006/main">
  <p:tag name="EMFCHILD" val="True"/>
  <p:tag name="ORIGINALHEIGHT" val=" 2.356567"/>
  <p:tag name="ORIGINALWIDTH" val=" 6.625107"/>
</p:tagLst>
</file>

<file path=ppt/tags/tag716.xml><?xml version="1.0" encoding="utf-8"?>
<p:tagLst xmlns:a="http://schemas.openxmlformats.org/drawingml/2006/main" xmlns:r="http://schemas.openxmlformats.org/officeDocument/2006/relationships" xmlns:p="http://schemas.openxmlformats.org/presentationml/2006/main">
  <p:tag name="EMFCHILD" val="True"/>
  <p:tag name="ORIGINALHEIGHT" val=" 9.164531"/>
  <p:tag name="ORIGINALWIDTH" val=" 4.97134"/>
</p:tagLst>
</file>

<file path=ppt/tags/tag717.xml><?xml version="1.0" encoding="utf-8"?>
<p:tagLst xmlns:a="http://schemas.openxmlformats.org/drawingml/2006/main" xmlns:r="http://schemas.openxmlformats.org/officeDocument/2006/relationships" xmlns:p="http://schemas.openxmlformats.org/presentationml/2006/main">
  <p:tag name="EMFCHILD" val="True"/>
  <p:tag name="ORIGINALHEIGHT" val=" 10.07087"/>
  <p:tag name="ORIGINALWIDTH" val=" 2.31128"/>
</p:tagLst>
</file>

<file path=ppt/tags/tag718.xml><?xml version="1.0" encoding="utf-8"?>
<p:tagLst xmlns:a="http://schemas.openxmlformats.org/drawingml/2006/main" xmlns:r="http://schemas.openxmlformats.org/officeDocument/2006/relationships" xmlns:p="http://schemas.openxmlformats.org/presentationml/2006/main">
  <p:tag name="EMFCHILD" val="True"/>
  <p:tag name="ORIGINALHEIGHT" val=" 6.626651"/>
  <p:tag name="ORIGINALWIDTH" val=" 4.652513"/>
</p:tagLst>
</file>

<file path=ppt/tags/tag719.xml><?xml version="1.0" encoding="utf-8"?>
<p:tagLst xmlns:a="http://schemas.openxmlformats.org/drawingml/2006/main" xmlns:r="http://schemas.openxmlformats.org/officeDocument/2006/relationships" xmlns:p="http://schemas.openxmlformats.org/presentationml/2006/main">
  <p:tag name="EMFCHILD" val="True"/>
  <p:tag name="ORIGINALHEIGHT" val=" 3.179341"/>
  <p:tag name="ORIGINALWIDTH" val=" 4.260983"/>
</p:tagLst>
</file>

<file path=ppt/tags/tag720.xml><?xml version="1.0" encoding="utf-8"?>
<p:tagLst xmlns:a="http://schemas.openxmlformats.org/drawingml/2006/main" xmlns:r="http://schemas.openxmlformats.org/officeDocument/2006/relationships" xmlns:p="http://schemas.openxmlformats.org/presentationml/2006/main">
  <p:tag name="EMFCHILD" val="True"/>
  <p:tag name="ORIGINALHEIGHT" val=" 10.07087"/>
  <p:tag name="ORIGINALWIDTH" val=" 2.31128"/>
</p:tagLst>
</file>

<file path=ppt/tags/tag721.xml><?xml version="1.0" encoding="utf-8"?>
<p:tagLst xmlns:a="http://schemas.openxmlformats.org/drawingml/2006/main" xmlns:r="http://schemas.openxmlformats.org/officeDocument/2006/relationships" xmlns:p="http://schemas.openxmlformats.org/presentationml/2006/main">
  <p:tag name="EMFCHILD" val="True"/>
  <p:tag name="ORIGINALHEIGHT" val=" 1.067466"/>
  <p:tag name="ORIGINALWIDTH" val=" 1.055993"/>
</p:tagLst>
</file>

<file path=ppt/tags/tag722.xml><?xml version="1.0" encoding="utf-8"?>
<p:tagLst xmlns:a="http://schemas.openxmlformats.org/drawingml/2006/main" xmlns:r="http://schemas.openxmlformats.org/officeDocument/2006/relationships" xmlns:p="http://schemas.openxmlformats.org/presentationml/2006/main">
  <p:tag name="EMFCHILD" val="True"/>
  <p:tag name="ORIGINALHEIGHT" val=" 9.063807"/>
  <p:tag name="ORIGINALWIDTH" val=" 5.430882"/>
</p:tagLst>
</file>

<file path=ppt/tags/tag723.xml><?xml version="1.0" encoding="utf-8"?>
<p:tagLst xmlns:a="http://schemas.openxmlformats.org/drawingml/2006/main" xmlns:r="http://schemas.openxmlformats.org/officeDocument/2006/relationships" xmlns:p="http://schemas.openxmlformats.org/presentationml/2006/main">
  <p:tag name="EMFCHILD" val="True"/>
  <p:tag name="ORIGINALHEIGHT" val=" 6.112004"/>
  <p:tag name="ORIGINALWIDTH" val=" 3.061518"/>
</p:tagLst>
</file>

<file path=ppt/tags/tag72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03"/>
  <p:tag name="IGUANATEXSIZE" val="20"/>
  <p:tag name="IGUANATEXVERSION" val="162"/>
  <p:tag name="LATEXADDIN" val="\documentclass{article}&#10;\usepackage{amsmath}&#10;\usepackage{amsfonts}&#10;\pagestyle{empty}&#10;\begin{document}&#10;&#10;&#10;\[&#10;p_i = \Pr(y_i = 1 \mid x_i) = \frac{e^{\beta_0 + \beta_1 x_i}}{1 + e^{\beta_0 + \beta_1 x_i}}&#10;\]&#10;&#10;&#10;&#10;&#10;&#10;\end{document}"/>
  <p:tag name="LATEXENGINEID" val="0"/>
  <p:tag name="LATEXFORMHEIGHT" val=" 320"/>
  <p:tag name="LATEXFORMWIDTH" val=" 385"/>
  <p:tag name="LATEXFORMWRAP" val="True"/>
  <p:tag name="ORIGINALHEIGHT" val=" 22.43394"/>
  <p:tag name="ORIGINALWIDTH" val=" 152.0181"/>
  <p:tag name="OUTPUTTYPE" val="SVG"/>
  <p:tag name="TEMPFOLDER" val="C:\Users\luisc\Documents\Custom Office Templates\iguana temp\"/>
  <p:tag name="TRANSPARENCY" val="True"/>
</p:tagLst>
</file>

<file path=ppt/tags/tag72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34"/>
  <p:tag name="IGUANATEXSIZE" val="20"/>
  <p:tag name="IGUANATEXVERSION" val="162"/>
  <p:tag name="LATEXADDIN" val="\documentclass{article}&#10;\usepackage{amsmath}&#10;\usepackage{amsfonts}&#10;\pagestyle{empty}&#10;\begin{document}&#10;&#10;&#10;\[&#10;p_i = \Pr(y_i = 1 \mid x_i) = \phi(\beta_0 + \beta_1 x_i)&#10;\]&#10;&#10;&#10;&#10;&#10;&#10;\end{document}"/>
  <p:tag name="LATEXENGINEID" val="0"/>
  <p:tag name="LATEXFORMHEIGHT" val=" 320"/>
  <p:tag name="LATEXFORMWIDTH" val=" 385"/>
  <p:tag name="LATEXFORMWRAP" val="True"/>
  <p:tag name="ORIGINALHEIGHT" val=" 9.713546"/>
  <p:tag name="ORIGINALWIDTH" val=" 151.7599"/>
  <p:tag name="OUTPUTTYPE" val="SVG"/>
  <p:tag name="TEMPFOLDER" val="C:\Users\luisc\Documents\Custom Office Templates\iguana temp\"/>
  <p:tag name="TRANSPARENCY" val="True"/>
</p:tagLst>
</file>

<file path=ppt/tags/tag726.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139"/>
  <p:tag name="IGUANATEXSIZE" val="20"/>
  <p:tag name="IGUANATEXVERSION" val="162"/>
  <p:tag name="LATEXADDIN" val="\documentclass{article}&#10;\usepackage{amsmath}&#10;\pagestyle{empty}&#10;\begin{document}&#10;&#10;&#10;\[&#10;p_i = \Pr(y_i = 1 \mid x_i) = \beta_0 + \beta_1 x_i&#10;\]&#10;&#10;\end{document}"/>
  <p:tag name="LATEXENGINEID" val="0"/>
  <p:tag name="LATEXFORMHEIGHT" val=" 320"/>
  <p:tag name="LATEXFORMWIDTH" val=" 385"/>
  <p:tag name="LATEXFORMWRAP" val="True"/>
  <p:tag name="ORIGINALHEIGHT" val=" 125.2343"/>
  <p:tag name="ORIGINALWIDTH" val=" 1724.035"/>
  <p:tag name="OUTPUTDPI" val=" 1200"/>
  <p:tag name="OUTPUTTYPE" val="PNG"/>
  <p:tag name="TEMPFOLDER" val="C:\Users\luisc\Documents\Custom Office Templates\iguana temp\"/>
  <p:tag name="TRANSPARENCY" val="True"/>
</p:tagLst>
</file>

<file path=ppt/tags/tag72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34"/>
  <p:tag name="IGUANATEXSIZE" val="20"/>
  <p:tag name="LATEXADDIN" val="\documentclass{article}&#10;\usepackage{amsmath}&#10;\usepackage{amsfonts}&#10;\pagestyle{empty}&#10;\begin{document}&#10;&#10;&#10;\[&#10;p_i = \Pr(y_i = 1 \mid x_i) = \phi(\beta_0 + \beta_1 x_i)&#10;\]&#10;&#10;&#10;&#10;&#10;&#10;\end{document}"/>
  <p:tag name="LATEXENGINEID" val="0"/>
  <p:tag name="LATEXFORMHEIGHT" val=" 320"/>
  <p:tag name="LATEXFORMWIDTH" val=" 385"/>
  <p:tag name="LATEXFORMWRAP" val="True"/>
  <p:tag name="ORIGINALHEIGHT" val=" 6.177812"/>
  <p:tag name="ORIGINALWIDTH" val=" 5.209027"/>
  <p:tag name="TEMPFOLDER" val="C:\Users\luisc\Documents\Custom Office Templates\iguana temp\"/>
  <p:tag name="TRANSPARENCY" val="True"/>
</p:tagLst>
</file>

<file path=ppt/tags/tag728.xml><?xml version="1.0" encoding="utf-8"?>
<p:tagLst xmlns:a="http://schemas.openxmlformats.org/drawingml/2006/main" xmlns:r="http://schemas.openxmlformats.org/officeDocument/2006/relationships" xmlns:p="http://schemas.openxmlformats.org/presentationml/2006/main">
  <p:tag name="EMFCHILD" val="True"/>
  <p:tag name="ORIGINALHEIGHT" val=" 4.576054"/>
  <p:tag name="ORIGINALWIDTH" val=" 2.116533"/>
</p:tagLst>
</file>

<file path=ppt/tags/tag729.xml><?xml version="1.0" encoding="utf-8"?>
<p:tagLst xmlns:a="http://schemas.openxmlformats.org/drawingml/2006/main" xmlns:r="http://schemas.openxmlformats.org/officeDocument/2006/relationships" xmlns:p="http://schemas.openxmlformats.org/presentationml/2006/main">
  <p:tag name="EMFCHILD" val="True"/>
  <p:tag name="ORIGINALHEIGHT" val=" 2.272951"/>
  <p:tag name="ORIGINALWIDTH" val=" 6.636039"/>
</p:tagLst>
</file>

<file path=ppt/tags/tag730.xml><?xml version="1.0" encoding="utf-8"?>
<p:tagLst xmlns:a="http://schemas.openxmlformats.org/drawingml/2006/main" xmlns:r="http://schemas.openxmlformats.org/officeDocument/2006/relationships" xmlns:p="http://schemas.openxmlformats.org/presentationml/2006/main">
  <p:tag name="EMFCHILD" val="True"/>
  <p:tag name="ORIGINALHEIGHT" val=" 6.634353"/>
  <p:tag name="ORIGINALWIDTH" val=" 5.877643"/>
</p:tagLst>
</file>

<file path=ppt/tags/tag731.xml><?xml version="1.0" encoding="utf-8"?>
<p:tagLst xmlns:a="http://schemas.openxmlformats.org/drawingml/2006/main" xmlns:r="http://schemas.openxmlformats.org/officeDocument/2006/relationships" xmlns:p="http://schemas.openxmlformats.org/presentationml/2006/main">
  <p:tag name="EMFCHILD" val="True"/>
  <p:tag name="ORIGINALHEIGHT" val=" 4.29337"/>
  <p:tag name="ORIGINALWIDTH" val=" 3.352922"/>
</p:tagLst>
</file>

<file path=ppt/tags/tag732.xml><?xml version="1.0" encoding="utf-8"?>
<p:tagLst xmlns:a="http://schemas.openxmlformats.org/drawingml/2006/main" xmlns:r="http://schemas.openxmlformats.org/officeDocument/2006/relationships" xmlns:p="http://schemas.openxmlformats.org/presentationml/2006/main">
  <p:tag name="EMFCHILD" val="True"/>
  <p:tag name="ORIGINALHEIGHT" val=" 9.713546"/>
  <p:tag name="ORIGINALWIDTH" val=" 2.315095"/>
</p:tagLst>
</file>

<file path=ppt/tags/tag733.xml><?xml version="1.0" encoding="utf-8"?>
<p:tagLst xmlns:a="http://schemas.openxmlformats.org/drawingml/2006/main" xmlns:r="http://schemas.openxmlformats.org/officeDocument/2006/relationships" xmlns:p="http://schemas.openxmlformats.org/presentationml/2006/main">
  <p:tag name="EMFCHILD" val="True"/>
  <p:tag name="ORIGINALHEIGHT" val=" 6.284652"/>
  <p:tag name="ORIGINALWIDTH" val=" 4.600291"/>
</p:tagLst>
</file>

<file path=ppt/tags/tag734.xml><?xml version="1.0" encoding="utf-8"?>
<p:tagLst xmlns:a="http://schemas.openxmlformats.org/drawingml/2006/main" xmlns:r="http://schemas.openxmlformats.org/officeDocument/2006/relationships" xmlns:p="http://schemas.openxmlformats.org/presentationml/2006/main">
  <p:tag name="EMFCHILD" val="True"/>
  <p:tag name="ORIGINALHEIGHT" val=" 4.576054"/>
  <p:tag name="ORIGINALWIDTH" val=" 2.116533"/>
</p:tagLst>
</file>

<file path=ppt/tags/tag735.xml><?xml version="1.0" encoding="utf-8"?>
<p:tagLst xmlns:a="http://schemas.openxmlformats.org/drawingml/2006/main" xmlns:r="http://schemas.openxmlformats.org/officeDocument/2006/relationships" xmlns:p="http://schemas.openxmlformats.org/presentationml/2006/main">
  <p:tag name="EMFCHILD" val="True"/>
  <p:tag name="ORIGINALHEIGHT" val=" 2.272951"/>
  <p:tag name="ORIGINALWIDTH" val=" 6.636039"/>
</p:tagLst>
</file>

<file path=ppt/tags/tag736.xml><?xml version="1.0" encoding="utf-8"?>
<p:tagLst xmlns:a="http://schemas.openxmlformats.org/drawingml/2006/main" xmlns:r="http://schemas.openxmlformats.org/officeDocument/2006/relationships" xmlns:p="http://schemas.openxmlformats.org/presentationml/2006/main">
  <p:tag name="EMFCHILD" val="True"/>
  <p:tag name="ORIGINALHEIGHT" val=" 6.469194"/>
  <p:tag name="ORIGINALWIDTH" val=" 3.293041"/>
</p:tagLst>
</file>

<file path=ppt/tags/tag737.xml><?xml version="1.0" encoding="utf-8"?>
<p:tagLst xmlns:a="http://schemas.openxmlformats.org/drawingml/2006/main" xmlns:r="http://schemas.openxmlformats.org/officeDocument/2006/relationships" xmlns:p="http://schemas.openxmlformats.org/presentationml/2006/main">
  <p:tag name="EMFCHILD" val="True"/>
  <p:tag name="ORIGINALHEIGHT" val=" 9.713546"/>
  <p:tag name="ORIGINALWIDTH" val=" .3991514"/>
</p:tagLst>
</file>

<file path=ppt/tags/tag738.xml><?xml version="1.0" encoding="utf-8"?>
<p:tagLst xmlns:a="http://schemas.openxmlformats.org/drawingml/2006/main" xmlns:r="http://schemas.openxmlformats.org/officeDocument/2006/relationships" xmlns:p="http://schemas.openxmlformats.org/presentationml/2006/main">
  <p:tag name="EMFCHILD" val="True"/>
  <p:tag name="ORIGINALHEIGHT" val=" 4.400211"/>
  <p:tag name="ORIGINALWIDTH" val=" 4.969544"/>
</p:tagLst>
</file>

<file path=ppt/tags/tag739.xml><?xml version="1.0" encoding="utf-8"?>
<p:tagLst xmlns:a="http://schemas.openxmlformats.org/drawingml/2006/main" xmlns:r="http://schemas.openxmlformats.org/officeDocument/2006/relationships" xmlns:p="http://schemas.openxmlformats.org/presentationml/2006/main">
  <p:tag name="EMFCHILD" val="True"/>
  <p:tag name="ORIGINALHEIGHT" val=" 4.576054"/>
  <p:tag name="ORIGINALWIDTH" val=" 2.116533"/>
</p:tagLst>
</file>

<file path=ppt/tags/tag740.xml><?xml version="1.0" encoding="utf-8"?>
<p:tagLst xmlns:a="http://schemas.openxmlformats.org/drawingml/2006/main" xmlns:r="http://schemas.openxmlformats.org/officeDocument/2006/relationships" xmlns:p="http://schemas.openxmlformats.org/presentationml/2006/main">
  <p:tag name="EMFCHILD" val="True"/>
  <p:tag name="ORIGINALHEIGHT" val=" 9.713546"/>
  <p:tag name="ORIGINALWIDTH" val=" 2.315095"/>
</p:tagLst>
</file>

<file path=ppt/tags/tag741.xml><?xml version="1.0" encoding="utf-8"?>
<p:tagLst xmlns:a="http://schemas.openxmlformats.org/drawingml/2006/main" xmlns:r="http://schemas.openxmlformats.org/officeDocument/2006/relationships" xmlns:p="http://schemas.openxmlformats.org/presentationml/2006/main">
  <p:tag name="EMFCHILD" val="True"/>
  <p:tag name="ORIGINALHEIGHT" val=" 2.272951"/>
  <p:tag name="ORIGINALWIDTH" val=" 6.636039"/>
</p:tagLst>
</file>

<file path=ppt/tags/tag742.xml><?xml version="1.0" encoding="utf-8"?>
<p:tagLst xmlns:a="http://schemas.openxmlformats.org/drawingml/2006/main" xmlns:r="http://schemas.openxmlformats.org/officeDocument/2006/relationships" xmlns:p="http://schemas.openxmlformats.org/presentationml/2006/main">
  <p:tag name="EMFCHILD" val="True"/>
  <p:tag name="ORIGINALHEIGHT" val=" 8.732474"/>
  <p:tag name="ORIGINALWIDTH" val=" 5.229001"/>
</p:tagLst>
</file>

<file path=ppt/tags/tag743.xml><?xml version="1.0" encoding="utf-8"?>
<p:tagLst xmlns:a="http://schemas.openxmlformats.org/drawingml/2006/main" xmlns:r="http://schemas.openxmlformats.org/officeDocument/2006/relationships" xmlns:p="http://schemas.openxmlformats.org/presentationml/2006/main">
  <p:tag name="EMFCHILD" val="True"/>
  <p:tag name="ORIGINALHEIGHT" val=" 9.713546"/>
  <p:tag name="ORIGINALWIDTH" val=" 2.315095"/>
</p:tagLst>
</file>

<file path=ppt/tags/tag744.xml><?xml version="1.0" encoding="utf-8"?>
<p:tagLst xmlns:a="http://schemas.openxmlformats.org/drawingml/2006/main" xmlns:r="http://schemas.openxmlformats.org/officeDocument/2006/relationships" xmlns:p="http://schemas.openxmlformats.org/presentationml/2006/main">
  <p:tag name="EMFCHILD" val="True"/>
  <p:tag name="ORIGINALHEIGHT" val=" 8.742187"/>
  <p:tag name="ORIGINALWIDTH" val=" 5.43981"/>
</p:tagLst>
</file>

<file path=ppt/tags/tag745.xml><?xml version="1.0" encoding="utf-8"?>
<p:tagLst xmlns:a="http://schemas.openxmlformats.org/drawingml/2006/main" xmlns:r="http://schemas.openxmlformats.org/officeDocument/2006/relationships" xmlns:p="http://schemas.openxmlformats.org/presentationml/2006/main">
  <p:tag name="EMFCHILD" val="True"/>
  <p:tag name="ORIGINALHEIGHT" val=" 4.650841"/>
  <p:tag name="ORIGINALWIDTH" val=" 3.241184"/>
</p:tagLst>
</file>

<file path=ppt/tags/tag746.xml><?xml version="1.0" encoding="utf-8"?>
<p:tagLst xmlns:a="http://schemas.openxmlformats.org/drawingml/2006/main" xmlns:r="http://schemas.openxmlformats.org/officeDocument/2006/relationships" xmlns:p="http://schemas.openxmlformats.org/presentationml/2006/main">
  <p:tag name="EMFCHILD" val="True"/>
  <p:tag name="ORIGINALHEIGHT" val=" 6.469194"/>
  <p:tag name="ORIGINALWIDTH" val=" 6.636039"/>
</p:tagLst>
</file>

<file path=ppt/tags/tag747.xml><?xml version="1.0" encoding="utf-8"?>
<p:tagLst xmlns:a="http://schemas.openxmlformats.org/drawingml/2006/main" xmlns:r="http://schemas.openxmlformats.org/officeDocument/2006/relationships" xmlns:p="http://schemas.openxmlformats.org/presentationml/2006/main">
  <p:tag name="EMFCHILD" val="True"/>
  <p:tag name="ORIGINALHEIGHT" val=" 8.742187"/>
  <p:tag name="ORIGINALWIDTH" val=" 5.43981"/>
</p:tagLst>
</file>

<file path=ppt/tags/tag748.xml><?xml version="1.0" encoding="utf-8"?>
<p:tagLst xmlns:a="http://schemas.openxmlformats.org/drawingml/2006/main" xmlns:r="http://schemas.openxmlformats.org/officeDocument/2006/relationships" xmlns:p="http://schemas.openxmlformats.org/presentationml/2006/main">
  <p:tag name="EMFCHILD" val="True"/>
  <p:tag name="ORIGINALHEIGHT" val=" 4.514863"/>
  <p:tag name="ORIGINALWIDTH" val=" 2.542626"/>
</p:tagLst>
</file>

<file path=ppt/tags/tag749.xml><?xml version="1.0" encoding="utf-8"?>
<p:tagLst xmlns:a="http://schemas.openxmlformats.org/drawingml/2006/main" xmlns:r="http://schemas.openxmlformats.org/officeDocument/2006/relationships" xmlns:p="http://schemas.openxmlformats.org/presentationml/2006/main">
  <p:tag name="EMFCHILD" val="True"/>
  <p:tag name="ORIGINALHEIGHT" val=" 4.400211"/>
  <p:tag name="ORIGINALWIDTH" val=" 4.969544"/>
</p:tagLst>
</file>

<file path=ppt/tags/tag750.xml><?xml version="1.0" encoding="utf-8"?>
<p:tagLst xmlns:a="http://schemas.openxmlformats.org/drawingml/2006/main" xmlns:r="http://schemas.openxmlformats.org/officeDocument/2006/relationships" xmlns:p="http://schemas.openxmlformats.org/presentationml/2006/main">
  <p:tag name="EMFCHILD" val="True"/>
  <p:tag name="ORIGINALHEIGHT" val=" 4.576054"/>
  <p:tag name="ORIGINALWIDTH" val=" 2.116533"/>
</p:tagLst>
</file>

<file path=ppt/tags/tag751.xml><?xml version="1.0" encoding="utf-8"?>
<p:tagLst xmlns:a="http://schemas.openxmlformats.org/drawingml/2006/main" xmlns:r="http://schemas.openxmlformats.org/officeDocument/2006/relationships" xmlns:p="http://schemas.openxmlformats.org/presentationml/2006/main">
  <p:tag name="EMFCHILD" val="True"/>
  <p:tag name="ORIGINALHEIGHT" val=" 9.713546"/>
  <p:tag name="ORIGINALWIDTH" val=" 2.315095"/>
</p:tagLst>
</file>

<file path=ppt/tags/tag75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03"/>
  <p:tag name="IGUANATEXSIZE" val="20"/>
  <p:tag name="LATEXADDIN" val="\documentclass{article}&#10;\usepackage{amsmath}&#10;\usepackage{amsfonts}&#10;\pagestyle{empty}&#10;\begin{document}&#10;&#10;&#10;\[&#10;p_i = \Pr(y_i = 1 \mid x_i) = \frac{e^{\beta_0 + \beta_1 x_i}}{1 + e^{\beta_0 + \beta_1 x_i}}&#10;\]&#10;&#10;&#10;&#10;&#10;&#10;\end{document}"/>
  <p:tag name="LATEXENGINEID" val="0"/>
  <p:tag name="LATEXFORMHEIGHT" val=" 320"/>
  <p:tag name="LATEXFORMWIDTH" val=" 385"/>
  <p:tag name="LATEXFORMWRAP" val="True"/>
  <p:tag name="ORIGINALHEIGHT" val=" 6.198462"/>
  <p:tag name="ORIGINALWIDTH" val=" 5.217683"/>
  <p:tag name="TEMPFOLDER" val="C:\Users\luisc\Documents\Custom Office Templates\iguana temp\"/>
  <p:tag name="TRANSPARENCY" val="True"/>
</p:tagLst>
</file>

<file path=ppt/tags/tag753.xml><?xml version="1.0" encoding="utf-8"?>
<p:tagLst xmlns:a="http://schemas.openxmlformats.org/drawingml/2006/main" xmlns:r="http://schemas.openxmlformats.org/officeDocument/2006/relationships" xmlns:p="http://schemas.openxmlformats.org/presentationml/2006/main">
  <p:tag name="EMFCHILD" val="True"/>
  <p:tag name="ORIGINALHEIGHT" val=" 4.59134"/>
  <p:tag name="ORIGINALWIDTH" val=" 2.120038"/>
</p:tagLst>
</file>

<file path=ppt/tags/tag754.xml><?xml version="1.0" encoding="utf-8"?>
<p:tagLst xmlns:a="http://schemas.openxmlformats.org/drawingml/2006/main" xmlns:r="http://schemas.openxmlformats.org/officeDocument/2006/relationships" xmlns:p="http://schemas.openxmlformats.org/presentationml/2006/main">
  <p:tag name="EMFCHILD" val="True"/>
  <p:tag name="ORIGINALHEIGHT" val=" 2.280552"/>
  <p:tag name="ORIGINALWIDTH" val=" 6.64706"/>
</p:tagLst>
</file>

<file path=ppt/tags/tag755.xml><?xml version="1.0" encoding="utf-8"?>
<p:tagLst xmlns:a="http://schemas.openxmlformats.org/drawingml/2006/main" xmlns:r="http://schemas.openxmlformats.org/officeDocument/2006/relationships" xmlns:p="http://schemas.openxmlformats.org/presentationml/2006/main">
  <p:tag name="EMFCHILD" val="True"/>
  <p:tag name="ORIGINALHEIGHT" val=" 6.656523"/>
  <p:tag name="ORIGINALWIDTH" val=" 5.887398"/>
</p:tagLst>
</file>

<file path=ppt/tags/tag756.xml><?xml version="1.0" encoding="utf-8"?>
<p:tagLst xmlns:a="http://schemas.openxmlformats.org/drawingml/2006/main" xmlns:r="http://schemas.openxmlformats.org/officeDocument/2006/relationships" xmlns:p="http://schemas.openxmlformats.org/presentationml/2006/main">
  <p:tag name="EMFCHILD" val="True"/>
  <p:tag name="ORIGINALHEIGHT" val=" 4.307728"/>
  <p:tag name="ORIGINALWIDTH" val=" 3.358496"/>
</p:tagLst>
</file>

<file path=ppt/tags/tag757.xml><?xml version="1.0" encoding="utf-8"?>
<p:tagLst xmlns:a="http://schemas.openxmlformats.org/drawingml/2006/main" xmlns:r="http://schemas.openxmlformats.org/officeDocument/2006/relationships" xmlns:p="http://schemas.openxmlformats.org/presentationml/2006/main">
  <p:tag name="EMFCHILD" val="True"/>
  <p:tag name="ORIGINALHEIGHT" val=" 9.746019"/>
  <p:tag name="ORIGINALWIDTH" val=" 2.31898"/>
</p:tagLst>
</file>

<file path=ppt/tags/tag758.xml><?xml version="1.0" encoding="utf-8"?>
<p:tagLst xmlns:a="http://schemas.openxmlformats.org/drawingml/2006/main" xmlns:r="http://schemas.openxmlformats.org/officeDocument/2006/relationships" xmlns:p="http://schemas.openxmlformats.org/presentationml/2006/main">
  <p:tag name="EMFCHILD" val="True"/>
  <p:tag name="ORIGINALHEIGHT" val=" 6.305682"/>
  <p:tag name="ORIGINALWIDTH" val=" 4.607977"/>
</p:tagLst>
</file>

<file path=ppt/tags/tag759.xml><?xml version="1.0" encoding="utf-8"?>
<p:tagLst xmlns:a="http://schemas.openxmlformats.org/drawingml/2006/main" xmlns:r="http://schemas.openxmlformats.org/officeDocument/2006/relationships" xmlns:p="http://schemas.openxmlformats.org/presentationml/2006/main">
  <p:tag name="EMFCHILD" val="True"/>
  <p:tag name="ORIGINALHEIGHT" val=" 4.59134"/>
  <p:tag name="ORIGINALWIDTH" val=" 2.120038"/>
</p:tagLst>
</file>

<file path=ppt/tags/tag760.xml><?xml version="1.0" encoding="utf-8"?>
<p:tagLst xmlns:a="http://schemas.openxmlformats.org/drawingml/2006/main" xmlns:r="http://schemas.openxmlformats.org/officeDocument/2006/relationships" xmlns:p="http://schemas.openxmlformats.org/presentationml/2006/main">
  <p:tag name="EMFCHILD" val="True"/>
  <p:tag name="ORIGINALHEIGHT" val=" 2.280552"/>
  <p:tag name="ORIGINALWIDTH" val=" 6.64706"/>
</p:tagLst>
</file>

<file path=ppt/tags/tag761.xml><?xml version="1.0" encoding="utf-8"?>
<p:tagLst xmlns:a="http://schemas.openxmlformats.org/drawingml/2006/main" xmlns:r="http://schemas.openxmlformats.org/officeDocument/2006/relationships" xmlns:p="http://schemas.openxmlformats.org/presentationml/2006/main">
  <p:tag name="EMFCHILD" val="True"/>
  <p:tag name="ORIGINALHEIGHT" val=" 6.490857"/>
  <p:tag name="ORIGINALWIDTH" val=" 3.298531"/>
</p:tagLst>
</file>

<file path=ppt/tags/tag762.xml><?xml version="1.0" encoding="utf-8"?>
<p:tagLst xmlns:a="http://schemas.openxmlformats.org/drawingml/2006/main" xmlns:r="http://schemas.openxmlformats.org/officeDocument/2006/relationships" xmlns:p="http://schemas.openxmlformats.org/presentationml/2006/main">
  <p:tag name="EMFCHILD" val="True"/>
  <p:tag name="ORIGINALHEIGHT" val=" 9.746019"/>
  <p:tag name="ORIGINALWIDTH" val=" .3997848"/>
</p:tagLst>
</file>

<file path=ppt/tags/tag763.xml><?xml version="1.0" encoding="utf-8"?>
<p:tagLst xmlns:a="http://schemas.openxmlformats.org/drawingml/2006/main" xmlns:r="http://schemas.openxmlformats.org/officeDocument/2006/relationships" xmlns:p="http://schemas.openxmlformats.org/presentationml/2006/main">
  <p:tag name="EMFCHILD" val="True"/>
  <p:tag name="ORIGINALHEIGHT" val=" 4.414948"/>
  <p:tag name="ORIGINALWIDTH" val=" 4.977821"/>
</p:tagLst>
</file>

<file path=ppt/tags/tag764.xml><?xml version="1.0" encoding="utf-8"?>
<p:tagLst xmlns:a="http://schemas.openxmlformats.org/drawingml/2006/main" xmlns:r="http://schemas.openxmlformats.org/officeDocument/2006/relationships" xmlns:p="http://schemas.openxmlformats.org/presentationml/2006/main">
  <p:tag name="EMFCHILD" val="True"/>
  <p:tag name="ORIGINALHEIGHT" val=" 4.59134"/>
  <p:tag name="ORIGINALWIDTH" val=" 2.120038"/>
</p:tagLst>
</file>

<file path=ppt/tags/tag765.xml><?xml version="1.0" encoding="utf-8"?>
<p:tagLst xmlns:a="http://schemas.openxmlformats.org/drawingml/2006/main" xmlns:r="http://schemas.openxmlformats.org/officeDocument/2006/relationships" xmlns:p="http://schemas.openxmlformats.org/presentationml/2006/main">
  <p:tag name="EMFCHILD" val="True"/>
  <p:tag name="ORIGINALHEIGHT" val=" 9.746019"/>
  <p:tag name="ORIGINALWIDTH" val=" 2.31898"/>
</p:tagLst>
</file>

<file path=ppt/tags/tag766.xml><?xml version="1.0" encoding="utf-8"?>
<p:tagLst xmlns:a="http://schemas.openxmlformats.org/drawingml/2006/main" xmlns:r="http://schemas.openxmlformats.org/officeDocument/2006/relationships" xmlns:p="http://schemas.openxmlformats.org/presentationml/2006/main">
  <p:tag name="EMFCHILD" val="True"/>
  <p:tag name="ORIGINALHEIGHT" val=" 2.280552"/>
  <p:tag name="ORIGINALWIDTH" val=" 6.64706"/>
</p:tagLst>
</file>

<file path=ppt/tags/tag767.xml><?xml version="1.0" encoding="utf-8"?>
<p:tagLst xmlns:a="http://schemas.openxmlformats.org/drawingml/2006/main" xmlns:r="http://schemas.openxmlformats.org/officeDocument/2006/relationships" xmlns:p="http://schemas.openxmlformats.org/presentationml/2006/main">
  <p:tag name="EMFCHILD" val="True"/>
  <p:tag name="ORIGINALHEIGHT" val=" 4.414948"/>
  <p:tag name="ORIGINALWIDTH" val=" 3.838305"/>
</p:tagLst>
</file>

<file path=ppt/tags/tag768.xml><?xml version="1.0" encoding="utf-8"?>
<p:tagLst xmlns:a="http://schemas.openxmlformats.org/drawingml/2006/main" xmlns:r="http://schemas.openxmlformats.org/officeDocument/2006/relationships" xmlns:p="http://schemas.openxmlformats.org/presentationml/2006/main">
  <p:tag name="EMFCHILD" val="True"/>
  <p:tag name="ORIGINALHEIGHT" val=" 6.133174"/>
  <p:tag name="ORIGINALWIDTH" val=" 4.088007"/>
</p:tagLst>
</file>

<file path=ppt/tags/tag769.xml><?xml version="1.0" encoding="utf-8"?>
<p:tagLst xmlns:a="http://schemas.openxmlformats.org/drawingml/2006/main" xmlns:r="http://schemas.openxmlformats.org/officeDocument/2006/relationships" xmlns:p="http://schemas.openxmlformats.org/presentationml/2006/main">
  <p:tag name="EMFCHILD" val="True"/>
  <p:tag name="ORIGINALHEIGHT" val=" 3.352628"/>
  <p:tag name="ORIGINALWIDTH" val=" 2.608842"/>
</p:tagLst>
</file>

<file path=ppt/tags/tag770.xml><?xml version="1.0" encoding="utf-8"?>
<p:tagLst xmlns:a="http://schemas.openxmlformats.org/drawingml/2006/main" xmlns:r="http://schemas.openxmlformats.org/officeDocument/2006/relationships" xmlns:p="http://schemas.openxmlformats.org/presentationml/2006/main">
  <p:tag name="EMFCHILD" val="True"/>
  <p:tag name="ORIGINALHEIGHT" val=" 5.027949"/>
  <p:tag name="ORIGINALWIDTH" val=" 5.149736"/>
</p:tagLst>
</file>

<file path=ppt/tags/tag771.xml><?xml version="1.0" encoding="utf-8"?>
<p:tagLst xmlns:a="http://schemas.openxmlformats.org/drawingml/2006/main" xmlns:r="http://schemas.openxmlformats.org/officeDocument/2006/relationships" xmlns:p="http://schemas.openxmlformats.org/presentationml/2006/main">
  <p:tag name="EMFCHILD" val="True"/>
  <p:tag name="ORIGINALHEIGHT" val=" 6.133174"/>
  <p:tag name="ORIGINALWIDTH" val=" 4.088007"/>
</p:tagLst>
</file>

<file path=ppt/tags/tag772.xml><?xml version="1.0" encoding="utf-8"?>
<p:tagLst xmlns:a="http://schemas.openxmlformats.org/drawingml/2006/main" xmlns:r="http://schemas.openxmlformats.org/officeDocument/2006/relationships" xmlns:p="http://schemas.openxmlformats.org/presentationml/2006/main">
  <p:tag name="EMFCHILD" val="True"/>
  <p:tag name="ORIGINALHEIGHT" val=" 3.245408"/>
  <p:tag name="ORIGINALWIDTH" val=" 2.054075"/>
</p:tagLst>
</file>

<file path=ppt/tags/tag773.xml><?xml version="1.0" encoding="utf-8"?>
<p:tagLst xmlns:a="http://schemas.openxmlformats.org/drawingml/2006/main" xmlns:r="http://schemas.openxmlformats.org/officeDocument/2006/relationships" xmlns:p="http://schemas.openxmlformats.org/presentationml/2006/main">
  <p:tag name="EMFCHILD" val="True"/>
  <p:tag name="ORIGINALHEIGHT" val=" 3.076828"/>
  <p:tag name="ORIGINALWIDTH" val=" 3.743332"/>
</p:tagLst>
</file>

<file path=ppt/tags/tag774.xml><?xml version="1.0" encoding="utf-8"?>
<p:tagLst xmlns:a="http://schemas.openxmlformats.org/drawingml/2006/main" xmlns:r="http://schemas.openxmlformats.org/officeDocument/2006/relationships" xmlns:p="http://schemas.openxmlformats.org/presentationml/2006/main">
  <p:tag name="EMFCHILD" val="True"/>
  <p:tag name="ORIGINALHEIGHT" val=" 3.303895"/>
  <p:tag name="ORIGINALWIDTH" val=" 1.75923"/>
</p:tagLst>
</file>

<file path=ppt/tags/tag775.xml><?xml version="1.0" encoding="utf-8"?>
<p:tagLst xmlns:a="http://schemas.openxmlformats.org/drawingml/2006/main" xmlns:r="http://schemas.openxmlformats.org/officeDocument/2006/relationships" xmlns:p="http://schemas.openxmlformats.org/presentationml/2006/main">
  <p:tag name="EMFCHILD" val="True"/>
  <p:tag name="ORIGINALHEIGHT" val=" .3898188"/>
  <p:tag name="ORIGINALWIDTH" val=" 53.07117"/>
</p:tagLst>
</file>

<file path=ppt/tags/tag776.xml><?xml version="1.0" encoding="utf-8"?>
<p:tagLst xmlns:a="http://schemas.openxmlformats.org/drawingml/2006/main" xmlns:r="http://schemas.openxmlformats.org/officeDocument/2006/relationships" xmlns:p="http://schemas.openxmlformats.org/presentationml/2006/main">
  <p:tag name="EMFCHILD" val="True"/>
  <p:tag name="ORIGINALHEIGHT" val=" 6.490857"/>
  <p:tag name="ORIGINALWIDTH" val=" 3.298531"/>
</p:tagLst>
</file>

<file path=ppt/tags/tag777.xml><?xml version="1.0" encoding="utf-8"?>
<p:tagLst xmlns:a="http://schemas.openxmlformats.org/drawingml/2006/main" xmlns:r="http://schemas.openxmlformats.org/officeDocument/2006/relationships" xmlns:p="http://schemas.openxmlformats.org/presentationml/2006/main">
  <p:tag name="EMFCHILD" val="True"/>
  <p:tag name="ORIGINALHEIGHT" val=" 6.490857"/>
  <p:tag name="ORIGINALWIDTH" val=" 6.64706"/>
</p:tagLst>
</file>

<file path=ppt/tags/tag778.xml><?xml version="1.0" encoding="utf-8"?>
<p:tagLst xmlns:a="http://schemas.openxmlformats.org/drawingml/2006/main" xmlns:r="http://schemas.openxmlformats.org/officeDocument/2006/relationships" xmlns:p="http://schemas.openxmlformats.org/presentationml/2006/main">
  <p:tag name="EMFCHILD" val="True"/>
  <p:tag name="ORIGINALHEIGHT" val=" 4.414948"/>
  <p:tag name="ORIGINALWIDTH" val=" 3.838305"/>
</p:tagLst>
</file>

<file path=ppt/tags/tag779.xml><?xml version="1.0" encoding="utf-8"?>
<p:tagLst xmlns:a="http://schemas.openxmlformats.org/drawingml/2006/main" xmlns:r="http://schemas.openxmlformats.org/officeDocument/2006/relationships" xmlns:p="http://schemas.openxmlformats.org/presentationml/2006/main">
  <p:tag name="EMFCHILD" val="True"/>
  <p:tag name="ORIGINALHEIGHT" val=" 6.133174"/>
  <p:tag name="ORIGINALWIDTH" val=" 4.088007"/>
</p:tagLst>
</file>

<file path=ppt/tags/tag780.xml><?xml version="1.0" encoding="utf-8"?>
<p:tagLst xmlns:a="http://schemas.openxmlformats.org/drawingml/2006/main" xmlns:r="http://schemas.openxmlformats.org/officeDocument/2006/relationships" xmlns:p="http://schemas.openxmlformats.org/presentationml/2006/main">
  <p:tag name="EMFCHILD" val="True"/>
  <p:tag name="ORIGINALHEIGHT" val=" 3.352628"/>
  <p:tag name="ORIGINALWIDTH" val=" 2.608842"/>
</p:tagLst>
</file>

<file path=ppt/tags/tag781.xml><?xml version="1.0" encoding="utf-8"?>
<p:tagLst xmlns:a="http://schemas.openxmlformats.org/drawingml/2006/main" xmlns:r="http://schemas.openxmlformats.org/officeDocument/2006/relationships" xmlns:p="http://schemas.openxmlformats.org/presentationml/2006/main">
  <p:tag name="EMFCHILD" val="True"/>
  <p:tag name="ORIGINALHEIGHT" val=" 5.027949"/>
  <p:tag name="ORIGINALWIDTH" val=" 5.149736"/>
</p:tagLst>
</file>

<file path=ppt/tags/tag782.xml><?xml version="1.0" encoding="utf-8"?>
<p:tagLst xmlns:a="http://schemas.openxmlformats.org/drawingml/2006/main" xmlns:r="http://schemas.openxmlformats.org/officeDocument/2006/relationships" xmlns:p="http://schemas.openxmlformats.org/presentationml/2006/main">
  <p:tag name="EMFCHILD" val="True"/>
  <p:tag name="ORIGINALHEIGHT" val=" 6.133174"/>
  <p:tag name="ORIGINALWIDTH" val=" 4.088007"/>
</p:tagLst>
</file>

<file path=ppt/tags/tag783.xml><?xml version="1.0" encoding="utf-8"?>
<p:tagLst xmlns:a="http://schemas.openxmlformats.org/drawingml/2006/main" xmlns:r="http://schemas.openxmlformats.org/officeDocument/2006/relationships" xmlns:p="http://schemas.openxmlformats.org/presentationml/2006/main">
  <p:tag name="EMFCHILD" val="True"/>
  <p:tag name="ORIGINALHEIGHT" val=" 3.245408"/>
  <p:tag name="ORIGINALWIDTH" val=" 2.054075"/>
</p:tagLst>
</file>

<file path=ppt/tags/tag784.xml><?xml version="1.0" encoding="utf-8"?>
<p:tagLst xmlns:a="http://schemas.openxmlformats.org/drawingml/2006/main" xmlns:r="http://schemas.openxmlformats.org/officeDocument/2006/relationships" xmlns:p="http://schemas.openxmlformats.org/presentationml/2006/main">
  <p:tag name="EMFCHILD" val="True"/>
  <p:tag name="ORIGINALHEIGHT" val=" 3.076828"/>
  <p:tag name="ORIGINALWIDTH" val=" 3.743332"/>
</p:tagLst>
</file>

<file path=ppt/tags/tag785.xml><?xml version="1.0" encoding="utf-8"?>
<p:tagLst xmlns:a="http://schemas.openxmlformats.org/drawingml/2006/main" xmlns:r="http://schemas.openxmlformats.org/officeDocument/2006/relationships" xmlns:p="http://schemas.openxmlformats.org/presentationml/2006/main">
  <p:tag name="EMFCHILD" val="True"/>
  <p:tag name="ORIGINALHEIGHT" val=" 3.303895"/>
  <p:tag name="ORIGINALWIDTH" val=" 1.75923"/>
</p:tagLst>
</file>

<file path=ppt/tags/tag786.xml><?xml version="1.0" encoding="utf-8"?>
<p:tagLst xmlns:a="http://schemas.openxmlformats.org/drawingml/2006/main" xmlns:r="http://schemas.openxmlformats.org/officeDocument/2006/relationships" xmlns:p="http://schemas.openxmlformats.org/presentationml/2006/main">
  <p:tag name="ORIGINALHEIGHT" val=" 61.92328"/>
  <p:tag name="ORIGINALWIDTH" val=" 342.3028"/>
  <p:tag name="OUTPUTTYPE" val="SVG"/>
  <p:tag name="IGUANATEXVERSION" val="162"/>
  <p:tag name="LATEXADDIN" val="\documentclass{article}&#10;\usepackage{amsmath}&#10;\pagestyle{empty}&#10;\begin{document}&#10;&#10;\begin{table}[ht]&#10;\centering&#10;\begin{tabular}{|l|c|c|}&#10;\hline&#10;\textbf{Model} &amp; \textbf{Probability \( p = \Pr[y = 1 \mid \mathbf{x}] \)} &amp; \textbf{Marginal Effect\( \frac{\partial p}{\partial x_j} \)} \\&#10;\hline&#10;Logit &amp; \( \Lambda(\mathbf{x}'\boldsymbol{\beta}) = \frac{e^{\mathbf{x}'\boldsymbol{\beta}}}{1 + e^{\mathbf{x}'\boldsymbol{\beta}}} \) &amp; \( \Lambda(\mathbf{x}'\boldsymbol{\beta})[1 - \Lambda(\mathbf{x}'\boldsymbol{\beta})]\boldsymbol{\beta}_j \) \\&#10;\hline&#10;Probit &amp; \( \Phi(\mathbf{x}'\boldsymbol{\beta}) = \int_{-\infty}^{\mathbf{x}'\boldsymbol{\beta}} \phi(z)\,dz \) &amp; \( \phi(\mathbf{x}'\boldsymbol{\beta})\boldsymbol{\beta}_j \) \\&#10;\hline&#10;Lineal Probability &amp; \( \mathbf{x}'\boldsymbol{\beta} \) &amp; \( \boldsymbol{\beta}_j \) \\&#10;\hline&#10;\end{tabular}&#10;\end{table}&#10;&#10;&#10;\end{document}"/>
  <p:tag name="IGUANATEXSIZE" val="20"/>
  <p:tag name="IGUANATEXCURSOR" val="740"/>
  <p:tag name="TRANSPARENCY" val="True"/>
  <p:tag name="CHOOSECOLOR" val="False"/>
  <p:tag name="COLORHEX" val="000000"/>
  <p:tag name="LATEXENGINEID" val="0"/>
  <p:tag name="TEMPFOLDER" val="C:\Users\luisc\Documents\Custom Office Templates\iguana temp\"/>
  <p:tag name="LATEXFORMHEIGHT" val=" 320"/>
  <p:tag name="LATEXFORMWIDTH" val=" 385"/>
  <p:tag name="LATEXFORMWRAP" val="True"/>
  <p:tag name="BITMAPVECTOR" val="1"/>
</p:tagLst>
</file>

<file path=ppt/tags/tag787.xml><?xml version="1.0" encoding="utf-8"?>
<p:tagLst xmlns:a="http://schemas.openxmlformats.org/drawingml/2006/main" xmlns:r="http://schemas.openxmlformats.org/officeDocument/2006/relationships" xmlns:p="http://schemas.openxmlformats.org/presentationml/2006/main">
  <p:tag name="ORIGINALHEIGHT" val=" .4017324"/>
  <p:tag name="ORIGINALWIDTH" val=" 341.9042"/>
  <p:tag name="LATEXADDIN" val="\documentclass{article}&#10;\usepackage{amsmath}&#10;\pagestyle{empty}&#10;\begin{document}&#10;&#10;\begin{table}[ht]&#10;\centering&#10;\begin{tabular}{|l|c|c|}&#10;\hline&#10;\textbf{Model} &amp; \textbf{Probability \( p = \Pr[y = 1 \mid \mathbf{x}] \)} &amp; \textbf{Marginal Effect\( \frac{\partial p}{\partial x_j} \)} \\&#10;\hline&#10;Logit &amp; \( \Lambda(\mathbf{x}'\boldsymbol{\beta}) = \frac{e^{\mathbf{x}'\boldsymbol{\beta}}}{1 + e^{\mathbf{x}'\boldsymbol{\beta}}} \) &amp; \( \Lambda(\mathbf{x}'\boldsymbol{\beta})[1 - \Lambda(\mathbf{x}'\boldsymbol{\beta})]\boldsymbol{\beta}_j \) \\&#10;\hline&#10;Probit &amp; \( \Phi(\mathbf{x}'\boldsymbol{\beta}) = \int_{-\infty}^{\mathbf{x}'\boldsymbol{\beta}} \phi(z)\,dz \) &amp; \( \phi(\mathbf{x}'\boldsymbol{\beta})\boldsymbol{\beta}_j \) \\&#10;\hline&#10;Lineal Probability &amp; \( \mathbf{x}'\boldsymbol{\beta} \) &amp; \( \boldsymbol{\beta}_j \) \\&#10;\hline&#10;\end{tabular}&#10;\end{table}&#10;&#10;&#10;\end{document}"/>
  <p:tag name="IGUANATEXSIZE" val="20"/>
  <p:tag name="IGUANATEXCURSOR" val="740"/>
  <p:tag name="TRANSPARENCY" val="True"/>
  <p:tag name="CHOOSECOLOR" val="False"/>
  <p:tag name="COLORHEX" val="000000"/>
  <p:tag name="LATEXENGINEID" val="0"/>
  <p:tag name="TEMPFOLDER" val="C:\Users\luisc\Documents\Custom Office Templates\iguana temp\"/>
  <p:tag name="LATEXFORMHEIGHT" val=" 320"/>
  <p:tag name="LATEXFORMWIDTH" val=" 385"/>
  <p:tag name="LATEXFORMWRAP" val="True"/>
  <p:tag name="BITMAPVECTOR" val="1"/>
  <p:tag name="EMFCHILD" val="True"/>
</p:tagLst>
</file>

<file path=ppt/tags/tag788.xml><?xml version="1.0" encoding="utf-8"?>
<p:tagLst xmlns:a="http://schemas.openxmlformats.org/drawingml/2006/main" xmlns:r="http://schemas.openxmlformats.org/officeDocument/2006/relationships" xmlns:p="http://schemas.openxmlformats.org/presentationml/2006/main">
  <p:tag name="EMFCHILD" val="True"/>
  <p:tag name="ORIGINALHEIGHT" val=" 14.80807"/>
  <p:tag name="ORIGINALWIDTH" val=" .3984646"/>
</p:tagLst>
</file>

<file path=ppt/tags/tag789.xml><?xml version="1.0" encoding="utf-8"?>
<p:tagLst xmlns:a="http://schemas.openxmlformats.org/drawingml/2006/main" xmlns:r="http://schemas.openxmlformats.org/officeDocument/2006/relationships" xmlns:p="http://schemas.openxmlformats.org/presentationml/2006/main">
  <p:tag name="EMFCHILD" val="True"/>
  <p:tag name="ORIGINALHEIGHT" val=" 6.890356"/>
  <p:tag name="ORIGINALWIDTH" val=" 10.07221"/>
</p:tagLst>
</file>

<file path=ppt/tags/tag790.xml><?xml version="1.0" encoding="utf-8"?>
<p:tagLst xmlns:a="http://schemas.openxmlformats.org/drawingml/2006/main" xmlns:r="http://schemas.openxmlformats.org/officeDocument/2006/relationships" xmlns:p="http://schemas.openxmlformats.org/presentationml/2006/main">
  <p:tag name="EMFCHILD" val="True"/>
  <p:tag name="ORIGINALHEIGHT" val=" 4.610316"/>
  <p:tag name="ORIGINALWIDTH" val=" 5.080946"/>
</p:tagLst>
</file>

<file path=ppt/tags/tag791.xml><?xml version="1.0" encoding="utf-8"?>
<p:tagLst xmlns:a="http://schemas.openxmlformats.org/drawingml/2006/main" xmlns:r="http://schemas.openxmlformats.org/officeDocument/2006/relationships" xmlns:p="http://schemas.openxmlformats.org/presentationml/2006/main">
  <p:tag name="EMFCHILD" val="True"/>
  <p:tag name="ORIGINALHEIGHT" val=" 7.030986"/>
  <p:tag name="ORIGINALWIDTH" val=" 5.608938"/>
</p:tagLst>
</file>

<file path=ppt/tags/tag792.xml><?xml version="1.0" encoding="utf-8"?>
<p:tagLst xmlns:a="http://schemas.openxmlformats.org/drawingml/2006/main" xmlns:r="http://schemas.openxmlformats.org/officeDocument/2006/relationships" xmlns:p="http://schemas.openxmlformats.org/presentationml/2006/main">
  <p:tag name="EMFCHILD" val="True"/>
  <p:tag name="ORIGINALHEIGHT" val=" 4.610316"/>
  <p:tag name="ORIGINALWIDTH" val=" 4.602717"/>
</p:tagLst>
</file>

<file path=ppt/tags/tag793.xml><?xml version="1.0" encoding="utf-8"?>
<p:tagLst xmlns:a="http://schemas.openxmlformats.org/drawingml/2006/main" xmlns:r="http://schemas.openxmlformats.org/officeDocument/2006/relationships" xmlns:p="http://schemas.openxmlformats.org/presentationml/2006/main">
  <p:tag name="EMFCHILD" val="True"/>
  <p:tag name="ORIGINALHEIGHT" val=" 6.97071"/>
  <p:tag name="ORIGINALWIDTH" val=" 2.450788"/>
</p:tagLst>
</file>

<file path=ppt/tags/tag794.xml><?xml version="1.0" encoding="utf-8"?>
<p:tagLst xmlns:a="http://schemas.openxmlformats.org/drawingml/2006/main" xmlns:r="http://schemas.openxmlformats.org/officeDocument/2006/relationships" xmlns:p="http://schemas.openxmlformats.org/presentationml/2006/main">
  <p:tag name="EMFCHILD" val="True"/>
  <p:tag name="ORIGINALHEIGHT" val=" 14.80807"/>
  <p:tag name="ORIGINALWIDTH" val=" .3984646"/>
</p:tagLst>
</file>

<file path=ppt/tags/tag795.xml><?xml version="1.0" encoding="utf-8"?>
<p:tagLst xmlns:a="http://schemas.openxmlformats.org/drawingml/2006/main" xmlns:r="http://schemas.openxmlformats.org/officeDocument/2006/relationships" xmlns:p="http://schemas.openxmlformats.org/presentationml/2006/main">
  <p:tag name="EMFCHILD" val="True"/>
  <p:tag name="ORIGINALHEIGHT" val=" 6.890356"/>
  <p:tag name="ORIGINALWIDTH" val=" 6.794489"/>
</p:tagLst>
</file>

<file path=ppt/tags/tag796.xml><?xml version="1.0" encoding="utf-8"?>
<p:tagLst xmlns:a="http://schemas.openxmlformats.org/drawingml/2006/main" xmlns:r="http://schemas.openxmlformats.org/officeDocument/2006/relationships" xmlns:p="http://schemas.openxmlformats.org/presentationml/2006/main">
  <p:tag name="EMFCHILD" val="True"/>
  <p:tag name="ORIGINALHEIGHT" val=" 4.519922"/>
  <p:tag name="ORIGINALWIDTH" val=" 4.034843"/>
</p:tagLst>
</file>

<file path=ppt/tags/tag797.xml><?xml version="1.0" encoding="utf-8"?>
<p:tagLst xmlns:a="http://schemas.openxmlformats.org/drawingml/2006/main" xmlns:r="http://schemas.openxmlformats.org/officeDocument/2006/relationships" xmlns:p="http://schemas.openxmlformats.org/presentationml/2006/main">
  <p:tag name="EMFCHILD" val="True"/>
  <p:tag name="ORIGINALHEIGHT" val=" 4.610316"/>
  <p:tag name="ORIGINALWIDTH" val=" 5.080946"/>
</p:tagLst>
</file>

<file path=ppt/tags/tag798.xml><?xml version="1.0" encoding="utf-8"?>
<p:tagLst xmlns:a="http://schemas.openxmlformats.org/drawingml/2006/main" xmlns:r="http://schemas.openxmlformats.org/officeDocument/2006/relationships" xmlns:p="http://schemas.openxmlformats.org/presentationml/2006/main">
  <p:tag name="EMFCHILD" val="True"/>
  <p:tag name="ORIGINALHEIGHT" val=" 7.030986"/>
  <p:tag name="ORIGINALWIDTH" val=" 5.608938"/>
</p:tagLst>
</file>

<file path=ppt/tags/tag799.xml><?xml version="1.0" encoding="utf-8"?>
<p:tagLst xmlns:a="http://schemas.openxmlformats.org/drawingml/2006/main" xmlns:r="http://schemas.openxmlformats.org/officeDocument/2006/relationships" xmlns:p="http://schemas.openxmlformats.org/presentationml/2006/main">
  <p:tag name="EMFCHILD" val="True"/>
  <p:tag name="ORIGINALHEIGHT" val=" 4.610316"/>
  <p:tag name="ORIGINALWIDTH" val=" 5.240316"/>
</p:tagLst>
</file>

<file path=ppt/tags/tag800.xml><?xml version="1.0" encoding="utf-8"?>
<p:tagLst xmlns:a="http://schemas.openxmlformats.org/drawingml/2006/main" xmlns:r="http://schemas.openxmlformats.org/officeDocument/2006/relationships" xmlns:p="http://schemas.openxmlformats.org/presentationml/2006/main">
  <p:tag name="EMFCHILD" val="True"/>
  <p:tag name="ORIGINALHEIGHT" val=" 7.030986"/>
  <p:tag name="ORIGINALWIDTH" val=" 5.608938"/>
</p:tagLst>
</file>

<file path=ppt/tags/tag801.xml><?xml version="1.0" encoding="utf-8"?>
<p:tagLst xmlns:a="http://schemas.openxmlformats.org/drawingml/2006/main" xmlns:r="http://schemas.openxmlformats.org/officeDocument/2006/relationships" xmlns:p="http://schemas.openxmlformats.org/presentationml/2006/main">
  <p:tag name="EMFCHILD" val="True"/>
  <p:tag name="ORIGINALHEIGHT" val=" 6.980789"/>
  <p:tag name="ORIGINALWIDTH" val=" 2.381063"/>
</p:tagLst>
</file>

<file path=ppt/tags/tag802.xml><?xml version="1.0" encoding="utf-8"?>
<p:tagLst xmlns:a="http://schemas.openxmlformats.org/drawingml/2006/main" xmlns:r="http://schemas.openxmlformats.org/officeDocument/2006/relationships" xmlns:p="http://schemas.openxmlformats.org/presentationml/2006/main">
  <p:tag name="EMFCHILD" val="True"/>
  <p:tag name="ORIGINALHEIGHT" val=" 6.97071"/>
  <p:tag name="ORIGINALWIDTH" val=" 2.450788"/>
</p:tagLst>
</file>

<file path=ppt/tags/tag803.xml><?xml version="1.0" encoding="utf-8"?>
<p:tagLst xmlns:a="http://schemas.openxmlformats.org/drawingml/2006/main" xmlns:r="http://schemas.openxmlformats.org/officeDocument/2006/relationships" xmlns:p="http://schemas.openxmlformats.org/presentationml/2006/main">
  <p:tag name="EMFCHILD" val="True"/>
  <p:tag name="ORIGINALHEIGHT" val=" 6.980789"/>
  <p:tag name="ORIGINALWIDTH" val=" 2.381063"/>
</p:tagLst>
</file>

<file path=ppt/tags/tag804.xml><?xml version="1.0" encoding="utf-8"?>
<p:tagLst xmlns:a="http://schemas.openxmlformats.org/drawingml/2006/main" xmlns:r="http://schemas.openxmlformats.org/officeDocument/2006/relationships" xmlns:p="http://schemas.openxmlformats.org/presentationml/2006/main">
  <p:tag name="EMFCHILD" val="True"/>
  <p:tag name="ORIGINALHEIGHT" val=" 6.438387"/>
  <p:tag name="ORIGINALWIDTH" val=" 3.596497"/>
</p:tagLst>
</file>

<file path=ppt/tags/tag805.xml><?xml version="1.0" encoding="utf-8"?>
<p:tagLst xmlns:a="http://schemas.openxmlformats.org/drawingml/2006/main" xmlns:r="http://schemas.openxmlformats.org/officeDocument/2006/relationships" xmlns:p="http://schemas.openxmlformats.org/presentationml/2006/main">
  <p:tag name="EMFCHILD" val="True"/>
  <p:tag name="ORIGINALHEIGHT" val=" 6.468505"/>
  <p:tag name="ORIGINALWIDTH" val=" 5.559135"/>
</p:tagLst>
</file>

<file path=ppt/tags/tag806.xml><?xml version="1.0" encoding="utf-8"?>
<p:tagLst xmlns:a="http://schemas.openxmlformats.org/drawingml/2006/main" xmlns:r="http://schemas.openxmlformats.org/officeDocument/2006/relationships" xmlns:p="http://schemas.openxmlformats.org/presentationml/2006/main">
  <p:tag name="EMFCHILD" val="True"/>
  <p:tag name="ORIGINALHEIGHT" val=" 6.388151"/>
  <p:tag name="ORIGINALWIDTH" val=" 5.200474"/>
</p:tagLst>
</file>

<file path=ppt/tags/tag807.xml><?xml version="1.0" encoding="utf-8"?>
<p:tagLst xmlns:a="http://schemas.openxmlformats.org/drawingml/2006/main" xmlns:r="http://schemas.openxmlformats.org/officeDocument/2006/relationships" xmlns:p="http://schemas.openxmlformats.org/presentationml/2006/main">
  <p:tag name="EMFCHILD" val="True"/>
  <p:tag name="ORIGINALHEIGHT" val=" 2.350355"/>
  <p:tag name="ORIGINALWIDTH" val=" 6.62512"/>
</p:tagLst>
</file>

<file path=ppt/tags/tag808.xml><?xml version="1.0" encoding="utf-8"?>
<p:tagLst xmlns:a="http://schemas.openxmlformats.org/drawingml/2006/main" xmlns:r="http://schemas.openxmlformats.org/officeDocument/2006/relationships" xmlns:p="http://schemas.openxmlformats.org/presentationml/2006/main">
  <p:tag name="EMFCHILD" val="True"/>
  <p:tag name="ORIGINALHEIGHT" val=" 6.860238"/>
  <p:tag name="ORIGINALWIDTH" val=" 5.867993"/>
</p:tagLst>
</file>

<file path=ppt/tags/tag809.xml><?xml version="1.0" encoding="utf-8"?>
<p:tagLst xmlns:a="http://schemas.openxmlformats.org/drawingml/2006/main" xmlns:r="http://schemas.openxmlformats.org/officeDocument/2006/relationships" xmlns:p="http://schemas.openxmlformats.org/presentationml/2006/main">
  <p:tag name="EMFCHILD" val="True"/>
  <p:tag name="ORIGINALHEIGHT" val=" 4.439568"/>
  <p:tag name="ORIGINALWIDTH" val=" 3.347442"/>
</p:tagLst>
</file>

<file path=ppt/tags/tag810.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1.364843"/>
</p:tagLst>
</file>

<file path=ppt/tags/tag811.xml><?xml version="1.0" encoding="utf-8"?>
<p:tagLst xmlns:a="http://schemas.openxmlformats.org/drawingml/2006/main" xmlns:r="http://schemas.openxmlformats.org/officeDocument/2006/relationships" xmlns:p="http://schemas.openxmlformats.org/presentationml/2006/main">
  <p:tag name="EMFCHILD" val="True"/>
  <p:tag name="ORIGINALHEIGHT" val=" 6.498662"/>
  <p:tag name="ORIGINALWIDTH" val=" 4.592757"/>
</p:tagLst>
</file>

<file path=ppt/tags/tag812.xml><?xml version="1.0" encoding="utf-8"?>
<p:tagLst xmlns:a="http://schemas.openxmlformats.org/drawingml/2006/main" xmlns:r="http://schemas.openxmlformats.org/officeDocument/2006/relationships" xmlns:p="http://schemas.openxmlformats.org/presentationml/2006/main">
  <p:tag name="EMFCHILD" val="True"/>
  <p:tag name="ORIGINALHEIGHT" val=" 2.350355"/>
  <p:tag name="ORIGINALWIDTH" val=" 6.62512"/>
</p:tagLst>
</file>

<file path=ppt/tags/tag813.xml><?xml version="1.0" encoding="utf-8"?>
<p:tagLst xmlns:a="http://schemas.openxmlformats.org/drawingml/2006/main" xmlns:r="http://schemas.openxmlformats.org/officeDocument/2006/relationships" xmlns:p="http://schemas.openxmlformats.org/presentationml/2006/main">
  <p:tag name="EMFCHILD" val="True"/>
  <p:tag name="ORIGINALHEIGHT" val=" 6.68949"/>
  <p:tag name="ORIGINALWIDTH" val=" 3.287638"/>
</p:tagLst>
</file>

<file path=ppt/tags/tag814.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398504"/>
</p:tagLst>
</file>

<file path=ppt/tags/tag815.xml><?xml version="1.0" encoding="utf-8"?>
<p:tagLst xmlns:a="http://schemas.openxmlformats.org/drawingml/2006/main" xmlns:r="http://schemas.openxmlformats.org/officeDocument/2006/relationships" xmlns:p="http://schemas.openxmlformats.org/presentationml/2006/main">
  <p:tag name="EMFCHILD" val="True"/>
  <p:tag name="ORIGINALHEIGHT" val=" 4.459647"/>
  <p:tag name="ORIGINALWIDTH" val=" 5.608938"/>
</p:tagLst>
</file>

<file path=ppt/tags/tag816.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1.364843"/>
</p:tagLst>
</file>

<file path=ppt/tags/tag817.xml><?xml version="1.0" encoding="utf-8"?>
<p:tagLst xmlns:a="http://schemas.openxmlformats.org/drawingml/2006/main" xmlns:r="http://schemas.openxmlformats.org/officeDocument/2006/relationships" xmlns:p="http://schemas.openxmlformats.org/presentationml/2006/main">
  <p:tag name="EMFCHILD" val="True"/>
  <p:tag name="ORIGINALHEIGHT" val=" 14.80807"/>
  <p:tag name="ORIGINALWIDTH" val=" .3984646"/>
</p:tagLst>
</file>

<file path=ppt/tags/tag818.xml><?xml version="1.0" encoding="utf-8"?>
<p:tagLst xmlns:a="http://schemas.openxmlformats.org/drawingml/2006/main" xmlns:r="http://schemas.openxmlformats.org/officeDocument/2006/relationships" xmlns:p="http://schemas.openxmlformats.org/presentationml/2006/main">
  <p:tag name="EMFCHILD" val="True"/>
  <p:tag name="ORIGINALHEIGHT" val=" 6.890356"/>
  <p:tag name="ORIGINALWIDTH" val=" 10.07221"/>
</p:tagLst>
</file>

<file path=ppt/tags/tag819.xml><?xml version="1.0" encoding="utf-8"?>
<p:tagLst xmlns:a="http://schemas.openxmlformats.org/drawingml/2006/main" xmlns:r="http://schemas.openxmlformats.org/officeDocument/2006/relationships" xmlns:p="http://schemas.openxmlformats.org/presentationml/2006/main">
  <p:tag name="EMFCHILD" val="True"/>
  <p:tag name="ORIGINALHEIGHT" val=" 4.610316"/>
  <p:tag name="ORIGINALWIDTH" val=" 5.240316"/>
</p:tagLst>
</file>

<file path=ppt/tags/tag820.xml><?xml version="1.0" encoding="utf-8"?>
<p:tagLst xmlns:a="http://schemas.openxmlformats.org/drawingml/2006/main" xmlns:r="http://schemas.openxmlformats.org/officeDocument/2006/relationships" xmlns:p="http://schemas.openxmlformats.org/presentationml/2006/main">
  <p:tag name="EMFCHILD" val="True"/>
  <p:tag name="ORIGINALHEIGHT" val=" 4.519922"/>
  <p:tag name="ORIGINALWIDTH" val=" 4.034843"/>
</p:tagLst>
</file>

<file path=ppt/tags/tag821.xml><?xml version="1.0" encoding="utf-8"?>
<p:tagLst xmlns:a="http://schemas.openxmlformats.org/drawingml/2006/main" xmlns:r="http://schemas.openxmlformats.org/officeDocument/2006/relationships" xmlns:p="http://schemas.openxmlformats.org/presentationml/2006/main">
  <p:tag name="EMFCHILD" val="True"/>
  <p:tag name="ORIGINALHEIGHT" val=" 6.589056"/>
  <p:tag name="ORIGINALWIDTH" val=" 5.240316"/>
</p:tagLst>
</file>

<file path=ppt/tags/tag822.xml><?xml version="1.0" encoding="utf-8"?>
<p:tagLst xmlns:a="http://schemas.openxmlformats.org/drawingml/2006/main" xmlns:r="http://schemas.openxmlformats.org/officeDocument/2006/relationships" xmlns:p="http://schemas.openxmlformats.org/presentationml/2006/main">
  <p:tag name="EMFCHILD" val="True"/>
  <p:tag name="ORIGINALHEIGHT" val=" 6.980789"/>
  <p:tag name="ORIGINALWIDTH" val=" 2.381063"/>
</p:tagLst>
</file>

<file path=ppt/tags/tag823.xml><?xml version="1.0" encoding="utf-8"?>
<p:tagLst xmlns:a="http://schemas.openxmlformats.org/drawingml/2006/main" xmlns:r="http://schemas.openxmlformats.org/officeDocument/2006/relationships" xmlns:p="http://schemas.openxmlformats.org/presentationml/2006/main">
  <p:tag name="EMFCHILD" val="True"/>
  <p:tag name="ORIGINALHEIGHT" val=" 4.519922"/>
  <p:tag name="ORIGINALWIDTH" val=" 5.678702"/>
</p:tagLst>
</file>

<file path=ppt/tags/tag824.xml><?xml version="1.0" encoding="utf-8"?>
<p:tagLst xmlns:a="http://schemas.openxmlformats.org/drawingml/2006/main" xmlns:r="http://schemas.openxmlformats.org/officeDocument/2006/relationships" xmlns:p="http://schemas.openxmlformats.org/presentationml/2006/main">
  <p:tag name="EMFCHILD" val="True"/>
  <p:tag name="ORIGINALHEIGHT" val=" 4.610316"/>
  <p:tag name="ORIGINALWIDTH" val=" 5.240316"/>
</p:tagLst>
</file>

<file path=ppt/tags/tag825.xml><?xml version="1.0" encoding="utf-8"?>
<p:tagLst xmlns:a="http://schemas.openxmlformats.org/drawingml/2006/main" xmlns:r="http://schemas.openxmlformats.org/officeDocument/2006/relationships" xmlns:p="http://schemas.openxmlformats.org/presentationml/2006/main">
  <p:tag name="EMFCHILD" val="True"/>
  <p:tag name="ORIGINALHEIGHT" val=" 6.97071"/>
  <p:tag name="ORIGINALWIDTH" val=" 2.450788"/>
</p:tagLst>
</file>

<file path=ppt/tags/tag826.xml><?xml version="1.0" encoding="utf-8"?>
<p:tagLst xmlns:a="http://schemas.openxmlformats.org/drawingml/2006/main" xmlns:r="http://schemas.openxmlformats.org/officeDocument/2006/relationships" xmlns:p="http://schemas.openxmlformats.org/presentationml/2006/main">
  <p:tag name="EMFCHILD" val="True"/>
  <p:tag name="ORIGINALHEIGHT" val=" 6.83012"/>
  <p:tag name="ORIGINALWIDTH" val=" 6.814411"/>
</p:tagLst>
</file>

<file path=ppt/tags/tag827.xml><?xml version="1.0" encoding="utf-8"?>
<p:tagLst xmlns:a="http://schemas.openxmlformats.org/drawingml/2006/main" xmlns:r="http://schemas.openxmlformats.org/officeDocument/2006/relationships" xmlns:p="http://schemas.openxmlformats.org/presentationml/2006/main">
  <p:tag name="EMFCHILD" val="True"/>
  <p:tag name="ORIGINALHEIGHT" val=" 7.030986"/>
  <p:tag name="ORIGINALWIDTH" val=" 7.12327"/>
</p:tagLst>
</file>

<file path=ppt/tags/tag828.xml><?xml version="1.0" encoding="utf-8"?>
<p:tagLst xmlns:a="http://schemas.openxmlformats.org/drawingml/2006/main" xmlns:r="http://schemas.openxmlformats.org/officeDocument/2006/relationships" xmlns:p="http://schemas.openxmlformats.org/presentationml/2006/main">
  <p:tag name="EMFCHILD" val="True"/>
  <p:tag name="ORIGINALHEIGHT" val=" 4.610316"/>
  <p:tag name="ORIGINALWIDTH" val=" 4.602717"/>
</p:tagLst>
</file>

<file path=ppt/tags/tag829.xml><?xml version="1.0" encoding="utf-8"?>
<p:tagLst xmlns:a="http://schemas.openxmlformats.org/drawingml/2006/main" xmlns:r="http://schemas.openxmlformats.org/officeDocument/2006/relationships" xmlns:p="http://schemas.openxmlformats.org/presentationml/2006/main">
  <p:tag name="EMFCHILD" val="True"/>
  <p:tag name="ORIGINALHEIGHT" val=" 4.610316"/>
  <p:tag name="ORIGINALWIDTH" val=" 4.383544"/>
</p:tagLst>
</file>

<file path=ppt/tags/tag830.xml><?xml version="1.0" encoding="utf-8"?>
<p:tagLst xmlns:a="http://schemas.openxmlformats.org/drawingml/2006/main" xmlns:r="http://schemas.openxmlformats.org/officeDocument/2006/relationships" xmlns:p="http://schemas.openxmlformats.org/presentationml/2006/main">
  <p:tag name="EMFCHILD" val="True"/>
  <p:tag name="ORIGINALHEIGHT" val=" 6.438387"/>
  <p:tag name="ORIGINALWIDTH" val=" 3.596497"/>
</p:tagLst>
</file>

<file path=ppt/tags/tag831.xml><?xml version="1.0" encoding="utf-8"?>
<p:tagLst xmlns:a="http://schemas.openxmlformats.org/drawingml/2006/main" xmlns:r="http://schemas.openxmlformats.org/officeDocument/2006/relationships" xmlns:p="http://schemas.openxmlformats.org/presentationml/2006/main">
  <p:tag name="EMFCHILD" val="True"/>
  <p:tag name="ORIGINALHEIGHT" val=" 5.160749"/>
  <p:tag name="ORIGINALWIDTH" val=" 4.002954"/>
</p:tagLst>
</file>

<file path=ppt/tags/tag832.xml><?xml version="1.0" encoding="utf-8"?>
<p:tagLst xmlns:a="http://schemas.openxmlformats.org/drawingml/2006/main" xmlns:r="http://schemas.openxmlformats.org/officeDocument/2006/relationships" xmlns:p="http://schemas.openxmlformats.org/presentationml/2006/main">
  <p:tag name="EMFCHILD" val="True"/>
  <p:tag name="ORIGINALHEIGHT" val=" 4.464686"/>
  <p:tag name="ORIGINALWIDTH" val=" 3.891379"/>
</p:tagLst>
</file>

<file path=ppt/tags/tag833.xml><?xml version="1.0" encoding="utf-8"?>
<p:tagLst xmlns:a="http://schemas.openxmlformats.org/drawingml/2006/main" xmlns:r="http://schemas.openxmlformats.org/officeDocument/2006/relationships" xmlns:p="http://schemas.openxmlformats.org/presentationml/2006/main">
  <p:tag name="EMFCHILD" val="True"/>
  <p:tag name="ORIGINALHEIGHT" val=" .4017324"/>
  <p:tag name="ORIGINALWIDTH" val=" 12.92315"/>
</p:tagLst>
</file>

<file path=ppt/tags/tag834.xml><?xml version="1.0" encoding="utf-8"?>
<p:tagLst xmlns:a="http://schemas.openxmlformats.org/drawingml/2006/main" xmlns:r="http://schemas.openxmlformats.org/officeDocument/2006/relationships" xmlns:p="http://schemas.openxmlformats.org/presentationml/2006/main">
  <p:tag name="EMFCHILD" val="True"/>
  <p:tag name="ORIGINALHEIGHT" val=" 5.160749"/>
  <p:tag name="ORIGINALWIDTH" val=" 4.002954"/>
</p:tagLst>
</file>

<file path=ppt/tags/tag835.xml><?xml version="1.0" encoding="utf-8"?>
<p:tagLst xmlns:a="http://schemas.openxmlformats.org/drawingml/2006/main" xmlns:r="http://schemas.openxmlformats.org/officeDocument/2006/relationships" xmlns:p="http://schemas.openxmlformats.org/presentationml/2006/main">
  <p:tag name="EMFCHILD" val="True"/>
  <p:tag name="ORIGINALHEIGHT" val=" 3.170985"/>
  <p:tag name="ORIGINALWIDTH" val=" 3.730985"/>
</p:tagLst>
</file>

<file path=ppt/tags/tag836.xml><?xml version="1.0" encoding="utf-8"?>
<p:tagLst xmlns:a="http://schemas.openxmlformats.org/drawingml/2006/main" xmlns:r="http://schemas.openxmlformats.org/officeDocument/2006/relationships" xmlns:p="http://schemas.openxmlformats.org/presentationml/2006/main">
  <p:tag name="EMFCHILD" val="True"/>
  <p:tag name="ORIGINALHEIGHT" val=" 4.379292"/>
  <p:tag name="ORIGINALWIDTH" val=" 2.356142"/>
</p:tagLst>
</file>

<file path=ppt/tags/tag837.xml><?xml version="1.0" encoding="utf-8"?>
<p:tagLst xmlns:a="http://schemas.openxmlformats.org/drawingml/2006/main" xmlns:r="http://schemas.openxmlformats.org/officeDocument/2006/relationships" xmlns:p="http://schemas.openxmlformats.org/presentationml/2006/main">
  <p:tag name="EMFCHILD" val="True"/>
  <p:tag name="ORIGINALHEIGHT" val=" 14.80807"/>
  <p:tag name="ORIGINALWIDTH" val=" .3984646"/>
</p:tagLst>
</file>

<file path=ppt/tags/tag838.xml><?xml version="1.0" encoding="utf-8"?>
<p:tagLst xmlns:a="http://schemas.openxmlformats.org/drawingml/2006/main" xmlns:r="http://schemas.openxmlformats.org/officeDocument/2006/relationships" xmlns:p="http://schemas.openxmlformats.org/presentationml/2006/main">
  <p:tag name="EMFCHILD" val="True"/>
  <p:tag name="ORIGINALHEIGHT" val=" .4017324"/>
  <p:tag name="ORIGINALWIDTH" val=" 341.9042"/>
</p:tagLst>
</file>

<file path=ppt/tags/tag839.xml><?xml version="1.0" encoding="utf-8"?>
<p:tagLst xmlns:a="http://schemas.openxmlformats.org/drawingml/2006/main" xmlns:r="http://schemas.openxmlformats.org/officeDocument/2006/relationships" xmlns:p="http://schemas.openxmlformats.org/presentationml/2006/main">
  <p:tag name="EMFCHILD" val="True"/>
  <p:tag name="ORIGINALHEIGHT" val=" 17.00898"/>
  <p:tag name="ORIGINALWIDTH" val=" .3984646"/>
</p:tagLst>
</file>

<file path=ppt/tags/tag840.xml><?xml version="1.0" encoding="utf-8"?>
<p:tagLst xmlns:a="http://schemas.openxmlformats.org/drawingml/2006/main" xmlns:r="http://schemas.openxmlformats.org/officeDocument/2006/relationships" xmlns:p="http://schemas.openxmlformats.org/presentationml/2006/main">
  <p:tag name="EMFCHILD" val="True"/>
  <p:tag name="ORIGINALHEIGHT" val=" 6.860238"/>
  <p:tag name="ORIGINALWIDTH" val=" 5.46949"/>
</p:tagLst>
</file>

<file path=ppt/tags/tag841.xml><?xml version="1.0" encoding="utf-8"?>
<p:tagLst xmlns:a="http://schemas.openxmlformats.org/drawingml/2006/main" xmlns:r="http://schemas.openxmlformats.org/officeDocument/2006/relationships" xmlns:p="http://schemas.openxmlformats.org/presentationml/2006/main">
  <p:tag name="EMFCHILD" val="True"/>
  <p:tag name="ORIGINALHEIGHT" val=" 4.610316"/>
  <p:tag name="ORIGINALWIDTH" val=" 4.413426"/>
</p:tagLst>
</file>

<file path=ppt/tags/tag842.xml><?xml version="1.0" encoding="utf-8"?>
<p:tagLst xmlns:a="http://schemas.openxmlformats.org/drawingml/2006/main" xmlns:r="http://schemas.openxmlformats.org/officeDocument/2006/relationships" xmlns:p="http://schemas.openxmlformats.org/presentationml/2006/main">
  <p:tag name="EMFCHILD" val="True"/>
  <p:tag name="ORIGINALHEIGHT" val=" 6.619174"/>
  <p:tag name="ORIGINALWIDTH" val=" 4.552914"/>
</p:tagLst>
</file>

<file path=ppt/tags/tag843.xml><?xml version="1.0" encoding="utf-8"?>
<p:tagLst xmlns:a="http://schemas.openxmlformats.org/drawingml/2006/main" xmlns:r="http://schemas.openxmlformats.org/officeDocument/2006/relationships" xmlns:p="http://schemas.openxmlformats.org/presentationml/2006/main">
  <p:tag name="EMFCHILD" val="True"/>
  <p:tag name="ORIGINALHEIGHT" val=" 6.719608"/>
  <p:tag name="ORIGINALWIDTH" val=" 2.131969"/>
</p:tagLst>
</file>

<file path=ppt/tags/tag844.xml><?xml version="1.0" encoding="utf-8"?>
<p:tagLst xmlns:a="http://schemas.openxmlformats.org/drawingml/2006/main" xmlns:r="http://schemas.openxmlformats.org/officeDocument/2006/relationships" xmlns:p="http://schemas.openxmlformats.org/presentationml/2006/main">
  <p:tag name="EMFCHILD" val="True"/>
  <p:tag name="ORIGINALHEIGHT" val=" 6.287717"/>
  <p:tag name="ORIGINALWIDTH" val=" 3.118268"/>
</p:tagLst>
</file>

<file path=ppt/tags/tag845.xml><?xml version="1.0" encoding="utf-8"?>
<p:tagLst xmlns:a="http://schemas.openxmlformats.org/drawingml/2006/main" xmlns:r="http://schemas.openxmlformats.org/officeDocument/2006/relationships" xmlns:p="http://schemas.openxmlformats.org/presentationml/2006/main">
  <p:tag name="EMFCHILD" val="True"/>
  <p:tag name="ORIGINALHEIGHT" val=" 17.00898"/>
  <p:tag name="ORIGINALWIDTH" val=" .3984646"/>
</p:tagLst>
</file>

<file path=ppt/tags/tag846.xml><?xml version="1.0" encoding="utf-8"?>
<p:tagLst xmlns:a="http://schemas.openxmlformats.org/drawingml/2006/main" xmlns:r="http://schemas.openxmlformats.org/officeDocument/2006/relationships" xmlns:p="http://schemas.openxmlformats.org/presentationml/2006/main">
  <p:tag name="EMFCHILD" val="True"/>
  <p:tag name="ORIGINALHEIGHT" val=" 7.191694"/>
  <p:tag name="ORIGINALWIDTH" val=" 6.266498"/>
</p:tagLst>
</file>

<file path=ppt/tags/tag847.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2.3113"/>
</p:tagLst>
</file>

<file path=ppt/tags/tag848.xml><?xml version="1.0" encoding="utf-8"?>
<p:tagLst xmlns:a="http://schemas.openxmlformats.org/drawingml/2006/main" xmlns:r="http://schemas.openxmlformats.org/officeDocument/2006/relationships" xmlns:p="http://schemas.openxmlformats.org/presentationml/2006/main">
  <p:tag name="EMFCHILD" val="True"/>
  <p:tag name="ORIGINALHEIGHT" val=" 4.459647"/>
  <p:tag name="ORIGINALWIDTH" val=" 5.608938"/>
</p:tagLst>
</file>

<file path=ppt/tags/tag849.xml><?xml version="1.0" encoding="utf-8"?>
<p:tagLst xmlns:a="http://schemas.openxmlformats.org/drawingml/2006/main" xmlns:r="http://schemas.openxmlformats.org/officeDocument/2006/relationships" xmlns:p="http://schemas.openxmlformats.org/presentationml/2006/main">
  <p:tag name="EMFCHILD" val="True"/>
  <p:tag name="ORIGINALHEIGHT" val=" 3.642048"/>
  <p:tag name="ORIGINALWIDTH" val=" 1.750434"/>
</p:tagLst>
</file>

<file path=ppt/tags/tag850.xml><?xml version="1.0" encoding="utf-8"?>
<p:tagLst xmlns:a="http://schemas.openxmlformats.org/drawingml/2006/main" xmlns:r="http://schemas.openxmlformats.org/officeDocument/2006/relationships" xmlns:p="http://schemas.openxmlformats.org/presentationml/2006/main">
  <p:tag name="EMFCHILD" val="True"/>
  <p:tag name="ORIGINALHEIGHT" val=" 8.999687"/>
  <p:tag name="ORIGINALWIDTH" val=" 6.366104"/>
</p:tagLst>
</file>

<file path=ppt/tags/tag851.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2.3113"/>
</p:tagLst>
</file>

<file path=ppt/tags/tag852.xml><?xml version="1.0" encoding="utf-8"?>
<p:tagLst xmlns:a="http://schemas.openxmlformats.org/drawingml/2006/main" xmlns:r="http://schemas.openxmlformats.org/officeDocument/2006/relationships" xmlns:p="http://schemas.openxmlformats.org/presentationml/2006/main">
  <p:tag name="EMFCHILD" val="True"/>
  <p:tag name="ORIGINALHEIGHT" val=" 2.350355"/>
  <p:tag name="ORIGINALWIDTH" val=" 6.62512"/>
</p:tagLst>
</file>

<file path=ppt/tags/tag853.xml><?xml version="1.0" encoding="utf-8"?>
<p:tagLst xmlns:a="http://schemas.openxmlformats.org/drawingml/2006/main" xmlns:r="http://schemas.openxmlformats.org/officeDocument/2006/relationships" xmlns:p="http://schemas.openxmlformats.org/presentationml/2006/main">
  <p:tag name="EMFCHILD" val="True"/>
  <p:tag name="ORIGINALHEIGHT" val=" 3.170985"/>
  <p:tag name="ORIGINALWIDTH" val=" 2.984804"/>
</p:tagLst>
</file>

<file path=ppt/tags/tag854.xml><?xml version="1.0" encoding="utf-8"?>
<p:tagLst xmlns:a="http://schemas.openxmlformats.org/drawingml/2006/main" xmlns:r="http://schemas.openxmlformats.org/officeDocument/2006/relationships" xmlns:p="http://schemas.openxmlformats.org/presentationml/2006/main">
  <p:tag name="EMFCHILD" val="True"/>
  <p:tag name="ORIGINALHEIGHT" val=" 2.229804"/>
  <p:tag name="ORIGINALWIDTH" val=" 3.402205"/>
</p:tagLst>
</file>

<file path=ppt/tags/tag855.xml><?xml version="1.0" encoding="utf-8"?>
<p:tagLst xmlns:a="http://schemas.openxmlformats.org/drawingml/2006/main" xmlns:r="http://schemas.openxmlformats.org/officeDocument/2006/relationships" xmlns:p="http://schemas.openxmlformats.org/presentationml/2006/main">
  <p:tag name="EMFCHILD" val="True"/>
  <p:tag name="ORIGINALHEIGHT" val=" 2.616536"/>
  <p:tag name="ORIGINALWIDTH" val=" 1.379804"/>
</p:tagLst>
</file>

<file path=ppt/tags/tag856.xml><?xml version="1.0" encoding="utf-8"?>
<p:tagLst xmlns:a="http://schemas.openxmlformats.org/drawingml/2006/main" xmlns:r="http://schemas.openxmlformats.org/officeDocument/2006/relationships" xmlns:p="http://schemas.openxmlformats.org/presentationml/2006/main">
  <p:tag name="EMFCHILD" val="True"/>
  <p:tag name="ORIGINALHEIGHT" val=" 4.509883"/>
  <p:tag name="ORIGINALWIDTH" val=" 3.890395"/>
</p:tagLst>
</file>

<file path=ppt/tags/tag857.xml><?xml version="1.0" encoding="utf-8"?>
<p:tagLst xmlns:a="http://schemas.openxmlformats.org/drawingml/2006/main" xmlns:r="http://schemas.openxmlformats.org/officeDocument/2006/relationships" xmlns:p="http://schemas.openxmlformats.org/presentationml/2006/main">
  <p:tag name="EMFCHILD" val="True"/>
  <p:tag name="ORIGINALHEIGHT" val=" .4017324"/>
  <p:tag name="ORIGINALWIDTH" val=" 25.53855"/>
</p:tagLst>
</file>

<file path=ppt/tags/tag858.xml><?xml version="1.0" encoding="utf-8"?>
<p:tagLst xmlns:a="http://schemas.openxmlformats.org/drawingml/2006/main" xmlns:r="http://schemas.openxmlformats.org/officeDocument/2006/relationships" xmlns:p="http://schemas.openxmlformats.org/presentationml/2006/main">
  <p:tag name="EMFCHILD" val="True"/>
  <p:tag name="ORIGINALHEIGHT" val=" 4.668583"/>
  <p:tag name="ORIGINALWIDTH" val=" 2.538465"/>
</p:tagLst>
</file>

<file path=ppt/tags/tag859.xml><?xml version="1.0" encoding="utf-8"?>
<p:tagLst xmlns:a="http://schemas.openxmlformats.org/drawingml/2006/main" xmlns:r="http://schemas.openxmlformats.org/officeDocument/2006/relationships" xmlns:p="http://schemas.openxmlformats.org/presentationml/2006/main">
  <p:tag name="EMFCHILD" val="True"/>
  <p:tag name="ORIGINALHEIGHT" val=" 5.181851"/>
  <p:tag name="ORIGINALWIDTH" val=" 5.132718"/>
</p:tagLst>
</file>

<file path=ppt/tags/tag860.xml><?xml version="1.0" encoding="utf-8"?>
<p:tagLst xmlns:a="http://schemas.openxmlformats.org/drawingml/2006/main" xmlns:r="http://schemas.openxmlformats.org/officeDocument/2006/relationships" xmlns:p="http://schemas.openxmlformats.org/presentationml/2006/main">
  <p:tag name="EMFCHILD" val="True"/>
  <p:tag name="ORIGINALHEIGHT" val=" 3.170985"/>
  <p:tag name="ORIGINALWIDTH" val=" 2.984804"/>
</p:tagLst>
</file>

<file path=ppt/tags/tag861.xml><?xml version="1.0" encoding="utf-8"?>
<p:tagLst xmlns:a="http://schemas.openxmlformats.org/drawingml/2006/main" xmlns:r="http://schemas.openxmlformats.org/officeDocument/2006/relationships" xmlns:p="http://schemas.openxmlformats.org/presentationml/2006/main">
  <p:tag name="EMFCHILD" val="True"/>
  <p:tag name="ORIGINALHEIGHT" val=" 2.229804"/>
  <p:tag name="ORIGINALWIDTH" val=" 3.402205"/>
</p:tagLst>
</file>

<file path=ppt/tags/tag862.xml><?xml version="1.0" encoding="utf-8"?>
<p:tagLst xmlns:a="http://schemas.openxmlformats.org/drawingml/2006/main" xmlns:r="http://schemas.openxmlformats.org/officeDocument/2006/relationships" xmlns:p="http://schemas.openxmlformats.org/presentationml/2006/main">
  <p:tag name="EMFCHILD" val="True"/>
  <p:tag name="ORIGINALHEIGHT" val=" 2.616536"/>
  <p:tag name="ORIGINALWIDTH" val=" 1.379804"/>
</p:tagLst>
</file>

<file path=ppt/tags/tag863.xml><?xml version="1.0" encoding="utf-8"?>
<p:tagLst xmlns:a="http://schemas.openxmlformats.org/drawingml/2006/main" xmlns:r="http://schemas.openxmlformats.org/officeDocument/2006/relationships" xmlns:p="http://schemas.openxmlformats.org/presentationml/2006/main">
  <p:tag name="EMFCHILD" val="True"/>
  <p:tag name="ORIGINALHEIGHT" val=" 4.509883"/>
  <p:tag name="ORIGINALWIDTH" val=" 3.890395"/>
</p:tagLst>
</file>

<file path=ppt/tags/tag864.xml><?xml version="1.0" encoding="utf-8"?>
<p:tagLst xmlns:a="http://schemas.openxmlformats.org/drawingml/2006/main" xmlns:r="http://schemas.openxmlformats.org/officeDocument/2006/relationships" xmlns:p="http://schemas.openxmlformats.org/presentationml/2006/main">
  <p:tag name="EMFCHILD" val="True"/>
  <p:tag name="ORIGINALHEIGHT" val=" 17.00898"/>
  <p:tag name="ORIGINALWIDTH" val=" .3984646"/>
</p:tagLst>
</file>

<file path=ppt/tags/tag865.xml><?xml version="1.0" encoding="utf-8"?>
<p:tagLst xmlns:a="http://schemas.openxmlformats.org/drawingml/2006/main" xmlns:r="http://schemas.openxmlformats.org/officeDocument/2006/relationships" xmlns:p="http://schemas.openxmlformats.org/presentationml/2006/main">
  <p:tag name="EMFCHILD" val="True"/>
  <p:tag name="ORIGINALHEIGHT" val=" 7.191694"/>
  <p:tag name="ORIGINALWIDTH" val=" 6.266498"/>
</p:tagLst>
</file>

<file path=ppt/tags/tag866.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2.3113"/>
</p:tagLst>
</file>

<file path=ppt/tags/tag867.xml><?xml version="1.0" encoding="utf-8"?>
<p:tagLst xmlns:a="http://schemas.openxmlformats.org/drawingml/2006/main" xmlns:r="http://schemas.openxmlformats.org/officeDocument/2006/relationships" xmlns:p="http://schemas.openxmlformats.org/presentationml/2006/main">
  <p:tag name="EMFCHILD" val="True"/>
  <p:tag name="ORIGINALHEIGHT" val=" 4.459647"/>
  <p:tag name="ORIGINALWIDTH" val=" 5.608938"/>
</p:tagLst>
</file>

<file path=ppt/tags/tag868.xml><?xml version="1.0" encoding="utf-8"?>
<p:tagLst xmlns:a="http://schemas.openxmlformats.org/drawingml/2006/main" xmlns:r="http://schemas.openxmlformats.org/officeDocument/2006/relationships" xmlns:p="http://schemas.openxmlformats.org/presentationml/2006/main">
  <p:tag name="EMFCHILD" val="True"/>
  <p:tag name="ORIGINALHEIGHT" val=" 3.642048"/>
  <p:tag name="ORIGINALWIDTH" val=" 1.750434"/>
</p:tagLst>
</file>

<file path=ppt/tags/tag869.xml><?xml version="1.0" encoding="utf-8"?>
<p:tagLst xmlns:a="http://schemas.openxmlformats.org/drawingml/2006/main" xmlns:r="http://schemas.openxmlformats.org/officeDocument/2006/relationships" xmlns:p="http://schemas.openxmlformats.org/presentationml/2006/main">
  <p:tag name="EMFCHILD" val="True"/>
  <p:tag name="ORIGINALHEIGHT" val=" 8.999687"/>
  <p:tag name="ORIGINALWIDTH" val=" 6.366104"/>
</p:tagLst>
</file>

<file path=ppt/tags/tag870.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2.3113"/>
</p:tagLst>
</file>

<file path=ppt/tags/tag871.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1.364843"/>
</p:tagLst>
</file>

<file path=ppt/tags/tag872.xml><?xml version="1.0" encoding="utf-8"?>
<p:tagLst xmlns:a="http://schemas.openxmlformats.org/drawingml/2006/main" xmlns:r="http://schemas.openxmlformats.org/officeDocument/2006/relationships" xmlns:p="http://schemas.openxmlformats.org/presentationml/2006/main">
  <p:tag name="EMFCHILD" val="True"/>
  <p:tag name="ORIGINALHEIGHT" val=" 6.68949"/>
  <p:tag name="ORIGINALWIDTH" val=" 3.287638"/>
</p:tagLst>
</file>

<file path=ppt/tags/tag873.xml><?xml version="1.0" encoding="utf-8"?>
<p:tagLst xmlns:a="http://schemas.openxmlformats.org/drawingml/2006/main" xmlns:r="http://schemas.openxmlformats.org/officeDocument/2006/relationships" xmlns:p="http://schemas.openxmlformats.org/presentationml/2006/main">
  <p:tag name="EMFCHILD" val="True"/>
  <p:tag name="ORIGINALHEIGHT" val=" .4017717"/>
  <p:tag name="ORIGINALWIDTH" val=" 6.087167"/>
</p:tagLst>
</file>

<file path=ppt/tags/tag874.xml><?xml version="1.0" encoding="utf-8"?>
<p:tagLst xmlns:a="http://schemas.openxmlformats.org/drawingml/2006/main" xmlns:r="http://schemas.openxmlformats.org/officeDocument/2006/relationships" xmlns:p="http://schemas.openxmlformats.org/presentationml/2006/main">
  <p:tag name="EMFCHILD" val="True"/>
  <p:tag name="ORIGINALHEIGHT" val=" 7.191694"/>
  <p:tag name="ORIGINALWIDTH" val=" 6.266498"/>
</p:tagLst>
</file>

<file path=ppt/tags/tag875.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2.3113"/>
</p:tagLst>
</file>

<file path=ppt/tags/tag876.xml><?xml version="1.0" encoding="utf-8"?>
<p:tagLst xmlns:a="http://schemas.openxmlformats.org/drawingml/2006/main" xmlns:r="http://schemas.openxmlformats.org/officeDocument/2006/relationships" xmlns:p="http://schemas.openxmlformats.org/presentationml/2006/main">
  <p:tag name="EMFCHILD" val="True"/>
  <p:tag name="ORIGINALHEIGHT" val=" 4.459647"/>
  <p:tag name="ORIGINALWIDTH" val=" 5.608938"/>
</p:tagLst>
</file>

<file path=ppt/tags/tag877.xml><?xml version="1.0" encoding="utf-8"?>
<p:tagLst xmlns:a="http://schemas.openxmlformats.org/drawingml/2006/main" xmlns:r="http://schemas.openxmlformats.org/officeDocument/2006/relationships" xmlns:p="http://schemas.openxmlformats.org/presentationml/2006/main">
  <p:tag name="EMFCHILD" val="True"/>
  <p:tag name="ORIGINALHEIGHT" val=" 3.642048"/>
  <p:tag name="ORIGINALWIDTH" val=" 1.750434"/>
</p:tagLst>
</file>

<file path=ppt/tags/tag878.xml><?xml version="1.0" encoding="utf-8"?>
<p:tagLst xmlns:a="http://schemas.openxmlformats.org/drawingml/2006/main" xmlns:r="http://schemas.openxmlformats.org/officeDocument/2006/relationships" xmlns:p="http://schemas.openxmlformats.org/presentationml/2006/main">
  <p:tag name="EMFCHILD" val="True"/>
  <p:tag name="ORIGINALHEIGHT" val=" 8.999687"/>
  <p:tag name="ORIGINALWIDTH" val=" 6.366104"/>
</p:tagLst>
</file>

<file path=ppt/tags/tag879.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2.3113"/>
</p:tagLst>
</file>

<file path=ppt/tags/tag880.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1.364843"/>
</p:tagLst>
</file>

<file path=ppt/tags/tag881.xml><?xml version="1.0" encoding="utf-8"?>
<p:tagLst xmlns:a="http://schemas.openxmlformats.org/drawingml/2006/main" xmlns:r="http://schemas.openxmlformats.org/officeDocument/2006/relationships" xmlns:p="http://schemas.openxmlformats.org/presentationml/2006/main">
  <p:tag name="EMFCHILD" val="True"/>
  <p:tag name="ORIGINALHEIGHT" val=" 8.999687"/>
  <p:tag name="ORIGINALWIDTH" val=" 6.366104"/>
</p:tagLst>
</file>

<file path=ppt/tags/tag882.xml><?xml version="1.0" encoding="utf-8"?>
<p:tagLst xmlns:a="http://schemas.openxmlformats.org/drawingml/2006/main" xmlns:r="http://schemas.openxmlformats.org/officeDocument/2006/relationships" xmlns:p="http://schemas.openxmlformats.org/presentationml/2006/main">
  <p:tag name="EMFCHILD" val="True"/>
  <p:tag name="ORIGINALHEIGHT" val=" 6.095867"/>
  <p:tag name="ORIGINALWIDTH" val=" 3.061497"/>
</p:tagLst>
</file>

<file path=ppt/tags/tag883.xml><?xml version="1.0" encoding="utf-8"?>
<p:tagLst xmlns:a="http://schemas.openxmlformats.org/drawingml/2006/main" xmlns:r="http://schemas.openxmlformats.org/officeDocument/2006/relationships" xmlns:p="http://schemas.openxmlformats.org/presentationml/2006/main">
  <p:tag name="EMFCHILD" val="True"/>
  <p:tag name="ORIGINALHEIGHT" val=" 17.00898"/>
  <p:tag name="ORIGINALWIDTH" val=" .3984646"/>
</p:tagLst>
</file>

<file path=ppt/tags/tag884.xml><?xml version="1.0" encoding="utf-8"?>
<p:tagLst xmlns:a="http://schemas.openxmlformats.org/drawingml/2006/main" xmlns:r="http://schemas.openxmlformats.org/officeDocument/2006/relationships" xmlns:p="http://schemas.openxmlformats.org/presentationml/2006/main">
  <p:tag name="EMFCHILD" val="True"/>
  <p:tag name="ORIGINALHEIGHT" val=" .4017324"/>
  <p:tag name="ORIGINALWIDTH" val=" 341.9042"/>
</p:tagLst>
</file>

<file path=ppt/tags/tag885.xml><?xml version="1.0" encoding="utf-8"?>
<p:tagLst xmlns:a="http://schemas.openxmlformats.org/drawingml/2006/main" xmlns:r="http://schemas.openxmlformats.org/officeDocument/2006/relationships" xmlns:p="http://schemas.openxmlformats.org/presentationml/2006/main">
  <p:tag name="EMFCHILD" val="True"/>
  <p:tag name="ORIGINALHEIGHT" val=" 15.83776"/>
  <p:tag name="ORIGINALWIDTH" val=" .3984646"/>
</p:tagLst>
</file>

<file path=ppt/tags/tag886.xml><?xml version="1.0" encoding="utf-8"?>
<p:tagLst xmlns:a="http://schemas.openxmlformats.org/drawingml/2006/main" xmlns:r="http://schemas.openxmlformats.org/officeDocument/2006/relationships" xmlns:p="http://schemas.openxmlformats.org/presentationml/2006/main">
  <p:tag name="EMFCHILD" val="True"/>
  <p:tag name="ORIGINALHEIGHT" val=" 6.860238"/>
  <p:tag name="ORIGINALWIDTH" val=" 5.867993"/>
</p:tagLst>
</file>

<file path=ppt/tags/tag887.xml><?xml version="1.0" encoding="utf-8"?>
<p:tagLst xmlns:a="http://schemas.openxmlformats.org/drawingml/2006/main" xmlns:r="http://schemas.openxmlformats.org/officeDocument/2006/relationships" xmlns:p="http://schemas.openxmlformats.org/presentationml/2006/main">
  <p:tag name="EMFCHILD" val="True"/>
  <p:tag name="ORIGINALHEIGHT" val=" 4.439568"/>
  <p:tag name="ORIGINALWIDTH" val=" 3.347442"/>
</p:tagLst>
</file>

<file path=ppt/tags/tag888.xml><?xml version="1.0" encoding="utf-8"?>
<p:tagLst xmlns:a="http://schemas.openxmlformats.org/drawingml/2006/main" xmlns:r="http://schemas.openxmlformats.org/officeDocument/2006/relationships" xmlns:p="http://schemas.openxmlformats.org/presentationml/2006/main">
  <p:tag name="EMFCHILD" val="True"/>
  <p:tag name="ORIGINALHEIGHT" val=" 4.610316"/>
  <p:tag name="ORIGINALWIDTH" val=" 4.413426"/>
</p:tagLst>
</file>

<file path=ppt/tags/tag889.xml><?xml version="1.0" encoding="utf-8"?>
<p:tagLst xmlns:a="http://schemas.openxmlformats.org/drawingml/2006/main" xmlns:r="http://schemas.openxmlformats.org/officeDocument/2006/relationships" xmlns:p="http://schemas.openxmlformats.org/presentationml/2006/main">
  <p:tag name="EMFCHILD" val="True"/>
  <p:tag name="ORIGINALHEIGHT" val=" 7.081222"/>
  <p:tag name="ORIGINALWIDTH" val=" 4.911576"/>
</p:tagLst>
</file>

<file path=ppt/tags/tag890.xml><?xml version="1.0" encoding="utf-8"?>
<p:tagLst xmlns:a="http://schemas.openxmlformats.org/drawingml/2006/main" xmlns:r="http://schemas.openxmlformats.org/officeDocument/2006/relationships" xmlns:p="http://schemas.openxmlformats.org/presentationml/2006/main">
  <p:tag name="EMFCHILD" val="True"/>
  <p:tag name="ORIGINALHEIGHT" val=" 6.719608"/>
  <p:tag name="ORIGINALWIDTH" val=" 2.131969"/>
</p:tagLst>
</file>

<file path=ppt/tags/tag891.xml><?xml version="1.0" encoding="utf-8"?>
<p:tagLst xmlns:a="http://schemas.openxmlformats.org/drawingml/2006/main" xmlns:r="http://schemas.openxmlformats.org/officeDocument/2006/relationships" xmlns:p="http://schemas.openxmlformats.org/presentationml/2006/main">
  <p:tag name="EMFCHILD" val="True"/>
  <p:tag name="ORIGINALHEIGHT" val=" 6.287717"/>
  <p:tag name="ORIGINALWIDTH" val=" 3.118268"/>
</p:tagLst>
</file>

<file path=ppt/tags/tag892.xml><?xml version="1.0" encoding="utf-8"?>
<p:tagLst xmlns:a="http://schemas.openxmlformats.org/drawingml/2006/main" xmlns:r="http://schemas.openxmlformats.org/officeDocument/2006/relationships" xmlns:p="http://schemas.openxmlformats.org/presentationml/2006/main">
  <p:tag name="EMFCHILD" val="True"/>
  <p:tag name="ORIGINALHEIGHT" val=" 15.83776"/>
  <p:tag name="ORIGINALWIDTH" val=" .3984646"/>
</p:tagLst>
</file>

<file path=ppt/tags/tag893.xml><?xml version="1.0" encoding="utf-8"?>
<p:tagLst xmlns:a="http://schemas.openxmlformats.org/drawingml/2006/main" xmlns:r="http://schemas.openxmlformats.org/officeDocument/2006/relationships" xmlns:p="http://schemas.openxmlformats.org/presentationml/2006/main">
  <p:tag name="EMFCHILD" val="True"/>
  <p:tag name="ORIGINALHEIGHT" val=" 6.860238"/>
  <p:tag name="ORIGINALWIDTH" val=" 6.067245"/>
</p:tagLst>
</file>

<file path=ppt/tags/tag894.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2.3113"/>
</p:tagLst>
</file>

<file path=ppt/tags/tag895.xml><?xml version="1.0" encoding="utf-8"?>
<p:tagLst xmlns:a="http://schemas.openxmlformats.org/drawingml/2006/main" xmlns:r="http://schemas.openxmlformats.org/officeDocument/2006/relationships" xmlns:p="http://schemas.openxmlformats.org/presentationml/2006/main">
  <p:tag name="EMFCHILD" val="True"/>
  <p:tag name="ORIGINALHEIGHT" val=" 4.459647"/>
  <p:tag name="ORIGINALWIDTH" val=" 5.608938"/>
</p:tagLst>
</file>

<file path=ppt/tags/tag896.xml><?xml version="1.0" encoding="utf-8"?>
<p:tagLst xmlns:a="http://schemas.openxmlformats.org/drawingml/2006/main" xmlns:r="http://schemas.openxmlformats.org/officeDocument/2006/relationships" xmlns:p="http://schemas.openxmlformats.org/presentationml/2006/main">
  <p:tag name="EMFCHILD" val="True"/>
  <p:tag name="ORIGINALHEIGHT" val=" 3.642048"/>
  <p:tag name="ORIGINALWIDTH" val=" 1.750434"/>
</p:tagLst>
</file>

<file path=ppt/tags/tag897.xml><?xml version="1.0" encoding="utf-8"?>
<p:tagLst xmlns:a="http://schemas.openxmlformats.org/drawingml/2006/main" xmlns:r="http://schemas.openxmlformats.org/officeDocument/2006/relationships" xmlns:p="http://schemas.openxmlformats.org/presentationml/2006/main">
  <p:tag name="EMFCHILD" val="True"/>
  <p:tag name="ORIGINALHEIGHT" val=" 8.999687"/>
  <p:tag name="ORIGINALWIDTH" val=" 6.366104"/>
</p:tagLst>
</file>

<file path=ppt/tags/tag898.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2.3113"/>
</p:tagLst>
</file>

<file path=ppt/tags/tag899.xml><?xml version="1.0" encoding="utf-8"?>
<p:tagLst xmlns:a="http://schemas.openxmlformats.org/drawingml/2006/main" xmlns:r="http://schemas.openxmlformats.org/officeDocument/2006/relationships" xmlns:p="http://schemas.openxmlformats.org/presentationml/2006/main">
  <p:tag name="EMFCHILD" val="True"/>
  <p:tag name="ORIGINALHEIGHT" val=" 2.350355"/>
  <p:tag name="ORIGINALWIDTH" val=" 6.62512"/>
</p:tagLst>
</file>

<file path=ppt/tags/tag900.xml><?xml version="1.0" encoding="utf-8"?>
<p:tagLst xmlns:a="http://schemas.openxmlformats.org/drawingml/2006/main" xmlns:r="http://schemas.openxmlformats.org/officeDocument/2006/relationships" xmlns:p="http://schemas.openxmlformats.org/presentationml/2006/main">
  <p:tag name="EMFCHILD" val="True"/>
  <p:tag name="ORIGINALHEIGHT" val=" 11.15921"/>
  <p:tag name="ORIGINALWIDTH" val=" 5.509332"/>
</p:tagLst>
</file>

<file path=ppt/tags/tag901.xml><?xml version="1.0" encoding="utf-8"?>
<p:tagLst xmlns:a="http://schemas.openxmlformats.org/drawingml/2006/main" xmlns:r="http://schemas.openxmlformats.org/officeDocument/2006/relationships" xmlns:p="http://schemas.openxmlformats.org/presentationml/2006/main">
  <p:tag name="EMFCHILD" val="True"/>
  <p:tag name="ORIGINALHEIGHT" val=" 3.121733"/>
  <p:tag name="ORIGINALWIDTH" val=" 4.274961"/>
</p:tagLst>
</file>

<file path=ppt/tags/tag902.xml><?xml version="1.0" encoding="utf-8"?>
<p:tagLst xmlns:a="http://schemas.openxmlformats.org/drawingml/2006/main" xmlns:r="http://schemas.openxmlformats.org/officeDocument/2006/relationships" xmlns:p="http://schemas.openxmlformats.org/presentationml/2006/main">
  <p:tag name="EMFCHILD" val="True"/>
  <p:tag name="ORIGINALHEIGHT" val=" 2.616536"/>
  <p:tag name="ORIGINALWIDTH" val=" 1.379804"/>
</p:tagLst>
</file>

<file path=ppt/tags/tag903.xml><?xml version="1.0" encoding="utf-8"?>
<p:tagLst xmlns:a="http://schemas.openxmlformats.org/drawingml/2006/main" xmlns:r="http://schemas.openxmlformats.org/officeDocument/2006/relationships" xmlns:p="http://schemas.openxmlformats.org/presentationml/2006/main">
  <p:tag name="EMFCHILD" val="True"/>
  <p:tag name="ORIGINALHEIGHT" val=" 6.299765"/>
  <p:tag name="ORIGINALWIDTH" val=" 4.874686"/>
</p:tagLst>
</file>

<file path=ppt/tags/tag904.xml><?xml version="1.0" encoding="utf-8"?>
<p:tagLst xmlns:a="http://schemas.openxmlformats.org/drawingml/2006/main" xmlns:r="http://schemas.openxmlformats.org/officeDocument/2006/relationships" xmlns:p="http://schemas.openxmlformats.org/presentationml/2006/main">
  <p:tag name="EMFCHILD" val="True"/>
  <p:tag name="ORIGINALHEIGHT" val=" .3444883"/>
  <p:tag name="ORIGINALWIDTH" val=" 4.714293"/>
</p:tagLst>
</file>

<file path=ppt/tags/tag905.xml><?xml version="1.0" encoding="utf-8"?>
<p:tagLst xmlns:a="http://schemas.openxmlformats.org/drawingml/2006/main" xmlns:r="http://schemas.openxmlformats.org/officeDocument/2006/relationships" xmlns:p="http://schemas.openxmlformats.org/presentationml/2006/main">
  <p:tag name="EMFCHILD" val="True"/>
  <p:tag name="ORIGINALHEIGHT" val=" 3.170985"/>
  <p:tag name="ORIGINALWIDTH" val=" 6.862246"/>
</p:tagLst>
</file>

<file path=ppt/tags/tag906.xml><?xml version="1.0" encoding="utf-8"?>
<p:tagLst xmlns:a="http://schemas.openxmlformats.org/drawingml/2006/main" xmlns:r="http://schemas.openxmlformats.org/officeDocument/2006/relationships" xmlns:p="http://schemas.openxmlformats.org/presentationml/2006/main">
  <p:tag name="EMFCHILD" val="True"/>
  <p:tag name="ORIGINALHEIGHT" val=" 9.029805"/>
  <p:tag name="ORIGINALWIDTH" val=" 5.220395"/>
</p:tagLst>
</file>

<file path=ppt/tags/tag907.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2.3113"/>
</p:tagLst>
</file>

<file path=ppt/tags/tag908.xml><?xml version="1.0" encoding="utf-8"?>
<p:tagLst xmlns:a="http://schemas.openxmlformats.org/drawingml/2006/main" xmlns:r="http://schemas.openxmlformats.org/officeDocument/2006/relationships" xmlns:p="http://schemas.openxmlformats.org/presentationml/2006/main">
  <p:tag name="EMFCHILD" val="True"/>
  <p:tag name="ORIGINALHEIGHT" val=" 4.55004"/>
  <p:tag name="ORIGINALWIDTH" val=" 4.224135"/>
</p:tagLst>
</file>

<file path=ppt/tags/tag909.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2.3113"/>
</p:tagLst>
</file>

<file path=ppt/tags/tag910.xml><?xml version="1.0" encoding="utf-8"?>
<p:tagLst xmlns:a="http://schemas.openxmlformats.org/drawingml/2006/main" xmlns:r="http://schemas.openxmlformats.org/officeDocument/2006/relationships" xmlns:p="http://schemas.openxmlformats.org/presentationml/2006/main">
  <p:tag name="EMFCHILD" val="True"/>
  <p:tag name="ORIGINALHEIGHT" val=" 7.081222"/>
  <p:tag name="ORIGINALWIDTH" val=" 4.742206"/>
</p:tagLst>
</file>

<file path=ppt/tags/tag911.xml><?xml version="1.0" encoding="utf-8"?>
<p:tagLst xmlns:a="http://schemas.openxmlformats.org/drawingml/2006/main" xmlns:r="http://schemas.openxmlformats.org/officeDocument/2006/relationships" xmlns:p="http://schemas.openxmlformats.org/presentationml/2006/main">
  <p:tag name="EMFCHILD" val="True"/>
  <p:tag name="ORIGINALHEIGHT" val=" 4.55004"/>
  <p:tag name="ORIGINALWIDTH" val=" 4.224135"/>
</p:tagLst>
</file>

<file path=ppt/tags/tag912.xml><?xml version="1.0" encoding="utf-8"?>
<p:tagLst xmlns:a="http://schemas.openxmlformats.org/drawingml/2006/main" xmlns:r="http://schemas.openxmlformats.org/officeDocument/2006/relationships" xmlns:p="http://schemas.openxmlformats.org/presentationml/2006/main">
  <p:tag name="EMFCHILD" val="True"/>
  <p:tag name="ORIGINALHEIGHT" val=" 15.83776"/>
  <p:tag name="ORIGINALWIDTH" val=" .3984646"/>
</p:tagLst>
</file>

<file path=ppt/tags/tag913.xml><?xml version="1.0" encoding="utf-8"?>
<p:tagLst xmlns:a="http://schemas.openxmlformats.org/drawingml/2006/main" xmlns:r="http://schemas.openxmlformats.org/officeDocument/2006/relationships" xmlns:p="http://schemas.openxmlformats.org/presentationml/2006/main">
  <p:tag name="EMFCHILD" val="True"/>
  <p:tag name="ORIGINALHEIGHT" val=" 9.029805"/>
  <p:tag name="ORIGINALWIDTH" val=" 5.220395"/>
</p:tagLst>
</file>

<file path=ppt/tags/tag914.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2.3113"/>
</p:tagLst>
</file>

<file path=ppt/tags/tag915.xml><?xml version="1.0" encoding="utf-8"?>
<p:tagLst xmlns:a="http://schemas.openxmlformats.org/drawingml/2006/main" xmlns:r="http://schemas.openxmlformats.org/officeDocument/2006/relationships" xmlns:p="http://schemas.openxmlformats.org/presentationml/2006/main">
  <p:tag name="EMFCHILD" val="True"/>
  <p:tag name="ORIGINALHEIGHT" val=" 4.459647"/>
  <p:tag name="ORIGINALWIDTH" val=" 5.608938"/>
</p:tagLst>
</file>

<file path=ppt/tags/tag916.xml><?xml version="1.0" encoding="utf-8"?>
<p:tagLst xmlns:a="http://schemas.openxmlformats.org/drawingml/2006/main" xmlns:r="http://schemas.openxmlformats.org/officeDocument/2006/relationships" xmlns:p="http://schemas.openxmlformats.org/presentationml/2006/main">
  <p:tag name="EMFCHILD" val="True"/>
  <p:tag name="ORIGINALHEIGHT" val=" 3.642048"/>
  <p:tag name="ORIGINALWIDTH" val=" 1.750434"/>
</p:tagLst>
</file>

<file path=ppt/tags/tag917.xml><?xml version="1.0" encoding="utf-8"?>
<p:tagLst xmlns:a="http://schemas.openxmlformats.org/drawingml/2006/main" xmlns:r="http://schemas.openxmlformats.org/officeDocument/2006/relationships" xmlns:p="http://schemas.openxmlformats.org/presentationml/2006/main">
  <p:tag name="EMFCHILD" val="True"/>
  <p:tag name="ORIGINALHEIGHT" val=" 8.999687"/>
  <p:tag name="ORIGINALWIDTH" val=" 6.366104"/>
</p:tagLst>
</file>

<file path=ppt/tags/tag918.xml><?xml version="1.0" encoding="utf-8"?>
<p:tagLst xmlns:a="http://schemas.openxmlformats.org/drawingml/2006/main" xmlns:r="http://schemas.openxmlformats.org/officeDocument/2006/relationships" xmlns:p="http://schemas.openxmlformats.org/presentationml/2006/main">
  <p:tag name="EMFCHILD" val="True"/>
  <p:tag name="ORIGINALHEIGHT" val=" 10.04429"/>
  <p:tag name="ORIGINALWIDTH" val=" 2.3113"/>
</p:tagLst>
</file>

<file path=ppt/tags/tag919.xml><?xml version="1.0" encoding="utf-8"?>
<p:tagLst xmlns:a="http://schemas.openxmlformats.org/drawingml/2006/main" xmlns:r="http://schemas.openxmlformats.org/officeDocument/2006/relationships" xmlns:p="http://schemas.openxmlformats.org/presentationml/2006/main">
  <p:tag name="EMFCHILD" val="True"/>
  <p:tag name="ORIGINALHEIGHT" val=" 8.999687"/>
  <p:tag name="ORIGINALWIDTH" val=" 6.366104"/>
</p:tagLst>
</file>

<file path=ppt/tags/tag920.xml><?xml version="1.0" encoding="utf-8"?>
<p:tagLst xmlns:a="http://schemas.openxmlformats.org/drawingml/2006/main" xmlns:r="http://schemas.openxmlformats.org/officeDocument/2006/relationships" xmlns:p="http://schemas.openxmlformats.org/presentationml/2006/main">
  <p:tag name="EMFCHILD" val="True"/>
  <p:tag name="ORIGINALHEIGHT" val=" 6.095867"/>
  <p:tag name="ORIGINALWIDTH" val=" 3.061497"/>
</p:tagLst>
</file>

<file path=ppt/tags/tag921.xml><?xml version="1.0" encoding="utf-8"?>
<p:tagLst xmlns:a="http://schemas.openxmlformats.org/drawingml/2006/main" xmlns:r="http://schemas.openxmlformats.org/officeDocument/2006/relationships" xmlns:p="http://schemas.openxmlformats.org/presentationml/2006/main">
  <p:tag name="EMFCHILD" val="True"/>
  <p:tag name="ORIGINALHEIGHT" val=" 15.83776"/>
  <p:tag name="ORIGINALWIDTH" val=" .3984646"/>
</p:tagLst>
</file>

<file path=ppt/tags/tag922.xml><?xml version="1.0" encoding="utf-8"?>
<p:tagLst xmlns:a="http://schemas.openxmlformats.org/drawingml/2006/main" xmlns:r="http://schemas.openxmlformats.org/officeDocument/2006/relationships" xmlns:p="http://schemas.openxmlformats.org/presentationml/2006/main">
  <p:tag name="EMFCHILD" val="True"/>
  <p:tag name="ORIGINALHEIGHT" val=" .4017324"/>
  <p:tag name="ORIGINALWIDTH" val=" 341.9042"/>
</p:tagLst>
</file>

<file path=ppt/tags/tag923.xml><?xml version="1.0" encoding="utf-8"?>
<p:tagLst xmlns:a="http://schemas.openxmlformats.org/drawingml/2006/main" xmlns:r="http://schemas.openxmlformats.org/officeDocument/2006/relationships" xmlns:p="http://schemas.openxmlformats.org/presentationml/2006/main">
  <p:tag name="EMFCHILD" val="True"/>
  <p:tag name="ORIGINALHEIGHT" val=" 12.25953"/>
  <p:tag name="ORIGINALWIDTH" val=" .3984646"/>
</p:tagLst>
</file>

<file path=ppt/tags/tag924.xml><?xml version="1.0" encoding="utf-8"?>
<p:tagLst xmlns:a="http://schemas.openxmlformats.org/drawingml/2006/main" xmlns:r="http://schemas.openxmlformats.org/officeDocument/2006/relationships" xmlns:p="http://schemas.openxmlformats.org/presentationml/2006/main">
  <p:tag name="EMFCHILD" val="True"/>
  <p:tag name="ORIGINALHEIGHT" val=" 6.860238"/>
  <p:tag name="ORIGINALWIDTH" val=" 5.46949"/>
</p:tagLst>
</file>

<file path=ppt/tags/tag925.xml><?xml version="1.0" encoding="utf-8"?>
<p:tagLst xmlns:a="http://schemas.openxmlformats.org/drawingml/2006/main" xmlns:r="http://schemas.openxmlformats.org/officeDocument/2006/relationships" xmlns:p="http://schemas.openxmlformats.org/presentationml/2006/main">
  <p:tag name="EMFCHILD" val="True"/>
  <p:tag name="ORIGINALHEIGHT" val=" 6.719608"/>
  <p:tag name="ORIGINALWIDTH" val=" 2.131969"/>
</p:tagLst>
</file>

<file path=ppt/tags/tag926.xml><?xml version="1.0" encoding="utf-8"?>
<p:tagLst xmlns:a="http://schemas.openxmlformats.org/drawingml/2006/main" xmlns:r="http://schemas.openxmlformats.org/officeDocument/2006/relationships" xmlns:p="http://schemas.openxmlformats.org/presentationml/2006/main">
  <p:tag name="EMFCHILD" val="True"/>
  <p:tag name="ORIGINALHEIGHT" val=" 4.439568"/>
  <p:tag name="ORIGINALWIDTH" val=" 5.011182"/>
</p:tagLst>
</file>

<file path=ppt/tags/tag927.xml><?xml version="1.0" encoding="utf-8"?>
<p:tagLst xmlns:a="http://schemas.openxmlformats.org/drawingml/2006/main" xmlns:r="http://schemas.openxmlformats.org/officeDocument/2006/relationships" xmlns:p="http://schemas.openxmlformats.org/presentationml/2006/main">
  <p:tag name="EMFCHILD" val="True"/>
  <p:tag name="ORIGINALHEIGHT" val=" 4.610316"/>
  <p:tag name="ORIGINALWIDTH" val=" 3.855513"/>
</p:tagLst>
</file>

<file path=ppt/tags/tag928.xml><?xml version="1.0" encoding="utf-8"?>
<p:tagLst xmlns:a="http://schemas.openxmlformats.org/drawingml/2006/main" xmlns:r="http://schemas.openxmlformats.org/officeDocument/2006/relationships" xmlns:p="http://schemas.openxmlformats.org/presentationml/2006/main">
  <p:tag name="EMFCHILD" val="True"/>
  <p:tag name="ORIGINALHEIGHT" val=" 4.610316"/>
  <p:tag name="ORIGINALWIDTH" val=" 4.493151"/>
</p:tagLst>
</file>

<file path=ppt/tags/tag929.xml><?xml version="1.0" encoding="utf-8"?>
<p:tagLst xmlns:a="http://schemas.openxmlformats.org/drawingml/2006/main" xmlns:r="http://schemas.openxmlformats.org/officeDocument/2006/relationships" xmlns:p="http://schemas.openxmlformats.org/presentationml/2006/main">
  <p:tag name="EMFCHILD" val="True"/>
  <p:tag name="ORIGINALHEIGHT" val=" 6.97071"/>
  <p:tag name="ORIGINALWIDTH" val=" 2.211693"/>
</p:tagLst>
</file>

<file path=ppt/tags/tag930.xml><?xml version="1.0" encoding="utf-8"?>
<p:tagLst xmlns:a="http://schemas.openxmlformats.org/drawingml/2006/main" xmlns:r="http://schemas.openxmlformats.org/officeDocument/2006/relationships" xmlns:p="http://schemas.openxmlformats.org/presentationml/2006/main">
  <p:tag name="EMFCHILD" val="True"/>
  <p:tag name="ORIGINALHEIGHT" val=" 6.860238"/>
  <p:tag name="ORIGINALWIDTH" val=" 5.867993"/>
</p:tagLst>
</file>

<file path=ppt/tags/tag931.xml><?xml version="1.0" encoding="utf-8"?>
<p:tagLst xmlns:a="http://schemas.openxmlformats.org/drawingml/2006/main" xmlns:r="http://schemas.openxmlformats.org/officeDocument/2006/relationships" xmlns:p="http://schemas.openxmlformats.org/presentationml/2006/main">
  <p:tag name="EMFCHILD" val="True"/>
  <p:tag name="ORIGINALHEIGHT" val=" 4.439568"/>
  <p:tag name="ORIGINALWIDTH" val=" 3.347442"/>
</p:tagLst>
</file>

<file path=ppt/tags/tag932.xml><?xml version="1.0" encoding="utf-8"?>
<p:tagLst xmlns:a="http://schemas.openxmlformats.org/drawingml/2006/main" xmlns:r="http://schemas.openxmlformats.org/officeDocument/2006/relationships" xmlns:p="http://schemas.openxmlformats.org/presentationml/2006/main">
  <p:tag name="EMFCHILD" val="True"/>
  <p:tag name="ORIGINALHEIGHT" val=" 4.610316"/>
  <p:tag name="ORIGINALWIDTH" val=" 4.413426"/>
</p:tagLst>
</file>

<file path=ppt/tags/tag933.xml><?xml version="1.0" encoding="utf-8"?>
<p:tagLst xmlns:a="http://schemas.openxmlformats.org/drawingml/2006/main" xmlns:r="http://schemas.openxmlformats.org/officeDocument/2006/relationships" xmlns:p="http://schemas.openxmlformats.org/presentationml/2006/main">
  <p:tag name="EMFCHILD" val="True"/>
  <p:tag name="ORIGINALHEIGHT" val=" 7.081222"/>
  <p:tag name="ORIGINALWIDTH" val=" 4.911576"/>
</p:tagLst>
</file>

<file path=ppt/tags/tag934.xml><?xml version="1.0" encoding="utf-8"?>
<p:tagLst xmlns:a="http://schemas.openxmlformats.org/drawingml/2006/main" xmlns:r="http://schemas.openxmlformats.org/officeDocument/2006/relationships" xmlns:p="http://schemas.openxmlformats.org/presentationml/2006/main">
  <p:tag name="EMFCHILD" val="True"/>
  <p:tag name="ORIGINALHEIGHT" val=" 4.610316"/>
  <p:tag name="ORIGINALWIDTH" val=" 4.493151"/>
</p:tagLst>
</file>

<file path=ppt/tags/tag935.xml><?xml version="1.0" encoding="utf-8"?>
<p:tagLst xmlns:a="http://schemas.openxmlformats.org/drawingml/2006/main" xmlns:r="http://schemas.openxmlformats.org/officeDocument/2006/relationships" xmlns:p="http://schemas.openxmlformats.org/presentationml/2006/main">
  <p:tag name="EMFCHILD" val="True"/>
  <p:tag name="ORIGINALHEIGHT" val=" 7.081222"/>
  <p:tag name="ORIGINALWIDTH" val=" 4.911576"/>
</p:tagLst>
</file>

<file path=ppt/tags/tag936.xml><?xml version="1.0" encoding="utf-8"?>
<p:tagLst xmlns:a="http://schemas.openxmlformats.org/drawingml/2006/main" xmlns:r="http://schemas.openxmlformats.org/officeDocument/2006/relationships" xmlns:p="http://schemas.openxmlformats.org/presentationml/2006/main">
  <p:tag name="EMFCHILD" val="True"/>
  <p:tag name="ORIGINALHEIGHT" val=" 6.719608"/>
  <p:tag name="ORIGINALWIDTH" val=" 2.131969"/>
</p:tagLst>
</file>

<file path=ppt/tags/tag937.xml><?xml version="1.0" encoding="utf-8"?>
<p:tagLst xmlns:a="http://schemas.openxmlformats.org/drawingml/2006/main" xmlns:r="http://schemas.openxmlformats.org/officeDocument/2006/relationships" xmlns:p="http://schemas.openxmlformats.org/presentationml/2006/main">
  <p:tag name="EMFCHILD" val="True"/>
  <p:tag name="ORIGINALHEIGHT" val=" 6.97071"/>
  <p:tag name="ORIGINALWIDTH" val=" 2.211693"/>
</p:tagLst>
</file>

<file path=ppt/tags/tag938.xml><?xml version="1.0" encoding="utf-8"?>
<p:tagLst xmlns:a="http://schemas.openxmlformats.org/drawingml/2006/main" xmlns:r="http://schemas.openxmlformats.org/officeDocument/2006/relationships" xmlns:p="http://schemas.openxmlformats.org/presentationml/2006/main">
  <p:tag name="EMFCHILD" val="True"/>
  <p:tag name="ORIGINALHEIGHT" val=" 6.719608"/>
  <p:tag name="ORIGINALWIDTH" val=" 2.131969"/>
</p:tagLst>
</file>

<file path=ppt/tags/tag939.xml><?xml version="1.0" encoding="utf-8"?>
<p:tagLst xmlns:a="http://schemas.openxmlformats.org/drawingml/2006/main" xmlns:r="http://schemas.openxmlformats.org/officeDocument/2006/relationships" xmlns:p="http://schemas.openxmlformats.org/presentationml/2006/main">
  <p:tag name="EMFCHILD" val="True"/>
  <p:tag name="ORIGINALHEIGHT" val=" 6.287717"/>
  <p:tag name="ORIGINALWIDTH" val=" 3.118268"/>
</p:tagLst>
</file>

<file path=ppt/tags/tag940.xml><?xml version="1.0" encoding="utf-8"?>
<p:tagLst xmlns:a="http://schemas.openxmlformats.org/drawingml/2006/main" xmlns:r="http://schemas.openxmlformats.org/officeDocument/2006/relationships" xmlns:p="http://schemas.openxmlformats.org/presentationml/2006/main">
  <p:tag name="EMFCHILD" val="True"/>
  <p:tag name="ORIGINALHEIGHT" val=" 6.388151"/>
  <p:tag name="ORIGINALWIDTH" val=" 4.871694"/>
</p:tagLst>
</file>

<file path=ppt/tags/tag941.xml><?xml version="1.0" encoding="utf-8"?>
<p:tagLst xmlns:a="http://schemas.openxmlformats.org/drawingml/2006/main" xmlns:r="http://schemas.openxmlformats.org/officeDocument/2006/relationships" xmlns:p="http://schemas.openxmlformats.org/presentationml/2006/main">
  <p:tag name="EMFCHILD" val="True"/>
  <p:tag name="ORIGINALHEIGHT" val=" 12.25953"/>
  <p:tag name="ORIGINALWIDTH" val=" .3984646"/>
</p:tagLst>
</file>

<file path=ppt/tags/tag942.xml><?xml version="1.0" encoding="utf-8"?>
<p:tagLst xmlns:a="http://schemas.openxmlformats.org/drawingml/2006/main" xmlns:r="http://schemas.openxmlformats.org/officeDocument/2006/relationships" xmlns:p="http://schemas.openxmlformats.org/presentationml/2006/main">
  <p:tag name="EMFCHILD" val="True"/>
  <p:tag name="ORIGINALHEIGHT" val=" 4.459647"/>
  <p:tag name="ORIGINALWIDTH" val=" 5.608938"/>
</p:tagLst>
</file>

<file path=ppt/tags/tag943.xml><?xml version="1.0" encoding="utf-8"?>
<p:tagLst xmlns:a="http://schemas.openxmlformats.org/drawingml/2006/main" xmlns:r="http://schemas.openxmlformats.org/officeDocument/2006/relationships" xmlns:p="http://schemas.openxmlformats.org/presentationml/2006/main">
  <p:tag name="EMFCHILD" val="True"/>
  <p:tag name="ORIGINALHEIGHT" val=" 3.642048"/>
  <p:tag name="ORIGINALWIDTH" val=" 1.750434"/>
</p:tagLst>
</file>

<file path=ppt/tags/tag944.xml><?xml version="1.0" encoding="utf-8"?>
<p:tagLst xmlns:a="http://schemas.openxmlformats.org/drawingml/2006/main" xmlns:r="http://schemas.openxmlformats.org/officeDocument/2006/relationships" xmlns:p="http://schemas.openxmlformats.org/presentationml/2006/main">
  <p:tag name="EMFCHILD" val="True"/>
  <p:tag name="ORIGINALHEIGHT" val=" 8.999687"/>
  <p:tag name="ORIGINALWIDTH" val=" 6.366104"/>
</p:tagLst>
</file>

<file path=ppt/tags/tag945.xml><?xml version="1.0" encoding="utf-8"?>
<p:tagLst xmlns:a="http://schemas.openxmlformats.org/drawingml/2006/main" xmlns:r="http://schemas.openxmlformats.org/officeDocument/2006/relationships" xmlns:p="http://schemas.openxmlformats.org/presentationml/2006/main">
  <p:tag name="EMFCHILD" val="True"/>
  <p:tag name="ORIGINALHEIGHT" val=" 12.25953"/>
  <p:tag name="ORIGINALWIDTH" val=" .3984646"/>
</p:tagLst>
</file>

<file path=ppt/tags/tag946.xml><?xml version="1.0" encoding="utf-8"?>
<p:tagLst xmlns:a="http://schemas.openxmlformats.org/drawingml/2006/main" xmlns:r="http://schemas.openxmlformats.org/officeDocument/2006/relationships" xmlns:p="http://schemas.openxmlformats.org/presentationml/2006/main">
  <p:tag name="EMFCHILD" val="True"/>
  <p:tag name="ORIGINALHEIGHT" val=" 8.999687"/>
  <p:tag name="ORIGINALWIDTH" val=" 6.366104"/>
</p:tagLst>
</file>

<file path=ppt/tags/tag947.xml><?xml version="1.0" encoding="utf-8"?>
<p:tagLst xmlns:a="http://schemas.openxmlformats.org/drawingml/2006/main" xmlns:r="http://schemas.openxmlformats.org/officeDocument/2006/relationships" xmlns:p="http://schemas.openxmlformats.org/presentationml/2006/main">
  <p:tag name="EMFCHILD" val="True"/>
  <p:tag name="ORIGINALHEIGHT" val=" 6.095867"/>
  <p:tag name="ORIGINALWIDTH" val=" 3.061497"/>
</p:tagLst>
</file>

<file path=ppt/tags/tag948.xml><?xml version="1.0" encoding="utf-8"?>
<p:tagLst xmlns:a="http://schemas.openxmlformats.org/drawingml/2006/main" xmlns:r="http://schemas.openxmlformats.org/officeDocument/2006/relationships" xmlns:p="http://schemas.openxmlformats.org/presentationml/2006/main">
  <p:tag name="EMFCHILD" val="True"/>
  <p:tag name="ORIGINALHEIGHT" val=" 12.25953"/>
  <p:tag name="ORIGINALWIDTH" val=" .3984646"/>
</p:tagLst>
</file>

<file path=ppt/tags/tag949.xml><?xml version="1.0" encoding="utf-8"?>
<p:tagLst xmlns:a="http://schemas.openxmlformats.org/drawingml/2006/main" xmlns:r="http://schemas.openxmlformats.org/officeDocument/2006/relationships" xmlns:p="http://schemas.openxmlformats.org/presentationml/2006/main">
  <p:tag name="EMFCHILD" val="True"/>
  <p:tag name="ORIGINALHEIGHT" val=" .4017324"/>
  <p:tag name="ORIGINALWIDTH" val=" 341.9042"/>
</p:tagLst>
</file>

<file path=ppt/tags/tag95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234"/>
  <p:tag name="IGUANATEXSIZE" val="20"/>
  <p:tag name="IGUANATEXVERSION" val="162"/>
  <p:tag name="LATEXADDIN" val="\documentclass{article}&#10;\usepackage{amsmath}&#10;\usepackage{amsfonts}&#10;\pagestyle{empty}&#10;\begin{document}&#10;&#10;&#10;\[&#10;p = \Lambda(\mathbf{x}'\boldsymbol{\beta}) = \frac{e^{\mathbf{x}'\boldsymbol{\beta}}}{1 + e^{\mathbf{x}'\boldsymbol{\beta}}}&#10;\]&#10;&#10;&#10;&#10;&#10;&#10;\end{document}"/>
  <p:tag name="LATEXENGINEID" val="0"/>
  <p:tag name="LATEXFORMHEIGHT" val=" 320"/>
  <p:tag name="LATEXFORMWIDTH" val=" 385"/>
  <p:tag name="LATEXFORMWRAP" val="True"/>
  <p:tag name="ORIGINALHEIGHT" val=" 23.80703"/>
  <p:tag name="ORIGINALWIDTH" val=" 98.89316"/>
  <p:tag name="OUTPUTTYPE" val="SVG"/>
  <p:tag name="TEMPFOLDER" val="C:\Users\luisc\Documents\Custom Office Templates\iguana temp\"/>
  <p:tag name="TRANSPARENCY" val="True"/>
</p:tagLst>
</file>

<file path=ppt/tags/tag95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21"/>
  <p:tag name="IGUANATEXSIZE" val="20"/>
  <p:tag name="IGUANATEXVERSION" val="162"/>
  <p:tag name="LATEXADDIN" val="\documentclass{article}&#10;\usepackage{amsmath}&#10;\usepackage{amsfonts}&#10;\pagestyle{empty}&#10;\begin{document}&#10;&#10;&#10;\[&#10;p = \frac{1}{(1 + e^{\mathbf{x}'\boldsymbol{\beta}} )(e^{\mathbf{x}'\boldsymbol{\beta}})^{-1}}&#10;\]&#10;&#10;&#10;&#10;&#10;&#10;\end{document}"/>
  <p:tag name="LATEXENGINEID" val="0"/>
  <p:tag name="LATEXFORMHEIGHT" val=" 314.25"/>
  <p:tag name="LATEXFORMWIDTH" val=" 385"/>
  <p:tag name="LATEXFORMWRAP" val="True"/>
  <p:tag name="ORIGINALHEIGHT" val=" 23.21531"/>
  <p:tag name="ORIGINALWIDTH" val=" 99.1004"/>
  <p:tag name="OUTPUTTYPE" val="SVG"/>
  <p:tag name="TEMPFOLDER" val="C:\Users\luisc\Documents\Custom Office Templates\iguana temp\"/>
  <p:tag name="TRANSPARENCY" val="True"/>
</p:tagLst>
</file>

<file path=ppt/tags/tag95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221"/>
  <p:tag name="IGUANATEXSIZE" val="20"/>
  <p:tag name="IGUANATEXVERSION" val="162"/>
  <p:tag name="LATEXADDIN" val="\documentclass{article}&#10;\usepackage{amsmath}&#10;\usepackage{amsfonts}&#10;\pagestyle{empty}&#10;\begin{document}&#10;&#10;&#10;\[&#10;p = \frac{1}{e^{-\mathbf{x}'\boldsymbol{\beta}} + e^{\mathbf{x}'\boldsymbol{\beta} -\mathbf{x}'\boldsymbol{\beta}}}&#10;\]&#10;&#10;&#10;&#10;&#10;&#10;\end{document}"/>
  <p:tag name="LATEXENGINEID" val="0"/>
  <p:tag name="LATEXFORMHEIGHT" val=" 301.5"/>
  <p:tag name="LATEXFORMWIDTH" val=" 385"/>
  <p:tag name="LATEXFORMWRAP" val="True"/>
  <p:tag name="ORIGINALHEIGHT" val=" 21.03569"/>
  <p:tag name="ORIGINALWIDTH" val=" 93.21136"/>
  <p:tag name="OUTPUTTYPE" val="SVG"/>
  <p:tag name="TEMPFOLDER" val="C:\Users\luisc\Documents\Custom Office Templates\iguana temp\"/>
  <p:tag name="TRANSPARENCY" val="True"/>
</p:tagLst>
</file>

<file path=ppt/tags/tag95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59"/>
  <p:tag name="IGUANATEXSIZE" val="20"/>
  <p:tag name="IGUANATEXVERSION" val="162"/>
  <p:tag name="LATEXADDIN" val="\documentclass{article}&#10;\usepackage{amsmath}&#10;\usepackage{amsfonts}&#10;\pagestyle{empty}&#10;\begin{document}&#10;&#10;&#10;\[&#10;p = \frac{1}{ 1 + e^{-\mathbf{x}'\boldsymbol{\beta}}}&#10;\]&#10;&#10;&#10;&#10;&#10;&#10;\end{document}"/>
  <p:tag name="LATEXENGINEID" val="0"/>
  <p:tag name="LATEXFORMHEIGHT" val=" 301.5"/>
  <p:tag name="LATEXFORMWIDTH" val=" 385"/>
  <p:tag name="LATEXFORMWRAP" val="True"/>
  <p:tag name="ORIGINALHEIGHT" val=" 21.03569"/>
  <p:tag name="ORIGINALWIDTH" val=" 60.91347"/>
  <p:tag name="OUTPUTTYPE" val="SVG"/>
  <p:tag name="TEMPFOLDER" val="C:\Users\luisc\Documents\Custom Office Templates\iguana temp\"/>
  <p:tag name="TRANSPARENCY" val="True"/>
</p:tagLst>
</file>

<file path=ppt/tags/tag95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47"/>
  <p:tag name="IGUANATEXSIZE" val="20"/>
  <p:tag name="IGUANATEXVERSION" val="162"/>
  <p:tag name="LATEXADDIN" val="\documentclass{article}&#10;\usepackage{amsmath}&#10;\usepackage{amsfonts}&#10;\pagestyle{empty}&#10;\begin{document}&#10;&#10;&#10;\[&#10;p + p e^{-\mathbf{x}'\boldsymbol{\beta}} = 1&#10;\]&#10;&#10;&#10;&#10;&#10;&#10;\end{document}"/>
  <p:tag name="LATEXENGINEID" val="0"/>
  <p:tag name="LATEXFORMHEIGHT" val=" 301.5"/>
  <p:tag name="LATEXFORMWIDTH" val=" 385"/>
  <p:tag name="LATEXFORMWRAP" val="True"/>
  <p:tag name="ORIGINALHEIGHT" val=" 11.8373"/>
  <p:tag name="ORIGINALWIDTH" val=" 63.68042"/>
  <p:tag name="OUTPUTTYPE" val="SVG"/>
  <p:tag name="TEMPFOLDER" val="C:\Users\luisc\Documents\Custom Office Templates\iguana temp\"/>
  <p:tag name="TRANSPARENCY" val="True"/>
</p:tagLst>
</file>

<file path=ppt/tags/tag95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59"/>
  <p:tag name="IGUANATEXSIZE" val="20"/>
  <p:tag name="IGUANATEXVERSION" val="162"/>
  <p:tag name="LATEXADDIN" val="\documentclass{article}&#10;\usepackage{amsmath}&#10;\usepackage{amsfonts}&#10;\pagestyle{empty}&#10;\begin{document}&#10;&#10;&#10;\[&#10; \frac{1 - p}{p}= e^{-\mathbf{x}'\boldsymbol{\beta}}&#10;\]&#10;&#10;&#10;&#10;&#10;&#10;\end{document}"/>
  <p:tag name="LATEXENGINEID" val="0"/>
  <p:tag name="LATEXFORMHEIGHT" val=" 301.5"/>
  <p:tag name="LATEXFORMWIDTH" val=" 385"/>
  <p:tag name="LATEXFORMWRAP" val="True"/>
  <p:tag name="ORIGINALHEIGHT" val=" 21.88991"/>
  <p:tag name="ORIGINALWIDTH" val=" 59.99198"/>
  <p:tag name="OUTPUTTYPE" val="SVG"/>
  <p:tag name="TEMPFOLDER" val="C:\Users\luisc\Documents\Custom Office Templates\iguana temp\"/>
  <p:tag name="TRANSPARENCY" val="True"/>
</p:tagLst>
</file>

<file path=ppt/tags/tag956.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81"/>
  <p:tag name="IGUANATEXSIZE" val="20"/>
  <p:tag name="IGUANATEXVERSION" val="162"/>
  <p:tag name="LATEXADDIN" val="\documentclass{article}&#10;\usepackage{amsmath}&#10;\usepackage{amsfonts}&#10;\pagestyle{empty}&#10;\begin{document}&#10;&#10;&#10;\[&#10; \text{ln}(\frac{1 - p}{p})= \text{ln}(e^{-\mathbf{x}'\boldsymbol{\beta}})&#10;\]&#10;&#10;&#10;&#10;&#10;&#10;\end{document}"/>
  <p:tag name="LATEXENGINEID" val="0"/>
  <p:tag name="LATEXFORMHEIGHT" val=" 301.5"/>
  <p:tag name="LATEXFORMWIDTH" val=" 385"/>
  <p:tag name="LATEXFORMWRAP" val="True"/>
  <p:tag name="ORIGINALHEIGHT" val=" 21.88991"/>
  <p:tag name="ORIGINALWIDTH" val=" 93.31253"/>
  <p:tag name="OUTPUTTYPE" val="SVG"/>
  <p:tag name="TEMPFOLDER" val="C:\Users\luisc\Documents\Custom Office Templates\iguana temp\"/>
  <p:tag name="TRANSPARENCY" val="True"/>
</p:tagLst>
</file>

<file path=ppt/tags/tag95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72"/>
  <p:tag name="IGUANATEXSIZE" val="20"/>
  <p:tag name="IGUANATEXVERSION" val="162"/>
  <p:tag name="LATEXADDIN" val="\documentclass{article}&#10;\usepackage{amsmath}&#10;\usepackage{amsfonts}&#10;\pagestyle{empty}&#10;\begin{document}&#10;&#10;&#10;\[&#10; \text{ln}(1 - p) -  \text{ln}(p)= -\mathbf{x}'\boldsymbol{\beta}&#10;\]&#10;&#10;&#10;&#10;&#10;&#10;\end{document}"/>
  <p:tag name="LATEXENGINEID" val="0"/>
  <p:tag name="LATEXFORMHEIGHT" val=" 301.5"/>
  <p:tag name="LATEXFORMWIDTH" val=" 385"/>
  <p:tag name="LATEXFORMWRAP" val="True"/>
  <p:tag name="ORIGINALHEIGHT" val=" 11.02764"/>
  <p:tag name="ORIGINALWIDTH" val=" 107.5319"/>
  <p:tag name="OUTPUTTYPE" val="SVG"/>
  <p:tag name="TEMPFOLDER" val="C:\Users\luisc\Documents\Custom Office Templates\iguana temp\"/>
  <p:tag name="TRANSPARENCY" val="True"/>
</p:tagLst>
</file>

<file path=ppt/tags/tag95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42"/>
  <p:tag name="IGUANATEXSIZE" val="20"/>
  <p:tag name="IGUANATEXVERSION" val="162"/>
  <p:tag name="LATEXADDIN" val="\documentclass{article}&#10;\usepackage{amsmath}&#10;\usepackage{amsfonts}&#10;\pagestyle{empty}&#10;\begin{document}&#10;&#10;&#10;\[&#10; \text{ln} (p) - \text{ln}(1 - p)= \mathbf{x}'\boldsymbol{\beta}&#10;\]&#10;&#10;&#10;&#10;&#10;&#10;\end{document}"/>
  <p:tag name="LATEXENGINEID" val="0"/>
  <p:tag name="LATEXFORMHEIGHT" val=" 301.5"/>
  <p:tag name="LATEXFORMWIDTH" val=" 385"/>
  <p:tag name="LATEXFORMWRAP" val="True"/>
  <p:tag name="ORIGINALHEIGHT" val=" 11.02764"/>
  <p:tag name="ORIGINALWIDTH" val=" 100.2821"/>
  <p:tag name="OUTPUTTYPE" val="SVG"/>
  <p:tag name="TEMPFOLDER" val="C:\Users\luisc\Documents\Custom Office Templates\iguana temp\"/>
  <p:tag name="TRANSPARENCY" val="True"/>
</p:tagLst>
</file>

<file path=ppt/tags/tag95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38"/>
  <p:tag name="IGUANATEXSIZE" val="20"/>
  <p:tag name="IGUANATEXVERSION" val="162"/>
  <p:tag name="LATEXADDIN" val="\documentclass{article}&#10;\usepackage{amsmath}&#10;\usepackage{amsfonts}&#10;\pagestyle{empty}&#10;\begin{document}&#10;&#10;&#10;\[&#10; \text{ln}( \frac{p}{1 - p} )= \mathbf{x}'\boldsymbol{\beta}&#10;\]&#10;&#10;&#10;&#10;&#10;&#10;\end{document}"/>
  <p:tag name="LATEXENGINEID" val="0"/>
  <p:tag name="LATEXFORMHEIGHT" val=" 301.5"/>
  <p:tag name="LATEXFORMWIDTH" val=" 385"/>
  <p:tag name="LATEXFORMWRAP" val="True"/>
  <p:tag name="ORIGINALHEIGHT" val=" 19.41211"/>
  <p:tag name="ORIGINALWIDTH" val=" 68.68804"/>
  <p:tag name="OUTPUTTYPE" val="SVG"/>
  <p:tag name="TEMPFOLDER" val="C:\Users\luisc\Documents\Custom Office Templates\iguana temp\"/>
  <p:tag name="TRANSPARENCY" val="True"/>
</p:tagLst>
</file>

<file path=ppt/tags/tag96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38"/>
  <p:tag name="IGUANATEXSIZE" val="20"/>
  <p:tag name="LATEXADDIN" val="\documentclass{article}&#10;\usepackage{amsmath}&#10;\usepackage{amsfonts}&#10;\pagestyle{empty}&#10;\begin{document}&#10;&#10;&#10;\[&#10; \text{ln}( \frac{p}{1 - p} )= \mathbf{x}'\boldsymbol{\beta}&#10;\]&#10;&#10;&#10;&#10;&#10;&#10;\end{document}"/>
  <p:tag name="LATEXENGINEID" val="0"/>
  <p:tag name="LATEXFORMHEIGHT" val=" 301.5"/>
  <p:tag name="LATEXFORMWIDTH" val=" 385"/>
  <p:tag name="LATEXFORMWRAP" val="True"/>
  <p:tag name="ORIGINALHEIGHT" val=" 6.741195"/>
  <p:tag name="ORIGINALWIDTH" val=" 2.203778"/>
  <p:tag name="TEMPFOLDER" val="C:\Users\luisc\Documents\Custom Office Templates\iguana temp\"/>
  <p:tag name="TRANSPARENCY" val="True"/>
</p:tagLst>
</file>

<file path=ppt/tags/tag961.xml><?xml version="1.0" encoding="utf-8"?>
<p:tagLst xmlns:a="http://schemas.openxmlformats.org/drawingml/2006/main" xmlns:r="http://schemas.openxmlformats.org/officeDocument/2006/relationships" xmlns:p="http://schemas.openxmlformats.org/presentationml/2006/main">
  <p:tag name="EMFCHILD" val="True"/>
  <p:tag name="ORIGINALHEIGHT" val=" 4.293371"/>
  <p:tag name="ORIGINALWIDTH" val=" 4.993275"/>
</p:tagLst>
</file>

<file path=ppt/tags/tag962.xml><?xml version="1.0" encoding="utf-8"?>
<p:tagLst xmlns:a="http://schemas.openxmlformats.org/drawingml/2006/main" xmlns:r="http://schemas.openxmlformats.org/officeDocument/2006/relationships" xmlns:p="http://schemas.openxmlformats.org/presentationml/2006/main">
  <p:tag name="EMFCHILD" val="True"/>
  <p:tag name="ORIGINALHEIGHT" val=" 9.713549"/>
  <p:tag name="ORIGINALWIDTH" val=" 2.303059"/>
</p:tagLst>
</file>

<file path=ppt/tags/tag963.xml><?xml version="1.0" encoding="utf-8"?>
<p:tagLst xmlns:a="http://schemas.openxmlformats.org/drawingml/2006/main" xmlns:r="http://schemas.openxmlformats.org/officeDocument/2006/relationships" xmlns:p="http://schemas.openxmlformats.org/presentationml/2006/main">
  <p:tag name="EMFCHILD" val="True"/>
  <p:tag name="ORIGINALHEIGHT" val=" 6.177814"/>
  <p:tag name="ORIGINALWIDTH" val=" 5.181913"/>
</p:tagLst>
</file>

<file path=ppt/tags/tag964.xml><?xml version="1.0" encoding="utf-8"?>
<p:tagLst xmlns:a="http://schemas.openxmlformats.org/drawingml/2006/main" xmlns:r="http://schemas.openxmlformats.org/officeDocument/2006/relationships" xmlns:p="http://schemas.openxmlformats.org/presentationml/2006/main">
  <p:tag name="EMFCHILD" val="True"/>
  <p:tag name="ORIGINALHEIGHT" val=" .3885098"/>
  <p:tag name="ORIGINALWIDTH" val=" 22.09107"/>
</p:tagLst>
</file>

<file path=ppt/tags/tag965.xml><?xml version="1.0" encoding="utf-8"?>
<p:tagLst xmlns:a="http://schemas.openxmlformats.org/drawingml/2006/main" xmlns:r="http://schemas.openxmlformats.org/officeDocument/2006/relationships" xmlns:p="http://schemas.openxmlformats.org/presentationml/2006/main">
  <p:tag name="EMFCHILD" val="True"/>
  <p:tag name="ORIGINALHEIGHT" val=" 6.469196"/>
  <p:tag name="ORIGINALWIDTH" val=" 3.275895"/>
</p:tagLst>
</file>

<file path=ppt/tags/tag966.xml><?xml version="1.0" encoding="utf-8"?>
<p:tagLst xmlns:a="http://schemas.openxmlformats.org/drawingml/2006/main" xmlns:r="http://schemas.openxmlformats.org/officeDocument/2006/relationships" xmlns:p="http://schemas.openxmlformats.org/presentationml/2006/main">
  <p:tag name="EMFCHILD" val="True"/>
  <p:tag name="ORIGINALHEIGHT" val=" .3885098"/>
  <p:tag name="ORIGINALWIDTH" val=" 6.065392"/>
</p:tagLst>
</file>

<file path=ppt/tags/tag967.xml><?xml version="1.0" encoding="utf-8"?>
<p:tagLst xmlns:a="http://schemas.openxmlformats.org/drawingml/2006/main" xmlns:r="http://schemas.openxmlformats.org/officeDocument/2006/relationships" xmlns:p="http://schemas.openxmlformats.org/presentationml/2006/main">
  <p:tag name="EMFCHILD" val="True"/>
  <p:tag name="ORIGINALHEIGHT" val=" 6.177814"/>
  <p:tag name="ORIGINALWIDTH" val=" 5.181913"/>
</p:tagLst>
</file>

<file path=ppt/tags/tag968.xml><?xml version="1.0" encoding="utf-8"?>
<p:tagLst xmlns:a="http://schemas.openxmlformats.org/drawingml/2006/main" xmlns:r="http://schemas.openxmlformats.org/officeDocument/2006/relationships" xmlns:p="http://schemas.openxmlformats.org/presentationml/2006/main">
  <p:tag name="EMFCHILD" val="True"/>
  <p:tag name="ORIGINALHEIGHT" val=" 9.713549"/>
  <p:tag name="ORIGINALWIDTH" val=" 2.303059"/>
</p:tagLst>
</file>

<file path=ppt/tags/tag969.xml><?xml version="1.0" encoding="utf-8"?>
<p:tagLst xmlns:a="http://schemas.openxmlformats.org/drawingml/2006/main" xmlns:r="http://schemas.openxmlformats.org/officeDocument/2006/relationships" xmlns:p="http://schemas.openxmlformats.org/presentationml/2006/main">
  <p:tag name="EMFCHILD" val="True"/>
  <p:tag name="ORIGINALHEIGHT" val=" 2.272951"/>
  <p:tag name="ORIGINALWIDTH" val=" 6.601493"/>
</p:tagLst>
</file>

<file path=ppt/tags/tag970.xml><?xml version="1.0" encoding="utf-8"?>
<p:tagLst xmlns:a="http://schemas.openxmlformats.org/drawingml/2006/main" xmlns:r="http://schemas.openxmlformats.org/officeDocument/2006/relationships" xmlns:p="http://schemas.openxmlformats.org/presentationml/2006/main">
  <p:tag name="EMFCHILD" val="True"/>
  <p:tag name="ORIGINALHEIGHT" val=" 4.312797"/>
  <p:tag name="ORIGINALWIDTH" val=" 5.588919"/>
</p:tagLst>
</file>

<file path=ppt/tags/tag971.xml><?xml version="1.0" encoding="utf-8"?>
<p:tagLst xmlns:a="http://schemas.openxmlformats.org/drawingml/2006/main" xmlns:r="http://schemas.openxmlformats.org/officeDocument/2006/relationships" xmlns:p="http://schemas.openxmlformats.org/presentationml/2006/main">
  <p:tag name="EMFCHILD" val="True"/>
  <p:tag name="ORIGINALHEIGHT" val=" 3.522137"/>
  <p:tag name="ORIGINALWIDTH" val=" 1.744154"/>
</p:tagLst>
</file>

<file path=ppt/tags/tag972.xml><?xml version="1.0" encoding="utf-8"?>
<p:tagLst xmlns:a="http://schemas.openxmlformats.org/drawingml/2006/main" xmlns:r="http://schemas.openxmlformats.org/officeDocument/2006/relationships" xmlns:p="http://schemas.openxmlformats.org/presentationml/2006/main">
  <p:tag name="EMFCHILD" val="True"/>
  <p:tag name="ORIGINALHEIGHT" val=" 8.703338"/>
  <p:tag name="ORIGINALWIDTH" val=" 6.343388"/>
</p:tagLst>
</file>

<file path=ppt/tags/tag97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42"/>
  <p:tag name="IGUANATEXSIZE" val="20"/>
  <p:tag name="LATEXADDIN" val="\documentclass{article}&#10;\usepackage{amsmath}&#10;\usepackage{amsfonts}&#10;\pagestyle{empty}&#10;\begin{document}&#10;&#10;&#10;\[&#10; \text{ln} (p) - \text{ln}(1 - p)= \mathbf{x}'\boldsymbol{\beta}&#10;\]&#10;&#10;&#10;&#10;&#10;&#10;\end{document}"/>
  <p:tag name="LATEXENGINEID" val="0"/>
  <p:tag name="LATEXFORMHEIGHT" val=" 301.5"/>
  <p:tag name="LATEXFORMWIDTH" val=" 385"/>
  <p:tag name="LATEXFORMWRAP" val="True"/>
  <p:tag name="ORIGINALHEIGHT" val=" 7.259728"/>
  <p:tag name="ORIGINALWIDTH" val=" 2.222739"/>
  <p:tag name="TEMPFOLDER" val="C:\Users\luisc\Documents\Custom Office Templates\iguana temp\"/>
  <p:tag name="TRANSPARENCY" val="True"/>
</p:tagLst>
</file>

<file path=ppt/tags/tag974.xml><?xml version="1.0" encoding="utf-8"?>
<p:tagLst xmlns:a="http://schemas.openxmlformats.org/drawingml/2006/main" xmlns:r="http://schemas.openxmlformats.org/officeDocument/2006/relationships" xmlns:p="http://schemas.openxmlformats.org/presentationml/2006/main">
  <p:tag name="EMFCHILD" val="True"/>
  <p:tag name="ORIGINALHEIGHT" val=" 4.623647"/>
  <p:tag name="ORIGINALWIDTH" val=" 5.036222"/>
</p:tagLst>
</file>

<file path=ppt/tags/tag975.xml><?xml version="1.0" encoding="utf-8"?>
<p:tagLst xmlns:a="http://schemas.openxmlformats.org/drawingml/2006/main" xmlns:r="http://schemas.openxmlformats.org/officeDocument/2006/relationships" xmlns:p="http://schemas.openxmlformats.org/presentationml/2006/main">
  <p:tag name="EMFCHILD" val="True"/>
  <p:tag name="ORIGINALHEIGHT" val=" 10.46075"/>
  <p:tag name="ORIGINALWIDTH" val=" 2.322864"/>
</p:tagLst>
</file>

<file path=ppt/tags/tag976.xml><?xml version="1.0" encoding="utf-8"?>
<p:tagLst xmlns:a="http://schemas.openxmlformats.org/drawingml/2006/main" xmlns:r="http://schemas.openxmlformats.org/officeDocument/2006/relationships" xmlns:p="http://schemas.openxmlformats.org/presentationml/2006/main">
  <p:tag name="EMFCHILD" val="True"/>
  <p:tag name="ORIGINALHEIGHT" val=" 6.65302"/>
  <p:tag name="ORIGINALWIDTH" val=" 5.226466"/>
</p:tagLst>
</file>

<file path=ppt/tags/tag977.xml><?xml version="1.0" encoding="utf-8"?>
<p:tagLst xmlns:a="http://schemas.openxmlformats.org/drawingml/2006/main" xmlns:r="http://schemas.openxmlformats.org/officeDocument/2006/relationships" xmlns:p="http://schemas.openxmlformats.org/presentationml/2006/main">
  <p:tag name="EMFCHILD" val="True"/>
  <p:tag name="ORIGINALHEIGHT" val=" 10.46075"/>
  <p:tag name="ORIGINALWIDTH" val=" 2.322864"/>
</p:tagLst>
</file>

<file path=ppt/tags/tag978.xml><?xml version="1.0" encoding="utf-8"?>
<p:tagLst xmlns:a="http://schemas.openxmlformats.org/drawingml/2006/main" xmlns:r="http://schemas.openxmlformats.org/officeDocument/2006/relationships" xmlns:p="http://schemas.openxmlformats.org/presentationml/2006/main">
  <p:tag name="EMFCHILD" val="True"/>
  <p:tag name="ORIGINALHEIGHT" val=" .4184082"/>
  <p:tag name="ORIGINALWIDTH" val=" 6.117588"/>
</p:tagLst>
</file>

<file path=ppt/tags/tag979.xml><?xml version="1.0" encoding="utf-8"?>
<p:tagLst xmlns:a="http://schemas.openxmlformats.org/drawingml/2006/main" xmlns:r="http://schemas.openxmlformats.org/officeDocument/2006/relationships" xmlns:p="http://schemas.openxmlformats.org/presentationml/2006/main">
  <p:tag name="EMFCHILD" val="True"/>
  <p:tag name="ORIGINALHEIGHT" val=" 7.259728"/>
  <p:tag name="ORIGINALWIDTH" val=" 2.222739"/>
</p:tagLst>
</file>

<file path=ppt/tags/tag980.xml><?xml version="1.0" encoding="utf-8"?>
<p:tagLst xmlns:a="http://schemas.openxmlformats.org/drawingml/2006/main" xmlns:r="http://schemas.openxmlformats.org/officeDocument/2006/relationships" xmlns:p="http://schemas.openxmlformats.org/presentationml/2006/main">
  <p:tag name="EMFCHILD" val="True"/>
  <p:tag name="ORIGINALHEIGHT" val=" 4.623647"/>
  <p:tag name="ORIGINALWIDTH" val=" 5.036222"/>
</p:tagLst>
</file>

<file path=ppt/tags/tag981.xml><?xml version="1.0" encoding="utf-8"?>
<p:tagLst xmlns:a="http://schemas.openxmlformats.org/drawingml/2006/main" xmlns:r="http://schemas.openxmlformats.org/officeDocument/2006/relationships" xmlns:p="http://schemas.openxmlformats.org/presentationml/2006/main">
  <p:tag name="EMFCHILD" val="True"/>
  <p:tag name="ORIGINALHEIGHT" val=" 10.46075"/>
  <p:tag name="ORIGINALWIDTH" val=" 2.322864"/>
</p:tagLst>
</file>

<file path=ppt/tags/tag982.xml><?xml version="1.0" encoding="utf-8"?>
<p:tagLst xmlns:a="http://schemas.openxmlformats.org/drawingml/2006/main" xmlns:r="http://schemas.openxmlformats.org/officeDocument/2006/relationships" xmlns:p="http://schemas.openxmlformats.org/presentationml/2006/main">
  <p:tag name="EMFCHILD" val="True"/>
  <p:tag name="ORIGINALHEIGHT" val=" 6.966826"/>
  <p:tag name="ORIGINALWIDTH" val=" 3.304104"/>
</p:tagLst>
</file>

<file path=ppt/tags/tag983.xml><?xml version="1.0" encoding="utf-8"?>
<p:tagLst xmlns:a="http://schemas.openxmlformats.org/drawingml/2006/main" xmlns:r="http://schemas.openxmlformats.org/officeDocument/2006/relationships" xmlns:p="http://schemas.openxmlformats.org/presentationml/2006/main">
  <p:tag name="EMFCHILD" val="True"/>
  <p:tag name="ORIGINALHEIGHT" val=" .4184082"/>
  <p:tag name="ORIGINALWIDTH" val=" 6.117588"/>
</p:tagLst>
</file>

<file path=ppt/tags/tag984.xml><?xml version="1.0" encoding="utf-8"?>
<p:tagLst xmlns:a="http://schemas.openxmlformats.org/drawingml/2006/main" xmlns:r="http://schemas.openxmlformats.org/officeDocument/2006/relationships" xmlns:p="http://schemas.openxmlformats.org/presentationml/2006/main">
  <p:tag name="EMFCHILD" val="True"/>
  <p:tag name="ORIGINALHEIGHT" val=" 6.65302"/>
  <p:tag name="ORIGINALWIDTH" val=" 5.226466"/>
</p:tagLst>
</file>

<file path=ppt/tags/tag985.xml><?xml version="1.0" encoding="utf-8"?>
<p:tagLst xmlns:a="http://schemas.openxmlformats.org/drawingml/2006/main" xmlns:r="http://schemas.openxmlformats.org/officeDocument/2006/relationships" xmlns:p="http://schemas.openxmlformats.org/presentationml/2006/main">
  <p:tag name="EMFCHILD" val="True"/>
  <p:tag name="ORIGINALHEIGHT" val=" 10.46075"/>
  <p:tag name="ORIGINALWIDTH" val=" 2.322864"/>
</p:tagLst>
</file>

<file path=ppt/tags/tag986.xml><?xml version="1.0" encoding="utf-8"?>
<p:tagLst xmlns:a="http://schemas.openxmlformats.org/drawingml/2006/main" xmlns:r="http://schemas.openxmlformats.org/officeDocument/2006/relationships" xmlns:p="http://schemas.openxmlformats.org/presentationml/2006/main">
  <p:tag name="EMFCHILD" val="True"/>
  <p:tag name="ORIGINALHEIGHT" val=" 2.447781"/>
  <p:tag name="ORIGINALWIDTH" val=" 6.658249"/>
</p:tagLst>
</file>

<file path=ppt/tags/tag987.xml><?xml version="1.0" encoding="utf-8"?>
<p:tagLst xmlns:a="http://schemas.openxmlformats.org/drawingml/2006/main" xmlns:r="http://schemas.openxmlformats.org/officeDocument/2006/relationships" xmlns:p="http://schemas.openxmlformats.org/presentationml/2006/main">
  <p:tag name="EMFCHILD" val="True"/>
  <p:tag name="ORIGINALHEIGHT" val=" 4.64455"/>
  <p:tag name="ORIGINALWIDTH" val=" 5.636976"/>
</p:tagLst>
</file>

<file path=ppt/tags/tag988.xml><?xml version="1.0" encoding="utf-8"?>
<p:tagLst xmlns:a="http://schemas.openxmlformats.org/drawingml/2006/main" xmlns:r="http://schemas.openxmlformats.org/officeDocument/2006/relationships" xmlns:p="http://schemas.openxmlformats.org/presentationml/2006/main">
  <p:tag name="EMFCHILD" val="True"/>
  <p:tag name="ORIGINALHEIGHT" val=" 3.793039"/>
  <p:tag name="ORIGINALWIDTH" val=" 1.759188"/>
</p:tagLst>
</file>

<file path=ppt/tags/tag989.xml><?xml version="1.0" encoding="utf-8"?>
<p:tagLst xmlns:a="http://schemas.openxmlformats.org/drawingml/2006/main" xmlns:r="http://schemas.openxmlformats.org/officeDocument/2006/relationships" xmlns:p="http://schemas.openxmlformats.org/presentationml/2006/main">
  <p:tag name="EMFCHILD" val="True"/>
  <p:tag name="ORIGINALHEIGHT" val=" 9.3728"/>
  <p:tag name="ORIGINALWIDTH" val=" 6.397948"/>
</p:tagLst>
</file>

<file path=ppt/tags/tag99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72"/>
  <p:tag name="IGUANATEXSIZE" val="20"/>
  <p:tag name="LATEXADDIN" val="\documentclass{article}&#10;\usepackage{amsmath}&#10;\usepackage{amsfonts}&#10;\pagestyle{empty}&#10;\begin{document}&#10;&#10;&#10;\[&#10; \text{ln}(1 - p) -  \text{ln}(p)= -\mathbf{x}'\boldsymbol{\beta}&#10;\]&#10;&#10;&#10;&#10;&#10;&#10;\end{document}"/>
  <p:tag name="LATEXENGINEID" val="0"/>
  <p:tag name="LATEXFORMHEIGHT" val=" 301.5"/>
  <p:tag name="LATEXFORMWIDTH" val=" 385"/>
  <p:tag name="LATEXFORMWRAP" val="True"/>
  <p:tag name="ORIGINALHEIGHT" val=" 7.259728"/>
  <p:tag name="ORIGINALWIDTH" val=" 2.211674"/>
  <p:tag name="TEMPFOLDER" val="C:\Users\luisc\Documents\Custom Office Templates\iguana temp\"/>
  <p:tag name="TRANSPARENCY" val="True"/>
</p:tagLst>
</file>

<file path=ppt/tags/tag991.xml><?xml version="1.0" encoding="utf-8"?>
<p:tagLst xmlns:a="http://schemas.openxmlformats.org/drawingml/2006/main" xmlns:r="http://schemas.openxmlformats.org/officeDocument/2006/relationships" xmlns:p="http://schemas.openxmlformats.org/presentationml/2006/main">
  <p:tag name="EMFCHILD" val="True"/>
  <p:tag name="ORIGINALHEIGHT" val=" 4.623647"/>
  <p:tag name="ORIGINALWIDTH" val=" 5.01118"/>
</p:tagLst>
</file>

<file path=ppt/tags/tag992.xml><?xml version="1.0" encoding="utf-8"?>
<p:tagLst xmlns:a="http://schemas.openxmlformats.org/drawingml/2006/main" xmlns:r="http://schemas.openxmlformats.org/officeDocument/2006/relationships" xmlns:p="http://schemas.openxmlformats.org/presentationml/2006/main">
  <p:tag name="EMFCHILD" val="True"/>
  <p:tag name="ORIGINALHEIGHT" val=" 10.46075"/>
  <p:tag name="ORIGINALWIDTH" val=" 2.311293"/>
</p:tagLst>
</file>

<file path=ppt/tags/tag993.xml><?xml version="1.0" encoding="utf-8"?>
<p:tagLst xmlns:a="http://schemas.openxmlformats.org/drawingml/2006/main" xmlns:r="http://schemas.openxmlformats.org/officeDocument/2006/relationships" xmlns:p="http://schemas.openxmlformats.org/presentationml/2006/main">
  <p:tag name="EMFCHILD" val="True"/>
  <p:tag name="ORIGINALHEIGHT" val=" 6.966825"/>
  <p:tag name="ORIGINALWIDTH" val=" 3.287634"/>
</p:tagLst>
</file>

<file path=ppt/tags/tag994.xml><?xml version="1.0" encoding="utf-8"?>
<p:tagLst xmlns:a="http://schemas.openxmlformats.org/drawingml/2006/main" xmlns:r="http://schemas.openxmlformats.org/officeDocument/2006/relationships" xmlns:p="http://schemas.openxmlformats.org/presentationml/2006/main">
  <p:tag name="EMFCHILD" val="True"/>
  <p:tag name="ORIGINALHEIGHT" val=" .4184082"/>
  <p:tag name="ORIGINALWIDTH" val=" 6.087141"/>
</p:tagLst>
</file>

<file path=ppt/tags/tag995.xml><?xml version="1.0" encoding="utf-8"?>
<p:tagLst xmlns:a="http://schemas.openxmlformats.org/drawingml/2006/main" xmlns:r="http://schemas.openxmlformats.org/officeDocument/2006/relationships" xmlns:p="http://schemas.openxmlformats.org/presentationml/2006/main">
  <p:tag name="EMFCHILD" val="True"/>
  <p:tag name="ORIGINALHEIGHT" val=" 6.653019"/>
  <p:tag name="ORIGINALWIDTH" val=" 5.200494"/>
</p:tagLst>
</file>

<file path=ppt/tags/tag996.xml><?xml version="1.0" encoding="utf-8"?>
<p:tagLst xmlns:a="http://schemas.openxmlformats.org/drawingml/2006/main" xmlns:r="http://schemas.openxmlformats.org/officeDocument/2006/relationships" xmlns:p="http://schemas.openxmlformats.org/presentationml/2006/main">
  <p:tag name="EMFCHILD" val="True"/>
  <p:tag name="ORIGINALHEIGHT" val=" 10.46075"/>
  <p:tag name="ORIGINALWIDTH" val=" 2.311293"/>
</p:tagLst>
</file>

<file path=ppt/tags/tag997.xml><?xml version="1.0" encoding="utf-8"?>
<p:tagLst xmlns:a="http://schemas.openxmlformats.org/drawingml/2006/main" xmlns:r="http://schemas.openxmlformats.org/officeDocument/2006/relationships" xmlns:p="http://schemas.openxmlformats.org/presentationml/2006/main">
  <p:tag name="EMFCHILD" val="True"/>
  <p:tag name="ORIGINALHEIGHT" val=" .4184082"/>
  <p:tag name="ORIGINALWIDTH" val=" 6.087141"/>
</p:tagLst>
</file>

<file path=ppt/tags/tag998.xml><?xml version="1.0" encoding="utf-8"?>
<p:tagLst xmlns:a="http://schemas.openxmlformats.org/drawingml/2006/main" xmlns:r="http://schemas.openxmlformats.org/officeDocument/2006/relationships" xmlns:p="http://schemas.openxmlformats.org/presentationml/2006/main">
  <p:tag name="EMFCHILD" val="True"/>
  <p:tag name="ORIGINALHEIGHT" val=" 7.259728"/>
  <p:tag name="ORIGINALWIDTH" val=" 2.211674"/>
</p:tagLst>
</file>

<file path=ppt/tags/tag999.xml><?xml version="1.0" encoding="utf-8"?>
<p:tagLst xmlns:a="http://schemas.openxmlformats.org/drawingml/2006/main" xmlns:r="http://schemas.openxmlformats.org/officeDocument/2006/relationships" xmlns:p="http://schemas.openxmlformats.org/presentationml/2006/main">
  <p:tag name="EMFCHILD" val="True"/>
  <p:tag name="ORIGINALHEIGHT" val=" 4.623647"/>
  <p:tag name="ORIGINALWIDTH" val=" 5.01118"/>
</p:tagLst>
</file>

<file path=ppt/tags/tag1000.xml><?xml version="1.0" encoding="utf-8"?>
<p:tagLst xmlns:a="http://schemas.openxmlformats.org/drawingml/2006/main" xmlns:r="http://schemas.openxmlformats.org/officeDocument/2006/relationships" xmlns:p="http://schemas.openxmlformats.org/presentationml/2006/main">
  <p:tag name="EMFCHILD" val="True"/>
  <p:tag name="ORIGINALHEIGHT" val=" 10.46075"/>
  <p:tag name="ORIGINALWIDTH" val=" 2.311293"/>
</p:tagLst>
</file>

<file path=ppt/tags/tag1001.xml><?xml version="1.0" encoding="utf-8"?>
<p:tagLst xmlns:a="http://schemas.openxmlformats.org/drawingml/2006/main" xmlns:r="http://schemas.openxmlformats.org/officeDocument/2006/relationships" xmlns:p="http://schemas.openxmlformats.org/presentationml/2006/main">
  <p:tag name="EMFCHILD" val="True"/>
  <p:tag name="ORIGINALHEIGHT" val=" 6.653019"/>
  <p:tag name="ORIGINALWIDTH" val=" 5.200494"/>
</p:tagLst>
</file>

<file path=ppt/tags/tag1002.xml><?xml version="1.0" encoding="utf-8"?>
<p:tagLst xmlns:a="http://schemas.openxmlformats.org/drawingml/2006/main" xmlns:r="http://schemas.openxmlformats.org/officeDocument/2006/relationships" xmlns:p="http://schemas.openxmlformats.org/presentationml/2006/main">
  <p:tag name="EMFCHILD" val="True"/>
  <p:tag name="ORIGINALHEIGHT" val=" 10.46075"/>
  <p:tag name="ORIGINALWIDTH" val=" 2.311293"/>
</p:tagLst>
</file>

<file path=ppt/tags/tag1003.xml><?xml version="1.0" encoding="utf-8"?>
<p:tagLst xmlns:a="http://schemas.openxmlformats.org/drawingml/2006/main" xmlns:r="http://schemas.openxmlformats.org/officeDocument/2006/relationships" xmlns:p="http://schemas.openxmlformats.org/presentationml/2006/main">
  <p:tag name="EMFCHILD" val="True"/>
  <p:tag name="ORIGINALHEIGHT" val=" 2.447781"/>
  <p:tag name="ORIGINALWIDTH" val=" 6.625141"/>
</p:tagLst>
</file>

<file path=ppt/tags/tag1004.xml><?xml version="1.0" encoding="utf-8"?>
<p:tagLst xmlns:a="http://schemas.openxmlformats.org/drawingml/2006/main" xmlns:r="http://schemas.openxmlformats.org/officeDocument/2006/relationships" xmlns:p="http://schemas.openxmlformats.org/presentationml/2006/main">
  <p:tag name="EMFCHILD" val="True"/>
  <p:tag name="ORIGINALHEIGHT" val=" .4184082"/>
  <p:tag name="ORIGINALWIDTH" val=" 6.087141"/>
</p:tagLst>
</file>

<file path=ppt/tags/tag1005.xml><?xml version="1.0" encoding="utf-8"?>
<p:tagLst xmlns:a="http://schemas.openxmlformats.org/drawingml/2006/main" xmlns:r="http://schemas.openxmlformats.org/officeDocument/2006/relationships" xmlns:p="http://schemas.openxmlformats.org/presentationml/2006/main">
  <p:tag name="EMFCHILD" val="True"/>
  <p:tag name="ORIGINALHEIGHT" val=" 4.64455"/>
  <p:tag name="ORIGINALWIDTH" val=" 5.608936"/>
</p:tagLst>
</file>

<file path=ppt/tags/tag1006.xml><?xml version="1.0" encoding="utf-8"?>
<p:tagLst xmlns:a="http://schemas.openxmlformats.org/drawingml/2006/main" xmlns:r="http://schemas.openxmlformats.org/officeDocument/2006/relationships" xmlns:p="http://schemas.openxmlformats.org/presentationml/2006/main">
  <p:tag name="EMFCHILD" val="True"/>
  <p:tag name="ORIGINALHEIGHT" val=" 3.793038"/>
  <p:tag name="ORIGINALWIDTH" val=" 1.750404"/>
</p:tagLst>
</file>

<file path=ppt/tags/tag1007.xml><?xml version="1.0" encoding="utf-8"?>
<p:tagLst xmlns:a="http://schemas.openxmlformats.org/drawingml/2006/main" xmlns:r="http://schemas.openxmlformats.org/officeDocument/2006/relationships" xmlns:p="http://schemas.openxmlformats.org/presentationml/2006/main">
  <p:tag name="EMFCHILD" val="True"/>
  <p:tag name="ORIGINALHEIGHT" val=" 9.372799"/>
  <p:tag name="ORIGINALWIDTH" val=" 6.366107"/>
</p:tagLst>
</file>

<file path=ppt/tags/tag100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81"/>
  <p:tag name="IGUANATEXSIZE" val="20"/>
  <p:tag name="LATEXADDIN" val="\documentclass{article}&#10;\usepackage{amsmath}&#10;\usepackage{amsfonts}&#10;\pagestyle{empty}&#10;\begin{document}&#10;&#10;&#10;\[&#10; \text{ln}(\frac{1 - p}{p})= \text{ln}(e^{-\mathbf{x}'\boldsymbol{\beta}})&#10;\]&#10;&#10;&#10;&#10;&#10;&#10;\end{document}"/>
  <p:tag name="LATEXENGINEID" val="0"/>
  <p:tag name="LATEXFORMHEIGHT" val=" 301.5"/>
  <p:tag name="LATEXFORMWIDTH" val=" 385"/>
  <p:tag name="LATEXFORMWRAP" val="True"/>
  <p:tag name="ORIGINALHEIGHT" val=" 6.835493"/>
  <p:tag name="ORIGINALWIDTH" val=" 2.223456"/>
  <p:tag name="TEMPFOLDER" val="C:\Users\luisc\Documents\Custom Office Templates\iguana temp\"/>
  <p:tag name="TRANSPARENCY" val="True"/>
</p:tagLst>
</file>

<file path=ppt/tags/tag1009.xml><?xml version="1.0" encoding="utf-8"?>
<p:tagLst xmlns:a="http://schemas.openxmlformats.org/drawingml/2006/main" xmlns:r="http://schemas.openxmlformats.org/officeDocument/2006/relationships" xmlns:p="http://schemas.openxmlformats.org/presentationml/2006/main">
  <p:tag name="EMFCHILD" val="True"/>
  <p:tag name="ORIGINALHEIGHT" val=" 4.353421"/>
  <p:tag name="ORIGINALWIDTH" val=" 5.037827"/>
</p:tagLst>
</file>

<file path=ppt/tags/tag1010.xml><?xml version="1.0" encoding="utf-8"?>
<p:tagLst xmlns:a="http://schemas.openxmlformats.org/drawingml/2006/main" xmlns:r="http://schemas.openxmlformats.org/officeDocument/2006/relationships" xmlns:p="http://schemas.openxmlformats.org/presentationml/2006/main">
  <p:tag name="EMFCHILD" val="True"/>
  <p:tag name="ORIGINALHEIGHT" val=" 9.8494"/>
  <p:tag name="ORIGINALWIDTH" val=" 2.323624"/>
</p:tagLst>
</file>

<file path=ppt/tags/tag1011.xml><?xml version="1.0" encoding="utf-8"?>
<p:tagLst xmlns:a="http://schemas.openxmlformats.org/drawingml/2006/main" xmlns:r="http://schemas.openxmlformats.org/officeDocument/2006/relationships" xmlns:p="http://schemas.openxmlformats.org/presentationml/2006/main">
  <p:tag name="EMFCHILD" val="True"/>
  <p:tag name="ORIGINALHEIGHT" val=" 6.559692"/>
  <p:tag name="ORIGINALWIDTH" val=" 3.305117"/>
</p:tagLst>
</file>

<file path=ppt/tags/tag1012.xml><?xml version="1.0" encoding="utf-8"?>
<p:tagLst xmlns:a="http://schemas.openxmlformats.org/drawingml/2006/main" xmlns:r="http://schemas.openxmlformats.org/officeDocument/2006/relationships" xmlns:p="http://schemas.openxmlformats.org/presentationml/2006/main">
  <p:tag name="EMFCHILD" val="True"/>
  <p:tag name="ORIGINALHEIGHT" val=" .3939574"/>
  <p:tag name="ORIGINALWIDTH" val=" 6.119531"/>
</p:tagLst>
</file>

<file path=ppt/tags/tag1013.xml><?xml version="1.0" encoding="utf-8"?>
<p:tagLst xmlns:a="http://schemas.openxmlformats.org/drawingml/2006/main" xmlns:r="http://schemas.openxmlformats.org/officeDocument/2006/relationships" xmlns:p="http://schemas.openxmlformats.org/presentationml/2006/main">
  <p:tag name="EMFCHILD" val="True"/>
  <p:tag name="ORIGINALHEIGHT" val=" 6.264214"/>
  <p:tag name="ORIGINALWIDTH" val=" 5.228155"/>
</p:tagLst>
</file>

<file path=ppt/tags/tag1014.xml><?xml version="1.0" encoding="utf-8"?>
<p:tagLst xmlns:a="http://schemas.openxmlformats.org/drawingml/2006/main" xmlns:r="http://schemas.openxmlformats.org/officeDocument/2006/relationships" xmlns:p="http://schemas.openxmlformats.org/presentationml/2006/main">
  <p:tag name="EMFCHILD" val="True"/>
  <p:tag name="ORIGINALHEIGHT" val=" .3939152"/>
  <p:tag name="ORIGINALWIDTH" val=" 22.28815"/>
</p:tagLst>
</file>

<file path=ppt/tags/tag1015.xml><?xml version="1.0" encoding="utf-8"?>
<p:tagLst xmlns:a="http://schemas.openxmlformats.org/drawingml/2006/main" xmlns:r="http://schemas.openxmlformats.org/officeDocument/2006/relationships" xmlns:p="http://schemas.openxmlformats.org/presentationml/2006/main">
  <p:tag name="EMFCHILD" val="True"/>
  <p:tag name="ORIGINALHEIGHT" val=" 6.264214"/>
  <p:tag name="ORIGINALWIDTH" val=" 5.228155"/>
</p:tagLst>
</file>

<file path=ppt/tags/tag1016.xml><?xml version="1.0" encoding="utf-8"?>
<p:tagLst xmlns:a="http://schemas.openxmlformats.org/drawingml/2006/main" xmlns:r="http://schemas.openxmlformats.org/officeDocument/2006/relationships" xmlns:p="http://schemas.openxmlformats.org/presentationml/2006/main">
  <p:tag name="EMFCHILD" val="True"/>
  <p:tag name="ORIGINALHEIGHT" val=" 9.8494"/>
  <p:tag name="ORIGINALWIDTH" val=" 2.323624"/>
</p:tagLst>
</file>

<file path=ppt/tags/tag1017.xml><?xml version="1.0" encoding="utf-8"?>
<p:tagLst xmlns:a="http://schemas.openxmlformats.org/drawingml/2006/main" xmlns:r="http://schemas.openxmlformats.org/officeDocument/2006/relationships" xmlns:p="http://schemas.openxmlformats.org/presentationml/2006/main">
  <p:tag name="EMFCHILD" val="True"/>
  <p:tag name="ORIGINALHEIGHT" val=" 2.30475"/>
  <p:tag name="ORIGINALWIDTH" val=" 6.660361"/>
</p:tagLst>
</file>

<file path=ppt/tags/tag1018.xml><?xml version="1.0" encoding="utf-8"?>
<p:tagLst xmlns:a="http://schemas.openxmlformats.org/drawingml/2006/main" xmlns:r="http://schemas.openxmlformats.org/officeDocument/2006/relationships" xmlns:p="http://schemas.openxmlformats.org/presentationml/2006/main">
  <p:tag name="EMFCHILD" val="True"/>
  <p:tag name="ORIGINALHEIGHT" val=" 6.835493"/>
  <p:tag name="ORIGINALWIDTH" val=" 2.223456"/>
</p:tagLst>
</file>

<file path=ppt/tags/tag1019.xml><?xml version="1.0" encoding="utf-8"?>
<p:tagLst xmlns:a="http://schemas.openxmlformats.org/drawingml/2006/main" xmlns:r="http://schemas.openxmlformats.org/officeDocument/2006/relationships" xmlns:p="http://schemas.openxmlformats.org/presentationml/2006/main">
  <p:tag name="EMFCHILD" val="True"/>
  <p:tag name="ORIGINALHEIGHT" val=" 4.353421"/>
  <p:tag name="ORIGINALWIDTH" val=" 5.037827"/>
</p:tagLst>
</file>

<file path=ppt/tags/tag1020.xml><?xml version="1.0" encoding="utf-8"?>
<p:tagLst xmlns:a="http://schemas.openxmlformats.org/drawingml/2006/main" xmlns:r="http://schemas.openxmlformats.org/officeDocument/2006/relationships" xmlns:p="http://schemas.openxmlformats.org/presentationml/2006/main">
  <p:tag name="EMFCHILD" val="True"/>
  <p:tag name="ORIGINALHEIGHT" val=" 9.8494"/>
  <p:tag name="ORIGINALWIDTH" val=" 2.323624"/>
</p:tagLst>
</file>

<file path=ppt/tags/tag1021.xml><?xml version="1.0" encoding="utf-8"?>
<p:tagLst xmlns:a="http://schemas.openxmlformats.org/drawingml/2006/main" xmlns:r="http://schemas.openxmlformats.org/officeDocument/2006/relationships" xmlns:p="http://schemas.openxmlformats.org/presentationml/2006/main">
  <p:tag name="EMFCHILD" val="True"/>
  <p:tag name="ORIGINALHEIGHT" val=" 4.461782"/>
  <p:tag name="ORIGINALWIDTH" val=" 3.84599"/>
</p:tagLst>
</file>

<file path=ppt/tags/tag1022.xml><?xml version="1.0" encoding="utf-8"?>
<p:tagLst xmlns:a="http://schemas.openxmlformats.org/drawingml/2006/main" xmlns:r="http://schemas.openxmlformats.org/officeDocument/2006/relationships" xmlns:p="http://schemas.openxmlformats.org/presentationml/2006/main">
  <p:tag name="EMFCHILD" val="True"/>
  <p:tag name="ORIGINALHEIGHT" val=" .3378346"/>
  <p:tag name="ORIGINALWIDTH" val=" 4.739393"/>
</p:tagLst>
</file>

<file path=ppt/tags/tag1023.xml><?xml version="1.0" encoding="utf-8"?>
<p:tagLst xmlns:a="http://schemas.openxmlformats.org/drawingml/2006/main" xmlns:r="http://schemas.openxmlformats.org/officeDocument/2006/relationships" xmlns:p="http://schemas.openxmlformats.org/presentationml/2006/main">
  <p:tag name="EMFCHILD" val="True"/>
  <p:tag name="ORIGINALHEIGHT" val=" 3.061162"/>
  <p:tag name="ORIGINALWIDTH" val=" 4.297675"/>
</p:tagLst>
</file>

<file path=ppt/tags/tag1024.xml><?xml version="1.0" encoding="utf-8"?>
<p:tagLst xmlns:a="http://schemas.openxmlformats.org/drawingml/2006/main" xmlns:r="http://schemas.openxmlformats.org/officeDocument/2006/relationships" xmlns:p="http://schemas.openxmlformats.org/presentationml/2006/main">
  <p:tag name="EMFCHILD" val="True"/>
  <p:tag name="ORIGINALHEIGHT" val=" 2.565769"/>
  <p:tag name="ORIGINALWIDTH" val=" 1.387148"/>
</p:tagLst>
</file>

<file path=ppt/tags/tag1025.xml><?xml version="1.0" encoding="utf-8"?>
<p:tagLst xmlns:a="http://schemas.openxmlformats.org/drawingml/2006/main" xmlns:r="http://schemas.openxmlformats.org/officeDocument/2006/relationships" xmlns:p="http://schemas.openxmlformats.org/presentationml/2006/main">
  <p:tag name="EMFCHILD" val="True"/>
  <p:tag name="ORIGINALHEIGHT" val=" 6.177559"/>
  <p:tag name="ORIGINALWIDTH" val=" 4.900624"/>
</p:tagLst>
</file>

<file path=ppt/tags/tag1026.xml><?xml version="1.0" encoding="utf-8"?>
<p:tagLst xmlns:a="http://schemas.openxmlformats.org/drawingml/2006/main" xmlns:r="http://schemas.openxmlformats.org/officeDocument/2006/relationships" xmlns:p="http://schemas.openxmlformats.org/presentationml/2006/main">
  <p:tag name="EMFCHILD" val="True"/>
  <p:tag name="ORIGINALHEIGHT" val=" 9.8494"/>
  <p:tag name="ORIGINALWIDTH" val=" 2.323624"/>
</p:tagLst>
</file>

<file path=ppt/tags/tag102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59"/>
  <p:tag name="IGUANATEXSIZE" val="20"/>
  <p:tag name="LATEXADDIN" val="\documentclass{article}&#10;\usepackage{amsmath}&#10;\usepackage{amsfonts}&#10;\pagestyle{empty}&#10;\begin{document}&#10;&#10;&#10;\[&#10; \frac{1 - p}{p}= e^{-\mathbf{x}'\boldsymbol{\beta}}&#10;\]&#10;&#10;&#10;&#10;&#10;&#10;\end{document}"/>
  <p:tag name="LATEXENGINEID" val="0"/>
  <p:tag name="LATEXFORMHEIGHT" val=" 301.5"/>
  <p:tag name="LATEXFORMWIDTH" val=" 385"/>
  <p:tag name="LATEXFORMWRAP" val="True"/>
  <p:tag name="ORIGINALHEIGHT" val=" 6.559692"/>
  <p:tag name="ORIGINALWIDTH" val=" 3.287634"/>
  <p:tag name="TEMPFOLDER" val="C:\Users\luisc\Documents\Custom Office Templates\iguana temp\"/>
  <p:tag name="TRANSPARENCY" val="True"/>
</p:tagLst>
</file>

<file path=ppt/tags/tag1028.xml><?xml version="1.0" encoding="utf-8"?>
<p:tagLst xmlns:a="http://schemas.openxmlformats.org/drawingml/2006/main" xmlns:r="http://schemas.openxmlformats.org/officeDocument/2006/relationships" xmlns:p="http://schemas.openxmlformats.org/presentationml/2006/main">
  <p:tag name="EMFCHILD" val="True"/>
  <p:tag name="ORIGINALHEIGHT" val=" .3939574"/>
  <p:tag name="ORIGINALWIDTH" val=" 6.087141"/>
</p:tagLst>
</file>

<file path=ppt/tags/tag1029.xml><?xml version="1.0" encoding="utf-8"?>
<p:tagLst xmlns:a="http://schemas.openxmlformats.org/drawingml/2006/main" xmlns:r="http://schemas.openxmlformats.org/officeDocument/2006/relationships" xmlns:p="http://schemas.openxmlformats.org/presentationml/2006/main">
  <p:tag name="EMFCHILD" val="True"/>
  <p:tag name="ORIGINALHEIGHT" val=" 6.264214"/>
  <p:tag name="ORIGINALWIDTH" val=" 5.200494"/>
</p:tagLst>
</file>

<file path=ppt/tags/tag1030.xml><?xml version="1.0" encoding="utf-8"?>
<p:tagLst xmlns:a="http://schemas.openxmlformats.org/drawingml/2006/main" xmlns:r="http://schemas.openxmlformats.org/officeDocument/2006/relationships" xmlns:p="http://schemas.openxmlformats.org/presentationml/2006/main">
  <p:tag name="EMFCHILD" val="True"/>
  <p:tag name="ORIGINALHEIGHT" val=" .3939152"/>
  <p:tag name="ORIGINALWIDTH" val=" 22.17025"/>
</p:tagLst>
</file>

<file path=ppt/tags/tag1031.xml><?xml version="1.0" encoding="utf-8"?>
<p:tagLst xmlns:a="http://schemas.openxmlformats.org/drawingml/2006/main" xmlns:r="http://schemas.openxmlformats.org/officeDocument/2006/relationships" xmlns:p="http://schemas.openxmlformats.org/presentationml/2006/main">
  <p:tag name="EMFCHILD" val="True"/>
  <p:tag name="ORIGINALHEIGHT" val=" 6.264214"/>
  <p:tag name="ORIGINALWIDTH" val=" 5.200494"/>
</p:tagLst>
</file>

<file path=ppt/tags/tag1032.xml><?xml version="1.0" encoding="utf-8"?>
<p:tagLst xmlns:a="http://schemas.openxmlformats.org/drawingml/2006/main" xmlns:r="http://schemas.openxmlformats.org/officeDocument/2006/relationships" xmlns:p="http://schemas.openxmlformats.org/presentationml/2006/main">
  <p:tag name="EMFCHILD" val="True"/>
  <p:tag name="ORIGINALHEIGHT" val=" 2.30475"/>
  <p:tag name="ORIGINALWIDTH" val=" 6.625142"/>
</p:tagLst>
</file>

<file path=ppt/tags/tag1033.xml><?xml version="1.0" encoding="utf-8"?>
<p:tagLst xmlns:a="http://schemas.openxmlformats.org/drawingml/2006/main" xmlns:r="http://schemas.openxmlformats.org/officeDocument/2006/relationships" xmlns:p="http://schemas.openxmlformats.org/presentationml/2006/main">
  <p:tag name="EMFCHILD" val="True"/>
  <p:tag name="ORIGINALHEIGHT" val=" 4.461782"/>
  <p:tag name="ORIGINALWIDTH" val=" 3.825636"/>
</p:tagLst>
</file>

<file path=ppt/tags/tag1034.xml><?xml version="1.0" encoding="utf-8"?>
<p:tagLst xmlns:a="http://schemas.openxmlformats.org/drawingml/2006/main" xmlns:r="http://schemas.openxmlformats.org/officeDocument/2006/relationships" xmlns:p="http://schemas.openxmlformats.org/presentationml/2006/main">
  <p:tag name="EMFCHILD" val="True"/>
  <p:tag name="ORIGINALHEIGHT" val=" .3378346"/>
  <p:tag name="ORIGINALWIDTH" val=" 4.714309"/>
</p:tagLst>
</file>

<file path=ppt/tags/tag1035.xml><?xml version="1.0" encoding="utf-8"?>
<p:tagLst xmlns:a="http://schemas.openxmlformats.org/drawingml/2006/main" xmlns:r="http://schemas.openxmlformats.org/officeDocument/2006/relationships" xmlns:p="http://schemas.openxmlformats.org/presentationml/2006/main">
  <p:tag name="EMFCHILD" val="True"/>
  <p:tag name="ORIGINALHEIGHT" val=" 3.061162"/>
  <p:tag name="ORIGINALWIDTH" val=" 4.274955"/>
</p:tagLst>
</file>

<file path=ppt/tags/tag1036.xml><?xml version="1.0" encoding="utf-8"?>
<p:tagLst xmlns:a="http://schemas.openxmlformats.org/drawingml/2006/main" xmlns:r="http://schemas.openxmlformats.org/officeDocument/2006/relationships" xmlns:p="http://schemas.openxmlformats.org/presentationml/2006/main">
  <p:tag name="EMFCHILD" val="True"/>
  <p:tag name="ORIGINALHEIGHT" val=" 2.565769"/>
  <p:tag name="ORIGINALWIDTH" val=" 1.3798"/>
</p:tagLst>
</file>

<file path=ppt/tags/tag1037.xml><?xml version="1.0" encoding="utf-8"?>
<p:tagLst xmlns:a="http://schemas.openxmlformats.org/drawingml/2006/main" xmlns:r="http://schemas.openxmlformats.org/officeDocument/2006/relationships" xmlns:p="http://schemas.openxmlformats.org/presentationml/2006/main">
  <p:tag name="EMFCHILD" val="True"/>
  <p:tag name="ORIGINALHEIGHT" val=" 6.177559"/>
  <p:tag name="ORIGINALWIDTH" val=" 4.874696"/>
</p:tagLst>
</file>

<file path=ppt/tags/tag103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47"/>
  <p:tag name="IGUANATEXSIZE" val="20"/>
  <p:tag name="LATEXADDIN" val="\documentclass{article}&#10;\usepackage{amsmath}&#10;\usepackage{amsfonts}&#10;\pagestyle{empty}&#10;\begin{document}&#10;&#10;&#10;\[&#10;p + p e^{-\mathbf{x}'\boldsymbol{\beta}} = 1&#10;\]&#10;&#10;&#10;&#10;&#10;&#10;\end{document}"/>
  <p:tag name="LATEXENGINEID" val="0"/>
  <p:tag name="LATEXFORMHEIGHT" val=" 301.5"/>
  <p:tag name="LATEXFORMWIDTH" val=" 385"/>
  <p:tag name="LATEXFORMWRAP" val="True"/>
  <p:tag name="ORIGINALHEIGHT" val=" 6.336213"/>
  <p:tag name="ORIGINALWIDTH" val=" 5.160461"/>
  <p:tag name="TEMPFOLDER" val="C:\Users\luisc\Documents\Custom Office Templates\iguana temp\"/>
  <p:tag name="TRANSPARENCY" val="True"/>
</p:tagLst>
</file>

<file path=ppt/tags/tag1039.xml><?xml version="1.0" encoding="utf-8"?>
<p:tagLst xmlns:a="http://schemas.openxmlformats.org/drawingml/2006/main" xmlns:r="http://schemas.openxmlformats.org/officeDocument/2006/relationships" xmlns:p="http://schemas.openxmlformats.org/presentationml/2006/main">
  <p:tag name="EMFCHILD" val="True"/>
  <p:tag name="ORIGINALHEIGHT" val=" 6.635113"/>
  <p:tag name="ORIGINALWIDTH" val=" 6.574172"/>
</p:tagLst>
</file>

<file path=ppt/tags/tag1040.xml><?xml version="1.0" encoding="utf-8"?>
<p:tagLst xmlns:a="http://schemas.openxmlformats.org/drawingml/2006/main" xmlns:r="http://schemas.openxmlformats.org/officeDocument/2006/relationships" xmlns:p="http://schemas.openxmlformats.org/presentationml/2006/main">
  <p:tag name="EMFCHILD" val="True"/>
  <p:tag name="ORIGINALHEIGHT" val=" 6.336213"/>
  <p:tag name="ORIGINALWIDTH" val=" 5.160461"/>
</p:tagLst>
</file>

<file path=ppt/tags/tag1041.xml><?xml version="1.0" encoding="utf-8"?>
<p:tagLst xmlns:a="http://schemas.openxmlformats.org/drawingml/2006/main" xmlns:r="http://schemas.openxmlformats.org/officeDocument/2006/relationships" xmlns:p="http://schemas.openxmlformats.org/presentationml/2006/main">
  <p:tag name="EMFCHILD" val="True"/>
  <p:tag name="ORIGINALHEIGHT" val=" 4.513047"/>
  <p:tag name="ORIGINALWIDTH" val=" 3.796202"/>
</p:tagLst>
</file>

<file path=ppt/tags/tag1042.xml><?xml version="1.0" encoding="utf-8"?>
<p:tagLst xmlns:a="http://schemas.openxmlformats.org/drawingml/2006/main" xmlns:r="http://schemas.openxmlformats.org/officeDocument/2006/relationships" xmlns:p="http://schemas.openxmlformats.org/presentationml/2006/main">
  <p:tag name="EMFCHILD" val="True"/>
  <p:tag name="ORIGINALHEIGHT" val=" .3416774"/>
  <p:tag name="ORIGINALWIDTH" val=" 4.678034"/>
</p:tagLst>
</file>

<file path=ppt/tags/tag1043.xml><?xml version="1.0" encoding="utf-8"?>
<p:tagLst xmlns:a="http://schemas.openxmlformats.org/drawingml/2006/main" xmlns:r="http://schemas.openxmlformats.org/officeDocument/2006/relationships" xmlns:p="http://schemas.openxmlformats.org/presentationml/2006/main">
  <p:tag name="EMFCHILD" val="True"/>
  <p:tag name="ORIGINALHEIGHT" val=" 3.09638"/>
  <p:tag name="ORIGINALWIDTH" val=" 4.242059"/>
</p:tagLst>
</file>

<file path=ppt/tags/tag1044.xml><?xml version="1.0" encoding="utf-8"?>
<p:tagLst xmlns:a="http://schemas.openxmlformats.org/drawingml/2006/main" xmlns:r="http://schemas.openxmlformats.org/officeDocument/2006/relationships" xmlns:p="http://schemas.openxmlformats.org/presentationml/2006/main">
  <p:tag name="EMFCHILD" val="True"/>
  <p:tag name="ORIGINALHEIGHT" val=" 2.595245"/>
  <p:tag name="ORIGINALWIDTH" val=" 1.3692"/>
</p:tagLst>
</file>

<file path=ppt/tags/tag1045.xml><?xml version="1.0" encoding="utf-8"?>
<p:tagLst xmlns:a="http://schemas.openxmlformats.org/drawingml/2006/main" xmlns:r="http://schemas.openxmlformats.org/officeDocument/2006/relationships" xmlns:p="http://schemas.openxmlformats.org/presentationml/2006/main">
  <p:tag name="EMFCHILD" val="True"/>
  <p:tag name="ORIGINALHEIGHT" val=" 6.248545"/>
  <p:tag name="ORIGINALWIDTH" val=" 4.837196"/>
</p:tagLst>
</file>

<file path=ppt/tags/tag1046.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574172"/>
</p:tagLst>
</file>

<file path=ppt/tags/tag1047.xml><?xml version="1.0" encoding="utf-8"?>
<p:tagLst xmlns:a="http://schemas.openxmlformats.org/drawingml/2006/main" xmlns:r="http://schemas.openxmlformats.org/officeDocument/2006/relationships" xmlns:p="http://schemas.openxmlformats.org/presentationml/2006/main">
  <p:tag name="EMFCHILD" val="True"/>
  <p:tag name="ORIGINALHEIGHT" val=" 6.635113"/>
  <p:tag name="ORIGINALWIDTH" val=" 3.26234"/>
</p:tagLst>
</file>

<file path=ppt/tags/tag104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59"/>
  <p:tag name="IGUANATEXSIZE" val="20"/>
  <p:tag name="LATEXADDIN" val="\documentclass{article}&#10;\usepackage{amsmath}&#10;\usepackage{amsfonts}&#10;\pagestyle{empty}&#10;\begin{document}&#10;&#10;&#10;\[&#10;p = \frac{1}{ 1 + e^{-\mathbf{x}'\boldsymbol{\beta}}}&#10;\]&#10;&#10;&#10;&#10;&#10;&#10;\end{document}"/>
  <p:tag name="LATEXENGINEID" val="0"/>
  <p:tag name="LATEXFORMHEIGHT" val=" 301.5"/>
  <p:tag name="LATEXFORMWIDTH" val=" 385"/>
  <p:tag name="LATEXFORMWRAP" val="True"/>
  <p:tag name="ORIGINALHEIGHT" val=" 6.336213"/>
  <p:tag name="ORIGINALWIDTH" val=" 5.179169"/>
  <p:tag name="TEMPFOLDER" val="C:\Users\luisc\Documents\Custom Office Templates\iguana temp\"/>
  <p:tag name="TRANSPARENCY" val="True"/>
</p:tagLst>
</file>

<file path=ppt/tags/tag1049.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597989"/>
</p:tagLst>
</file>

<file path=ppt/tags/tag1050.xml><?xml version="1.0" encoding="utf-8"?>
<p:tagLst xmlns:a="http://schemas.openxmlformats.org/drawingml/2006/main" xmlns:r="http://schemas.openxmlformats.org/officeDocument/2006/relationships" xmlns:p="http://schemas.openxmlformats.org/presentationml/2006/main">
  <p:tag name="EMFCHILD" val="True"/>
  <p:tag name="ORIGINALHEIGHT" val=" 6.635113"/>
  <p:tag name="ORIGINALWIDTH" val=" 3.274163"/>
</p:tagLst>
</file>

<file path=ppt/tags/tag1051.xml><?xml version="1.0" encoding="utf-8"?>
<p:tagLst xmlns:a="http://schemas.openxmlformats.org/drawingml/2006/main" xmlns:r="http://schemas.openxmlformats.org/officeDocument/2006/relationships" xmlns:p="http://schemas.openxmlformats.org/presentationml/2006/main">
  <p:tag name="EMFCHILD" val="True"/>
  <p:tag name="ORIGINALHEIGHT" val=" .3984758"/>
  <p:tag name="ORIGINALWIDTH" val=" 41.18445"/>
</p:tagLst>
</file>

<file path=ppt/tags/tag1052.xml><?xml version="1.0" encoding="utf-8"?>
<p:tagLst xmlns:a="http://schemas.openxmlformats.org/drawingml/2006/main" xmlns:r="http://schemas.openxmlformats.org/officeDocument/2006/relationships" xmlns:p="http://schemas.openxmlformats.org/presentationml/2006/main">
  <p:tag name="EMFCHILD" val="True"/>
  <p:tag name="ORIGINALHEIGHT" val=" 6.635113"/>
  <p:tag name="ORIGINALWIDTH" val=" 3.274163"/>
</p:tagLst>
</file>

<file path=ppt/tags/tag1053.xml><?xml version="1.0" encoding="utf-8"?>
<p:tagLst xmlns:a="http://schemas.openxmlformats.org/drawingml/2006/main" xmlns:r="http://schemas.openxmlformats.org/officeDocument/2006/relationships" xmlns:p="http://schemas.openxmlformats.org/presentationml/2006/main">
  <p:tag name="EMFCHILD" val="True"/>
  <p:tag name="ORIGINALHEIGHT" val=" 6.635113"/>
  <p:tag name="ORIGINALWIDTH" val=" 6.597989"/>
</p:tagLst>
</file>

<file path=ppt/tags/tag1054.xml><?xml version="1.0" encoding="utf-8"?>
<p:tagLst xmlns:a="http://schemas.openxmlformats.org/drawingml/2006/main" xmlns:r="http://schemas.openxmlformats.org/officeDocument/2006/relationships" xmlns:p="http://schemas.openxmlformats.org/presentationml/2006/main">
  <p:tag name="EMFCHILD" val="True"/>
  <p:tag name="ORIGINALHEIGHT" val=" 4.513047"/>
  <p:tag name="ORIGINALWIDTH" val=" 3.809969"/>
</p:tagLst>
</file>

<file path=ppt/tags/tag1055.xml><?xml version="1.0" encoding="utf-8"?>
<p:tagLst xmlns:a="http://schemas.openxmlformats.org/drawingml/2006/main" xmlns:r="http://schemas.openxmlformats.org/officeDocument/2006/relationships" xmlns:p="http://schemas.openxmlformats.org/presentationml/2006/main">
  <p:tag name="EMFCHILD" val="True"/>
  <p:tag name="ORIGINALHEIGHT" val=" .3416774"/>
  <p:tag name="ORIGINALWIDTH" val=" 4.694968"/>
</p:tagLst>
</file>

<file path=ppt/tags/tag1056.xml><?xml version="1.0" encoding="utf-8"?>
<p:tagLst xmlns:a="http://schemas.openxmlformats.org/drawingml/2006/main" xmlns:r="http://schemas.openxmlformats.org/officeDocument/2006/relationships" xmlns:p="http://schemas.openxmlformats.org/presentationml/2006/main">
  <p:tag name="EMFCHILD" val="True"/>
  <p:tag name="ORIGINALHEIGHT" val=" 3.09638"/>
  <p:tag name="ORIGINALWIDTH" val=" 4.25743"/>
</p:tagLst>
</file>

<file path=ppt/tags/tag1057.xml><?xml version="1.0" encoding="utf-8"?>
<p:tagLst xmlns:a="http://schemas.openxmlformats.org/drawingml/2006/main" xmlns:r="http://schemas.openxmlformats.org/officeDocument/2006/relationships" xmlns:p="http://schemas.openxmlformats.org/presentationml/2006/main">
  <p:tag name="EMFCHILD" val="True"/>
  <p:tag name="ORIGINALHEIGHT" val=" 2.595245"/>
  <p:tag name="ORIGINALWIDTH" val=" 1.374141"/>
</p:tagLst>
</file>

<file path=ppt/tags/tag1058.xml><?xml version="1.0" encoding="utf-8"?>
<p:tagLst xmlns:a="http://schemas.openxmlformats.org/drawingml/2006/main" xmlns:r="http://schemas.openxmlformats.org/officeDocument/2006/relationships" xmlns:p="http://schemas.openxmlformats.org/presentationml/2006/main">
  <p:tag name="EMFCHILD" val="True"/>
  <p:tag name="ORIGINALHEIGHT" val=" 6.248545"/>
  <p:tag name="ORIGINALWIDTH" val=" 4.854721"/>
</p:tagLst>
</file>

<file path=ppt/tags/tag105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221"/>
  <p:tag name="IGUANATEXSIZE" val="20"/>
  <p:tag name="LATEXADDIN" val="\documentclass{article}&#10;\usepackage{amsmath}&#10;\usepackage{amsfonts}&#10;\pagestyle{empty}&#10;\begin{document}&#10;&#10;&#10;\[&#10;p = \frac{1}{e^{-\mathbf{x}'\boldsymbol{\beta}} + e^{\mathbf{x}'\boldsymbol{\beta} -\mathbf{x}'\boldsymbol{\beta}}}&#10;\]&#10;&#10;&#10;&#10;&#10;&#10;\end{document}"/>
  <p:tag name="LATEXENGINEID" val="0"/>
  <p:tag name="LATEXFORMHEIGHT" val=" 301.5"/>
  <p:tag name="LATEXFORMWIDTH" val=" 385"/>
  <p:tag name="LATEXFORMWRAP" val="True"/>
  <p:tag name="ORIGINALHEIGHT" val=" 6.336212"/>
  <p:tag name="ORIGINALWIDTH" val=" 5.200494"/>
  <p:tag name="TEMPFOLDER" val="C:\Users\luisc\Documents\Custom Office Templates\iguana temp\"/>
  <p:tag name="TRANSPARENCY" val="True"/>
</p:tagLst>
</file>

<file path=ppt/tags/tag1060.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625142"/>
</p:tagLst>
</file>

<file path=ppt/tags/tag1061.xml><?xml version="1.0" encoding="utf-8"?>
<p:tagLst xmlns:a="http://schemas.openxmlformats.org/drawingml/2006/main" xmlns:r="http://schemas.openxmlformats.org/officeDocument/2006/relationships" xmlns:p="http://schemas.openxmlformats.org/presentationml/2006/main">
  <p:tag name="EMFCHILD" val="True"/>
  <p:tag name="ORIGINALHEIGHT" val=" 6.635111"/>
  <p:tag name="ORIGINALWIDTH" val=" 3.287634"/>
</p:tagLst>
</file>

<file path=ppt/tags/tag1062.xml><?xml version="1.0" encoding="utf-8"?>
<p:tagLst xmlns:a="http://schemas.openxmlformats.org/drawingml/2006/main" xmlns:r="http://schemas.openxmlformats.org/officeDocument/2006/relationships" xmlns:p="http://schemas.openxmlformats.org/presentationml/2006/main">
  <p:tag name="EMFCHILD" val="True"/>
  <p:tag name="ORIGINALHEIGHT" val=" .3984757"/>
  <p:tag name="ORIGINALWIDTH" val=" 73.40118"/>
</p:tagLst>
</file>

<file path=ppt/tags/tag1063.xml><?xml version="1.0" encoding="utf-8"?>
<p:tagLst xmlns:a="http://schemas.openxmlformats.org/drawingml/2006/main" xmlns:r="http://schemas.openxmlformats.org/officeDocument/2006/relationships" xmlns:p="http://schemas.openxmlformats.org/presentationml/2006/main">
  <p:tag name="EMFCHILD" val="True"/>
  <p:tag name="ORIGINALHEIGHT" val=" 4.513046"/>
  <p:tag name="ORIGINALWIDTH" val=" 3.825636"/>
</p:tagLst>
</file>

<file path=ppt/tags/tag1064.xml><?xml version="1.0" encoding="utf-8"?>
<p:tagLst xmlns:a="http://schemas.openxmlformats.org/drawingml/2006/main" xmlns:r="http://schemas.openxmlformats.org/officeDocument/2006/relationships" xmlns:p="http://schemas.openxmlformats.org/presentationml/2006/main">
  <p:tag name="EMFCHILD" val="True"/>
  <p:tag name="ORIGINALHEIGHT" val=" .3416773"/>
  <p:tag name="ORIGINALWIDTH" val=" 4.714309"/>
</p:tagLst>
</file>

<file path=ppt/tags/tag1065.xml><?xml version="1.0" encoding="utf-8"?>
<p:tagLst xmlns:a="http://schemas.openxmlformats.org/drawingml/2006/main" xmlns:r="http://schemas.openxmlformats.org/officeDocument/2006/relationships" xmlns:p="http://schemas.openxmlformats.org/presentationml/2006/main">
  <p:tag name="EMFCHILD" val="True"/>
  <p:tag name="ORIGINALHEIGHT" val=" 3.09638"/>
  <p:tag name="ORIGINALWIDTH" val=" 4.274955"/>
</p:tagLst>
</file>

<file path=ppt/tags/tag1066.xml><?xml version="1.0" encoding="utf-8"?>
<p:tagLst xmlns:a="http://schemas.openxmlformats.org/drawingml/2006/main" xmlns:r="http://schemas.openxmlformats.org/officeDocument/2006/relationships" xmlns:p="http://schemas.openxmlformats.org/presentationml/2006/main">
  <p:tag name="EMFCHILD" val="True"/>
  <p:tag name="ORIGINALHEIGHT" val=" 2.595244"/>
  <p:tag name="ORIGINALWIDTH" val=" 1.3798"/>
</p:tagLst>
</file>

<file path=ppt/tags/tag1067.xml><?xml version="1.0" encoding="utf-8"?>
<p:tagLst xmlns:a="http://schemas.openxmlformats.org/drawingml/2006/main" xmlns:r="http://schemas.openxmlformats.org/officeDocument/2006/relationships" xmlns:p="http://schemas.openxmlformats.org/presentationml/2006/main">
  <p:tag name="EMFCHILD" val="True"/>
  <p:tag name="ORIGINALHEIGHT" val=" 6.248544"/>
  <p:tag name="ORIGINALWIDTH" val=" 4.874696"/>
</p:tagLst>
</file>

<file path=ppt/tags/tag1068.xml><?xml version="1.0" encoding="utf-8"?>
<p:tagLst xmlns:a="http://schemas.openxmlformats.org/drawingml/2006/main" xmlns:r="http://schemas.openxmlformats.org/officeDocument/2006/relationships" xmlns:p="http://schemas.openxmlformats.org/presentationml/2006/main">
  <p:tag name="EMFCHILD" val="True"/>
  <p:tag name="ORIGINALHEIGHT" val=" 6.635111"/>
  <p:tag name="ORIGINALWIDTH" val=" 6.625142"/>
</p:tagLst>
</file>

<file path=ppt/tags/tag1069.xml><?xml version="1.0" encoding="utf-8"?>
<p:tagLst xmlns:a="http://schemas.openxmlformats.org/drawingml/2006/main" xmlns:r="http://schemas.openxmlformats.org/officeDocument/2006/relationships" xmlns:p="http://schemas.openxmlformats.org/presentationml/2006/main">
  <p:tag name="EMFCHILD" val="True"/>
  <p:tag name="ORIGINALHEIGHT" val=" 4.513046"/>
  <p:tag name="ORIGINALWIDTH" val=" 3.825636"/>
</p:tagLst>
</file>

<file path=ppt/tags/tag1070.xml><?xml version="1.0" encoding="utf-8"?>
<p:tagLst xmlns:a="http://schemas.openxmlformats.org/drawingml/2006/main" xmlns:r="http://schemas.openxmlformats.org/officeDocument/2006/relationships" xmlns:p="http://schemas.openxmlformats.org/presentationml/2006/main">
  <p:tag name="EMFCHILD" val="True"/>
  <p:tag name="ORIGINALHEIGHT" val=" 3.09638"/>
  <p:tag name="ORIGINALWIDTH" val=" 4.274955"/>
</p:tagLst>
</file>

<file path=ppt/tags/tag1071.xml><?xml version="1.0" encoding="utf-8"?>
<p:tagLst xmlns:a="http://schemas.openxmlformats.org/drawingml/2006/main" xmlns:r="http://schemas.openxmlformats.org/officeDocument/2006/relationships" xmlns:p="http://schemas.openxmlformats.org/presentationml/2006/main">
  <p:tag name="EMFCHILD" val="True"/>
  <p:tag name="ORIGINALHEIGHT" val=" 2.595244"/>
  <p:tag name="ORIGINALWIDTH" val=" 1.3798"/>
</p:tagLst>
</file>

<file path=ppt/tags/tag1072.xml><?xml version="1.0" encoding="utf-8"?>
<p:tagLst xmlns:a="http://schemas.openxmlformats.org/drawingml/2006/main" xmlns:r="http://schemas.openxmlformats.org/officeDocument/2006/relationships" xmlns:p="http://schemas.openxmlformats.org/presentationml/2006/main">
  <p:tag name="EMFCHILD" val="True"/>
  <p:tag name="ORIGINALHEIGHT" val=" 6.248544"/>
  <p:tag name="ORIGINALWIDTH" val=" 4.874696"/>
</p:tagLst>
</file>

<file path=ppt/tags/tag1073.xml><?xml version="1.0" encoding="utf-8"?>
<p:tagLst xmlns:a="http://schemas.openxmlformats.org/drawingml/2006/main" xmlns:r="http://schemas.openxmlformats.org/officeDocument/2006/relationships" xmlns:p="http://schemas.openxmlformats.org/presentationml/2006/main">
  <p:tag name="EMFCHILD" val="True"/>
  <p:tag name="ORIGINALHEIGHT" val=" .3416773"/>
  <p:tag name="ORIGINALWIDTH" val=" 4.714309"/>
</p:tagLst>
</file>

<file path=ppt/tags/tag1074.xml><?xml version="1.0" encoding="utf-8"?>
<p:tagLst xmlns:a="http://schemas.openxmlformats.org/drawingml/2006/main" xmlns:r="http://schemas.openxmlformats.org/officeDocument/2006/relationships" xmlns:p="http://schemas.openxmlformats.org/presentationml/2006/main">
  <p:tag name="EMFCHILD" val="True"/>
  <p:tag name="ORIGINALHEIGHT" val=" 3.09638"/>
  <p:tag name="ORIGINALWIDTH" val=" 4.274955"/>
</p:tagLst>
</file>

<file path=ppt/tags/tag1075.xml><?xml version="1.0" encoding="utf-8"?>
<p:tagLst xmlns:a="http://schemas.openxmlformats.org/drawingml/2006/main" xmlns:r="http://schemas.openxmlformats.org/officeDocument/2006/relationships" xmlns:p="http://schemas.openxmlformats.org/presentationml/2006/main">
  <p:tag name="EMFCHILD" val="True"/>
  <p:tag name="ORIGINALHEIGHT" val=" 2.595244"/>
  <p:tag name="ORIGINALWIDTH" val=" 1.3798"/>
</p:tagLst>
</file>

<file path=ppt/tags/tag1076.xml><?xml version="1.0" encoding="utf-8"?>
<p:tagLst xmlns:a="http://schemas.openxmlformats.org/drawingml/2006/main" xmlns:r="http://schemas.openxmlformats.org/officeDocument/2006/relationships" xmlns:p="http://schemas.openxmlformats.org/presentationml/2006/main">
  <p:tag name="EMFCHILD" val="True"/>
  <p:tag name="ORIGINALHEIGHT" val=" 6.248544"/>
  <p:tag name="ORIGINALWIDTH" val=" 4.874696"/>
</p:tagLst>
</file>

<file path=ppt/tags/tag107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21"/>
  <p:tag name="IGUANATEXSIZE" val="20"/>
  <p:tag name="LATEXADDIN" val="\documentclass{article}&#10;\usepackage{amsmath}&#10;\usepackage{amsfonts}&#10;\pagestyle{empty}&#10;\begin{document}&#10;&#10;&#10;\[&#10;p = \frac{1}{(1 + e^{\mathbf{x}'\boldsymbol{\beta}} )(e^{\mathbf{x}'\boldsymbol{\beta}})^{-1}}&#10;\]&#10;&#10;&#10;&#10;&#10;&#10;\end{document}"/>
  <p:tag name="LATEXENGINEID" val="0"/>
  <p:tag name="LATEXFORMHEIGHT" val=" 314.25"/>
  <p:tag name="LATEXFORMWIDTH" val=" 385"/>
  <p:tag name="LATEXFORMWRAP" val="True"/>
  <p:tag name="ORIGINALHEIGHT" val=" 6.480214"/>
  <p:tag name="ORIGINALWIDTH" val=" 5.200495"/>
  <p:tag name="TEMPFOLDER" val="C:\Users\luisc\Documents\Custom Office Templates\iguana temp\"/>
  <p:tag name="TRANSPARENCY" val="True"/>
</p:tagLst>
</file>

<file path=ppt/tags/tag1078.xml><?xml version="1.0" encoding="utf-8"?>
<p:tagLst xmlns:a="http://schemas.openxmlformats.org/drawingml/2006/main" xmlns:r="http://schemas.openxmlformats.org/officeDocument/2006/relationships" xmlns:p="http://schemas.openxmlformats.org/presentationml/2006/main">
  <p:tag name="EMFCHILD" val="True"/>
  <p:tag name="ORIGINALHEIGHT" val=" 2.384224"/>
  <p:tag name="ORIGINALWIDTH" val=" 6.625142"/>
</p:tagLst>
</file>

<file path=ppt/tags/tag1079.xml><?xml version="1.0" encoding="utf-8"?>
<p:tagLst xmlns:a="http://schemas.openxmlformats.org/drawingml/2006/main" xmlns:r="http://schemas.openxmlformats.org/officeDocument/2006/relationships" xmlns:p="http://schemas.openxmlformats.org/presentationml/2006/main">
  <p:tag name="EMFCHILD" val="True"/>
  <p:tag name="ORIGINALHEIGHT" val=" 6.785912"/>
  <p:tag name="ORIGINALWIDTH" val=" 3.287635"/>
</p:tagLst>
</file>

<file path=ppt/tags/tag1080.xml><?xml version="1.0" encoding="utf-8"?>
<p:tagLst xmlns:a="http://schemas.openxmlformats.org/drawingml/2006/main" xmlns:r="http://schemas.openxmlformats.org/officeDocument/2006/relationships" xmlns:p="http://schemas.openxmlformats.org/presentationml/2006/main">
  <p:tag name="EMFCHILD" val="True"/>
  <p:tag name="ORIGINALHEIGHT" val=" .4075128"/>
  <p:tag name="ORIGINALWIDTH" val=" 79.29022"/>
</p:tagLst>
</file>

<file path=ppt/tags/tag1081.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11293"/>
</p:tagLst>
</file>

<file path=ppt/tags/tag1082.xml><?xml version="1.0" encoding="utf-8"?>
<p:tagLst xmlns:a="http://schemas.openxmlformats.org/drawingml/2006/main" xmlns:r="http://schemas.openxmlformats.org/officeDocument/2006/relationships" xmlns:p="http://schemas.openxmlformats.org/presentationml/2006/main">
  <p:tag name="EMFCHILD" val="True"/>
  <p:tag name="ORIGINALHEIGHT" val=" 6.785912"/>
  <p:tag name="ORIGINALWIDTH" val=" 3.287635"/>
</p:tagLst>
</file>

<file path=ppt/tags/tag1083.xml><?xml version="1.0" encoding="utf-8"?>
<p:tagLst xmlns:a="http://schemas.openxmlformats.org/drawingml/2006/main" xmlns:r="http://schemas.openxmlformats.org/officeDocument/2006/relationships" xmlns:p="http://schemas.openxmlformats.org/presentationml/2006/main">
  <p:tag name="EMFCHILD" val="True"/>
  <p:tag name="ORIGINALHEIGHT" val=" 6.785912"/>
  <p:tag name="ORIGINALWIDTH" val=" 6.625142"/>
</p:tagLst>
</file>

<file path=ppt/tags/tag1084.xml><?xml version="1.0" encoding="utf-8"?>
<p:tagLst xmlns:a="http://schemas.openxmlformats.org/drawingml/2006/main" xmlns:r="http://schemas.openxmlformats.org/officeDocument/2006/relationships" xmlns:p="http://schemas.openxmlformats.org/presentationml/2006/main">
  <p:tag name="EMFCHILD" val="True"/>
  <p:tag name="ORIGINALHEIGHT" val=" 4.615621"/>
  <p:tag name="ORIGINALWIDTH" val=" 3.825636"/>
</p:tagLst>
</file>

<file path=ppt/tags/tag1085.xml><?xml version="1.0" encoding="utf-8"?>
<p:tagLst xmlns:a="http://schemas.openxmlformats.org/drawingml/2006/main" xmlns:r="http://schemas.openxmlformats.org/officeDocument/2006/relationships" xmlns:p="http://schemas.openxmlformats.org/presentationml/2006/main">
  <p:tag name="EMFCHILD" val="True"/>
  <p:tag name="ORIGINALHEIGHT" val=" 3.166734"/>
  <p:tag name="ORIGINALWIDTH" val=" 4.274955"/>
</p:tagLst>
</file>

<file path=ppt/tags/tag1086.xml><?xml version="1.0" encoding="utf-8"?>
<p:tagLst xmlns:a="http://schemas.openxmlformats.org/drawingml/2006/main" xmlns:r="http://schemas.openxmlformats.org/officeDocument/2006/relationships" xmlns:p="http://schemas.openxmlformats.org/presentationml/2006/main">
  <p:tag name="EMFCHILD" val="True"/>
  <p:tag name="ORIGINALHEIGHT" val=" 2.654239"/>
  <p:tag name="ORIGINALWIDTH" val=" 1.3798"/>
</p:tagLst>
</file>

<file path=ppt/tags/tag1087.xml><?xml version="1.0" encoding="utf-8"?>
<p:tagLst xmlns:a="http://schemas.openxmlformats.org/drawingml/2006/main" xmlns:r="http://schemas.openxmlformats.org/officeDocument/2006/relationships" xmlns:p="http://schemas.openxmlformats.org/presentationml/2006/main">
  <p:tag name="EMFCHILD" val="True"/>
  <p:tag name="ORIGINALHEIGHT" val=" 6.390561"/>
  <p:tag name="ORIGINALWIDTH" val=" 4.874696"/>
</p:tagLst>
</file>

<file path=ppt/tags/tag1088.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11293"/>
</p:tagLst>
</file>

<file path=ppt/tags/tag1089.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11293"/>
</p:tagLst>
</file>

<file path=ppt/tags/tag1090.xml><?xml version="1.0" encoding="utf-8"?>
<p:tagLst xmlns:a="http://schemas.openxmlformats.org/drawingml/2006/main" xmlns:r="http://schemas.openxmlformats.org/officeDocument/2006/relationships" xmlns:p="http://schemas.openxmlformats.org/presentationml/2006/main">
  <p:tag name="EMFCHILD" val="True"/>
  <p:tag name="ORIGINALHEIGHT" val=" 4.615621"/>
  <p:tag name="ORIGINALWIDTH" val=" 3.825636"/>
</p:tagLst>
</file>

<file path=ppt/tags/tag1091.xml><?xml version="1.0" encoding="utf-8"?>
<p:tagLst xmlns:a="http://schemas.openxmlformats.org/drawingml/2006/main" xmlns:r="http://schemas.openxmlformats.org/officeDocument/2006/relationships" xmlns:p="http://schemas.openxmlformats.org/presentationml/2006/main">
  <p:tag name="EMFCHILD" val="True"/>
  <p:tag name="ORIGINALHEIGHT" val=" 3.166734"/>
  <p:tag name="ORIGINALWIDTH" val=" 4.274955"/>
</p:tagLst>
</file>

<file path=ppt/tags/tag1092.xml><?xml version="1.0" encoding="utf-8"?>
<p:tagLst xmlns:a="http://schemas.openxmlformats.org/drawingml/2006/main" xmlns:r="http://schemas.openxmlformats.org/officeDocument/2006/relationships" xmlns:p="http://schemas.openxmlformats.org/presentationml/2006/main">
  <p:tag name="EMFCHILD" val="True"/>
  <p:tag name="ORIGINALHEIGHT" val=" 2.654239"/>
  <p:tag name="ORIGINALWIDTH" val=" 1.3798"/>
</p:tagLst>
</file>

<file path=ppt/tags/tag1093.xml><?xml version="1.0" encoding="utf-8"?>
<p:tagLst xmlns:a="http://schemas.openxmlformats.org/drawingml/2006/main" xmlns:r="http://schemas.openxmlformats.org/officeDocument/2006/relationships" xmlns:p="http://schemas.openxmlformats.org/presentationml/2006/main">
  <p:tag name="EMFCHILD" val="True"/>
  <p:tag name="ORIGINALHEIGHT" val=" 6.390561"/>
  <p:tag name="ORIGINALWIDTH" val=" 4.874696"/>
</p:tagLst>
</file>

<file path=ppt/tags/tag1094.xml><?xml version="1.0" encoding="utf-8"?>
<p:tagLst xmlns:a="http://schemas.openxmlformats.org/drawingml/2006/main" xmlns:r="http://schemas.openxmlformats.org/officeDocument/2006/relationships" xmlns:p="http://schemas.openxmlformats.org/presentationml/2006/main">
  <p:tag name="EMFCHILD" val="True"/>
  <p:tag name="ORIGINALHEIGHT" val=" 10.18904"/>
  <p:tag name="ORIGINALWIDTH" val=" 2.311293"/>
</p:tagLst>
</file>

<file path=ppt/tags/tag1095.xml><?xml version="1.0" encoding="utf-8"?>
<p:tagLst xmlns:a="http://schemas.openxmlformats.org/drawingml/2006/main" xmlns:r="http://schemas.openxmlformats.org/officeDocument/2006/relationships" xmlns:p="http://schemas.openxmlformats.org/presentationml/2006/main">
  <p:tag name="EMFCHILD" val="True"/>
  <p:tag name="ORIGINALHEIGHT" val=" .3494475"/>
  <p:tag name="ORIGINALWIDTH" val=" 4.714309"/>
</p:tagLst>
</file>

<file path=ppt/tags/tag1096.xml><?xml version="1.0" encoding="utf-8"?>
<p:tagLst xmlns:a="http://schemas.openxmlformats.org/drawingml/2006/main" xmlns:r="http://schemas.openxmlformats.org/officeDocument/2006/relationships" xmlns:p="http://schemas.openxmlformats.org/presentationml/2006/main">
  <p:tag name="EMFCHILD" val="True"/>
  <p:tag name="ORIGINALHEIGHT" val=" 4.735848"/>
  <p:tag name="ORIGINALWIDTH" val=" 2.538445"/>
</p:tagLst>
</file>

<file path=ppt/tags/tag109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234"/>
  <p:tag name="IGUANATEXSIZE" val="20"/>
  <p:tag name="LATEXADDIN" val="\documentclass{article}&#10;\usepackage{amsmath}&#10;\usepackage{amsfonts}&#10;\pagestyle{empty}&#10;\begin{document}&#10;&#10;&#10;\[&#10;p = \Lambda(\mathbf{x}'\boldsymbol{\beta}) = \frac{e^{\mathbf{x}'\boldsymbol{\beta}}}{1 + e^{\mathbf{x}'\boldsymbol{\beta}}}&#10;\]&#10;&#10;&#10;&#10;&#10;&#10;\end{document}"/>
  <p:tag name="LATEXENGINEID" val="0"/>
  <p:tag name="LATEXFORMHEIGHT" val=" 320"/>
  <p:tag name="LATEXFORMWIDTH" val=" 385"/>
  <p:tag name="LATEXFORMWRAP" val="True"/>
  <p:tag name="ORIGINALHEIGHT" val=" 6.336212"/>
  <p:tag name="ORIGINALWIDTH" val=" 5.213758"/>
  <p:tag name="TEMPFOLDER" val="C:\Users\luisc\Documents\Custom Office Templates\iguana temp\"/>
  <p:tag name="TRANSPARENCY" val="True"/>
</p:tagLst>
</file>

<file path=ppt/tags/tag1098.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642037"/>
</p:tagLst>
</file>

<file path=ppt/tags/tag1099.xml><?xml version="1.0" encoding="utf-8"?>
<p:tagLst xmlns:a="http://schemas.openxmlformats.org/drawingml/2006/main" xmlns:r="http://schemas.openxmlformats.org/officeDocument/2006/relationships" xmlns:p="http://schemas.openxmlformats.org/presentationml/2006/main">
  <p:tag name="EMFCHILD" val="True"/>
  <p:tag name="ORIGINALHEIGHT" val=" 7.133248"/>
  <p:tag name="ORIGINALWIDTH" val=" 6.282455"/>
</p:tagLst>
</file>

<file path=ppt/tags/tag1100.xml><?xml version="1.0" encoding="utf-8"?>
<p:tagLst xmlns:a="http://schemas.openxmlformats.org/drawingml/2006/main" xmlns:r="http://schemas.openxmlformats.org/officeDocument/2006/relationships" xmlns:p="http://schemas.openxmlformats.org/presentationml/2006/main">
  <p:tag name="EMFCHILD" val="True"/>
  <p:tag name="ORIGINALHEIGHT" val=" 9.962611"/>
  <p:tag name="ORIGINALWIDTH" val=" 2.317207"/>
</p:tagLst>
</file>

<file path=ppt/tags/tag1101.xml><?xml version="1.0" encoding="utf-8"?>
<p:tagLst xmlns:a="http://schemas.openxmlformats.org/drawingml/2006/main" xmlns:r="http://schemas.openxmlformats.org/officeDocument/2006/relationships" xmlns:p="http://schemas.openxmlformats.org/presentationml/2006/main">
  <p:tag name="EMFCHILD" val="True"/>
  <p:tag name="ORIGINALHEIGHT" val=" 4.423393"/>
  <p:tag name="ORIGINALWIDTH" val=" 5.623256"/>
</p:tagLst>
</file>

<file path=ppt/tags/tag1102.xml><?xml version="1.0" encoding="utf-8"?>
<p:tagLst xmlns:a="http://schemas.openxmlformats.org/drawingml/2006/main" xmlns:r="http://schemas.openxmlformats.org/officeDocument/2006/relationships" xmlns:p="http://schemas.openxmlformats.org/presentationml/2006/main">
  <p:tag name="EMFCHILD" val="True"/>
  <p:tag name="ORIGINALHEIGHT" val=" 3.612422"/>
  <p:tag name="ORIGINALWIDTH" val=" 1.754881"/>
</p:tagLst>
</file>

<file path=ppt/tags/tag1103.xml><?xml version="1.0" encoding="utf-8"?>
<p:tagLst xmlns:a="http://schemas.openxmlformats.org/drawingml/2006/main" xmlns:r="http://schemas.openxmlformats.org/officeDocument/2006/relationships" xmlns:p="http://schemas.openxmlformats.org/presentationml/2006/main">
  <p:tag name="EMFCHILD" val="True"/>
  <p:tag name="ORIGINALHEIGHT" val=" 8.926517"/>
  <p:tag name="ORIGINALWIDTH" val=" 6.382327"/>
</p:tagLst>
</file>

<file path=ppt/tags/tag1104.xml><?xml version="1.0" encoding="utf-8"?>
<p:tagLst xmlns:a="http://schemas.openxmlformats.org/drawingml/2006/main" xmlns:r="http://schemas.openxmlformats.org/officeDocument/2006/relationships" xmlns:p="http://schemas.openxmlformats.org/presentationml/2006/main">
  <p:tag name="EMFCHILD" val="True"/>
  <p:tag name="ORIGINALHEIGHT" val=" 9.962611"/>
  <p:tag name="ORIGINALWIDTH" val=" 2.317207"/>
</p:tagLst>
</file>

<file path=ppt/tags/tag1105.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642037"/>
</p:tagLst>
</file>

<file path=ppt/tags/tag1106.xml><?xml version="1.0" encoding="utf-8"?>
<p:tagLst xmlns:a="http://schemas.openxmlformats.org/drawingml/2006/main" xmlns:r="http://schemas.openxmlformats.org/officeDocument/2006/relationships" xmlns:p="http://schemas.openxmlformats.org/presentationml/2006/main">
  <p:tag name="EMFCHILD" val="True"/>
  <p:tag name="ORIGINALHEIGHT" val=" 4.513046"/>
  <p:tag name="ORIGINALWIDTH" val=" 3.835393"/>
</p:tagLst>
</file>

<file path=ppt/tags/tag1107.xml><?xml version="1.0" encoding="utf-8"?>
<p:tagLst xmlns:a="http://schemas.openxmlformats.org/drawingml/2006/main" xmlns:r="http://schemas.openxmlformats.org/officeDocument/2006/relationships" xmlns:p="http://schemas.openxmlformats.org/presentationml/2006/main">
  <p:tag name="EMFCHILD" val="True"/>
  <p:tag name="ORIGINALHEIGHT" val=" 3.09638"/>
  <p:tag name="ORIGINALWIDTH" val=" 4.285853"/>
</p:tagLst>
</file>

<file path=ppt/tags/tag1108.xml><?xml version="1.0" encoding="utf-8"?>
<p:tagLst xmlns:a="http://schemas.openxmlformats.org/drawingml/2006/main" xmlns:r="http://schemas.openxmlformats.org/officeDocument/2006/relationships" xmlns:p="http://schemas.openxmlformats.org/presentationml/2006/main">
  <p:tag name="EMFCHILD" val="True"/>
  <p:tag name="ORIGINALHEIGHT" val=" 2.595244"/>
  <p:tag name="ORIGINALWIDTH" val=" 1.383306"/>
</p:tagLst>
</file>

<file path=ppt/tags/tag1109.xml><?xml version="1.0" encoding="utf-8"?>
<p:tagLst xmlns:a="http://schemas.openxmlformats.org/drawingml/2006/main" xmlns:r="http://schemas.openxmlformats.org/officeDocument/2006/relationships" xmlns:p="http://schemas.openxmlformats.org/presentationml/2006/main">
  <p:tag name="EMFCHILD" val="True"/>
  <p:tag name="ORIGINALHEIGHT" val=" 6.248544"/>
  <p:tag name="ORIGINALWIDTH" val=" 4.887114"/>
</p:tagLst>
</file>

<file path=ppt/tags/tag1110.xml><?xml version="1.0" encoding="utf-8"?>
<p:tagLst xmlns:a="http://schemas.openxmlformats.org/drawingml/2006/main" xmlns:r="http://schemas.openxmlformats.org/officeDocument/2006/relationships" xmlns:p="http://schemas.openxmlformats.org/presentationml/2006/main">
  <p:tag name="EMFCHILD" val="True"/>
  <p:tag name="ORIGINALHEIGHT" val=" .3984757"/>
  <p:tag name="ORIGINALWIDTH" val=" 35.21688"/>
</p:tagLst>
</file>

<file path=ppt/tags/tag1111.xml><?xml version="1.0" encoding="utf-8"?>
<p:tagLst xmlns:a="http://schemas.openxmlformats.org/drawingml/2006/main" xmlns:r="http://schemas.openxmlformats.org/officeDocument/2006/relationships" xmlns:p="http://schemas.openxmlformats.org/presentationml/2006/main">
  <p:tag name="EMFCHILD" val="True"/>
  <p:tag name="ORIGINALHEIGHT" val=" 6.635111"/>
  <p:tag name="ORIGINALWIDTH" val=" 3.29604"/>
</p:tagLst>
</file>

<file path=ppt/tags/tag1112.xml><?xml version="1.0" encoding="utf-8"?>
<p:tagLst xmlns:a="http://schemas.openxmlformats.org/drawingml/2006/main" xmlns:r="http://schemas.openxmlformats.org/officeDocument/2006/relationships" xmlns:p="http://schemas.openxmlformats.org/presentationml/2006/main">
  <p:tag name="EMFCHILD" val="True"/>
  <p:tag name="ORIGINALHEIGHT" val=" 6.635111"/>
  <p:tag name="ORIGINALWIDTH" val=" 6.642037"/>
</p:tagLst>
</file>

<file path=ppt/tags/tag1113.xml><?xml version="1.0" encoding="utf-8"?>
<p:tagLst xmlns:a="http://schemas.openxmlformats.org/drawingml/2006/main" xmlns:r="http://schemas.openxmlformats.org/officeDocument/2006/relationships" xmlns:p="http://schemas.openxmlformats.org/presentationml/2006/main">
  <p:tag name="EMFCHILD" val="True"/>
  <p:tag name="ORIGINALHEIGHT" val=" 4.513046"/>
  <p:tag name="ORIGINALWIDTH" val=" 3.835393"/>
</p:tagLst>
</file>

<file path=ppt/tags/tag1114.xml><?xml version="1.0" encoding="utf-8"?>
<p:tagLst xmlns:a="http://schemas.openxmlformats.org/drawingml/2006/main" xmlns:r="http://schemas.openxmlformats.org/officeDocument/2006/relationships" xmlns:p="http://schemas.openxmlformats.org/presentationml/2006/main">
  <p:tag name="EMFCHILD" val="True"/>
  <p:tag name="ORIGINALHEIGHT" val=" 3.09638"/>
  <p:tag name="ORIGINALWIDTH" val=" 4.285853"/>
</p:tagLst>
</file>

<file path=ppt/tags/tag1115.xml><?xml version="1.0" encoding="utf-8"?>
<p:tagLst xmlns:a="http://schemas.openxmlformats.org/drawingml/2006/main" xmlns:r="http://schemas.openxmlformats.org/officeDocument/2006/relationships" xmlns:p="http://schemas.openxmlformats.org/presentationml/2006/main">
  <p:tag name="EMFCHILD" val="True"/>
  <p:tag name="ORIGINALHEIGHT" val=" 2.595244"/>
  <p:tag name="ORIGINALWIDTH" val=" 1.383306"/>
</p:tagLst>
</file>

<file path=ppt/tags/tag1116.xml><?xml version="1.0" encoding="utf-8"?>
<p:tagLst xmlns:a="http://schemas.openxmlformats.org/drawingml/2006/main" xmlns:r="http://schemas.openxmlformats.org/officeDocument/2006/relationships" xmlns:p="http://schemas.openxmlformats.org/presentationml/2006/main">
  <p:tag name="EMFCHILD" val="True"/>
  <p:tag name="ORIGINALHEIGHT" val=" 6.248544"/>
  <p:tag name="ORIGINALWIDTH" val=" 4.887114"/>
</p:tagLst>
</file>

<file path=ppt/tags/tag1117.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626"/>
  <p:tag name="IGUANATEXSIZE" val="20"/>
  <p:tag name="IGUANATEXVERSION" val="162"/>
  <p:tag name="LATEXADDIN" val="\documentclass{article}&#10;\usepackage{amsmath}&#10;\pagestyle{empty}&#10;\begin{document}&#10;&#10;\begin{table}[ht]&#10;\centering&#10;\begin{tabular}{cc}&#10;\hline&#10;\textbf{Probabilidad (p)} &amp; \textbf{Odds} \\&#10;\hline&#10;0.001   &amp; 0.0010 \\&#10;0.010   &amp; 0.0101 \\&#10;0.150   &amp; 0.1765 \\&#10;0.200   &amp; 0.2500 \\&#10;0.250   &amp; 0.3333 \\&#10;0.300   &amp; 0.4286 \\&#10;0.350   &amp; 0.5385 \\&#10;0.400   &amp; 0.6667 \\&#10;0.450   &amp; 0.8182 \\&#10;0.500   &amp; 1.0000 \\&#10;0.550   &amp; 1.2222 \\&#10;0.600   &amp; 1.5000 \\&#10;0.650   &amp; 1.8571 \\&#10;0.700   &amp; 2.3333 \\&#10;0.750   &amp; 3.0000 \\&#10;0.800   &amp; 4.0000 \\&#10;0.850   &amp; 5.6667 \\&#10;0.900   &amp; 9.0000 \\&#10;0.999   &amp; 999.0000 \\&#10;0.9999  &amp; 9999.0000 \\&#10;\hline&#10;\end{tabular}&#10;\end{table}&#10;&#10;&#10;\end{document}"/>
  <p:tag name="LATEXENGINEID" val="0"/>
  <p:tag name="LATEXFORMHEIGHT" val=" 320"/>
  <p:tag name="LATEXFORMWIDTH" val=" 385"/>
  <p:tag name="LATEXFORMWRAP" val="True"/>
  <p:tag name="ORIGINALHEIGHT" val=" 3152.606"/>
  <p:tag name="ORIGINALWIDTH" val=" 1875.516"/>
  <p:tag name="OUTPUTDPI" val=" 1200"/>
  <p:tag name="OUTPUTTYPE" val="PNG"/>
  <p:tag name="TEMPFOLDER" val="C:\Users\luisc\Documents\Custom Office Templates\iguana temp\"/>
  <p:tag name="TRANSPARENCY" val="True"/>
</p:tagLst>
</file>

<file path=ppt/tags/tag1118.xml><?xml version="1.0" encoding="utf-8"?>
<p:tagLst xmlns:a="http://schemas.openxmlformats.org/drawingml/2006/main" xmlns:r="http://schemas.openxmlformats.org/officeDocument/2006/relationships" xmlns:p="http://schemas.openxmlformats.org/presentationml/2006/main">
  <p:tag name="OUTPUTDPI" val=" 1200"/>
  <p:tag name="ORIGINALHEIGHT" val=" 3152.606"/>
  <p:tag name="ORIGINALWIDTH" val=" 2592.426"/>
  <p:tag name="OUTPUTTYPE" val="PNG"/>
  <p:tag name="IGUANATEXVERSION" val="162"/>
  <p:tag name="LATEXADDIN" val="\documentclass{article}&#10;\usepackage{amsmath}&#10;\pagestyle{empty}&#10;\begin{document}&#10;&#10;\begin{table}[ht]&#10;\centering&#10;\begin{tabular}{ccc}&#10;\hline&#10;\textbf{Probabilidad (p)} &amp; \textbf{Odds} &amp; \textbf{Log-odds} \\&#10;\hline&#10;0.001   &amp; 0.0010   &amp; -6.9068 \\&#10;0.010   &amp; 0.0101   &amp; -4.5951 \\&#10;0.150   &amp; 0.1765   &amp; -1.7346 \\&#10;0.200   &amp; 0.2500   &amp; -1.3863 \\&#10;0.250   &amp; 0.3333   &amp; -1.0986 \\&#10;0.300   &amp; 0.4286   &amp; -0.8473 \\&#10;0.350   &amp; 0.5385   &amp; -0.6190 \\&#10;0.400   &amp; 0.6667   &amp; -0.4055 \\&#10;0.450   &amp; 0.8182   &amp; -0.2007 \\&#10;0.500   &amp; 1.0000   &amp;  0.0000 \\&#10;0.550   &amp; 1.2222   &amp;  0.2007 \\&#10;0.600   &amp; 1.5000   &amp;  0.4055 \\&#10;0.650   &amp; 1.8571   &amp;  0.6190 \\&#10;0.700   &amp; 2.3333   &amp;  0.8473 \\&#10;0.750   &amp; 3.0000   &amp;  1.0986 \\&#10;0.800   &amp; 4.0000   &amp;  1.3863 \\&#10;0.850   &amp; 5.6667   &amp;  1.7346 \\&#10;0.900   &amp; 9.0000   &amp;  2.1972 \\&#10;0.999   &amp; 999.0000 &amp;  6.9068 \\&#10;0.9999  &amp; 9999.0000&amp;  9.2102 \\&#10;\hline&#10;\end{tabular}&#10;\end{table}&#10;&#10;&#10;\end{document}"/>
  <p:tag name="IGUANATEXSIZE" val="20"/>
  <p:tag name="IGUANATEXCURSOR" val="882"/>
  <p:tag name="TRANSPARENCY" val="True"/>
  <p:tag name="CHOOSECOLOR" val="False"/>
  <p:tag name="COLORHEX" val="000000"/>
  <p:tag name="LATEXENGINEID" val="0"/>
  <p:tag name="TEMPFOLDER" val="C:\Users\luisc\Documents\Custom Office Templates\iguana temp\"/>
  <p:tag name="LATEXFORMHEIGHT" val=" 320"/>
  <p:tag name="LATEXFORMWIDTH" val=" 385"/>
  <p:tag name="LATEXFORMWRAP" val="True"/>
  <p:tag name="BITMAPVECTOR" val="0"/>
</p:tagLst>
</file>

<file path=ppt/tags/tag111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38"/>
  <p:tag name="IGUANATEXSIZE" val="20"/>
  <p:tag name="IGUANATEXVERSION" val="162"/>
  <p:tag name="LATEXADDIN" val="\documentclass{article}&#10;\usepackage{amsmath}&#10;\usepackage{amsfonts}&#10;\pagestyle{empty}&#10;\begin{document}&#10;&#10;&#10;\[&#10; \text{ln}( \frac{p}{1 - p} )= \mathbf{x}'\boldsymbol{\beta}&#10;\]&#10;&#10;&#10;&#10;&#10;&#10;\end{document}"/>
  <p:tag name="LATEXENGINEID" val="0"/>
  <p:tag name="LATEXFORMHEIGHT" val=" 301.5"/>
  <p:tag name="LATEXFORMWIDTH" val=" 385"/>
  <p:tag name="LATEXFORMWRAP" val="True"/>
  <p:tag name="ORIGINALHEIGHT" val=" 19.41211"/>
  <p:tag name="ORIGINALWIDTH" val=" 68.68804"/>
  <p:tag name="OUTPUTTYPE" val="SVG"/>
  <p:tag name="TEMPFOLDER" val="C:\Users\luisc\Documents\Custom Office Templates\iguana temp\"/>
  <p:tag name="TRANSPARENCY" val="True"/>
</p:tagLst>
</file>

<file path=ppt/tags/tag112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99"/>
  <p:tag name="IGUANATEXSIZE" val="20"/>
  <p:tag name="IGUANATEXVERSION" val="162"/>
  <p:tag name="LATEXADDIN" val="\documentclass{article}&#10;\usepackage{amsmath}&#10;\pagestyle{empty}&#10;\begin{document}&#10;&#10;&#10;\[&#10;\text{State of paciente}(y) =&#10;\begin{cases}&#10; 1 &amp; \text{si } y = \text{Survival} \\&#10; 0 &amp; \text{si } y = \text{Death} \\&#10;\end{cases}&#10;\]&#10;&#10;&#10;&#10;&#10;\end{document}"/>
  <p:tag name="LATEXENGINEID" val="0"/>
  <p:tag name="LATEXFORMHEIGHT" val=" 320"/>
  <p:tag name="LATEXFORMWIDTH" val=" 385"/>
  <p:tag name="LATEXFORMWRAP" val="True"/>
  <p:tag name="ORIGINALHEIGHT" val=" 29.88265"/>
  <p:tag name="ORIGINALWIDTH" val=" 185.6163"/>
  <p:tag name="OUTPUTTYPE" val="SVG"/>
  <p:tag name="TEMPFOLDER" val="C:\temp\"/>
  <p:tag name="TRANSPARENCY" val="True"/>
</p:tagLst>
</file>

<file path=ppt/tags/tag112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81"/>
  <p:tag name="IGUANATEXSIZE" val="20"/>
  <p:tag name="IGUANATEXVERSION" val="162"/>
  <p:tag name="LATEXADDIN" val="\documentclass{article}&#10;\usepackage{amsmath}&#10;\pagestyle{empty}&#10;\begin{document}&#10;&#10;&#10;\[&#10;\text{Odds} = \frac{\Pr(y = 1 \mid \mathbf{x})}{\Pr(y = 0 \mid \mathbf{x})} = \frac{p}{1 - p}&#10;\]&#10;&#10;&#10;&#10;&#10;\end{document}"/>
  <p:tag name="LATEXENGINEID" val="0"/>
  <p:tag name="LATEXFORMHEIGHT" val=" 320"/>
  <p:tag name="LATEXFORMWIDTH" val=" 385"/>
  <p:tag name="LATEXFORMWRAP" val="True"/>
  <p:tag name="ORIGINALHEIGHT" val=" 22.80078"/>
  <p:tag name="ORIGINALWIDTH" val=" 131.0498"/>
  <p:tag name="OUTPUTTYPE" val="SVG"/>
  <p:tag name="TEMPFOLDER" val="C:\Users\luisc\Documents\Custom Office Templates\iguana temp\"/>
  <p:tag name="TRANSPARENCY" val="True"/>
</p:tagLst>
</file>

<file path=ppt/tags/tag112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30"/>
  <p:tag name="IGUANATEXSIZE" val="20"/>
  <p:tag name="IGUANATEXVERSION" val="162"/>
  <p:tag name="LATEXADDIN" val="\documentclass{article}&#10;\usepackage{amsmath}&#10;\pagestyle{empty}&#10;\begin{document}&#10;&#10;&#10;\[&#10;e^{(\ln\left(\frac{p}{1 - p}\right) )} = e^{(\mathbf{x}'\boldsymbol{\beta})}&#10;\]&#10;&#10;&#10;&#10;\end{document}"/>
  <p:tag name="LATEXENGINEID" val="0"/>
  <p:tag name="LATEXFORMHEIGHT" val=" 320"/>
  <p:tag name="LATEXFORMWIDTH" val=" 385"/>
  <p:tag name="LATEXFORMWRAP" val="True"/>
  <p:tag name="ORIGINALHEIGHT" val=" 11.53201"/>
  <p:tag name="ORIGINALWIDTH" val=" 75.60754"/>
  <p:tag name="OUTPUTTYPE" val="SVG"/>
  <p:tag name="TEMPFOLDER" val="C:\Users\luisc\Documents\Custom Office Templates\iguana temp\"/>
  <p:tag name="TRANSPARENCY" val="True"/>
</p:tagLst>
</file>

<file path=ppt/tags/tag112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262"/>
  <p:tag name="IGUANATEXSIZE" val="20"/>
  <p:tag name="IGUANATEXVERSION" val="162"/>
  <p:tag name="LATEXADDIN" val="\documentclass{article}&#10;\usepackage{amsmath}&#10;\pagestyle{empty}&#10;\begin{document}&#10;&#10;&#10;\[&#10;\frac{p}{1 - p} =  e^{(\mathbf{x}'\boldsymbol{\beta})} \longrightarrow e^ {(\mathbf{x}'\boldsymbol{\beta} + \beta_j)} =  e^ {(\mathbf{x}'\boldsymbol{\beta})} \cdot e^{(\beta_j)}&#10;\]&#10;&#10;&#10;\end{document}"/>
  <p:tag name="LATEXENGINEID" val="0"/>
  <p:tag name="LATEXFORMHEIGHT" val=" 320"/>
  <p:tag name="LATEXFORMWIDTH" val=" 385"/>
  <p:tag name="LATEXFORMWRAP" val="True"/>
  <p:tag name="ORIGINALHEIGHT" val=" 19.41217"/>
  <p:tag name="ORIGINALWIDTH" val=" 183.453"/>
  <p:tag name="OUTPUTTYPE" val="SVG"/>
  <p:tag name="TEMPFOLDER" val="C:\Users\luisc\Documents\Custom Office Templates\iguana temp\"/>
  <p:tag name="TRANSPARENCY" val="True"/>
</p:tagLst>
</file>

<file path=ppt/tags/tag112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40"/>
  <p:tag name="IGUANATEXSIZE" val="20"/>
  <p:tag name="IGUANATEXVERSION" val="162"/>
  <p:tag name="LATEXADDIN" val="\documentclass{article}&#10;\usepackage{amsmath}&#10;\pagestyle{empty}&#10;\begin{document}&#10;&#10;&#10;\[&#10; = \frac{p}{1 - p} = e^{(\mathbf{x}'\boldsymbol{\beta})}&#10;\]&#10;&#10;\end{document}"/>
  <p:tag name="LATEXENGINEID" val="0"/>
  <p:tag name="LATEXFORMHEIGHT" val=" 320"/>
  <p:tag name="LATEXFORMWIDTH" val=" 385"/>
  <p:tag name="LATEXFORMWRAP" val="True"/>
  <p:tag name="ORIGINALHEIGHT" val=" 19.41217"/>
  <p:tag name="ORIGINALWIDTH" val=" 70.68892"/>
  <p:tag name="OUTPUTTYPE" val="SVG"/>
  <p:tag name="TEMPFOLDER" val="C:\Users\luisc\Documents\Custom Office Templates\iguana temp\"/>
  <p:tag name="TRANSPARENCY" val="True"/>
</p:tagLst>
</file>

<file path=ppt/tags/tag112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84"/>
  <p:tag name="IGUANATEXSIZE" val="20"/>
  <p:tag name="IGUANATEXVERSION" val="162"/>
  <p:tag name="LATEXADDIN" val="\documentclass{article}&#10;\usepackage{amsmath}&#10;\pagestyle{empty}&#10;\begin{document}&#10;&#10;\[&#10;\mathbf{x}'\boldsymbol{\beta} = x_1\beta_1 + x_2\beta_2 + \dots + x_j\beta_j + \dots + x_k\beta_k&#10;\]&#10;\end{document}"/>
  <p:tag name="LATEXENGINEID" val="0"/>
  <p:tag name="LATEXFORMHEIGHT" val=" 320"/>
  <p:tag name="LATEXFORMWIDTH" val=" 385"/>
  <p:tag name="LATEXFORMWRAP" val="True"/>
  <p:tag name="ORIGINALHEIGHT" val=" 10.4321"/>
  <p:tag name="ORIGINALWIDTH" val=" 193.6405"/>
  <p:tag name="OUTPUTTYPE" val="SVG"/>
  <p:tag name="TEMPFOLDER" val="C:\Users\luisc\Documents\Custom Office Templates\iguana temp\"/>
  <p:tag name="TRANSPARENCY" val="True"/>
</p:tagLst>
</file>

<file path=ppt/tags/tag1126.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59"/>
  <p:tag name="IGUANATEXSIZE" val="20"/>
  <p:tag name="IGUANATEXVERSION" val="162"/>
  <p:tag name="LATEXADDIN" val="\documentclass{article}&#10;\usepackage{amsmath}&#10;\pagestyle{empty}&#10;\begin{document}&#10;&#10;\[&#10;x_1\beta_1 + x_2\beta_2 + \dots + (x_j + 1)\beta_j + \dots + x_k\beta_k&#10;\]&#10;&#10;\end{document}"/>
  <p:tag name="LATEXENGINEID" val="0"/>
  <p:tag name="LATEXFORMHEIGHT" val=" 320"/>
  <p:tag name="LATEXFORMWIDTH" val=" 385"/>
  <p:tag name="LATEXFORMWRAP" val="True"/>
  <p:tag name="ORIGINALHEIGHT" val=" 10.90844"/>
  <p:tag name="ORIGINALWIDTH" val=" 188.9425"/>
  <p:tag name="OUTPUTTYPE" val="SVG"/>
  <p:tag name="TEMPFOLDER" val="C:\Users\luisc\Documents\Custom Office Templates\iguana temp\"/>
  <p:tag name="TRANSPARENCY" val="True"/>
</p:tagLst>
</file>

<file path=ppt/tags/tag112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29"/>
  <p:tag name="IGUANATEXSIZE" val="20"/>
  <p:tag name="IGUANATEXVERSION" val="162"/>
  <p:tag name="LATEXADDIN" val="\documentclass{article}&#10;\usepackage{amsmath}&#10;\pagestyle{empty}&#10;\begin{document}&#10;&#10;\[&#10;= \mathbf{x}'\boldsymbol{\beta} + \beta_j&#10;\]&#10;&#10;&#10;\end{document}"/>
  <p:tag name="LATEXENGINEID" val="0"/>
  <p:tag name="LATEXFORMHEIGHT" val=" 320"/>
  <p:tag name="LATEXFORMWIDTH" val=" 385"/>
  <p:tag name="LATEXFORMWRAP" val="True"/>
  <p:tag name="ORIGINALHEIGHT" val=" 10.4321"/>
  <p:tag name="ORIGINALWIDTH" val=" 46.58463"/>
  <p:tag name="OUTPUTTYPE" val="SVG"/>
  <p:tag name="TEMPFOLDER" val="C:\Users\luisc\Documents\Custom Office Templates\iguana temp\"/>
  <p:tag name="TRANSPARENCY" val="True"/>
</p:tagLst>
</file>

<file path=ppt/tags/tag112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29"/>
  <p:tag name="IGUANATEXSIZE" val="20"/>
  <p:tag name="LATEXADDIN" val="\documentclass{article}&#10;\usepackage{amsmath}&#10;\pagestyle{empty}&#10;\begin{document}&#10;&#10;\[&#10;= \mathbf{x}'\boldsymbol{\beta} + \beta_j&#10;\]&#10;&#10;&#10;\end{document}"/>
  <p:tag name="LATEXENGINEID" val="0"/>
  <p:tag name="LATEXFORMHEIGHT" val=" 320"/>
  <p:tag name="LATEXFORMWIDTH" val=" 385"/>
  <p:tag name="LATEXFORMWRAP" val="True"/>
  <p:tag name="ORIGINALHEIGHT" val=" 2.225264"/>
  <p:tag name="ORIGINALWIDTH" val=" 6.625136"/>
  <p:tag name="TEMPFOLDER" val="C:\Users\luisc\Documents\Custom Office Templates\iguana temp\"/>
  <p:tag name="TRANSPARENCY" val="True"/>
</p:tagLst>
</file>

<file path=ppt/tags/tag1129.xml><?xml version="1.0" encoding="utf-8"?>
<p:tagLst xmlns:a="http://schemas.openxmlformats.org/drawingml/2006/main" xmlns:r="http://schemas.openxmlformats.org/officeDocument/2006/relationships" xmlns:p="http://schemas.openxmlformats.org/presentationml/2006/main">
  <p:tag name="EMFCHILD" val="True"/>
  <p:tag name="ORIGINALHEIGHT" val=" 4.222297"/>
  <p:tag name="ORIGINALWIDTH" val=" 5.608916"/>
</p:tagLst>
</file>

<file path=ppt/tags/tag1130.xml><?xml version="1.0" encoding="utf-8"?>
<p:tagLst xmlns:a="http://schemas.openxmlformats.org/drawingml/2006/main" xmlns:r="http://schemas.openxmlformats.org/officeDocument/2006/relationships" xmlns:p="http://schemas.openxmlformats.org/presentationml/2006/main">
  <p:tag name="EMFCHILD" val="True"/>
  <p:tag name="ORIGINALHEIGHT" val=" 3.448239"/>
  <p:tag name="ORIGINALWIDTH" val=" 1.750412"/>
</p:tagLst>
</file>

<file path=ppt/tags/tag1131.xml><?xml version="1.0" encoding="utf-8"?>
<p:tagLst xmlns:a="http://schemas.openxmlformats.org/drawingml/2006/main" xmlns:r="http://schemas.openxmlformats.org/officeDocument/2006/relationships" xmlns:p="http://schemas.openxmlformats.org/presentationml/2006/main">
  <p:tag name="EMFCHILD" val="True"/>
  <p:tag name="ORIGINALHEIGHT" val=" 8.520743"/>
  <p:tag name="ORIGINALWIDTH" val=" 6.366126"/>
</p:tagLst>
</file>

<file path=ppt/tags/tag1132.xml><?xml version="1.0" encoding="utf-8"?>
<p:tagLst xmlns:a="http://schemas.openxmlformats.org/drawingml/2006/main" xmlns:r="http://schemas.openxmlformats.org/officeDocument/2006/relationships" xmlns:p="http://schemas.openxmlformats.org/presentationml/2006/main">
  <p:tag name="EMFCHILD" val="True"/>
  <p:tag name="ORIGINALHEIGHT" val=" 6.333473"/>
  <p:tag name="ORIGINALWIDTH" val=" 6.625136"/>
</p:tagLst>
</file>

<file path=ppt/tags/tag1133.xml><?xml version="1.0" encoding="utf-8"?>
<p:tagLst xmlns:a="http://schemas.openxmlformats.org/drawingml/2006/main" xmlns:r="http://schemas.openxmlformats.org/officeDocument/2006/relationships" xmlns:p="http://schemas.openxmlformats.org/presentationml/2006/main">
  <p:tag name="EMFCHILD" val="True"/>
  <p:tag name="ORIGINALHEIGHT" val=" 8.558791"/>
  <p:tag name="ORIGINALWIDTH" val=" 5.430847"/>
</p:tagLst>
</file>

<file path=ppt/tags/tag1134.xml><?xml version="1.0" encoding="utf-8"?>
<p:tagLst xmlns:a="http://schemas.openxmlformats.org/drawingml/2006/main" xmlns:r="http://schemas.openxmlformats.org/officeDocument/2006/relationships" xmlns:p="http://schemas.openxmlformats.org/presentationml/2006/main">
  <p:tag name="EMFCHILD" val="True"/>
  <p:tag name="ORIGINALHEIGHT" val=" 5.771458"/>
  <p:tag name="ORIGINALWIDTH" val=" 3.061486"/>
</p:tagLst>
</file>

<file path=ppt/tags/tag113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59"/>
  <p:tag name="IGUANATEXSIZE" val="20"/>
  <p:tag name="LATEXADDIN" val="\documentclass{article}&#10;\usepackage{amsmath}&#10;\pagestyle{empty}&#10;\begin{document}&#10;&#10;\[&#10;x_1\beta_1 + x_2\beta_2 + \dots + (x_j + 1)\beta_j + \dots + x_k\beta_k&#10;\]&#10;&#10;\end{document}"/>
  <p:tag name="LATEXENGINEID" val="0"/>
  <p:tag name="LATEXFORMHEIGHT" val=" 320"/>
  <p:tag name="LATEXFORMWIDTH" val=" 385"/>
  <p:tag name="LATEXFORMWRAP" val="True"/>
  <p:tag name="ORIGINALHEIGHT" val=" 4.73872"/>
  <p:tag name="ORIGINALWIDTH" val=" 4.954837"/>
  <p:tag name="TEMPFOLDER" val="C:\Users\luisc\Documents\Custom Office Templates\iguana temp\"/>
  <p:tag name="TRANSPARENCY" val="True"/>
</p:tagLst>
</file>

<file path=ppt/tags/tag1136.xml><?xml version="1.0" encoding="utf-8"?>
<p:tagLst xmlns:a="http://schemas.openxmlformats.org/drawingml/2006/main" xmlns:r="http://schemas.openxmlformats.org/officeDocument/2006/relationships" xmlns:p="http://schemas.openxmlformats.org/presentationml/2006/main">
  <p:tag name="EMFCHILD" val="True"/>
  <p:tag name="ORIGINALHEIGHT" val=" 4.862113"/>
  <p:tag name="ORIGINALWIDTH" val=" 2.535096"/>
</p:tagLst>
</file>

<file path=ppt/tags/tag1137.xml><?xml version="1.0" encoding="utf-8"?>
<p:tagLst xmlns:a="http://schemas.openxmlformats.org/drawingml/2006/main" xmlns:r="http://schemas.openxmlformats.org/officeDocument/2006/relationships" xmlns:p="http://schemas.openxmlformats.org/presentationml/2006/main">
  <p:tag name="EMFCHILD" val="True"/>
  <p:tag name="ORIGINALHEIGHT" val=" 9.414671"/>
  <p:tag name="ORIGINALWIDTH" val=" 5.423743"/>
</p:tagLst>
</file>

<file path=ppt/tags/tag1138.xml><?xml version="1.0" encoding="utf-8"?>
<p:tagLst xmlns:a="http://schemas.openxmlformats.org/drawingml/2006/main" xmlns:r="http://schemas.openxmlformats.org/officeDocument/2006/relationships" xmlns:p="http://schemas.openxmlformats.org/presentationml/2006/main">
  <p:tag name="EMFCHILD" val="True"/>
  <p:tag name="ORIGINALHEIGHT" val=" 4.862113"/>
  <p:tag name="ORIGINALWIDTH" val=" 2.535096"/>
</p:tagLst>
</file>

<file path=ppt/tags/tag1139.xml><?xml version="1.0" encoding="utf-8"?>
<p:tagLst xmlns:a="http://schemas.openxmlformats.org/drawingml/2006/main" xmlns:r="http://schemas.openxmlformats.org/officeDocument/2006/relationships" xmlns:p="http://schemas.openxmlformats.org/presentationml/2006/main">
  <p:tag name="EMFCHILD" val="True"/>
  <p:tag name="ORIGINALHEIGHT" val=" 6.966847"/>
  <p:tag name="ORIGINALWIDTH" val=" 6.616434"/>
</p:tagLst>
</file>

<file path=ppt/tags/tag1140.xml><?xml version="1.0" encoding="utf-8"?>
<p:tagLst xmlns:a="http://schemas.openxmlformats.org/drawingml/2006/main" xmlns:r="http://schemas.openxmlformats.org/officeDocument/2006/relationships" xmlns:p="http://schemas.openxmlformats.org/presentationml/2006/main">
  <p:tag name="EMFCHILD" val="True"/>
  <p:tag name="ORIGINALHEIGHT" val=" 4.73872"/>
  <p:tag name="ORIGINALWIDTH" val=" 4.954837"/>
</p:tagLst>
</file>

<file path=ppt/tags/tag1141.xml><?xml version="1.0" encoding="utf-8"?>
<p:tagLst xmlns:a="http://schemas.openxmlformats.org/drawingml/2006/main" xmlns:r="http://schemas.openxmlformats.org/officeDocument/2006/relationships" xmlns:p="http://schemas.openxmlformats.org/presentationml/2006/main">
  <p:tag name="EMFCHILD" val="True"/>
  <p:tag name="ORIGINALHEIGHT" val=" 4.862113"/>
  <p:tag name="ORIGINALWIDTH" val=" 3.078334"/>
</p:tagLst>
</file>

<file path=ppt/tags/tag1142.xml><?xml version="1.0" encoding="utf-8"?>
<p:tagLst xmlns:a="http://schemas.openxmlformats.org/drawingml/2006/main" xmlns:r="http://schemas.openxmlformats.org/officeDocument/2006/relationships" xmlns:p="http://schemas.openxmlformats.org/presentationml/2006/main">
  <p:tag name="EMFCHILD" val="True"/>
  <p:tag name="ORIGINALHEIGHT" val=" 9.414671"/>
  <p:tag name="ORIGINALWIDTH" val=" 5.423743"/>
</p:tagLst>
</file>

<file path=ppt/tags/tag1143.xml><?xml version="1.0" encoding="utf-8"?>
<p:tagLst xmlns:a="http://schemas.openxmlformats.org/drawingml/2006/main" xmlns:r="http://schemas.openxmlformats.org/officeDocument/2006/relationships" xmlns:p="http://schemas.openxmlformats.org/presentationml/2006/main">
  <p:tag name="EMFCHILD" val="True"/>
  <p:tag name="ORIGINALHEIGHT" val=" 4.862113"/>
  <p:tag name="ORIGINALWIDTH" val=" 3.078334"/>
</p:tagLst>
</file>

<file path=ppt/tags/tag1144.xml><?xml version="1.0" encoding="utf-8"?>
<p:tagLst xmlns:a="http://schemas.openxmlformats.org/drawingml/2006/main" xmlns:r="http://schemas.openxmlformats.org/officeDocument/2006/relationships" xmlns:p="http://schemas.openxmlformats.org/presentationml/2006/main">
  <p:tag name="EMFCHILD" val="True"/>
  <p:tag name="ORIGINALHEIGHT" val=" 6.966847"/>
  <p:tag name="ORIGINALWIDTH" val=" 6.616434"/>
</p:tagLst>
</file>

<file path=ppt/tags/tag1145.xml><?xml version="1.0" encoding="utf-8"?>
<p:tagLst xmlns:a="http://schemas.openxmlformats.org/drawingml/2006/main" xmlns:r="http://schemas.openxmlformats.org/officeDocument/2006/relationships" xmlns:p="http://schemas.openxmlformats.org/presentationml/2006/main">
  <p:tag name="EMFCHILD" val="True"/>
  <p:tag name="ORIGINALHEIGHT" val=" 1.108833"/>
  <p:tag name="ORIGINALWIDTH" val=" 1.054597"/>
</p:tagLst>
</file>

<file path=ppt/tags/tag1146.xml><?xml version="1.0" encoding="utf-8"?>
<p:tagLst xmlns:a="http://schemas.openxmlformats.org/drawingml/2006/main" xmlns:r="http://schemas.openxmlformats.org/officeDocument/2006/relationships" xmlns:p="http://schemas.openxmlformats.org/presentationml/2006/main">
  <p:tag name="EMFCHILD" val="True"/>
  <p:tag name="ORIGINALHEIGHT" val=" 1.108833"/>
  <p:tag name="ORIGINALWIDTH" val=" 1.054597"/>
</p:tagLst>
</file>

<file path=ppt/tags/tag1147.xml><?xml version="1.0" encoding="utf-8"?>
<p:tagLst xmlns:a="http://schemas.openxmlformats.org/drawingml/2006/main" xmlns:r="http://schemas.openxmlformats.org/officeDocument/2006/relationships" xmlns:p="http://schemas.openxmlformats.org/presentationml/2006/main">
  <p:tag name="EMFCHILD" val="True"/>
  <p:tag name="ORIGINALHEIGHT" val=" 1.108833"/>
  <p:tag name="ORIGINALWIDTH" val=" 1.054597"/>
</p:tagLst>
</file>

<file path=ppt/tags/tag1148.xml><?xml version="1.0" encoding="utf-8"?>
<p:tagLst xmlns:a="http://schemas.openxmlformats.org/drawingml/2006/main" xmlns:r="http://schemas.openxmlformats.org/officeDocument/2006/relationships" xmlns:p="http://schemas.openxmlformats.org/presentationml/2006/main">
  <p:tag name="EMFCHILD" val="True"/>
  <p:tag name="ORIGINALHEIGHT" val=" 6.966847"/>
  <p:tag name="ORIGINALWIDTH" val=" 6.616434"/>
</p:tagLst>
</file>

<file path=ppt/tags/tag1149.xml><?xml version="1.0" encoding="utf-8"?>
<p:tagLst xmlns:a="http://schemas.openxmlformats.org/drawingml/2006/main" xmlns:r="http://schemas.openxmlformats.org/officeDocument/2006/relationships" xmlns:p="http://schemas.openxmlformats.org/presentationml/2006/main">
  <p:tag name="EMFCHILD" val="True"/>
  <p:tag name="ORIGINALHEIGHT" val=" 10.46073"/>
  <p:tag name="ORIGINALWIDTH" val=" 2.308242"/>
</p:tagLst>
</file>

<file path=ppt/tags/tag1150.xml><?xml version="1.0" encoding="utf-8"?>
<p:tagLst xmlns:a="http://schemas.openxmlformats.org/drawingml/2006/main" xmlns:r="http://schemas.openxmlformats.org/officeDocument/2006/relationships" xmlns:p="http://schemas.openxmlformats.org/presentationml/2006/main">
  <p:tag name="EMFCHILD" val="True"/>
  <p:tag name="ORIGINALHEIGHT" val=" 4.73872"/>
  <p:tag name="ORIGINALWIDTH" val=" 4.954837"/>
</p:tagLst>
</file>

<file path=ppt/tags/tag1151.xml><?xml version="1.0" encoding="utf-8"?>
<p:tagLst xmlns:a="http://schemas.openxmlformats.org/drawingml/2006/main" xmlns:r="http://schemas.openxmlformats.org/officeDocument/2006/relationships" xmlns:p="http://schemas.openxmlformats.org/presentationml/2006/main">
  <p:tag name="EMFCHILD" val="True"/>
  <p:tag name="ORIGINALHEIGHT" val=" 6.348615"/>
  <p:tag name="ORIGINALWIDTH" val=" 3.057466"/>
</p:tagLst>
</file>

<file path=ppt/tags/tag1152.xml><?xml version="1.0" encoding="utf-8"?>
<p:tagLst xmlns:a="http://schemas.openxmlformats.org/drawingml/2006/main" xmlns:r="http://schemas.openxmlformats.org/officeDocument/2006/relationships" xmlns:p="http://schemas.openxmlformats.org/presentationml/2006/main">
  <p:tag name="EMFCHILD" val="True"/>
  <p:tag name="ORIGINALHEIGHT" val=" 6.966847"/>
  <p:tag name="ORIGINALWIDTH" val=" 6.616434"/>
</p:tagLst>
</file>

<file path=ppt/tags/tag1153.xml><?xml version="1.0" encoding="utf-8"?>
<p:tagLst xmlns:a="http://schemas.openxmlformats.org/drawingml/2006/main" xmlns:r="http://schemas.openxmlformats.org/officeDocument/2006/relationships" xmlns:p="http://schemas.openxmlformats.org/presentationml/2006/main">
  <p:tag name="EMFCHILD" val="True"/>
  <p:tag name="ORIGINALHEIGHT" val=" 6.966847"/>
  <p:tag name="ORIGINALWIDTH" val=" 3.283329"/>
</p:tagLst>
</file>

<file path=ppt/tags/tag1154.xml><?xml version="1.0" encoding="utf-8"?>
<p:tagLst xmlns:a="http://schemas.openxmlformats.org/drawingml/2006/main" xmlns:r="http://schemas.openxmlformats.org/officeDocument/2006/relationships" xmlns:p="http://schemas.openxmlformats.org/presentationml/2006/main">
  <p:tag name="EMFCHILD" val="True"/>
  <p:tag name="ORIGINALHEIGHT" val=" 10.46073"/>
  <p:tag name="ORIGINALWIDTH" val=" 2.308242"/>
</p:tagLst>
</file>

<file path=ppt/tags/tag1155.xml><?xml version="1.0" encoding="utf-8"?>
<p:tagLst xmlns:a="http://schemas.openxmlformats.org/drawingml/2006/main" xmlns:r="http://schemas.openxmlformats.org/officeDocument/2006/relationships" xmlns:p="http://schemas.openxmlformats.org/presentationml/2006/main">
  <p:tag name="EMFCHILD" val="True"/>
  <p:tag name="ORIGINALHEIGHT" val=" 9.414671"/>
  <p:tag name="ORIGINALWIDTH" val=" 5.423743"/>
</p:tagLst>
</file>

<file path=ppt/tags/tag1156.xml><?xml version="1.0" encoding="utf-8"?>
<p:tagLst xmlns:a="http://schemas.openxmlformats.org/drawingml/2006/main" xmlns:r="http://schemas.openxmlformats.org/officeDocument/2006/relationships" xmlns:p="http://schemas.openxmlformats.org/presentationml/2006/main">
  <p:tag name="EMFCHILD" val="True"/>
  <p:tag name="ORIGINALHEIGHT" val=" 6.348615"/>
  <p:tag name="ORIGINALWIDTH" val=" 3.057466"/>
</p:tagLst>
</file>

<file path=ppt/tags/tag1157.xml><?xml version="1.0" encoding="utf-8"?>
<p:tagLst xmlns:a="http://schemas.openxmlformats.org/drawingml/2006/main" xmlns:r="http://schemas.openxmlformats.org/officeDocument/2006/relationships" xmlns:p="http://schemas.openxmlformats.org/presentationml/2006/main">
  <p:tag name="EMFCHILD" val="True"/>
  <p:tag name="ORIGINALHEIGHT" val=" 6.966847"/>
  <p:tag name="ORIGINALWIDTH" val=" 6.616434"/>
</p:tagLst>
</file>

<file path=ppt/tags/tag1158.xml><?xml version="1.0" encoding="utf-8"?>
<p:tagLst xmlns:a="http://schemas.openxmlformats.org/drawingml/2006/main" xmlns:r="http://schemas.openxmlformats.org/officeDocument/2006/relationships" xmlns:p="http://schemas.openxmlformats.org/presentationml/2006/main">
  <p:tag name="EMFCHILD" val="True"/>
  <p:tag name="ORIGINALHEIGHT" val=" 1.108833"/>
  <p:tag name="ORIGINALWIDTH" val=" 1.054597"/>
</p:tagLst>
</file>

<file path=ppt/tags/tag1159.xml><?xml version="1.0" encoding="utf-8"?>
<p:tagLst xmlns:a="http://schemas.openxmlformats.org/drawingml/2006/main" xmlns:r="http://schemas.openxmlformats.org/officeDocument/2006/relationships" xmlns:p="http://schemas.openxmlformats.org/presentationml/2006/main">
  <p:tag name="EMFCHILD" val="True"/>
  <p:tag name="ORIGINALHEIGHT" val=" 1.108833"/>
  <p:tag name="ORIGINALWIDTH" val=" 1.054597"/>
</p:tagLst>
</file>

<file path=ppt/tags/tag1160.xml><?xml version="1.0" encoding="utf-8"?>
<p:tagLst xmlns:a="http://schemas.openxmlformats.org/drawingml/2006/main" xmlns:r="http://schemas.openxmlformats.org/officeDocument/2006/relationships" xmlns:p="http://schemas.openxmlformats.org/presentationml/2006/main">
  <p:tag name="EMFCHILD" val="True"/>
  <p:tag name="ORIGINALHEIGHT" val=" 1.108833"/>
  <p:tag name="ORIGINALWIDTH" val=" 1.054597"/>
</p:tagLst>
</file>

<file path=ppt/tags/tag1161.xml><?xml version="1.0" encoding="utf-8"?>
<p:tagLst xmlns:a="http://schemas.openxmlformats.org/drawingml/2006/main" xmlns:r="http://schemas.openxmlformats.org/officeDocument/2006/relationships" xmlns:p="http://schemas.openxmlformats.org/presentationml/2006/main">
  <p:tag name="EMFCHILD" val="True"/>
  <p:tag name="ORIGINALHEIGHT" val=" 6.966847"/>
  <p:tag name="ORIGINALWIDTH" val=" 6.616434"/>
</p:tagLst>
</file>

<file path=ppt/tags/tag1162.xml><?xml version="1.0" encoding="utf-8"?>
<p:tagLst xmlns:a="http://schemas.openxmlformats.org/drawingml/2006/main" xmlns:r="http://schemas.openxmlformats.org/officeDocument/2006/relationships" xmlns:p="http://schemas.openxmlformats.org/presentationml/2006/main">
  <p:tag name="EMFCHILD" val="True"/>
  <p:tag name="ORIGINALHEIGHT" val=" 4.73872"/>
  <p:tag name="ORIGINALWIDTH" val=" 4.954837"/>
</p:tagLst>
</file>

<file path=ppt/tags/tag1163.xml><?xml version="1.0" encoding="utf-8"?>
<p:tagLst xmlns:a="http://schemas.openxmlformats.org/drawingml/2006/main" xmlns:r="http://schemas.openxmlformats.org/officeDocument/2006/relationships" xmlns:p="http://schemas.openxmlformats.org/presentationml/2006/main">
  <p:tag name="EMFCHILD" val="True"/>
  <p:tag name="ORIGINALHEIGHT" val=" 5.155042"/>
  <p:tag name="ORIGINALWIDTH" val=" 3.4266"/>
</p:tagLst>
</file>

<file path=ppt/tags/tag1164.xml><?xml version="1.0" encoding="utf-8"?>
<p:tagLst xmlns:a="http://schemas.openxmlformats.org/drawingml/2006/main" xmlns:r="http://schemas.openxmlformats.org/officeDocument/2006/relationships" xmlns:p="http://schemas.openxmlformats.org/presentationml/2006/main">
  <p:tag name="EMFCHILD" val="True"/>
  <p:tag name="ORIGINALHEIGHT" val=" 9.414671"/>
  <p:tag name="ORIGINALWIDTH" val=" 5.423743"/>
</p:tagLst>
</file>

<file path=ppt/tags/tag1165.xml><?xml version="1.0" encoding="utf-8"?>
<p:tagLst xmlns:a="http://schemas.openxmlformats.org/drawingml/2006/main" xmlns:r="http://schemas.openxmlformats.org/officeDocument/2006/relationships" xmlns:p="http://schemas.openxmlformats.org/presentationml/2006/main">
  <p:tag name="EMFCHILD" val="True"/>
  <p:tag name="ORIGINALHEIGHT" val=" 5.155042"/>
  <p:tag name="ORIGINALWIDTH" val=" 3.4266"/>
</p:tagLst>
</file>

<file path=ppt/tags/tag1166.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84"/>
  <p:tag name="IGUANATEXSIZE" val="20"/>
  <p:tag name="LATEXADDIN" val="\documentclass{article}&#10;\usepackage{amsmath}&#10;\pagestyle{empty}&#10;\begin{document}&#10;&#10;\[&#10;\mathbf{x}'\boldsymbol{\beta} = x_1\beta_1 + x_2\beta_2 + \dots + x_j\beta_j + \dots + x_k\beta_k&#10;\]&#10;\end{document}"/>
  <p:tag name="LATEXENGINEID" val="0"/>
  <p:tag name="LATEXFORMHEIGHT" val=" 320"/>
  <p:tag name="LATEXFORMWIDTH" val=" 385"/>
  <p:tag name="LATEXFORMWRAP" val="True"/>
  <p:tag name="ORIGINALHEIGHT" val=" 4.222297"/>
  <p:tag name="ORIGINALWIDTH" val=" 5.616184"/>
  <p:tag name="TEMPFOLDER" val="C:\Users\luisc\Documents\Custom Office Templates\iguana temp\"/>
  <p:tag name="TRANSPARENCY" val="True"/>
</p:tagLst>
</file>

<file path=ppt/tags/tag1167.xml><?xml version="1.0" encoding="utf-8"?>
<p:tagLst xmlns:a="http://schemas.openxmlformats.org/drawingml/2006/main" xmlns:r="http://schemas.openxmlformats.org/officeDocument/2006/relationships" xmlns:p="http://schemas.openxmlformats.org/presentationml/2006/main">
  <p:tag name="EMFCHILD" val="True"/>
  <p:tag name="ORIGINALHEIGHT" val=" 3.448239"/>
  <p:tag name="ORIGINALWIDTH" val=" 1.752669"/>
</p:tagLst>
</file>

<file path=ppt/tags/tag1168.xml><?xml version="1.0" encoding="utf-8"?>
<p:tagLst xmlns:a="http://schemas.openxmlformats.org/drawingml/2006/main" xmlns:r="http://schemas.openxmlformats.org/officeDocument/2006/relationships" xmlns:p="http://schemas.openxmlformats.org/presentationml/2006/main">
  <p:tag name="EMFCHILD" val="True"/>
  <p:tag name="ORIGINALHEIGHT" val=" 8.520743"/>
  <p:tag name="ORIGINALWIDTH" val=" 6.374329"/>
</p:tagLst>
</file>

<file path=ppt/tags/tag1169.xml><?xml version="1.0" encoding="utf-8"?>
<p:tagLst xmlns:a="http://schemas.openxmlformats.org/drawingml/2006/main" xmlns:r="http://schemas.openxmlformats.org/officeDocument/2006/relationships" xmlns:p="http://schemas.openxmlformats.org/presentationml/2006/main">
  <p:tag name="EMFCHILD" val="True"/>
  <p:tag name="ORIGINALHEIGHT" val=" 2.225264"/>
  <p:tag name="ORIGINALWIDTH" val=" 6.633669"/>
</p:tagLst>
</file>

<file path=ppt/tags/tag1170.xml><?xml version="1.0" encoding="utf-8"?>
<p:tagLst xmlns:a="http://schemas.openxmlformats.org/drawingml/2006/main" xmlns:r="http://schemas.openxmlformats.org/officeDocument/2006/relationships" xmlns:p="http://schemas.openxmlformats.org/presentationml/2006/main">
  <p:tag name="EMFCHILD" val="True"/>
  <p:tag name="ORIGINALHEIGHT" val=" 4.307918"/>
  <p:tag name="ORIGINALWIDTH" val=" 4.967778"/>
</p:tagLst>
</file>

<file path=ppt/tags/tag1171.xml><?xml version="1.0" encoding="utf-8"?>
<p:tagLst xmlns:a="http://schemas.openxmlformats.org/drawingml/2006/main" xmlns:r="http://schemas.openxmlformats.org/officeDocument/2006/relationships" xmlns:p="http://schemas.openxmlformats.org/presentationml/2006/main">
  <p:tag name="EMFCHILD" val="True"/>
  <p:tag name="ORIGINALHEIGHT" val=" 4.420133"/>
  <p:tag name="ORIGINALWIDTH" val=" 2.541703"/>
</p:tagLst>
</file>

<file path=ppt/tags/tag1172.xml><?xml version="1.0" encoding="utf-8"?>
<p:tagLst xmlns:a="http://schemas.openxmlformats.org/drawingml/2006/main" xmlns:r="http://schemas.openxmlformats.org/officeDocument/2006/relationships" xmlns:p="http://schemas.openxmlformats.org/presentationml/2006/main">
  <p:tag name="EMFCHILD" val="True"/>
  <p:tag name="ORIGINALHEIGHT" val=" 8.558791"/>
  <p:tag name="ORIGINALWIDTH" val=" 5.437894"/>
</p:tagLst>
</file>

<file path=ppt/tags/tag1173.xml><?xml version="1.0" encoding="utf-8"?>
<p:tagLst xmlns:a="http://schemas.openxmlformats.org/drawingml/2006/main" xmlns:r="http://schemas.openxmlformats.org/officeDocument/2006/relationships" xmlns:p="http://schemas.openxmlformats.org/presentationml/2006/main">
  <p:tag name="EMFCHILD" val="True"/>
  <p:tag name="ORIGINALHEIGHT" val=" 4.420133"/>
  <p:tag name="ORIGINALWIDTH" val=" 2.541703"/>
</p:tagLst>
</file>

<file path=ppt/tags/tag1174.xml><?xml version="1.0" encoding="utf-8"?>
<p:tagLst xmlns:a="http://schemas.openxmlformats.org/drawingml/2006/main" xmlns:r="http://schemas.openxmlformats.org/officeDocument/2006/relationships" xmlns:p="http://schemas.openxmlformats.org/presentationml/2006/main">
  <p:tag name="EMFCHILD" val="True"/>
  <p:tag name="ORIGINALHEIGHT" val=" 6.333473"/>
  <p:tag name="ORIGINALWIDTH" val=" 6.633669"/>
</p:tagLst>
</file>

<file path=ppt/tags/tag1175.xml><?xml version="1.0" encoding="utf-8"?>
<p:tagLst xmlns:a="http://schemas.openxmlformats.org/drawingml/2006/main" xmlns:r="http://schemas.openxmlformats.org/officeDocument/2006/relationships" xmlns:p="http://schemas.openxmlformats.org/presentationml/2006/main">
  <p:tag name="EMFCHILD" val="True"/>
  <p:tag name="ORIGINALHEIGHT" val=" 4.307918"/>
  <p:tag name="ORIGINALWIDTH" val=" 4.967778"/>
</p:tagLst>
</file>

<file path=ppt/tags/tag1176.xml><?xml version="1.0" encoding="utf-8"?>
<p:tagLst xmlns:a="http://schemas.openxmlformats.org/drawingml/2006/main" xmlns:r="http://schemas.openxmlformats.org/officeDocument/2006/relationships" xmlns:p="http://schemas.openxmlformats.org/presentationml/2006/main">
  <p:tag name="EMFCHILD" val="True"/>
  <p:tag name="ORIGINALHEIGHT" val=" 4.420133"/>
  <p:tag name="ORIGINALWIDTH" val=" 3.086374"/>
</p:tagLst>
</file>

<file path=ppt/tags/tag1177.xml><?xml version="1.0" encoding="utf-8"?>
<p:tagLst xmlns:a="http://schemas.openxmlformats.org/drawingml/2006/main" xmlns:r="http://schemas.openxmlformats.org/officeDocument/2006/relationships" xmlns:p="http://schemas.openxmlformats.org/presentationml/2006/main">
  <p:tag name="EMFCHILD" val="True"/>
  <p:tag name="ORIGINALHEIGHT" val=" 8.558791"/>
  <p:tag name="ORIGINALWIDTH" val=" 5.437894"/>
</p:tagLst>
</file>

<file path=ppt/tags/tag1178.xml><?xml version="1.0" encoding="utf-8"?>
<p:tagLst xmlns:a="http://schemas.openxmlformats.org/drawingml/2006/main" xmlns:r="http://schemas.openxmlformats.org/officeDocument/2006/relationships" xmlns:p="http://schemas.openxmlformats.org/presentationml/2006/main">
  <p:tag name="EMFCHILD" val="True"/>
  <p:tag name="ORIGINALHEIGHT" val=" 4.420133"/>
  <p:tag name="ORIGINALWIDTH" val=" 3.086374"/>
</p:tagLst>
</file>

<file path=ppt/tags/tag1179.xml><?xml version="1.0" encoding="utf-8"?>
<p:tagLst xmlns:a="http://schemas.openxmlformats.org/drawingml/2006/main" xmlns:r="http://schemas.openxmlformats.org/officeDocument/2006/relationships" xmlns:p="http://schemas.openxmlformats.org/presentationml/2006/main">
  <p:tag name="EMFCHILD" val="True"/>
  <p:tag name="ORIGINALHEIGHT" val=" 6.333473"/>
  <p:tag name="ORIGINALWIDTH" val=" 6.633669"/>
</p:tagLst>
</file>

<file path=ppt/tags/tag1180.xml><?xml version="1.0" encoding="utf-8"?>
<p:tagLst xmlns:a="http://schemas.openxmlformats.org/drawingml/2006/main" xmlns:r="http://schemas.openxmlformats.org/officeDocument/2006/relationships" xmlns:p="http://schemas.openxmlformats.org/presentationml/2006/main">
  <p:tag name="EMFCHILD" val="True"/>
  <p:tag name="ORIGINALHEIGHT" val=" 1.008015"/>
  <p:tag name="ORIGINALWIDTH" val=" 1.05735"/>
</p:tagLst>
</file>

<file path=ppt/tags/tag1181.xml><?xml version="1.0" encoding="utf-8"?>
<p:tagLst xmlns:a="http://schemas.openxmlformats.org/drawingml/2006/main" xmlns:r="http://schemas.openxmlformats.org/officeDocument/2006/relationships" xmlns:p="http://schemas.openxmlformats.org/presentationml/2006/main">
  <p:tag name="EMFCHILD" val="True"/>
  <p:tag name="ORIGINALHEIGHT" val=" 1.008015"/>
  <p:tag name="ORIGINALWIDTH" val=" 1.05735"/>
</p:tagLst>
</file>

<file path=ppt/tags/tag1182.xml><?xml version="1.0" encoding="utf-8"?>
<p:tagLst xmlns:a="http://schemas.openxmlformats.org/drawingml/2006/main" xmlns:r="http://schemas.openxmlformats.org/officeDocument/2006/relationships" xmlns:p="http://schemas.openxmlformats.org/presentationml/2006/main">
  <p:tag name="EMFCHILD" val="True"/>
  <p:tag name="ORIGINALHEIGHT" val=" 1.008015"/>
  <p:tag name="ORIGINALWIDTH" val=" 1.05735"/>
</p:tagLst>
</file>

<file path=ppt/tags/tag1183.xml><?xml version="1.0" encoding="utf-8"?>
<p:tagLst xmlns:a="http://schemas.openxmlformats.org/drawingml/2006/main" xmlns:r="http://schemas.openxmlformats.org/officeDocument/2006/relationships" xmlns:p="http://schemas.openxmlformats.org/presentationml/2006/main">
  <p:tag name="EMFCHILD" val="True"/>
  <p:tag name="ORIGINALHEIGHT" val=" 6.333473"/>
  <p:tag name="ORIGINALWIDTH" val=" 6.633669"/>
</p:tagLst>
</file>

<file path=ppt/tags/tag1184.xml><?xml version="1.0" encoding="utf-8"?>
<p:tagLst xmlns:a="http://schemas.openxmlformats.org/drawingml/2006/main" xmlns:r="http://schemas.openxmlformats.org/officeDocument/2006/relationships" xmlns:p="http://schemas.openxmlformats.org/presentationml/2006/main">
  <p:tag name="EMFCHILD" val="True"/>
  <p:tag name="ORIGINALHEIGHT" val=" 4.307918"/>
  <p:tag name="ORIGINALWIDTH" val=" 4.967778"/>
</p:tagLst>
</file>

<file path=ppt/tags/tag1185.xml><?xml version="1.0" encoding="utf-8"?>
<p:tagLst xmlns:a="http://schemas.openxmlformats.org/drawingml/2006/main" xmlns:r="http://schemas.openxmlformats.org/officeDocument/2006/relationships" xmlns:p="http://schemas.openxmlformats.org/presentationml/2006/main">
  <p:tag name="EMFCHILD" val="True"/>
  <p:tag name="ORIGINALHEIGHT" val=" 5.771458"/>
  <p:tag name="ORIGINALWIDTH" val=" 3.065451"/>
</p:tagLst>
</file>

<file path=ppt/tags/tag1186.xml><?xml version="1.0" encoding="utf-8"?>
<p:tagLst xmlns:a="http://schemas.openxmlformats.org/drawingml/2006/main" xmlns:r="http://schemas.openxmlformats.org/officeDocument/2006/relationships" xmlns:p="http://schemas.openxmlformats.org/presentationml/2006/main">
  <p:tag name="EMFCHILD" val="True"/>
  <p:tag name="ORIGINALHEIGHT" val=" 8.558791"/>
  <p:tag name="ORIGINALWIDTH" val=" 5.437894"/>
</p:tagLst>
</file>

<file path=ppt/tags/tag1187.xml><?xml version="1.0" encoding="utf-8"?>
<p:tagLst xmlns:a="http://schemas.openxmlformats.org/drawingml/2006/main" xmlns:r="http://schemas.openxmlformats.org/officeDocument/2006/relationships" xmlns:p="http://schemas.openxmlformats.org/presentationml/2006/main">
  <p:tag name="EMFCHILD" val="True"/>
  <p:tag name="ORIGINALHEIGHT" val=" 5.771458"/>
  <p:tag name="ORIGINALWIDTH" val=" 3.065451"/>
</p:tagLst>
</file>

<file path=ppt/tags/tag1188.xml><?xml version="1.0" encoding="utf-8"?>
<p:tagLst xmlns:a="http://schemas.openxmlformats.org/drawingml/2006/main" xmlns:r="http://schemas.openxmlformats.org/officeDocument/2006/relationships" xmlns:p="http://schemas.openxmlformats.org/presentationml/2006/main">
  <p:tag name="EMFCHILD" val="True"/>
  <p:tag name="ORIGINALHEIGHT" val=" 6.333473"/>
  <p:tag name="ORIGINALWIDTH" val=" 6.633669"/>
</p:tagLst>
</file>

<file path=ppt/tags/tag1189.xml><?xml version="1.0" encoding="utf-8"?>
<p:tagLst xmlns:a="http://schemas.openxmlformats.org/drawingml/2006/main" xmlns:r="http://schemas.openxmlformats.org/officeDocument/2006/relationships" xmlns:p="http://schemas.openxmlformats.org/presentationml/2006/main">
  <p:tag name="EMFCHILD" val="True"/>
  <p:tag name="ORIGINALHEIGHT" val=" 1.008015"/>
  <p:tag name="ORIGINALWIDTH" val=" 1.05735"/>
</p:tagLst>
</file>

<file path=ppt/tags/tag1190.xml><?xml version="1.0" encoding="utf-8"?>
<p:tagLst xmlns:a="http://schemas.openxmlformats.org/drawingml/2006/main" xmlns:r="http://schemas.openxmlformats.org/officeDocument/2006/relationships" xmlns:p="http://schemas.openxmlformats.org/presentationml/2006/main">
  <p:tag name="EMFCHILD" val="True"/>
  <p:tag name="ORIGINALHEIGHT" val=" 1.008015"/>
  <p:tag name="ORIGINALWIDTH" val=" 1.05735"/>
</p:tagLst>
</file>

<file path=ppt/tags/tag1191.xml><?xml version="1.0" encoding="utf-8"?>
<p:tagLst xmlns:a="http://schemas.openxmlformats.org/drawingml/2006/main" xmlns:r="http://schemas.openxmlformats.org/officeDocument/2006/relationships" xmlns:p="http://schemas.openxmlformats.org/presentationml/2006/main">
  <p:tag name="EMFCHILD" val="True"/>
  <p:tag name="ORIGINALHEIGHT" val=" 1.008015"/>
  <p:tag name="ORIGINALWIDTH" val=" 1.05735"/>
</p:tagLst>
</file>

<file path=ppt/tags/tag1192.xml><?xml version="1.0" encoding="utf-8"?>
<p:tagLst xmlns:a="http://schemas.openxmlformats.org/drawingml/2006/main" xmlns:r="http://schemas.openxmlformats.org/officeDocument/2006/relationships" xmlns:p="http://schemas.openxmlformats.org/presentationml/2006/main">
  <p:tag name="EMFCHILD" val="True"/>
  <p:tag name="ORIGINALHEIGHT" val=" 6.333473"/>
  <p:tag name="ORIGINALWIDTH" val=" 6.633669"/>
</p:tagLst>
</file>

<file path=ppt/tags/tag1193.xml><?xml version="1.0" encoding="utf-8"?>
<p:tagLst xmlns:a="http://schemas.openxmlformats.org/drawingml/2006/main" xmlns:r="http://schemas.openxmlformats.org/officeDocument/2006/relationships" xmlns:p="http://schemas.openxmlformats.org/presentationml/2006/main">
  <p:tag name="EMFCHILD" val="True"/>
  <p:tag name="ORIGINALHEIGHT" val=" 4.307918"/>
  <p:tag name="ORIGINALWIDTH" val=" 4.967778"/>
</p:tagLst>
</file>

<file path=ppt/tags/tag1194.xml><?xml version="1.0" encoding="utf-8"?>
<p:tagLst xmlns:a="http://schemas.openxmlformats.org/drawingml/2006/main" xmlns:r="http://schemas.openxmlformats.org/officeDocument/2006/relationships" xmlns:p="http://schemas.openxmlformats.org/presentationml/2006/main">
  <p:tag name="EMFCHILD" val="True"/>
  <p:tag name="ORIGINALHEIGHT" val=" 4.686412"/>
  <p:tag name="ORIGINALWIDTH" val=" 3.43552"/>
</p:tagLst>
</file>

<file path=ppt/tags/tag1195.xml><?xml version="1.0" encoding="utf-8"?>
<p:tagLst xmlns:a="http://schemas.openxmlformats.org/drawingml/2006/main" xmlns:r="http://schemas.openxmlformats.org/officeDocument/2006/relationships" xmlns:p="http://schemas.openxmlformats.org/presentationml/2006/main">
  <p:tag name="EMFCHILD" val="True"/>
  <p:tag name="ORIGINALHEIGHT" val=" 8.558791"/>
  <p:tag name="ORIGINALWIDTH" val=" 5.437894"/>
</p:tagLst>
</file>

<file path=ppt/tags/tag1196.xml><?xml version="1.0" encoding="utf-8"?>
<p:tagLst xmlns:a="http://schemas.openxmlformats.org/drawingml/2006/main" xmlns:r="http://schemas.openxmlformats.org/officeDocument/2006/relationships" xmlns:p="http://schemas.openxmlformats.org/presentationml/2006/main">
  <p:tag name="EMFCHILD" val="True"/>
  <p:tag name="ORIGINALHEIGHT" val=" 4.686412"/>
  <p:tag name="ORIGINALWIDTH" val=" 3.43552"/>
</p:tagLst>
</file>

<file path=ppt/tags/tag119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40"/>
  <p:tag name="IGUANATEXSIZE" val="20"/>
  <p:tag name="LATEXADDIN" val="\documentclass{article}&#10;\usepackage{amsmath}&#10;\pagestyle{empty}&#10;\begin{document}&#10;&#10;&#10;\[&#10; = \frac{p}{1 - p} = e^{(\mathbf{x}'\boldsymbol{\beta})}&#10;\]&#10;&#10;\end{document}"/>
  <p:tag name="LATEXENGINEID" val="0"/>
  <p:tag name="LATEXFORMHEIGHT" val=" 320"/>
  <p:tag name="LATEXFORMWIDTH" val=" 385"/>
  <p:tag name="LATEXFORMWRAP" val="True"/>
  <p:tag name="ORIGINALHEIGHT" val=" 2.272947"/>
  <p:tag name="ORIGINALWIDTH" val=" 6.625134"/>
  <p:tag name="TEMPFOLDER" val="C:\Users\luisc\Documents\Custom Office Templates\iguana temp\"/>
  <p:tag name="TRANSPARENCY" val="True"/>
</p:tagLst>
</file>

<file path=ppt/tags/tag1198.xml><?xml version="1.0" encoding="utf-8"?>
<p:tagLst xmlns:a="http://schemas.openxmlformats.org/drawingml/2006/main" xmlns:r="http://schemas.openxmlformats.org/officeDocument/2006/relationships" xmlns:p="http://schemas.openxmlformats.org/presentationml/2006/main">
  <p:tag name="EMFCHILD" val="True"/>
  <p:tag name="ORIGINALHEIGHT" val=" 6.177814"/>
  <p:tag name="ORIGINALWIDTH" val=" 5.200467"/>
</p:tagLst>
</file>

<file path=ppt/tags/tag1199.xml><?xml version="1.0" encoding="utf-8"?>
<p:tagLst xmlns:a="http://schemas.openxmlformats.org/drawingml/2006/main" xmlns:r="http://schemas.openxmlformats.org/officeDocument/2006/relationships" xmlns:p="http://schemas.openxmlformats.org/presentationml/2006/main">
  <p:tag name="EMFCHILD" val="True"/>
  <p:tag name="ORIGINALHEIGHT" val=" .3885154"/>
  <p:tag name="ORIGINALWIDTH" val=" 22.17026"/>
</p:tagLst>
</file>

<file path=ppt/tags/tag1200.xml><?xml version="1.0" encoding="utf-8"?>
<p:tagLst xmlns:a="http://schemas.openxmlformats.org/drawingml/2006/main" xmlns:r="http://schemas.openxmlformats.org/officeDocument/2006/relationships" xmlns:p="http://schemas.openxmlformats.org/presentationml/2006/main">
  <p:tag name="EMFCHILD" val="True"/>
  <p:tag name="ORIGINALHEIGHT" val=" 6.4692"/>
  <p:tag name="ORIGINALWIDTH" val=" 3.287624"/>
</p:tagLst>
</file>

<file path=ppt/tags/tag1201.xml><?xml version="1.0" encoding="utf-8"?>
<p:tagLst xmlns:a="http://schemas.openxmlformats.org/drawingml/2006/main" xmlns:r="http://schemas.openxmlformats.org/officeDocument/2006/relationships" xmlns:p="http://schemas.openxmlformats.org/presentationml/2006/main">
  <p:tag name="EMFCHILD" val="True"/>
  <p:tag name="ORIGINALHEIGHT" val=" .3885154"/>
  <p:tag name="ORIGINALWIDTH" val=" 6.087126"/>
</p:tagLst>
</file>

<file path=ppt/tags/tag1202.xml><?xml version="1.0" encoding="utf-8"?>
<p:tagLst xmlns:a="http://schemas.openxmlformats.org/drawingml/2006/main" xmlns:r="http://schemas.openxmlformats.org/officeDocument/2006/relationships" xmlns:p="http://schemas.openxmlformats.org/presentationml/2006/main">
  <p:tag name="EMFCHILD" val="True"/>
  <p:tag name="ORIGINALHEIGHT" val=" 6.177814"/>
  <p:tag name="ORIGINALWIDTH" val=" 5.200467"/>
</p:tagLst>
</file>

<file path=ppt/tags/tag1203.xml><?xml version="1.0" encoding="utf-8"?>
<p:tagLst xmlns:a="http://schemas.openxmlformats.org/drawingml/2006/main" xmlns:r="http://schemas.openxmlformats.org/officeDocument/2006/relationships" xmlns:p="http://schemas.openxmlformats.org/presentationml/2006/main">
  <p:tag name="EMFCHILD" val="True"/>
  <p:tag name="ORIGINALHEIGHT" val=" 2.272947"/>
  <p:tag name="ORIGINALWIDTH" val=" 6.625134"/>
</p:tagLst>
</file>

<file path=ppt/tags/tag1204.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25632"/>
</p:tagLst>
</file>

<file path=ppt/tags/tag1205.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13182"/>
</p:tagLst>
</file>

<file path=ppt/tags/tag1206.xml><?xml version="1.0" encoding="utf-8"?>
<p:tagLst xmlns:a="http://schemas.openxmlformats.org/drawingml/2006/main" xmlns:r="http://schemas.openxmlformats.org/officeDocument/2006/relationships" xmlns:p="http://schemas.openxmlformats.org/presentationml/2006/main">
  <p:tag name="EMFCHILD" val="True"/>
  <p:tag name="ORIGINALHEIGHT" val=" 3.018923"/>
  <p:tag name="ORIGINALWIDTH" val=" 4.274935"/>
</p:tagLst>
</file>

<file path=ppt/tags/tag1207.xml><?xml version="1.0" encoding="utf-8"?>
<p:tagLst xmlns:a="http://schemas.openxmlformats.org/drawingml/2006/main" xmlns:r="http://schemas.openxmlformats.org/officeDocument/2006/relationships" xmlns:p="http://schemas.openxmlformats.org/presentationml/2006/main">
  <p:tag name="EMFCHILD" val="True"/>
  <p:tag name="ORIGINALHEIGHT" val=" 2.530361"/>
  <p:tag name="ORIGINALWIDTH" val=" 1.379791"/>
</p:tagLst>
</file>

<file path=ppt/tags/tag1208.xml><?xml version="1.0" encoding="utf-8"?>
<p:tagLst xmlns:a="http://schemas.openxmlformats.org/drawingml/2006/main" xmlns:r="http://schemas.openxmlformats.org/officeDocument/2006/relationships" xmlns:p="http://schemas.openxmlformats.org/presentationml/2006/main">
  <p:tag name="EMFCHILD" val="True"/>
  <p:tag name="ORIGINALHEIGHT" val=" 6.092303"/>
  <p:tag name="ORIGINALWIDTH" val=" 4.874667"/>
</p:tagLst>
</file>

<file path=ppt/tags/tag1209.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6189"/>
</p:tagLst>
</file>

<file path=ppt/tags/tag121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262"/>
  <p:tag name="IGUANATEXSIZE" val="20"/>
  <p:tag name="LATEXADDIN" val="\documentclass{article}&#10;\usepackage{amsmath}&#10;\pagestyle{empty}&#10;\begin{document}&#10;&#10;&#10;\[&#10;\frac{p}{1 - p} =  e^{(\mathbf{x}'\boldsymbol{\beta})} \longrightarrow e^ {(\mathbf{x}'\boldsymbol{\beta} + \beta_j)} =  e^ {(\mathbf{x}'\boldsymbol{\beta})} \cdot e^{(\beta_j)}&#10;\]&#10;&#10;&#10;\end{document}"/>
  <p:tag name="LATEXENGINEID" val="0"/>
  <p:tag name="LATEXFORMHEIGHT" val=" 320"/>
  <p:tag name="LATEXFORMWIDTH" val=" 385"/>
  <p:tag name="LATEXFORMWRAP" val="True"/>
  <p:tag name="ORIGINALHEIGHT" val=" 6.177814"/>
  <p:tag name="ORIGINALWIDTH" val=" 5.186428"/>
  <p:tag name="TEMPFOLDER" val="C:\Users\luisc\Documents\Custom Office Templates\iguana temp\"/>
  <p:tag name="TRANSPARENCY" val="True"/>
</p:tagLst>
</file>

<file path=ppt/tags/tag1211.xml><?xml version="1.0" encoding="utf-8"?>
<p:tagLst xmlns:a="http://schemas.openxmlformats.org/drawingml/2006/main" xmlns:r="http://schemas.openxmlformats.org/officeDocument/2006/relationships" xmlns:p="http://schemas.openxmlformats.org/presentationml/2006/main">
  <p:tag name="EMFCHILD" val="True"/>
  <p:tag name="ORIGINALHEIGHT" val=" .3885154"/>
  <p:tag name="ORIGINALWIDTH" val=" 22.1103"/>
</p:tagLst>
</file>

<file path=ppt/tags/tag1212.xml><?xml version="1.0" encoding="utf-8"?>
<p:tagLst xmlns:a="http://schemas.openxmlformats.org/drawingml/2006/main" xmlns:r="http://schemas.openxmlformats.org/officeDocument/2006/relationships" xmlns:p="http://schemas.openxmlformats.org/presentationml/2006/main">
  <p:tag name="EMFCHILD" val="True"/>
  <p:tag name="ORIGINALHEIGHT" val=" 6.4692"/>
  <p:tag name="ORIGINALWIDTH" val=" 3.27876"/>
</p:tagLst>
</file>

<file path=ppt/tags/tag1213.xml><?xml version="1.0" encoding="utf-8"?>
<p:tagLst xmlns:a="http://schemas.openxmlformats.org/drawingml/2006/main" xmlns:r="http://schemas.openxmlformats.org/officeDocument/2006/relationships" xmlns:p="http://schemas.openxmlformats.org/presentationml/2006/main">
  <p:tag name="EMFCHILD" val="True"/>
  <p:tag name="ORIGINALHEIGHT" val=" .3885154"/>
  <p:tag name="ORIGINALWIDTH" val=" 6.070718"/>
</p:tagLst>
</file>

<file path=ppt/tags/tag1214.xml><?xml version="1.0" encoding="utf-8"?>
<p:tagLst xmlns:a="http://schemas.openxmlformats.org/drawingml/2006/main" xmlns:r="http://schemas.openxmlformats.org/officeDocument/2006/relationships" xmlns:p="http://schemas.openxmlformats.org/presentationml/2006/main">
  <p:tag name="EMFCHILD" val="True"/>
  <p:tag name="ORIGINALHEIGHT" val=" 6.177814"/>
  <p:tag name="ORIGINALWIDTH" val=" 5.186428"/>
</p:tagLst>
</file>

<file path=ppt/tags/tag1215.xml><?xml version="1.0" encoding="utf-8"?>
<p:tagLst xmlns:a="http://schemas.openxmlformats.org/drawingml/2006/main" xmlns:r="http://schemas.openxmlformats.org/officeDocument/2006/relationships" xmlns:p="http://schemas.openxmlformats.org/presentationml/2006/main">
  <p:tag name="EMFCHILD" val="True"/>
  <p:tag name="ORIGINALHEIGHT" val=" 2.272947"/>
  <p:tag name="ORIGINALWIDTH" val=" 6.60724"/>
</p:tagLst>
</file>

<file path=ppt/tags/tag1216.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217.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218.xml><?xml version="1.0" encoding="utf-8"?>
<p:tagLst xmlns:a="http://schemas.openxmlformats.org/drawingml/2006/main" xmlns:r="http://schemas.openxmlformats.org/officeDocument/2006/relationships" xmlns:p="http://schemas.openxmlformats.org/presentationml/2006/main">
  <p:tag name="EMFCHILD" val="True"/>
  <p:tag name="ORIGINALHEIGHT" val=" 3.018923"/>
  <p:tag name="ORIGINALWIDTH" val=" 4.263373"/>
</p:tagLst>
</file>

<file path=ppt/tags/tag1219.xml><?xml version="1.0" encoding="utf-8"?>
<p:tagLst xmlns:a="http://schemas.openxmlformats.org/drawingml/2006/main" xmlns:r="http://schemas.openxmlformats.org/officeDocument/2006/relationships" xmlns:p="http://schemas.openxmlformats.org/presentationml/2006/main">
  <p:tag name="EMFCHILD" val="True"/>
  <p:tag name="ORIGINALHEIGHT" val=" 2.530361"/>
  <p:tag name="ORIGINALWIDTH" val=" 1.376047"/>
</p:tagLst>
</file>

<file path=ppt/tags/tag1220.xml><?xml version="1.0" encoding="utf-8"?>
<p:tagLst xmlns:a="http://schemas.openxmlformats.org/drawingml/2006/main" xmlns:r="http://schemas.openxmlformats.org/officeDocument/2006/relationships" xmlns:p="http://schemas.openxmlformats.org/presentationml/2006/main">
  <p:tag name="EMFCHILD" val="True"/>
  <p:tag name="ORIGINALHEIGHT" val=" 6.092303"/>
  <p:tag name="ORIGINALWIDTH" val=" 4.861508"/>
</p:tagLst>
</file>

<file path=ppt/tags/tag1221.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222.xml><?xml version="1.0" encoding="utf-8"?>
<p:tagLst xmlns:a="http://schemas.openxmlformats.org/drawingml/2006/main" xmlns:r="http://schemas.openxmlformats.org/officeDocument/2006/relationships" xmlns:p="http://schemas.openxmlformats.org/presentationml/2006/main">
  <p:tag name="EMFCHILD" val="True"/>
  <p:tag name="ORIGINALHEIGHT" val=" .3885154"/>
  <p:tag name="ORIGINALWIDTH" val=" 6.070718"/>
</p:tagLst>
</file>

<file path=ppt/tags/tag1223.xml><?xml version="1.0" encoding="utf-8"?>
<p:tagLst xmlns:a="http://schemas.openxmlformats.org/drawingml/2006/main" xmlns:r="http://schemas.openxmlformats.org/officeDocument/2006/relationships" xmlns:p="http://schemas.openxmlformats.org/presentationml/2006/main">
  <p:tag name="EMFCHILD" val="True"/>
  <p:tag name="ORIGINALHEIGHT" val=" 5.070468"/>
  <p:tag name="ORIGINALWIDTH" val=" 8.822868"/>
</p:tagLst>
</file>

<file path=ppt/tags/tag1224.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225.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226.xml><?xml version="1.0" encoding="utf-8"?>
<p:tagLst xmlns:a="http://schemas.openxmlformats.org/drawingml/2006/main" xmlns:r="http://schemas.openxmlformats.org/officeDocument/2006/relationships" xmlns:p="http://schemas.openxmlformats.org/presentationml/2006/main">
  <p:tag name="EMFCHILD" val="True"/>
  <p:tag name="ORIGINALHEIGHT" val=" 3.018923"/>
  <p:tag name="ORIGINALWIDTH" val=" 4.263373"/>
</p:tagLst>
</file>

<file path=ppt/tags/tag1227.xml><?xml version="1.0" encoding="utf-8"?>
<p:tagLst xmlns:a="http://schemas.openxmlformats.org/drawingml/2006/main" xmlns:r="http://schemas.openxmlformats.org/officeDocument/2006/relationships" xmlns:p="http://schemas.openxmlformats.org/presentationml/2006/main">
  <p:tag name="EMFCHILD" val="True"/>
  <p:tag name="ORIGINALHEIGHT" val=" 2.530361"/>
  <p:tag name="ORIGINALWIDTH" val=" 1.376047"/>
</p:tagLst>
</file>

<file path=ppt/tags/tag1228.xml><?xml version="1.0" encoding="utf-8"?>
<p:tagLst xmlns:a="http://schemas.openxmlformats.org/drawingml/2006/main" xmlns:r="http://schemas.openxmlformats.org/officeDocument/2006/relationships" xmlns:p="http://schemas.openxmlformats.org/presentationml/2006/main">
  <p:tag name="EMFCHILD" val="True"/>
  <p:tag name="ORIGINALHEIGHT" val=" 6.092303"/>
  <p:tag name="ORIGINALWIDTH" val=" 4.861508"/>
</p:tagLst>
</file>

<file path=ppt/tags/tag1229.xml><?xml version="1.0" encoding="utf-8"?>
<p:tagLst xmlns:a="http://schemas.openxmlformats.org/drawingml/2006/main" xmlns:r="http://schemas.openxmlformats.org/officeDocument/2006/relationships" xmlns:p="http://schemas.openxmlformats.org/presentationml/2006/main">
  <p:tag name="EMFCHILD" val="True"/>
  <p:tag name="ORIGINALHEIGHT" val=" 5.011221"/>
  <p:tag name="ORIGINALWIDTH" val=" 5.118867"/>
</p:tagLst>
</file>

<file path=ppt/tags/tag1230.xml><?xml version="1.0" encoding="utf-8"?>
<p:tagLst xmlns:a="http://schemas.openxmlformats.org/drawingml/2006/main" xmlns:r="http://schemas.openxmlformats.org/officeDocument/2006/relationships" xmlns:p="http://schemas.openxmlformats.org/presentationml/2006/main">
  <p:tag name="EMFCHILD" val="True"/>
  <p:tag name="ORIGINALHEIGHT" val=" 6.112731"/>
  <p:tag name="ORIGINALWIDTH" val=" 4.063499"/>
</p:tagLst>
</file>

<file path=ppt/tags/tag1231.xml><?xml version="1.0" encoding="utf-8"?>
<p:tagLst xmlns:a="http://schemas.openxmlformats.org/drawingml/2006/main" xmlns:r="http://schemas.openxmlformats.org/officeDocument/2006/relationships" xmlns:p="http://schemas.openxmlformats.org/presentationml/2006/main">
  <p:tag name="EMFCHILD" val="True"/>
  <p:tag name="ORIGINALHEIGHT" val=" 4.235071"/>
  <p:tag name="ORIGINALWIDTH" val=" 2.349758"/>
</p:tagLst>
</file>

<file path=ppt/tags/tag1232.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233.xml><?xml version="1.0" encoding="utf-8"?>
<p:tagLst xmlns:a="http://schemas.openxmlformats.org/drawingml/2006/main" xmlns:r="http://schemas.openxmlformats.org/officeDocument/2006/relationships" xmlns:p="http://schemas.openxmlformats.org/presentationml/2006/main">
  <p:tag name="EMFCHILD" val="True"/>
  <p:tag name="ORIGINALHEIGHT" val=" 2.272947"/>
  <p:tag name="ORIGINALWIDTH" val=" 6.60724"/>
</p:tagLst>
</file>

<file path=ppt/tags/tag1234.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235.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236.xml><?xml version="1.0" encoding="utf-8"?>
<p:tagLst xmlns:a="http://schemas.openxmlformats.org/drawingml/2006/main" xmlns:r="http://schemas.openxmlformats.org/officeDocument/2006/relationships" xmlns:p="http://schemas.openxmlformats.org/presentationml/2006/main">
  <p:tag name="EMFCHILD" val="True"/>
  <p:tag name="ORIGINALHEIGHT" val=" 3.018923"/>
  <p:tag name="ORIGINALWIDTH" val=" 4.263373"/>
</p:tagLst>
</file>

<file path=ppt/tags/tag1237.xml><?xml version="1.0" encoding="utf-8"?>
<p:tagLst xmlns:a="http://schemas.openxmlformats.org/drawingml/2006/main" xmlns:r="http://schemas.openxmlformats.org/officeDocument/2006/relationships" xmlns:p="http://schemas.openxmlformats.org/presentationml/2006/main">
  <p:tag name="EMFCHILD" val="True"/>
  <p:tag name="ORIGINALHEIGHT" val=" 2.530361"/>
  <p:tag name="ORIGINALWIDTH" val=" 1.376047"/>
</p:tagLst>
</file>

<file path=ppt/tags/tag1238.xml><?xml version="1.0" encoding="utf-8"?>
<p:tagLst xmlns:a="http://schemas.openxmlformats.org/drawingml/2006/main" xmlns:r="http://schemas.openxmlformats.org/officeDocument/2006/relationships" xmlns:p="http://schemas.openxmlformats.org/presentationml/2006/main">
  <p:tag name="EMFCHILD" val="True"/>
  <p:tag name="ORIGINALHEIGHT" val=" 6.092303"/>
  <p:tag name="ORIGINALWIDTH" val=" 4.861508"/>
</p:tagLst>
</file>

<file path=ppt/tags/tag1239.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240.xml><?xml version="1.0" encoding="utf-8"?>
<p:tagLst xmlns:a="http://schemas.openxmlformats.org/drawingml/2006/main" xmlns:r="http://schemas.openxmlformats.org/officeDocument/2006/relationships" xmlns:p="http://schemas.openxmlformats.org/presentationml/2006/main">
  <p:tag name="EMFCHILD" val="True"/>
  <p:tag name="ORIGINALHEIGHT" val=" 1.029599"/>
  <p:tag name="ORIGINALWIDTH" val=" 1.053165"/>
</p:tagLst>
</file>

<file path=ppt/tags/tag1241.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242.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243.xml><?xml version="1.0" encoding="utf-8"?>
<p:tagLst xmlns:a="http://schemas.openxmlformats.org/drawingml/2006/main" xmlns:r="http://schemas.openxmlformats.org/officeDocument/2006/relationships" xmlns:p="http://schemas.openxmlformats.org/presentationml/2006/main">
  <p:tag name="EMFCHILD" val="True"/>
  <p:tag name="ORIGINALHEIGHT" val=" 6.112731"/>
  <p:tag name="ORIGINALWIDTH" val=" 4.063499"/>
</p:tagLst>
</file>

<file path=ppt/tags/tag1244.xml><?xml version="1.0" encoding="utf-8"?>
<p:tagLst xmlns:a="http://schemas.openxmlformats.org/drawingml/2006/main" xmlns:r="http://schemas.openxmlformats.org/officeDocument/2006/relationships" xmlns:p="http://schemas.openxmlformats.org/presentationml/2006/main">
  <p:tag name="EMFCHILD" val="True"/>
  <p:tag name="ORIGINALHEIGHT" val=" 4.235071"/>
  <p:tag name="ORIGINALWIDTH" val=" 2.349758"/>
</p:tagLst>
</file>

<file path=ppt/tags/tag1245.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246.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30"/>
  <p:tag name="IGUANATEXSIZE" val="20"/>
  <p:tag name="LATEXADDIN" val="\documentclass{article}&#10;\usepackage{amsmath}&#10;\pagestyle{empty}&#10;\begin{document}&#10;&#10;&#10;\[&#10;e^{(\ln\left(\frac{p}{1 - p}\right) )} = e^{(\mathbf{x}'\boldsymbol{\beta})}&#10;\]&#10;&#10;&#10;&#10;\end{document}"/>
  <p:tag name="LATEXENGINEID" val="0"/>
  <p:tag name="LATEXFORMHEIGHT" val=" 320"/>
  <p:tag name="LATEXFORMWIDTH" val=" 385"/>
  <p:tag name="LATEXFORMWRAP" val="True"/>
  <p:tag name="ORIGINALHEIGHT" val=" 4.615603"/>
  <p:tag name="ORIGINALWIDTH" val=" 3.788851"/>
  <p:tag name="TEMPFOLDER" val="C:\Users\luisc\Documents\Custom Office Templates\iguana temp\"/>
  <p:tag name="TRANSPARENCY" val="True"/>
</p:tagLst>
</file>

<file path=ppt/tags/tag1247.xml><?xml version="1.0" encoding="utf-8"?>
<p:tagLst xmlns:a="http://schemas.openxmlformats.org/drawingml/2006/main" xmlns:r="http://schemas.openxmlformats.org/officeDocument/2006/relationships" xmlns:p="http://schemas.openxmlformats.org/presentationml/2006/main">
  <p:tag name="EMFCHILD" val="True"/>
  <p:tag name="ORIGINALHEIGHT" val=" 7.125151"/>
  <p:tag name="ORIGINALWIDTH" val=" 1.795727"/>
</p:tagLst>
</file>

<file path=ppt/tags/tag1248.xml><?xml version="1.0" encoding="utf-8"?>
<p:tagLst xmlns:a="http://schemas.openxmlformats.org/drawingml/2006/main" xmlns:r="http://schemas.openxmlformats.org/officeDocument/2006/relationships" xmlns:p="http://schemas.openxmlformats.org/presentationml/2006/main">
  <p:tag name="EMFCHILD" val="True"/>
  <p:tag name="ORIGINALHEIGHT" val=" 4.949828"/>
  <p:tag name="ORIGINALWIDTH" val=" 1.554006"/>
</p:tagLst>
</file>

<file path=ppt/tags/tag1249.xml><?xml version="1.0" encoding="utf-8"?>
<p:tagLst xmlns:a="http://schemas.openxmlformats.org/drawingml/2006/main" xmlns:r="http://schemas.openxmlformats.org/officeDocument/2006/relationships" xmlns:p="http://schemas.openxmlformats.org/presentationml/2006/main">
  <p:tag name="EMFCHILD" val="True"/>
  <p:tag name="ORIGINALHEIGHT" val=" 3.145345"/>
  <p:tag name="ORIGINALWIDTH" val=" 3.702019"/>
</p:tagLst>
</file>

<file path=ppt/tags/tag1250.xml><?xml version="1.0" encoding="utf-8"?>
<p:tagLst xmlns:a="http://schemas.openxmlformats.org/drawingml/2006/main" xmlns:r="http://schemas.openxmlformats.org/officeDocument/2006/relationships" xmlns:p="http://schemas.openxmlformats.org/presentationml/2006/main">
  <p:tag name="EMFCHILD" val="True"/>
  <p:tag name="ORIGINALHEIGHT" val=" 10.189"/>
  <p:tag name="ORIGINALWIDTH" val=" 2.28908"/>
</p:tagLst>
</file>

<file path=ppt/tags/tag1251.xml><?xml version="1.0" encoding="utf-8"?>
<p:tagLst xmlns:a="http://schemas.openxmlformats.org/drawingml/2006/main" xmlns:r="http://schemas.openxmlformats.org/officeDocument/2006/relationships" xmlns:p="http://schemas.openxmlformats.org/presentationml/2006/main">
  <p:tag name="EMFCHILD" val="True"/>
  <p:tag name="ORIGINALHEIGHT" val=" 3.240106"/>
  <p:tag name="ORIGINALWIDTH" val=" 3.03401"/>
</p:tagLst>
</file>

<file path=ppt/tags/tag1252.xml><?xml version="1.0" encoding="utf-8"?>
<p:tagLst xmlns:a="http://schemas.openxmlformats.org/drawingml/2006/main" xmlns:r="http://schemas.openxmlformats.org/officeDocument/2006/relationships" xmlns:p="http://schemas.openxmlformats.org/presentationml/2006/main">
  <p:tag name="EMFCHILD" val="True"/>
  <p:tag name="ORIGINALHEIGHT" val=" .3463932"/>
  <p:tag name="ORIGINALWIDTH" val=" 12.35139"/>
</p:tagLst>
</file>

<file path=ppt/tags/tag1253.xml><?xml version="1.0" encoding="utf-8"?>
<p:tagLst xmlns:a="http://schemas.openxmlformats.org/drawingml/2006/main" xmlns:r="http://schemas.openxmlformats.org/officeDocument/2006/relationships" xmlns:p="http://schemas.openxmlformats.org/presentationml/2006/main">
  <p:tag name="EMFCHILD" val="True"/>
  <p:tag name="ORIGINALHEIGHT" val=" 3.392902"/>
  <p:tag name="ORIGINALWIDTH" val=" 2.027592"/>
</p:tagLst>
</file>

<file path=ppt/tags/tag1254.xml><?xml version="1.0" encoding="utf-8"?>
<p:tagLst xmlns:a="http://schemas.openxmlformats.org/drawingml/2006/main" xmlns:r="http://schemas.openxmlformats.org/officeDocument/2006/relationships" xmlns:p="http://schemas.openxmlformats.org/presentationml/2006/main">
  <p:tag name="EMFCHILD" val="True"/>
  <p:tag name="ORIGINALHEIGHT" val=" .2852747"/>
  <p:tag name="ORIGINALWIDTH" val=" 3.764184"/>
</p:tagLst>
</file>

<file path=ppt/tags/tag1255.xml><?xml version="1.0" encoding="utf-8"?>
<p:tagLst xmlns:a="http://schemas.openxmlformats.org/drawingml/2006/main" xmlns:r="http://schemas.openxmlformats.org/officeDocument/2006/relationships" xmlns:p="http://schemas.openxmlformats.org/presentationml/2006/main">
  <p:tag name="EMFCHILD" val="True"/>
  <p:tag name="ORIGINALHEIGHT" val=" 3.240106"/>
  <p:tag name="ORIGINALWIDTH" val=" 3.03401"/>
</p:tagLst>
</file>

<file path=ppt/tags/tag1256.xml><?xml version="1.0" encoding="utf-8"?>
<p:tagLst xmlns:a="http://schemas.openxmlformats.org/drawingml/2006/main" xmlns:r="http://schemas.openxmlformats.org/officeDocument/2006/relationships" xmlns:p="http://schemas.openxmlformats.org/presentationml/2006/main">
  <p:tag name="EMFCHILD" val="True"/>
  <p:tag name="ORIGINALHEIGHT" val=" 10.189"/>
  <p:tag name="ORIGINALWIDTH" val=" 2.28908"/>
</p:tagLst>
</file>

<file path=ppt/tags/tag1257.xml><?xml version="1.0" encoding="utf-8"?>
<p:tagLst xmlns:a="http://schemas.openxmlformats.org/drawingml/2006/main" xmlns:r="http://schemas.openxmlformats.org/officeDocument/2006/relationships" xmlns:p="http://schemas.openxmlformats.org/presentationml/2006/main">
  <p:tag name="EMFCHILD" val="True"/>
  <p:tag name="ORIGINALHEIGHT" val=" 7.125151"/>
  <p:tag name="ORIGINALWIDTH" val=" 1.788845"/>
</p:tagLst>
</file>

<file path=ppt/tags/tag1258.xml><?xml version="1.0" encoding="utf-8"?>
<p:tagLst xmlns:a="http://schemas.openxmlformats.org/drawingml/2006/main" xmlns:r="http://schemas.openxmlformats.org/officeDocument/2006/relationships" xmlns:p="http://schemas.openxmlformats.org/presentationml/2006/main">
  <p:tag name="EMFCHILD" val="True"/>
  <p:tag name="ORIGINALHEIGHT" val=" 2.384227"/>
  <p:tag name="ORIGINALWIDTH" val=" 6.561428"/>
</p:tagLst>
</file>

<file path=ppt/tags/tag1259.xml><?xml version="1.0" encoding="utf-8"?>
<p:tagLst xmlns:a="http://schemas.openxmlformats.org/drawingml/2006/main" xmlns:r="http://schemas.openxmlformats.org/officeDocument/2006/relationships" xmlns:p="http://schemas.openxmlformats.org/presentationml/2006/main">
  <p:tag name="EMFCHILD" val="True"/>
  <p:tag name="ORIGINALHEIGHT" val=" 4.615603"/>
  <p:tag name="ORIGINALWIDTH" val=" 3.788851"/>
</p:tagLst>
</file>

<file path=ppt/tags/tag1260.xml><?xml version="1.0" encoding="utf-8"?>
<p:tagLst xmlns:a="http://schemas.openxmlformats.org/drawingml/2006/main" xmlns:r="http://schemas.openxmlformats.org/officeDocument/2006/relationships" xmlns:p="http://schemas.openxmlformats.org/presentationml/2006/main">
  <p:tag name="EMFCHILD" val="True"/>
  <p:tag name="ORIGINALHEIGHT" val=" 7.125151"/>
  <p:tag name="ORIGINALWIDTH" val=" 1.795727"/>
</p:tagLst>
</file>

<file path=ppt/tags/tag1261.xml><?xml version="1.0" encoding="utf-8"?>
<p:tagLst xmlns:a="http://schemas.openxmlformats.org/drawingml/2006/main" xmlns:r="http://schemas.openxmlformats.org/officeDocument/2006/relationships" xmlns:p="http://schemas.openxmlformats.org/presentationml/2006/main">
  <p:tag name="EMFCHILD" val="True"/>
  <p:tag name="ORIGINALHEIGHT" val=" 3.166709"/>
  <p:tag name="ORIGINALWIDTH" val=" 4.23386"/>
</p:tagLst>
</file>

<file path=ppt/tags/tag1262.xml><?xml version="1.0" encoding="utf-8"?>
<p:tagLst xmlns:a="http://schemas.openxmlformats.org/drawingml/2006/main" xmlns:r="http://schemas.openxmlformats.org/officeDocument/2006/relationships" xmlns:p="http://schemas.openxmlformats.org/presentationml/2006/main">
  <p:tag name="EMFCHILD" val="True"/>
  <p:tag name="ORIGINALHEIGHT" val=" 2.654195"/>
  <p:tag name="ORIGINALWIDTH" val=" 1.366521"/>
</p:tagLst>
</file>

<file path=ppt/tags/tag1263.xml><?xml version="1.0" encoding="utf-8"?>
<p:tagLst xmlns:a="http://schemas.openxmlformats.org/drawingml/2006/main" xmlns:r="http://schemas.openxmlformats.org/officeDocument/2006/relationships" xmlns:p="http://schemas.openxmlformats.org/presentationml/2006/main">
  <p:tag name="EMFCHILD" val="True"/>
  <p:tag name="ORIGINALHEIGHT" val=" 6.390573"/>
  <p:tag name="ORIGINALWIDTH" val=" 4.82781"/>
</p:tagLst>
</file>

<file path=ppt/tags/tag1264.xml><?xml version="1.0" encoding="utf-8"?>
<p:tagLst xmlns:a="http://schemas.openxmlformats.org/drawingml/2006/main" xmlns:r="http://schemas.openxmlformats.org/officeDocument/2006/relationships" xmlns:p="http://schemas.openxmlformats.org/presentationml/2006/main">
  <p:tag name="EMFCHILD" val="True"/>
  <p:tag name="ORIGINALHEIGHT" val=" 7.125151"/>
  <p:tag name="ORIGINALWIDTH" val=" 1.788845"/>
</p:tagLst>
</file>

<file path=ppt/tags/tag126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81"/>
  <p:tag name="IGUANATEXSIZE" val="20"/>
  <p:tag name="LATEXADDIN" val="\documentclass{article}&#10;\usepackage{amsmath}&#10;\pagestyle{empty}&#10;\begin{document}&#10;&#10;&#10;\[&#10;\text{Odds} = \frac{\Pr(y = 1 \mid \mathbf{x})}{\Pr(y = 0 \mid \mathbf{x})} = \frac{p}{1 - p}&#10;\]&#10;&#10;&#10;&#10;&#10;\end{document}"/>
  <p:tag name="LATEXENGINEID" val="0"/>
  <p:tag name="LATEXFORMHEIGHT" val=" 320"/>
  <p:tag name="LATEXFORMWIDTH" val=" 385"/>
  <p:tag name="LATEXFORMWRAP" val="True"/>
  <p:tag name="ORIGINALHEIGHT" val=" 7.016458"/>
  <p:tag name="ORIGINALWIDTH" val=" 6.637798"/>
  <p:tag name="TEMPFOLDER" val="C:\Users\luisc\Documents\Custom Office Templates\iguana temp\"/>
  <p:tag name="TRANSPARENCY" val="True"/>
</p:tagLst>
</file>

<file path=ppt/tags/tag1266.xml><?xml version="1.0" encoding="utf-8"?>
<p:tagLst xmlns:a="http://schemas.openxmlformats.org/drawingml/2006/main" xmlns:r="http://schemas.openxmlformats.org/officeDocument/2006/relationships" xmlns:p="http://schemas.openxmlformats.org/presentationml/2006/main">
  <p:tag name="EMFCHILD" val="True"/>
  <p:tag name="ORIGINALHEIGHT" val=" 6.80414"/>
  <p:tag name="ORIGINALWIDTH" val=" 4.920919"/>
</p:tagLst>
</file>

<file path=ppt/tags/tag1267.xml><?xml version="1.0" encoding="utf-8"?>
<p:tagLst xmlns:a="http://schemas.openxmlformats.org/drawingml/2006/main" xmlns:r="http://schemas.openxmlformats.org/officeDocument/2006/relationships" xmlns:p="http://schemas.openxmlformats.org/presentationml/2006/main">
  <p:tag name="EMFCHILD" val="True"/>
  <p:tag name="ORIGINALHEIGHT" val=" 6.80414"/>
  <p:tag name="ORIGINALWIDTH" val=" 4.920919"/>
</p:tagLst>
</file>

<file path=ppt/tags/tag1268.xml><?xml version="1.0" encoding="utf-8"?>
<p:tagLst xmlns:a="http://schemas.openxmlformats.org/drawingml/2006/main" xmlns:r="http://schemas.openxmlformats.org/officeDocument/2006/relationships" xmlns:p="http://schemas.openxmlformats.org/presentationml/2006/main">
  <p:tag name="EMFCHILD" val="True"/>
  <p:tag name="ORIGINALHEIGHT" val=" 4.429934"/>
  <p:tag name="ORIGINALWIDTH" val=" 3.263947"/>
</p:tagLst>
</file>

<file path=ppt/tags/tag1269.xml><?xml version="1.0" encoding="utf-8"?>
<p:tagLst xmlns:a="http://schemas.openxmlformats.org/drawingml/2006/main" xmlns:r="http://schemas.openxmlformats.org/officeDocument/2006/relationships" xmlns:p="http://schemas.openxmlformats.org/presentationml/2006/main">
  <p:tag name="EMFCHILD" val="True"/>
  <p:tag name="ORIGINALHEIGHT" val=" 2.258356"/>
  <p:tag name="ORIGINALWIDTH" val=" 6.637798"/>
</p:tagLst>
</file>

<file path=ppt/tags/tag1270.xml><?xml version="1.0" encoding="utf-8"?>
<p:tagLst xmlns:a="http://schemas.openxmlformats.org/drawingml/2006/main" xmlns:r="http://schemas.openxmlformats.org/officeDocument/2006/relationships" xmlns:p="http://schemas.openxmlformats.org/presentationml/2006/main">
  <p:tag name="EMFCHILD" val="True"/>
  <p:tag name="ORIGINALHEIGHT" val=" 6.591822"/>
  <p:tag name="ORIGINALWIDTH" val=" 5.879158"/>
</p:tagLst>
</file>

<file path=ppt/tags/tag1271.xml><?xml version="1.0" encoding="utf-8"?>
<p:tagLst xmlns:a="http://schemas.openxmlformats.org/drawingml/2006/main" xmlns:r="http://schemas.openxmlformats.org/officeDocument/2006/relationships" xmlns:p="http://schemas.openxmlformats.org/presentationml/2006/main">
  <p:tag name="EMFCHILD" val="True"/>
  <p:tag name="ORIGINALHEIGHT" val=" 4.265851"/>
  <p:tag name="ORIGINALWIDTH" val=" 3.353808"/>
</p:tagLst>
</file>

<file path=ppt/tags/tag1272.xml><?xml version="1.0" encoding="utf-8"?>
<p:tagLst xmlns:a="http://schemas.openxmlformats.org/drawingml/2006/main" xmlns:r="http://schemas.openxmlformats.org/officeDocument/2006/relationships" xmlns:p="http://schemas.openxmlformats.org/presentationml/2006/main">
  <p:tag name="EMFCHILD" val="True"/>
  <p:tag name="ORIGINALHEIGHT" val=" 9.651271"/>
  <p:tag name="ORIGINALWIDTH" val=" 2.31573"/>
</p:tagLst>
</file>

<file path=ppt/tags/tag1273.xml><?xml version="1.0" encoding="utf-8"?>
<p:tagLst xmlns:a="http://schemas.openxmlformats.org/drawingml/2006/main" xmlns:r="http://schemas.openxmlformats.org/officeDocument/2006/relationships" xmlns:p="http://schemas.openxmlformats.org/presentationml/2006/main">
  <p:tag name="EMFCHILD" val="True"/>
  <p:tag name="ORIGINALHEIGHT" val=" 6.244382"/>
  <p:tag name="ORIGINALWIDTH" val=" 4.601506"/>
</p:tagLst>
</file>

<file path=ppt/tags/tag1274.xml><?xml version="1.0" encoding="utf-8"?>
<p:tagLst xmlns:a="http://schemas.openxmlformats.org/drawingml/2006/main" xmlns:r="http://schemas.openxmlformats.org/officeDocument/2006/relationships" xmlns:p="http://schemas.openxmlformats.org/presentationml/2006/main">
  <p:tag name="EMFCHILD" val="True"/>
  <p:tag name="ORIGINALHEIGHT" val=" 2.258356"/>
  <p:tag name="ORIGINALWIDTH" val=" 6.637798"/>
</p:tagLst>
</file>

<file path=ppt/tags/tag1275.xml><?xml version="1.0" encoding="utf-8"?>
<p:tagLst xmlns:a="http://schemas.openxmlformats.org/drawingml/2006/main" xmlns:r="http://schemas.openxmlformats.org/officeDocument/2006/relationships" xmlns:p="http://schemas.openxmlformats.org/presentationml/2006/main">
  <p:tag name="EMFCHILD" val="True"/>
  <p:tag name="ORIGINALHEIGHT" val=" 6.427738"/>
  <p:tag name="ORIGINALWIDTH" val=" 3.293901"/>
</p:tagLst>
</file>

<file path=ppt/tags/tag1276.xml><?xml version="1.0" encoding="utf-8"?>
<p:tagLst xmlns:a="http://schemas.openxmlformats.org/drawingml/2006/main" xmlns:r="http://schemas.openxmlformats.org/officeDocument/2006/relationships" xmlns:p="http://schemas.openxmlformats.org/presentationml/2006/main">
  <p:tag name="EMFCHILD" val="True"/>
  <p:tag name="ORIGINALHEIGHT" val=" 9.651271"/>
  <p:tag name="ORIGINALWIDTH" val=" .3992524"/>
</p:tagLst>
</file>

<file path=ppt/tags/tag1277.xml><?xml version="1.0" encoding="utf-8"?>
<p:tagLst xmlns:a="http://schemas.openxmlformats.org/drawingml/2006/main" xmlns:r="http://schemas.openxmlformats.org/officeDocument/2006/relationships" xmlns:p="http://schemas.openxmlformats.org/presentationml/2006/main">
  <p:tag name="EMFCHILD" val="True"/>
  <p:tag name="ORIGINALHEIGHT" val=" 4.285177"/>
  <p:tag name="ORIGINALWIDTH" val=" 5.619652"/>
</p:tagLst>
</file>

<file path=ppt/tags/tag1278.xml><?xml version="1.0" encoding="utf-8"?>
<p:tagLst xmlns:a="http://schemas.openxmlformats.org/drawingml/2006/main" xmlns:r="http://schemas.openxmlformats.org/officeDocument/2006/relationships" xmlns:p="http://schemas.openxmlformats.org/presentationml/2006/main">
  <p:tag name="EMFCHILD" val="True"/>
  <p:tag name="ORIGINALHEIGHT" val=" 9.651271"/>
  <p:tag name="ORIGINALWIDTH" val=" 2.31573"/>
</p:tagLst>
</file>

<file path=ppt/tags/tag1279.xml><?xml version="1.0" encoding="utf-8"?>
<p:tagLst xmlns:a="http://schemas.openxmlformats.org/drawingml/2006/main" xmlns:r="http://schemas.openxmlformats.org/officeDocument/2006/relationships" xmlns:p="http://schemas.openxmlformats.org/presentationml/2006/main">
  <p:tag name="EMFCHILD" val="True"/>
  <p:tag name="ORIGINALHEIGHT" val=" .3859825"/>
  <p:tag name="ORIGINALWIDTH" val=" 56.39381"/>
</p:tagLst>
</file>

<file path=ppt/tags/tag1280.xml><?xml version="1.0" encoding="utf-8"?>
<p:tagLst xmlns:a="http://schemas.openxmlformats.org/drawingml/2006/main" xmlns:r="http://schemas.openxmlformats.org/officeDocument/2006/relationships" xmlns:p="http://schemas.openxmlformats.org/presentationml/2006/main">
  <p:tag name="EMFCHILD" val="True"/>
  <p:tag name="ORIGINALHEIGHT" val=" 6.591822"/>
  <p:tag name="ORIGINALWIDTH" val=" 5.879158"/>
</p:tagLst>
</file>

<file path=ppt/tags/tag1281.xml><?xml version="1.0" encoding="utf-8"?>
<p:tagLst xmlns:a="http://schemas.openxmlformats.org/drawingml/2006/main" xmlns:r="http://schemas.openxmlformats.org/officeDocument/2006/relationships" xmlns:p="http://schemas.openxmlformats.org/presentationml/2006/main">
  <p:tag name="EMFCHILD" val="True"/>
  <p:tag name="ORIGINALHEIGHT" val=" 4.265851"/>
  <p:tag name="ORIGINALWIDTH" val=" 3.353808"/>
</p:tagLst>
</file>

<file path=ppt/tags/tag1282.xml><?xml version="1.0" encoding="utf-8"?>
<p:tagLst xmlns:a="http://schemas.openxmlformats.org/drawingml/2006/main" xmlns:r="http://schemas.openxmlformats.org/officeDocument/2006/relationships" xmlns:p="http://schemas.openxmlformats.org/presentationml/2006/main">
  <p:tag name="EMFCHILD" val="True"/>
  <p:tag name="ORIGINALHEIGHT" val=" 9.651271"/>
  <p:tag name="ORIGINALWIDTH" val=" 2.31573"/>
</p:tagLst>
</file>

<file path=ppt/tags/tag1283.xml><?xml version="1.0" encoding="utf-8"?>
<p:tagLst xmlns:a="http://schemas.openxmlformats.org/drawingml/2006/main" xmlns:r="http://schemas.openxmlformats.org/officeDocument/2006/relationships" xmlns:p="http://schemas.openxmlformats.org/presentationml/2006/main">
  <p:tag name="EMFCHILD" val="True"/>
  <p:tag name="ORIGINALHEIGHT" val=" 6.244382"/>
  <p:tag name="ORIGINALWIDTH" val=" 4.601506"/>
</p:tagLst>
</file>

<file path=ppt/tags/tag1284.xml><?xml version="1.0" encoding="utf-8"?>
<p:tagLst xmlns:a="http://schemas.openxmlformats.org/drawingml/2006/main" xmlns:r="http://schemas.openxmlformats.org/officeDocument/2006/relationships" xmlns:p="http://schemas.openxmlformats.org/presentationml/2006/main">
  <p:tag name="EMFCHILD" val="True"/>
  <p:tag name="ORIGINALHEIGHT" val=" 2.258356"/>
  <p:tag name="ORIGINALWIDTH" val=" 6.637798"/>
</p:tagLst>
</file>

<file path=ppt/tags/tag1285.xml><?xml version="1.0" encoding="utf-8"?>
<p:tagLst xmlns:a="http://schemas.openxmlformats.org/drawingml/2006/main" xmlns:r="http://schemas.openxmlformats.org/officeDocument/2006/relationships" xmlns:p="http://schemas.openxmlformats.org/presentationml/2006/main">
  <p:tag name="EMFCHILD" val="True"/>
  <p:tag name="ORIGINALHEIGHT" val=" 6.640056"/>
  <p:tag name="ORIGINALWIDTH" val=" 4.202254"/>
</p:tagLst>
</file>

<file path=ppt/tags/tag1286.xml><?xml version="1.0" encoding="utf-8"?>
<p:tagLst xmlns:a="http://schemas.openxmlformats.org/drawingml/2006/main" xmlns:r="http://schemas.openxmlformats.org/officeDocument/2006/relationships" xmlns:p="http://schemas.openxmlformats.org/presentationml/2006/main">
  <p:tag name="EMFCHILD" val="True"/>
  <p:tag name="ORIGINALHEIGHT" val=" 9.651271"/>
  <p:tag name="ORIGINALWIDTH" val=" .3992524"/>
</p:tagLst>
</file>

<file path=ppt/tags/tag1287.xml><?xml version="1.0" encoding="utf-8"?>
<p:tagLst xmlns:a="http://schemas.openxmlformats.org/drawingml/2006/main" xmlns:r="http://schemas.openxmlformats.org/officeDocument/2006/relationships" xmlns:p="http://schemas.openxmlformats.org/presentationml/2006/main">
  <p:tag name="EMFCHILD" val="True"/>
  <p:tag name="ORIGINALHEIGHT" val=" 4.285177"/>
  <p:tag name="ORIGINALWIDTH" val=" 5.619652"/>
</p:tagLst>
</file>

<file path=ppt/tags/tag1288.xml><?xml version="1.0" encoding="utf-8"?>
<p:tagLst xmlns:a="http://schemas.openxmlformats.org/drawingml/2006/main" xmlns:r="http://schemas.openxmlformats.org/officeDocument/2006/relationships" xmlns:p="http://schemas.openxmlformats.org/presentationml/2006/main">
  <p:tag name="EMFCHILD" val="True"/>
  <p:tag name="ORIGINALHEIGHT" val=" 9.651271"/>
  <p:tag name="ORIGINALWIDTH" val=" 2.31573"/>
</p:tagLst>
</file>

<file path=ppt/tags/tag1289.xml><?xml version="1.0" encoding="utf-8"?>
<p:tagLst xmlns:a="http://schemas.openxmlformats.org/drawingml/2006/main" xmlns:r="http://schemas.openxmlformats.org/officeDocument/2006/relationships" xmlns:p="http://schemas.openxmlformats.org/presentationml/2006/main">
  <p:tag name="EMFCHILD" val="True"/>
  <p:tag name="ORIGINALHEIGHT" val=" 2.258356"/>
  <p:tag name="ORIGINALWIDTH" val=" 6.637798"/>
</p:tagLst>
</file>

<file path=ppt/tags/tag1290.xml><?xml version="1.0" encoding="utf-8"?>
<p:tagLst xmlns:a="http://schemas.openxmlformats.org/drawingml/2006/main" xmlns:r="http://schemas.openxmlformats.org/officeDocument/2006/relationships" xmlns:p="http://schemas.openxmlformats.org/presentationml/2006/main">
  <p:tag name="EMFCHILD" val="True"/>
  <p:tag name="ORIGINALHEIGHT" val=" 6.138224"/>
  <p:tag name="ORIGINALWIDTH" val=" 5.210379"/>
</p:tagLst>
</file>

<file path=ppt/tags/tag1291.xml><?xml version="1.0" encoding="utf-8"?>
<p:tagLst xmlns:a="http://schemas.openxmlformats.org/drawingml/2006/main" xmlns:r="http://schemas.openxmlformats.org/officeDocument/2006/relationships" xmlns:p="http://schemas.openxmlformats.org/presentationml/2006/main">
  <p:tag name="EMFCHILD" val="True"/>
  <p:tag name="ORIGINALHEIGHT" val=" .3859825"/>
  <p:tag name="ORIGINALWIDTH" val=" 22.21255"/>
</p:tagLst>
</file>

<file path=ppt/tags/tag1292.xml><?xml version="1.0" encoding="utf-8"?>
<p:tagLst xmlns:a="http://schemas.openxmlformats.org/drawingml/2006/main" xmlns:r="http://schemas.openxmlformats.org/officeDocument/2006/relationships" xmlns:p="http://schemas.openxmlformats.org/presentationml/2006/main">
  <p:tag name="EMFCHILD" val="True"/>
  <p:tag name="ORIGINALHEIGHT" val=" 6.427738"/>
  <p:tag name="ORIGINALWIDTH" val=" 3.293901"/>
</p:tagLst>
</file>

<file path=ppt/tags/tag1293.xml><?xml version="1.0" encoding="utf-8"?>
<p:tagLst xmlns:a="http://schemas.openxmlformats.org/drawingml/2006/main" xmlns:r="http://schemas.openxmlformats.org/officeDocument/2006/relationships" xmlns:p="http://schemas.openxmlformats.org/presentationml/2006/main">
  <p:tag name="EMFCHILD" val="True"/>
  <p:tag name="ORIGINALHEIGHT" val=" .3860376"/>
  <p:tag name="ORIGINALWIDTH" val=" 6.098744"/>
</p:tagLst>
</file>

<file path=ppt/tags/tag1294.xml><?xml version="1.0" encoding="utf-8"?>
<p:tagLst xmlns:a="http://schemas.openxmlformats.org/drawingml/2006/main" xmlns:r="http://schemas.openxmlformats.org/officeDocument/2006/relationships" xmlns:p="http://schemas.openxmlformats.org/presentationml/2006/main">
  <p:tag name="EMFCHILD" val="True"/>
  <p:tag name="ORIGINALHEIGHT" val=" 6.138224"/>
  <p:tag name="ORIGINALWIDTH" val=" 5.210379"/>
</p:tagLst>
</file>

<file path=ppt/tags/tag129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99"/>
  <p:tag name="IGUANATEXSIZE" val="20"/>
  <p:tag name="LATEXADDIN" val="\documentclass{article}&#10;\usepackage{amsmath}&#10;\pagestyle{empty}&#10;\begin{document}&#10;&#10;&#10;\[&#10;\text{State of paciente}(y) =&#10;\begin{cases}&#10; 1 &amp; \text{si } y = \text{Survival} \\&#10; 0 &amp; \text{si } y = \text{Death} \\&#10;\end{cases}&#10;\]&#10;&#10;&#10;&#10;&#10;\end{document}"/>
  <p:tag name="LATEXENGINEID" val="0"/>
  <p:tag name="LATEXFORMHEIGHT" val=" 320"/>
  <p:tag name="LATEXFORMWIDTH" val=" 385"/>
  <p:tag name="LATEXFORMWRAP" val="True"/>
  <p:tag name="ORIGINALHEIGHT" val=" 7.244028"/>
  <p:tag name="ORIGINALWIDTH" val=" 21.83565"/>
  <p:tag name="TEMPFOLDER" val="C:\temp\"/>
  <p:tag name="TRANSPARENCY" val="True"/>
</p:tagLst>
</file>

<file path=ppt/tags/tag1296.xml><?xml version="1.0" encoding="utf-8"?>
<p:tagLst xmlns:a="http://schemas.openxmlformats.org/drawingml/2006/main" xmlns:r="http://schemas.openxmlformats.org/officeDocument/2006/relationships" xmlns:p="http://schemas.openxmlformats.org/presentationml/2006/main">
  <p:tag name="EMFCHILD" val="True"/>
  <p:tag name="ORIGINALHEIGHT" val=" 7.13462"/>
  <p:tag name="ORIGINALWIDTH" val=" 8.265422"/>
</p:tagLst>
</file>

<file path=ppt/tags/tag1297.xml><?xml version="1.0" encoding="utf-8"?>
<p:tagLst xmlns:a="http://schemas.openxmlformats.org/drawingml/2006/main" xmlns:r="http://schemas.openxmlformats.org/officeDocument/2006/relationships" xmlns:p="http://schemas.openxmlformats.org/presentationml/2006/main">
  <p:tag name="EMFCHILD" val="True"/>
  <p:tag name="ORIGINALHEIGHT" val=" 8.599096"/>
  <p:tag name="ORIGINALWIDTH" val=" 27.18991"/>
</p:tagLst>
</file>

<file path=ppt/tags/tag1298.xml><?xml version="1.0" encoding="utf-8"?>
<p:tagLst xmlns:a="http://schemas.openxmlformats.org/drawingml/2006/main" xmlns:r="http://schemas.openxmlformats.org/officeDocument/2006/relationships" xmlns:p="http://schemas.openxmlformats.org/presentationml/2006/main">
  <p:tag name="EMFCHILD" val="True"/>
  <p:tag name="ORIGINALHEIGHT" val=" 9.964187"/>
  <p:tag name="ORIGINALWIDTH" val=" 11.40614"/>
</p:tagLst>
</file>

<file path=ppt/tags/tag1299.xml><?xml version="1.0" encoding="utf-8"?>
<p:tagLst xmlns:a="http://schemas.openxmlformats.org/drawingml/2006/main" xmlns:r="http://schemas.openxmlformats.org/officeDocument/2006/relationships" xmlns:p="http://schemas.openxmlformats.org/presentationml/2006/main">
  <p:tag name="EMFCHILD" val="True"/>
  <p:tag name="ORIGINALHEIGHT" val=" 6.4469"/>
  <p:tag name="ORIGINALWIDTH" val=" 4.596"/>
</p:tagLst>
</file>

<file path=ppt/tags/tag1300.xml><?xml version="1.0" encoding="utf-8"?>
<p:tagLst xmlns:a="http://schemas.openxmlformats.org/drawingml/2006/main" xmlns:r="http://schemas.openxmlformats.org/officeDocument/2006/relationships" xmlns:p="http://schemas.openxmlformats.org/presentationml/2006/main">
  <p:tag name="EMFCHILD" val="True"/>
  <p:tag name="ORIGINALHEIGHT" val=" 9.964187"/>
  <p:tag name="ORIGINALWIDTH" val=" 2.312867"/>
</p:tagLst>
</file>

<file path=ppt/tags/tag1301.xml><?xml version="1.0" encoding="utf-8"?>
<p:tagLst xmlns:a="http://schemas.openxmlformats.org/drawingml/2006/main" xmlns:r="http://schemas.openxmlformats.org/officeDocument/2006/relationships" xmlns:p="http://schemas.openxmlformats.org/presentationml/2006/main">
  <p:tag name="EMFCHILD" val="True"/>
  <p:tag name="ORIGINALHEIGHT" val=" 2.331588"/>
  <p:tag name="ORIGINALWIDTH" val=" 6.629924"/>
</p:tagLst>
</file>

<file path=ppt/tags/tag1302.xml><?xml version="1.0" encoding="utf-8"?>
<p:tagLst xmlns:a="http://schemas.openxmlformats.org/drawingml/2006/main" xmlns:r="http://schemas.openxmlformats.org/officeDocument/2006/relationships" xmlns:p="http://schemas.openxmlformats.org/presentationml/2006/main">
  <p:tag name="EMFCHILD" val="True"/>
  <p:tag name="ORIGINALHEIGHT" val=" 29.88265"/>
  <p:tag name="ORIGINALWIDTH" val=" 5.154326"/>
</p:tagLst>
</file>

<file path=ppt/tags/tag1303.xml><?xml version="1.0" encoding="utf-8"?>
<p:tagLst xmlns:a="http://schemas.openxmlformats.org/drawingml/2006/main" xmlns:r="http://schemas.openxmlformats.org/officeDocument/2006/relationships" xmlns:p="http://schemas.openxmlformats.org/presentationml/2006/main">
  <p:tag name="EMFCHILD" val="True"/>
  <p:tag name="ORIGINALHEIGHT" val=" 6.635982"/>
  <p:tag name="ORIGINALWIDTH" val=" 3.289881"/>
</p:tagLst>
</file>

<file path=ppt/tags/tag1304.xml><?xml version="1.0" encoding="utf-8"?>
<p:tagLst xmlns:a="http://schemas.openxmlformats.org/drawingml/2006/main" xmlns:r="http://schemas.openxmlformats.org/officeDocument/2006/relationships" xmlns:p="http://schemas.openxmlformats.org/presentationml/2006/main">
  <p:tag name="EMFCHILD" val="True"/>
  <p:tag name="ORIGINALHEIGHT" val=" 6.775784"/>
  <p:tag name="ORIGINALWIDTH" val=" 6.061852"/>
</p:tagLst>
</file>

<file path=ppt/tags/tag1305.xml><?xml version="1.0" encoding="utf-8"?>
<p:tagLst xmlns:a="http://schemas.openxmlformats.org/drawingml/2006/main" xmlns:r="http://schemas.openxmlformats.org/officeDocument/2006/relationships" xmlns:p="http://schemas.openxmlformats.org/presentationml/2006/main">
  <p:tag name="EMFCHILD" val="True"/>
  <p:tag name="ORIGINALHEIGHT" val=" 6.4469"/>
  <p:tag name="ORIGINALWIDTH" val=" 4.596"/>
</p:tagLst>
</file>

<file path=ppt/tags/tag1306.xml><?xml version="1.0" encoding="utf-8"?>
<p:tagLst xmlns:a="http://schemas.openxmlformats.org/drawingml/2006/main" xmlns:r="http://schemas.openxmlformats.org/officeDocument/2006/relationships" xmlns:p="http://schemas.openxmlformats.org/presentationml/2006/main">
  <p:tag name="EMFCHILD" val="True"/>
  <p:tag name="ORIGINALHEIGHT" val=" 2.331588"/>
  <p:tag name="ORIGINALWIDTH" val=" 6.629924"/>
</p:tagLst>
</file>

<file path=ppt/tags/tag1307.xml><?xml version="1.0" encoding="utf-8"?>
<p:tagLst xmlns:a="http://schemas.openxmlformats.org/drawingml/2006/main" xmlns:r="http://schemas.openxmlformats.org/officeDocument/2006/relationships" xmlns:p="http://schemas.openxmlformats.org/presentationml/2006/main">
  <p:tag name="EMFCHILD" val="True"/>
  <p:tag name="ORIGINALHEIGHT" val=" 7.244028"/>
  <p:tag name="ORIGINALWIDTH" val=" 27.48917"/>
</p:tagLst>
</file>

<file path=ppt/tags/tag1308.xml><?xml version="1.0" encoding="utf-8"?>
<p:tagLst xmlns:a="http://schemas.openxmlformats.org/drawingml/2006/main" xmlns:r="http://schemas.openxmlformats.org/officeDocument/2006/relationships" xmlns:p="http://schemas.openxmlformats.org/presentationml/2006/main">
  <p:tag name="EMFCHILD" val="True"/>
  <p:tag name="ORIGINALHEIGHT" val=" 7.024882"/>
  <p:tag name="ORIGINALWIDTH" val=" 7.108851"/>
</p:tagLst>
</file>

<file path=ppt/tags/tag1309.xml><?xml version="1.0" encoding="utf-8"?>
<p:tagLst xmlns:a="http://schemas.openxmlformats.org/drawingml/2006/main" xmlns:r="http://schemas.openxmlformats.org/officeDocument/2006/relationships" xmlns:p="http://schemas.openxmlformats.org/presentationml/2006/main">
  <p:tag name="EMFCHILD" val="True"/>
  <p:tag name="ORIGINALHEIGHT" val=" 6.855182"/>
  <p:tag name="ORIGINALWIDTH" val=" 4.197243"/>
</p:tagLst>
</file>

<file path=ppt/tags/tag1310.xml><?xml version="1.0" encoding="utf-8"?>
<p:tagLst xmlns:a="http://schemas.openxmlformats.org/drawingml/2006/main" xmlns:r="http://schemas.openxmlformats.org/officeDocument/2006/relationships" xmlns:p="http://schemas.openxmlformats.org/presentationml/2006/main">
  <p:tag name="EMFCHILD" val="True"/>
  <p:tag name="ORIGINALHEIGHT" val=" 6.775728"/>
  <p:tag name="ORIGINALWIDTH" val=" 6.061852"/>
</p:tagLst>
</file>

<file path=ppt/tags/tag1311.xml><?xml version="1.0" encoding="utf-8"?>
<p:tagLst xmlns:a="http://schemas.openxmlformats.org/drawingml/2006/main" xmlns:r="http://schemas.openxmlformats.org/officeDocument/2006/relationships" xmlns:p="http://schemas.openxmlformats.org/presentationml/2006/main">
  <p:tag name="EMFCHILD" val="True"/>
  <p:tag name="ORIGINALHEIGHT" val=" 6.4469"/>
  <p:tag name="ORIGINALWIDTH" val=" 4.596"/>
</p:tagLst>
</file>

<file path=ppt/tags/tag1312.xml><?xml version="1.0" encoding="utf-8"?>
<p:tagLst xmlns:a="http://schemas.openxmlformats.org/drawingml/2006/main" xmlns:r="http://schemas.openxmlformats.org/officeDocument/2006/relationships" xmlns:p="http://schemas.openxmlformats.org/presentationml/2006/main">
  <p:tag name="EMFCHILD" val="True"/>
  <p:tag name="ORIGINALHEIGHT" val=" 2.331588"/>
  <p:tag name="ORIGINALWIDTH" val=" 6.629924"/>
</p:tagLst>
</file>

<file path=ppt/tags/tag1313.xml><?xml version="1.0" encoding="utf-8"?>
<p:tagLst xmlns:a="http://schemas.openxmlformats.org/drawingml/2006/main" xmlns:r="http://schemas.openxmlformats.org/officeDocument/2006/relationships" xmlns:p="http://schemas.openxmlformats.org/presentationml/2006/main">
  <p:tag name="EMFCHILD" val="True"/>
  <p:tag name="ORIGINALHEIGHT" val=" 7.024882"/>
  <p:tag name="ORIGINALWIDTH" val=" 25.87382"/>
</p:tagLst>
</file>

<file path=ppt/tags/tag131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38"/>
  <p:tag name="IGUANATEXSIZE" val="20"/>
  <p:tag name="LATEXADDIN" val="\documentclass{article}&#10;\usepackage{amsmath}&#10;\usepackage{amsfonts}&#10;\pagestyle{empty}&#10;\begin{document}&#10;&#10;&#10;\[&#10; \text{ln}( \frac{p}{1 - p} )= \mathbf{x}'\boldsymbol{\beta}&#10;\]&#10;&#10;&#10;&#10;&#10;&#10;\end{document}"/>
  <p:tag name="LATEXENGINEID" val="0"/>
  <p:tag name="LATEXFORMHEIGHT" val=" 301.5"/>
  <p:tag name="LATEXFORMWIDTH" val=" 385"/>
  <p:tag name="LATEXFORMWRAP" val="True"/>
  <p:tag name="ORIGINALHEIGHT" val=" 6.741195"/>
  <p:tag name="ORIGINALWIDTH" val=" 2.203778"/>
  <p:tag name="TEMPFOLDER" val="C:\Users\luisc\Documents\Custom Office Templates\iguana temp\"/>
  <p:tag name="TRANSPARENCY" val="True"/>
</p:tagLst>
</file>

<file path=ppt/tags/tag1315.xml><?xml version="1.0" encoding="utf-8"?>
<p:tagLst xmlns:a="http://schemas.openxmlformats.org/drawingml/2006/main" xmlns:r="http://schemas.openxmlformats.org/officeDocument/2006/relationships" xmlns:p="http://schemas.openxmlformats.org/presentationml/2006/main">
  <p:tag name="EMFCHILD" val="True"/>
  <p:tag name="ORIGINALHEIGHT" val=" 4.293371"/>
  <p:tag name="ORIGINALWIDTH" val=" 4.993275"/>
</p:tagLst>
</file>

<file path=ppt/tags/tag1316.xml><?xml version="1.0" encoding="utf-8"?>
<p:tagLst xmlns:a="http://schemas.openxmlformats.org/drawingml/2006/main" xmlns:r="http://schemas.openxmlformats.org/officeDocument/2006/relationships" xmlns:p="http://schemas.openxmlformats.org/presentationml/2006/main">
  <p:tag name="EMFCHILD" val="True"/>
  <p:tag name="ORIGINALHEIGHT" val=" 9.713549"/>
  <p:tag name="ORIGINALWIDTH" val=" 2.303059"/>
</p:tagLst>
</file>

<file path=ppt/tags/tag1317.xml><?xml version="1.0" encoding="utf-8"?>
<p:tagLst xmlns:a="http://schemas.openxmlformats.org/drawingml/2006/main" xmlns:r="http://schemas.openxmlformats.org/officeDocument/2006/relationships" xmlns:p="http://schemas.openxmlformats.org/presentationml/2006/main">
  <p:tag name="EMFCHILD" val="True"/>
  <p:tag name="ORIGINALHEIGHT" val=" 6.177814"/>
  <p:tag name="ORIGINALWIDTH" val=" 5.181913"/>
</p:tagLst>
</file>

<file path=ppt/tags/tag1318.xml><?xml version="1.0" encoding="utf-8"?>
<p:tagLst xmlns:a="http://schemas.openxmlformats.org/drawingml/2006/main" xmlns:r="http://schemas.openxmlformats.org/officeDocument/2006/relationships" xmlns:p="http://schemas.openxmlformats.org/presentationml/2006/main">
  <p:tag name="EMFCHILD" val="True"/>
  <p:tag name="ORIGINALHEIGHT" val=" .3885098"/>
  <p:tag name="ORIGINALWIDTH" val=" 22.09107"/>
</p:tagLst>
</file>

<file path=ppt/tags/tag1319.xml><?xml version="1.0" encoding="utf-8"?>
<p:tagLst xmlns:a="http://schemas.openxmlformats.org/drawingml/2006/main" xmlns:r="http://schemas.openxmlformats.org/officeDocument/2006/relationships" xmlns:p="http://schemas.openxmlformats.org/presentationml/2006/main">
  <p:tag name="EMFCHILD" val="True"/>
  <p:tag name="ORIGINALHEIGHT" val=" 6.469196"/>
  <p:tag name="ORIGINALWIDTH" val=" 3.275895"/>
</p:tagLst>
</file>

<file path=ppt/tags/tag1320.xml><?xml version="1.0" encoding="utf-8"?>
<p:tagLst xmlns:a="http://schemas.openxmlformats.org/drawingml/2006/main" xmlns:r="http://schemas.openxmlformats.org/officeDocument/2006/relationships" xmlns:p="http://schemas.openxmlformats.org/presentationml/2006/main">
  <p:tag name="EMFCHILD" val="True"/>
  <p:tag name="ORIGINALHEIGHT" val=" .3885098"/>
  <p:tag name="ORIGINALWIDTH" val=" 6.065392"/>
</p:tagLst>
</file>

<file path=ppt/tags/tag1321.xml><?xml version="1.0" encoding="utf-8"?>
<p:tagLst xmlns:a="http://schemas.openxmlformats.org/drawingml/2006/main" xmlns:r="http://schemas.openxmlformats.org/officeDocument/2006/relationships" xmlns:p="http://schemas.openxmlformats.org/presentationml/2006/main">
  <p:tag name="EMFCHILD" val="True"/>
  <p:tag name="ORIGINALHEIGHT" val=" 6.177814"/>
  <p:tag name="ORIGINALWIDTH" val=" 5.181913"/>
</p:tagLst>
</file>

<file path=ppt/tags/tag1322.xml><?xml version="1.0" encoding="utf-8"?>
<p:tagLst xmlns:a="http://schemas.openxmlformats.org/drawingml/2006/main" xmlns:r="http://schemas.openxmlformats.org/officeDocument/2006/relationships" xmlns:p="http://schemas.openxmlformats.org/presentationml/2006/main">
  <p:tag name="EMFCHILD" val="True"/>
  <p:tag name="ORIGINALHEIGHT" val=" 9.713549"/>
  <p:tag name="ORIGINALWIDTH" val=" 2.303059"/>
</p:tagLst>
</file>

<file path=ppt/tags/tag1323.xml><?xml version="1.0" encoding="utf-8"?>
<p:tagLst xmlns:a="http://schemas.openxmlformats.org/drawingml/2006/main" xmlns:r="http://schemas.openxmlformats.org/officeDocument/2006/relationships" xmlns:p="http://schemas.openxmlformats.org/presentationml/2006/main">
  <p:tag name="EMFCHILD" val="True"/>
  <p:tag name="ORIGINALHEIGHT" val=" 2.272951"/>
  <p:tag name="ORIGINALWIDTH" val=" 6.601493"/>
</p:tagLst>
</file>

<file path=ppt/tags/tag1324.xml><?xml version="1.0" encoding="utf-8"?>
<p:tagLst xmlns:a="http://schemas.openxmlformats.org/drawingml/2006/main" xmlns:r="http://schemas.openxmlformats.org/officeDocument/2006/relationships" xmlns:p="http://schemas.openxmlformats.org/presentationml/2006/main">
  <p:tag name="EMFCHILD" val="True"/>
  <p:tag name="ORIGINALHEIGHT" val=" 4.312797"/>
  <p:tag name="ORIGINALWIDTH" val=" 5.588919"/>
</p:tagLst>
</file>

<file path=ppt/tags/tag1325.xml><?xml version="1.0" encoding="utf-8"?>
<p:tagLst xmlns:a="http://schemas.openxmlformats.org/drawingml/2006/main" xmlns:r="http://schemas.openxmlformats.org/officeDocument/2006/relationships" xmlns:p="http://schemas.openxmlformats.org/presentationml/2006/main">
  <p:tag name="EMFCHILD" val="True"/>
  <p:tag name="ORIGINALHEIGHT" val=" 3.522137"/>
  <p:tag name="ORIGINALWIDTH" val=" 1.744154"/>
</p:tagLst>
</file>

<file path=ppt/tags/tag1326.xml><?xml version="1.0" encoding="utf-8"?>
<p:tagLst xmlns:a="http://schemas.openxmlformats.org/drawingml/2006/main" xmlns:r="http://schemas.openxmlformats.org/officeDocument/2006/relationships" xmlns:p="http://schemas.openxmlformats.org/presentationml/2006/main">
  <p:tag name="EMFCHILD" val="True"/>
  <p:tag name="ORIGINALHEIGHT" val=" 8.703338"/>
  <p:tag name="ORIGINALWIDTH" val=" 6.343388"/>
</p:tagLst>
</file>

<file path=ppt/tags/tag1327.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93"/>
  <p:tag name="IGUANATEXSIZE" val="20"/>
  <p:tag name="IGUANATEXVERSION" val="162"/>
  <p:tag name="LATEXADDIN" val="\documentclass{article}&#10;\usepackage{amsmath}&#10;\pagestyle{empty}&#10;\begin{document}&#10;&#10;\[&#10;e^{(0.1)} \approx 1.105&#10;\]&#10;&#10;&#10;&#10;\end{document}"/>
  <p:tag name="LATEXENGINEID" val="0"/>
  <p:tag name="LATEXFORMHEIGHT" val=" 320"/>
  <p:tag name="LATEXFORMWIDTH" val=" 385"/>
  <p:tag name="LATEXFORMWRAP" val="True"/>
  <p:tag name="ORIGINALHEIGHT" val=" 119.985"/>
  <p:tag name="ORIGINALWIDTH" val=" 709.4113"/>
  <p:tag name="OUTPUTDPI" val=" 1200"/>
  <p:tag name="OUTPUTTYPE" val="PNG"/>
  <p:tag name="TEMPFOLDER" val="C:\Users\luisc\Documents\Custom Office Templates\iguana temp\"/>
  <p:tag name="TRANSPARENCY" val="True"/>
</p:tagLst>
</file>

<file path=ppt/tags/tag1328.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93"/>
  <p:tag name="IGUANATEXSIZE" val="20"/>
  <p:tag name="IGUANATEXVERSION" val="162"/>
  <p:tag name="LATEXADDIN" val="\documentclass{article}&#10;\usepackage{amsmath}&#10;\pagestyle{empty}&#10;\begin{document}&#10;&#10;\[&#10;e^{(0.1)} - 1 = 1.105 - 1 = 0.105&#10;\]&#10;&#10;&#10;&#10;\end{document}"/>
  <p:tag name="LATEXENGINEID" val="0"/>
  <p:tag name="LATEXFORMHEIGHT" val=" 320"/>
  <p:tag name="LATEXFORMWIDTH" val=" 385"/>
  <p:tag name="LATEXFORMWRAP" val="True"/>
  <p:tag name="ORIGINALHEIGHT" val=" 119.985"/>
  <p:tag name="ORIGINALWIDTH" val=" 1586.802"/>
  <p:tag name="OUTPUTDPI" val=" 1200"/>
  <p:tag name="OUTPUTTYPE" val="PNG"/>
  <p:tag name="TEMPFOLDER" val="C:\Users\luisc\Documents\Custom Office Templates\iguana temp\"/>
  <p:tag name="TRANSPARENCY" val="True"/>
</p:tagLst>
</file>

<file path=ppt/tags/tag1329.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126"/>
  <p:tag name="IGUANATEXSIZE" val="20"/>
  <p:tag name="IGUANATEXVERSION" val="162"/>
  <p:tag name="LATEXADDIN" val="\documentclass{article}&#10;\usepackage{amsmath}&#10;\pagestyle{empty}&#10;\begin{document}&#10;&#10;\[&#10;p = \frac{\text{Odds}}{1 + \text{Odds}}&#10;\]&#10;&#10;&#10;\end{document}"/>
  <p:tag name="LATEXENGINEID" val="0"/>
  <p:tag name="LATEXFORMHEIGHT" val=" 320"/>
  <p:tag name="LATEXFORMWIDTH" val=" 385"/>
  <p:tag name="LATEXFORMWRAP" val="True"/>
  <p:tag name="ORIGINALHEIGHT" val=" 267.7165"/>
  <p:tag name="ORIGINALWIDTH" val=" 746.9066"/>
  <p:tag name="OUTPUTDPI" val=" 1200"/>
  <p:tag name="OUTPUTTYPE" val="PNG"/>
  <p:tag name="TEMPFOLDER" val="C:\Users\luisc\Documents\Custom Office Templates\iguana temp\"/>
  <p:tag name="TRANSPARENCY" val="True"/>
</p:tagLst>
</file>

<file path=ppt/tags/tag133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10"/>
  <p:tag name="IGUANATEXSIZE" val="20"/>
  <p:tag name="IGUANATEXVERSION" val="162"/>
  <p:tag name="LATEXADDIN" val="\documentclass{article}&#10;\usepackage{amsmath}&#10;\pagestyle{empty}&#10;\begin{document}&#10;&#10;\begin{table}[ht]&#10;\centering&#10;&#10;\begin{tabular}{|c|c|c|c|c|c|}&#10;\hline&#10;\( z = \mathbf{x}'\boldsymbol{\beta} \) &amp; \( p \) &amp; Odds &amp; \( z + 0.1 \) &amp; Nueva Odds &amp; \( p_{\text{nuevo}} \) \\&#10;\hline&#10;-2 &amp; 0.119 &amp; 0.135 &amp; -1.9 &amp; 0.149 &amp; 0.130 \\&#10;-1 &amp; 0.269 &amp; 0.368 &amp; -0.9 &amp; 0.406 &amp; 0.289 \\&#10;0 &amp; 0.500 &amp; 1.000 &amp; 0.1 &amp; 1.105 &amp; 0.524 \\&#10;1 &amp; 0.731 &amp; 2.718 &amp; 1.1 &amp; 3.004 &amp; 0.750 \\&#10;2 &amp; 0.881 &amp; 7.389 &amp; 2.1 &amp; 8.165 &amp; 0.891 \\&#10;\hline&#10;\end{tabular}&#10;\end{table}&#10;&#10;&#10;\end{document}"/>
  <p:tag name="LATEXENGINEID" val="0"/>
  <p:tag name="LATEXFORMHEIGHT" val=" 320"/>
  <p:tag name="LATEXFORMWIDTH" val=" 385"/>
  <p:tag name="LATEXFORMWRAP" val="True"/>
  <p:tag name="ORIGINALHEIGHT" val=" 72.67677"/>
  <p:tag name="ORIGINALWIDTH" val=" 260.6775"/>
  <p:tag name="OUTPUTTYPE" val="SVG"/>
  <p:tag name="TEMPFOLDER" val="C:\Users\luisc\Documents\Custom Office Templates\iguana temp\"/>
  <p:tag name="TRANSPARENCY" val="True"/>
</p:tagLst>
</file>

<file path=ppt/tags/tag133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10"/>
  <p:tag name="IGUANATEXSIZE" val="20"/>
  <p:tag name="LATEXADDIN" val="\documentclass{article}&#10;\usepackage{amsmath}&#10;\pagestyle{empty}&#10;\begin{document}&#10;&#10;\begin{table}[ht]&#10;\centering&#10;&#10;\begin{tabular}{|c|c|c|c|c|c|}&#10;\hline&#10;\( z = \mathbf{x}'\boldsymbol{\beta} \) &amp; \( p \) &amp; Odds &amp; \( z + 0.1 \) &amp; Nueva Odds &amp; \( p_{\text{nuevo}} \) \\&#10;\hline&#10;-2 &amp; 0.119 &amp; 0.135 &amp; -1.9 &amp; 0.149 &amp; 0.130 \\&#10;-1 &amp; 0.269 &amp; 0.368 &amp; -0.9 &amp; 0.406 &amp; 0.289 \\&#10;0 &amp; 0.500 &amp; 1.000 &amp; 0.1 &amp; 1.105 &amp; 0.524 \\&#10;1 &amp; 0.731 &amp; 2.718 &amp; 1.1 &amp; 3.004 &amp; 0.750 \\&#10;2 &amp; 0.881 &amp; 7.389 &amp; 2.1 &amp; 8.165 &amp; 0.891 \\&#10;\hline&#10;\end{tabular}&#10;\end{table}&#10;&#10;&#10;\end{document}"/>
  <p:tag name="LATEXENGINEID" val="0"/>
  <p:tag name="LATEXFORMHEIGHT" val=" 320"/>
  <p:tag name="LATEXFORMWIDTH" val=" 385"/>
  <p:tag name="LATEXFORMWRAP" val="True"/>
  <p:tag name="ORIGINALHEIGHT" val=" .3971259"/>
  <p:tag name="ORIGINALWIDTH" val=" 260.2786"/>
  <p:tag name="TEMPFOLDER" val="C:\Users\luisc\Documents\Custom Office Templates\iguana temp\"/>
  <p:tag name="TRANSPARENCY" val="True"/>
</p:tagLst>
</file>

<file path=ppt/tags/tag1332.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333.xml><?xml version="1.0" encoding="utf-8"?>
<p:tagLst xmlns:a="http://schemas.openxmlformats.org/drawingml/2006/main" xmlns:r="http://schemas.openxmlformats.org/officeDocument/2006/relationships" xmlns:p="http://schemas.openxmlformats.org/presentationml/2006/main">
  <p:tag name="EMFCHILD" val="True"/>
  <p:tag name="ORIGINALHEIGHT" val=" 4.497598"/>
  <p:tag name="ORIGINALWIDTH" val=" 4.228189"/>
</p:tagLst>
</file>

<file path=ppt/tags/tag1334.xml><?xml version="1.0" encoding="utf-8"?>
<p:tagLst xmlns:a="http://schemas.openxmlformats.org/drawingml/2006/main" xmlns:r="http://schemas.openxmlformats.org/officeDocument/2006/relationships" xmlns:p="http://schemas.openxmlformats.org/presentationml/2006/main">
  <p:tag name="EMFCHILD" val="True"/>
  <p:tag name="ORIGINALHEIGHT" val=" 2.323267"/>
  <p:tag name="ORIGINALWIDTH" val=" 6.631496"/>
</p:tagLst>
</file>

<file path=ppt/tags/tag1335.xml><?xml version="1.0" encoding="utf-8"?>
<p:tagLst xmlns:a="http://schemas.openxmlformats.org/drawingml/2006/main" xmlns:r="http://schemas.openxmlformats.org/officeDocument/2006/relationships" xmlns:p="http://schemas.openxmlformats.org/presentationml/2006/main">
  <p:tag name="EMFCHILD" val="True"/>
  <p:tag name="ORIGINALHEIGHT" val=" 4.408228"/>
  <p:tag name="ORIGINALWIDTH" val=" 5.614331"/>
</p:tagLst>
</file>

<file path=ppt/tags/tag1336.xml><?xml version="1.0" encoding="utf-8"?>
<p:tagLst xmlns:a="http://schemas.openxmlformats.org/drawingml/2006/main" xmlns:r="http://schemas.openxmlformats.org/officeDocument/2006/relationships" xmlns:p="http://schemas.openxmlformats.org/presentationml/2006/main">
  <p:tag name="EMFCHILD" val="True"/>
  <p:tag name="ORIGINALHEIGHT" val=" 3.600078"/>
  <p:tag name="ORIGINALWIDTH" val=" 1.752087"/>
</p:tagLst>
</file>

<file path=ppt/tags/tag1337.xml><?xml version="1.0" encoding="utf-8"?>
<p:tagLst xmlns:a="http://schemas.openxmlformats.org/drawingml/2006/main" xmlns:r="http://schemas.openxmlformats.org/officeDocument/2006/relationships" xmlns:p="http://schemas.openxmlformats.org/presentationml/2006/main">
  <p:tag name="EMFCHILD" val="True"/>
  <p:tag name="ORIGINALHEIGHT" val=" 8.895944"/>
  <p:tag name="ORIGINALWIDTH" val=" 6.372244"/>
</p:tagLst>
</file>

<file path=ppt/tags/tag1338.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339.xml><?xml version="1.0" encoding="utf-8"?>
<p:tagLst xmlns:a="http://schemas.openxmlformats.org/drawingml/2006/main" xmlns:r="http://schemas.openxmlformats.org/officeDocument/2006/relationships" xmlns:p="http://schemas.openxmlformats.org/presentationml/2006/main">
  <p:tag name="EMFCHILD" val="True"/>
  <p:tag name="ORIGINALHEIGHT" val=" 6.314527"/>
  <p:tag name="ORIGINALWIDTH" val=" 5.205472"/>
</p:tagLst>
</file>

<file path=ppt/tags/tag1340.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341.xml><?xml version="1.0" encoding="utf-8"?>
<p:tagLst xmlns:a="http://schemas.openxmlformats.org/drawingml/2006/main" xmlns:r="http://schemas.openxmlformats.org/officeDocument/2006/relationships" xmlns:p="http://schemas.openxmlformats.org/presentationml/2006/main">
  <p:tag name="EMFCHILD" val="True"/>
  <p:tag name="ORIGINALHEIGHT" val=" 7.21803"/>
  <p:tag name="ORIGINALWIDTH" val=" 6.631496"/>
</p:tagLst>
</file>

<file path=ppt/tags/tag1342.xml><?xml version="1.0" encoding="utf-8"?>
<p:tagLst xmlns:a="http://schemas.openxmlformats.org/drawingml/2006/main" xmlns:r="http://schemas.openxmlformats.org/officeDocument/2006/relationships" xmlns:p="http://schemas.openxmlformats.org/presentationml/2006/main">
  <p:tag name="EMFCHILD" val="True"/>
  <p:tag name="ORIGINALHEIGHT" val=" 6.999605"/>
  <p:tag name="ORIGINALWIDTH" val=" 4.916299"/>
</p:tagLst>
</file>

<file path=ppt/tags/tag1343.xml><?xml version="1.0" encoding="utf-8"?>
<p:tagLst xmlns:a="http://schemas.openxmlformats.org/drawingml/2006/main" xmlns:r="http://schemas.openxmlformats.org/officeDocument/2006/relationships" xmlns:p="http://schemas.openxmlformats.org/presentationml/2006/main">
  <p:tag name="EMFCHILD" val="True"/>
  <p:tag name="ORIGINALHEIGHT" val=" 6.999605"/>
  <p:tag name="ORIGINALWIDTH" val=" 4.916299"/>
</p:tagLst>
</file>

<file path=ppt/tags/tag1344.xml><?xml version="1.0" encoding="utf-8"?>
<p:tagLst xmlns:a="http://schemas.openxmlformats.org/drawingml/2006/main" xmlns:r="http://schemas.openxmlformats.org/officeDocument/2006/relationships" xmlns:p="http://schemas.openxmlformats.org/presentationml/2006/main">
  <p:tag name="EMFCHILD" val="True"/>
  <p:tag name="ORIGINALHEIGHT" val=" 4.557165"/>
  <p:tag name="ORIGINALWIDTH" val=" 3.260906"/>
</p:tagLst>
</file>

<file path=ppt/tags/tag1345.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346.xml><?xml version="1.0" encoding="utf-8"?>
<p:tagLst xmlns:a="http://schemas.openxmlformats.org/drawingml/2006/main" xmlns:r="http://schemas.openxmlformats.org/officeDocument/2006/relationships" xmlns:p="http://schemas.openxmlformats.org/presentationml/2006/main">
  <p:tag name="EMFCHILD" val="True"/>
  <p:tag name="ORIGINALHEIGHT" val=" 4.497598"/>
  <p:tag name="ORIGINALWIDTH" val=" 4.228189"/>
</p:tagLst>
</file>

<file path=ppt/tags/tag1347.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6.631496"/>
</p:tagLst>
</file>

<file path=ppt/tags/tag1348.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349.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350.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351.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352.xml><?xml version="1.0" encoding="utf-8"?>
<p:tagLst xmlns:a="http://schemas.openxmlformats.org/drawingml/2006/main" xmlns:r="http://schemas.openxmlformats.org/officeDocument/2006/relationships" xmlns:p="http://schemas.openxmlformats.org/presentationml/2006/main">
  <p:tag name="EMFCHILD" val="True"/>
  <p:tag name="ORIGINALHEIGHT" val=" 6.781141"/>
  <p:tag name="ORIGINALWIDTH" val=" 6.811024"/>
</p:tagLst>
</file>

<file path=ppt/tags/tag1353.xml><?xml version="1.0" encoding="utf-8"?>
<p:tagLst xmlns:a="http://schemas.openxmlformats.org/drawingml/2006/main" xmlns:r="http://schemas.openxmlformats.org/officeDocument/2006/relationships" xmlns:p="http://schemas.openxmlformats.org/presentationml/2006/main">
  <p:tag name="EMFCHILD" val="True"/>
  <p:tag name="ORIGINALHEIGHT" val=" 4.497598"/>
  <p:tag name="ORIGINALWIDTH" val=" 5.016024"/>
</p:tagLst>
</file>

<file path=ppt/tags/tag1354.xml><?xml version="1.0" encoding="utf-8"?>
<p:tagLst xmlns:a="http://schemas.openxmlformats.org/drawingml/2006/main" xmlns:r="http://schemas.openxmlformats.org/officeDocument/2006/relationships" xmlns:p="http://schemas.openxmlformats.org/presentationml/2006/main">
  <p:tag name="EMFCHILD" val="True"/>
  <p:tag name="ORIGINALHEIGHT" val=" 4.557165"/>
  <p:tag name="ORIGINALWIDTH" val=" 3.859213"/>
</p:tagLst>
</file>

<file path=ppt/tags/tag1355.xml><?xml version="1.0" encoding="utf-8"?>
<p:tagLst xmlns:a="http://schemas.openxmlformats.org/drawingml/2006/main" xmlns:r="http://schemas.openxmlformats.org/officeDocument/2006/relationships" xmlns:p="http://schemas.openxmlformats.org/presentationml/2006/main">
  <p:tag name="EMFCHILD" val="True"/>
  <p:tag name="ORIGINALHEIGHT" val=" 4.388385"/>
  <p:tag name="ORIGINALWIDTH" val=" 4.876378"/>
</p:tagLst>
</file>

<file path=ppt/tags/tag1356.xml><?xml version="1.0" encoding="utf-8"?>
<p:tagLst xmlns:a="http://schemas.openxmlformats.org/drawingml/2006/main" xmlns:r="http://schemas.openxmlformats.org/officeDocument/2006/relationships" xmlns:p="http://schemas.openxmlformats.org/presentationml/2006/main">
  <p:tag name="EMFCHILD" val="True"/>
  <p:tag name="ORIGINALHEIGHT" val=" 4.557165"/>
  <p:tag name="ORIGINALWIDTH" val=" 4.497441"/>
</p:tagLst>
</file>

<file path=ppt/tags/tag1357.xml><?xml version="1.0" encoding="utf-8"?>
<p:tagLst xmlns:a="http://schemas.openxmlformats.org/drawingml/2006/main" xmlns:r="http://schemas.openxmlformats.org/officeDocument/2006/relationships" xmlns:p="http://schemas.openxmlformats.org/presentationml/2006/main">
  <p:tag name="EMFCHILD" val="True"/>
  <p:tag name="ORIGINALHEIGHT" val=" 7.21803"/>
  <p:tag name="ORIGINALWIDTH" val=" 6.631496"/>
</p:tagLst>
</file>

<file path=ppt/tags/tag1358.xml><?xml version="1.0" encoding="utf-8"?>
<p:tagLst xmlns:a="http://schemas.openxmlformats.org/drawingml/2006/main" xmlns:r="http://schemas.openxmlformats.org/officeDocument/2006/relationships" xmlns:p="http://schemas.openxmlformats.org/presentationml/2006/main">
  <p:tag name="EMFCHILD" val="True"/>
  <p:tag name="ORIGINALHEIGHT" val=" 6.999605"/>
  <p:tag name="ORIGINALWIDTH" val=" 4.916299"/>
</p:tagLst>
</file>

<file path=ppt/tags/tag1359.xml><?xml version="1.0" encoding="utf-8"?>
<p:tagLst xmlns:a="http://schemas.openxmlformats.org/drawingml/2006/main" xmlns:r="http://schemas.openxmlformats.org/officeDocument/2006/relationships" xmlns:p="http://schemas.openxmlformats.org/presentationml/2006/main">
  <p:tag name="EMFCHILD" val="True"/>
  <p:tag name="ORIGINALHEIGHT" val=" 6.999605"/>
  <p:tag name="ORIGINALWIDTH" val=" 4.916299"/>
</p:tagLst>
</file>

<file path=ppt/tags/tag1360.xml><?xml version="1.0" encoding="utf-8"?>
<p:tagLst xmlns:a="http://schemas.openxmlformats.org/drawingml/2006/main" xmlns:r="http://schemas.openxmlformats.org/officeDocument/2006/relationships" xmlns:p="http://schemas.openxmlformats.org/presentationml/2006/main">
  <p:tag name="EMFCHILD" val="True"/>
  <p:tag name="ORIGINALHEIGHT" val=" 4.557165"/>
  <p:tag name="ORIGINALWIDTH" val=" 3.260906"/>
</p:tagLst>
</file>

<file path=ppt/tags/tag1361.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362.xml><?xml version="1.0" encoding="utf-8"?>
<p:tagLst xmlns:a="http://schemas.openxmlformats.org/drawingml/2006/main" xmlns:r="http://schemas.openxmlformats.org/officeDocument/2006/relationships" xmlns:p="http://schemas.openxmlformats.org/presentationml/2006/main">
  <p:tag name="EMFCHILD" val="True"/>
  <p:tag name="ORIGINALHEIGHT" val=" 6.314527"/>
  <p:tag name="ORIGINALWIDTH" val=" 5.205472"/>
</p:tagLst>
</file>

<file path=ppt/tags/tag1363.xml><?xml version="1.0" encoding="utf-8"?>
<p:tagLst xmlns:a="http://schemas.openxmlformats.org/drawingml/2006/main" xmlns:r="http://schemas.openxmlformats.org/officeDocument/2006/relationships" xmlns:p="http://schemas.openxmlformats.org/presentationml/2006/main">
  <p:tag name="EMFCHILD" val="True"/>
  <p:tag name="ORIGINALHEIGHT" val=" 3.064921"/>
  <p:tag name="ORIGINALWIDTH" val=" 3.741575"/>
</p:tagLst>
</file>

<file path=ppt/tags/tag1364.xml><?xml version="1.0" encoding="utf-8"?>
<p:tagLst xmlns:a="http://schemas.openxmlformats.org/drawingml/2006/main" xmlns:r="http://schemas.openxmlformats.org/officeDocument/2006/relationships" xmlns:p="http://schemas.openxmlformats.org/presentationml/2006/main">
  <p:tag name="EMFCHILD" val="True"/>
  <p:tag name="ORIGINALHEIGHT" val=" 3.134409"/>
  <p:tag name="ORIGINALWIDTH" val=" 3.741575"/>
</p:tagLst>
</file>

<file path=ppt/tags/tag1365.xml><?xml version="1.0" encoding="utf-8"?>
<p:tagLst xmlns:a="http://schemas.openxmlformats.org/drawingml/2006/main" xmlns:r="http://schemas.openxmlformats.org/officeDocument/2006/relationships" xmlns:p="http://schemas.openxmlformats.org/presentationml/2006/main">
  <p:tag name="EMFCHILD" val="True"/>
  <p:tag name="ORIGINALHEIGHT" val=" 3.169173"/>
  <p:tag name="ORIGINALWIDTH" val=" 2.994646"/>
</p:tagLst>
</file>

<file path=ppt/tags/tag1366.xml><?xml version="1.0" encoding="utf-8"?>
<p:tagLst xmlns:a="http://schemas.openxmlformats.org/drawingml/2006/main" xmlns:r="http://schemas.openxmlformats.org/officeDocument/2006/relationships" xmlns:p="http://schemas.openxmlformats.org/presentationml/2006/main">
  <p:tag name="EMFCHILD" val="True"/>
  <p:tag name="ORIGINALHEIGHT" val=" 3.064921"/>
  <p:tag name="ORIGINALWIDTH" val=" 3.748543"/>
</p:tagLst>
</file>

<file path=ppt/tags/tag1367.xml><?xml version="1.0" encoding="utf-8"?>
<p:tagLst xmlns:a="http://schemas.openxmlformats.org/drawingml/2006/main" xmlns:r="http://schemas.openxmlformats.org/officeDocument/2006/relationships" xmlns:p="http://schemas.openxmlformats.org/presentationml/2006/main">
  <p:tag name="EMFCHILD" val="True"/>
  <p:tag name="ORIGINALHEIGHT" val=" 3.169173"/>
  <p:tag name="ORIGINALWIDTH" val=" 3.420433"/>
</p:tagLst>
</file>

<file path=ppt/tags/tag1368.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369.xml><?xml version="1.0" encoding="utf-8"?>
<p:tagLst xmlns:a="http://schemas.openxmlformats.org/drawingml/2006/main" xmlns:r="http://schemas.openxmlformats.org/officeDocument/2006/relationships" xmlns:p="http://schemas.openxmlformats.org/presentationml/2006/main">
  <p:tag name="EMFCHILD" val="True"/>
  <p:tag name="ORIGINALHEIGHT" val=" .3971259"/>
  <p:tag name="ORIGINALWIDTH" val=" 260.2786"/>
</p:tagLst>
</file>

<file path=ppt/tags/tag1370.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371.xml><?xml version="1.0" encoding="utf-8"?>
<p:tagLst xmlns:a="http://schemas.openxmlformats.org/drawingml/2006/main" xmlns:r="http://schemas.openxmlformats.org/officeDocument/2006/relationships" xmlns:p="http://schemas.openxmlformats.org/presentationml/2006/main">
  <p:tag name="EMFCHILD" val="True"/>
  <p:tag name="ORIGINALHEIGHT" val=" .5758267"/>
  <p:tag name="ORIGINALWIDTH" val=" 2.642638"/>
</p:tagLst>
</file>

<file path=ppt/tags/tag1372.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978898"/>
</p:tagLst>
</file>

<file path=ppt/tags/tag1373.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374.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375.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376.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377.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378.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379.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380.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381.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382.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383.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384.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3.978898"/>
</p:tagLst>
</file>

<file path=ppt/tags/tag1385.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386.xml><?xml version="1.0" encoding="utf-8"?>
<p:tagLst xmlns:a="http://schemas.openxmlformats.org/drawingml/2006/main" xmlns:r="http://schemas.openxmlformats.org/officeDocument/2006/relationships" xmlns:p="http://schemas.openxmlformats.org/presentationml/2006/main">
  <p:tag name="EMFCHILD" val="True"/>
  <p:tag name="ORIGINALHEIGHT" val=" .5758267"/>
  <p:tag name="ORIGINALWIDTH" val=" 2.642638"/>
</p:tagLst>
</file>

<file path=ppt/tags/tag1387.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388.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389.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390.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391.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392.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393.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394.xml><?xml version="1.0" encoding="utf-8"?>
<p:tagLst xmlns:a="http://schemas.openxmlformats.org/drawingml/2006/main" xmlns:r="http://schemas.openxmlformats.org/officeDocument/2006/relationships" xmlns:p="http://schemas.openxmlformats.org/presentationml/2006/main">
  <p:tag name="EMFCHILD" val="True"/>
  <p:tag name="ORIGINALHEIGHT" val=" 6.721574"/>
  <p:tag name="ORIGINALWIDTH" val=" 4.417677"/>
</p:tagLst>
</file>

<file path=ppt/tags/tag1395.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396.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397.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398.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399.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400.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401.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02.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03.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04.xml><?xml version="1.0" encoding="utf-8"?>
<p:tagLst xmlns:a="http://schemas.openxmlformats.org/drawingml/2006/main" xmlns:r="http://schemas.openxmlformats.org/officeDocument/2006/relationships" xmlns:p="http://schemas.openxmlformats.org/presentationml/2006/main">
  <p:tag name="EMFCHILD" val="True"/>
  <p:tag name="ORIGINALHEIGHT" val=" .5758267"/>
  <p:tag name="ORIGINALWIDTH" val=" 2.642638"/>
</p:tagLst>
</file>

<file path=ppt/tags/tag1405.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406.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07.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08.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409.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978898"/>
</p:tagLst>
</file>

<file path=ppt/tags/tag1410.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411.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412.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13.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14.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415.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416.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417.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418.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19.xml><?xml version="1.0" encoding="utf-8"?>
<p:tagLst xmlns:a="http://schemas.openxmlformats.org/drawingml/2006/main" xmlns:r="http://schemas.openxmlformats.org/officeDocument/2006/relationships" xmlns:p="http://schemas.openxmlformats.org/presentationml/2006/main">
  <p:tag name="EMFCHILD" val="True"/>
  <p:tag name="ORIGINALHEIGHT" val=" .5758267"/>
  <p:tag name="ORIGINALWIDTH" val=" 2.642638"/>
</p:tagLst>
</file>

<file path=ppt/tags/tag1420.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21.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422.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423.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24.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25.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426.xml><?xml version="1.0" encoding="utf-8"?>
<p:tagLst xmlns:a="http://schemas.openxmlformats.org/drawingml/2006/main" xmlns:r="http://schemas.openxmlformats.org/officeDocument/2006/relationships" xmlns:p="http://schemas.openxmlformats.org/presentationml/2006/main">
  <p:tag name="EMFCHILD" val="True"/>
  <p:tag name="ORIGINALHEIGHT" val=" 6.721574"/>
  <p:tag name="ORIGINALWIDTH" val=" 4.417677"/>
</p:tagLst>
</file>

<file path=ppt/tags/tag1427.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28.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429.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30.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31.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432.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978898"/>
</p:tagLst>
</file>

<file path=ppt/tags/tag1433.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434.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435.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36.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37.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38.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39.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40.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441.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3.978898"/>
</p:tagLst>
</file>

<file path=ppt/tags/tag1442.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43.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44.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45.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446.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447.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48.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49.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50.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51.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52.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453.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454.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55.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456.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457.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458.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59.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3.978898"/>
</p:tagLst>
</file>

<file path=ppt/tags/tag1460.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61.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62.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463.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3.978898"/>
</p:tagLst>
</file>

<file path=ppt/tags/tag1464.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978898"/>
</p:tagLst>
</file>

<file path=ppt/tags/tag1465.xml><?xml version="1.0" encoding="utf-8"?>
<p:tagLst xmlns:a="http://schemas.openxmlformats.org/drawingml/2006/main" xmlns:r="http://schemas.openxmlformats.org/officeDocument/2006/relationships" xmlns:p="http://schemas.openxmlformats.org/presentationml/2006/main">
  <p:tag name="EMFCHILD" val="True"/>
  <p:tag name="ORIGINALHEIGHT" val=" 6.721574"/>
  <p:tag name="ORIGINALWIDTH" val=" 4.417677"/>
</p:tagLst>
</file>

<file path=ppt/tags/tag1466.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67.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68.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469.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70.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71.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472.xml><?xml version="1.0" encoding="utf-8"?>
<p:tagLst xmlns:a="http://schemas.openxmlformats.org/drawingml/2006/main" xmlns:r="http://schemas.openxmlformats.org/officeDocument/2006/relationships" xmlns:p="http://schemas.openxmlformats.org/presentationml/2006/main">
  <p:tag name="EMFCHILD" val="True"/>
  <p:tag name="ORIGINALHEIGHT" val=" 6.930078"/>
  <p:tag name="ORIGINALWIDTH" val=" 4.278071"/>
</p:tagLst>
</file>

<file path=ppt/tags/tag1473.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474.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475.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76.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978898"/>
</p:tagLst>
</file>

<file path=ppt/tags/tag1477.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478.xml><?xml version="1.0" encoding="utf-8"?>
<p:tagLst xmlns:a="http://schemas.openxmlformats.org/drawingml/2006/main" xmlns:r="http://schemas.openxmlformats.org/officeDocument/2006/relationships" xmlns:p="http://schemas.openxmlformats.org/presentationml/2006/main">
  <p:tag name="EMFCHILD" val="True"/>
  <p:tag name="ORIGINALHEIGHT" val=" 6.930078"/>
  <p:tag name="ORIGINALWIDTH" val=" 4.278071"/>
</p:tagLst>
</file>

<file path=ppt/tags/tag1479.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480.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481.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82.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483.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484.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485.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86.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487.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488.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89.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90.xml><?xml version="1.0" encoding="utf-8"?>
<p:tagLst xmlns:a="http://schemas.openxmlformats.org/drawingml/2006/main" xmlns:r="http://schemas.openxmlformats.org/officeDocument/2006/relationships" xmlns:p="http://schemas.openxmlformats.org/presentationml/2006/main">
  <p:tag name="EMFCHILD" val="True"/>
  <p:tag name="ORIGINALHEIGHT" val=" 6.721574"/>
  <p:tag name="ORIGINALWIDTH" val=" 4.417677"/>
</p:tagLst>
</file>

<file path=ppt/tags/tag1491.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92.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93.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494.xml><?xml version="1.0" encoding="utf-8"?>
<p:tagLst xmlns:a="http://schemas.openxmlformats.org/drawingml/2006/main" xmlns:r="http://schemas.openxmlformats.org/officeDocument/2006/relationships" xmlns:p="http://schemas.openxmlformats.org/presentationml/2006/main">
  <p:tag name="EMFCHILD" val="True"/>
  <p:tag name="ORIGINALHEIGHT" val=" 6.930078"/>
  <p:tag name="ORIGINALWIDTH" val=" 4.278071"/>
</p:tagLst>
</file>

<file path=ppt/tags/tag1495.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3.978898"/>
</p:tagLst>
</file>

<file path=ppt/tags/tag1496.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497.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98.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499.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978898"/>
</p:tagLst>
</file>

<file path=ppt/tags/tag1500.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501.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502.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503.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504.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505.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506.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507.xml><?xml version="1.0" encoding="utf-8"?>
<p:tagLst xmlns:a="http://schemas.openxmlformats.org/drawingml/2006/main" xmlns:r="http://schemas.openxmlformats.org/officeDocument/2006/relationships" xmlns:p="http://schemas.openxmlformats.org/presentationml/2006/main">
  <p:tag name="EMFCHILD" val="True"/>
  <p:tag name="ORIGINALHEIGHT" val=" 6.930078"/>
  <p:tag name="ORIGINALWIDTH" val=" 4.278071"/>
</p:tagLst>
</file>

<file path=ppt/tags/tag1508.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509.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510.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511.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512.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513.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978898"/>
</p:tagLst>
</file>

<file path=ppt/tags/tag1514.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515.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516.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517.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518.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519.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520.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521.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3.978898"/>
</p:tagLst>
</file>

<file path=ppt/tags/tag1522.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523.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98268"/>
</p:tagLst>
</file>

<file path=ppt/tags/tag1524.xml><?xml version="1.0" encoding="utf-8"?>
<p:tagLst xmlns:a="http://schemas.openxmlformats.org/drawingml/2006/main" xmlns:r="http://schemas.openxmlformats.org/officeDocument/2006/relationships" xmlns:p="http://schemas.openxmlformats.org/presentationml/2006/main">
  <p:tag name="EMFCHILD" val="True"/>
  <p:tag name="ORIGINALHEIGHT" val=" 1.052401"/>
  <p:tag name="ORIGINALWIDTH" val=" 1.057047"/>
</p:tagLst>
</file>

<file path=ppt/tags/tag1525.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526.xml><?xml version="1.0" encoding="utf-8"?>
<p:tagLst xmlns:a="http://schemas.openxmlformats.org/drawingml/2006/main" xmlns:r="http://schemas.openxmlformats.org/officeDocument/2006/relationships" xmlns:p="http://schemas.openxmlformats.org/presentationml/2006/main">
  <p:tag name="EMFCHILD" val="True"/>
  <p:tag name="ORIGINALHEIGHT" val=" 6.830786"/>
  <p:tag name="ORIGINALWIDTH" val=" 4.138464"/>
</p:tagLst>
</file>

<file path=ppt/tags/tag1527.xml><?xml version="1.0" encoding="utf-8"?>
<p:tagLst xmlns:a="http://schemas.openxmlformats.org/drawingml/2006/main" xmlns:r="http://schemas.openxmlformats.org/officeDocument/2006/relationships" xmlns:p="http://schemas.openxmlformats.org/presentationml/2006/main">
  <p:tag name="EMFCHILD" val="True"/>
  <p:tag name="ORIGINALHEIGHT" val=" 6.612361"/>
  <p:tag name="ORIGINALWIDTH" val=" 3.290827"/>
</p:tagLst>
</file>

<file path=ppt/tags/tag1528.xml><?xml version="1.0" encoding="utf-8"?>
<p:tagLst xmlns:a="http://schemas.openxmlformats.org/drawingml/2006/main" xmlns:r="http://schemas.openxmlformats.org/officeDocument/2006/relationships" xmlns:p="http://schemas.openxmlformats.org/presentationml/2006/main">
  <p:tag name="EMFCHILD" val="True"/>
  <p:tag name="ORIGINALHEIGHT" val=" 11.91421"/>
  <p:tag name="ORIGINALWIDTH" val=" .3988583"/>
</p:tagLst>
</file>

<file path=ppt/tags/tag1529.xml><?xml version="1.0" encoding="utf-8"?>
<p:tagLst xmlns:a="http://schemas.openxmlformats.org/drawingml/2006/main" xmlns:r="http://schemas.openxmlformats.org/officeDocument/2006/relationships" xmlns:p="http://schemas.openxmlformats.org/presentationml/2006/main">
  <p:tag name="EMFCHILD" val="True"/>
  <p:tag name="ORIGINALHEIGHT" val=" .3971259"/>
  <p:tag name="ORIGINALWIDTH" val=" 260.2786"/>
</p:tagLst>
</file>

<file path=ppt/tags/tag153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95"/>
  <p:tag name="IGUANATEXSIZE" val="20"/>
  <p:tag name="IGUANATEXVERSION" val="162"/>
  <p:tag name="LATEXADDIN" val="\documentclass{article}&#10;\usepackage{amsmath}&#10;\usepackage{amsfonts}&#10;\pagestyle{empty}&#10;\begin{document}&#10;&#10;&#10;\[&#10;\Pr(Y = 1 \mid x_1 \hdots x_k) = \frac{1}{1 + e^{-(\beta_0 + \beta_1 x_1 \hdots \beta_k x_k)}}&#10;\]&#10;&#10;&#10;&#10;&#10;&#10;\end{document}"/>
  <p:tag name="LATEXENGINEID" val="0"/>
  <p:tag name="LATEXFORMHEIGHT" val=" 320"/>
  <p:tag name="LATEXFORMWIDTH" val=" 385"/>
  <p:tag name="LATEXFORMWRAP" val="True"/>
  <p:tag name="ORIGINALHEIGHT" val=" 21.21432"/>
  <p:tag name="ORIGINALWIDTH" val=" 194.0041"/>
  <p:tag name="OUTPUTTYPE" val="SVG"/>
  <p:tag name="TEMPFOLDER" val="C:\Users\luisc\Documents\Custom Office Templates\iguana temp\"/>
  <p:tag name="TRANSPARENCY" val="True"/>
</p:tagLst>
</file>

<file path=ppt/tags/tag153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243"/>
  <p:tag name="IGUANATEXSIZE" val="20"/>
  <p:tag name="IGUANATEXVERSION" val="162"/>
  <p:tag name="LATEXADDIN" val="\documentclass{article}&#10;\usepackage{amsmath}&#10;\usepackage{amsfonts}&#10;\pagestyle{empty}&#10;\begin{document}&#10;&#10;&#10;\[&#10;\Pr(y_1 = 1 \mid \text{gre}_1,\text{gpa}_1,\text{rank}_1) = \frac{1}{1 + e^{-(\beta_0 + \beta_1 gre_1 + \beta_2 gpa_2 + \beta_3 rank_2)}}&#10;\]&#10;&#10;&#10;&#10;&#10;&#10;\end{document}"/>
  <p:tag name="LATEXENGINEID" val="0"/>
  <p:tag name="LATEXFORMHEIGHT" val=" 320"/>
  <p:tag name="LATEXFORMWIDTH" val=" 385"/>
  <p:tag name="LATEXFORMWRAP" val="True"/>
  <p:tag name="ORIGINALHEIGHT" val=" 21.21432"/>
  <p:tag name="ORIGINALWIDTH" val=" 279.1558"/>
  <p:tag name="OUTPUTTYPE" val="SVG"/>
  <p:tag name="TEMPFOLDER" val="C:\Users\luisc\Documents\Custom Office Templates\iguana temp\"/>
  <p:tag name="TRANSPARENCY" val="True"/>
</p:tagLst>
</file>

<file path=ppt/tags/tag153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243"/>
  <p:tag name="IGUANATEXSIZE" val="20"/>
  <p:tag name="LATEXADDIN" val="\documentclass{article}&#10;\usepackage{amsmath}&#10;\usepackage{amsfonts}&#10;\pagestyle{empty}&#10;\begin{document}&#10;&#10;&#10;\[&#10;\Pr(y_1 = 1 \mid \text{gre}_1,\text{gpa}_1,\text{rank}_1) = \frac{1}{1 + e^{-(\beta_0 + \beta_1 gre_1 + \beta_2 gpa_2 + \beta_3 rank_2)}}&#10;\]&#10;&#10;&#10;&#10;&#10;&#10;\end{document}"/>
  <p:tag name="LATEXENGINEID" val="0"/>
  <p:tag name="LATEXFORMHEIGHT" val=" 320"/>
  <p:tag name="LATEXFORMWIDTH" val=" 385"/>
  <p:tag name="LATEXFORMWRAP" val="True"/>
  <p:tag name="ORIGINALHEIGHT" val=" 6.804452"/>
  <p:tag name="ORIGINALWIDTH" val=" 5.862736"/>
  <p:tag name="TEMPFOLDER" val="C:\Users\luisc\Documents\Custom Office Templates\iguana temp\"/>
  <p:tag name="TRANSPARENCY" val="True"/>
</p:tagLst>
</file>

<file path=ppt/tags/tag1533.xml><?xml version="1.0" encoding="utf-8"?>
<p:tagLst xmlns:a="http://schemas.openxmlformats.org/drawingml/2006/main" xmlns:r="http://schemas.openxmlformats.org/officeDocument/2006/relationships" xmlns:p="http://schemas.openxmlformats.org/presentationml/2006/main">
  <p:tag name="EMFCHILD" val="True"/>
  <p:tag name="ORIGINALHEIGHT" val=" 4.403462"/>
  <p:tag name="ORIGINALWIDTH" val=" 3.344434"/>
</p:tagLst>
</file>

<file path=ppt/tags/tag1534.xml><?xml version="1.0" encoding="utf-8"?>
<p:tagLst xmlns:a="http://schemas.openxmlformats.org/drawingml/2006/main" xmlns:r="http://schemas.openxmlformats.org/officeDocument/2006/relationships" xmlns:p="http://schemas.openxmlformats.org/presentationml/2006/main">
  <p:tag name="EMFCHILD" val="True"/>
  <p:tag name="ORIGINALHEIGHT" val=" 9.962613"/>
  <p:tag name="ORIGINALWIDTH" val=" 2.309267"/>
</p:tagLst>
</file>

<file path=ppt/tags/tag1535.xml><?xml version="1.0" encoding="utf-8"?>
<p:tagLst xmlns:a="http://schemas.openxmlformats.org/drawingml/2006/main" xmlns:r="http://schemas.openxmlformats.org/officeDocument/2006/relationships" xmlns:p="http://schemas.openxmlformats.org/presentationml/2006/main">
  <p:tag name="EMFCHILD" val="True"/>
  <p:tag name="ORIGINALHEIGHT" val=" 6.445798"/>
  <p:tag name="ORIGINALWIDTH" val=" 4.588635"/>
</p:tagLst>
</file>

<file path=ppt/tags/tag1536.xml><?xml version="1.0" encoding="utf-8"?>
<p:tagLst xmlns:a="http://schemas.openxmlformats.org/drawingml/2006/main" xmlns:r="http://schemas.openxmlformats.org/officeDocument/2006/relationships" xmlns:p="http://schemas.openxmlformats.org/presentationml/2006/main">
  <p:tag name="EMFCHILD" val="True"/>
  <p:tag name="ORIGINALHEIGHT" val=" 4.630614"/>
  <p:tag name="ORIGINALWIDTH" val=" 2.536207"/>
</p:tagLst>
</file>

<file path=ppt/tags/tag1537.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619231"/>
</p:tagLst>
</file>

<file path=ppt/tags/tag1538.xml><?xml version="1.0" encoding="utf-8"?>
<p:tagLst xmlns:a="http://schemas.openxmlformats.org/drawingml/2006/main" xmlns:r="http://schemas.openxmlformats.org/officeDocument/2006/relationships" xmlns:p="http://schemas.openxmlformats.org/presentationml/2006/main">
  <p:tag name="EMFCHILD" val="True"/>
  <p:tag name="ORIGINALHEIGHT" val=" 6.635113"/>
  <p:tag name="ORIGINALWIDTH" val=" 3.284722"/>
</p:tagLst>
</file>

<file path=ppt/tags/tag1539.xml><?xml version="1.0" encoding="utf-8"?>
<p:tagLst xmlns:a="http://schemas.openxmlformats.org/drawingml/2006/main" xmlns:r="http://schemas.openxmlformats.org/officeDocument/2006/relationships" xmlns:p="http://schemas.openxmlformats.org/presentationml/2006/main">
  <p:tag name="EMFCHILD" val="True"/>
  <p:tag name="ORIGINALHEIGHT" val=" 9.962613"/>
  <p:tag name="ORIGINALWIDTH" val=" .3981378"/>
</p:tagLst>
</file>

<file path=ppt/tags/tag1540.xml><?xml version="1.0" encoding="utf-8"?>
<p:tagLst xmlns:a="http://schemas.openxmlformats.org/drawingml/2006/main" xmlns:r="http://schemas.openxmlformats.org/officeDocument/2006/relationships" xmlns:p="http://schemas.openxmlformats.org/presentationml/2006/main">
  <p:tag name="EMFCHILD" val="True"/>
  <p:tag name="ORIGINALHEIGHT" val=" 6.56535"/>
  <p:tag name="ORIGINALWIDTH" val=" 4.548856"/>
</p:tagLst>
</file>

<file path=ppt/tags/tag1541.xml><?xml version="1.0" encoding="utf-8"?>
<p:tagLst xmlns:a="http://schemas.openxmlformats.org/drawingml/2006/main" xmlns:r="http://schemas.openxmlformats.org/officeDocument/2006/relationships" xmlns:p="http://schemas.openxmlformats.org/presentationml/2006/main">
  <p:tag name="EMFCHILD" val="True"/>
  <p:tag name="ORIGINALHEIGHT" val=" 4.403462"/>
  <p:tag name="ORIGINALWIDTH" val=" 3.344434"/>
</p:tagLst>
</file>

<file path=ppt/tags/tag1542.xml><?xml version="1.0" encoding="utf-8"?>
<p:tagLst xmlns:a="http://schemas.openxmlformats.org/drawingml/2006/main" xmlns:r="http://schemas.openxmlformats.org/officeDocument/2006/relationships" xmlns:p="http://schemas.openxmlformats.org/presentationml/2006/main">
  <p:tag name="EMFCHILD" val="True"/>
  <p:tag name="ORIGINALHEIGHT" val=" 4.572844"/>
  <p:tag name="ORIGINALWIDTH" val=" 3.852072"/>
</p:tagLst>
</file>

<file path=ppt/tags/tag1543.xml><?xml version="1.0" encoding="utf-8"?>
<p:tagLst xmlns:a="http://schemas.openxmlformats.org/drawingml/2006/main" xmlns:r="http://schemas.openxmlformats.org/officeDocument/2006/relationships" xmlns:p="http://schemas.openxmlformats.org/presentationml/2006/main">
  <p:tag name="EMFCHILD" val="True"/>
  <p:tag name="ORIGINALHEIGHT" val=" 4.630614"/>
  <p:tag name="ORIGINALWIDTH" val=" 2.536207"/>
</p:tagLst>
</file>

<file path=ppt/tags/tag1544.xml><?xml version="1.0" encoding="utf-8"?>
<p:tagLst xmlns:a="http://schemas.openxmlformats.org/drawingml/2006/main" xmlns:r="http://schemas.openxmlformats.org/officeDocument/2006/relationships" xmlns:p="http://schemas.openxmlformats.org/presentationml/2006/main">
  <p:tag name="EMFCHILD" val="True"/>
  <p:tag name="ORIGINALHEIGHT" val=" 2.978814"/>
  <p:tag name="ORIGINALWIDTH" val=" 1.164557"/>
</p:tagLst>
</file>

<file path=ppt/tags/tag1545.xml><?xml version="1.0" encoding="utf-8"?>
<p:tagLst xmlns:a="http://schemas.openxmlformats.org/drawingml/2006/main" xmlns:r="http://schemas.openxmlformats.org/officeDocument/2006/relationships" xmlns:p="http://schemas.openxmlformats.org/presentationml/2006/main">
  <p:tag name="EMFCHILD" val="True"/>
  <p:tag name="ORIGINALHEIGHT" val=" 6.56535"/>
  <p:tag name="ORIGINALWIDTH" val=" 4.548856"/>
</p:tagLst>
</file>

<file path=ppt/tags/tag1546.xml><?xml version="1.0" encoding="utf-8"?>
<p:tagLst xmlns:a="http://schemas.openxmlformats.org/drawingml/2006/main" xmlns:r="http://schemas.openxmlformats.org/officeDocument/2006/relationships" xmlns:p="http://schemas.openxmlformats.org/presentationml/2006/main">
  <p:tag name="EMFCHILD" val="True"/>
  <p:tag name="ORIGINALHEIGHT" val=" 6.336213"/>
  <p:tag name="ORIGINALWIDTH" val=" 4.907171"/>
</p:tagLst>
</file>

<file path=ppt/tags/tag1547.xml><?xml version="1.0" encoding="utf-8"?>
<p:tagLst xmlns:a="http://schemas.openxmlformats.org/drawingml/2006/main" xmlns:r="http://schemas.openxmlformats.org/officeDocument/2006/relationships" xmlns:p="http://schemas.openxmlformats.org/presentationml/2006/main">
  <p:tag name="EMFCHILD" val="True"/>
  <p:tag name="ORIGINALHEIGHT" val=" 4.572844"/>
  <p:tag name="ORIGINALWIDTH" val=" 4.489101"/>
</p:tagLst>
</file>

<file path=ppt/tags/tag1548.xml><?xml version="1.0" encoding="utf-8"?>
<p:tagLst xmlns:a="http://schemas.openxmlformats.org/drawingml/2006/main" xmlns:r="http://schemas.openxmlformats.org/officeDocument/2006/relationships" xmlns:p="http://schemas.openxmlformats.org/presentationml/2006/main">
  <p:tag name="EMFCHILD" val="True"/>
  <p:tag name="ORIGINALHEIGHT" val=" 4.630614"/>
  <p:tag name="ORIGINALWIDTH" val=" 2.536207"/>
</p:tagLst>
</file>

<file path=ppt/tags/tag1549.xml><?xml version="1.0" encoding="utf-8"?>
<p:tagLst xmlns:a="http://schemas.openxmlformats.org/drawingml/2006/main" xmlns:r="http://schemas.openxmlformats.org/officeDocument/2006/relationships" xmlns:p="http://schemas.openxmlformats.org/presentationml/2006/main">
  <p:tag name="EMFCHILD" val="True"/>
  <p:tag name="ORIGINALHEIGHT" val=" 2.978814"/>
  <p:tag name="ORIGINALWIDTH" val=" 1.164557"/>
</p:tagLst>
</file>

<file path=ppt/tags/tag1550.xml><?xml version="1.0" encoding="utf-8"?>
<p:tagLst xmlns:a="http://schemas.openxmlformats.org/drawingml/2006/main" xmlns:r="http://schemas.openxmlformats.org/officeDocument/2006/relationships" xmlns:p="http://schemas.openxmlformats.org/presentationml/2006/main">
  <p:tag name="EMFCHILD" val="True"/>
  <p:tag name="ORIGINALHEIGHT" val=" 4.403462"/>
  <p:tag name="ORIGINALWIDTH" val=" 3.344434"/>
</p:tagLst>
</file>

<file path=ppt/tags/tag1551.xml><?xml version="1.0" encoding="utf-8"?>
<p:tagLst xmlns:a="http://schemas.openxmlformats.org/drawingml/2006/main" xmlns:r="http://schemas.openxmlformats.org/officeDocument/2006/relationships" xmlns:p="http://schemas.openxmlformats.org/presentationml/2006/main">
  <p:tag name="EMFCHILD" val="True"/>
  <p:tag name="ORIGINALHEIGHT" val=" 4.572844"/>
  <p:tag name="ORIGINALWIDTH" val=" 4.489101"/>
</p:tagLst>
</file>

<file path=ppt/tags/tag1552.xml><?xml version="1.0" encoding="utf-8"?>
<p:tagLst xmlns:a="http://schemas.openxmlformats.org/drawingml/2006/main" xmlns:r="http://schemas.openxmlformats.org/officeDocument/2006/relationships" xmlns:p="http://schemas.openxmlformats.org/presentationml/2006/main">
  <p:tag name="EMFCHILD" val="True"/>
  <p:tag name="ORIGINALHEIGHT" val=" 4.403462"/>
  <p:tag name="ORIGINALWIDTH" val=" 5.006706"/>
</p:tagLst>
</file>

<file path=ppt/tags/tag1553.xml><?xml version="1.0" encoding="utf-8"?>
<p:tagLst xmlns:a="http://schemas.openxmlformats.org/drawingml/2006/main" xmlns:r="http://schemas.openxmlformats.org/officeDocument/2006/relationships" xmlns:p="http://schemas.openxmlformats.org/presentationml/2006/main">
  <p:tag name="EMFCHILD" val="True"/>
  <p:tag name="ORIGINALHEIGHT" val=" 6.914037"/>
  <p:tag name="ORIGINALWIDTH" val=" 4.807636"/>
</p:tagLst>
</file>

<file path=ppt/tags/tag1554.xml><?xml version="1.0" encoding="utf-8"?>
<p:tagLst xmlns:a="http://schemas.openxmlformats.org/drawingml/2006/main" xmlns:r="http://schemas.openxmlformats.org/officeDocument/2006/relationships" xmlns:p="http://schemas.openxmlformats.org/presentationml/2006/main">
  <p:tag name="EMFCHILD" val="True"/>
  <p:tag name="ORIGINALHEIGHT" val=" 4.630614"/>
  <p:tag name="ORIGINALWIDTH" val=" 2.536207"/>
</p:tagLst>
</file>

<file path=ppt/tags/tag1555.xml><?xml version="1.0" encoding="utf-8"?>
<p:tagLst xmlns:a="http://schemas.openxmlformats.org/drawingml/2006/main" xmlns:r="http://schemas.openxmlformats.org/officeDocument/2006/relationships" xmlns:p="http://schemas.openxmlformats.org/presentationml/2006/main">
  <p:tag name="EMFCHILD" val="True"/>
  <p:tag name="ORIGINALHEIGHT" val=" 9.962613"/>
  <p:tag name="ORIGINALWIDTH" val=" 2.309267"/>
</p:tagLst>
</file>

<file path=ppt/tags/tag1556.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619231"/>
</p:tagLst>
</file>

<file path=ppt/tags/tag1557.xml><?xml version="1.0" encoding="utf-8"?>
<p:tagLst xmlns:a="http://schemas.openxmlformats.org/drawingml/2006/main" xmlns:r="http://schemas.openxmlformats.org/officeDocument/2006/relationships" xmlns:p="http://schemas.openxmlformats.org/presentationml/2006/main">
  <p:tag name="EMFCHILD" val="True"/>
  <p:tag name="ORIGINALHEIGHT" val=" 6.635113"/>
  <p:tag name="ORIGINALWIDTH" val=" 3.284722"/>
</p:tagLst>
</file>

<file path=ppt/tags/tag1558.xml><?xml version="1.0" encoding="utf-8"?>
<p:tagLst xmlns:a="http://schemas.openxmlformats.org/drawingml/2006/main" xmlns:r="http://schemas.openxmlformats.org/officeDocument/2006/relationships" xmlns:p="http://schemas.openxmlformats.org/presentationml/2006/main">
  <p:tag name="EMFCHILD" val="True"/>
  <p:tag name="ORIGINALHEIGHT" val=" .3984758"/>
  <p:tag name="ORIGINALWIDTH" val=" 140.0495"/>
</p:tagLst>
</file>

<file path=ppt/tags/tag1559.xml><?xml version="1.0" encoding="utf-8"?>
<p:tagLst xmlns:a="http://schemas.openxmlformats.org/drawingml/2006/main" xmlns:r="http://schemas.openxmlformats.org/officeDocument/2006/relationships" xmlns:p="http://schemas.openxmlformats.org/presentationml/2006/main">
  <p:tag name="EMFCHILD" val="True"/>
  <p:tag name="ORIGINALHEIGHT" val=" 6.635113"/>
  <p:tag name="ORIGINALWIDTH" val=" 3.284722"/>
</p:tagLst>
</file>

<file path=ppt/tags/tag1560.xml><?xml version="1.0" encoding="utf-8"?>
<p:tagLst xmlns:a="http://schemas.openxmlformats.org/drawingml/2006/main" xmlns:r="http://schemas.openxmlformats.org/officeDocument/2006/relationships" xmlns:p="http://schemas.openxmlformats.org/presentationml/2006/main">
  <p:tag name="EMFCHILD" val="True"/>
  <p:tag name="ORIGINALHEIGHT" val=" 6.635113"/>
  <p:tag name="ORIGINALWIDTH" val=" 6.619231"/>
</p:tagLst>
</file>

<file path=ppt/tags/tag1561.xml><?xml version="1.0" encoding="utf-8"?>
<p:tagLst xmlns:a="http://schemas.openxmlformats.org/drawingml/2006/main" xmlns:r="http://schemas.openxmlformats.org/officeDocument/2006/relationships" xmlns:p="http://schemas.openxmlformats.org/presentationml/2006/main">
  <p:tag name="EMFCHILD" val="True"/>
  <p:tag name="ORIGINALHEIGHT" val=" 4.513047"/>
  <p:tag name="ORIGINALWIDTH" val=" 3.822216"/>
</p:tagLst>
</file>

<file path=ppt/tags/tag1562.xml><?xml version="1.0" encoding="utf-8"?>
<p:tagLst xmlns:a="http://schemas.openxmlformats.org/drawingml/2006/main" xmlns:r="http://schemas.openxmlformats.org/officeDocument/2006/relationships" xmlns:p="http://schemas.openxmlformats.org/presentationml/2006/main">
  <p:tag name="EMFCHILD" val="True"/>
  <p:tag name="ORIGINALHEIGHT" val=" .3416774"/>
  <p:tag name="ORIGINALWIDTH" val=" 4.710087"/>
</p:tagLst>
</file>

<file path=ppt/tags/tag1563.xml><?xml version="1.0" encoding="utf-8"?>
<p:tagLst xmlns:a="http://schemas.openxmlformats.org/drawingml/2006/main" xmlns:r="http://schemas.openxmlformats.org/officeDocument/2006/relationships" xmlns:p="http://schemas.openxmlformats.org/presentationml/2006/main">
  <p:tag name="EMFCHILD" val="True"/>
  <p:tag name="ORIGINALHEIGHT" val=" 6.966866"/>
  <p:tag name="ORIGINALWIDTH" val=" 1.811552"/>
</p:tagLst>
</file>

<file path=ppt/tags/tag1564.xml><?xml version="1.0" encoding="utf-8"?>
<p:tagLst xmlns:a="http://schemas.openxmlformats.org/drawingml/2006/main" xmlns:r="http://schemas.openxmlformats.org/officeDocument/2006/relationships" xmlns:p="http://schemas.openxmlformats.org/presentationml/2006/main">
  <p:tag name="EMFCHILD" val="True"/>
  <p:tag name="ORIGINALHEIGHT" val=" 6.269491"/>
  <p:tag name="ORIGINALWIDTH" val=" 4.070862"/>
</p:tagLst>
</file>

<file path=ppt/tags/tag1565.xml><?xml version="1.0" encoding="utf-8"?>
<p:tagLst xmlns:a="http://schemas.openxmlformats.org/drawingml/2006/main" xmlns:r="http://schemas.openxmlformats.org/officeDocument/2006/relationships" xmlns:p="http://schemas.openxmlformats.org/presentationml/2006/main">
  <p:tag name="EMFCHILD" val="True"/>
  <p:tag name="ORIGINALHEIGHT" val=" 3.42712"/>
  <p:tag name="ORIGINALWIDTH" val=" 2.597904"/>
</p:tagLst>
</file>

<file path=ppt/tags/tag1566.xml><?xml version="1.0" encoding="utf-8"?>
<p:tagLst xmlns:a="http://schemas.openxmlformats.org/drawingml/2006/main" xmlns:r="http://schemas.openxmlformats.org/officeDocument/2006/relationships" xmlns:p="http://schemas.openxmlformats.org/presentationml/2006/main">
  <p:tag name="EMFCHILD" val="True"/>
  <p:tag name="ORIGINALHEIGHT" val=" 5.139688"/>
  <p:tag name="ORIGINALWIDTH" val=" 5.128157"/>
</p:tagLst>
</file>

<file path=ppt/tags/tag1567.xml><?xml version="1.0" encoding="utf-8"?>
<p:tagLst xmlns:a="http://schemas.openxmlformats.org/drawingml/2006/main" xmlns:r="http://schemas.openxmlformats.org/officeDocument/2006/relationships" xmlns:p="http://schemas.openxmlformats.org/presentationml/2006/main">
  <p:tag name="EMFCHILD" val="True"/>
  <p:tag name="ORIGINALHEIGHT" val=" 6.269491"/>
  <p:tag name="ORIGINALWIDTH" val=" 4.070862"/>
</p:tagLst>
</file>

<file path=ppt/tags/tag1568.xml><?xml version="1.0" encoding="utf-8"?>
<p:tagLst xmlns:a="http://schemas.openxmlformats.org/drawingml/2006/main" xmlns:r="http://schemas.openxmlformats.org/officeDocument/2006/relationships" xmlns:p="http://schemas.openxmlformats.org/presentationml/2006/main">
  <p:tag name="EMFCHILD" val="True"/>
  <p:tag name="ORIGINALHEIGHT" val=" 3.317535"/>
  <p:tag name="ORIGINALWIDTH" val=" 2.04546"/>
</p:tagLst>
</file>

<file path=ppt/tags/tag1569.xml><?xml version="1.0" encoding="utf-8"?>
<p:tagLst xmlns:a="http://schemas.openxmlformats.org/drawingml/2006/main" xmlns:r="http://schemas.openxmlformats.org/officeDocument/2006/relationships" xmlns:p="http://schemas.openxmlformats.org/presentationml/2006/main">
  <p:tag name="EMFCHILD" val="True"/>
  <p:tag name="ORIGINALHEIGHT" val=" 4.498098"/>
  <p:tag name="ORIGINALWIDTH" val=" 3.435016"/>
</p:tagLst>
</file>

<file path=ppt/tags/tag1570.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3.239916"/>
</p:tagLst>
</file>

<file path=ppt/tags/tag1571.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2.982106"/>
</p:tagLst>
</file>

<file path=ppt/tags/tag1572.xml><?xml version="1.0" encoding="utf-8"?>
<p:tagLst xmlns:a="http://schemas.openxmlformats.org/drawingml/2006/main" xmlns:r="http://schemas.openxmlformats.org/officeDocument/2006/relationships" xmlns:p="http://schemas.openxmlformats.org/presentationml/2006/main">
  <p:tag name="EMFCHILD" val="True"/>
  <p:tag name="ORIGINALHEIGHT" val=" 3.317535"/>
  <p:tag name="ORIGINALWIDTH" val=" 2.04546"/>
</p:tagLst>
</file>

<file path=ppt/tags/tag1573.xml><?xml version="1.0" encoding="utf-8"?>
<p:tagLst xmlns:a="http://schemas.openxmlformats.org/drawingml/2006/main" xmlns:r="http://schemas.openxmlformats.org/officeDocument/2006/relationships" xmlns:p="http://schemas.openxmlformats.org/presentationml/2006/main">
  <p:tag name="EMFCHILD" val="True"/>
  <p:tag name="ORIGINALHEIGHT" val=" 5.139688"/>
  <p:tag name="ORIGINALWIDTH" val=" 5.128157"/>
</p:tagLst>
</file>

<file path=ppt/tags/tag1574.xml><?xml version="1.0" encoding="utf-8"?>
<p:tagLst xmlns:a="http://schemas.openxmlformats.org/drawingml/2006/main" xmlns:r="http://schemas.openxmlformats.org/officeDocument/2006/relationships" xmlns:p="http://schemas.openxmlformats.org/presentationml/2006/main">
  <p:tag name="EMFCHILD" val="True"/>
  <p:tag name="ORIGINALHEIGHT" val=" 6.269491"/>
  <p:tag name="ORIGINALWIDTH" val=" 4.070862"/>
</p:tagLst>
</file>

<file path=ppt/tags/tag1575.xml><?xml version="1.0" encoding="utf-8"?>
<p:tagLst xmlns:a="http://schemas.openxmlformats.org/drawingml/2006/main" xmlns:r="http://schemas.openxmlformats.org/officeDocument/2006/relationships" xmlns:p="http://schemas.openxmlformats.org/presentationml/2006/main">
  <p:tag name="EMFCHILD" val="True"/>
  <p:tag name="ORIGINALHEIGHT" val=" 3.317535"/>
  <p:tag name="ORIGINALWIDTH" val=" 2.47848"/>
</p:tagLst>
</file>

<file path=ppt/tags/tag1576.xml><?xml version="1.0" encoding="utf-8"?>
<p:tagLst xmlns:a="http://schemas.openxmlformats.org/drawingml/2006/main" xmlns:r="http://schemas.openxmlformats.org/officeDocument/2006/relationships" xmlns:p="http://schemas.openxmlformats.org/presentationml/2006/main">
  <p:tag name="EMFCHILD" val="True"/>
  <p:tag name="ORIGINALHEIGHT" val=" 4.498098"/>
  <p:tag name="ORIGINALWIDTH" val=" 3.435016"/>
</p:tagLst>
</file>

<file path=ppt/tags/tag1577.xml><?xml version="1.0" encoding="utf-8"?>
<p:tagLst xmlns:a="http://schemas.openxmlformats.org/drawingml/2006/main" xmlns:r="http://schemas.openxmlformats.org/officeDocument/2006/relationships" xmlns:p="http://schemas.openxmlformats.org/presentationml/2006/main">
  <p:tag name="EMFCHILD" val="True"/>
  <p:tag name="ORIGINALHEIGHT" val=" 4.428377"/>
  <p:tag name="ORIGINALWIDTH" val=" 3.887925"/>
</p:tagLst>
</file>

<file path=ppt/tags/tag1578.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3.553469"/>
</p:tagLst>
</file>

<file path=ppt/tags/tag1579.xml><?xml version="1.0" encoding="utf-8"?>
<p:tagLst xmlns:a="http://schemas.openxmlformats.org/drawingml/2006/main" xmlns:r="http://schemas.openxmlformats.org/officeDocument/2006/relationships" xmlns:p="http://schemas.openxmlformats.org/presentationml/2006/main">
  <p:tag name="EMFCHILD" val="True"/>
  <p:tag name="ORIGINALHEIGHT" val=" 3.317535"/>
  <p:tag name="ORIGINALWIDTH" val=" 2.47848"/>
</p:tagLst>
</file>

<file path=ppt/tags/tag1580.xml><?xml version="1.0" encoding="utf-8"?>
<p:tagLst xmlns:a="http://schemas.openxmlformats.org/drawingml/2006/main" xmlns:r="http://schemas.openxmlformats.org/officeDocument/2006/relationships" xmlns:p="http://schemas.openxmlformats.org/presentationml/2006/main">
  <p:tag name="EMFCHILD" val="True"/>
  <p:tag name="ORIGINALHEIGHT" val=" 5.139688"/>
  <p:tag name="ORIGINALWIDTH" val=" 5.128157"/>
</p:tagLst>
</file>

<file path=ppt/tags/tag1581.xml><?xml version="1.0" encoding="utf-8"?>
<p:tagLst xmlns:a="http://schemas.openxmlformats.org/drawingml/2006/main" xmlns:r="http://schemas.openxmlformats.org/officeDocument/2006/relationships" xmlns:p="http://schemas.openxmlformats.org/presentationml/2006/main">
  <p:tag name="EMFCHILD" val="True"/>
  <p:tag name="ORIGINALHEIGHT" val=" 6.269491"/>
  <p:tag name="ORIGINALWIDTH" val=" 4.070862"/>
</p:tagLst>
</file>

<file path=ppt/tags/tag1582.xml><?xml version="1.0" encoding="utf-8"?>
<p:tagLst xmlns:a="http://schemas.openxmlformats.org/drawingml/2006/main" xmlns:r="http://schemas.openxmlformats.org/officeDocument/2006/relationships" xmlns:p="http://schemas.openxmlformats.org/presentationml/2006/main">
  <p:tag name="EMFCHILD" val="True"/>
  <p:tag name="ORIGINALHEIGHT" val=" 3.42712"/>
  <p:tag name="ORIGINALWIDTH" val=" 2.587938"/>
</p:tagLst>
</file>

<file path=ppt/tags/tag1583.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3.239916"/>
</p:tagLst>
</file>

<file path=ppt/tags/tag1584.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3.553469"/>
</p:tagLst>
</file>

<file path=ppt/tags/tag1585.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4.257178"/>
</p:tagLst>
</file>

<file path=ppt/tags/tag1586.xml><?xml version="1.0" encoding="utf-8"?>
<p:tagLst xmlns:a="http://schemas.openxmlformats.org/drawingml/2006/main" xmlns:r="http://schemas.openxmlformats.org/officeDocument/2006/relationships" xmlns:p="http://schemas.openxmlformats.org/presentationml/2006/main">
  <p:tag name="EMFCHILD" val="True"/>
  <p:tag name="ORIGINALHEIGHT" val=" 4.90958"/>
  <p:tag name="ORIGINALWIDTH" val=" 3.428048"/>
</p:tagLst>
</file>

<file path=ppt/tags/tag1587.xml><?xml version="1.0" encoding="utf-8"?>
<p:tagLst xmlns:a="http://schemas.openxmlformats.org/drawingml/2006/main" xmlns:r="http://schemas.openxmlformats.org/officeDocument/2006/relationships" xmlns:p="http://schemas.openxmlformats.org/presentationml/2006/main">
  <p:tag name="EMFCHILD" val="True"/>
  <p:tag name="ORIGINALHEIGHT" val=" 3.317535"/>
  <p:tag name="ORIGINALWIDTH" val=" 2.47848"/>
</p:tagLst>
</file>

<file path=ppt/tags/tag1588.xml><?xml version="1.0" encoding="utf-8"?>
<p:tagLst xmlns:a="http://schemas.openxmlformats.org/drawingml/2006/main" xmlns:r="http://schemas.openxmlformats.org/officeDocument/2006/relationships" xmlns:p="http://schemas.openxmlformats.org/presentationml/2006/main">
  <p:tag name="EMFCHILD" val="True"/>
  <p:tag name="ORIGINALHEIGHT" val=" 6.966866"/>
  <p:tag name="ORIGINALWIDTH" val=" 1.804585"/>
</p:tagLst>
</file>

<file path=ppt/tags/tag158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95"/>
  <p:tag name="IGUANATEXSIZE" val="20"/>
  <p:tag name="LATEXADDIN" val="\documentclass{article}&#10;\usepackage{amsmath}&#10;\usepackage{amsfonts}&#10;\pagestyle{empty}&#10;\begin{document}&#10;&#10;&#10;\[&#10;\Pr(Y = 1 \mid x_1 \hdots x_k) = \frac{1}{1 + e^{-(\beta_0 + \beta_1 x_1 \hdots \beta_k x_k)}}&#10;\]&#10;&#10;&#10;&#10;&#10;&#10;\end{document}"/>
  <p:tag name="LATEXENGINEID" val="0"/>
  <p:tag name="LATEXFORMHEIGHT" val=" 320"/>
  <p:tag name="LATEXFORMWIDTH" val=" 385"/>
  <p:tag name="LATEXFORMWRAP" val="True"/>
  <p:tag name="ORIGINALHEIGHT" val=" 6.804451"/>
  <p:tag name="ORIGINALWIDTH" val=" 5.87553"/>
  <p:tag name="TEMPFOLDER" val="C:\Users\luisc\Documents\Custom Office Templates\iguana temp\"/>
  <p:tag name="TRANSPARENCY" val="True"/>
</p:tagLst>
</file>

<file path=ppt/tags/tag1590.xml><?xml version="1.0" encoding="utf-8"?>
<p:tagLst xmlns:a="http://schemas.openxmlformats.org/drawingml/2006/main" xmlns:r="http://schemas.openxmlformats.org/officeDocument/2006/relationships" xmlns:p="http://schemas.openxmlformats.org/presentationml/2006/main">
  <p:tag name="EMFCHILD" val="True"/>
  <p:tag name="ORIGINALHEIGHT" val=" 4.403461"/>
  <p:tag name="ORIGINALWIDTH" val=" 3.351738"/>
</p:tagLst>
</file>

<file path=ppt/tags/tag1591.xml><?xml version="1.0" encoding="utf-8"?>
<p:tagLst xmlns:a="http://schemas.openxmlformats.org/drawingml/2006/main" xmlns:r="http://schemas.openxmlformats.org/officeDocument/2006/relationships" xmlns:p="http://schemas.openxmlformats.org/presentationml/2006/main">
  <p:tag name="EMFCHILD" val="True"/>
  <p:tag name="ORIGINALHEIGHT" val=" 9.962611"/>
  <p:tag name="ORIGINALWIDTH" val=" 2.314292"/>
</p:tagLst>
</file>

<file path=ppt/tags/tag1592.xml><?xml version="1.0" encoding="utf-8"?>
<p:tagLst xmlns:a="http://schemas.openxmlformats.org/drawingml/2006/main" xmlns:r="http://schemas.openxmlformats.org/officeDocument/2006/relationships" xmlns:p="http://schemas.openxmlformats.org/presentationml/2006/main">
  <p:tag name="EMFCHILD" val="True"/>
  <p:tag name="ORIGINALHEIGHT" val=" 6.804451"/>
  <p:tag name="ORIGINALWIDTH" val=" 7.252162"/>
</p:tagLst>
</file>

<file path=ppt/tags/tag1593.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633672"/>
</p:tagLst>
</file>

<file path=ppt/tags/tag1594.xml><?xml version="1.0" encoding="utf-8"?>
<p:tagLst xmlns:a="http://schemas.openxmlformats.org/drawingml/2006/main" xmlns:r="http://schemas.openxmlformats.org/officeDocument/2006/relationships" xmlns:p="http://schemas.openxmlformats.org/presentationml/2006/main">
  <p:tag name="EMFCHILD" val="True"/>
  <p:tag name="ORIGINALHEIGHT" val=" 6.635111"/>
  <p:tag name="ORIGINALWIDTH" val=" 3.2919"/>
</p:tagLst>
</file>

<file path=ppt/tags/tag1595.xml><?xml version="1.0" encoding="utf-8"?>
<p:tagLst xmlns:a="http://schemas.openxmlformats.org/drawingml/2006/main" xmlns:r="http://schemas.openxmlformats.org/officeDocument/2006/relationships" xmlns:p="http://schemas.openxmlformats.org/presentationml/2006/main">
  <p:tag name="EMFCHILD" val="True"/>
  <p:tag name="ORIGINALHEIGHT" val=" 9.962611"/>
  <p:tag name="ORIGINALWIDTH" val=" .3989823"/>
</p:tagLst>
</file>

<file path=ppt/tags/tag1596.xml><?xml version="1.0" encoding="utf-8"?>
<p:tagLst xmlns:a="http://schemas.openxmlformats.org/drawingml/2006/main" xmlns:r="http://schemas.openxmlformats.org/officeDocument/2006/relationships" xmlns:p="http://schemas.openxmlformats.org/presentationml/2006/main">
  <p:tag name="EMFCHILD" val="True"/>
  <p:tag name="ORIGINALHEIGHT" val=" 4.513046"/>
  <p:tag name="ORIGINALWIDTH" val=" 4.967769"/>
</p:tagLst>
</file>

<file path=ppt/tags/tag1597.xml><?xml version="1.0" encoding="utf-8"?>
<p:tagLst xmlns:a="http://schemas.openxmlformats.org/drawingml/2006/main" xmlns:r="http://schemas.openxmlformats.org/officeDocument/2006/relationships" xmlns:p="http://schemas.openxmlformats.org/presentationml/2006/main">
  <p:tag name="EMFCHILD" val="True"/>
  <p:tag name="ORIGINALHEIGHT" val=" 4.630613"/>
  <p:tag name="ORIGINALWIDTH" val=" 2.541739"/>
</p:tagLst>
</file>

<file path=ppt/tags/tag1598.xml><?xml version="1.0" encoding="utf-8"?>
<p:tagLst xmlns:a="http://schemas.openxmlformats.org/drawingml/2006/main" xmlns:r="http://schemas.openxmlformats.org/officeDocument/2006/relationships" xmlns:p="http://schemas.openxmlformats.org/presentationml/2006/main">
  <p:tag name="EMFCHILD" val="True"/>
  <p:tag name="ORIGINALHEIGHT" val=" 1.056028"/>
  <p:tag name="ORIGINALWIDTH" val=" 1.057379"/>
</p:tagLst>
</file>

<file path=ppt/tags/tag1599.xml><?xml version="1.0" encoding="utf-8"?>
<p:tagLst xmlns:a="http://schemas.openxmlformats.org/drawingml/2006/main" xmlns:r="http://schemas.openxmlformats.org/officeDocument/2006/relationships" xmlns:p="http://schemas.openxmlformats.org/presentationml/2006/main">
  <p:tag name="EMFCHILD" val="True"/>
  <p:tag name="ORIGINALHEIGHT" val=" 1.056028"/>
  <p:tag name="ORIGINALWIDTH" val=" 1.057379"/>
</p:tagLst>
</file>

<file path=ppt/tags/tag1600.xml><?xml version="1.0" encoding="utf-8"?>
<p:tagLst xmlns:a="http://schemas.openxmlformats.org/drawingml/2006/main" xmlns:r="http://schemas.openxmlformats.org/officeDocument/2006/relationships" xmlns:p="http://schemas.openxmlformats.org/presentationml/2006/main">
  <p:tag name="EMFCHILD" val="True"/>
  <p:tag name="ORIGINALHEIGHT" val=" 1.056028"/>
  <p:tag name="ORIGINALWIDTH" val=" 1.057379"/>
</p:tagLst>
</file>

<file path=ppt/tags/tag1601.xml><?xml version="1.0" encoding="utf-8"?>
<p:tagLst xmlns:a="http://schemas.openxmlformats.org/drawingml/2006/main" xmlns:r="http://schemas.openxmlformats.org/officeDocument/2006/relationships" xmlns:p="http://schemas.openxmlformats.org/presentationml/2006/main">
  <p:tag name="EMFCHILD" val="True"/>
  <p:tag name="ORIGINALHEIGHT" val=" 4.513046"/>
  <p:tag name="ORIGINALWIDTH" val=" 4.967769"/>
</p:tagLst>
</file>

<file path=ppt/tags/tag1602.xml><?xml version="1.0" encoding="utf-8"?>
<p:tagLst xmlns:a="http://schemas.openxmlformats.org/drawingml/2006/main" xmlns:r="http://schemas.openxmlformats.org/officeDocument/2006/relationships" xmlns:p="http://schemas.openxmlformats.org/presentationml/2006/main">
  <p:tag name="EMFCHILD" val="True"/>
  <p:tag name="ORIGINALHEIGHT" val=" 4.909579"/>
  <p:tag name="ORIGINALWIDTH" val=" 3.435521"/>
</p:tagLst>
</file>

<file path=ppt/tags/tag1603.xml><?xml version="1.0" encoding="utf-8"?>
<p:tagLst xmlns:a="http://schemas.openxmlformats.org/drawingml/2006/main" xmlns:r="http://schemas.openxmlformats.org/officeDocument/2006/relationships" xmlns:p="http://schemas.openxmlformats.org/presentationml/2006/main">
  <p:tag name="EMFCHILD" val="True"/>
  <p:tag name="ORIGINALHEIGHT" val=" 9.962611"/>
  <p:tag name="ORIGINALWIDTH" val=" 2.314292"/>
</p:tagLst>
</file>

<file path=ppt/tags/tag1604.xml><?xml version="1.0" encoding="utf-8"?>
<p:tagLst xmlns:a="http://schemas.openxmlformats.org/drawingml/2006/main" xmlns:r="http://schemas.openxmlformats.org/officeDocument/2006/relationships" xmlns:p="http://schemas.openxmlformats.org/presentationml/2006/main">
  <p:tag name="EMFCHILD" val="True"/>
  <p:tag name="ORIGINALHEIGHT" val=" 2.331227"/>
  <p:tag name="ORIGINALWIDTH" val=" 6.633672"/>
</p:tagLst>
</file>

<file path=ppt/tags/tag1605.xml><?xml version="1.0" encoding="utf-8"?>
<p:tagLst xmlns:a="http://schemas.openxmlformats.org/drawingml/2006/main" xmlns:r="http://schemas.openxmlformats.org/officeDocument/2006/relationships" xmlns:p="http://schemas.openxmlformats.org/presentationml/2006/main">
  <p:tag name="EMFCHILD" val="True"/>
  <p:tag name="ORIGINALHEIGHT" val=" 6.635111"/>
  <p:tag name="ORIGINALWIDTH" val=" 3.2919"/>
</p:tagLst>
</file>

<file path=ppt/tags/tag1606.xml><?xml version="1.0" encoding="utf-8"?>
<p:tagLst xmlns:a="http://schemas.openxmlformats.org/drawingml/2006/main" xmlns:r="http://schemas.openxmlformats.org/officeDocument/2006/relationships" xmlns:p="http://schemas.openxmlformats.org/presentationml/2006/main">
  <p:tag name="EMFCHILD" val="True"/>
  <p:tag name="ORIGINALHEIGHT" val=" .3984757"/>
  <p:tag name="ORIGINALWIDTH" val=" 91.04288"/>
</p:tagLst>
</file>

<file path=ppt/tags/tag1607.xml><?xml version="1.0" encoding="utf-8"?>
<p:tagLst xmlns:a="http://schemas.openxmlformats.org/drawingml/2006/main" xmlns:r="http://schemas.openxmlformats.org/officeDocument/2006/relationships" xmlns:p="http://schemas.openxmlformats.org/presentationml/2006/main">
  <p:tag name="EMFCHILD" val="True"/>
  <p:tag name="ORIGINALHEIGHT" val=" 6.635111"/>
  <p:tag name="ORIGINALWIDTH" val=" 3.2919"/>
</p:tagLst>
</file>

<file path=ppt/tags/tag1608.xml><?xml version="1.0" encoding="utf-8"?>
<p:tagLst xmlns:a="http://schemas.openxmlformats.org/drawingml/2006/main" xmlns:r="http://schemas.openxmlformats.org/officeDocument/2006/relationships" xmlns:p="http://schemas.openxmlformats.org/presentationml/2006/main">
  <p:tag name="EMFCHILD" val="True"/>
  <p:tag name="ORIGINALHEIGHT" val=" 6.635111"/>
  <p:tag name="ORIGINALWIDTH" val=" 6.633672"/>
</p:tagLst>
</file>

<file path=ppt/tags/tag1609.xml><?xml version="1.0" encoding="utf-8"?>
<p:tagLst xmlns:a="http://schemas.openxmlformats.org/drawingml/2006/main" xmlns:r="http://schemas.openxmlformats.org/officeDocument/2006/relationships" xmlns:p="http://schemas.openxmlformats.org/presentationml/2006/main">
  <p:tag name="EMFCHILD" val="True"/>
  <p:tag name="ORIGINALHEIGHT" val=" 4.513046"/>
  <p:tag name="ORIGINALWIDTH" val=" 3.830576"/>
</p:tagLst>
</file>

<file path=ppt/tags/tag1610.xml><?xml version="1.0" encoding="utf-8"?>
<p:tagLst xmlns:a="http://schemas.openxmlformats.org/drawingml/2006/main" xmlns:r="http://schemas.openxmlformats.org/officeDocument/2006/relationships" xmlns:p="http://schemas.openxmlformats.org/presentationml/2006/main">
  <p:tag name="EMFCHILD" val="True"/>
  <p:tag name="ORIGINALHEIGHT" val=" .3416773"/>
  <p:tag name="ORIGINALWIDTH" val=" 4.72039"/>
</p:tagLst>
</file>

<file path=ppt/tags/tag1611.xml><?xml version="1.0" encoding="utf-8"?>
<p:tagLst xmlns:a="http://schemas.openxmlformats.org/drawingml/2006/main" xmlns:r="http://schemas.openxmlformats.org/officeDocument/2006/relationships" xmlns:p="http://schemas.openxmlformats.org/presentationml/2006/main">
  <p:tag name="EMFCHILD" val="True"/>
  <p:tag name="ORIGINALHEIGHT" val=" 6.966865"/>
  <p:tag name="ORIGINALWIDTH" val=" 1.815522"/>
</p:tagLst>
</file>

<file path=ppt/tags/tag1612.xml><?xml version="1.0" encoding="utf-8"?>
<p:tagLst xmlns:a="http://schemas.openxmlformats.org/drawingml/2006/main" xmlns:r="http://schemas.openxmlformats.org/officeDocument/2006/relationships" xmlns:p="http://schemas.openxmlformats.org/presentationml/2006/main">
  <p:tag name="EMFCHILD" val="True"/>
  <p:tag name="ORIGINALHEIGHT" val=" 6.26949"/>
  <p:tag name="ORIGINALWIDTH" val=" 4.079772"/>
</p:tagLst>
</file>

<file path=ppt/tags/tag1613.xml><?xml version="1.0" encoding="utf-8"?>
<p:tagLst xmlns:a="http://schemas.openxmlformats.org/drawingml/2006/main" xmlns:r="http://schemas.openxmlformats.org/officeDocument/2006/relationships" xmlns:p="http://schemas.openxmlformats.org/presentationml/2006/main">
  <p:tag name="EMFCHILD" val="True"/>
  <p:tag name="ORIGINALHEIGHT" val=" 3.42712"/>
  <p:tag name="ORIGINALWIDTH" val=" 2.603562"/>
</p:tagLst>
</file>

<file path=ppt/tags/tag1614.xml><?xml version="1.0" encoding="utf-8"?>
<p:tagLst xmlns:a="http://schemas.openxmlformats.org/drawingml/2006/main" xmlns:r="http://schemas.openxmlformats.org/officeDocument/2006/relationships" xmlns:p="http://schemas.openxmlformats.org/presentationml/2006/main">
  <p:tag name="EMFCHILD" val="True"/>
  <p:tag name="ORIGINALHEIGHT" val=" 5.139687"/>
  <p:tag name="ORIGINALWIDTH" val=" 5.139347"/>
</p:tagLst>
</file>

<file path=ppt/tags/tag1615.xml><?xml version="1.0" encoding="utf-8"?>
<p:tagLst xmlns:a="http://schemas.openxmlformats.org/drawingml/2006/main" xmlns:r="http://schemas.openxmlformats.org/officeDocument/2006/relationships" xmlns:p="http://schemas.openxmlformats.org/presentationml/2006/main">
  <p:tag name="EMFCHILD" val="True"/>
  <p:tag name="ORIGINALHEIGHT" val=" 6.26949"/>
  <p:tag name="ORIGINALWIDTH" val=" 4.079772"/>
</p:tagLst>
</file>

<file path=ppt/tags/tag1616.xml><?xml version="1.0" encoding="utf-8"?>
<p:tagLst xmlns:a="http://schemas.openxmlformats.org/drawingml/2006/main" xmlns:r="http://schemas.openxmlformats.org/officeDocument/2006/relationships" xmlns:p="http://schemas.openxmlformats.org/presentationml/2006/main">
  <p:tag name="EMFCHILD" val="True"/>
  <p:tag name="ORIGINALHEIGHT" val=" 3.317534"/>
  <p:tag name="ORIGINALWIDTH" val=" 2.049936"/>
</p:tagLst>
</file>

<file path=ppt/tags/tag1617.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3.735814"/>
</p:tagLst>
</file>

<file path=ppt/tags/tag1618.xml><?xml version="1.0" encoding="utf-8"?>
<p:tagLst xmlns:a="http://schemas.openxmlformats.org/drawingml/2006/main" xmlns:r="http://schemas.openxmlformats.org/officeDocument/2006/relationships" xmlns:p="http://schemas.openxmlformats.org/presentationml/2006/main">
  <p:tag name="EMFCHILD" val="True"/>
  <p:tag name="ORIGINALHEIGHT" val=" 3.317534"/>
  <p:tag name="ORIGINALWIDTH" val=" 2.049936"/>
</p:tagLst>
</file>

<file path=ppt/tags/tag1619.xml><?xml version="1.0" encoding="utf-8"?>
<p:tagLst xmlns:a="http://schemas.openxmlformats.org/drawingml/2006/main" xmlns:r="http://schemas.openxmlformats.org/officeDocument/2006/relationships" xmlns:p="http://schemas.openxmlformats.org/presentationml/2006/main">
  <p:tag name="EMFCHILD" val="True"/>
  <p:tag name="ORIGINALHEIGHT" val=" .8019768"/>
  <p:tag name="ORIGINALWIDTH" val=" .8029899"/>
</p:tagLst>
</file>

<file path=ppt/tags/tag1620.xml><?xml version="1.0" encoding="utf-8"?>
<p:tagLst xmlns:a="http://schemas.openxmlformats.org/drawingml/2006/main" xmlns:r="http://schemas.openxmlformats.org/officeDocument/2006/relationships" xmlns:p="http://schemas.openxmlformats.org/presentationml/2006/main">
  <p:tag name="EMFCHILD" val="True"/>
  <p:tag name="ORIGINALHEIGHT" val=" .8019768"/>
  <p:tag name="ORIGINALWIDTH" val=" .8029899"/>
</p:tagLst>
</file>

<file path=ppt/tags/tag1621.xml><?xml version="1.0" encoding="utf-8"?>
<p:tagLst xmlns:a="http://schemas.openxmlformats.org/drawingml/2006/main" xmlns:r="http://schemas.openxmlformats.org/officeDocument/2006/relationships" xmlns:p="http://schemas.openxmlformats.org/presentationml/2006/main">
  <p:tag name="EMFCHILD" val="True"/>
  <p:tag name="ORIGINALHEIGHT" val=" .8019768"/>
  <p:tag name="ORIGINALWIDTH" val=" .8029899"/>
</p:tagLst>
</file>

<file path=ppt/tags/tag1622.xml><?xml version="1.0" encoding="utf-8"?>
<p:tagLst xmlns:a="http://schemas.openxmlformats.org/drawingml/2006/main" xmlns:r="http://schemas.openxmlformats.org/officeDocument/2006/relationships" xmlns:p="http://schemas.openxmlformats.org/presentationml/2006/main">
  <p:tag name="EMFCHILD" val="True"/>
  <p:tag name="ORIGINALHEIGHT" val=" 6.26949"/>
  <p:tag name="ORIGINALWIDTH" val=" 4.079772"/>
</p:tagLst>
</file>

<file path=ppt/tags/tag1623.xml><?xml version="1.0" encoding="utf-8"?>
<p:tagLst xmlns:a="http://schemas.openxmlformats.org/drawingml/2006/main" xmlns:r="http://schemas.openxmlformats.org/officeDocument/2006/relationships" xmlns:p="http://schemas.openxmlformats.org/presentationml/2006/main">
  <p:tag name="EMFCHILD" val="True"/>
  <p:tag name="ORIGINALHEIGHT" val=" 3.50858"/>
  <p:tag name="ORIGINALWIDTH" val=" 2.713316"/>
</p:tagLst>
</file>

<file path=ppt/tags/tag1624.xml><?xml version="1.0" encoding="utf-8"?>
<p:tagLst xmlns:a="http://schemas.openxmlformats.org/drawingml/2006/main" xmlns:r="http://schemas.openxmlformats.org/officeDocument/2006/relationships" xmlns:p="http://schemas.openxmlformats.org/presentationml/2006/main">
  <p:tag name="EMFCHILD" val="True"/>
  <p:tag name="ORIGINALHEIGHT" val=" 3.145197"/>
  <p:tag name="ORIGINALWIDTH" val=" 3.735814"/>
</p:tagLst>
</file>

<file path=ppt/tags/tag1625.xml><?xml version="1.0" encoding="utf-8"?>
<p:tagLst xmlns:a="http://schemas.openxmlformats.org/drawingml/2006/main" xmlns:r="http://schemas.openxmlformats.org/officeDocument/2006/relationships" xmlns:p="http://schemas.openxmlformats.org/presentationml/2006/main">
  <p:tag name="EMFCHILD" val="True"/>
  <p:tag name="ORIGINALHEIGHT" val=" 3.50858"/>
  <p:tag name="ORIGINALWIDTH" val=" 2.713316"/>
</p:tagLst>
</file>

<file path=ppt/tags/tag1626.xml><?xml version="1.0" encoding="utf-8"?>
<p:tagLst xmlns:a="http://schemas.openxmlformats.org/drawingml/2006/main" xmlns:r="http://schemas.openxmlformats.org/officeDocument/2006/relationships" xmlns:p="http://schemas.openxmlformats.org/presentationml/2006/main">
  <p:tag name="EMFCHILD" val="True"/>
  <p:tag name="ORIGINALHEIGHT" val=" 6.966865"/>
  <p:tag name="ORIGINALWIDTH" val=" 1.808554"/>
</p:tagLst>
</file>

<file path=ppt/tags/tag1627.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505"/>
  <p:tag name="IGUANATEXSIZE" val="20"/>
  <p:tag name="IGUANATEXVERSION" val="162"/>
  <p:tag name="LATEXADDIN" val="\documentclass{article}&#10;\usepackage{amsmath}&#10;\pagestyle{empty}&#10;\begin{document}&#10;&#10;\begin{table}[ht]&#10;\centering&#10;\begin{tabular}{lcccc}&#10;\hline&#10;Statistics &amp; admit &amp; gre &amp; gpa &amp; rank \\&#10;\hline&#10;Min      &amp; 0.0000 &amp; 220.0 &amp; 2.260 &amp; 1.000 \\&#10;1st quartile &amp; 0.0000 &amp; 520.0 &amp; 3.130 &amp; 2.000 \\&#10;Median     &amp; 0.0000 &amp; 580.0 &amp; 3.395 &amp; 2.000 \\&#10;Mean       &amp; 0.3175 &amp; 587.7 &amp; 3.390 &amp; 2.485 \\&#10;3th quartile &amp; 1.0000 &amp; 660.0 &amp; 3.670 &amp; 3.000 \\&#10;Max      &amp; 1.0000 &amp; 800.0 &amp; 4.000 &amp; 4.000 \\&#10;\hline&#10;\end{tabular}&#10;\end{table}&#10;&#10;&#10;\end{document}"/>
  <p:tag name="LATEXENGINEID" val="0"/>
  <p:tag name="LATEXFORMHEIGHT" val=" 320"/>
  <p:tag name="LATEXFORMWIDTH" val=" 385"/>
  <p:tag name="LATEXFORMWRAP" val="True"/>
  <p:tag name="ORIGINALHEIGHT" val=" 1061.117"/>
  <p:tag name="ORIGINALWIDTH" val=" 2583.427"/>
  <p:tag name="OUTPUTDPI" val=" 1200"/>
  <p:tag name="OUTPUTTYPE" val="PNG"/>
  <p:tag name="TEMPFOLDER" val="C:\temp\"/>
  <p:tag name="TRANSPARENCY" val="True"/>
</p:tagLst>
</file>

<file path=ppt/tags/tag1628.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147"/>
  <p:tag name="IGUANATEXSIZE" val="20"/>
  <p:tag name="IGUANATEXVERSION" val="162"/>
  <p:tag name="LATEXADDIN" val="\documentclass{article}&#10;\usepackage{amsmath}&#10;\pagestyle{empty}&#10;\begin{document}&#10;&#10;\begin{table}[ht]&#10;\centering&#10;\begin{tabular}{lcccc}&#10;\hline&#10;Admited &amp; Rank 1 &amp; Rank 2 &amp; Rank 3 &amp; Rank 4 \\&#10;\hline&#10;No       &amp; 28     &amp; 97     &amp; 93     &amp; 55     \\&#10;Sí       &amp; 33     &amp; 54     &amp; 28     &amp; 12     \\&#10;\hline&#10;\end{tabular}&#10;\end{table}&#10;&#10;&#10;\end{document}"/>
  <p:tag name="LATEXENGINEID" val="0"/>
  <p:tag name="LATEXFORMHEIGHT" val=" 320"/>
  <p:tag name="LATEXFORMWIDTH" val=" 385"/>
  <p:tag name="LATEXFORMWRAP" val="True"/>
  <p:tag name="ORIGINALHEIGHT" val=" 463.442"/>
  <p:tag name="ORIGINALWIDTH" val=" 2791.151"/>
  <p:tag name="OUTPUTDPI" val=" 1200"/>
  <p:tag name="OUTPUTTYPE" val="PNG"/>
  <p:tag name="TEMPFOLDER" val="C:\temp\"/>
  <p:tag name="TRANSPARENCY" val="True"/>
</p:tagLst>
</file>

<file path=ppt/tags/tag1629.xml><?xml version="1.0" encoding="utf-8"?>
<p:tagLst xmlns:a="http://schemas.openxmlformats.org/drawingml/2006/main" xmlns:r="http://schemas.openxmlformats.org/officeDocument/2006/relationships" xmlns:p="http://schemas.openxmlformats.org/presentationml/2006/main">
  <p:tag name="OUTPUTDPI" val=" 1200"/>
  <p:tag name="ORIGINALHEIGHT" val=" 2111.736"/>
  <p:tag name="ORIGINALWIDTH" val=" 3614.548"/>
  <p:tag name="OUTPUTTYPE" val="PNG"/>
  <p:tag name="IGUANATEXVERSION" val="162"/>
  <p:tag name="LATEXADDIN" val="\documentclass{article}&#10;\usepackage{amsmath}&#10;\pagestyle{empty}&#10;\begin{document}&#10;\begin{table}[ht]&#10;\centering&#10;\begin{tabular}{lrrrr}&#10;\hline&#10;\textbf{Variable} &amp; \textbf{Coeff} &amp; \textbf{Standard Error } &amp; \textbf{z} &amp; \textbf{P-value p} \\&#10;\hline&#10;Intercept     &amp; -3.990 &amp; 1.140 &amp; -3.500 &amp; $p &lt; 0.001^{***}$ \\&#10;GRE            &amp;  0.002 &amp; 0.001 &amp;  2.070 &amp; $p = 0.038^{*}$ \\&#10;GPA            &amp;  0.804 &amp; 0.332 &amp;  2.423 &amp; $p = 0.015^{*}$ \\&#10;Rank (2)       &amp; -0.675 &amp; 0.316 &amp; -2.134 &amp; $p = 0.033^{*}$ \\&#10;Rank (3)       &amp; -1.340 &amp; 0.345 &amp; -3.881 &amp; $p &lt; 0.001^{***}$ \\&#10;Rank (4)       &amp; -1.551 &amp; 0.418 &amp; -3.713 &amp; $p &lt; 0.001^{***}$ \\&#10;\hline&#10;\multicolumn{5}{l}{\scriptsize \textbf{Significance levels:} \quad $^{***} p &lt; 0.001$ \quad $^{**} p &lt; 0.01$ \quad $^{*} p &lt; 0.05$} \\&#10;\multicolumn{5}{l}{\scriptsize \textbf{Sample size:} 400 observations} \\&#10;\multicolumn{5}{l}{\scriptsize \textbf{Null deviations:} 499.98 \quad (gl = 399)} \\&#10;\multicolumn{5}{l}{\scriptsize \textbf{Residual deviations:} 458.52 \quad (gl = 394)} \\&#10;\multicolumn{5}{l}{\scriptsize \textbf{AIC:} 470.52} \\&#10;\multicolumn{5}{l}{\scriptsize \textbf{Fisher scoring iterations:} 4} \\&#10;\multicolumn{5}{l}{\scriptsize \textbf{Dispersion:} 1 (Binomial model)} \\&#10;\hline&#10;\end{tabular}&#10;\end{table}&#10;&#10;\end{document}"/>
  <p:tag name="IGUANATEXSIZE" val="20"/>
  <p:tag name="IGUANATEXCURSOR" val="254"/>
  <p:tag name="TRANSPARENCY" val="True"/>
  <p:tag name="CHOOSECOLOR" val="False"/>
  <p:tag name="COLORHEX" val="000000"/>
  <p:tag name="LATEXENGINEID" val="0"/>
  <p:tag name="TEMPFOLDER" val="C:\temp\"/>
  <p:tag name="LATEXFORMHEIGHT" val=" 320"/>
  <p:tag name="LATEXFORMWIDTH" val=" 385"/>
  <p:tag name="LATEXFORMWRAP" val="True"/>
  <p:tag name="BITMAPVECTOR" val="0"/>
</p:tagLst>
</file>

<file path=ppt/tags/tag1630.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161"/>
  <p:tag name="IGUANATEXSIZE" val="11"/>
  <p:tag name="IGUANATEXVERSION" val="162"/>
  <p:tag name="LATEXADDIN" val="\documentclass{article}&#10;\usepackage{amsmath}&#10;\pagestyle{empty}&#10;\begin{document}&#10;&#10;$$&#10;f'(0) = \frac{e^0}{(1 + e^0)^2} = \frac{1}{(1 + 1)^2} = \frac{1}{4} = 0.25&#10;$$&#10;\end{document}"/>
  <p:tag name="LATEXENGINEID" val="0"/>
  <p:tag name="LATEXFORMHEIGHT" val=" 320"/>
  <p:tag name="LATEXFORMWIDTH" val=" 385"/>
  <p:tag name="LATEXFORMWRAP" val="True"/>
  <p:tag name="ORIGINALHEIGHT" val=" 304.462"/>
  <p:tag name="ORIGINALWIDTH" val=" 2203.975"/>
  <p:tag name="OUTPUTDPI" val=" 1200"/>
  <p:tag name="OUTPUTTYPE" val="PNG"/>
  <p:tag name="TEMPFOLDER" val="C:\Users\luisc\Documents\Custom Office Templates\iguana temp\"/>
  <p:tag name="TRANSPARENCY" val="True"/>
</p:tagLst>
</file>

<file path=ppt/tags/tag1631.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97"/>
  <p:tag name="IGUANATEXSIZE" val="20"/>
  <p:tag name="IGUANATEXVERSION" val="162"/>
  <p:tag name="LATEXADDIN" val="\documentclass{article}&#10;\usepackage{amsmath}&#10;\pagestyle{empty}&#10;\begin{document}&#10;&#10;$$&#10;\Delta \text{probability} \approx \beta \times 0.25&#10;$$&#10;&#10;\end{document}"/>
  <p:tag name="LATEXENGINEID" val="0"/>
  <p:tag name="LATEXFORMHEIGHT" val=" 320"/>
  <p:tag name="LATEXFORMWIDTH" val=" 385"/>
  <p:tag name="LATEXFORMWRAP" val="True"/>
  <p:tag name="ORIGINALHEIGHT" val=" 114.7357"/>
  <p:tag name="ORIGINALWIDTH" val=" 1303.337"/>
  <p:tag name="OUTPUTDPI" val=" 1200"/>
  <p:tag name="OUTPUTTYPE" val="PNG"/>
  <p:tag name="TEMPFOLDER" val="C:\temp\"/>
  <p:tag name="TRANSPARENCY" val="True"/>
</p:tagLst>
</file>

<file path=ppt/tags/tag1632.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161"/>
  <p:tag name="IGUANATEXSIZE" val="11"/>
  <p:tag name="IGUANATEXVERSION" val="162"/>
  <p:tag name="LATEXADDIN" val="\documentclass{article}&#10;\usepackage{amsmath}&#10;\pagestyle{empty}&#10;\begin{document}&#10;&#10;$$&#10;f'(0) = \frac{e^0}{(1 + e^0)^2} = \frac{1}{(1 + 1)^2} = \frac{1}{4} = 0.25&#10;$$&#10;\end{document}"/>
  <p:tag name="LATEXENGINEID" val="0"/>
  <p:tag name="LATEXFORMHEIGHT" val=" 320"/>
  <p:tag name="LATEXFORMWIDTH" val=" 385"/>
  <p:tag name="LATEXFORMWRAP" val="True"/>
  <p:tag name="ORIGINALHEIGHT" val=" 304.462"/>
  <p:tag name="ORIGINALWIDTH" val=" 2203.975"/>
  <p:tag name="OUTPUTDPI" val=" 1200"/>
  <p:tag name="OUTPUTTYPE" val="PNG"/>
  <p:tag name="TEMPFOLDER" val="C:\Users\luisc\Documents\Custom Office Templates\iguana temp\"/>
  <p:tag name="TRANSPARENCY" val="True"/>
</p:tagLst>
</file>

<file path=ppt/tags/tag1633.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108"/>
  <p:tag name="IGUANATEXSIZE" val="20"/>
  <p:tag name="IGUANATEXVERSION" val="162"/>
  <p:tag name="LATEXADDIN" val="\documentclass{article}&#10;\usepackage{amsmath}&#10;\pagestyle{empty}&#10;\begin{document}&#10;&#10;$$&#10;\Delta \text{probability} \approx \beta \times 0.25&#10;$$&#10;&#10;\end{document}"/>
  <p:tag name="LATEXENGINEID" val="0"/>
  <p:tag name="LATEXFORMHEIGHT" val=" 320"/>
  <p:tag name="LATEXFORMWIDTH" val=" 385"/>
  <p:tag name="LATEXFORMWRAP" val="True"/>
  <p:tag name="ORIGINALHEIGHT" val=" 114.7357"/>
  <p:tag name="ORIGINALWIDTH" val=" 1303.337"/>
  <p:tag name="OUTPUTDPI" val=" 1200"/>
  <p:tag name="OUTPUTTYPE" val="PNG"/>
  <p:tag name="TEMPFOLDER" val="C:\temp\"/>
  <p:tag name="TRANSPARENCY" val="True"/>
</p:tagLst>
</file>

<file path=ppt/tags/tag1634.xml><?xml version="1.0" encoding="utf-8"?>
<p:tagLst xmlns:a="http://schemas.openxmlformats.org/drawingml/2006/main" xmlns:r="http://schemas.openxmlformats.org/officeDocument/2006/relationships" xmlns:p="http://schemas.openxmlformats.org/presentationml/2006/main">
  <p:tag name="OUTPUTDPI" val=" 1200"/>
  <p:tag name="ORIGINALHEIGHT" val=" 2111.736"/>
  <p:tag name="ORIGINALWIDTH" val=" 3614.548"/>
  <p:tag name="OUTPUTTYPE" val="PNG"/>
  <p:tag name="IGUANATEXVERSION" val="162"/>
  <p:tag name="LATEXADDIN" val="\documentclass{article}&#10;\usepackage{amsmath}&#10;\pagestyle{empty}&#10;\begin{document}&#10;\begin{table}[ht]&#10;\centering&#10;\begin{tabular}{lrrrr}&#10;\hline&#10;\textbf{Variable} &amp; \textbf{Coeff} &amp; \textbf{Standard Error } &amp; \textbf{z} &amp; \textbf{P-value p} \\&#10;\hline&#10;Intercept     &amp; -3.990 &amp; 1.140 &amp; -3.500 &amp; $p &lt; 0.001^{***}$ \\&#10;GRE            &amp;  0.002 &amp; 0.001 &amp;  2.070 &amp; $p = 0.038^{*}$ \\&#10;GPA            &amp;  0.804 &amp; 0.332 &amp;  2.423 &amp; $p = 0.015^{*}$ \\&#10;Rank (2)       &amp; -0.675 &amp; 0.316 &amp; -2.134 &amp; $p = 0.033^{*}$ \\&#10;Rank (3)       &amp; -1.340 &amp; 0.345 &amp; -3.881 &amp; $p &lt; 0.001^{***}$ \\&#10;Rank (4)       &amp; -1.551 &amp; 0.418 &amp; -3.713 &amp; $p &lt; 0.001^{***}$ \\&#10;\hline&#10;\multicolumn{5}{l}{\scriptsize \textbf{Significance levels:} \quad $^{***} p &lt; 0.001$ \quad $^{**} p &lt; 0.01$ \quad $^{*} p &lt; 0.05$} \\&#10;\multicolumn{5}{l}{\scriptsize \textbf{Sample size:} 400 observations} \\&#10;\multicolumn{5}{l}{\scriptsize \textbf{Null deviations:} 499.98 \quad (gl = 399)} \\&#10;\multicolumn{5}{l}{\scriptsize \textbf{Residual deviations:} 458.52 \quad (gl = 394)} \\&#10;\multicolumn{5}{l}{\scriptsize \textbf{AIC:} 470.52} \\&#10;\multicolumn{5}{l}{\scriptsize \textbf{Fisher scoring iterations:} 4} \\&#10;\multicolumn{5}{l}{\scriptsize \textbf{Dispersion:} 1 (Binomial model)} \\&#10;\hline&#10;\end{tabular}&#10;\end{table}&#10;&#10;\end{document}"/>
  <p:tag name="IGUANATEXSIZE" val="20"/>
  <p:tag name="IGUANATEXCURSOR" val="254"/>
  <p:tag name="TRANSPARENCY" val="True"/>
  <p:tag name="CHOOSECOLOR" val="False"/>
  <p:tag name="COLORHEX" val="000000"/>
  <p:tag name="LATEXENGINEID" val="0"/>
  <p:tag name="TEMPFOLDER" val="C:\temp\"/>
  <p:tag name="LATEXFORMHEIGHT" val=" 320"/>
  <p:tag name="LATEXFORMWIDTH" val=" 385"/>
  <p:tag name="LATEXFORMWRAP" val="True"/>
  <p:tag name="BITMAPVECTOR" val="0"/>
</p:tagLst>
</file>

<file path=ppt/tags/tag163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262"/>
  <p:tag name="IGUANATEXSIZE" val="20"/>
  <p:tag name="IGUANATEXVERSION" val="162"/>
  <p:tag name="LATEXADDIN" val="\documentclass{article}&#10;\usepackage{amsmath}&#10;\pagestyle{empty}&#10;\begin{document}&#10;&#10;&#10;\[&#10;\frac{p}{1 - p} =  e^{(\mathbf{x}'\boldsymbol{\beta})} \longrightarrow e^ {(\mathbf{x}'\boldsymbol{\beta} + \beta_j)} =  e^ {(\mathbf{x}'\boldsymbol{\beta})} \cdot e^{(\beta_j)}&#10;\]&#10;&#10;&#10;\end{document}"/>
  <p:tag name="LATEXENGINEID" val="0"/>
  <p:tag name="LATEXFORMHEIGHT" val=" 320"/>
  <p:tag name="LATEXFORMWIDTH" val=" 385"/>
  <p:tag name="LATEXFORMWRAP" val="True"/>
  <p:tag name="ORIGINALHEIGHT" val=" 19.41217"/>
  <p:tag name="ORIGINALWIDTH" val=" 183.453"/>
  <p:tag name="OUTPUTTYPE" val="SVG"/>
  <p:tag name="TEMPFOLDER" val="C:\Users\luisc\Documents\Custom Office Templates\iguana temp\"/>
  <p:tag name="TRANSPARENCY" val="True"/>
</p:tagLst>
</file>

<file path=ppt/tags/tag1636.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236"/>
  <p:tag name="IGUANATEXSIZE" val="20"/>
  <p:tag name="IGUANATEXVERSION" val="162"/>
  <p:tag name="LATEXADDIN" val="\documentclass{article}&#10;\usepackage{amsmath}&#10;\pagestyle{empty}&#10;\begin{document}&#10;&#10;\begin{table}[ht]&#10;\centering&#10;\begin{tabular}{lccc}&#10;\hline&#10;\textbf{Variable} &amp; \textbf{OR} &amp; \textbf{Lower limit} &amp; \textbf{Upper limit} \\&#10;\hline&#10;Intercept   &amp; 0.0185 &amp; 0.0019 &amp; 0.1665 \\&#10;GRE          &amp; 1.0023 &amp; 1.0001 &amp; 1.0044 \\&#10;GPA          &amp; 2.2345 &amp; 1.1739 &amp; 4.3238 \\&#10;Rank (2)     &amp; 0.5089 &amp; 0.2723 &amp; 0.9448 \\&#10;Rank (3)     &amp; 0.2618 &amp; 0.1316 &amp; 0.5115 \\&#10;Rank (4)     &amp; 0.2119 &amp; 0.0907 &amp; 0.4707 \\&#10;\hline&#10;\end{tabular}&#10;\end{table}&#10;&#10;\end{document}"/>
  <p:tag name="LATEXENGINEID" val="0"/>
  <p:tag name="LATEXFORMHEIGHT" val=" 320"/>
  <p:tag name="LATEXFORMWIDTH" val=" 385"/>
  <p:tag name="LATEXFORMWRAP" val="True"/>
  <p:tag name="ORIGINALHEIGHT" val=" 1061.117"/>
  <p:tag name="ORIGINALWIDTH" val=" 2922.385"/>
  <p:tag name="OUTPUTDPI" val=" 1200"/>
  <p:tag name="OUTPUTTYPE" val="PNG"/>
  <p:tag name="TEMPFOLDER" val="C:\temp\"/>
  <p:tag name="TRANSPARENCY" val="True"/>
</p:tagLst>
</file>

<file path=ppt/tags/tag163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6"/>
  <p:tag name="IGUANATEXSIZE" val="20"/>
  <p:tag name="IGUANATEXVERSION" val="162"/>
  <p:tag name="LATEXADDIN" val="\documentclass{article}&#10;\usepackage{amsmath}&#10;\pagestyle{empty}&#10;\begin{document}&#10;&#10;&#10;\[&#10;  \frac{p}{1 - p} = e^{(\mathbf{x}'\boldsymbol{\beta})}&#10;\]&#10;&#10;\end{document}"/>
  <p:tag name="LATEXENGINEID" val="0"/>
  <p:tag name="LATEXFORMHEIGHT" val=" 320"/>
  <p:tag name="LATEXFORMWIDTH" val=" 385"/>
  <p:tag name="LATEXFORMWRAP" val="True"/>
  <p:tag name="ORIGINALHEIGHT" val=" 19.9152"/>
  <p:tag name="ORIGINALWIDTH" val=" 59.58387"/>
  <p:tag name="OUTPUTTYPE" val="SVG"/>
  <p:tag name="TEMPFOLDER" val="C:\temp\"/>
  <p:tag name="TRANSPARENCY" val="True"/>
</p:tagLst>
</file>

<file path=ppt/tags/tag163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3"/>
  <p:tag name="IGUANATEXSIZE" val="20"/>
  <p:tag name="IGUANATEXVERSION" val="162"/>
  <p:tag name="LATEXADDIN" val="\documentclass{article}&#10;\usepackage{amsmath}&#10;\pagestyle{empty}&#10;\usepackage{amssymb}&#10;\begin{document}&#10;&#10;&#10;\[&#10;\vartriangle p \approx 0.0023 \times 0.25 = 0.000575&#10;\]&#10;&#10;\end{document}"/>
  <p:tag name="LATEXENGINEID" val="0"/>
  <p:tag name="LATEXFORMHEIGHT" val=" 320"/>
  <p:tag name="LATEXFORMWIDTH" val=" 385"/>
  <p:tag name="LATEXFORMWRAP" val="True"/>
  <p:tag name="ORIGINALHEIGHT" val=" 8.668793"/>
  <p:tag name="ORIGINALWIDTH" val=" 135.5076"/>
  <p:tag name="OUTPUTTYPE" val="SVG"/>
  <p:tag name="TEMPFOLDER" val="C:\temp\"/>
  <p:tag name="TRANSPARENCY" val="True"/>
</p:tagLst>
</file>

<file path=ppt/tags/tag163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47"/>
  <p:tag name="IGUANATEXSIZE" val="20"/>
  <p:tag name="IGUANATEXVERSION" val="162"/>
  <p:tag name="LATEXADDIN" val="\documentclass{article}&#10;\usepackage{amsmath}&#10;\pagestyle{empty}&#10;\usepackage{amssymb}&#10;\begin{document}&#10;&#10;&#10;\[&#10;\approx 0.0023 \times 0.25 \times 10 = 0.575&#10;\]&#10;&#10;\end{document}"/>
  <p:tag name="LATEXENGINEID" val="0"/>
  <p:tag name="LATEXFORMHEIGHT" val=" 320"/>
  <p:tag name="LATEXFORMWIDTH" val=" 385"/>
  <p:tag name="LATEXFORMWRAP" val="True"/>
  <p:tag name="ORIGINALHEIGHT" val=" 6.954854"/>
  <p:tag name="ORIGINALWIDTH" val=" 125.2423"/>
  <p:tag name="OUTPUTTYPE" val="SVG"/>
  <p:tag name="TEMPFOLDER" val="C:\temp\"/>
  <p:tag name="TRANSPARENCY" val="True"/>
</p:tagLst>
</file>

<file path=ppt/tags/tag164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47"/>
  <p:tag name="IGUANATEXSIZE" val="20"/>
  <p:tag name="LATEXADDIN" val="\documentclass{article}&#10;\usepackage{amsmath}&#10;\pagestyle{empty}&#10;\usepackage{amssymb}&#10;\begin{document}&#10;&#10;&#10;\[&#10;\approx 0.0023 \times 0.25 \times 10 = 0.575&#10;\]&#10;&#10;\end{document}"/>
  <p:tag name="LATEXENGINEID" val="0"/>
  <p:tag name="LATEXFORMHEIGHT" val=" 320"/>
  <p:tag name="LATEXFORMWIDTH" val=" 385"/>
  <p:tag name="LATEXFORMWRAP" val="True"/>
  <p:tag name="ORIGINALHEIGHT" val=" 4.254642"/>
  <p:tag name="ORIGINALWIDTH" val=" 6.64965"/>
  <p:tag name="TEMPFOLDER" val="C:\temp\"/>
  <p:tag name="TRANSPARENCY" val="True"/>
</p:tagLst>
</file>

<file path=ppt/tags/tag1641.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4.19721"/>
</p:tagLst>
</file>

<file path=ppt/tags/tag1642.xml><?xml version="1.0" encoding="utf-8"?>
<p:tagLst xmlns:a="http://schemas.openxmlformats.org/drawingml/2006/main" xmlns:r="http://schemas.openxmlformats.org/officeDocument/2006/relationships" xmlns:p="http://schemas.openxmlformats.org/presentationml/2006/main">
  <p:tag name="EMFCHILD" val="True"/>
  <p:tag name="ORIGINALHEIGHT" val=" 1.056206"/>
  <p:tag name="ORIGINALWIDTH" val=" 1.056802"/>
</p:tagLst>
</file>

<file path=ppt/tags/tag1643.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19.12354"/>
</p:tagLst>
</file>

<file path=ppt/tags/tag1644.xml><?xml version="1.0" encoding="utf-8"?>
<p:tagLst xmlns:a="http://schemas.openxmlformats.org/drawingml/2006/main" xmlns:r="http://schemas.openxmlformats.org/officeDocument/2006/relationships" xmlns:p="http://schemas.openxmlformats.org/presentationml/2006/main">
  <p:tag name="EMFCHILD" val="True"/>
  <p:tag name="ORIGINALHEIGHT" val=" 4.802684"/>
  <p:tag name="ORIGINALWIDTH" val=" 4.815246"/>
</p:tagLst>
</file>

<file path=ppt/tags/tag1645.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4.197269"/>
</p:tagLst>
</file>

<file path=ppt/tags/tag1646.xml><?xml version="1.0" encoding="utf-8"?>
<p:tagLst xmlns:a="http://schemas.openxmlformats.org/drawingml/2006/main" xmlns:r="http://schemas.openxmlformats.org/officeDocument/2006/relationships" xmlns:p="http://schemas.openxmlformats.org/presentationml/2006/main">
  <p:tag name="EMFCHILD" val="True"/>
  <p:tag name="ORIGINALHEIGHT" val=" 1.056206"/>
  <p:tag name="ORIGINALWIDTH" val=" 1.056802"/>
</p:tagLst>
</file>

<file path=ppt/tags/tag1647.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8.963112"/>
</p:tagLst>
</file>

<file path=ppt/tags/tag1648.xml><?xml version="1.0" encoding="utf-8"?>
<p:tagLst xmlns:a="http://schemas.openxmlformats.org/drawingml/2006/main" xmlns:r="http://schemas.openxmlformats.org/officeDocument/2006/relationships" xmlns:p="http://schemas.openxmlformats.org/presentationml/2006/main">
  <p:tag name="EMFCHILD" val="True"/>
  <p:tag name="ORIGINALHEIGHT" val=" 4.802684"/>
  <p:tag name="ORIGINALWIDTH" val=" 4.815246"/>
</p:tagLst>
</file>

<file path=ppt/tags/tag1649.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8.68415"/>
</p:tagLst>
</file>

<file path=ppt/tags/tag1650.xml><?xml version="1.0" encoding="utf-8"?>
<p:tagLst xmlns:a="http://schemas.openxmlformats.org/drawingml/2006/main" xmlns:r="http://schemas.openxmlformats.org/officeDocument/2006/relationships" xmlns:p="http://schemas.openxmlformats.org/presentationml/2006/main">
  <p:tag name="EMFCHILD" val="True"/>
  <p:tag name="ORIGINALHEIGHT" val=" 2.331676"/>
  <p:tag name="ORIGINALWIDTH" val=" 6.629949"/>
</p:tagLst>
</file>

<file path=ppt/tags/tag1651.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4.197328"/>
</p:tagLst>
</file>

<file path=ppt/tags/tag1652.xml><?xml version="1.0" encoding="utf-8"?>
<p:tagLst xmlns:a="http://schemas.openxmlformats.org/drawingml/2006/main" xmlns:r="http://schemas.openxmlformats.org/officeDocument/2006/relationships" xmlns:p="http://schemas.openxmlformats.org/presentationml/2006/main">
  <p:tag name="EMFCHILD" val="True"/>
  <p:tag name="ORIGINALHEIGHT" val=" 1.056206"/>
  <p:tag name="ORIGINALWIDTH" val=" 1.056802"/>
</p:tagLst>
</file>

<file path=ppt/tags/tag1653.xml><?xml version="1.0" encoding="utf-8"?>
<p:tagLst xmlns:a="http://schemas.openxmlformats.org/drawingml/2006/main" xmlns:r="http://schemas.openxmlformats.org/officeDocument/2006/relationships" xmlns:p="http://schemas.openxmlformats.org/presentationml/2006/main">
  <p:tag name="EMFCHILD" val="True"/>
  <p:tag name="ORIGINALHEIGHT" val=" 6.954854"/>
  <p:tag name="ORIGINALWIDTH" val=" 13.94852"/>
</p:tagLst>
</file>

<file path=ppt/tags/tag165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3"/>
  <p:tag name="IGUANATEXSIZE" val="20"/>
  <p:tag name="LATEXADDIN" val="\documentclass{article}&#10;\usepackage{amsmath}&#10;\pagestyle{empty}&#10;\usepackage{amssymb}&#10;\begin{document}&#10;&#10;&#10;\[&#10;\vartriangle p \approx 0.0023 \times 0.25 = 0.000575&#10;\]&#10;&#10;\end{document}"/>
  <p:tag name="LATEXENGINEID" val="0"/>
  <p:tag name="LATEXFORMHEIGHT" val=" 320"/>
  <p:tag name="LATEXFORMWIDTH" val=" 385"/>
  <p:tag name="LATEXFORMWRAP" val="True"/>
  <p:tag name="ORIGINALHEIGHT" val=" 5.938953"/>
  <p:tag name="ORIGINALWIDTH" val=" 5.513028"/>
  <p:tag name="TEMPFOLDER" val="C:\temp\"/>
  <p:tag name="TRANSPARENCY" val="True"/>
</p:tagLst>
</file>

<file path=ppt/tags/tag1655.xml><?xml version="1.0" encoding="utf-8"?>
<p:tagLst xmlns:a="http://schemas.openxmlformats.org/drawingml/2006/main" xmlns:r="http://schemas.openxmlformats.org/officeDocument/2006/relationships" xmlns:p="http://schemas.openxmlformats.org/presentationml/2006/main">
  <p:tag name="EMFCHILD" val="True"/>
  <p:tag name="ORIGINALHEIGHT" val=" 6.337185"/>
  <p:tag name="ORIGINALWIDTH" val=" 5.204016"/>
</p:tagLst>
</file>

<file path=ppt/tags/tag1656.xml><?xml version="1.0" encoding="utf-8"?>
<p:tagLst xmlns:a="http://schemas.openxmlformats.org/drawingml/2006/main" xmlns:r="http://schemas.openxmlformats.org/officeDocument/2006/relationships" xmlns:p="http://schemas.openxmlformats.org/presentationml/2006/main">
  <p:tag name="EMFCHILD" val="True"/>
  <p:tag name="ORIGINALHEIGHT" val=" 4.254668"/>
  <p:tag name="ORIGINALWIDTH" val=" 6.649621"/>
</p:tagLst>
</file>

<file path=ppt/tags/tag1657.xml><?xml version="1.0" encoding="utf-8"?>
<p:tagLst xmlns:a="http://schemas.openxmlformats.org/drawingml/2006/main" xmlns:r="http://schemas.openxmlformats.org/officeDocument/2006/relationships" xmlns:p="http://schemas.openxmlformats.org/presentationml/2006/main">
  <p:tag name="EMFCHILD" val="True"/>
  <p:tag name="ORIGINALHEIGHT" val=" 6.855092"/>
  <p:tag name="ORIGINALWIDTH" val=" 4.197249"/>
</p:tagLst>
</file>

<file path=ppt/tags/tag1658.xml><?xml version="1.0" encoding="utf-8"?>
<p:tagLst xmlns:a="http://schemas.openxmlformats.org/drawingml/2006/main" xmlns:r="http://schemas.openxmlformats.org/officeDocument/2006/relationships" xmlns:p="http://schemas.openxmlformats.org/presentationml/2006/main">
  <p:tag name="EMFCHILD" val="True"/>
  <p:tag name="ORIGINALHEIGHT" val=" 1.056198"/>
  <p:tag name="ORIGINALWIDTH" val=" 1.056823"/>
</p:tagLst>
</file>

<file path=ppt/tags/tag1659.xml><?xml version="1.0" encoding="utf-8"?>
<p:tagLst xmlns:a="http://schemas.openxmlformats.org/drawingml/2006/main" xmlns:r="http://schemas.openxmlformats.org/officeDocument/2006/relationships" xmlns:p="http://schemas.openxmlformats.org/presentationml/2006/main">
  <p:tag name="EMFCHILD" val="True"/>
  <p:tag name="ORIGINALHEIGHT" val=" 6.855092"/>
  <p:tag name="ORIGINALWIDTH" val=" 19.12358"/>
</p:tagLst>
</file>

<file path=ppt/tags/tag1660.xml><?xml version="1.0" encoding="utf-8"?>
<p:tagLst xmlns:a="http://schemas.openxmlformats.org/drawingml/2006/main" xmlns:r="http://schemas.openxmlformats.org/officeDocument/2006/relationships" xmlns:p="http://schemas.openxmlformats.org/presentationml/2006/main">
  <p:tag name="EMFCHILD" val="True"/>
  <p:tag name="ORIGINALHEIGHT" val=" 4.802658"/>
  <p:tag name="ORIGINALWIDTH" val=" 4.815274"/>
</p:tagLst>
</file>

<file path=ppt/tags/tag1661.xml><?xml version="1.0" encoding="utf-8"?>
<p:tagLst xmlns:a="http://schemas.openxmlformats.org/drawingml/2006/main" xmlns:r="http://schemas.openxmlformats.org/officeDocument/2006/relationships" xmlns:p="http://schemas.openxmlformats.org/presentationml/2006/main">
  <p:tag name="EMFCHILD" val="True"/>
  <p:tag name="ORIGINALHEIGHT" val=" 6.855092"/>
  <p:tag name="ORIGINALWIDTH" val=" 4.197249"/>
</p:tagLst>
</file>

<file path=ppt/tags/tag1662.xml><?xml version="1.0" encoding="utf-8"?>
<p:tagLst xmlns:a="http://schemas.openxmlformats.org/drawingml/2006/main" xmlns:r="http://schemas.openxmlformats.org/officeDocument/2006/relationships" xmlns:p="http://schemas.openxmlformats.org/presentationml/2006/main">
  <p:tag name="EMFCHILD" val="True"/>
  <p:tag name="ORIGINALHEIGHT" val=" 1.056198"/>
  <p:tag name="ORIGINALWIDTH" val=" 1.056823"/>
</p:tagLst>
</file>

<file path=ppt/tags/tag1663.xml><?xml version="1.0" encoding="utf-8"?>
<p:tagLst xmlns:a="http://schemas.openxmlformats.org/drawingml/2006/main" xmlns:r="http://schemas.openxmlformats.org/officeDocument/2006/relationships" xmlns:p="http://schemas.openxmlformats.org/presentationml/2006/main">
  <p:tag name="EMFCHILD" val="True"/>
  <p:tag name="ORIGINALHEIGHT" val=" 6.855092"/>
  <p:tag name="ORIGINALWIDTH" val=" 8.963124"/>
</p:tagLst>
</file>

<file path=ppt/tags/tag1664.xml><?xml version="1.0" encoding="utf-8"?>
<p:tagLst xmlns:a="http://schemas.openxmlformats.org/drawingml/2006/main" xmlns:r="http://schemas.openxmlformats.org/officeDocument/2006/relationships" xmlns:p="http://schemas.openxmlformats.org/presentationml/2006/main">
  <p:tag name="EMFCHILD" val="True"/>
  <p:tag name="ORIGINALHEIGHT" val=" 2.331648"/>
  <p:tag name="ORIGINALWIDTH" val=" 6.629935"/>
</p:tagLst>
</file>

<file path=ppt/tags/tag1665.xml><?xml version="1.0" encoding="utf-8"?>
<p:tagLst xmlns:a="http://schemas.openxmlformats.org/drawingml/2006/main" xmlns:r="http://schemas.openxmlformats.org/officeDocument/2006/relationships" xmlns:p="http://schemas.openxmlformats.org/presentationml/2006/main">
  <p:tag name="EMFCHILD" val="True"/>
  <p:tag name="ORIGINALHEIGHT" val=" 6.855092"/>
  <p:tag name="ORIGINALWIDTH" val=" 4.19729"/>
</p:tagLst>
</file>

<file path=ppt/tags/tag1666.xml><?xml version="1.0" encoding="utf-8"?>
<p:tagLst xmlns:a="http://schemas.openxmlformats.org/drawingml/2006/main" xmlns:r="http://schemas.openxmlformats.org/officeDocument/2006/relationships" xmlns:p="http://schemas.openxmlformats.org/presentationml/2006/main">
  <p:tag name="EMFCHILD" val="True"/>
  <p:tag name="ORIGINALHEIGHT" val=" 1.056198"/>
  <p:tag name="ORIGINALWIDTH" val=" 1.056823"/>
</p:tagLst>
</file>

<file path=ppt/tags/tag1667.xml><?xml version="1.0" encoding="utf-8"?>
<p:tagLst xmlns:a="http://schemas.openxmlformats.org/drawingml/2006/main" xmlns:r="http://schemas.openxmlformats.org/officeDocument/2006/relationships" xmlns:p="http://schemas.openxmlformats.org/presentationml/2006/main">
  <p:tag name="EMFCHILD" val="True"/>
  <p:tag name="ORIGINALHEIGHT" val=" 6.954876"/>
  <p:tag name="ORIGINALWIDTH" val=" 29.01465"/>
</p:tagLst>
</file>

<file path=ppt/tags/tag166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6"/>
  <p:tag name="IGUANATEXSIZE" val="20"/>
  <p:tag name="IGUANATEXVERSION" val="162"/>
  <p:tag name="LATEXADDIN" val="\documentclass{article}&#10;\usepackage{amsmath}&#10;\pagestyle{empty}&#10;\begin{document}&#10;&#10;&#10;\[&#10;e^{0.0023} \approx 1.0023&#10;\]&#10;&#10;\end{document}"/>
  <p:tag name="LATEXENGINEID" val="0"/>
  <p:tag name="LATEXFORMHEIGHT" val=" 320"/>
  <p:tag name="LATEXFORMWIDTH" val=" 385"/>
  <p:tag name="LATEXFORMWRAP" val="True"/>
  <p:tag name="ORIGINALHEIGHT" val=" 8.966911"/>
  <p:tag name="ORIGINALWIDTH" val=" 67.48544"/>
  <p:tag name="OUTPUTTYPE" val="SVG"/>
  <p:tag name="TEMPFOLDER" val="C:\temp\"/>
  <p:tag name="TRANSPARENCY" val="True"/>
</p:tagLst>
</file>

<file path=ppt/tags/tag166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13"/>
  <p:tag name="IGUANATEXSIZE" val="20"/>
  <p:tag name="IGUANATEXVERSION" val="162"/>
  <p:tag name="LATEXADDIN" val="\documentclass{article}&#10;\usepackage{amsmath}&#10;\pagestyle{empty}&#10;\begin{document}&#10;&#10;&#10;\[&#10;(1.0023 - 1) \times 100 = 0.23\%&#10;\]&#10;&#10;\end{document}"/>
  <p:tag name="LATEXENGINEID" val="0"/>
  <p:tag name="LATEXFORMHEIGHT" val=" 320"/>
  <p:tag name="LATEXFORMWIDTH" val=" 385"/>
  <p:tag name="LATEXFORMWRAP" val="True"/>
  <p:tag name="ORIGINALHEIGHT" val=" 9.964168"/>
  <p:tag name="ORIGINALWIDTH" val=" 117.5379"/>
  <p:tag name="OUTPUTTYPE" val="SVG"/>
  <p:tag name="TEMPFOLDER" val="C:\temp\"/>
  <p:tag name="TRANSPARENCY" val="True"/>
</p:tagLst>
</file>

<file path=ppt/tags/tag167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13"/>
  <p:tag name="IGUANATEXSIZE" val="20"/>
  <p:tag name="LATEXADDIN" val="\documentclass{article}&#10;\usepackage{amsmath}&#10;\pagestyle{empty}&#10;\begin{document}&#10;&#10;&#10;\[&#10;(1.0023 - 1) \times 100 = 0.23\%&#10;\]&#10;&#10;\end{document}"/>
  <p:tag name="LATEXENGINEID" val="0"/>
  <p:tag name="LATEXFORMHEIGHT" val=" 320"/>
  <p:tag name="LATEXFORMWIDTH" val=" 385"/>
  <p:tag name="LATEXFORMWRAP" val="True"/>
  <p:tag name="ORIGINALHEIGHT" val=" 9.964168"/>
  <p:tag name="ORIGINALWIDTH" val=" 7.058843"/>
  <p:tag name="TEMPFOLDER" val="C:\temp\"/>
  <p:tag name="TRANSPARENCY" val="True"/>
</p:tagLst>
</file>

<file path=ppt/tags/tag1671.xml><?xml version="1.0" encoding="utf-8"?>
<p:tagLst xmlns:a="http://schemas.openxmlformats.org/drawingml/2006/main" xmlns:r="http://schemas.openxmlformats.org/officeDocument/2006/relationships" xmlns:p="http://schemas.openxmlformats.org/presentationml/2006/main">
  <p:tag name="EMFCHILD" val="True"/>
  <p:tag name="ORIGINALHEIGHT" val=" 1.056192"/>
  <p:tag name="ORIGINALWIDTH" val=" 1.056798"/>
</p:tagLst>
</file>

<file path=ppt/tags/tag1672.xml><?xml version="1.0" encoding="utf-8"?>
<p:tagLst xmlns:a="http://schemas.openxmlformats.org/drawingml/2006/main" xmlns:r="http://schemas.openxmlformats.org/officeDocument/2006/relationships" xmlns:p="http://schemas.openxmlformats.org/presentationml/2006/main">
  <p:tag name="EMFCHILD" val="True"/>
  <p:tag name="ORIGINALHEIGHT" val=" 6.855118"/>
  <p:tag name="ORIGINALWIDTH" val=" 19.12349"/>
</p:tagLst>
</file>

<file path=ppt/tags/tag1673.xml><?xml version="1.0" encoding="utf-8"?>
<p:tagLst xmlns:a="http://schemas.openxmlformats.org/drawingml/2006/main" xmlns:r="http://schemas.openxmlformats.org/officeDocument/2006/relationships" xmlns:p="http://schemas.openxmlformats.org/presentationml/2006/main">
  <p:tag name="EMFCHILD" val="True"/>
  <p:tag name="ORIGINALHEIGHT" val=" .3985364"/>
  <p:tag name="ORIGINALWIDTH" val=" 6.091307"/>
</p:tagLst>
</file>

<file path=ppt/tags/tag1674.xml><?xml version="1.0" encoding="utf-8"?>
<p:tagLst xmlns:a="http://schemas.openxmlformats.org/drawingml/2006/main" xmlns:r="http://schemas.openxmlformats.org/officeDocument/2006/relationships" xmlns:p="http://schemas.openxmlformats.org/presentationml/2006/main">
  <p:tag name="EMFCHILD" val="True"/>
  <p:tag name="ORIGINALHEIGHT" val=" 9.964168"/>
  <p:tag name="ORIGINALWIDTH" val=" 6.979276"/>
</p:tagLst>
</file>

<file path=ppt/tags/tag1675.xml><?xml version="1.0" encoding="utf-8"?>
<p:tagLst xmlns:a="http://schemas.openxmlformats.org/drawingml/2006/main" xmlns:r="http://schemas.openxmlformats.org/officeDocument/2006/relationships" xmlns:p="http://schemas.openxmlformats.org/presentationml/2006/main">
  <p:tag name="EMFCHILD" val="True"/>
  <p:tag name="ORIGINALHEIGHT" val=" 4.802694"/>
  <p:tag name="ORIGINALWIDTH" val=" 4.815252"/>
</p:tagLst>
</file>

<file path=ppt/tags/tag1676.xml><?xml version="1.0" encoding="utf-8"?>
<p:tagLst xmlns:a="http://schemas.openxmlformats.org/drawingml/2006/main" xmlns:r="http://schemas.openxmlformats.org/officeDocument/2006/relationships" xmlns:p="http://schemas.openxmlformats.org/presentationml/2006/main">
  <p:tag name="EMFCHILD" val="True"/>
  <p:tag name="ORIGINALHEIGHT" val=" 6.855118"/>
  <p:tag name="ORIGINALWIDTH" val=" 13.66958"/>
</p:tagLst>
</file>

<file path=ppt/tags/tag1677.xml><?xml version="1.0" encoding="utf-8"?>
<p:tagLst xmlns:a="http://schemas.openxmlformats.org/drawingml/2006/main" xmlns:r="http://schemas.openxmlformats.org/officeDocument/2006/relationships" xmlns:p="http://schemas.openxmlformats.org/presentationml/2006/main">
  <p:tag name="EMFCHILD" val="True"/>
  <p:tag name="ORIGINALHEIGHT" val=" 2.331638"/>
  <p:tag name="ORIGINALWIDTH" val=" 6.629916"/>
</p:tagLst>
</file>

<file path=ppt/tags/tag1678.xml><?xml version="1.0" encoding="utf-8"?>
<p:tagLst xmlns:a="http://schemas.openxmlformats.org/drawingml/2006/main" xmlns:r="http://schemas.openxmlformats.org/officeDocument/2006/relationships" xmlns:p="http://schemas.openxmlformats.org/presentationml/2006/main">
  <p:tag name="EMFCHILD" val="True"/>
  <p:tag name="ORIGINALHEIGHT" val=" 6.855118"/>
  <p:tag name="ORIGINALWIDTH" val=" 4.197185"/>
</p:tagLst>
</file>

<file path=ppt/tags/tag1679.xml><?xml version="1.0" encoding="utf-8"?>
<p:tagLst xmlns:a="http://schemas.openxmlformats.org/drawingml/2006/main" xmlns:r="http://schemas.openxmlformats.org/officeDocument/2006/relationships" xmlns:p="http://schemas.openxmlformats.org/presentationml/2006/main">
  <p:tag name="EMFCHILD" val="True"/>
  <p:tag name="ORIGINALHEIGHT" val=" 1.056192"/>
  <p:tag name="ORIGINALWIDTH" val=" 1.056798"/>
</p:tagLst>
</file>

<file path=ppt/tags/tag1680.xml><?xml version="1.0" encoding="utf-8"?>
<p:tagLst xmlns:a="http://schemas.openxmlformats.org/drawingml/2006/main" xmlns:r="http://schemas.openxmlformats.org/officeDocument/2006/relationships" xmlns:p="http://schemas.openxmlformats.org/presentationml/2006/main">
  <p:tag name="EMFCHILD" val="True"/>
  <p:tag name="ORIGINALHEIGHT" val=" 8.03112"/>
  <p:tag name="ORIGINALWIDTH" val=" 17.20878"/>
</p:tagLst>
</file>

<file path=ppt/tags/tag168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6"/>
  <p:tag name="IGUANATEXSIZE" val="20"/>
  <p:tag name="LATEXADDIN" val="\documentclass{article}&#10;\usepackage{amsmath}&#10;\pagestyle{empty}&#10;\begin{document}&#10;&#10;&#10;\[&#10;e^{0.0023} \approx 1.0023&#10;\]&#10;&#10;\end{document}"/>
  <p:tag name="LATEXENGINEID" val="0"/>
  <p:tag name="LATEXFORMHEIGHT" val=" 320"/>
  <p:tag name="LATEXFORMWIDTH" val=" 385"/>
  <p:tag name="LATEXFORMWRAP" val="True"/>
  <p:tag name="ORIGINALHEIGHT" val=" 4.513827"/>
  <p:tag name="ORIGINALWIDTH" val=" 3.828523"/>
  <p:tag name="TEMPFOLDER" val="C:\temp\"/>
  <p:tag name="TRANSPARENCY" val="True"/>
</p:tagLst>
</file>

<file path=ppt/tags/tag1682.xml><?xml version="1.0" encoding="utf-8"?>
<p:tagLst xmlns:a="http://schemas.openxmlformats.org/drawingml/2006/main" xmlns:r="http://schemas.openxmlformats.org/officeDocument/2006/relationships" xmlns:p="http://schemas.openxmlformats.org/presentationml/2006/main">
  <p:tag name="EMFCHILD" val="True"/>
  <p:tag name="ORIGINALHEIGHT" val=" 4.77204"/>
  <p:tag name="ORIGINALWIDTH" val=" 3.238979"/>
</p:tagLst>
</file>

<file path=ppt/tags/tag1683.xml><?xml version="1.0" encoding="utf-8"?>
<p:tagLst xmlns:a="http://schemas.openxmlformats.org/drawingml/2006/main" xmlns:r="http://schemas.openxmlformats.org/officeDocument/2006/relationships" xmlns:p="http://schemas.openxmlformats.org/presentationml/2006/main">
  <p:tag name="EMFCHILD" val="True"/>
  <p:tag name="ORIGINALHEIGHT" val=" .8024225"/>
  <p:tag name="ORIGINALWIDTH" val=" .8028404"/>
</p:tagLst>
</file>

<file path=ppt/tags/tag1684.xml><?xml version="1.0" encoding="utf-8"?>
<p:tagLst xmlns:a="http://schemas.openxmlformats.org/drawingml/2006/main" xmlns:r="http://schemas.openxmlformats.org/officeDocument/2006/relationships" xmlns:p="http://schemas.openxmlformats.org/presentationml/2006/main">
  <p:tag name="EMFCHILD" val="True"/>
  <p:tag name="ORIGINALHEIGHT" val=" 4.77204"/>
  <p:tag name="ORIGINALWIDTH" val=" 15.13898"/>
</p:tagLst>
</file>

<file path=ppt/tags/tag1685.xml><?xml version="1.0" encoding="utf-8"?>
<p:tagLst xmlns:a="http://schemas.openxmlformats.org/drawingml/2006/main" xmlns:r="http://schemas.openxmlformats.org/officeDocument/2006/relationships" xmlns:p="http://schemas.openxmlformats.org/presentationml/2006/main">
  <p:tag name="EMFCHILD" val="True"/>
  <p:tag name="ORIGINALHEIGHT" val=" 4.254668"/>
  <p:tag name="ORIGINALWIDTH" val=" 6.649622"/>
</p:tagLst>
</file>

<file path=ppt/tags/tag1686.xml><?xml version="1.0" encoding="utf-8"?>
<p:tagLst xmlns:a="http://schemas.openxmlformats.org/drawingml/2006/main" xmlns:r="http://schemas.openxmlformats.org/officeDocument/2006/relationships" xmlns:p="http://schemas.openxmlformats.org/presentationml/2006/main">
  <p:tag name="EMFCHILD" val="True"/>
  <p:tag name="ORIGINALHEIGHT" val=" 6.635962"/>
  <p:tag name="ORIGINALWIDTH" val=" 3.289899"/>
</p:tagLst>
</file>

<file path=ppt/tags/tag1687.xml><?xml version="1.0" encoding="utf-8"?>
<p:tagLst xmlns:a="http://schemas.openxmlformats.org/drawingml/2006/main" xmlns:r="http://schemas.openxmlformats.org/officeDocument/2006/relationships" xmlns:p="http://schemas.openxmlformats.org/presentationml/2006/main">
  <p:tag name="EMFCHILD" val="True"/>
  <p:tag name="ORIGINALHEIGHT" val=" 1.056198"/>
  <p:tag name="ORIGINALWIDTH" val=" 1.056823"/>
</p:tagLst>
</file>

<file path=ppt/tags/tag1688.xml><?xml version="1.0" encoding="utf-8"?>
<p:tagLst xmlns:a="http://schemas.openxmlformats.org/drawingml/2006/main" xmlns:r="http://schemas.openxmlformats.org/officeDocument/2006/relationships" xmlns:p="http://schemas.openxmlformats.org/presentationml/2006/main">
  <p:tag name="EMFCHILD" val="True"/>
  <p:tag name="ORIGINALHEIGHT" val=" 6.855092"/>
  <p:tag name="ORIGINALWIDTH" val=" 19.12355"/>
</p:tagLst>
</file>

<file path=ppt/tags/tag168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6"/>
  <p:tag name="IGUANATEXSIZE" val="20"/>
  <p:tag name="LATEXADDIN" val="\documentclass{article}&#10;\usepackage{amsmath}&#10;\pagestyle{empty}&#10;\begin{document}&#10;&#10;&#10;\[&#10;  \frac{p}{1 - p} = e^{(\mathbf{x}'\boldsymbol{\beta})}&#10;\]&#10;&#10;\end{document}"/>
  <p:tag name="LATEXENGINEID" val="0"/>
  <p:tag name="LATEXFORMHEIGHT" val=" 320"/>
  <p:tag name="LATEXFORMWIDTH" val=" 385"/>
  <p:tag name="LATEXFORMWRAP" val="True"/>
  <p:tag name="ORIGINALHEIGHT" val=" 6.337187"/>
  <p:tag name="ORIGINALWIDTH" val=" 5.204067"/>
  <p:tag name="TEMPFOLDER" val="C:\temp\"/>
  <p:tag name="TRANSPARENCY" val="True"/>
</p:tagLst>
</file>

<file path=ppt/tags/tag1690.xml><?xml version="1.0" encoding="utf-8"?>
<p:tagLst xmlns:a="http://schemas.openxmlformats.org/drawingml/2006/main" xmlns:r="http://schemas.openxmlformats.org/officeDocument/2006/relationships" xmlns:p="http://schemas.openxmlformats.org/presentationml/2006/main">
  <p:tag name="EMFCHILD" val="True"/>
  <p:tag name="ORIGINALHEIGHT" val=" 1.000283"/>
  <p:tag name="ORIGINALWIDTH" val=" 22.18659"/>
</p:tagLst>
</file>

<file path=ppt/tags/tag1691.xml><?xml version="1.0" encoding="utf-8"?>
<p:tagLst xmlns:a="http://schemas.openxmlformats.org/drawingml/2006/main" xmlns:r="http://schemas.openxmlformats.org/officeDocument/2006/relationships" xmlns:p="http://schemas.openxmlformats.org/presentationml/2006/main">
  <p:tag name="EMFCHILD" val="True"/>
  <p:tag name="ORIGINALHEIGHT" val=" 6.635977"/>
  <p:tag name="ORIGINALWIDTH" val=" 3.289913"/>
</p:tagLst>
</file>

<file path=ppt/tags/tag1692.xml><?xml version="1.0" encoding="utf-8"?>
<p:tagLst xmlns:a="http://schemas.openxmlformats.org/drawingml/2006/main" xmlns:r="http://schemas.openxmlformats.org/officeDocument/2006/relationships" xmlns:p="http://schemas.openxmlformats.org/presentationml/2006/main">
  <p:tag name="EMFCHILD" val="True"/>
  <p:tag name="ORIGINALHEIGHT" val=" .3985299"/>
  <p:tag name="ORIGINALWIDTH" val=" 6.091375"/>
</p:tagLst>
</file>

<file path=ppt/tags/tag1693.xml><?xml version="1.0" encoding="utf-8"?>
<p:tagLst xmlns:a="http://schemas.openxmlformats.org/drawingml/2006/main" xmlns:r="http://schemas.openxmlformats.org/officeDocument/2006/relationships" xmlns:p="http://schemas.openxmlformats.org/presentationml/2006/main">
  <p:tag name="EMFCHILD" val="True"/>
  <p:tag name="ORIGINALHEIGHT" val=" 6.337187"/>
  <p:tag name="ORIGINALWIDTH" val=" 5.204067"/>
</p:tagLst>
</file>

<file path=ppt/tags/tag1694.xml><?xml version="1.0" encoding="utf-8"?>
<p:tagLst xmlns:a="http://schemas.openxmlformats.org/drawingml/2006/main" xmlns:r="http://schemas.openxmlformats.org/officeDocument/2006/relationships" xmlns:p="http://schemas.openxmlformats.org/presentationml/2006/main">
  <p:tag name="EMFCHILD" val="True"/>
  <p:tag name="ORIGINALHEIGHT" val=" 2.331666"/>
  <p:tag name="ORIGINALWIDTH" val=" 6.62995"/>
</p:tagLst>
</file>

<file path=ppt/tags/tag1695.xml><?xml version="1.0" encoding="utf-8"?>
<p:tagLst xmlns:a="http://schemas.openxmlformats.org/drawingml/2006/main" xmlns:r="http://schemas.openxmlformats.org/officeDocument/2006/relationships" xmlns:p="http://schemas.openxmlformats.org/presentationml/2006/main">
  <p:tag name="EMFCHILD" val="True"/>
  <p:tag name="ORIGINALHEIGHT" val=" 4.51383"/>
  <p:tag name="ORIGINALWIDTH" val=" 3.828487"/>
</p:tagLst>
</file>

<file path=ppt/tags/tag1696.xml><?xml version="1.0" encoding="utf-8"?>
<p:tagLst xmlns:a="http://schemas.openxmlformats.org/drawingml/2006/main" xmlns:r="http://schemas.openxmlformats.org/officeDocument/2006/relationships" xmlns:p="http://schemas.openxmlformats.org/presentationml/2006/main">
  <p:tag name="EMFCHILD" val="True"/>
  <p:tag name="ORIGINALHEIGHT" val=" 6.970136"/>
  <p:tag name="ORIGINALWIDTH" val=" 1.814952"/>
</p:tagLst>
</file>

<file path=ppt/tags/tag1697.xml><?xml version="1.0" encoding="utf-8"?>
<p:tagLst xmlns:a="http://schemas.openxmlformats.org/drawingml/2006/main" xmlns:r="http://schemas.openxmlformats.org/officeDocument/2006/relationships" xmlns:p="http://schemas.openxmlformats.org/presentationml/2006/main">
  <p:tag name="EMFCHILD" val="True"/>
  <p:tag name="ORIGINALHEIGHT" val=" 3.097818"/>
  <p:tag name="ORIGINALWIDTH" val=" 4.279193"/>
</p:tagLst>
</file>

<file path=ppt/tags/tag1698.xml><?xml version="1.0" encoding="utf-8"?>
<p:tagLst xmlns:a="http://schemas.openxmlformats.org/drawingml/2006/main" xmlns:r="http://schemas.openxmlformats.org/officeDocument/2006/relationships" xmlns:p="http://schemas.openxmlformats.org/presentationml/2006/main">
  <p:tag name="EMFCHILD" val="True"/>
  <p:tag name="ORIGINALHEIGHT" val=" 2.596345"/>
  <p:tag name="ORIGINALWIDTH" val=" 1.381157"/>
</p:tagLst>
</file>

<file path=ppt/tags/tag1699.xml><?xml version="1.0" encoding="utf-8"?>
<p:tagLst xmlns:a="http://schemas.openxmlformats.org/drawingml/2006/main" xmlns:r="http://schemas.openxmlformats.org/officeDocument/2006/relationships" xmlns:p="http://schemas.openxmlformats.org/presentationml/2006/main">
  <p:tag name="EMFCHILD" val="True"/>
  <p:tag name="ORIGINALHEIGHT" val=" 6.251515"/>
  <p:tag name="ORIGINALWIDTH" val=" 4.879368"/>
</p:tagLst>
</file>

<file path=ppt/tags/tag1700.xml><?xml version="1.0" encoding="utf-8"?>
<p:tagLst xmlns:a="http://schemas.openxmlformats.org/drawingml/2006/main" xmlns:r="http://schemas.openxmlformats.org/officeDocument/2006/relationships" xmlns:p="http://schemas.openxmlformats.org/presentationml/2006/main">
  <p:tag name="EMFCHILD" val="True"/>
  <p:tag name="ORIGINALHEIGHT" val=" 6.970136"/>
  <p:tag name="ORIGINALWIDTH" val=" 1.808044"/>
</p:tagLst>
</file>

<file path=ppt/tags/tag170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262"/>
  <p:tag name="IGUANATEXSIZE" val="20"/>
  <p:tag name="LATEXADDIN" val="\documentclass{article}&#10;\usepackage{amsmath}&#10;\pagestyle{empty}&#10;\begin{document}&#10;&#10;&#10;\[&#10;\frac{p}{1 - p} =  e^{(\mathbf{x}'\boldsymbol{\beta})} \longrightarrow e^ {(\mathbf{x}'\boldsymbol{\beta} + \beta_j)} =  e^ {(\mathbf{x}'\boldsymbol{\beta})} \cdot e^{(\beta_j)}&#10;\]&#10;&#10;&#10;\end{document}"/>
  <p:tag name="LATEXENGINEID" val="0"/>
  <p:tag name="LATEXFORMHEIGHT" val=" 320"/>
  <p:tag name="LATEXFORMWIDTH" val=" 385"/>
  <p:tag name="LATEXFORMWRAP" val="True"/>
  <p:tag name="ORIGINALHEIGHT" val=" 6.177814"/>
  <p:tag name="ORIGINALWIDTH" val=" 5.186428"/>
  <p:tag name="TEMPFOLDER" val="C:\Users\luisc\Documents\Custom Office Templates\iguana temp\"/>
  <p:tag name="TRANSPARENCY" val="True"/>
</p:tagLst>
</file>

<file path=ppt/tags/tag1702.xml><?xml version="1.0" encoding="utf-8"?>
<p:tagLst xmlns:a="http://schemas.openxmlformats.org/drawingml/2006/main" xmlns:r="http://schemas.openxmlformats.org/officeDocument/2006/relationships" xmlns:p="http://schemas.openxmlformats.org/presentationml/2006/main">
  <p:tag name="EMFCHILD" val="True"/>
  <p:tag name="ORIGINALHEIGHT" val=" .3885154"/>
  <p:tag name="ORIGINALWIDTH" val=" 22.1103"/>
</p:tagLst>
</file>

<file path=ppt/tags/tag1703.xml><?xml version="1.0" encoding="utf-8"?>
<p:tagLst xmlns:a="http://schemas.openxmlformats.org/drawingml/2006/main" xmlns:r="http://schemas.openxmlformats.org/officeDocument/2006/relationships" xmlns:p="http://schemas.openxmlformats.org/presentationml/2006/main">
  <p:tag name="EMFCHILD" val="True"/>
  <p:tag name="ORIGINALHEIGHT" val=" 6.4692"/>
  <p:tag name="ORIGINALWIDTH" val=" 3.27876"/>
</p:tagLst>
</file>

<file path=ppt/tags/tag1704.xml><?xml version="1.0" encoding="utf-8"?>
<p:tagLst xmlns:a="http://schemas.openxmlformats.org/drawingml/2006/main" xmlns:r="http://schemas.openxmlformats.org/officeDocument/2006/relationships" xmlns:p="http://schemas.openxmlformats.org/presentationml/2006/main">
  <p:tag name="EMFCHILD" val="True"/>
  <p:tag name="ORIGINALHEIGHT" val=" .3885154"/>
  <p:tag name="ORIGINALWIDTH" val=" 6.070718"/>
</p:tagLst>
</file>

<file path=ppt/tags/tag1705.xml><?xml version="1.0" encoding="utf-8"?>
<p:tagLst xmlns:a="http://schemas.openxmlformats.org/drawingml/2006/main" xmlns:r="http://schemas.openxmlformats.org/officeDocument/2006/relationships" xmlns:p="http://schemas.openxmlformats.org/presentationml/2006/main">
  <p:tag name="EMFCHILD" val="True"/>
  <p:tag name="ORIGINALHEIGHT" val=" 6.177814"/>
  <p:tag name="ORIGINALWIDTH" val=" 5.186428"/>
</p:tagLst>
</file>

<file path=ppt/tags/tag1706.xml><?xml version="1.0" encoding="utf-8"?>
<p:tagLst xmlns:a="http://schemas.openxmlformats.org/drawingml/2006/main" xmlns:r="http://schemas.openxmlformats.org/officeDocument/2006/relationships" xmlns:p="http://schemas.openxmlformats.org/presentationml/2006/main">
  <p:tag name="EMFCHILD" val="True"/>
  <p:tag name="ORIGINALHEIGHT" val=" 2.272947"/>
  <p:tag name="ORIGINALWIDTH" val=" 6.60724"/>
</p:tagLst>
</file>

<file path=ppt/tags/tag1707.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708.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709.xml><?xml version="1.0" encoding="utf-8"?>
<p:tagLst xmlns:a="http://schemas.openxmlformats.org/drawingml/2006/main" xmlns:r="http://schemas.openxmlformats.org/officeDocument/2006/relationships" xmlns:p="http://schemas.openxmlformats.org/presentationml/2006/main">
  <p:tag name="EMFCHILD" val="True"/>
  <p:tag name="ORIGINALHEIGHT" val=" 3.018923"/>
  <p:tag name="ORIGINALWIDTH" val=" 4.263373"/>
</p:tagLst>
</file>

<file path=ppt/tags/tag1710.xml><?xml version="1.0" encoding="utf-8"?>
<p:tagLst xmlns:a="http://schemas.openxmlformats.org/drawingml/2006/main" xmlns:r="http://schemas.openxmlformats.org/officeDocument/2006/relationships" xmlns:p="http://schemas.openxmlformats.org/presentationml/2006/main">
  <p:tag name="EMFCHILD" val="True"/>
  <p:tag name="ORIGINALHEIGHT" val=" 2.530361"/>
  <p:tag name="ORIGINALWIDTH" val=" 1.376047"/>
</p:tagLst>
</file>

<file path=ppt/tags/tag1711.xml><?xml version="1.0" encoding="utf-8"?>
<p:tagLst xmlns:a="http://schemas.openxmlformats.org/drawingml/2006/main" xmlns:r="http://schemas.openxmlformats.org/officeDocument/2006/relationships" xmlns:p="http://schemas.openxmlformats.org/presentationml/2006/main">
  <p:tag name="EMFCHILD" val="True"/>
  <p:tag name="ORIGINALHEIGHT" val=" 6.092303"/>
  <p:tag name="ORIGINALWIDTH" val=" 4.861508"/>
</p:tagLst>
</file>

<file path=ppt/tags/tag1712.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713.xml><?xml version="1.0" encoding="utf-8"?>
<p:tagLst xmlns:a="http://schemas.openxmlformats.org/drawingml/2006/main" xmlns:r="http://schemas.openxmlformats.org/officeDocument/2006/relationships" xmlns:p="http://schemas.openxmlformats.org/presentationml/2006/main">
  <p:tag name="EMFCHILD" val="True"/>
  <p:tag name="ORIGINALHEIGHT" val=" .3885154"/>
  <p:tag name="ORIGINALWIDTH" val=" 6.070718"/>
</p:tagLst>
</file>

<file path=ppt/tags/tag1714.xml><?xml version="1.0" encoding="utf-8"?>
<p:tagLst xmlns:a="http://schemas.openxmlformats.org/drawingml/2006/main" xmlns:r="http://schemas.openxmlformats.org/officeDocument/2006/relationships" xmlns:p="http://schemas.openxmlformats.org/presentationml/2006/main">
  <p:tag name="EMFCHILD" val="True"/>
  <p:tag name="ORIGINALHEIGHT" val=" 5.070468"/>
  <p:tag name="ORIGINALWIDTH" val=" 8.822868"/>
</p:tagLst>
</file>

<file path=ppt/tags/tag1715.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716.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717.xml><?xml version="1.0" encoding="utf-8"?>
<p:tagLst xmlns:a="http://schemas.openxmlformats.org/drawingml/2006/main" xmlns:r="http://schemas.openxmlformats.org/officeDocument/2006/relationships" xmlns:p="http://schemas.openxmlformats.org/presentationml/2006/main">
  <p:tag name="EMFCHILD" val="True"/>
  <p:tag name="ORIGINALHEIGHT" val=" 3.018923"/>
  <p:tag name="ORIGINALWIDTH" val=" 4.263373"/>
</p:tagLst>
</file>

<file path=ppt/tags/tag1718.xml><?xml version="1.0" encoding="utf-8"?>
<p:tagLst xmlns:a="http://schemas.openxmlformats.org/drawingml/2006/main" xmlns:r="http://schemas.openxmlformats.org/officeDocument/2006/relationships" xmlns:p="http://schemas.openxmlformats.org/presentationml/2006/main">
  <p:tag name="EMFCHILD" val="True"/>
  <p:tag name="ORIGINALHEIGHT" val=" 2.530361"/>
  <p:tag name="ORIGINALWIDTH" val=" 1.376047"/>
</p:tagLst>
</file>

<file path=ppt/tags/tag1719.xml><?xml version="1.0" encoding="utf-8"?>
<p:tagLst xmlns:a="http://schemas.openxmlformats.org/drawingml/2006/main" xmlns:r="http://schemas.openxmlformats.org/officeDocument/2006/relationships" xmlns:p="http://schemas.openxmlformats.org/presentationml/2006/main">
  <p:tag name="EMFCHILD" val="True"/>
  <p:tag name="ORIGINALHEIGHT" val=" 6.092303"/>
  <p:tag name="ORIGINALWIDTH" val=" 4.861508"/>
</p:tagLst>
</file>

<file path=ppt/tags/tag1720.xml><?xml version="1.0" encoding="utf-8"?>
<p:tagLst xmlns:a="http://schemas.openxmlformats.org/drawingml/2006/main" xmlns:r="http://schemas.openxmlformats.org/officeDocument/2006/relationships" xmlns:p="http://schemas.openxmlformats.org/presentationml/2006/main">
  <p:tag name="EMFCHILD" val="True"/>
  <p:tag name="ORIGINALHEIGHT" val=" 5.011221"/>
  <p:tag name="ORIGINALWIDTH" val=" 5.118867"/>
</p:tagLst>
</file>

<file path=ppt/tags/tag1721.xml><?xml version="1.0" encoding="utf-8"?>
<p:tagLst xmlns:a="http://schemas.openxmlformats.org/drawingml/2006/main" xmlns:r="http://schemas.openxmlformats.org/officeDocument/2006/relationships" xmlns:p="http://schemas.openxmlformats.org/presentationml/2006/main">
  <p:tag name="EMFCHILD" val="True"/>
  <p:tag name="ORIGINALHEIGHT" val=" 6.112731"/>
  <p:tag name="ORIGINALWIDTH" val=" 4.063499"/>
</p:tagLst>
</file>

<file path=ppt/tags/tag1722.xml><?xml version="1.0" encoding="utf-8"?>
<p:tagLst xmlns:a="http://schemas.openxmlformats.org/drawingml/2006/main" xmlns:r="http://schemas.openxmlformats.org/officeDocument/2006/relationships" xmlns:p="http://schemas.openxmlformats.org/presentationml/2006/main">
  <p:tag name="EMFCHILD" val="True"/>
  <p:tag name="ORIGINALHEIGHT" val=" 4.235071"/>
  <p:tag name="ORIGINALWIDTH" val=" 2.349758"/>
</p:tagLst>
</file>

<file path=ppt/tags/tag1723.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724.xml><?xml version="1.0" encoding="utf-8"?>
<p:tagLst xmlns:a="http://schemas.openxmlformats.org/drawingml/2006/main" xmlns:r="http://schemas.openxmlformats.org/officeDocument/2006/relationships" xmlns:p="http://schemas.openxmlformats.org/presentationml/2006/main">
  <p:tag name="EMFCHILD" val="True"/>
  <p:tag name="ORIGINALHEIGHT" val=" 2.272947"/>
  <p:tag name="ORIGINALWIDTH" val=" 6.60724"/>
</p:tagLst>
</file>

<file path=ppt/tags/tag1725.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726.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727.xml><?xml version="1.0" encoding="utf-8"?>
<p:tagLst xmlns:a="http://schemas.openxmlformats.org/drawingml/2006/main" xmlns:r="http://schemas.openxmlformats.org/officeDocument/2006/relationships" xmlns:p="http://schemas.openxmlformats.org/presentationml/2006/main">
  <p:tag name="EMFCHILD" val="True"/>
  <p:tag name="ORIGINALHEIGHT" val=" 3.018923"/>
  <p:tag name="ORIGINALWIDTH" val=" 4.263373"/>
</p:tagLst>
</file>

<file path=ppt/tags/tag1728.xml><?xml version="1.0" encoding="utf-8"?>
<p:tagLst xmlns:a="http://schemas.openxmlformats.org/drawingml/2006/main" xmlns:r="http://schemas.openxmlformats.org/officeDocument/2006/relationships" xmlns:p="http://schemas.openxmlformats.org/presentationml/2006/main">
  <p:tag name="EMFCHILD" val="True"/>
  <p:tag name="ORIGINALHEIGHT" val=" 2.530361"/>
  <p:tag name="ORIGINALWIDTH" val=" 1.376047"/>
</p:tagLst>
</file>

<file path=ppt/tags/tag1729.xml><?xml version="1.0" encoding="utf-8"?>
<p:tagLst xmlns:a="http://schemas.openxmlformats.org/drawingml/2006/main" xmlns:r="http://schemas.openxmlformats.org/officeDocument/2006/relationships" xmlns:p="http://schemas.openxmlformats.org/presentationml/2006/main">
  <p:tag name="EMFCHILD" val="True"/>
  <p:tag name="ORIGINALHEIGHT" val=" 6.092303"/>
  <p:tag name="ORIGINALWIDTH" val=" 4.861508"/>
</p:tagLst>
</file>

<file path=ppt/tags/tag1730.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731.xml><?xml version="1.0" encoding="utf-8"?>
<p:tagLst xmlns:a="http://schemas.openxmlformats.org/drawingml/2006/main" xmlns:r="http://schemas.openxmlformats.org/officeDocument/2006/relationships" xmlns:p="http://schemas.openxmlformats.org/presentationml/2006/main">
  <p:tag name="EMFCHILD" val="True"/>
  <p:tag name="ORIGINALHEIGHT" val=" 1.029599"/>
  <p:tag name="ORIGINALWIDTH" val=" 1.053165"/>
</p:tagLst>
</file>

<file path=ppt/tags/tag1732.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733.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734.xml><?xml version="1.0" encoding="utf-8"?>
<p:tagLst xmlns:a="http://schemas.openxmlformats.org/drawingml/2006/main" xmlns:r="http://schemas.openxmlformats.org/officeDocument/2006/relationships" xmlns:p="http://schemas.openxmlformats.org/presentationml/2006/main">
  <p:tag name="EMFCHILD" val="True"/>
  <p:tag name="ORIGINALHEIGHT" val=" 6.112731"/>
  <p:tag name="ORIGINALWIDTH" val=" 4.063499"/>
</p:tagLst>
</file>

<file path=ppt/tags/tag1735.xml><?xml version="1.0" encoding="utf-8"?>
<p:tagLst xmlns:a="http://schemas.openxmlformats.org/drawingml/2006/main" xmlns:r="http://schemas.openxmlformats.org/officeDocument/2006/relationships" xmlns:p="http://schemas.openxmlformats.org/presentationml/2006/main">
  <p:tag name="EMFCHILD" val="True"/>
  <p:tag name="ORIGINALHEIGHT" val=" 4.235071"/>
  <p:tag name="ORIGINALWIDTH" val=" 2.349758"/>
</p:tagLst>
</file>

<file path=ppt/tags/tag1736.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73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262"/>
  <p:tag name="IGUANATEXSIZE" val="20"/>
  <p:tag name="IGUANATEXVERSION" val="162"/>
  <p:tag name="LATEXADDIN" val="\documentclass{article}&#10;\usepackage{amsmath}&#10;\pagestyle{empty}&#10;\begin{document}&#10;&#10;&#10;\[&#10;\frac{p}{1 - p} =  e^{(\mathbf{x}'\boldsymbol{\beta})} \longrightarrow e^ {(\mathbf{x}'\boldsymbol{\beta} + \beta_j)} =  e^ {(\mathbf{x}'\boldsymbol{\beta})} \cdot e^{(\beta_j)}&#10;\]&#10;&#10;&#10;\end{document}"/>
  <p:tag name="LATEXENGINEID" val="0"/>
  <p:tag name="LATEXFORMHEIGHT" val=" 320"/>
  <p:tag name="LATEXFORMWIDTH" val=" 385"/>
  <p:tag name="LATEXFORMWRAP" val="True"/>
  <p:tag name="ORIGINALHEIGHT" val=" 19.41217"/>
  <p:tag name="ORIGINALWIDTH" val=" 183.453"/>
  <p:tag name="OUTPUTTYPE" val="SVG"/>
  <p:tag name="TEMPFOLDER" val="C:\Users\luisc\Documents\Custom Office Templates\iguana temp\"/>
  <p:tag name="TRANSPARENCY" val="True"/>
</p:tagLst>
</file>

<file path=ppt/tags/tag1738.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236"/>
  <p:tag name="IGUANATEXSIZE" val="20"/>
  <p:tag name="IGUANATEXVERSION" val="162"/>
  <p:tag name="LATEXADDIN" val="\documentclass{article}&#10;\usepackage{amsmath}&#10;\pagestyle{empty}&#10;\begin{document}&#10;&#10;\begin{table}[ht]&#10;\centering&#10;\begin{tabular}{lccc}&#10;\hline&#10;\textbf{Variable} &amp; \textbf{OR} &amp; \textbf{Lower limit} &amp; \textbf{Upper limit} \\&#10;\hline&#10;Intercept   &amp; 0.0185 &amp; 0.0019 &amp; 0.1665 \\&#10;GRE          &amp; 1.0023 &amp; 1.0001 &amp; 1.0044 \\&#10;GPA          &amp; 2.2345 &amp; 1.1739 &amp; 4.3238 \\&#10;Rank (2)     &amp; 0.5089 &amp; 0.2723 &amp; 0.9448 \\&#10;Rank (3)     &amp; 0.2618 &amp; 0.1316 &amp; 0.5115 \\&#10;Rank (4)     &amp; 0.2119 &amp; 0.0907 &amp; 0.4707 \\&#10;\hline&#10;\end{tabular}&#10;\end{table}&#10;&#10;\end{document}"/>
  <p:tag name="LATEXENGINEID" val="0"/>
  <p:tag name="LATEXFORMHEIGHT" val=" 320"/>
  <p:tag name="LATEXFORMWIDTH" val=" 385"/>
  <p:tag name="LATEXFORMWRAP" val="True"/>
  <p:tag name="ORIGINALHEIGHT" val=" 1061.117"/>
  <p:tag name="ORIGINALWIDTH" val=" 2922.385"/>
  <p:tag name="OUTPUTDPI" val=" 1200"/>
  <p:tag name="OUTPUTTYPE" val="PNG"/>
  <p:tag name="TEMPFOLDER" val="C:\temp\"/>
  <p:tag name="TRANSPARENCY" val="True"/>
</p:tagLst>
</file>

<file path=ppt/tags/tag173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6"/>
  <p:tag name="IGUANATEXSIZE" val="20"/>
  <p:tag name="IGUANATEXVERSION" val="162"/>
  <p:tag name="LATEXADDIN" val="\documentclass{article}&#10;\usepackage{amsmath}&#10;\pagestyle{empty}&#10;\begin{document}&#10;&#10;&#10;\[&#10;  \frac{p}{1 - p} = e^{(\mathbf{x}'\boldsymbol{\beta})}&#10;\]&#10;&#10;\end{document}"/>
  <p:tag name="LATEXENGINEID" val="0"/>
  <p:tag name="LATEXFORMHEIGHT" val=" 320"/>
  <p:tag name="LATEXFORMWIDTH" val=" 385"/>
  <p:tag name="LATEXFORMWRAP" val="True"/>
  <p:tag name="ORIGINALHEIGHT" val=" 19.9152"/>
  <p:tag name="ORIGINALWIDTH" val=" 59.58387"/>
  <p:tag name="OUTPUTTYPE" val="SVG"/>
  <p:tag name="TEMPFOLDER" val="C:\temp\"/>
  <p:tag name="TRANSPARENCY" val="True"/>
</p:tagLst>
</file>

<file path=ppt/tags/tag174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09"/>
  <p:tag name="IGUANATEXSIZE" val="20"/>
  <p:tag name="IGUANATEXVERSION" val="162"/>
  <p:tag name="LATEXADDIN" val="\documentclass{article}&#10;\usepackage{amsmath}&#10;\pagestyle{empty}&#10;\begin{document}&#10;&#10;&#10;\[&#10;e^{0.804} \approx 2.2345&#10;\]&#10;&#10;\end{document}"/>
  <p:tag name="LATEXENGINEID" val="0"/>
  <p:tag name="LATEXFORMHEIGHT" val=" 320"/>
  <p:tag name="LATEXFORMWIDTH" val=" 385"/>
  <p:tag name="LATEXFORMWRAP" val="True"/>
  <p:tag name="ORIGINALHEIGHT" val=" 9.036945"/>
  <p:tag name="ORIGINALWIDTH" val=" 63.43146"/>
  <p:tag name="OUTPUTTYPE" val="SVG"/>
  <p:tag name="TEMPFOLDER" val="C:\temp\"/>
  <p:tag name="TRANSPARENCY" val="True"/>
</p:tagLst>
</file>

<file path=ppt/tags/tag174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17"/>
  <p:tag name="IGUANATEXSIZE" val="20"/>
  <p:tag name="IGUANATEXVERSION" val="162"/>
  <p:tag name="LATEXADDIN" val="\documentclass{article}&#10;\usepackage{amsmath}&#10;\pagestyle{empty}&#10;\begin{document}&#10;&#10;&#10;\[&#10;(2.2345 - 1) \times 100 = 123.45\%&#10;\]&#10;&#10;\end{document}"/>
  <p:tag name="LATEXENGINEID" val="0"/>
  <p:tag name="LATEXFORMHEIGHT" val=" 320"/>
  <p:tag name="LATEXFORMWIDTH" val=" 385"/>
  <p:tag name="LATEXFORMWRAP" val="True"/>
  <p:tag name="ORIGINALHEIGHT" val=" 9.964168"/>
  <p:tag name="ORIGINALWIDTH" val=" 127.5093"/>
  <p:tag name="OUTPUTTYPE" val="SVG"/>
  <p:tag name="TEMPFOLDER" val="C:\temp\"/>
  <p:tag name="TRANSPARENCY" val="True"/>
</p:tagLst>
</file>

<file path=ppt/tags/tag174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54"/>
  <p:tag name="IGUANATEXSIZE" val="20"/>
  <p:tag name="IGUANATEXVERSION" val="162"/>
  <p:tag name="LATEXADDIN" val="\documentclass{article}&#10;\usepackage{amsmath}&#10;\pagestyle{empty}&#10;\usepackage{amssymb}&#10;\begin{document}&#10;&#10;&#10;\[&#10;\vartriangle p \approx 0.804 \times 0.25 = 0.201&#10;\]&#10;&#10;\end{document}"/>
  <p:tag name="LATEXENGINEID" val="0"/>
  <p:tag name="LATEXFORMHEIGHT" val=" 320"/>
  <p:tag name="LATEXFORMWIDTH" val=" 385"/>
  <p:tag name="LATEXFORMWRAP" val="True"/>
  <p:tag name="ORIGINALHEIGHT" val=" 8.67885"/>
  <p:tag name="ORIGINALWIDTH" val=" 115.2683"/>
  <p:tag name="OUTPUTTYPE" val="SVG"/>
  <p:tag name="TEMPFOLDER" val="C:\temp\"/>
  <p:tag name="TRANSPARENCY" val="True"/>
</p:tagLst>
</file>

<file path=ppt/tags/tag174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48"/>
  <p:tag name="IGUANATEXSIZE" val="20"/>
  <p:tag name="IGUANATEXVERSION" val="162"/>
  <p:tag name="LATEXADDIN" val="\documentclass{article}&#10;\usepackage{amsmath}&#10;\pagestyle{empty}&#10;\usepackage{amssymb}&#10;\begin{document}&#10;&#10;&#10;\[&#10;\approx 0.0023 \times 0.25 \times 10 = 201&#10;\]&#10;&#10;\end{document}"/>
  <p:tag name="LATEXENGINEID" val="0"/>
  <p:tag name="LATEXFORMHEIGHT" val=" 320"/>
  <p:tag name="LATEXFORMWIDTH" val=" 385"/>
  <p:tag name="LATEXFORMWRAP" val="True"/>
  <p:tag name="ORIGINALHEIGHT" val=" 6.855102"/>
  <p:tag name="ORIGINALWIDTH" val=" 117.1692"/>
  <p:tag name="OUTPUTTYPE" val="SVG"/>
  <p:tag name="TEMPFOLDER" val="C:\temp\"/>
  <p:tag name="TRANSPARENCY" val="True"/>
</p:tagLst>
</file>

<file path=ppt/tags/tag174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48"/>
  <p:tag name="IGUANATEXSIZE" val="20"/>
  <p:tag name="LATEXADDIN" val="\documentclass{article}&#10;\usepackage{amsmath}&#10;\pagestyle{empty}&#10;\usepackage{amssymb}&#10;\begin{document}&#10;&#10;&#10;\[&#10;\approx 0.0023 \times 0.25 \times 10 = 201&#10;\]&#10;&#10;\end{document}"/>
  <p:tag name="LATEXENGINEID" val="0"/>
  <p:tag name="LATEXFORMHEIGHT" val=" 320"/>
  <p:tag name="LATEXFORMWIDTH" val=" 385"/>
  <p:tag name="LATEXFORMWRAP" val="True"/>
  <p:tag name="ORIGINALHEIGHT" val=" 4.254642"/>
  <p:tag name="ORIGINALWIDTH" val=" 6.64965"/>
  <p:tag name="TEMPFOLDER" val="C:\temp\"/>
  <p:tag name="TRANSPARENCY" val="True"/>
</p:tagLst>
</file>

<file path=ppt/tags/tag1745.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4.197269"/>
</p:tagLst>
</file>

<file path=ppt/tags/tag1746.xml><?xml version="1.0" encoding="utf-8"?>
<p:tagLst xmlns:a="http://schemas.openxmlformats.org/drawingml/2006/main" xmlns:r="http://schemas.openxmlformats.org/officeDocument/2006/relationships" xmlns:p="http://schemas.openxmlformats.org/presentationml/2006/main">
  <p:tag name="EMFCHILD" val="True"/>
  <p:tag name="ORIGINALHEIGHT" val=" 1.056206"/>
  <p:tag name="ORIGINALWIDTH" val=" 1.056802"/>
</p:tagLst>
</file>

<file path=ppt/tags/tag1747.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19.12354"/>
</p:tagLst>
</file>

<file path=ppt/tags/tag1748.xml><?xml version="1.0" encoding="utf-8"?>
<p:tagLst xmlns:a="http://schemas.openxmlformats.org/drawingml/2006/main" xmlns:r="http://schemas.openxmlformats.org/officeDocument/2006/relationships" xmlns:p="http://schemas.openxmlformats.org/presentationml/2006/main">
  <p:tag name="EMFCHILD" val="True"/>
  <p:tag name="ORIGINALHEIGHT" val=" 4.802684"/>
  <p:tag name="ORIGINALWIDTH" val=" 4.815246"/>
</p:tagLst>
</file>

<file path=ppt/tags/tag1749.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4.197269"/>
</p:tagLst>
</file>

<file path=ppt/tags/tag1750.xml><?xml version="1.0" encoding="utf-8"?>
<p:tagLst xmlns:a="http://schemas.openxmlformats.org/drawingml/2006/main" xmlns:r="http://schemas.openxmlformats.org/officeDocument/2006/relationships" xmlns:p="http://schemas.openxmlformats.org/presentationml/2006/main">
  <p:tag name="EMFCHILD" val="True"/>
  <p:tag name="ORIGINALHEIGHT" val=" 1.056206"/>
  <p:tag name="ORIGINALWIDTH" val=" 1.056802"/>
</p:tagLst>
</file>

<file path=ppt/tags/tag1751.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8.963112"/>
</p:tagLst>
</file>

<file path=ppt/tags/tag1752.xml><?xml version="1.0" encoding="utf-8"?>
<p:tagLst xmlns:a="http://schemas.openxmlformats.org/drawingml/2006/main" xmlns:r="http://schemas.openxmlformats.org/officeDocument/2006/relationships" xmlns:p="http://schemas.openxmlformats.org/presentationml/2006/main">
  <p:tag name="EMFCHILD" val="True"/>
  <p:tag name="ORIGINALHEIGHT" val=" 4.802684"/>
  <p:tag name="ORIGINALWIDTH" val=" 4.815246"/>
</p:tagLst>
</file>

<file path=ppt/tags/tag1753.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8.68415"/>
</p:tagLst>
</file>

<file path=ppt/tags/tag1754.xml><?xml version="1.0" encoding="utf-8"?>
<p:tagLst xmlns:a="http://schemas.openxmlformats.org/drawingml/2006/main" xmlns:r="http://schemas.openxmlformats.org/officeDocument/2006/relationships" xmlns:p="http://schemas.openxmlformats.org/presentationml/2006/main">
  <p:tag name="EMFCHILD" val="True"/>
  <p:tag name="ORIGINALHEIGHT" val=" 2.331676"/>
  <p:tag name="ORIGINALWIDTH" val=" 6.62983"/>
</p:tagLst>
</file>

<file path=ppt/tags/tag1755.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13.6495"/>
</p:tagLst>
</file>

<file path=ppt/tags/tag1756.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54"/>
  <p:tag name="IGUANATEXSIZE" val="20"/>
  <p:tag name="LATEXADDIN" val="\documentclass{article}&#10;\usepackage{amsmath}&#10;\pagestyle{empty}&#10;\usepackage{amssymb}&#10;\begin{document}&#10;&#10;&#10;\[&#10;\vartriangle p \approx 0.804 \times 0.25 = 0.201&#10;\]&#10;&#10;\end{document}"/>
  <p:tag name="LATEXENGINEID" val="0"/>
  <p:tag name="LATEXFORMHEIGHT" val=" 320"/>
  <p:tag name="LATEXFORMWIDTH" val=" 385"/>
  <p:tag name="LATEXFORMWRAP" val="True"/>
  <p:tag name="ORIGINALHEIGHT" val=" 5.938939"/>
  <p:tag name="ORIGINALWIDTH" val=" 5.513034"/>
  <p:tag name="TEMPFOLDER" val="C:\temp\"/>
  <p:tag name="TRANSPARENCY" val="True"/>
</p:tagLst>
</file>

<file path=ppt/tags/tag1757.xml><?xml version="1.0" encoding="utf-8"?>
<p:tagLst xmlns:a="http://schemas.openxmlformats.org/drawingml/2006/main" xmlns:r="http://schemas.openxmlformats.org/officeDocument/2006/relationships" xmlns:p="http://schemas.openxmlformats.org/presentationml/2006/main">
  <p:tag name="EMFCHILD" val="True"/>
  <p:tag name="ORIGINALHEIGHT" val=" 6.337176"/>
  <p:tag name="ORIGINALWIDTH" val=" 5.204016"/>
</p:tagLst>
</file>

<file path=ppt/tags/tag1758.xml><?xml version="1.0" encoding="utf-8"?>
<p:tagLst xmlns:a="http://schemas.openxmlformats.org/drawingml/2006/main" xmlns:r="http://schemas.openxmlformats.org/officeDocument/2006/relationships" xmlns:p="http://schemas.openxmlformats.org/presentationml/2006/main">
  <p:tag name="EMFCHILD" val="True"/>
  <p:tag name="ORIGINALHEIGHT" val=" 4.254642"/>
  <p:tag name="ORIGINALWIDTH" val=" 6.64959"/>
</p:tagLst>
</file>

<file path=ppt/tags/tag1759.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4.197268"/>
</p:tagLst>
</file>

<file path=ppt/tags/tag1760.xml><?xml version="1.0" encoding="utf-8"?>
<p:tagLst xmlns:a="http://schemas.openxmlformats.org/drawingml/2006/main" xmlns:r="http://schemas.openxmlformats.org/officeDocument/2006/relationships" xmlns:p="http://schemas.openxmlformats.org/presentationml/2006/main">
  <p:tag name="EMFCHILD" val="True"/>
  <p:tag name="ORIGINALHEIGHT" val=" 1.056206"/>
  <p:tag name="ORIGINALWIDTH" val=" 1.056801"/>
</p:tagLst>
</file>

<file path=ppt/tags/tag1761.xml><?xml version="1.0" encoding="utf-8"?>
<p:tagLst xmlns:a="http://schemas.openxmlformats.org/drawingml/2006/main" xmlns:r="http://schemas.openxmlformats.org/officeDocument/2006/relationships" xmlns:p="http://schemas.openxmlformats.org/presentationml/2006/main">
  <p:tag name="EMFCHILD" val="True"/>
  <p:tag name="ORIGINALHEIGHT" val=" 6.964852"/>
  <p:tag name="ORIGINALWIDTH" val=" 14.24795"/>
</p:tagLst>
</file>

<file path=ppt/tags/tag1762.xml><?xml version="1.0" encoding="utf-8"?>
<p:tagLst xmlns:a="http://schemas.openxmlformats.org/drawingml/2006/main" xmlns:r="http://schemas.openxmlformats.org/officeDocument/2006/relationships" xmlns:p="http://schemas.openxmlformats.org/presentationml/2006/main">
  <p:tag name="EMFCHILD" val="True"/>
  <p:tag name="ORIGINALHEIGHT" val=" 4.802684"/>
  <p:tag name="ORIGINALWIDTH" val=" 4.815245"/>
</p:tagLst>
</file>

<file path=ppt/tags/tag1763.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4.197268"/>
</p:tagLst>
</file>

<file path=ppt/tags/tag1764.xml><?xml version="1.0" encoding="utf-8"?>
<p:tagLst xmlns:a="http://schemas.openxmlformats.org/drawingml/2006/main" xmlns:r="http://schemas.openxmlformats.org/officeDocument/2006/relationships" xmlns:p="http://schemas.openxmlformats.org/presentationml/2006/main">
  <p:tag name="EMFCHILD" val="True"/>
  <p:tag name="ORIGINALHEIGHT" val=" 1.056206"/>
  <p:tag name="ORIGINALWIDTH" val=" 1.056801"/>
</p:tagLst>
</file>

<file path=ppt/tags/tag1765.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8.96311"/>
</p:tagLst>
</file>

<file path=ppt/tags/tag1766.xml><?xml version="1.0" encoding="utf-8"?>
<p:tagLst xmlns:a="http://schemas.openxmlformats.org/drawingml/2006/main" xmlns:r="http://schemas.openxmlformats.org/officeDocument/2006/relationships" xmlns:p="http://schemas.openxmlformats.org/presentationml/2006/main">
  <p:tag name="EMFCHILD" val="True"/>
  <p:tag name="ORIGINALHEIGHT" val=" 2.331676"/>
  <p:tag name="ORIGINALWIDTH" val=" 6.629829"/>
</p:tagLst>
</file>

<file path=ppt/tags/tag1767.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4.197209"/>
</p:tagLst>
</file>

<file path=ppt/tags/tag1768.xml><?xml version="1.0" encoding="utf-8"?>
<p:tagLst xmlns:a="http://schemas.openxmlformats.org/drawingml/2006/main" xmlns:r="http://schemas.openxmlformats.org/officeDocument/2006/relationships" xmlns:p="http://schemas.openxmlformats.org/presentationml/2006/main">
  <p:tag name="EMFCHILD" val="True"/>
  <p:tag name="ORIGINALHEIGHT" val=" 1.056206"/>
  <p:tag name="ORIGINALWIDTH" val=" 1.056801"/>
</p:tagLst>
</file>

<file path=ppt/tags/tag1769.xml><?xml version="1.0" encoding="utf-8"?>
<p:tagLst xmlns:a="http://schemas.openxmlformats.org/drawingml/2006/main" xmlns:r="http://schemas.openxmlformats.org/officeDocument/2006/relationships" xmlns:p="http://schemas.openxmlformats.org/presentationml/2006/main">
  <p:tag name="EMFCHILD" val="True"/>
  <p:tag name="ORIGINALHEIGHT" val=" 6.855102"/>
  <p:tag name="ORIGINALWIDTH" val=" 13.64961"/>
</p:tagLst>
</file>

<file path=ppt/tags/tag177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17"/>
  <p:tag name="IGUANATEXSIZE" val="20"/>
  <p:tag name="LATEXADDIN" val="\documentclass{article}&#10;\usepackage{amsmath}&#10;\pagestyle{empty}&#10;\begin{document}&#10;&#10;&#10;\[&#10;(2.2345 - 1) \times 100 = 123.45\%&#10;\]&#10;&#10;\end{document}"/>
  <p:tag name="LATEXENGINEID" val="0"/>
  <p:tag name="LATEXFORMHEIGHT" val=" 320"/>
  <p:tag name="LATEXFORMWIDTH" val=" 385"/>
  <p:tag name="LATEXFORMWRAP" val="True"/>
  <p:tag name="ORIGINALHEIGHT" val=" 9.964168"/>
  <p:tag name="ORIGINALWIDTH" val=" 7.357882"/>
  <p:tag name="TEMPFOLDER" val="C:\temp\"/>
  <p:tag name="TRANSPARENCY" val="True"/>
</p:tagLst>
</file>

<file path=ppt/tags/tag1771.xml><?xml version="1.0" encoding="utf-8"?>
<p:tagLst xmlns:a="http://schemas.openxmlformats.org/drawingml/2006/main" xmlns:r="http://schemas.openxmlformats.org/officeDocument/2006/relationships" xmlns:p="http://schemas.openxmlformats.org/presentationml/2006/main">
  <p:tag name="EMFCHILD" val="True"/>
  <p:tag name="ORIGINALHEIGHT" val=" 1.056192"/>
  <p:tag name="ORIGINALWIDTH" val=" 1.056798"/>
</p:tagLst>
</file>

<file path=ppt/tags/tag1772.xml><?xml version="1.0" encoding="utf-8"?>
<p:tagLst xmlns:a="http://schemas.openxmlformats.org/drawingml/2006/main" xmlns:r="http://schemas.openxmlformats.org/officeDocument/2006/relationships" xmlns:p="http://schemas.openxmlformats.org/presentationml/2006/main">
  <p:tag name="EMFCHILD" val="True"/>
  <p:tag name="ORIGINALHEIGHT" val=" 6.964854"/>
  <p:tag name="ORIGINALWIDTH" val=" 18.93397"/>
</p:tagLst>
</file>

<file path=ppt/tags/tag1773.xml><?xml version="1.0" encoding="utf-8"?>
<p:tagLst xmlns:a="http://schemas.openxmlformats.org/drawingml/2006/main" xmlns:r="http://schemas.openxmlformats.org/officeDocument/2006/relationships" xmlns:p="http://schemas.openxmlformats.org/presentationml/2006/main">
  <p:tag name="EMFCHILD" val="True"/>
  <p:tag name="ORIGINALHEIGHT" val=" .3985364"/>
  <p:tag name="ORIGINALWIDTH" val=" 6.091307"/>
</p:tagLst>
</file>

<file path=ppt/tags/tag1774.xml><?xml version="1.0" encoding="utf-8"?>
<p:tagLst xmlns:a="http://schemas.openxmlformats.org/drawingml/2006/main" xmlns:r="http://schemas.openxmlformats.org/officeDocument/2006/relationships" xmlns:p="http://schemas.openxmlformats.org/presentationml/2006/main">
  <p:tag name="EMFCHILD" val="True"/>
  <p:tag name="ORIGINALHEIGHT" val=" 9.964168"/>
  <p:tag name="ORIGINALWIDTH" val=" 6.979275"/>
</p:tagLst>
</file>

<file path=ppt/tags/tag1775.xml><?xml version="1.0" encoding="utf-8"?>
<p:tagLst xmlns:a="http://schemas.openxmlformats.org/drawingml/2006/main" xmlns:r="http://schemas.openxmlformats.org/officeDocument/2006/relationships" xmlns:p="http://schemas.openxmlformats.org/presentationml/2006/main">
  <p:tag name="EMFCHILD" val="True"/>
  <p:tag name="ORIGINALHEIGHT" val=" 4.802694"/>
  <p:tag name="ORIGINALWIDTH" val=" 4.815252"/>
</p:tagLst>
</file>

<file path=ppt/tags/tag1776.xml><?xml version="1.0" encoding="utf-8"?>
<p:tagLst xmlns:a="http://schemas.openxmlformats.org/drawingml/2006/main" xmlns:r="http://schemas.openxmlformats.org/officeDocument/2006/relationships" xmlns:p="http://schemas.openxmlformats.org/presentationml/2006/main">
  <p:tag name="EMFCHILD" val="True"/>
  <p:tag name="ORIGINALHEIGHT" val=" 6.855118"/>
  <p:tag name="ORIGINALWIDTH" val=" 13.66958"/>
</p:tagLst>
</file>

<file path=ppt/tags/tag1777.xml><?xml version="1.0" encoding="utf-8"?>
<p:tagLst xmlns:a="http://schemas.openxmlformats.org/drawingml/2006/main" xmlns:r="http://schemas.openxmlformats.org/officeDocument/2006/relationships" xmlns:p="http://schemas.openxmlformats.org/presentationml/2006/main">
  <p:tag name="EMFCHILD" val="True"/>
  <p:tag name="ORIGINALHEIGHT" val=" 2.331638"/>
  <p:tag name="ORIGINALWIDTH" val=" 6.629862"/>
</p:tagLst>
</file>

<file path=ppt/tags/tag1778.xml><?xml version="1.0" encoding="utf-8"?>
<p:tagLst xmlns:a="http://schemas.openxmlformats.org/drawingml/2006/main" xmlns:r="http://schemas.openxmlformats.org/officeDocument/2006/relationships" xmlns:p="http://schemas.openxmlformats.org/presentationml/2006/main">
  <p:tag name="EMFCHILD" val="True"/>
  <p:tag name="ORIGINALHEIGHT" val=" 6.855118"/>
  <p:tag name="ORIGINALWIDTH" val=" 13.63952"/>
</p:tagLst>
</file>

<file path=ppt/tags/tag1779.xml><?xml version="1.0" encoding="utf-8"?>
<p:tagLst xmlns:a="http://schemas.openxmlformats.org/drawingml/2006/main" xmlns:r="http://schemas.openxmlformats.org/officeDocument/2006/relationships" xmlns:p="http://schemas.openxmlformats.org/presentationml/2006/main">
  <p:tag name="EMFCHILD" val="True"/>
  <p:tag name="ORIGINALHEIGHT" val=" 1.056192"/>
  <p:tag name="ORIGINALWIDTH" val=" 1.056798"/>
</p:tagLst>
</file>

<file path=ppt/tags/tag1780.xml><?xml version="1.0" encoding="utf-8"?>
<p:tagLst xmlns:a="http://schemas.openxmlformats.org/drawingml/2006/main" xmlns:r="http://schemas.openxmlformats.org/officeDocument/2006/relationships" xmlns:p="http://schemas.openxmlformats.org/presentationml/2006/main">
  <p:tag name="EMFCHILD" val="True"/>
  <p:tag name="ORIGINALHEIGHT" val=" 8.03112"/>
  <p:tag name="ORIGINALWIDTH" val=" 17.42804"/>
</p:tagLst>
</file>

<file path=ppt/tags/tag178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09"/>
  <p:tag name="IGUANATEXSIZE" val="20"/>
  <p:tag name="LATEXADDIN" val="\documentclass{article}&#10;\usepackage{amsmath}&#10;\pagestyle{empty}&#10;\begin{document}&#10;&#10;&#10;\[&#10;e^{0.804} \approx 2.2345&#10;\]&#10;&#10;\end{document}"/>
  <p:tag name="LATEXENGINEID" val="0"/>
  <p:tag name="LATEXFORMHEIGHT" val=" 320"/>
  <p:tag name="LATEXFORMWIDTH" val=" 385"/>
  <p:tag name="LATEXFORMWRAP" val="True"/>
  <p:tag name="ORIGINALHEIGHT" val=" 4.513842"/>
  <p:tag name="ORIGINALWIDTH" val=" 3.82849"/>
  <p:tag name="TEMPFOLDER" val="C:\temp\"/>
  <p:tag name="TRANSPARENCY" val="True"/>
</p:tagLst>
</file>

<file path=ppt/tags/tag1782.xml><?xml version="1.0" encoding="utf-8"?>
<p:tagLst xmlns:a="http://schemas.openxmlformats.org/drawingml/2006/main" xmlns:r="http://schemas.openxmlformats.org/officeDocument/2006/relationships" xmlns:p="http://schemas.openxmlformats.org/presentationml/2006/main">
  <p:tag name="EMFCHILD" val="True"/>
  <p:tag name="ORIGINALHEIGHT" val=" 4.77204"/>
  <p:tag name="ORIGINALWIDTH" val=" 3.238913"/>
</p:tagLst>
</file>

<file path=ppt/tags/tag1783.xml><?xml version="1.0" encoding="utf-8"?>
<p:tagLst xmlns:a="http://schemas.openxmlformats.org/drawingml/2006/main" xmlns:r="http://schemas.openxmlformats.org/officeDocument/2006/relationships" xmlns:p="http://schemas.openxmlformats.org/presentationml/2006/main">
  <p:tag name="EMFCHILD" val="True"/>
  <p:tag name="ORIGINALHEIGHT" val=" .8023813"/>
  <p:tag name="ORIGINALWIDTH" val=" .8028222"/>
</p:tagLst>
</file>

<file path=ppt/tags/tag1784.xml><?xml version="1.0" encoding="utf-8"?>
<p:tagLst xmlns:a="http://schemas.openxmlformats.org/drawingml/2006/main" xmlns:r="http://schemas.openxmlformats.org/officeDocument/2006/relationships" xmlns:p="http://schemas.openxmlformats.org/presentationml/2006/main">
  <p:tag name="EMFCHILD" val="True"/>
  <p:tag name="ORIGINALHEIGHT" val=" 4.842074"/>
  <p:tag name="ORIGINALWIDTH" val=" 11.25869"/>
</p:tagLst>
</file>

<file path=ppt/tags/tag1785.xml><?xml version="1.0" encoding="utf-8"?>
<p:tagLst xmlns:a="http://schemas.openxmlformats.org/drawingml/2006/main" xmlns:r="http://schemas.openxmlformats.org/officeDocument/2006/relationships" xmlns:p="http://schemas.openxmlformats.org/presentationml/2006/main">
  <p:tag name="EMFCHILD" val="True"/>
  <p:tag name="ORIGINALHEIGHT" val=" 4.254668"/>
  <p:tag name="ORIGINALWIDTH" val=" 6.64958"/>
</p:tagLst>
</file>

<file path=ppt/tags/tag1786.xml><?xml version="1.0" encoding="utf-8"?>
<p:tagLst xmlns:a="http://schemas.openxmlformats.org/drawingml/2006/main" xmlns:r="http://schemas.openxmlformats.org/officeDocument/2006/relationships" xmlns:p="http://schemas.openxmlformats.org/presentationml/2006/main">
  <p:tag name="EMFCHILD" val="True"/>
  <p:tag name="ORIGINALHEIGHT" val=" 6.635976"/>
  <p:tag name="ORIGINALWIDTH" val=" 3.977659"/>
</p:tagLst>
</file>

<file path=ppt/tags/tag1787.xml><?xml version="1.0" encoding="utf-8"?>
<p:tagLst xmlns:a="http://schemas.openxmlformats.org/drawingml/2006/main" xmlns:r="http://schemas.openxmlformats.org/officeDocument/2006/relationships" xmlns:p="http://schemas.openxmlformats.org/presentationml/2006/main">
  <p:tag name="EMFCHILD" val="True"/>
  <p:tag name="ORIGINALHEIGHT" val=" 1.056193"/>
  <p:tag name="ORIGINALWIDTH" val=" 1.056798"/>
</p:tagLst>
</file>

<file path=ppt/tags/tag1788.xml><?xml version="1.0" encoding="utf-8"?>
<p:tagLst xmlns:a="http://schemas.openxmlformats.org/drawingml/2006/main" xmlns:r="http://schemas.openxmlformats.org/officeDocument/2006/relationships" xmlns:p="http://schemas.openxmlformats.org/presentationml/2006/main">
  <p:tag name="EMFCHILD" val="True"/>
  <p:tag name="ORIGINALHEIGHT" val=" 6.964859"/>
  <p:tag name="ORIGINALWIDTH" val=" 18.93403"/>
</p:tagLst>
</file>

<file path=ppt/tags/tag178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6"/>
  <p:tag name="IGUANATEXSIZE" val="20"/>
  <p:tag name="LATEXADDIN" val="\documentclass{article}&#10;\usepackage{amsmath}&#10;\pagestyle{empty}&#10;\begin{document}&#10;&#10;&#10;\[&#10;  \frac{p}{1 - p} = e^{(\mathbf{x}'\boldsymbol{\beta})}&#10;\]&#10;&#10;\end{document}"/>
  <p:tag name="LATEXENGINEID" val="0"/>
  <p:tag name="LATEXFORMHEIGHT" val=" 320"/>
  <p:tag name="LATEXFORMWIDTH" val=" 385"/>
  <p:tag name="LATEXFORMWRAP" val="True"/>
  <p:tag name="ORIGINALHEIGHT" val=" 6.337187"/>
  <p:tag name="ORIGINALWIDTH" val=" 5.204067"/>
  <p:tag name="TEMPFOLDER" val="C:\temp\"/>
  <p:tag name="TRANSPARENCY" val="True"/>
</p:tagLst>
</file>

<file path=ppt/tags/tag1790.xml><?xml version="1.0" encoding="utf-8"?>
<p:tagLst xmlns:a="http://schemas.openxmlformats.org/drawingml/2006/main" xmlns:r="http://schemas.openxmlformats.org/officeDocument/2006/relationships" xmlns:p="http://schemas.openxmlformats.org/presentationml/2006/main">
  <p:tag name="EMFCHILD" val="True"/>
  <p:tag name="ORIGINALHEIGHT" val=" 1.000283"/>
  <p:tag name="ORIGINALWIDTH" val=" 22.18659"/>
</p:tagLst>
</file>

<file path=ppt/tags/tag1791.xml><?xml version="1.0" encoding="utf-8"?>
<p:tagLst xmlns:a="http://schemas.openxmlformats.org/drawingml/2006/main" xmlns:r="http://schemas.openxmlformats.org/officeDocument/2006/relationships" xmlns:p="http://schemas.openxmlformats.org/presentationml/2006/main">
  <p:tag name="EMFCHILD" val="True"/>
  <p:tag name="ORIGINALHEIGHT" val=" 6.635977"/>
  <p:tag name="ORIGINALWIDTH" val=" 3.289913"/>
</p:tagLst>
</file>

<file path=ppt/tags/tag1792.xml><?xml version="1.0" encoding="utf-8"?>
<p:tagLst xmlns:a="http://schemas.openxmlformats.org/drawingml/2006/main" xmlns:r="http://schemas.openxmlformats.org/officeDocument/2006/relationships" xmlns:p="http://schemas.openxmlformats.org/presentationml/2006/main">
  <p:tag name="EMFCHILD" val="True"/>
  <p:tag name="ORIGINALHEIGHT" val=" .3985299"/>
  <p:tag name="ORIGINALWIDTH" val=" 6.091375"/>
</p:tagLst>
</file>

<file path=ppt/tags/tag1793.xml><?xml version="1.0" encoding="utf-8"?>
<p:tagLst xmlns:a="http://schemas.openxmlformats.org/drawingml/2006/main" xmlns:r="http://schemas.openxmlformats.org/officeDocument/2006/relationships" xmlns:p="http://schemas.openxmlformats.org/presentationml/2006/main">
  <p:tag name="EMFCHILD" val="True"/>
  <p:tag name="ORIGINALHEIGHT" val=" 6.337187"/>
  <p:tag name="ORIGINALWIDTH" val=" 5.204067"/>
</p:tagLst>
</file>

<file path=ppt/tags/tag1794.xml><?xml version="1.0" encoding="utf-8"?>
<p:tagLst xmlns:a="http://schemas.openxmlformats.org/drawingml/2006/main" xmlns:r="http://schemas.openxmlformats.org/officeDocument/2006/relationships" xmlns:p="http://schemas.openxmlformats.org/presentationml/2006/main">
  <p:tag name="EMFCHILD" val="True"/>
  <p:tag name="ORIGINALHEIGHT" val=" 2.331666"/>
  <p:tag name="ORIGINALWIDTH" val=" 6.62995"/>
</p:tagLst>
</file>

<file path=ppt/tags/tag1795.xml><?xml version="1.0" encoding="utf-8"?>
<p:tagLst xmlns:a="http://schemas.openxmlformats.org/drawingml/2006/main" xmlns:r="http://schemas.openxmlformats.org/officeDocument/2006/relationships" xmlns:p="http://schemas.openxmlformats.org/presentationml/2006/main">
  <p:tag name="EMFCHILD" val="True"/>
  <p:tag name="ORIGINALHEIGHT" val=" 4.51383"/>
  <p:tag name="ORIGINALWIDTH" val=" 3.828487"/>
</p:tagLst>
</file>

<file path=ppt/tags/tag1796.xml><?xml version="1.0" encoding="utf-8"?>
<p:tagLst xmlns:a="http://schemas.openxmlformats.org/drawingml/2006/main" xmlns:r="http://schemas.openxmlformats.org/officeDocument/2006/relationships" xmlns:p="http://schemas.openxmlformats.org/presentationml/2006/main">
  <p:tag name="EMFCHILD" val="True"/>
  <p:tag name="ORIGINALHEIGHT" val=" 6.970136"/>
  <p:tag name="ORIGINALWIDTH" val=" 1.814952"/>
</p:tagLst>
</file>

<file path=ppt/tags/tag1797.xml><?xml version="1.0" encoding="utf-8"?>
<p:tagLst xmlns:a="http://schemas.openxmlformats.org/drawingml/2006/main" xmlns:r="http://schemas.openxmlformats.org/officeDocument/2006/relationships" xmlns:p="http://schemas.openxmlformats.org/presentationml/2006/main">
  <p:tag name="EMFCHILD" val="True"/>
  <p:tag name="ORIGINALHEIGHT" val=" 3.097818"/>
  <p:tag name="ORIGINALWIDTH" val=" 4.279193"/>
</p:tagLst>
</file>

<file path=ppt/tags/tag1798.xml><?xml version="1.0" encoding="utf-8"?>
<p:tagLst xmlns:a="http://schemas.openxmlformats.org/drawingml/2006/main" xmlns:r="http://schemas.openxmlformats.org/officeDocument/2006/relationships" xmlns:p="http://schemas.openxmlformats.org/presentationml/2006/main">
  <p:tag name="EMFCHILD" val="True"/>
  <p:tag name="ORIGINALHEIGHT" val=" 2.596345"/>
  <p:tag name="ORIGINALWIDTH" val=" 1.381157"/>
</p:tagLst>
</file>

<file path=ppt/tags/tag1799.xml><?xml version="1.0" encoding="utf-8"?>
<p:tagLst xmlns:a="http://schemas.openxmlformats.org/drawingml/2006/main" xmlns:r="http://schemas.openxmlformats.org/officeDocument/2006/relationships" xmlns:p="http://schemas.openxmlformats.org/presentationml/2006/main">
  <p:tag name="EMFCHILD" val="True"/>
  <p:tag name="ORIGINALHEIGHT" val=" 6.251515"/>
  <p:tag name="ORIGINALWIDTH" val=" 4.879368"/>
</p:tagLst>
</file>

<file path=ppt/tags/tag1800.xml><?xml version="1.0" encoding="utf-8"?>
<p:tagLst xmlns:a="http://schemas.openxmlformats.org/drawingml/2006/main" xmlns:r="http://schemas.openxmlformats.org/officeDocument/2006/relationships" xmlns:p="http://schemas.openxmlformats.org/presentationml/2006/main">
  <p:tag name="EMFCHILD" val="True"/>
  <p:tag name="ORIGINALHEIGHT" val=" 6.970136"/>
  <p:tag name="ORIGINALWIDTH" val=" 1.808044"/>
</p:tagLst>
</file>

<file path=ppt/tags/tag180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262"/>
  <p:tag name="IGUANATEXSIZE" val="20"/>
  <p:tag name="LATEXADDIN" val="\documentclass{article}&#10;\usepackage{amsmath}&#10;\pagestyle{empty}&#10;\begin{document}&#10;&#10;&#10;\[&#10;\frac{p}{1 - p} =  e^{(\mathbf{x}'\boldsymbol{\beta})} \longrightarrow e^ {(\mathbf{x}'\boldsymbol{\beta} + \beta_j)} =  e^ {(\mathbf{x}'\boldsymbol{\beta})} \cdot e^{(\beta_j)}&#10;\]&#10;&#10;&#10;\end{document}"/>
  <p:tag name="LATEXENGINEID" val="0"/>
  <p:tag name="LATEXFORMHEIGHT" val=" 320"/>
  <p:tag name="LATEXFORMWIDTH" val=" 385"/>
  <p:tag name="LATEXFORMWRAP" val="True"/>
  <p:tag name="ORIGINALHEIGHT" val=" 6.177814"/>
  <p:tag name="ORIGINALWIDTH" val=" 5.186428"/>
  <p:tag name="TEMPFOLDER" val="C:\Users\luisc\Documents\Custom Office Templates\iguana temp\"/>
  <p:tag name="TRANSPARENCY" val="True"/>
</p:tagLst>
</file>

<file path=ppt/tags/tag1802.xml><?xml version="1.0" encoding="utf-8"?>
<p:tagLst xmlns:a="http://schemas.openxmlformats.org/drawingml/2006/main" xmlns:r="http://schemas.openxmlformats.org/officeDocument/2006/relationships" xmlns:p="http://schemas.openxmlformats.org/presentationml/2006/main">
  <p:tag name="EMFCHILD" val="True"/>
  <p:tag name="ORIGINALHEIGHT" val=" .3885154"/>
  <p:tag name="ORIGINALWIDTH" val=" 22.1103"/>
</p:tagLst>
</file>

<file path=ppt/tags/tag1803.xml><?xml version="1.0" encoding="utf-8"?>
<p:tagLst xmlns:a="http://schemas.openxmlformats.org/drawingml/2006/main" xmlns:r="http://schemas.openxmlformats.org/officeDocument/2006/relationships" xmlns:p="http://schemas.openxmlformats.org/presentationml/2006/main">
  <p:tag name="EMFCHILD" val="True"/>
  <p:tag name="ORIGINALHEIGHT" val=" 6.4692"/>
  <p:tag name="ORIGINALWIDTH" val=" 3.27876"/>
</p:tagLst>
</file>

<file path=ppt/tags/tag1804.xml><?xml version="1.0" encoding="utf-8"?>
<p:tagLst xmlns:a="http://schemas.openxmlformats.org/drawingml/2006/main" xmlns:r="http://schemas.openxmlformats.org/officeDocument/2006/relationships" xmlns:p="http://schemas.openxmlformats.org/presentationml/2006/main">
  <p:tag name="EMFCHILD" val="True"/>
  <p:tag name="ORIGINALHEIGHT" val=" .3885154"/>
  <p:tag name="ORIGINALWIDTH" val=" 6.070718"/>
</p:tagLst>
</file>

<file path=ppt/tags/tag1805.xml><?xml version="1.0" encoding="utf-8"?>
<p:tagLst xmlns:a="http://schemas.openxmlformats.org/drawingml/2006/main" xmlns:r="http://schemas.openxmlformats.org/officeDocument/2006/relationships" xmlns:p="http://schemas.openxmlformats.org/presentationml/2006/main">
  <p:tag name="EMFCHILD" val="True"/>
  <p:tag name="ORIGINALHEIGHT" val=" 6.177814"/>
  <p:tag name="ORIGINALWIDTH" val=" 5.186428"/>
</p:tagLst>
</file>

<file path=ppt/tags/tag1806.xml><?xml version="1.0" encoding="utf-8"?>
<p:tagLst xmlns:a="http://schemas.openxmlformats.org/drawingml/2006/main" xmlns:r="http://schemas.openxmlformats.org/officeDocument/2006/relationships" xmlns:p="http://schemas.openxmlformats.org/presentationml/2006/main">
  <p:tag name="EMFCHILD" val="True"/>
  <p:tag name="ORIGINALHEIGHT" val=" 2.272947"/>
  <p:tag name="ORIGINALWIDTH" val=" 6.60724"/>
</p:tagLst>
</file>

<file path=ppt/tags/tag1807.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808.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809.xml><?xml version="1.0" encoding="utf-8"?>
<p:tagLst xmlns:a="http://schemas.openxmlformats.org/drawingml/2006/main" xmlns:r="http://schemas.openxmlformats.org/officeDocument/2006/relationships" xmlns:p="http://schemas.openxmlformats.org/presentationml/2006/main">
  <p:tag name="EMFCHILD" val="True"/>
  <p:tag name="ORIGINALHEIGHT" val=" 3.018923"/>
  <p:tag name="ORIGINALWIDTH" val=" 4.263373"/>
</p:tagLst>
</file>

<file path=ppt/tags/tag1810.xml><?xml version="1.0" encoding="utf-8"?>
<p:tagLst xmlns:a="http://schemas.openxmlformats.org/drawingml/2006/main" xmlns:r="http://schemas.openxmlformats.org/officeDocument/2006/relationships" xmlns:p="http://schemas.openxmlformats.org/presentationml/2006/main">
  <p:tag name="EMFCHILD" val="True"/>
  <p:tag name="ORIGINALHEIGHT" val=" 2.530361"/>
  <p:tag name="ORIGINALWIDTH" val=" 1.376047"/>
</p:tagLst>
</file>

<file path=ppt/tags/tag1811.xml><?xml version="1.0" encoding="utf-8"?>
<p:tagLst xmlns:a="http://schemas.openxmlformats.org/drawingml/2006/main" xmlns:r="http://schemas.openxmlformats.org/officeDocument/2006/relationships" xmlns:p="http://schemas.openxmlformats.org/presentationml/2006/main">
  <p:tag name="EMFCHILD" val="True"/>
  <p:tag name="ORIGINALHEIGHT" val=" 6.092303"/>
  <p:tag name="ORIGINALWIDTH" val=" 4.861508"/>
</p:tagLst>
</file>

<file path=ppt/tags/tag1812.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813.xml><?xml version="1.0" encoding="utf-8"?>
<p:tagLst xmlns:a="http://schemas.openxmlformats.org/drawingml/2006/main" xmlns:r="http://schemas.openxmlformats.org/officeDocument/2006/relationships" xmlns:p="http://schemas.openxmlformats.org/presentationml/2006/main">
  <p:tag name="EMFCHILD" val="True"/>
  <p:tag name="ORIGINALHEIGHT" val=" .3885154"/>
  <p:tag name="ORIGINALWIDTH" val=" 6.070718"/>
</p:tagLst>
</file>

<file path=ppt/tags/tag1814.xml><?xml version="1.0" encoding="utf-8"?>
<p:tagLst xmlns:a="http://schemas.openxmlformats.org/drawingml/2006/main" xmlns:r="http://schemas.openxmlformats.org/officeDocument/2006/relationships" xmlns:p="http://schemas.openxmlformats.org/presentationml/2006/main">
  <p:tag name="EMFCHILD" val="True"/>
  <p:tag name="ORIGINALHEIGHT" val=" 5.070468"/>
  <p:tag name="ORIGINALWIDTH" val=" 8.822868"/>
</p:tagLst>
</file>

<file path=ppt/tags/tag1815.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816.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817.xml><?xml version="1.0" encoding="utf-8"?>
<p:tagLst xmlns:a="http://schemas.openxmlformats.org/drawingml/2006/main" xmlns:r="http://schemas.openxmlformats.org/officeDocument/2006/relationships" xmlns:p="http://schemas.openxmlformats.org/presentationml/2006/main">
  <p:tag name="EMFCHILD" val="True"/>
  <p:tag name="ORIGINALHEIGHT" val=" 3.018923"/>
  <p:tag name="ORIGINALWIDTH" val=" 4.263373"/>
</p:tagLst>
</file>

<file path=ppt/tags/tag1818.xml><?xml version="1.0" encoding="utf-8"?>
<p:tagLst xmlns:a="http://schemas.openxmlformats.org/drawingml/2006/main" xmlns:r="http://schemas.openxmlformats.org/officeDocument/2006/relationships" xmlns:p="http://schemas.openxmlformats.org/presentationml/2006/main">
  <p:tag name="EMFCHILD" val="True"/>
  <p:tag name="ORIGINALHEIGHT" val=" 2.530361"/>
  <p:tag name="ORIGINALWIDTH" val=" 1.376047"/>
</p:tagLst>
</file>

<file path=ppt/tags/tag1819.xml><?xml version="1.0" encoding="utf-8"?>
<p:tagLst xmlns:a="http://schemas.openxmlformats.org/drawingml/2006/main" xmlns:r="http://schemas.openxmlformats.org/officeDocument/2006/relationships" xmlns:p="http://schemas.openxmlformats.org/presentationml/2006/main">
  <p:tag name="EMFCHILD" val="True"/>
  <p:tag name="ORIGINALHEIGHT" val=" 6.092303"/>
  <p:tag name="ORIGINALWIDTH" val=" 4.861508"/>
</p:tagLst>
</file>

<file path=ppt/tags/tag1820.xml><?xml version="1.0" encoding="utf-8"?>
<p:tagLst xmlns:a="http://schemas.openxmlformats.org/drawingml/2006/main" xmlns:r="http://schemas.openxmlformats.org/officeDocument/2006/relationships" xmlns:p="http://schemas.openxmlformats.org/presentationml/2006/main">
  <p:tag name="EMFCHILD" val="True"/>
  <p:tag name="ORIGINALHEIGHT" val=" 5.011221"/>
  <p:tag name="ORIGINALWIDTH" val=" 5.118867"/>
</p:tagLst>
</file>

<file path=ppt/tags/tag1821.xml><?xml version="1.0" encoding="utf-8"?>
<p:tagLst xmlns:a="http://schemas.openxmlformats.org/drawingml/2006/main" xmlns:r="http://schemas.openxmlformats.org/officeDocument/2006/relationships" xmlns:p="http://schemas.openxmlformats.org/presentationml/2006/main">
  <p:tag name="EMFCHILD" val="True"/>
  <p:tag name="ORIGINALHEIGHT" val=" 6.112731"/>
  <p:tag name="ORIGINALWIDTH" val=" 4.063499"/>
</p:tagLst>
</file>

<file path=ppt/tags/tag1822.xml><?xml version="1.0" encoding="utf-8"?>
<p:tagLst xmlns:a="http://schemas.openxmlformats.org/drawingml/2006/main" xmlns:r="http://schemas.openxmlformats.org/officeDocument/2006/relationships" xmlns:p="http://schemas.openxmlformats.org/presentationml/2006/main">
  <p:tag name="EMFCHILD" val="True"/>
  <p:tag name="ORIGINALHEIGHT" val=" 4.235071"/>
  <p:tag name="ORIGINALWIDTH" val=" 2.349758"/>
</p:tagLst>
</file>

<file path=ppt/tags/tag1823.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824.xml><?xml version="1.0" encoding="utf-8"?>
<p:tagLst xmlns:a="http://schemas.openxmlformats.org/drawingml/2006/main" xmlns:r="http://schemas.openxmlformats.org/officeDocument/2006/relationships" xmlns:p="http://schemas.openxmlformats.org/presentationml/2006/main">
  <p:tag name="EMFCHILD" val="True"/>
  <p:tag name="ORIGINALHEIGHT" val=" 2.272947"/>
  <p:tag name="ORIGINALWIDTH" val=" 6.60724"/>
</p:tagLst>
</file>

<file path=ppt/tags/tag1825.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826.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827.xml><?xml version="1.0" encoding="utf-8"?>
<p:tagLst xmlns:a="http://schemas.openxmlformats.org/drawingml/2006/main" xmlns:r="http://schemas.openxmlformats.org/officeDocument/2006/relationships" xmlns:p="http://schemas.openxmlformats.org/presentationml/2006/main">
  <p:tag name="EMFCHILD" val="True"/>
  <p:tag name="ORIGINALHEIGHT" val=" 3.018923"/>
  <p:tag name="ORIGINALWIDTH" val=" 4.263373"/>
</p:tagLst>
</file>

<file path=ppt/tags/tag1828.xml><?xml version="1.0" encoding="utf-8"?>
<p:tagLst xmlns:a="http://schemas.openxmlformats.org/drawingml/2006/main" xmlns:r="http://schemas.openxmlformats.org/officeDocument/2006/relationships" xmlns:p="http://schemas.openxmlformats.org/presentationml/2006/main">
  <p:tag name="EMFCHILD" val="True"/>
  <p:tag name="ORIGINALHEIGHT" val=" 2.530361"/>
  <p:tag name="ORIGINALWIDTH" val=" 1.376047"/>
</p:tagLst>
</file>

<file path=ppt/tags/tag1829.xml><?xml version="1.0" encoding="utf-8"?>
<p:tagLst xmlns:a="http://schemas.openxmlformats.org/drawingml/2006/main" xmlns:r="http://schemas.openxmlformats.org/officeDocument/2006/relationships" xmlns:p="http://schemas.openxmlformats.org/presentationml/2006/main">
  <p:tag name="EMFCHILD" val="True"/>
  <p:tag name="ORIGINALHEIGHT" val=" 6.092303"/>
  <p:tag name="ORIGINALWIDTH" val=" 4.861508"/>
</p:tagLst>
</file>

<file path=ppt/tags/tag1830.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831.xml><?xml version="1.0" encoding="utf-8"?>
<p:tagLst xmlns:a="http://schemas.openxmlformats.org/drawingml/2006/main" xmlns:r="http://schemas.openxmlformats.org/officeDocument/2006/relationships" xmlns:p="http://schemas.openxmlformats.org/presentationml/2006/main">
  <p:tag name="EMFCHILD" val="True"/>
  <p:tag name="ORIGINALHEIGHT" val=" 1.029599"/>
  <p:tag name="ORIGINALWIDTH" val=" 1.053165"/>
</p:tagLst>
</file>

<file path=ppt/tags/tag1832.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833.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834.xml><?xml version="1.0" encoding="utf-8"?>
<p:tagLst xmlns:a="http://schemas.openxmlformats.org/drawingml/2006/main" xmlns:r="http://schemas.openxmlformats.org/officeDocument/2006/relationships" xmlns:p="http://schemas.openxmlformats.org/presentationml/2006/main">
  <p:tag name="EMFCHILD" val="True"/>
  <p:tag name="ORIGINALHEIGHT" val=" 6.112731"/>
  <p:tag name="ORIGINALWIDTH" val=" 4.063499"/>
</p:tagLst>
</file>

<file path=ppt/tags/tag1835.xml><?xml version="1.0" encoding="utf-8"?>
<p:tagLst xmlns:a="http://schemas.openxmlformats.org/drawingml/2006/main" xmlns:r="http://schemas.openxmlformats.org/officeDocument/2006/relationships" xmlns:p="http://schemas.openxmlformats.org/presentationml/2006/main">
  <p:tag name="EMFCHILD" val="True"/>
  <p:tag name="ORIGINALHEIGHT" val=" 4.235071"/>
  <p:tag name="ORIGINALWIDTH" val=" 2.349758"/>
</p:tagLst>
</file>

<file path=ppt/tags/tag1836.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83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262"/>
  <p:tag name="IGUANATEXSIZE" val="20"/>
  <p:tag name="IGUANATEXVERSION" val="162"/>
  <p:tag name="LATEXADDIN" val="\documentclass{article}&#10;\usepackage{amsmath}&#10;\pagestyle{empty}&#10;\begin{document}&#10;&#10;&#10;\[&#10;\frac{p}{1 - p} =  e^{(\mathbf{x}'\boldsymbol{\beta})} \longrightarrow e^ {(\mathbf{x}'\boldsymbol{\beta} + \beta_j)} =  e^ {(\mathbf{x}'\boldsymbol{\beta})} \cdot e^{(\beta_j)}&#10;\]&#10;&#10;&#10;\end{document}"/>
  <p:tag name="LATEXENGINEID" val="0"/>
  <p:tag name="LATEXFORMHEIGHT" val=" 320"/>
  <p:tag name="LATEXFORMWIDTH" val=" 385"/>
  <p:tag name="LATEXFORMWRAP" val="True"/>
  <p:tag name="ORIGINALHEIGHT" val=" 19.41217"/>
  <p:tag name="ORIGINALWIDTH" val=" 183.453"/>
  <p:tag name="OUTPUTTYPE" val="SVG"/>
  <p:tag name="TEMPFOLDER" val="C:\Users\luisc\Documents\Custom Office Templates\iguana temp\"/>
  <p:tag name="TRANSPARENCY" val="True"/>
</p:tagLst>
</file>

<file path=ppt/tags/tag1838.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236"/>
  <p:tag name="IGUANATEXSIZE" val="20"/>
  <p:tag name="IGUANATEXVERSION" val="162"/>
  <p:tag name="LATEXADDIN" val="\documentclass{article}&#10;\usepackage{amsmath}&#10;\pagestyle{empty}&#10;\begin{document}&#10;&#10;\begin{table}[ht]&#10;\centering&#10;\begin{tabular}{lccc}&#10;\hline&#10;\textbf{Variable} &amp; \textbf{OR} &amp; \textbf{Lower limit} &amp; \textbf{Upper limit} \\&#10;\hline&#10;Intercept   &amp; 0.0185 &amp; 0.0019 &amp; 0.1665 \\&#10;GRE          &amp; 1.0023 &amp; 1.0001 &amp; 1.0044 \\&#10;GPA          &amp; 2.2345 &amp; 1.1739 &amp; 4.3238 \\&#10;Rank (2)     &amp; 0.5089 &amp; 0.2723 &amp; 0.9448 \\&#10;Rank (3)     &amp; 0.2618 &amp; 0.1316 &amp; 0.5115 \\&#10;Rank (4)     &amp; 0.2119 &amp; 0.0907 &amp; 0.4707 \\&#10;\hline&#10;\end{tabular}&#10;\end{table}&#10;&#10;\end{document}"/>
  <p:tag name="LATEXENGINEID" val="0"/>
  <p:tag name="LATEXFORMHEIGHT" val=" 320"/>
  <p:tag name="LATEXFORMWIDTH" val=" 385"/>
  <p:tag name="LATEXFORMWRAP" val="True"/>
  <p:tag name="ORIGINALHEIGHT" val=" 1061.117"/>
  <p:tag name="ORIGINALWIDTH" val=" 2922.385"/>
  <p:tag name="OUTPUTDPI" val=" 1200"/>
  <p:tag name="OUTPUTTYPE" val="PNG"/>
  <p:tag name="TEMPFOLDER" val="C:\temp\"/>
  <p:tag name="TRANSPARENCY" val="True"/>
</p:tagLst>
</file>

<file path=ppt/tags/tag183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6"/>
  <p:tag name="IGUANATEXSIZE" val="20"/>
  <p:tag name="IGUANATEXVERSION" val="162"/>
  <p:tag name="LATEXADDIN" val="\documentclass{article}&#10;\usepackage{amsmath}&#10;\pagestyle{empty}&#10;\begin{document}&#10;&#10;&#10;\[&#10;  \frac{p}{1 - p} = e^{(\mathbf{x}'\boldsymbol{\beta})}&#10;\]&#10;&#10;\end{document}"/>
  <p:tag name="LATEXENGINEID" val="0"/>
  <p:tag name="LATEXFORMHEIGHT" val=" 320"/>
  <p:tag name="LATEXFORMWIDTH" val=" 385"/>
  <p:tag name="LATEXFORMWRAP" val="True"/>
  <p:tag name="ORIGINALHEIGHT" val=" 19.9152"/>
  <p:tag name="ORIGINALWIDTH" val=" 59.58387"/>
  <p:tag name="OUTPUTTYPE" val="SVG"/>
  <p:tag name="TEMPFOLDER" val="C:\temp\"/>
  <p:tag name="TRANSPARENCY" val="True"/>
</p:tagLst>
</file>

<file path=ppt/tags/tag184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9"/>
  <p:tag name="IGUANATEXSIZE" val="20"/>
  <p:tag name="IGUANATEXVERSION" val="162"/>
  <p:tag name="LATEXADDIN" val="\documentclass{article}&#10;\usepackage{amsmath}&#10;\pagestyle{empty}&#10;\begin{document}&#10;&#10;&#10;\[&#10;e^{-1.552} \approx 0.2119&#10;\]&#10;&#10;\end{document}"/>
  <p:tag name="LATEXENGINEID" val="0"/>
  <p:tag name="LATEXFORMHEIGHT" val=" 320"/>
  <p:tag name="LATEXFORMWIDTH" val=" 385"/>
  <p:tag name="LATEXFORMWRAP" val="True"/>
  <p:tag name="ORIGINALHEIGHT" val=" 8.966966"/>
  <p:tag name="ORIGINALWIDTH" val=" 69.74327"/>
  <p:tag name="OUTPUTTYPE" val="SVG"/>
  <p:tag name="TEMPFOLDER" val="C:\temp\"/>
  <p:tag name="TRANSPARENCY" val="True"/>
</p:tagLst>
</file>

<file path=ppt/tags/tag184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115"/>
  <p:tag name="IGUANATEXSIZE" val="20"/>
  <p:tag name="IGUANATEXVERSION" val="162"/>
  <p:tag name="LATEXADDIN" val="\documentclass{article}&#10;\usepackage{amsmath}&#10;\pagestyle{empty}&#10;\begin{document}&#10;&#10;&#10;\[&#10;(1-0.2119) \times 100 = 78.818\%&#10;\]&#10;&#10;\end{document}"/>
  <p:tag name="LATEXENGINEID" val="0"/>
  <p:tag name="LATEXFORMHEIGHT" val=" 320"/>
  <p:tag name="LATEXFORMWIDTH" val=" 385"/>
  <p:tag name="LATEXFORMWRAP" val="True"/>
  <p:tag name="ORIGINALHEIGHT" val=" 9.964168"/>
  <p:tag name="ORIGINALWIDTH" val=" 127.5095"/>
  <p:tag name="OUTPUTTYPE" val="SVG"/>
  <p:tag name="TEMPFOLDER" val="C:\temp\"/>
  <p:tag name="TRANSPARENCY" val="True"/>
</p:tagLst>
</file>

<file path=ppt/tags/tag184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94"/>
  <p:tag name="IGUANATEXSIZE" val="20"/>
  <p:tag name="IGUANATEXVERSION" val="162"/>
  <p:tag name="LATEXADDIN" val="\documentclass{article}&#10;\usepackage{amsmath}&#10;\pagestyle{empty}&#10;\begin{document}&#10;&#10;&#10;\[&#10;\frac{1}{0.2119} \approx 4.72&#10;\]&#10;&#10;\end{document}"/>
  <p:tag name="LATEXENGINEID" val="0"/>
  <p:tag name="LATEXFORMHEIGHT" val=" 320"/>
  <p:tag name="LATEXFORMWIDTH" val=" 385"/>
  <p:tag name="LATEXFORMWRAP" val="True"/>
  <p:tag name="ORIGINALHEIGHT" val=" 20.43317"/>
  <p:tag name="ORIGINALWIDTH" val=" 59.40565"/>
  <p:tag name="OUTPUTTYPE" val="SVG"/>
  <p:tag name="TEMPFOLDER" val="C:\temp\"/>
  <p:tag name="TRANSPARENCY" val="True"/>
</p:tagLst>
</file>

<file path=ppt/tags/tag184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94"/>
  <p:tag name="IGUANATEXSIZE" val="20"/>
  <p:tag name="LATEXADDIN" val="\documentclass{article}&#10;\usepackage{amsmath}&#10;\pagestyle{empty}&#10;\begin{document}&#10;&#10;&#10;\[&#10;\frac{1}{0.2119} \approx 4.72&#10;\]&#10;&#10;\end{document}"/>
  <p:tag name="LATEXENGINEID" val="0"/>
  <p:tag name="LATEXFORMHEIGHT" val=" 320"/>
  <p:tag name="LATEXFORMWIDTH" val=" 385"/>
  <p:tag name="LATEXFORMWRAP" val="True"/>
  <p:tag name="ORIGINALHEIGHT" val=" 6.635965"/>
  <p:tag name="ORIGINALWIDTH" val=" 3.289881"/>
  <p:tag name="TEMPFOLDER" val="C:\temp\"/>
  <p:tag name="TRANSPARENCY" val="True"/>
</p:tagLst>
</file>

<file path=ppt/tags/tag1844.xml><?xml version="1.0" encoding="utf-8"?>
<p:tagLst xmlns:a="http://schemas.openxmlformats.org/drawingml/2006/main" xmlns:r="http://schemas.openxmlformats.org/officeDocument/2006/relationships" xmlns:p="http://schemas.openxmlformats.org/presentationml/2006/main">
  <p:tag name="EMFCHILD" val="True"/>
  <p:tag name="ORIGINALHEIGHT" val=" 1.000294"/>
  <p:tag name="ORIGINALWIDTH" val=" 27.69921"/>
</p:tagLst>
</file>

<file path=ppt/tags/tag1845.xml><?xml version="1.0" encoding="utf-8"?>
<p:tagLst xmlns:a="http://schemas.openxmlformats.org/drawingml/2006/main" xmlns:r="http://schemas.openxmlformats.org/officeDocument/2006/relationships" xmlns:p="http://schemas.openxmlformats.org/presentationml/2006/main">
  <p:tag name="EMFCHILD" val="True"/>
  <p:tag name="ORIGINALHEIGHT" val=" 6.855165"/>
  <p:tag name="ORIGINALWIDTH" val=" 4.197241"/>
</p:tagLst>
</file>

<file path=ppt/tags/tag1846.xml><?xml version="1.0" encoding="utf-8"?>
<p:tagLst xmlns:a="http://schemas.openxmlformats.org/drawingml/2006/main" xmlns:r="http://schemas.openxmlformats.org/officeDocument/2006/relationships" xmlns:p="http://schemas.openxmlformats.org/presentationml/2006/main">
  <p:tag name="EMFCHILD" val="True"/>
  <p:tag name="ORIGINALHEIGHT" val=" 1.056245"/>
  <p:tag name="ORIGINALWIDTH" val=" 1.056798"/>
</p:tagLst>
</file>

<file path=ppt/tags/tag1847.xml><?xml version="1.0" encoding="utf-8"?>
<p:tagLst xmlns:a="http://schemas.openxmlformats.org/drawingml/2006/main" xmlns:r="http://schemas.openxmlformats.org/officeDocument/2006/relationships" xmlns:p="http://schemas.openxmlformats.org/presentationml/2006/main">
  <p:tag name="EMFCHILD" val="True"/>
  <p:tag name="ORIGINALHEIGHT" val=" 6.855165"/>
  <p:tag name="ORIGINALWIDTH" val=" 19.01381"/>
</p:tagLst>
</file>

<file path=ppt/tags/tag1848.xml><?xml version="1.0" encoding="utf-8"?>
<p:tagLst xmlns:a="http://schemas.openxmlformats.org/drawingml/2006/main" xmlns:r="http://schemas.openxmlformats.org/officeDocument/2006/relationships" xmlns:p="http://schemas.openxmlformats.org/presentationml/2006/main">
  <p:tag name="EMFCHILD" val="True"/>
  <p:tag name="ORIGINALHEIGHT" val=" 4.254661"/>
  <p:tag name="ORIGINALWIDTH" val=" 6.64958"/>
</p:tagLst>
</file>

<file path=ppt/tags/tag1849.xml><?xml version="1.0" encoding="utf-8"?>
<p:tagLst xmlns:a="http://schemas.openxmlformats.org/drawingml/2006/main" xmlns:r="http://schemas.openxmlformats.org/officeDocument/2006/relationships" xmlns:p="http://schemas.openxmlformats.org/presentationml/2006/main">
  <p:tag name="EMFCHILD" val="True"/>
  <p:tag name="ORIGINALHEIGHT" val=" 6.745754"/>
  <p:tag name="ORIGINALWIDTH" val=" 4.416497"/>
</p:tagLst>
</file>

<file path=ppt/tags/tag1850.xml><?xml version="1.0" encoding="utf-8"?>
<p:tagLst xmlns:a="http://schemas.openxmlformats.org/drawingml/2006/main" xmlns:r="http://schemas.openxmlformats.org/officeDocument/2006/relationships" xmlns:p="http://schemas.openxmlformats.org/presentationml/2006/main">
  <p:tag name="EMFCHILD" val="True"/>
  <p:tag name="ORIGINALHEIGHT" val=" 1.056191"/>
  <p:tag name="ORIGINALWIDTH" val=" 1.056798"/>
</p:tagLst>
</file>

<file path=ppt/tags/tag1851.xml><?xml version="1.0" encoding="utf-8"?>
<p:tagLst xmlns:a="http://schemas.openxmlformats.org/drawingml/2006/main" xmlns:r="http://schemas.openxmlformats.org/officeDocument/2006/relationships" xmlns:p="http://schemas.openxmlformats.org/presentationml/2006/main">
  <p:tag name="EMFCHILD" val="True"/>
  <p:tag name="ORIGINALHEIGHT" val=" 6.95488"/>
  <p:tag name="ORIGINALWIDTH" val=" 8.903408"/>
</p:tagLst>
</file>

<file path=ppt/tags/tag185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115"/>
  <p:tag name="IGUANATEXSIZE" val="20"/>
  <p:tag name="LATEXADDIN" val="\documentclass{article}&#10;\usepackage{amsmath}&#10;\pagestyle{empty}&#10;\begin{document}&#10;&#10;&#10;\[&#10;(1-0.2119) \times 100 = 78.818\%&#10;\]&#10;&#10;\end{document}"/>
  <p:tag name="LATEXENGINEID" val="0"/>
  <p:tag name="LATEXFORMHEIGHT" val=" 320"/>
  <p:tag name="LATEXFORMWIDTH" val=" 385"/>
  <p:tag name="LATEXFORMWRAP" val="True"/>
  <p:tag name="ORIGINALHEIGHT" val=" 9.964168"/>
  <p:tag name="ORIGINALWIDTH" val=" 7.058845"/>
  <p:tag name="TEMPFOLDER" val="C:\temp\"/>
  <p:tag name="TRANSPARENCY" val="True"/>
</p:tagLst>
</file>

<file path=ppt/tags/tag1853.xml><?xml version="1.0" encoding="utf-8"?>
<p:tagLst xmlns:a="http://schemas.openxmlformats.org/drawingml/2006/main" xmlns:r="http://schemas.openxmlformats.org/officeDocument/2006/relationships" xmlns:p="http://schemas.openxmlformats.org/presentationml/2006/main">
  <p:tag name="EMFCHILD" val="True"/>
  <p:tag name="ORIGINALHEIGHT" val=" .3985364"/>
  <p:tag name="ORIGINALWIDTH" val=" 6.091309"/>
</p:tagLst>
</file>

<file path=ppt/tags/tag1854.xml><?xml version="1.0" encoding="utf-8"?>
<p:tagLst xmlns:a="http://schemas.openxmlformats.org/drawingml/2006/main" xmlns:r="http://schemas.openxmlformats.org/officeDocument/2006/relationships" xmlns:p="http://schemas.openxmlformats.org/presentationml/2006/main">
  <p:tag name="EMFCHILD" val="True"/>
  <p:tag name="ORIGINALHEIGHT" val=" 6.855118"/>
  <p:tag name="ORIGINALWIDTH" val=" 4.19724"/>
</p:tagLst>
</file>

<file path=ppt/tags/tag1855.xml><?xml version="1.0" encoding="utf-8"?>
<p:tagLst xmlns:a="http://schemas.openxmlformats.org/drawingml/2006/main" xmlns:r="http://schemas.openxmlformats.org/officeDocument/2006/relationships" xmlns:p="http://schemas.openxmlformats.org/presentationml/2006/main">
  <p:tag name="EMFCHILD" val="True"/>
  <p:tag name="ORIGINALHEIGHT" val=" 1.056192"/>
  <p:tag name="ORIGINALWIDTH" val=" 1.056798"/>
</p:tagLst>
</file>

<file path=ppt/tags/tag1856.xml><?xml version="1.0" encoding="utf-8"?>
<p:tagLst xmlns:a="http://schemas.openxmlformats.org/drawingml/2006/main" xmlns:r="http://schemas.openxmlformats.org/officeDocument/2006/relationships" xmlns:p="http://schemas.openxmlformats.org/presentationml/2006/main">
  <p:tag name="EMFCHILD" val="True"/>
  <p:tag name="ORIGINALHEIGHT" val=" 9.964168"/>
  <p:tag name="ORIGINALWIDTH" val=" 22.32438"/>
</p:tagLst>
</file>

<file path=ppt/tags/tag1857.xml><?xml version="1.0" encoding="utf-8"?>
<p:tagLst xmlns:a="http://schemas.openxmlformats.org/drawingml/2006/main" xmlns:r="http://schemas.openxmlformats.org/officeDocument/2006/relationships" xmlns:p="http://schemas.openxmlformats.org/presentationml/2006/main">
  <p:tag name="EMFCHILD" val="True"/>
  <p:tag name="ORIGINALHEIGHT" val=" 4.802694"/>
  <p:tag name="ORIGINALWIDTH" val=" 4.815254"/>
</p:tagLst>
</file>

<file path=ppt/tags/tag1858.xml><?xml version="1.0" encoding="utf-8"?>
<p:tagLst xmlns:a="http://schemas.openxmlformats.org/drawingml/2006/main" xmlns:r="http://schemas.openxmlformats.org/officeDocument/2006/relationships" xmlns:p="http://schemas.openxmlformats.org/presentationml/2006/main">
  <p:tag name="EMFCHILD" val="True"/>
  <p:tag name="ORIGINALHEIGHT" val=" 6.855118"/>
  <p:tag name="ORIGINALWIDTH" val=" 13.66959"/>
</p:tagLst>
</file>

<file path=ppt/tags/tag1859.xml><?xml version="1.0" encoding="utf-8"?>
<p:tagLst xmlns:a="http://schemas.openxmlformats.org/drawingml/2006/main" xmlns:r="http://schemas.openxmlformats.org/officeDocument/2006/relationships" xmlns:p="http://schemas.openxmlformats.org/presentationml/2006/main">
  <p:tag name="EMFCHILD" val="True"/>
  <p:tag name="ORIGINALHEIGHT" val=" 2.331638"/>
  <p:tag name="ORIGINALWIDTH" val=" 6.629864"/>
</p:tagLst>
</file>

<file path=ppt/tags/tag1860.xml><?xml version="1.0" encoding="utf-8"?>
<p:tagLst xmlns:a="http://schemas.openxmlformats.org/drawingml/2006/main" xmlns:r="http://schemas.openxmlformats.org/officeDocument/2006/relationships" xmlns:p="http://schemas.openxmlformats.org/presentationml/2006/main">
  <p:tag name="EMFCHILD" val="True"/>
  <p:tag name="ORIGINALHEIGHT" val=" 6.954834"/>
  <p:tag name="ORIGINALWIDTH" val=" 8.983245"/>
</p:tagLst>
</file>

<file path=ppt/tags/tag1861.xml><?xml version="1.0" encoding="utf-8"?>
<p:tagLst xmlns:a="http://schemas.openxmlformats.org/drawingml/2006/main" xmlns:r="http://schemas.openxmlformats.org/officeDocument/2006/relationships" xmlns:p="http://schemas.openxmlformats.org/presentationml/2006/main">
  <p:tag name="EMFCHILD" val="True"/>
  <p:tag name="ORIGINALHEIGHT" val=" 1.056192"/>
  <p:tag name="ORIGINALWIDTH" val=" 1.056798"/>
</p:tagLst>
</file>

<file path=ppt/tags/tag1862.xml><?xml version="1.0" encoding="utf-8"?>
<p:tagLst xmlns:a="http://schemas.openxmlformats.org/drawingml/2006/main" xmlns:r="http://schemas.openxmlformats.org/officeDocument/2006/relationships" xmlns:p="http://schemas.openxmlformats.org/presentationml/2006/main">
  <p:tag name="EMFCHILD" val="True"/>
  <p:tag name="ORIGINALHEIGHT" val=" 8.03112"/>
  <p:tag name="ORIGINALWIDTH" val=" 22.27401"/>
</p:tagLst>
</file>

<file path=ppt/tags/tag186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9"/>
  <p:tag name="IGUANATEXSIZE" val="20"/>
  <p:tag name="LATEXADDIN" val="\documentclass{article}&#10;\usepackage{amsmath}&#10;\pagestyle{empty}&#10;\begin{document}&#10;&#10;&#10;\[&#10;e^{-1.552} \approx 0.2119&#10;\]&#10;&#10;\end{document}"/>
  <p:tag name="LATEXENGINEID" val="0"/>
  <p:tag name="LATEXFORMHEIGHT" val=" 320"/>
  <p:tag name="LATEXFORMWIDTH" val=" 385"/>
  <p:tag name="LATEXFORMWRAP" val="True"/>
  <p:tag name="ORIGINALHEIGHT" val=" 4.513842"/>
  <p:tag name="ORIGINALWIDTH" val=" 3.82849"/>
  <p:tag name="TEMPFOLDER" val="C:\temp\"/>
  <p:tag name="TRANSPARENCY" val="True"/>
</p:tagLst>
</file>

<file path=ppt/tags/tag1864.xml><?xml version="1.0" encoding="utf-8"?>
<p:tagLst xmlns:a="http://schemas.openxmlformats.org/drawingml/2006/main" xmlns:r="http://schemas.openxmlformats.org/officeDocument/2006/relationships" xmlns:p="http://schemas.openxmlformats.org/presentationml/2006/main">
  <p:tag name="EMFCHILD" val="True"/>
  <p:tag name="ORIGINALHEIGHT" val=" .3419355"/>
  <p:tag name="ORIGINALWIDTH" val=" 4.718951"/>
</p:tagLst>
</file>

<file path=ppt/tags/tag1865.xml><?xml version="1.0" encoding="utf-8"?>
<p:tagLst xmlns:a="http://schemas.openxmlformats.org/drawingml/2006/main" xmlns:r="http://schemas.openxmlformats.org/officeDocument/2006/relationships" xmlns:p="http://schemas.openxmlformats.org/presentationml/2006/main">
  <p:tag name="EMFCHILD" val="True"/>
  <p:tag name="ORIGINALHEIGHT" val=" 4.632623"/>
  <p:tag name="ORIGINALWIDTH" val=" 2.540844"/>
</p:tagLst>
</file>

<file path=ppt/tags/tag1866.xml><?xml version="1.0" encoding="utf-8"?>
<p:tagLst xmlns:a="http://schemas.openxmlformats.org/drawingml/2006/main" xmlns:r="http://schemas.openxmlformats.org/officeDocument/2006/relationships" xmlns:p="http://schemas.openxmlformats.org/presentationml/2006/main">
  <p:tag name="EMFCHILD" val="True"/>
  <p:tag name="ORIGINALHEIGHT" val=" .8023813"/>
  <p:tag name="ORIGINALWIDTH" val=" .8028222"/>
</p:tagLst>
</file>

<file path=ppt/tags/tag1867.xml><?xml version="1.0" encoding="utf-8"?>
<p:tagLst xmlns:a="http://schemas.openxmlformats.org/drawingml/2006/main" xmlns:r="http://schemas.openxmlformats.org/officeDocument/2006/relationships" xmlns:p="http://schemas.openxmlformats.org/presentationml/2006/main">
  <p:tag name="EMFCHILD" val="True"/>
  <p:tag name="ORIGINALHEIGHT" val=" 4.77204"/>
  <p:tag name="ORIGINALWIDTH" val=" 11.02849"/>
</p:tagLst>
</file>

<file path=ppt/tags/tag1868.xml><?xml version="1.0" encoding="utf-8"?>
<p:tagLst xmlns:a="http://schemas.openxmlformats.org/drawingml/2006/main" xmlns:r="http://schemas.openxmlformats.org/officeDocument/2006/relationships" xmlns:p="http://schemas.openxmlformats.org/presentationml/2006/main">
  <p:tag name="EMFCHILD" val="True"/>
  <p:tag name="ORIGINALHEIGHT" val=" 4.254668"/>
  <p:tag name="ORIGINALWIDTH" val=" 6.649635"/>
</p:tagLst>
</file>

<file path=ppt/tags/tag1869.xml><?xml version="1.0" encoding="utf-8"?>
<p:tagLst xmlns:a="http://schemas.openxmlformats.org/drawingml/2006/main" xmlns:r="http://schemas.openxmlformats.org/officeDocument/2006/relationships" xmlns:p="http://schemas.openxmlformats.org/presentationml/2006/main">
  <p:tag name="EMFCHILD" val="True"/>
  <p:tag name="ORIGINALHEIGHT" val=" 6.855123"/>
  <p:tag name="ORIGINALWIDTH" val=" 4.197241"/>
</p:tagLst>
</file>

<file path=ppt/tags/tag1870.xml><?xml version="1.0" encoding="utf-8"?>
<p:tagLst xmlns:a="http://schemas.openxmlformats.org/drawingml/2006/main" xmlns:r="http://schemas.openxmlformats.org/officeDocument/2006/relationships" xmlns:p="http://schemas.openxmlformats.org/presentationml/2006/main">
  <p:tag name="EMFCHILD" val="True"/>
  <p:tag name="ORIGINALHEIGHT" val=" 1.056193"/>
  <p:tag name="ORIGINALWIDTH" val=" 1.056798"/>
</p:tagLst>
</file>

<file path=ppt/tags/tag1871.xml><?xml version="1.0" encoding="utf-8"?>
<p:tagLst xmlns:a="http://schemas.openxmlformats.org/drawingml/2006/main" xmlns:r="http://schemas.openxmlformats.org/officeDocument/2006/relationships" xmlns:p="http://schemas.openxmlformats.org/presentationml/2006/main">
  <p:tag name="EMFCHILD" val="True"/>
  <p:tag name="ORIGINALHEIGHT" val=" 6.855123"/>
  <p:tag name="ORIGINALWIDTH" val=" 19.0137"/>
</p:tagLst>
</file>

<file path=ppt/tags/tag187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6"/>
  <p:tag name="IGUANATEXSIZE" val="20"/>
  <p:tag name="LATEXADDIN" val="\documentclass{article}&#10;\usepackage{amsmath}&#10;\pagestyle{empty}&#10;\begin{document}&#10;&#10;&#10;\[&#10;  \frac{p}{1 - p} = e^{(\mathbf{x}'\boldsymbol{\beta})}&#10;\]&#10;&#10;\end{document}"/>
  <p:tag name="LATEXENGINEID" val="0"/>
  <p:tag name="LATEXFORMHEIGHT" val=" 320"/>
  <p:tag name="LATEXFORMWIDTH" val=" 385"/>
  <p:tag name="LATEXFORMWRAP" val="True"/>
  <p:tag name="ORIGINALHEIGHT" val=" 6.337187"/>
  <p:tag name="ORIGINALWIDTH" val=" 5.204067"/>
  <p:tag name="TEMPFOLDER" val="C:\temp\"/>
  <p:tag name="TRANSPARENCY" val="True"/>
</p:tagLst>
</file>

<file path=ppt/tags/tag1873.xml><?xml version="1.0" encoding="utf-8"?>
<p:tagLst xmlns:a="http://schemas.openxmlformats.org/drawingml/2006/main" xmlns:r="http://schemas.openxmlformats.org/officeDocument/2006/relationships" xmlns:p="http://schemas.openxmlformats.org/presentationml/2006/main">
  <p:tag name="EMFCHILD" val="True"/>
  <p:tag name="ORIGINALHEIGHT" val=" 1.000283"/>
  <p:tag name="ORIGINALWIDTH" val=" 22.18659"/>
</p:tagLst>
</file>

<file path=ppt/tags/tag1874.xml><?xml version="1.0" encoding="utf-8"?>
<p:tagLst xmlns:a="http://schemas.openxmlformats.org/drawingml/2006/main" xmlns:r="http://schemas.openxmlformats.org/officeDocument/2006/relationships" xmlns:p="http://schemas.openxmlformats.org/presentationml/2006/main">
  <p:tag name="EMFCHILD" val="True"/>
  <p:tag name="ORIGINALHEIGHT" val=" 6.635977"/>
  <p:tag name="ORIGINALWIDTH" val=" 3.289913"/>
</p:tagLst>
</file>

<file path=ppt/tags/tag1875.xml><?xml version="1.0" encoding="utf-8"?>
<p:tagLst xmlns:a="http://schemas.openxmlformats.org/drawingml/2006/main" xmlns:r="http://schemas.openxmlformats.org/officeDocument/2006/relationships" xmlns:p="http://schemas.openxmlformats.org/presentationml/2006/main">
  <p:tag name="EMFCHILD" val="True"/>
  <p:tag name="ORIGINALHEIGHT" val=" .3985299"/>
  <p:tag name="ORIGINALWIDTH" val=" 6.091375"/>
</p:tagLst>
</file>

<file path=ppt/tags/tag1876.xml><?xml version="1.0" encoding="utf-8"?>
<p:tagLst xmlns:a="http://schemas.openxmlformats.org/drawingml/2006/main" xmlns:r="http://schemas.openxmlformats.org/officeDocument/2006/relationships" xmlns:p="http://schemas.openxmlformats.org/presentationml/2006/main">
  <p:tag name="EMFCHILD" val="True"/>
  <p:tag name="ORIGINALHEIGHT" val=" 6.337187"/>
  <p:tag name="ORIGINALWIDTH" val=" 5.204067"/>
</p:tagLst>
</file>

<file path=ppt/tags/tag1877.xml><?xml version="1.0" encoding="utf-8"?>
<p:tagLst xmlns:a="http://schemas.openxmlformats.org/drawingml/2006/main" xmlns:r="http://schemas.openxmlformats.org/officeDocument/2006/relationships" xmlns:p="http://schemas.openxmlformats.org/presentationml/2006/main">
  <p:tag name="EMFCHILD" val="True"/>
  <p:tag name="ORIGINALHEIGHT" val=" 2.331666"/>
  <p:tag name="ORIGINALWIDTH" val=" 6.62995"/>
</p:tagLst>
</file>

<file path=ppt/tags/tag1878.xml><?xml version="1.0" encoding="utf-8"?>
<p:tagLst xmlns:a="http://schemas.openxmlformats.org/drawingml/2006/main" xmlns:r="http://schemas.openxmlformats.org/officeDocument/2006/relationships" xmlns:p="http://schemas.openxmlformats.org/presentationml/2006/main">
  <p:tag name="EMFCHILD" val="True"/>
  <p:tag name="ORIGINALHEIGHT" val=" 4.51383"/>
  <p:tag name="ORIGINALWIDTH" val=" 3.828487"/>
</p:tagLst>
</file>

<file path=ppt/tags/tag1879.xml><?xml version="1.0" encoding="utf-8"?>
<p:tagLst xmlns:a="http://schemas.openxmlformats.org/drawingml/2006/main" xmlns:r="http://schemas.openxmlformats.org/officeDocument/2006/relationships" xmlns:p="http://schemas.openxmlformats.org/presentationml/2006/main">
  <p:tag name="EMFCHILD" val="True"/>
  <p:tag name="ORIGINALHEIGHT" val=" 6.970136"/>
  <p:tag name="ORIGINALWIDTH" val=" 1.814952"/>
</p:tagLst>
</file>

<file path=ppt/tags/tag1880.xml><?xml version="1.0" encoding="utf-8"?>
<p:tagLst xmlns:a="http://schemas.openxmlformats.org/drawingml/2006/main" xmlns:r="http://schemas.openxmlformats.org/officeDocument/2006/relationships" xmlns:p="http://schemas.openxmlformats.org/presentationml/2006/main">
  <p:tag name="EMFCHILD" val="True"/>
  <p:tag name="ORIGINALHEIGHT" val=" 3.097818"/>
  <p:tag name="ORIGINALWIDTH" val=" 4.279193"/>
</p:tagLst>
</file>

<file path=ppt/tags/tag1881.xml><?xml version="1.0" encoding="utf-8"?>
<p:tagLst xmlns:a="http://schemas.openxmlformats.org/drawingml/2006/main" xmlns:r="http://schemas.openxmlformats.org/officeDocument/2006/relationships" xmlns:p="http://schemas.openxmlformats.org/presentationml/2006/main">
  <p:tag name="EMFCHILD" val="True"/>
  <p:tag name="ORIGINALHEIGHT" val=" 2.596345"/>
  <p:tag name="ORIGINALWIDTH" val=" 1.381157"/>
</p:tagLst>
</file>

<file path=ppt/tags/tag1882.xml><?xml version="1.0" encoding="utf-8"?>
<p:tagLst xmlns:a="http://schemas.openxmlformats.org/drawingml/2006/main" xmlns:r="http://schemas.openxmlformats.org/officeDocument/2006/relationships" xmlns:p="http://schemas.openxmlformats.org/presentationml/2006/main">
  <p:tag name="EMFCHILD" val="True"/>
  <p:tag name="ORIGINALHEIGHT" val=" 6.251515"/>
  <p:tag name="ORIGINALWIDTH" val=" 4.879368"/>
</p:tagLst>
</file>

<file path=ppt/tags/tag1883.xml><?xml version="1.0" encoding="utf-8"?>
<p:tagLst xmlns:a="http://schemas.openxmlformats.org/drawingml/2006/main" xmlns:r="http://schemas.openxmlformats.org/officeDocument/2006/relationships" xmlns:p="http://schemas.openxmlformats.org/presentationml/2006/main">
  <p:tag name="EMFCHILD" val="True"/>
  <p:tag name="ORIGINALHEIGHT" val=" 6.970136"/>
  <p:tag name="ORIGINALWIDTH" val=" 1.808044"/>
</p:tagLst>
</file>

<file path=ppt/tags/tag188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262"/>
  <p:tag name="IGUANATEXSIZE" val="20"/>
  <p:tag name="LATEXADDIN" val="\documentclass{article}&#10;\usepackage{amsmath}&#10;\pagestyle{empty}&#10;\begin{document}&#10;&#10;&#10;\[&#10;\frac{p}{1 - p} =  e^{(\mathbf{x}'\boldsymbol{\beta})} \longrightarrow e^ {(\mathbf{x}'\boldsymbol{\beta} + \beta_j)} =  e^ {(\mathbf{x}'\boldsymbol{\beta})} \cdot e^{(\beta_j)}&#10;\]&#10;&#10;&#10;\end{document}"/>
  <p:tag name="LATEXENGINEID" val="0"/>
  <p:tag name="LATEXFORMHEIGHT" val=" 320"/>
  <p:tag name="LATEXFORMWIDTH" val=" 385"/>
  <p:tag name="LATEXFORMWRAP" val="True"/>
  <p:tag name="ORIGINALHEIGHT" val=" 6.177814"/>
  <p:tag name="ORIGINALWIDTH" val=" 5.186428"/>
  <p:tag name="TEMPFOLDER" val="C:\Users\luisc\Documents\Custom Office Templates\iguana temp\"/>
  <p:tag name="TRANSPARENCY" val="True"/>
</p:tagLst>
</file>

<file path=ppt/tags/tag1885.xml><?xml version="1.0" encoding="utf-8"?>
<p:tagLst xmlns:a="http://schemas.openxmlformats.org/drawingml/2006/main" xmlns:r="http://schemas.openxmlformats.org/officeDocument/2006/relationships" xmlns:p="http://schemas.openxmlformats.org/presentationml/2006/main">
  <p:tag name="EMFCHILD" val="True"/>
  <p:tag name="ORIGINALHEIGHT" val=" .3885154"/>
  <p:tag name="ORIGINALWIDTH" val=" 22.1103"/>
</p:tagLst>
</file>

<file path=ppt/tags/tag1886.xml><?xml version="1.0" encoding="utf-8"?>
<p:tagLst xmlns:a="http://schemas.openxmlformats.org/drawingml/2006/main" xmlns:r="http://schemas.openxmlformats.org/officeDocument/2006/relationships" xmlns:p="http://schemas.openxmlformats.org/presentationml/2006/main">
  <p:tag name="EMFCHILD" val="True"/>
  <p:tag name="ORIGINALHEIGHT" val=" 6.4692"/>
  <p:tag name="ORIGINALWIDTH" val=" 3.27876"/>
</p:tagLst>
</file>

<file path=ppt/tags/tag1887.xml><?xml version="1.0" encoding="utf-8"?>
<p:tagLst xmlns:a="http://schemas.openxmlformats.org/drawingml/2006/main" xmlns:r="http://schemas.openxmlformats.org/officeDocument/2006/relationships" xmlns:p="http://schemas.openxmlformats.org/presentationml/2006/main">
  <p:tag name="EMFCHILD" val="True"/>
  <p:tag name="ORIGINALHEIGHT" val=" .3885154"/>
  <p:tag name="ORIGINALWIDTH" val=" 6.070718"/>
</p:tagLst>
</file>

<file path=ppt/tags/tag1888.xml><?xml version="1.0" encoding="utf-8"?>
<p:tagLst xmlns:a="http://schemas.openxmlformats.org/drawingml/2006/main" xmlns:r="http://schemas.openxmlformats.org/officeDocument/2006/relationships" xmlns:p="http://schemas.openxmlformats.org/presentationml/2006/main">
  <p:tag name="EMFCHILD" val="True"/>
  <p:tag name="ORIGINALHEIGHT" val=" 6.177814"/>
  <p:tag name="ORIGINALWIDTH" val=" 5.186428"/>
</p:tagLst>
</file>

<file path=ppt/tags/tag1889.xml><?xml version="1.0" encoding="utf-8"?>
<p:tagLst xmlns:a="http://schemas.openxmlformats.org/drawingml/2006/main" xmlns:r="http://schemas.openxmlformats.org/officeDocument/2006/relationships" xmlns:p="http://schemas.openxmlformats.org/presentationml/2006/main">
  <p:tag name="EMFCHILD" val="True"/>
  <p:tag name="ORIGINALHEIGHT" val=" 2.272947"/>
  <p:tag name="ORIGINALWIDTH" val=" 6.60724"/>
</p:tagLst>
</file>

<file path=ppt/tags/tag1890.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891.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892.xml><?xml version="1.0" encoding="utf-8"?>
<p:tagLst xmlns:a="http://schemas.openxmlformats.org/drawingml/2006/main" xmlns:r="http://schemas.openxmlformats.org/officeDocument/2006/relationships" xmlns:p="http://schemas.openxmlformats.org/presentationml/2006/main">
  <p:tag name="EMFCHILD" val="True"/>
  <p:tag name="ORIGINALHEIGHT" val=" 3.018923"/>
  <p:tag name="ORIGINALWIDTH" val=" 4.263373"/>
</p:tagLst>
</file>

<file path=ppt/tags/tag1893.xml><?xml version="1.0" encoding="utf-8"?>
<p:tagLst xmlns:a="http://schemas.openxmlformats.org/drawingml/2006/main" xmlns:r="http://schemas.openxmlformats.org/officeDocument/2006/relationships" xmlns:p="http://schemas.openxmlformats.org/presentationml/2006/main">
  <p:tag name="EMFCHILD" val="True"/>
  <p:tag name="ORIGINALHEIGHT" val=" 2.530361"/>
  <p:tag name="ORIGINALWIDTH" val=" 1.376047"/>
</p:tagLst>
</file>

<file path=ppt/tags/tag1894.xml><?xml version="1.0" encoding="utf-8"?>
<p:tagLst xmlns:a="http://schemas.openxmlformats.org/drawingml/2006/main" xmlns:r="http://schemas.openxmlformats.org/officeDocument/2006/relationships" xmlns:p="http://schemas.openxmlformats.org/presentationml/2006/main">
  <p:tag name="EMFCHILD" val="True"/>
  <p:tag name="ORIGINALHEIGHT" val=" 6.092303"/>
  <p:tag name="ORIGINALWIDTH" val=" 4.861508"/>
</p:tagLst>
</file>

<file path=ppt/tags/tag1895.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896.xml><?xml version="1.0" encoding="utf-8"?>
<p:tagLst xmlns:a="http://schemas.openxmlformats.org/drawingml/2006/main" xmlns:r="http://schemas.openxmlformats.org/officeDocument/2006/relationships" xmlns:p="http://schemas.openxmlformats.org/presentationml/2006/main">
  <p:tag name="EMFCHILD" val="True"/>
  <p:tag name="ORIGINALHEIGHT" val=" .3885154"/>
  <p:tag name="ORIGINALWIDTH" val=" 6.070718"/>
</p:tagLst>
</file>

<file path=ppt/tags/tag1897.xml><?xml version="1.0" encoding="utf-8"?>
<p:tagLst xmlns:a="http://schemas.openxmlformats.org/drawingml/2006/main" xmlns:r="http://schemas.openxmlformats.org/officeDocument/2006/relationships" xmlns:p="http://schemas.openxmlformats.org/presentationml/2006/main">
  <p:tag name="EMFCHILD" val="True"/>
  <p:tag name="ORIGINALHEIGHT" val=" 5.070468"/>
  <p:tag name="ORIGINALWIDTH" val=" 8.822868"/>
</p:tagLst>
</file>

<file path=ppt/tags/tag1898.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899.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900.xml><?xml version="1.0" encoding="utf-8"?>
<p:tagLst xmlns:a="http://schemas.openxmlformats.org/drawingml/2006/main" xmlns:r="http://schemas.openxmlformats.org/officeDocument/2006/relationships" xmlns:p="http://schemas.openxmlformats.org/presentationml/2006/main">
  <p:tag name="EMFCHILD" val="True"/>
  <p:tag name="ORIGINALHEIGHT" val=" 3.018923"/>
  <p:tag name="ORIGINALWIDTH" val=" 4.263373"/>
</p:tagLst>
</file>

<file path=ppt/tags/tag1901.xml><?xml version="1.0" encoding="utf-8"?>
<p:tagLst xmlns:a="http://schemas.openxmlformats.org/drawingml/2006/main" xmlns:r="http://schemas.openxmlformats.org/officeDocument/2006/relationships" xmlns:p="http://schemas.openxmlformats.org/presentationml/2006/main">
  <p:tag name="EMFCHILD" val="True"/>
  <p:tag name="ORIGINALHEIGHT" val=" 2.530361"/>
  <p:tag name="ORIGINALWIDTH" val=" 1.376047"/>
</p:tagLst>
</file>

<file path=ppt/tags/tag1902.xml><?xml version="1.0" encoding="utf-8"?>
<p:tagLst xmlns:a="http://schemas.openxmlformats.org/drawingml/2006/main" xmlns:r="http://schemas.openxmlformats.org/officeDocument/2006/relationships" xmlns:p="http://schemas.openxmlformats.org/presentationml/2006/main">
  <p:tag name="EMFCHILD" val="True"/>
  <p:tag name="ORIGINALHEIGHT" val=" 6.092303"/>
  <p:tag name="ORIGINALWIDTH" val=" 4.861508"/>
</p:tagLst>
</file>

<file path=ppt/tags/tag1903.xml><?xml version="1.0" encoding="utf-8"?>
<p:tagLst xmlns:a="http://schemas.openxmlformats.org/drawingml/2006/main" xmlns:r="http://schemas.openxmlformats.org/officeDocument/2006/relationships" xmlns:p="http://schemas.openxmlformats.org/presentationml/2006/main">
  <p:tag name="EMFCHILD" val="True"/>
  <p:tag name="ORIGINALHEIGHT" val=" 5.011221"/>
  <p:tag name="ORIGINALWIDTH" val=" 5.118867"/>
</p:tagLst>
</file>

<file path=ppt/tags/tag1904.xml><?xml version="1.0" encoding="utf-8"?>
<p:tagLst xmlns:a="http://schemas.openxmlformats.org/drawingml/2006/main" xmlns:r="http://schemas.openxmlformats.org/officeDocument/2006/relationships" xmlns:p="http://schemas.openxmlformats.org/presentationml/2006/main">
  <p:tag name="EMFCHILD" val="True"/>
  <p:tag name="ORIGINALHEIGHT" val=" 6.112731"/>
  <p:tag name="ORIGINALWIDTH" val=" 4.063499"/>
</p:tagLst>
</file>

<file path=ppt/tags/tag1905.xml><?xml version="1.0" encoding="utf-8"?>
<p:tagLst xmlns:a="http://schemas.openxmlformats.org/drawingml/2006/main" xmlns:r="http://schemas.openxmlformats.org/officeDocument/2006/relationships" xmlns:p="http://schemas.openxmlformats.org/presentationml/2006/main">
  <p:tag name="EMFCHILD" val="True"/>
  <p:tag name="ORIGINALHEIGHT" val=" 4.235071"/>
  <p:tag name="ORIGINALWIDTH" val=" 2.349758"/>
</p:tagLst>
</file>

<file path=ppt/tags/tag1906.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907.xml><?xml version="1.0" encoding="utf-8"?>
<p:tagLst xmlns:a="http://schemas.openxmlformats.org/drawingml/2006/main" xmlns:r="http://schemas.openxmlformats.org/officeDocument/2006/relationships" xmlns:p="http://schemas.openxmlformats.org/presentationml/2006/main">
  <p:tag name="EMFCHILD" val="True"/>
  <p:tag name="ORIGINALHEIGHT" val=" 2.272947"/>
  <p:tag name="ORIGINALWIDTH" val=" 6.60724"/>
</p:tagLst>
</file>

<file path=ppt/tags/tag1908.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909.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910.xml><?xml version="1.0" encoding="utf-8"?>
<p:tagLst xmlns:a="http://schemas.openxmlformats.org/drawingml/2006/main" xmlns:r="http://schemas.openxmlformats.org/officeDocument/2006/relationships" xmlns:p="http://schemas.openxmlformats.org/presentationml/2006/main">
  <p:tag name="EMFCHILD" val="True"/>
  <p:tag name="ORIGINALHEIGHT" val=" 3.018923"/>
  <p:tag name="ORIGINALWIDTH" val=" 4.263373"/>
</p:tagLst>
</file>

<file path=ppt/tags/tag1911.xml><?xml version="1.0" encoding="utf-8"?>
<p:tagLst xmlns:a="http://schemas.openxmlformats.org/drawingml/2006/main" xmlns:r="http://schemas.openxmlformats.org/officeDocument/2006/relationships" xmlns:p="http://schemas.openxmlformats.org/presentationml/2006/main">
  <p:tag name="EMFCHILD" val="True"/>
  <p:tag name="ORIGINALHEIGHT" val=" 2.530361"/>
  <p:tag name="ORIGINALWIDTH" val=" 1.376047"/>
</p:tagLst>
</file>

<file path=ppt/tags/tag1912.xml><?xml version="1.0" encoding="utf-8"?>
<p:tagLst xmlns:a="http://schemas.openxmlformats.org/drawingml/2006/main" xmlns:r="http://schemas.openxmlformats.org/officeDocument/2006/relationships" xmlns:p="http://schemas.openxmlformats.org/presentationml/2006/main">
  <p:tag name="EMFCHILD" val="True"/>
  <p:tag name="ORIGINALHEIGHT" val=" 6.092303"/>
  <p:tag name="ORIGINALWIDTH" val=" 4.861508"/>
</p:tagLst>
</file>

<file path=ppt/tags/tag1913.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914.xml><?xml version="1.0" encoding="utf-8"?>
<p:tagLst xmlns:a="http://schemas.openxmlformats.org/drawingml/2006/main" xmlns:r="http://schemas.openxmlformats.org/officeDocument/2006/relationships" xmlns:p="http://schemas.openxmlformats.org/presentationml/2006/main">
  <p:tag name="EMFCHILD" val="True"/>
  <p:tag name="ORIGINALHEIGHT" val=" 1.029599"/>
  <p:tag name="ORIGINALWIDTH" val=" 1.053165"/>
</p:tagLst>
</file>

<file path=ppt/tags/tag1915.xml><?xml version="1.0" encoding="utf-8"?>
<p:tagLst xmlns:a="http://schemas.openxmlformats.org/drawingml/2006/main" xmlns:r="http://schemas.openxmlformats.org/officeDocument/2006/relationships" xmlns:p="http://schemas.openxmlformats.org/presentationml/2006/main">
  <p:tag name="EMFCHILD" val="True"/>
  <p:tag name="ORIGINALHEIGHT" val=" 4.400201"/>
  <p:tag name="ORIGINALWIDTH" val=" 3.815281"/>
</p:tagLst>
</file>

<file path=ppt/tags/tag1916.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8282"/>
</p:tagLst>
</file>

<file path=ppt/tags/tag1917.xml><?xml version="1.0" encoding="utf-8"?>
<p:tagLst xmlns:a="http://schemas.openxmlformats.org/drawingml/2006/main" xmlns:r="http://schemas.openxmlformats.org/officeDocument/2006/relationships" xmlns:p="http://schemas.openxmlformats.org/presentationml/2006/main">
  <p:tag name="EMFCHILD" val="True"/>
  <p:tag name="ORIGINALHEIGHT" val=" 6.112731"/>
  <p:tag name="ORIGINALWIDTH" val=" 4.063499"/>
</p:tagLst>
</file>

<file path=ppt/tags/tag1918.xml><?xml version="1.0" encoding="utf-8"?>
<p:tagLst xmlns:a="http://schemas.openxmlformats.org/drawingml/2006/main" xmlns:r="http://schemas.openxmlformats.org/officeDocument/2006/relationships" xmlns:p="http://schemas.openxmlformats.org/presentationml/2006/main">
  <p:tag name="EMFCHILD" val="True"/>
  <p:tag name="ORIGINALHEIGHT" val=" 4.235071"/>
  <p:tag name="ORIGINALWIDTH" val=" 2.349758"/>
</p:tagLst>
</file>

<file path=ppt/tags/tag1919.xml><?xml version="1.0" encoding="utf-8"?>
<p:tagLst xmlns:a="http://schemas.openxmlformats.org/drawingml/2006/main" xmlns:r="http://schemas.openxmlformats.org/officeDocument/2006/relationships" xmlns:p="http://schemas.openxmlformats.org/presentationml/2006/main">
  <p:tag name="EMFCHILD" val="True"/>
  <p:tag name="ORIGINALHEIGHT" val=" 6.792688"/>
  <p:tag name="ORIGINALWIDTH" val=" 1.801344"/>
</p:tagLst>
</file>

<file path=ppt/tags/tag1920.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367"/>
  <p:tag name="IGUANATEXSIZE" val="20"/>
  <p:tag name="IGUANATEXVERSION" val="162"/>
  <p:tag name="LATEXADDIN" val="\documentclass{article}&#10;\usepackage{amsmath}&#10;\pagestyle{empty}&#10;\begin{document}&#10;&#10;&#10;\begin{table}[ht]&#10;\centering&#10;\begin{tabular}{cccc}&#10;\hline&#10;\textbf{GRE} &amp; \textbf{GPA} &amp; \textbf{Rank} &amp; \textbf{RankP} \\&#10;\hline&#10;587.7 &amp; 3.3899 &amp; 1 &amp; 0.5166 \\&#10;587.7 &amp; 3.3899 &amp; 2 &amp; 0.3523 \\&#10;587.7 &amp; 3.3899 &amp; 3 &amp; 0.2186 \\&#10;587.7 &amp; 3.3899 &amp; 4 &amp; 0.1847 \\&#10;\hline&#10;\end{tabular}&#10;\end{table}&#10;&#10;\end{document}"/>
  <p:tag name="LATEXENGINEID" val="0"/>
  <p:tag name="LATEXFORMHEIGHT" val=" 320"/>
  <p:tag name="LATEXFORMWIDTH" val=" 385"/>
  <p:tag name="LATEXFORMWRAP" val="True"/>
  <p:tag name="ORIGINALHEIGHT" val=" 762.6547"/>
  <p:tag name="ORIGINALWIDTH" val=" 2019.498"/>
  <p:tag name="OUTPUTDPI" val=" 1200"/>
  <p:tag name="OUTPUTTYPE" val="PNG"/>
  <p:tag name="TEMPFOLDER" val="C:\Users\luisc\Documents\Custom Office Templates\iguana temp\"/>
  <p:tag name="TRANSPARENCY" val="True"/>
</p:tagLst>
</file>

<file path=ppt/tags/tag192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231"/>
  <p:tag name="IGUANATEXSIZE" val="20"/>
  <p:tag name="IGUANATEXVERSION" val="162"/>
  <p:tag name="LATEXADDIN" val="\documentclass{article}&#10;\usepackage{amsmath}&#10;\usepackage{amsfonts}&#10;\pagestyle{empty}&#10;\begin{document}&#10;&#10;&#10;\[&#10;\Pr(y_1 = 1 \mid X) = \frac{1}{1 + e^{-((-3.989979 + (0.002264 \times 587.7) + (0.804038 \times 3.3899) + (0))}} = 0.5165395&#10;\]&#10;&#10;&#10;&#10;&#10;&#10;\end{document}"/>
  <p:tag name="LATEXENGINEID" val="0"/>
  <p:tag name="LATEXFORMHEIGHT" val=" 320"/>
  <p:tag name="LATEXFORMWIDTH" val=" 385"/>
  <p:tag name="LATEXFORMWRAP" val="True"/>
  <p:tag name="ORIGINALHEIGHT" val=" 21.21432"/>
  <p:tag name="ORIGINALWIDTH" val=" 363.364"/>
  <p:tag name="OUTPUTTYPE" val="SVG"/>
  <p:tag name="TEMPFOLDER" val="C:\Users\luisc\Documents\Custom Office Templates\iguana temp\"/>
  <p:tag name="TRANSPARENCY" val="True"/>
</p:tagLst>
</file>

<file path=ppt/tags/tag1922.xml><?xml version="1.0" encoding="utf-8"?>
<p:tagLst xmlns:a="http://schemas.openxmlformats.org/drawingml/2006/main" xmlns:r="http://schemas.openxmlformats.org/officeDocument/2006/relationships" xmlns:p="http://schemas.openxmlformats.org/presentationml/2006/main">
  <p:tag name="OUTPUTDPI" val=" 1200"/>
  <p:tag name="ORIGINALHEIGHT" val=" 2111.736"/>
  <p:tag name="ORIGINALWIDTH" val=" 3869.516"/>
  <p:tag name="OUTPUTTYPE" val="PNG"/>
  <p:tag name="IGUANATEXVERSION" val="162"/>
  <p:tag name="LATEXADDIN" val="\documentclass{article}&#10;\usepackage{amsmath}&#10;\pagestyle{empty}&#10;\begin{document}&#10;\begin{table}[ht]&#10;\centering&#10;\begin{tabular}{lrrrr}&#10;\hline&#10;\textbf{Variable} &amp; \textbf{Coeff} &amp; \textbf{Standard Error} &amp; \textbf{Z statistic} &amp; \textbf{P-value} \\&#10;\hline&#10;Intercept     &amp; -3.990 &amp; 1.140 &amp; -3.500 &amp; $p &lt; 0.001^{***}$ \\&#10;GRE            &amp;  0.002 &amp; 0.001 &amp;  2.070 &amp; $p = 0.038^{*}$ \\&#10;GPA            &amp;  0.804 &amp; 0.332 &amp;  2.423 &amp; $p = 0.015^{*}$ \\&#10;Rank (2)       &amp; -0.675 &amp; 0.316 &amp; -2.134 &amp; $p = 0.033^{*}$ \\&#10;Rank (3)       &amp; -1.340 &amp; 0.345 &amp; -3.881 &amp; $p &lt; 0.001^{***}$ \\&#10;Rank (4)       &amp; -1.551 &amp; 0.418 &amp; -3.713 &amp; $p &lt; 0.001^{***}$ \\&#10;\hline&#10;\multicolumn{5}{l}{\scriptsize \textbf{Códigos de significancia:} \quad $^{***} p &lt; 0.001$ \quad $^{**} p &lt; 0.01$ \quad $^{*} p &lt; 0.05$} \\&#10;\multicolumn{5}{l}{\scriptsize \textbf{Tamaño muestral:} 400 observaciones} \\&#10;\multicolumn{5}{l}{\scriptsize \textbf{Devianza nula:} 499.98 \quad (gl = 399)} \\&#10;\multicolumn{5}{l}{\scriptsize \textbf{Devianza residual:} 458.52 \quad (gl = 394)} \\&#10;\multicolumn{5}{l}{\scriptsize \textbf{AIC:} 470.52} \\&#10;\multicolumn{5}{l}{\scriptsize \textbf{Iteraciones de Fisher scoring:} 4} \\&#10;\multicolumn{5}{l}{\scriptsize \textbf{Dispersión asumida:} 1 (modelo binomial)} \\&#10;\hline&#10;\end{tabular}&#10;\end{table}&#10;&#10;\end{document}"/>
  <p:tag name="IGUANATEXSIZE" val="20"/>
  <p:tag name="IGUANATEXCURSOR" val="261"/>
  <p:tag name="TRANSPARENCY" val="True"/>
  <p:tag name="CHOOSECOLOR" val="False"/>
  <p:tag name="COLORHEX" val="000000"/>
  <p:tag name="LATEXENGINEID" val="0"/>
  <p:tag name="TEMPFOLDER" val="C:\temp\"/>
  <p:tag name="LATEXFORMHEIGHT" val=" 320"/>
  <p:tag name="LATEXFORMWIDTH" val=" 385"/>
  <p:tag name="LATEXFORMWRAP" val="True"/>
  <p:tag name="BITMAPVECTOR" val="0"/>
</p:tagLst>
</file>

<file path=ppt/tags/tag192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231"/>
  <p:tag name="IGUANATEXSIZE" val="20"/>
  <p:tag name="LATEXADDIN" val="\documentclass{article}&#10;\usepackage{amsmath}&#10;\usepackage{amsfonts}&#10;\pagestyle{empty}&#10;\begin{document}&#10;&#10;&#10;\[&#10;\Pr(y_1 = 1 \mid X) = \frac{1}{1 + e^{-((-3.989979 + (0.002264 \times 587.7) + (0.804038 \times 3.3899) + (0))}} = 0.5165395&#10;\]&#10;&#10;&#10;&#10;&#10;&#10;\end{document}"/>
  <p:tag name="LATEXENGINEID" val="0"/>
  <p:tag name="LATEXFORMHEIGHT" val=" 320"/>
  <p:tag name="LATEXFORMWIDTH" val=" 385"/>
  <p:tag name="LATEXFORMWRAP" val="True"/>
  <p:tag name="ORIGINALHEIGHT" val=" 6.804432"/>
  <p:tag name="ORIGINALWIDTH" val=" 5.880107"/>
  <p:tag name="TEMPFOLDER" val="C:\Users\luisc\Documents\Custom Office Templates\iguana temp\"/>
  <p:tag name="TRANSPARENCY" val="True"/>
</p:tagLst>
</file>

<file path=ppt/tags/tag1924.xml><?xml version="1.0" encoding="utf-8"?>
<p:tagLst xmlns:a="http://schemas.openxmlformats.org/drawingml/2006/main" xmlns:r="http://schemas.openxmlformats.org/officeDocument/2006/relationships" xmlns:p="http://schemas.openxmlformats.org/presentationml/2006/main">
  <p:tag name="EMFCHILD" val="True"/>
  <p:tag name="ORIGINALHEIGHT" val=" 4.403478"/>
  <p:tag name="ORIGINALWIDTH" val=" 3.354342"/>
</p:tagLst>
</file>

<file path=ppt/tags/tag1925.xml><?xml version="1.0" encoding="utf-8"?>
<p:tagLst xmlns:a="http://schemas.openxmlformats.org/drawingml/2006/main" xmlns:r="http://schemas.openxmlformats.org/officeDocument/2006/relationships" xmlns:p="http://schemas.openxmlformats.org/presentationml/2006/main">
  <p:tag name="EMFCHILD" val="True"/>
  <p:tag name="ORIGINALHEIGHT" val=" 9.962625"/>
  <p:tag name="ORIGINALWIDTH" val=" 2.316046"/>
</p:tagLst>
</file>

<file path=ppt/tags/tag1926.xml><?xml version="1.0" encoding="utf-8"?>
<p:tagLst xmlns:a="http://schemas.openxmlformats.org/drawingml/2006/main" xmlns:r="http://schemas.openxmlformats.org/officeDocument/2006/relationships" xmlns:p="http://schemas.openxmlformats.org/presentationml/2006/main">
  <p:tag name="EMFCHILD" val="True"/>
  <p:tag name="ORIGINALHEIGHT" val=" 6.445831"/>
  <p:tag name="ORIGINALWIDTH" val=" 4.602221"/>
</p:tagLst>
</file>

<file path=ppt/tags/tag1927.xml><?xml version="1.0" encoding="utf-8"?>
<p:tagLst xmlns:a="http://schemas.openxmlformats.org/drawingml/2006/main" xmlns:r="http://schemas.openxmlformats.org/officeDocument/2006/relationships" xmlns:p="http://schemas.openxmlformats.org/presentationml/2006/main">
  <p:tag name="EMFCHILD" val="True"/>
  <p:tag name="ORIGINALHEIGHT" val=" 4.630588"/>
  <p:tag name="ORIGINALWIDTH" val=" 2.543702"/>
</p:tagLst>
</file>

<file path=ppt/tags/tag1928.xml><?xml version="1.0" encoding="utf-8"?>
<p:tagLst xmlns:a="http://schemas.openxmlformats.org/drawingml/2006/main" xmlns:r="http://schemas.openxmlformats.org/officeDocument/2006/relationships" xmlns:p="http://schemas.openxmlformats.org/presentationml/2006/main">
  <p:tag name="EMFCHILD" val="True"/>
  <p:tag name="ORIGINALHEIGHT" val=" 2.331253"/>
  <p:tag name="ORIGINALWIDTH" val=" 6.638778"/>
</p:tagLst>
</file>

<file path=ppt/tags/tag1929.xml><?xml version="1.0" encoding="utf-8"?>
<p:tagLst xmlns:a="http://schemas.openxmlformats.org/drawingml/2006/main" xmlns:r="http://schemas.openxmlformats.org/officeDocument/2006/relationships" xmlns:p="http://schemas.openxmlformats.org/presentationml/2006/main">
  <p:tag name="EMFCHILD" val="True"/>
  <p:tag name="ORIGINALHEIGHT" val=" 6.635089"/>
  <p:tag name="ORIGINALWIDTH" val=" 3.294461"/>
</p:tagLst>
</file>

<file path=ppt/tags/tag1930.xml><?xml version="1.0" encoding="utf-8"?>
<p:tagLst xmlns:a="http://schemas.openxmlformats.org/drawingml/2006/main" xmlns:r="http://schemas.openxmlformats.org/officeDocument/2006/relationships" xmlns:p="http://schemas.openxmlformats.org/presentationml/2006/main">
  <p:tag name="EMFCHILD" val="True"/>
  <p:tag name="ORIGINALHEIGHT" val=" 9.962625"/>
  <p:tag name="ORIGINALWIDTH" val=" .3993183"/>
</p:tagLst>
</file>

<file path=ppt/tags/tag1931.xml><?xml version="1.0" encoding="utf-8"?>
<p:tagLst xmlns:a="http://schemas.openxmlformats.org/drawingml/2006/main" xmlns:r="http://schemas.openxmlformats.org/officeDocument/2006/relationships" xmlns:p="http://schemas.openxmlformats.org/presentationml/2006/main">
  <p:tag name="EMFCHILD" val="True"/>
  <p:tag name="ORIGINALHEIGHT" val=" 6.804432"/>
  <p:tag name="ORIGINALWIDTH" val=" 8.226162"/>
</p:tagLst>
</file>

<file path=ppt/tags/tag1932.xml><?xml version="1.0" encoding="utf-8"?>
<p:tagLst xmlns:a="http://schemas.openxmlformats.org/drawingml/2006/main" xmlns:r="http://schemas.openxmlformats.org/officeDocument/2006/relationships" xmlns:p="http://schemas.openxmlformats.org/presentationml/2006/main">
  <p:tag name="EMFCHILD" val="True"/>
  <p:tag name="ORIGINALHEIGHT" val=" 9.962625"/>
  <p:tag name="ORIGINALWIDTH" val=" 2.316046"/>
</p:tagLst>
</file>

<file path=ppt/tags/tag1933.xml><?xml version="1.0" encoding="utf-8"?>
<p:tagLst xmlns:a="http://schemas.openxmlformats.org/drawingml/2006/main" xmlns:r="http://schemas.openxmlformats.org/officeDocument/2006/relationships" xmlns:p="http://schemas.openxmlformats.org/presentationml/2006/main">
  <p:tag name="EMFCHILD" val="True"/>
  <p:tag name="ORIGINALHEIGHT" val=" 2.331253"/>
  <p:tag name="ORIGINALWIDTH" val=" 6.638778"/>
</p:tagLst>
</file>

<file path=ppt/tags/tag1934.xml><?xml version="1.0" encoding="utf-8"?>
<p:tagLst xmlns:a="http://schemas.openxmlformats.org/drawingml/2006/main" xmlns:r="http://schemas.openxmlformats.org/officeDocument/2006/relationships" xmlns:p="http://schemas.openxmlformats.org/presentationml/2006/main">
  <p:tag name="EMFCHILD" val="True"/>
  <p:tag name="ORIGINALHEIGHT" val=" 6.635089"/>
  <p:tag name="ORIGINALWIDTH" val=" 3.294461"/>
</p:tagLst>
</file>

<file path=ppt/tags/tag1935.xml><?xml version="1.0" encoding="utf-8"?>
<p:tagLst xmlns:a="http://schemas.openxmlformats.org/drawingml/2006/main" xmlns:r="http://schemas.openxmlformats.org/officeDocument/2006/relationships" xmlns:p="http://schemas.openxmlformats.org/presentationml/2006/main">
  <p:tag name="EMFCHILD" val="True"/>
  <p:tag name="ORIGINALHEIGHT" val=" .3984313"/>
  <p:tag name="ORIGINALWIDTH" val=" 228.9806"/>
</p:tagLst>
</file>

<file path=ppt/tags/tag1936.xml><?xml version="1.0" encoding="utf-8"?>
<p:tagLst xmlns:a="http://schemas.openxmlformats.org/drawingml/2006/main" xmlns:r="http://schemas.openxmlformats.org/officeDocument/2006/relationships" xmlns:p="http://schemas.openxmlformats.org/presentationml/2006/main">
  <p:tag name="EMFCHILD" val="True"/>
  <p:tag name="ORIGINALHEIGHT" val=" 6.635089"/>
  <p:tag name="ORIGINALWIDTH" val=" 3.294461"/>
</p:tagLst>
</file>

<file path=ppt/tags/tag1937.xml><?xml version="1.0" encoding="utf-8"?>
<p:tagLst xmlns:a="http://schemas.openxmlformats.org/drawingml/2006/main" xmlns:r="http://schemas.openxmlformats.org/officeDocument/2006/relationships" xmlns:p="http://schemas.openxmlformats.org/presentationml/2006/main">
  <p:tag name="EMFCHILD" val="True"/>
  <p:tag name="ORIGINALHEIGHT" val=" 6.635089"/>
  <p:tag name="ORIGINALWIDTH" val=" 6.638778"/>
</p:tagLst>
</file>

<file path=ppt/tags/tag1938.xml><?xml version="1.0" encoding="utf-8"?>
<p:tagLst xmlns:a="http://schemas.openxmlformats.org/drawingml/2006/main" xmlns:r="http://schemas.openxmlformats.org/officeDocument/2006/relationships" xmlns:p="http://schemas.openxmlformats.org/presentationml/2006/main">
  <p:tag name="EMFCHILD" val="True"/>
  <p:tag name="ORIGINALHEIGHT" val=" 4.513077"/>
  <p:tag name="ORIGINALWIDTH" val=" 3.833524"/>
</p:tagLst>
</file>

<file path=ppt/tags/tag1939.xml><?xml version="1.0" encoding="utf-8"?>
<p:tagLst xmlns:a="http://schemas.openxmlformats.org/drawingml/2006/main" xmlns:r="http://schemas.openxmlformats.org/officeDocument/2006/relationships" xmlns:p="http://schemas.openxmlformats.org/presentationml/2006/main">
  <p:tag name="EMFCHILD" val="True"/>
  <p:tag name="ORIGINALHEIGHT" val=" .3416879"/>
  <p:tag name="ORIGINALWIDTH" val=" 4.724028"/>
</p:tagLst>
</file>

<file path=ppt/tags/tag1940.xml><?xml version="1.0" encoding="utf-8"?>
<p:tagLst xmlns:a="http://schemas.openxmlformats.org/drawingml/2006/main" xmlns:r="http://schemas.openxmlformats.org/officeDocument/2006/relationships" xmlns:p="http://schemas.openxmlformats.org/presentationml/2006/main">
  <p:tag name="EMFCHILD" val="True"/>
  <p:tag name="ORIGINALHEIGHT" val=" 6.966819"/>
  <p:tag name="ORIGINALWIDTH" val=" 1.816881"/>
</p:tagLst>
</file>

<file path=ppt/tags/tag1941.xml><?xml version="1.0" encoding="utf-8"?>
<p:tagLst xmlns:a="http://schemas.openxmlformats.org/drawingml/2006/main" xmlns:r="http://schemas.openxmlformats.org/officeDocument/2006/relationships" xmlns:p="http://schemas.openxmlformats.org/presentationml/2006/main">
  <p:tag name="EMFCHILD" val="True"/>
  <p:tag name="ORIGINALHEIGHT" val=" 6.966819"/>
  <p:tag name="ORIGINALWIDTH" val=" 1.816881"/>
</p:tagLst>
</file>

<file path=ppt/tags/tag1942.xml><?xml version="1.0" encoding="utf-8"?>
<p:tagLst xmlns:a="http://schemas.openxmlformats.org/drawingml/2006/main" xmlns:r="http://schemas.openxmlformats.org/officeDocument/2006/relationships" xmlns:p="http://schemas.openxmlformats.org/presentationml/2006/main">
  <p:tag name="EMFCHILD" val="True"/>
  <p:tag name="ORIGINALHEIGHT" val=" .3416879"/>
  <p:tag name="ORIGINALWIDTH" val=" 4.724028"/>
</p:tagLst>
</file>

<file path=ppt/tags/tag1943.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44.xml><?xml version="1.0" encoding="utf-8"?>
<p:tagLst xmlns:a="http://schemas.openxmlformats.org/drawingml/2006/main" xmlns:r="http://schemas.openxmlformats.org/officeDocument/2006/relationships" xmlns:p="http://schemas.openxmlformats.org/presentationml/2006/main">
  <p:tag name="EMFCHILD" val="True"/>
  <p:tag name="ORIGINALHEIGHT" val=" .8019778"/>
  <p:tag name="ORIGINALWIDTH" val=" .8036153"/>
</p:tagLst>
</file>

<file path=ppt/tags/tag1945.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46.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47.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48.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49.xml><?xml version="1.0" encoding="utf-8"?>
<p:tagLst xmlns:a="http://schemas.openxmlformats.org/drawingml/2006/main" xmlns:r="http://schemas.openxmlformats.org/officeDocument/2006/relationships" xmlns:p="http://schemas.openxmlformats.org/presentationml/2006/main">
  <p:tag name="EMFCHILD" val="True"/>
  <p:tag name="ORIGINALHEIGHT" val=" 4.853742"/>
  <p:tag name="ORIGINALWIDTH" val=" 3.319355"/>
</p:tagLst>
</file>

<file path=ppt/tags/tag1950.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51.xml><?xml version="1.0" encoding="utf-8"?>
<p:tagLst xmlns:a="http://schemas.openxmlformats.org/drawingml/2006/main" xmlns:r="http://schemas.openxmlformats.org/officeDocument/2006/relationships" xmlns:p="http://schemas.openxmlformats.org/presentationml/2006/main">
  <p:tag name="EMFCHILD" val="True"/>
  <p:tag name="ORIGINALHEIGHT" val=" 5.13971"/>
  <p:tag name="ORIGINALWIDTH" val=" 5.143329"/>
</p:tagLst>
</file>

<file path=ppt/tags/tag1952.xml><?xml version="1.0" encoding="utf-8"?>
<p:tagLst xmlns:a="http://schemas.openxmlformats.org/drawingml/2006/main" xmlns:r="http://schemas.openxmlformats.org/officeDocument/2006/relationships" xmlns:p="http://schemas.openxmlformats.org/presentationml/2006/main">
  <p:tag name="EMFCHILD" val="True"/>
  <p:tag name="ORIGINALHEIGHT" val=" 6.966819"/>
  <p:tag name="ORIGINALWIDTH" val=" 1.816881"/>
</p:tagLst>
</file>

<file path=ppt/tags/tag1953.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42492"/>
</p:tagLst>
</file>

<file path=ppt/tags/tag1954.xml><?xml version="1.0" encoding="utf-8"?>
<p:tagLst xmlns:a="http://schemas.openxmlformats.org/drawingml/2006/main" xmlns:r="http://schemas.openxmlformats.org/officeDocument/2006/relationships" xmlns:p="http://schemas.openxmlformats.org/presentationml/2006/main">
  <p:tag name="EMFCHILD" val="True"/>
  <p:tag name="ORIGINALHEIGHT" val=" .8019778"/>
  <p:tag name="ORIGINALWIDTH" val=" .8036153"/>
</p:tagLst>
</file>

<file path=ppt/tags/tag1955.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42492"/>
</p:tagLst>
</file>

<file path=ppt/tags/tag1956.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42492"/>
</p:tagLst>
</file>

<file path=ppt/tags/tag1957.xml><?xml version="1.0" encoding="utf-8"?>
<p:tagLst xmlns:a="http://schemas.openxmlformats.org/drawingml/2006/main" xmlns:r="http://schemas.openxmlformats.org/officeDocument/2006/relationships" xmlns:p="http://schemas.openxmlformats.org/presentationml/2006/main">
  <p:tag name="EMFCHILD" val="True"/>
  <p:tag name="ORIGINALHEIGHT" val=" 4.630588"/>
  <p:tag name="ORIGINALWIDTH" val=" 3.088766"/>
</p:tagLst>
</file>

<file path=ppt/tags/tag1958.xml><?xml version="1.0" encoding="utf-8"?>
<p:tagLst xmlns:a="http://schemas.openxmlformats.org/drawingml/2006/main" xmlns:r="http://schemas.openxmlformats.org/officeDocument/2006/relationships" xmlns:p="http://schemas.openxmlformats.org/presentationml/2006/main">
  <p:tag name="EMFCHILD" val="True"/>
  <p:tag name="ORIGINALHEIGHT" val=" 4.630588"/>
  <p:tag name="ORIGINALWIDTH" val=" 3.088766"/>
</p:tagLst>
</file>

<file path=ppt/tags/tag1959.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60.xml><?xml version="1.0" encoding="utf-8"?>
<p:tagLst xmlns:a="http://schemas.openxmlformats.org/drawingml/2006/main" xmlns:r="http://schemas.openxmlformats.org/officeDocument/2006/relationships" xmlns:p="http://schemas.openxmlformats.org/presentationml/2006/main">
  <p:tag name="EMFCHILD" val="True"/>
  <p:tag name="ORIGINALHEIGHT" val=" 4.700357"/>
  <p:tag name="ORIGINALWIDTH" val=" 3.42418"/>
</p:tagLst>
</file>

<file path=ppt/tags/tag1961.xml><?xml version="1.0" encoding="utf-8"?>
<p:tagLst xmlns:a="http://schemas.openxmlformats.org/drawingml/2006/main" xmlns:r="http://schemas.openxmlformats.org/officeDocument/2006/relationships" xmlns:p="http://schemas.openxmlformats.org/presentationml/2006/main">
  <p:tag name="EMFCHILD" val="True"/>
  <p:tag name="ORIGINALHEIGHT" val=" 3.730946"/>
  <p:tag name="ORIGINALWIDTH" val=" 3.745681"/>
</p:tagLst>
</file>

<file path=ppt/tags/tag1962.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088766"/>
</p:tagLst>
</file>

<file path=ppt/tags/tag1963.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64.xml><?xml version="1.0" encoding="utf-8"?>
<p:tagLst xmlns:a="http://schemas.openxmlformats.org/drawingml/2006/main" xmlns:r="http://schemas.openxmlformats.org/officeDocument/2006/relationships" xmlns:p="http://schemas.openxmlformats.org/presentationml/2006/main">
  <p:tag name="EMFCHILD" val="True"/>
  <p:tag name="ORIGINALHEIGHT" val=" 4.853742"/>
  <p:tag name="ORIGINALWIDTH" val=" 3.319355"/>
</p:tagLst>
</file>

<file path=ppt/tags/tag1965.xml><?xml version="1.0" encoding="utf-8"?>
<p:tagLst xmlns:a="http://schemas.openxmlformats.org/drawingml/2006/main" xmlns:r="http://schemas.openxmlformats.org/officeDocument/2006/relationships" xmlns:p="http://schemas.openxmlformats.org/presentationml/2006/main">
  <p:tag name="EMFCHILD" val="True"/>
  <p:tag name="ORIGINALHEIGHT" val=" .8019778"/>
  <p:tag name="ORIGINALWIDTH" val=" .8036153"/>
</p:tagLst>
</file>

<file path=ppt/tags/tag1966.xml><?xml version="1.0" encoding="utf-8"?>
<p:tagLst xmlns:a="http://schemas.openxmlformats.org/drawingml/2006/main" xmlns:r="http://schemas.openxmlformats.org/officeDocument/2006/relationships" xmlns:p="http://schemas.openxmlformats.org/presentationml/2006/main">
  <p:tag name="EMFCHILD" val="True"/>
  <p:tag name="ORIGINALHEIGHT" val=" 4.853742"/>
  <p:tag name="ORIGINALWIDTH" val=" 3.319355"/>
</p:tagLst>
</file>

<file path=ppt/tags/tag1967.xml><?xml version="1.0" encoding="utf-8"?>
<p:tagLst xmlns:a="http://schemas.openxmlformats.org/drawingml/2006/main" xmlns:r="http://schemas.openxmlformats.org/officeDocument/2006/relationships" xmlns:p="http://schemas.openxmlformats.org/presentationml/2006/main">
  <p:tag name="EMFCHILD" val="True"/>
  <p:tag name="ORIGINALHEIGHT" val=" 6.966819"/>
  <p:tag name="ORIGINALWIDTH" val=" 1.809925"/>
</p:tagLst>
</file>

<file path=ppt/tags/tag1968.xml><?xml version="1.0" encoding="utf-8"?>
<p:tagLst xmlns:a="http://schemas.openxmlformats.org/drawingml/2006/main" xmlns:r="http://schemas.openxmlformats.org/officeDocument/2006/relationships" xmlns:p="http://schemas.openxmlformats.org/presentationml/2006/main">
  <p:tag name="EMFCHILD" val="True"/>
  <p:tag name="ORIGINALHEIGHT" val=" 5.13971"/>
  <p:tag name="ORIGINALWIDTH" val=" 5.143329"/>
</p:tagLst>
</file>

<file path=ppt/tags/tag1969.xml><?xml version="1.0" encoding="utf-8"?>
<p:tagLst xmlns:a="http://schemas.openxmlformats.org/drawingml/2006/main" xmlns:r="http://schemas.openxmlformats.org/officeDocument/2006/relationships" xmlns:p="http://schemas.openxmlformats.org/presentationml/2006/main">
  <p:tag name="EMFCHILD" val="True"/>
  <p:tag name="ORIGINALHEIGHT" val=" 6.966819"/>
  <p:tag name="ORIGINALWIDTH" val=" 1.816881"/>
</p:tagLst>
</file>

<file path=ppt/tags/tag1970.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42492"/>
</p:tagLst>
</file>

<file path=ppt/tags/tag1971.xml><?xml version="1.0" encoding="utf-8"?>
<p:tagLst xmlns:a="http://schemas.openxmlformats.org/drawingml/2006/main" xmlns:r="http://schemas.openxmlformats.org/officeDocument/2006/relationships" xmlns:p="http://schemas.openxmlformats.org/presentationml/2006/main">
  <p:tag name="EMFCHILD" val="True"/>
  <p:tag name="ORIGINALHEIGHT" val=" .8019778"/>
  <p:tag name="ORIGINALWIDTH" val=" .8036153"/>
</p:tagLst>
</file>

<file path=ppt/tags/tag1972.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73.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42492"/>
</p:tagLst>
</file>

<file path=ppt/tags/tag1974.xml><?xml version="1.0" encoding="utf-8"?>
<p:tagLst xmlns:a="http://schemas.openxmlformats.org/drawingml/2006/main" xmlns:r="http://schemas.openxmlformats.org/officeDocument/2006/relationships" xmlns:p="http://schemas.openxmlformats.org/presentationml/2006/main">
  <p:tag name="EMFCHILD" val="True"/>
  <p:tag name="ORIGINALHEIGHT" val=" 4.700357"/>
  <p:tag name="ORIGINALWIDTH" val=" 3.42418"/>
</p:tagLst>
</file>

<file path=ppt/tags/tag1975.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42492"/>
</p:tagLst>
</file>

<file path=ppt/tags/tag1976.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77.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78.xml><?xml version="1.0" encoding="utf-8"?>
<p:tagLst xmlns:a="http://schemas.openxmlformats.org/drawingml/2006/main" xmlns:r="http://schemas.openxmlformats.org/officeDocument/2006/relationships" xmlns:p="http://schemas.openxmlformats.org/presentationml/2006/main">
  <p:tag name="EMFCHILD" val="True"/>
  <p:tag name="ORIGINALHEIGHT" val=" 3.730946"/>
  <p:tag name="ORIGINALWIDTH" val=" 3.745681"/>
</p:tagLst>
</file>

<file path=ppt/tags/tag1979.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80.xml><?xml version="1.0" encoding="utf-8"?>
<p:tagLst xmlns:a="http://schemas.openxmlformats.org/drawingml/2006/main" xmlns:r="http://schemas.openxmlformats.org/officeDocument/2006/relationships" xmlns:p="http://schemas.openxmlformats.org/presentationml/2006/main">
  <p:tag name="EMFCHILD" val="True"/>
  <p:tag name="ORIGINALHEIGHT" val=" .8019778"/>
  <p:tag name="ORIGINALWIDTH" val=" .8036153"/>
</p:tagLst>
</file>

<file path=ppt/tags/tag1981.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82.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83.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84.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14598"/>
</p:tagLst>
</file>

<file path=ppt/tags/tag1985.xml><?xml version="1.0" encoding="utf-8"?>
<p:tagLst xmlns:a="http://schemas.openxmlformats.org/drawingml/2006/main" xmlns:r="http://schemas.openxmlformats.org/officeDocument/2006/relationships" xmlns:p="http://schemas.openxmlformats.org/presentationml/2006/main">
  <p:tag name="EMFCHILD" val="True"/>
  <p:tag name="ORIGINALHEIGHT" val=" 6.966819"/>
  <p:tag name="ORIGINALWIDTH" val=" 1.809925"/>
</p:tagLst>
</file>

<file path=ppt/tags/tag1986.xml><?xml version="1.0" encoding="utf-8"?>
<p:tagLst xmlns:a="http://schemas.openxmlformats.org/drawingml/2006/main" xmlns:r="http://schemas.openxmlformats.org/officeDocument/2006/relationships" xmlns:p="http://schemas.openxmlformats.org/presentationml/2006/main">
  <p:tag name="EMFCHILD" val="True"/>
  <p:tag name="ORIGINALHEIGHT" val=" 5.13971"/>
  <p:tag name="ORIGINALWIDTH" val=" 5.143329"/>
</p:tagLst>
</file>

<file path=ppt/tags/tag1987.xml><?xml version="1.0" encoding="utf-8"?>
<p:tagLst xmlns:a="http://schemas.openxmlformats.org/drawingml/2006/main" xmlns:r="http://schemas.openxmlformats.org/officeDocument/2006/relationships" xmlns:p="http://schemas.openxmlformats.org/presentationml/2006/main">
  <p:tag name="EMFCHILD" val="True"/>
  <p:tag name="ORIGINALHEIGHT" val=" 6.966819"/>
  <p:tag name="ORIGINALWIDTH" val=" 1.816881"/>
</p:tagLst>
</file>

<file path=ppt/tags/tag1988.xml><?xml version="1.0" encoding="utf-8"?>
<p:tagLst xmlns:a="http://schemas.openxmlformats.org/drawingml/2006/main" xmlns:r="http://schemas.openxmlformats.org/officeDocument/2006/relationships" xmlns:p="http://schemas.openxmlformats.org/presentationml/2006/main">
  <p:tag name="EMFCHILD" val="True"/>
  <p:tag name="ORIGINALHEIGHT" val=" 4.770059"/>
  <p:tag name="ORIGINALWIDTH" val=" 3.242492"/>
</p:tagLst>
</file>

<file path=ppt/tags/tag1989.xml><?xml version="1.0" encoding="utf-8"?>
<p:tagLst xmlns:a="http://schemas.openxmlformats.org/drawingml/2006/main" xmlns:r="http://schemas.openxmlformats.org/officeDocument/2006/relationships" xmlns:p="http://schemas.openxmlformats.org/presentationml/2006/main">
  <p:tag name="EMFCHILD" val="True"/>
  <p:tag name="ORIGINALHEIGHT" val=" 6.966819"/>
  <p:tag name="ORIGINALWIDTH" val=" 1.809925"/>
</p:tagLst>
</file>

<file path=ppt/tags/tag1990.xml><?xml version="1.0" encoding="utf-8"?>
<p:tagLst xmlns:a="http://schemas.openxmlformats.org/drawingml/2006/main" xmlns:r="http://schemas.openxmlformats.org/officeDocument/2006/relationships" xmlns:p="http://schemas.openxmlformats.org/presentationml/2006/main">
  <p:tag name="EMFCHILD" val="True"/>
  <p:tag name="ORIGINALHEIGHT" val=" 6.966819"/>
  <p:tag name="ORIGINALWIDTH" val=" 1.809925"/>
</p:tagLst>
</file>

<file path=ppt/tags/tag1991.xml><?xml version="1.0" encoding="utf-8"?>
<p:tagLst xmlns:a="http://schemas.openxmlformats.org/drawingml/2006/main" xmlns:r="http://schemas.openxmlformats.org/officeDocument/2006/relationships" xmlns:p="http://schemas.openxmlformats.org/presentationml/2006/main">
  <p:tag name="EMFCHILD" val="True"/>
  <p:tag name="ORIGINALHEIGHT" val=" 2.331253"/>
  <p:tag name="ORIGINALWIDTH" val=" 6.638778"/>
</p:tagLst>
</file>

<file path=ppt/tags/tag1992.xml><?xml version="1.0" encoding="utf-8"?>
<p:tagLst xmlns:a="http://schemas.openxmlformats.org/drawingml/2006/main" xmlns:r="http://schemas.openxmlformats.org/officeDocument/2006/relationships" xmlns:p="http://schemas.openxmlformats.org/presentationml/2006/main">
  <p:tag name="EMFCHILD" val="True"/>
  <p:tag name="ORIGINALHEIGHT" val=" 6.854288"/>
  <p:tag name="ORIGINALWIDTH" val=" 4.202902"/>
</p:tagLst>
</file>

<file path=ppt/tags/tag1993.xml><?xml version="1.0" encoding="utf-8"?>
<p:tagLst xmlns:a="http://schemas.openxmlformats.org/drawingml/2006/main" xmlns:r="http://schemas.openxmlformats.org/officeDocument/2006/relationships" xmlns:p="http://schemas.openxmlformats.org/presentationml/2006/main">
  <p:tag name="EMFCHILD" val="True"/>
  <p:tag name="ORIGINALHEIGHT" val=" 1.056027"/>
  <p:tag name="ORIGINALWIDTH" val=" 1.058211"/>
</p:tagLst>
</file>

<file path=ppt/tags/tag1994.xml><?xml version="1.0" encoding="utf-8"?>
<p:tagLst xmlns:a="http://schemas.openxmlformats.org/drawingml/2006/main" xmlns:r="http://schemas.openxmlformats.org/officeDocument/2006/relationships" xmlns:p="http://schemas.openxmlformats.org/presentationml/2006/main">
  <p:tag name="EMFCHILD" val="True"/>
  <p:tag name="ORIGINALHEIGHT" val=" 6.854288"/>
  <p:tag name="ORIGINALWIDTH" val=" 3.983294"/>
</p:tagLst>
</file>

<file path=ppt/tags/tag1995.xml><?xml version="1.0" encoding="utf-8"?>
<p:tagLst xmlns:a="http://schemas.openxmlformats.org/drawingml/2006/main" xmlns:r="http://schemas.openxmlformats.org/officeDocument/2006/relationships" xmlns:p="http://schemas.openxmlformats.org/presentationml/2006/main">
  <p:tag name="EMFCHILD" val="True"/>
  <p:tag name="ORIGINALHEIGHT" val=" 6.635089"/>
  <p:tag name="ORIGINALWIDTH" val=" 3.294461"/>
</p:tagLst>
</file>

<file path=ppt/tags/tag1996.xml><?xml version="1.0" encoding="utf-8"?>
<p:tagLst xmlns:a="http://schemas.openxmlformats.org/drawingml/2006/main" xmlns:r="http://schemas.openxmlformats.org/officeDocument/2006/relationships" xmlns:p="http://schemas.openxmlformats.org/presentationml/2006/main">
  <p:tag name="EMFCHILD" val="True"/>
  <p:tag name="ORIGINALHEIGHT" val=" 6.854288"/>
  <p:tag name="ORIGINALWIDTH" val=" 4.143022"/>
</p:tagLst>
</file>

<file path=ppt/tags/tag1997.xml><?xml version="1.0" encoding="utf-8"?>
<p:tagLst xmlns:a="http://schemas.openxmlformats.org/drawingml/2006/main" xmlns:r="http://schemas.openxmlformats.org/officeDocument/2006/relationships" xmlns:p="http://schemas.openxmlformats.org/presentationml/2006/main">
  <p:tag name="EMFCHILD" val="True"/>
  <p:tag name="ORIGINALHEIGHT" val=" 6.854288"/>
  <p:tag name="ORIGINALWIDTH" val=" 3.983294"/>
</p:tagLst>
</file>

<file path=ppt/tags/tag1998.xml><?xml version="1.0" encoding="utf-8"?>
<p:tagLst xmlns:a="http://schemas.openxmlformats.org/drawingml/2006/main" xmlns:r="http://schemas.openxmlformats.org/officeDocument/2006/relationships" xmlns:p="http://schemas.openxmlformats.org/presentationml/2006/main">
  <p:tag name="EMFCHILD" val="True"/>
  <p:tag name="ORIGINALHEIGHT" val=" 6.854288"/>
  <p:tag name="ORIGINALWIDTH" val=" 4.143022"/>
</p:tagLst>
</file>

<file path=ppt/tags/tag1999.xml><?xml version="1.0" encoding="utf-8"?>
<p:tagLst xmlns:a="http://schemas.openxmlformats.org/drawingml/2006/main" xmlns:r="http://schemas.openxmlformats.org/officeDocument/2006/relationships" xmlns:p="http://schemas.openxmlformats.org/presentationml/2006/main">
  <p:tag name="EMFCHILD" val="True"/>
  <p:tag name="ORIGINALHEIGHT" val=" 6.854288"/>
  <p:tag name="ORIGINALWIDTH" val=" 4.143022"/>
</p:tagLst>
</file>

<file path=ppt/tags/tag2000.xml><?xml version="1.0" encoding="utf-8"?>
<p:tagLst xmlns:a="http://schemas.openxmlformats.org/drawingml/2006/main" xmlns:r="http://schemas.openxmlformats.org/officeDocument/2006/relationships" xmlns:p="http://schemas.openxmlformats.org/presentationml/2006/main">
  <p:tag name="EMFCHILD" val="True"/>
  <p:tag name="ORIGINALHEIGHT" val=" 6.854288"/>
  <p:tag name="ORIGINALWIDTH" val=" 3.983294"/>
</p:tagLst>
</file>

<file path=ppt/theme/theme1.xml><?xml version="1.0" encoding="utf-8"?>
<a:theme xmlns:a="http://schemas.openxmlformats.org/drawingml/2006/main" name="2_office theme">
  <a:themeElements>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547</TotalTime>
  <Words>5400</Words>
  <Application>Microsoft Office PowerPoint</Application>
  <PresentationFormat>Widescreen</PresentationFormat>
  <Paragraphs>605</Paragraphs>
  <Slides>32</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Aptos</vt:lpstr>
      <vt:lpstr>Aptos Black</vt:lpstr>
      <vt:lpstr>Aptos Display</vt:lpstr>
      <vt:lpstr>Aptos SemiBold</vt:lpstr>
      <vt:lpstr>Arial</vt:lpstr>
      <vt:lpstr>Avenir Next LT Pro</vt:lpstr>
      <vt:lpstr>Cambria Math</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Luis Carlos Guevara Hernandez</dc:creator>
  <cp:lastModifiedBy>Luis Carlos Guevara</cp:lastModifiedBy>
  <cp:revision>3</cp:revision>
  <dcterms:created xsi:type="dcterms:W3CDTF">2024-06-30T19:22:33Z</dcterms:created>
  <dcterms:modified xsi:type="dcterms:W3CDTF">2026-05-28T22:30:21Z</dcterms:modified>
</cp:coreProperties>
</file>